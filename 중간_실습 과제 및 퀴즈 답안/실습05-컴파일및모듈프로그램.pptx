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63" r:id="rId3"/>
    <p:sldId id="257" r:id="rId4"/>
    <p:sldId id="258" r:id="rId5"/>
    <p:sldId id="264" r:id="rId6"/>
    <p:sldId id="265" r:id="rId7"/>
    <p:sldId id="266" r:id="rId8"/>
    <p:sldId id="267" r:id="rId9"/>
    <p:sldId id="268" r:id="rId10"/>
    <p:sldId id="270" r:id="rId11"/>
    <p:sldId id="271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24486C"/>
    <a:srgbClr val="336699"/>
    <a:srgbClr val="9078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51" autoAdjust="0"/>
    <p:restoredTop sz="94630" autoAdjust="0"/>
  </p:normalViewPr>
  <p:slideViewPr>
    <p:cSldViewPr>
      <p:cViewPr varScale="1">
        <p:scale>
          <a:sx n="114" d="100"/>
          <a:sy n="114" d="100"/>
        </p:scale>
        <p:origin x="178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96" y="366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33.5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12 1080 0 0,'-15'-11'9217'0'0,"20"16"-4694"0"0,-1-4-4352 0 0,0 1 0 0 0,0-2-1 0 0,0 1 1 0 0,0 0 0 0 0,1-1-1 0 0,-1 1 1 0 0,0-1 0 0 0,0-1-1 0 0,1 1 1 0 0,-1 0 0 0 0,0-1-1 0 0,0 0 1 0 0,0 0-1 0 0,6-2 1 0 0,14-2 171 0 0,86 7 110 0 0,-39 1-1536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34.19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74 4 792 0 0,'-2'-1'36'0'0,"0"1"1"0"0,0-1-1 0 0,0 1 0 0 0,0-1 0 0 0,1 1 0 0 0,-1 0 1 0 0,0 0-1 0 0,0-1 0 0 0,0 1 0 0 0,0 1 0 0 0,0-1 0 0 0,0 0 1 0 0,0 0-1 0 0,1 1 0 0 0,-1-1 0 0 0,0 1 0 0 0,0 0 1 0 0,0-1-1 0 0,1 1 0 0 0,-1 0 0 0 0,0 0 0 0 0,1 0 1 0 0,-1 0-1 0 0,-1 2 0 0 0,0 0 178 0 0,0-1 0 0 0,1 1-1 0 0,0 0 1 0 0,-1 1 0 0 0,1-1 0 0 0,0 0-1 0 0,0 0 1 0 0,1 1 0 0 0,-1-1 0 0 0,1 1-1 0 0,-2 6 1 0 0,3-9-95 0 0,-1-1 0 0 0,1 0-1 0 0,0 0 1 0 0,0 1 0 0 0,0-1-1 0 0,0 0 1 0 0,0 1 0 0 0,0-1-1 0 0,0 0 1 0 0,0 1 0 0 0,0-1-1 0 0,0 0 1 0 0,0 1 0 0 0,0-1-1 0 0,0 0 1 0 0,0 1 0 0 0,1-1-1 0 0,-1 0 1 0 0,0 0 0 0 0,0 1-1 0 0,0-1 1 0 0,0 0 0 0 0,1 1 0 0 0,-1-1-1 0 0,0 0 1 0 0,0 0 0 0 0,0 0-1 0 0,1 1 1 0 0,-1-1 0 0 0,0 0-1 0 0,0 0 1 0 0,1 0 0 0 0,-1 1-1 0 0,0-1 1 0 0,1 0 0 0 0,-1 0 35 0 0,1 0 1 0 0,-1 1-1 0 0,0-1 1 0 0,1 0-1 0 0,-1 0 1 0 0,0 1 0 0 0,1-1-1 0 0,-1 0 1 0 0,0 0-1 0 0,0 1 1 0 0,0-1-1 0 0,1 0 1 0 0,-1 0 0 0 0,0 1-1 0 0,0-1 1 0 0,0 0-1 0 0,1 1 1 0 0,-1-1-1 0 0,0 1 1 0 0,0-1 0 0 0,0 0-1 0 0,0 1 1 0 0,0-1-1 0 0,0 0 1 0 0,0 1-1 0 0,0-1 1 0 0,0 0-1 0 0,0 1 1 0 0,0-1 0 0 0,0 1-1 0 0,0-1 1 0 0,0 0-1 0 0,0 1 1 0 0,0-1-1 0 0,-1 0 1 0 0,1 1 0 0 0,0-1-1 0 0,0 0 1 0 0,0 1-1 0 0,-1-1 1 0 0,1 0-1 0 0,0 1 1 0 0,0-1 0 0 0,-1 0-1 0 0,1 1 1 0 0,-1-1-40 0 0,1 1-1 0 0,0 0 1 0 0,0-1 0 0 0,-1 1 0 0 0,1 0 0 0 0,0 0 0 0 0,0-1 0 0 0,0 1 0 0 0,0 0 0 0 0,0 0 0 0 0,0-1 0 0 0,0 1-1 0 0,0 0 1 0 0,0 0 0 0 0,0-1 0 0 0,0 1 0 0 0,1 0 0 0 0,-1 0 0 0 0,0-1 0 0 0,0 1 0 0 0,1 0 0 0 0,-1-1 0 0 0,1 1-1 0 0,-1 0 1 0 0,0-1 0 0 0,1 1 0 0 0,-1-1 0 0 0,1 1 0 0 0,0 0 0 0 0,-1-1 0 0 0,1 1 0 0 0,-1-1 0 0 0,1 0 0 0 0,0 1-1 0 0,-1-1 1 0 0,1 0 0 0 0,0 1 0 0 0,-1-1 0 0 0,1 0 0 0 0,0 1 0 0 0,0-1 0 0 0,-1 0 0 0 0,1 0 0 0 0,1 0 0 0 0,36 4 219 0 0,99-4 290 0 0,-136-1-1208 0 0,0 1 0 0 0,0 0 1 0 0,0 0-1 0 0,0-1 0 0 0,0 1 0 0 0,0-1 1 0 0,0 1-1 0 0,0-1 0 0 0,0 1 0 0 0,0-1 1 0 0,0 0-1 0 0,0 1 0 0 0,0-1 0 0 0,0 0 1 0 0,-1 0-1 0 0,1 0 0 0 0,0 1 0 0 0,0-1 1 0 0,-1 0-1 0 0,1 0 0 0 0,-1 0 0 0 0,1 0 1 0 0,-1 0-1 0 0,1 0 0 0 0,-1 0 0 0 0,0 0 0 0 0,0-1 1 0 0,1 1-1 0 0,-1 0 0 0 0,0 0 0 0 0,0-1 1 0 0,3-7-113 0 0,-1 4-1166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34.7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24 53 808 0 0,'-18'-29'2740'0'0,"13"8"2335"0"0,12 21-403 0 0,16 3-3410 0 0,-9-2-834 0 0,33-3 168 0 0,-37 0-570 0 0,0 1 0 0 0,0 0 1 0 0,0 1-1 0 0,1 0 0 0 0,-1 0 1 0 0,0 1-1 0 0,0 1 0 0 0,0 0 0 0 0,0 0 1 0 0,17 6-1 0 0,-20-2-87 0 0,-7 1-5195 0 0,-14 1-3337 0 0,12-7 7121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35.2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2 1072 0 0,'-3'-1'3805'0'0,"6"8"-323"0"0,15 10 854 0 0,-7-14-3753 0 0,-1-1 1 0 0,1 0 0 0 0,-1-1-1 0 0,1 0 1 0 0,0 0 0 0 0,0-1-1 0 0,-1 0 1 0 0,13-3 0 0 0,-10 2-506 0 0,0 0 0 0 0,0 1 0 0 0,0 0 1 0 0,1 1-1 0 0,12 3 0 0 0,-26-4-197 0 0,0 0 0 0 0,0 0 0 0 0,0-1 0 0 0,0 1 1 0 0,0 0-1 0 0,0 0 0 0 0,0 0 0 0 0,0-1 0 0 0,0 1 0 0 0,0 0 0 0 0,0 0 0 0 0,0 0 0 0 0,0-1 0 0 0,0 1 0 0 0,0 0 0 0 0,0 0 0 0 0,0 0 0 0 0,0-1 0 0 0,0 1 0 0 0,0 0 0 0 0,0 0 0 0 0,0 0 0 0 0,0 0 0 0 0,0-1 1 0 0,0 1-1 0 0,1 0 0 0 0,-1 0 0 0 0,0 0 0 0 0,0 0 0 0 0,0 0 0 0 0,0-1 0 0 0,0 1 0 0 0,1 0 0 0 0,-1 0 0 0 0,0 0 0 0 0,0 0 0 0 0,0 0 0 0 0,0 0 0 0 0,1 0 0 0 0,-1 0 0 0 0,0 0 0 0 0,0-1 0 0 0,0 1 0 0 0,1 0 1 0 0,-1 0-1 0 0,0 0 0 0 0,0 0 0 0 0,0 0 0 0 0,1 0 0 0 0,-1 0 0 0 0,0 0 0 0 0,0 1 0 0 0,1-1 0 0 0,-17-16-7857 0 0,15 15 7947 0 0,-6-5-2928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36.6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240 87 1120 0 0,'-31'-25'5246'0'0,"25"21"-4490"0"0,0 0-1 0 0,0-1 1 0 0,1 1 0 0 0,0-2 0 0 0,0 1 0 0 0,-6-7 0 0 0,10 10-685 0 0,0 1 1 0 0,1-1-1 0 0,-1 1 1 0 0,0 0-1 0 0,0-1 0 0 0,0 1 1 0 0,-1 0-1 0 0,1 0 0 0 0,0 0 1 0 0,0 0-1 0 0,-1 0 0 0 0,1 0 1 0 0,0 0-1 0 0,-1 1 0 0 0,1-1 1 0 0,-1 0-1 0 0,1 1 0 0 0,-1-1 1 0 0,1 1-1 0 0,-1 0 0 0 0,0-1 1 0 0,1 1-1 0 0,-1 0 0 0 0,1 0 1 0 0,-1 0-1 0 0,0 0 0 0 0,1 0 1 0 0,-1 0-1 0 0,-2 1 0 0 0,1 1-47 0 0,0-1 0 0 0,-1 1 1 0 0,1 0-1 0 0,0 0 0 0 0,0 1 0 0 0,0-1 0 0 0,0 0 0 0 0,0 1 0 0 0,1 0 0 0 0,-1 0 0 0 0,1 0 0 0 0,-3 5 0 0 0,0-2-129 0 0,0 2 0 0 0,1-1 0 0 0,0 0 0 0 0,1 1-1 0 0,0 0 1 0 0,0 0 0 0 0,0 0 0 0 0,1 0 0 0 0,0 0-1 0 0,1 0 1 0 0,0 1 0 0 0,0 8 0 0 0,2-15 86 0 0,-1 0 1 0 0,1 0 0 0 0,0-1 0 0 0,0 1-1 0 0,0 0 1 0 0,0 0 0 0 0,0-1 0 0 0,0 1-1 0 0,1-1 1 0 0,-1 1 0 0 0,0-1 0 0 0,1 0-1 0 0,-1 1 1 0 0,1-1 0 0 0,0 0 0 0 0,-1 0-1 0 0,1 0 1 0 0,0 0 0 0 0,0 0-1 0 0,0 0 1 0 0,-1-1 0 0 0,1 1 0 0 0,0-1-1 0 0,0 1 1 0 0,0-1 0 0 0,0 0 0 0 0,0 1-1 0 0,0-1 1 0 0,0 0 0 0 0,0-1 0 0 0,0 1-1 0 0,0 0 1 0 0,0 0 0 0 0,0-1 0 0 0,0 1-1 0 0,3-2 1 0 0,-1 1 74 0 0,0 1 0 0 0,0-1 0 0 0,0 0 1 0 0,0-1-1 0 0,-1 1 0 0 0,1-1 0 0 0,0 1 0 0 0,-1-1 0 0 0,1 0 0 0 0,-1-1 1 0 0,1 1-1 0 0,-1-1 0 0 0,0 1 0 0 0,0-1 0 0 0,0 0 0 0 0,0 0 0 0 0,3-4 0 0 0,-6 4-4 0 0,1 1 0 0 0,-1-1 0 0 0,1 1 0 0 0,-1-1 0 0 0,0 0-1 0 0,0 1 1 0 0,0-1 0 0 0,0 1 0 0 0,-1-1 0 0 0,1 1 0 0 0,-1-1-1 0 0,1 1 1 0 0,-1-1 0 0 0,0 1 0 0 0,0-1 0 0 0,-2-3-1 0 0,-24-33 265 0 0,39 90 300 0 0,-3-24-638 0 0,0 0-1 0 0,-2 1 1 0 0,-1 1 0 0 0,-1-1 0 0 0,-1 1-1 0 0,-1 34 1 0 0,-3-52-145 0 0,0 1 0 0 0,-1 0 1 0 0,0-1-1 0 0,-1 1 0 0 0,0-1 0 0 0,-1 0 0 0 0,0 0 0 0 0,-1 0 0 0 0,0 0 1 0 0,0 0-1 0 0,-1-1 0 0 0,-1 0 0 0 0,0 0 0 0 0,0 0 0 0 0,-1-1 0 0 0,-1 0 1 0 0,1 0-1 0 0,-12 10 0 0 0,18-18 196 0 0,-1 1 1 0 0,1-1-1 0 0,-1 0 1 0 0,0 0-1 0 0,1 0 1 0 0,-1 0 0 0 0,0 0-1 0 0,0 0 1 0 0,0 0-1 0 0,1 0 1 0 0,-1-1-1 0 0,0 1 1 0 0,0-1-1 0 0,0 1 1 0 0,0-1-1 0 0,0 0 1 0 0,0 0-1 0 0,0 0 1 0 0,0 0 0 0 0,0 0-1 0 0,0 0 1 0 0,0 0-1 0 0,0-1 1 0 0,0 1-1 0 0,-3-2 1 0 0,2 0 33 0 0,0 0-1 0 0,0 0 1 0 0,0 0 0 0 0,1 0 0 0 0,-1-1-1 0 0,1 1 1 0 0,-1-1 0 0 0,1 0 0 0 0,0 0 0 0 0,0 0-1 0 0,0 0 1 0 0,1 0 0 0 0,-3-5 0 0 0,0-1 90 0 0,1 0 1 0 0,-1-1 0 0 0,2 1 0 0 0,-1-1 0 0 0,1 0-1 0 0,1 0 1 0 0,0 0 0 0 0,0 0 0 0 0,2-18-1 0 0,0 24-86 0 0,0-1-1 0 0,1 0 0 0 0,-1 1 0 0 0,1-1 0 0 0,0 1 0 0 0,0 0 1 0 0,0-1-1 0 0,1 1 0 0 0,0 0 0 0 0,-1 0 0 0 0,1 1 0 0 0,1-1 1 0 0,-1 1-1 0 0,0-1 0 0 0,1 1 0 0 0,0 0 0 0 0,0 1 1 0 0,0-1-1 0 0,0 0 0 0 0,0 1 0 0 0,0 0 0 0 0,1 0 0 0 0,-1 0 1 0 0,1 1-1 0 0,7-2 0 0 0,-1 1 41 0 0,0 0 0 0 0,1 1 0 0 0,-1 0 0 0 0,1 1 0 0 0,-1 0-1 0 0,0 1 1 0 0,1 0 0 0 0,-1 1 0 0 0,0 0 0 0 0,11 4 0 0 0,-5 3-139 0 0,-7 2-3567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37.1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186 72 1824 0 0,'-2'-4'720'0'0,"0"1"-1"0"0,1-1 1 0 0,-1 0-1 0 0,0 1 1 0 0,-1 0-1 0 0,1 0 1 0 0,-1-1-1 0 0,1 1 1 0 0,-1 0 0 0 0,-4-2-1 0 0,3 1-146 0 0,-1 0 1 0 0,0 1-1 0 0,0 0 0 0 0,0 0 1 0 0,0 0-1 0 0,-1 1 0 0 0,-5-2 0 0 0,8 3-472 0 0,0-1-1 0 0,0 1 0 0 0,0 1 0 0 0,-1-1 1 0 0,1 0-1 0 0,0 1 0 0 0,0 0 1 0 0,0-1-1 0 0,-1 1 0 0 0,1 1 0 0 0,0-1 1 0 0,0 0-1 0 0,-1 1 0 0 0,1 0 0 0 0,0-1 1 0 0,0 1-1 0 0,0 0 0 0 0,0 1 0 0 0,0-1 1 0 0,0 1-1 0 0,1-1 0 0 0,-1 1 0 0 0,0 0 1 0 0,1 0-1 0 0,-1 0 0 0 0,1 0 0 0 0,-1 0 1 0 0,1 1-1 0 0,-2 2 0 0 0,1 1-135 0 0,0 1 1 0 0,0-1-1 0 0,0 1 1 0 0,1-1-1 0 0,1 1 0 0 0,-1 0 1 0 0,1 0-1 0 0,0 0 1 0 0,0 0-1 0 0,1 0 0 0 0,0 0 1 0 0,0 0-1 0 0,1 0 1 0 0,0 0-1 0 0,0-1 0 0 0,0 1 1 0 0,1 0-1 0 0,0 0 1 0 0,5 10-1 0 0,-3-7-12 0 0,1 0 0 0 0,0 0 1 0 0,1 0-1 0 0,0-1 0 0 0,0 0 0 0 0,1 0 0 0 0,0-1 1 0 0,0 0-1 0 0,1 0 0 0 0,0-1 0 0 0,0 0 1 0 0,10 6-1 0 0,-15-11-56 0 0,0 0 0 0 0,0-1 1 0 0,-1 0-1 0 0,1 0 1 0 0,0 0-1 0 0,1 0 0 0 0,-1 0 1 0 0,0 0-1 0 0,0-1 0 0 0,0 0 1 0 0,0 1-1 0 0,0-1 0 0 0,1 0 1 0 0,4-1-1 0 0,-5 0-311 0 0,1 0 1 0 0,0 0-1 0 0,-1 0 1 0 0,1-1-1 0 0,-1 1 0 0 0,0-1 1 0 0,1 0-1 0 0,-1 0 1 0 0,0 0-1 0 0,0 0 0 0 0,0 0 1 0 0,0-1-1 0 0,-1 1 0 0 0,1-1 1 0 0,-1 0-1 0 0,1 0 1 0 0,-1 0-1 0 0,0 0 0 0 0,0 0 1 0 0,-1 0-1 0 0,1-1 0 0 0,0 1 1 0 0,-1-1-1 0 0,0 1 1 0 0,0-1-1 0 0,0 0 0 0 0,0 1 1 0 0,-1-1-1 0 0,1-4 0 0 0,0-5-1262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37.7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146 103 1792 0 0,'1'-18'5354'0'0,"-1"17"-4805"0"0,1 0 1 0 0,-1-1-1 0 0,0 1 1 0 0,1 0 0 0 0,-1-1-1 0 0,0 1 1 0 0,0 0 0 0 0,0-1-1 0 0,0 1 1 0 0,0 0-1 0 0,0-1 1 0 0,-1 1 0 0 0,1 0-1 0 0,-1-3 1 0 0,0 0-309 0 0,-1-1 0 0 0,0 0 0 0 0,0 1 0 0 0,-1-1 0 0 0,1 1 0 0 0,-1-1 0 0 0,0 1 0 0 0,0 0 0 0 0,-1 0-1 0 0,1 1 1 0 0,-8-7 0 0 0,9 9-209 0 0,0 0-1 0 0,0 1 1 0 0,0-1-1 0 0,-1 0 0 0 0,1 1 1 0 0,0-1-1 0 0,-1 1 1 0 0,1 0-1 0 0,0 0 0 0 0,-1 0 1 0 0,1 0-1 0 0,0 0 1 0 0,0 1-1 0 0,-1-1 0 0 0,1 0 1 0 0,0 1-1 0 0,0 0 1 0 0,-1 0-1 0 0,1 0 0 0 0,0 0 1 0 0,0 0-1 0 0,0 0 1 0 0,0 0-1 0 0,0 0 0 0 0,0 1 1 0 0,1-1-1 0 0,-1 1 1 0 0,-1 1-1 0 0,-1 1-52 0 0,0-1-1 0 0,0 1 0 0 0,1-1 1 0 0,0 1-1 0 0,0 0 1 0 0,0 1-1 0 0,0-1 1 0 0,0 0-1 0 0,1 1 0 0 0,0-1 1 0 0,0 1-1 0 0,0 0 1 0 0,1 0-1 0 0,-1-1 0 0 0,1 1 1 0 0,0 0-1 0 0,1 0 1 0 0,-1 1-1 0 0,1-1 1 0 0,0 0-1 0 0,0 0 0 0 0,1 0 1 0 0,-1 0-1 0 0,1 0 1 0 0,0 0-1 0 0,0 0 1 0 0,1 0-1 0 0,2 4 0 0 0,0 1-17 0 0,0 0-1 0 0,1 0 0 0 0,0-1 0 0 0,1 0 0 0 0,0 0 0 0 0,0 0 0 0 0,1-1 0 0 0,0 0 0 0 0,1 0 1 0 0,-1 0-1 0 0,2-1 0 0 0,10 8 0 0 0,-10-10 118 0 0,0 0 0 0 0,0 0 1 0 0,1-1-1 0 0,0 0 0 0 0,-1 0 1 0 0,1-1-1 0 0,0-1 0 0 0,15 3 1 0 0,-20-5-72 0 0,0 1 1 0 0,0-1 0 0 0,0 0 0 0 0,0 0 0 0 0,1-1 0 0 0,-1 1 0 0 0,0-1 0 0 0,0 0 0 0 0,0 0 0 0 0,0-1-1 0 0,-1 0 1 0 0,1 0 0 0 0,0 0 0 0 0,-1 0 0 0 0,1-1 0 0 0,-1 1 0 0 0,0-1 0 0 0,8-7 0 0 0,-8 3-6370 0 0,-4 6 6044 0 0,0 1 0 0 0,0-1-1 0 0,0 1 1 0 0,0 0 0 0 0,0-1 0 0 0,-1 1 0 0 0,1-1 0 0 0,0 1 0 0 0,0-1 0 0 0,0 1 0 0 0,0 0 0 0 0,-1-1-1 0 0,-1-1-1907 0 0,-1-3 661 0 0,1 1-1953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40.98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26 1248 0 0,'7'-3'1284'0'0,"0"1"-1"0"0,1-1 1 0 0,-1 1 0 0 0,0 1-1 0 0,1-1 1 0 0,-1 1 0 0 0,13 0-1 0 0,49-4 1924 0 0,-54 2-2972 0 0,-1 2 0 0 0,0 0 0 0 0,1 0-1 0 0,-1 2 1 0 0,0-1 0 0 0,1 2-1 0 0,16 3 1 0 0,-6 13 579 0 0,-18-5-2712 0 0,-9-2-6218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41.6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110 37 1456 0 0,'-2'-1'362'0'0,"1"1"0"0"0,-1 0-1 0 0,1 0 1 0 0,0 0 0 0 0,-1 1-1 0 0,1-1 1 0 0,0 0-1 0 0,-1 0 1 0 0,1 1 0 0 0,-1-1-1 0 0,1 1 1 0 0,0-1 0 0 0,0 1-1 0 0,-1 0 1 0 0,1-1 0 0 0,0 1-1 0 0,0 0 1 0 0,0 0 0 0 0,-2 1-1 0 0,-23 18 3989 0 0,20-12-4234 0 0,-1 1 1 0 0,1 0-1 0 0,1 1 1 0 0,0-1 0 0 0,0 1-1 0 0,1 0 1 0 0,0 0-1 0 0,1 0 1 0 0,0 0-1 0 0,1 1 1 0 0,0 0-1 0 0,0-1 1 0 0,1 1-1 0 0,1 0 1 0 0,0 0-1 0 0,0-1 1 0 0,4 22 0 0 0,-1-26-147 0 0,0 1 1 0 0,0-1 0 0 0,1 0 0 0 0,0 1 0 0 0,0-2 0 0 0,1 1 0 0 0,-1-1 0 0 0,1 1-1 0 0,0-1 1 0 0,1 0 0 0 0,-1-1 0 0 0,1 0 0 0 0,10 7 0 0 0,-4-4 5 0 0,0 0 0 0 0,0 0 0 0 0,1-1 0 0 0,0-1 0 0 0,0 0 1 0 0,15 3-1 0 0,-25-8 26 0 0,0 1 0 0 0,0-1 1 0 0,0 0-1 0 0,0 0 0 0 0,0 0 1 0 0,0 0-1 0 0,0-1 0 0 0,0 1 1 0 0,-1-1-1 0 0,1 0 0 0 0,0 1 0 0 0,0-1 1 0 0,0-1-1 0 0,-1 1 0 0 0,1 0 1 0 0,0-1-1 0 0,2-1 0 0 0,0-1 62 0 0,0 0 0 0 0,-1-1 1 0 0,1 1-1 0 0,-1-1 0 0 0,0 0 0 0 0,0 0 0 0 0,5-10 0 0 0,-2 2 257 0 0,-1 0 0 0 0,0 0 0 0 0,-1-1 0 0 0,-1 0 0 0 0,0 0-1 0 0,3-20 1 0 0,-6 21-120 0 0,0-1 0 0 0,0 0-1 0 0,-1 0 1 0 0,-1 0 0 0 0,0 0 0 0 0,-1 0-1 0 0,-1 0 1 0 0,0 0 0 0 0,-5-14-1 0 0,6 24-200 0 0,1 0 0 0 0,-1 0 1 0 0,0 0-1 0 0,0 1 0 0 0,-1-1 0 0 0,1 0 0 0 0,-1 1 0 0 0,1-1 0 0 0,-1 1 0 0 0,0 0 0 0 0,-1 0 0 0 0,1 0 0 0 0,0 0 0 0 0,-1 1 1 0 0,0-1-1 0 0,1 1 0 0 0,-1 0 0 0 0,0 0 0 0 0,0 0 0 0 0,0 1 0 0 0,-1 0 0 0 0,1-1 0 0 0,0 1 0 0 0,0 1 0 0 0,-1-1 1 0 0,1 0-1 0 0,-1 1 0 0 0,1 0 0 0 0,0 0 0 0 0,-1 1 0 0 0,1-1 0 0 0,-7 2 0 0 0,-21 8-1400 0 0,-19 4-3542 0 0,24-17-4998 0 0,23 0 7530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5:23.2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0 370 1048 0 0,'0'0'810'0'0,"9"-17"5428"0"0,7-16-2769 0 0,6 3-2558 0 0,-13 16-677 0 0,1-1 0 0 0,0 2 0 0 0,1-1 0 0 0,1 2-1 0 0,0-1 1 0 0,1 2 0 0 0,0 0 0 0 0,1 0 0 0 0,0 1 0 0 0,21-11 0 0 0,10 0 493 0 0,2 2 1 0 0,0 3 0 0 0,77-18 0 0 0,-32 20 360 0 0,110-3 1 0 0,-139 13-974 0 0,120-10 756 0 0,-102 12-807 0 0,-55-1 41 0 0,0 2 1 0 0,0 1-1 0 0,0 1 1 0 0,0 2 0 0 0,0 0-1 0 0,31 9 1 0 0,-22-3 7 0 0,62 7-1 0 0,-68-12-27 0 0,-2 0 1 0 0,1 2-1 0 0,0 1 0 0 0,31 12 0 0 0,-32-8-47 0 0,0 1 1 0 0,-1 1-1 0 0,0 1 0 0 0,-1 1 1 0 0,0 1-1 0 0,-1 2 1 0 0,-1 0-1 0 0,-1 2 1 0 0,36 40-1 0 0,-46-44 24 0 0,-8-10-57 0 0,-1 0 0 0 0,1-1 0 0 0,1 0-1 0 0,-1 0 1 0 0,1 0 0 0 0,-1 0 0 0 0,2-1 0 0 0,-1 0 0 0 0,9 6 0 0 0,-249-72 551 0 0,234 61-556 0 0,-1 0 1 0 0,0 1 0 0 0,0-1-1 0 0,1 1 1 0 0,-1-1-1 0 0,0 1 1 0 0,0 0 0 0 0,0 0-1 0 0,1 0 1 0 0,-1 0 0 0 0,0 0-1 0 0,0 0 1 0 0,0 0-1 0 0,1 1 1 0 0,-1-1 0 0 0,0 1-1 0 0,0-1 1 0 0,1 1 0 0 0,-1-1-1 0 0,0 1 1 0 0,1 0-1 0 0,-1 0 1 0 0,1 0 0 0 0,-1 0-1 0 0,-2 2 1 0 0,4-2-5 0 0,0 1-1 0 0,-1-1 1 0 0,1 0-1 0 0,0 0 1 0 0,0 1 0 0 0,0-1-1 0 0,0 0 1 0 0,0 1 0 0 0,0-1-1 0 0,0 0 1 0 0,0 1-1 0 0,1-1 1 0 0,-1 0 0 0 0,1 0-1 0 0,-1 0 1 0 0,0 1 0 0 0,1-1-1 0 0,0 0 1 0 0,-1 0-1 0 0,1 0 1 0 0,0 0 0 0 0,0 0-1 0 0,-1 0 1 0 0,1 0 0 0 0,0 0-1 0 0,0 0 1 0 0,0 0-1 0 0,0 0 1 0 0,0-1 0 0 0,0 1-1 0 0,0 0 1 0 0,1-1 0 0 0,-1 1-1 0 0,0-1 1 0 0,2 1-1 0 0,13 8-40 0 0,1-1 0 0 0,27 10 0 0 0,-27-13 50 0 0,0 2 0 0 0,-1 0 0 0 0,16 11 1 0 0,-13-5-12 0 0,-15-9 15 0 0,1 0 0 0 0,-1 0 0 0 0,1-1 0 0 0,0 0 0 0 0,0 0 0 0 0,1 0 0 0 0,-1-1-1 0 0,8 3 1 0 0,-13-8 23 0 0,1 1 0 0 0,0-1 0 0 0,-1 1 0 0 0,1-1 0 0 0,1 1 0 0 0,-1 0 0 0 0,0-1-1 0 0,0 1 1 0 0,1 0 0 0 0,2-3 0 0 0,17-28 93 0 0,-1 0 0 0 0,-2-2 0 0 0,-1 0 1 0 0,-2 0-1 0 0,15-54 0 0 0,-27 80-16 0 0,0-1 0 0 0,0 1 0 0 0,-1 0 0 0 0,1-17 0 0 0,-3 26-31 0 0,-1-1-1083 0 0,1 1 880 0 0,0 0-1 0 0,0 0 1 0 0,0-1-1 0 0,0 1 1 0 0,0 0-1 0 0,0 0 1 0 0,0 0-1 0 0,0-1 0 0 0,0 1 1 0 0,0 0-1 0 0,0 0 1 0 0,0 0-1 0 0,0 0 1 0 0,0-1-1 0 0,0 1 1 0 0,0 0-1 0 0,0 0 0 0 0,0 0 1 0 0,0-1-1 0 0,0 1 1 0 0,0 0-1 0 0,0 0 1 0 0,0 0-1 0 0,0 0 1 0 0,0-1-1 0 0,0 1 1 0 0,1 0-1 0 0,0-1-878 0 0,-1 1 878 0 0,0 0 1 0 0,0 0-1 0 0,0 0 0 0 0,1 0 1 0 0,-1 0-1 0 0,0 0 1 0 0,0 0-1 0 0,0 0 1 0 0,1 0-1 0 0,-1 0 1 0 0,0 0-1 0 0,0 0 1 0 0,0 0-1 0 0,1 0 0 0 0,-16-13-9855 0 0,3 6 4423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45.20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 0 1376 0 0,'-1'1'196'0'0,"0"-1"-1"0"0,-1 1 1 0 0,1 0-1 0 0,0-1 1 0 0,0 1-1 0 0,0 0 0 0 0,-1 0 1 0 0,1 0-1 0 0,0 0 1 0 0,0 0-1 0 0,0 0 1 0 0,0 0-1 0 0,1 0 1 0 0,-1 0-1 0 0,0 0 1 0 0,0 0-1 0 0,1 0 0 0 0,-1 1 1 0 0,0-1-1 0 0,1 0 1 0 0,0 1-1 0 0,-1-1 1 0 0,1 0-1 0 0,0 1 1 0 0,-1-1-1 0 0,1 1 1 0 0,0-1-1 0 0,0 0 0 0 0,0 1 1 0 0,0-1-1 0 0,1 0 1 0 0,-1 3-1 0 0,4 57 1846 0 0,-3-51-1875 0 0,8 276 2137 0 0,-9-280-2291 0 0,3 53 1252 0 0,-1-73-1105 0 0,0 0-1 0 0,1 0 0 0 0,1 1 0 0 0,0-1 1 0 0,1 1-1 0 0,0 0 0 0 0,1 0 1 0 0,1 1-1 0 0,0 0 0 0 0,0 0 0 0 0,1 1 1 0 0,18-20-1 0 0,-23 28-107 0 0,-1 0-1 0 0,1 0 1 0 0,0 1 0 0 0,0 0 0 0 0,0-1-1 0 0,0 1 1 0 0,0 0 0 0 0,0 1-1 0 0,1-1 1 0 0,-1 0 0 0 0,0 1 0 0 0,1 0-1 0 0,-1 0 1 0 0,1 0 0 0 0,0 0-1 0 0,-1 1 1 0 0,1-1 0 0 0,6 1 0 0 0,-8 0-8 0 0,1 1 0 0 0,-1 0 1 0 0,0 0-1 0 0,1 0 0 0 0,-1 0 1 0 0,0 1-1 0 0,0-1 0 0 0,0 0 1 0 0,0 1-1 0 0,0 0 1 0 0,0-1-1 0 0,0 1 0 0 0,-1 0 1 0 0,1 0-1 0 0,0 0 0 0 0,-1 0 1 0 0,0 0-1 0 0,1 0 1 0 0,-1 1-1 0 0,0-1 0 0 0,0 0 1 0 0,0 1-1 0 0,-1-1 0 0 0,1 0 1 0 0,0 1-1 0 0,-1-1 0 0 0,1 5 1 0 0,1 11 8 0 0,-1 1 0 0 0,0-1 0 0 0,-1 1 0 0 0,-1-1 0 0 0,-6 35 0 0 0,-2 40-4005 0 0,24-103-4489 0 0,1-19 5702 0 0,-6-15 1019 0 0,-6 33 689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45.6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2 200 712 0 0,'-1'1'102'0'0,"1"1"0"0"0,0-1 0 0 0,-1 0 0 0 0,1 1 1 0 0,0-1-1 0 0,0 1 0 0 0,0-1 0 0 0,0 1 0 0 0,0-1 0 0 0,1 1 0 0 0,-1-1 0 0 0,0 1 0 0 0,1-1 0 0 0,-1 1 0 0 0,1-1 0 0 0,-1 0 0 0 0,1 1 0 0 0,-1-1 1 0 0,1 0-1 0 0,0 0 0 0 0,0 1 0 0 0,0-1 0 0 0,0 0 0 0 0,0 0 0 0 0,0 0 0 0 0,0 0 0 0 0,0 0 0 0 0,0 0 0 0 0,0 0 0 0 0,1 0 0 0 0,-1-1 0 0 0,2 2 1 0 0,-1-1 77 0 0,0 0 1 0 0,1 0 0 0 0,-1 0 0 0 0,0 0 0 0 0,1-1 0 0 0,-1 1 0 0 0,1-1 0 0 0,-1 1 0 0 0,1-1 0 0 0,-1 0-1 0 0,1 0 1 0 0,-1 0 0 0 0,1 0 0 0 0,-1-1 0 0 0,1 1 0 0 0,-1 0 0 0 0,0-1 0 0 0,4-1 0 0 0,3-2 185 0 0,-1-1 0 0 0,0 0 0 0 0,0-1 0 0 0,-1 0 0 0 0,0 0 0 0 0,0 0 0 0 0,0-1 0 0 0,-1 0 1 0 0,0 0-1 0 0,0 0 0 0 0,-1-1 0 0 0,0 0 0 0 0,8-16 0 0 0,-11 20-277 0 0,-1 0 0 0 0,0 0-1 0 0,1 0 1 0 0,-1-1 0 0 0,-1 1 0 0 0,1 0-1 0 0,-1 0 1 0 0,0-1 0 0 0,1 1 0 0 0,-2 0 0 0 0,1-1-1 0 0,-1 1 1 0 0,1 0 0 0 0,-1 0 0 0 0,0 0-1 0 0,0 0 1 0 0,-1 0 0 0 0,0 0 0 0 0,1 0 0 0 0,-1 0-1 0 0,0 0 1 0 0,-1 0 0 0 0,1 1 0 0 0,-1-1-1 0 0,1 1 1 0 0,-1 0 0 0 0,0 0 0 0 0,-1 0 0 0 0,1 0-1 0 0,0 1 1 0 0,-1-1 0 0 0,-3-2 0 0 0,5 4-76 0 0,0 0 0 0 0,0-1-1 0 0,0 1 1 0 0,0 0 0 0 0,0 0 0 0 0,-1 0 0 0 0,1 1 0 0 0,0-1 0 0 0,0 0 0 0 0,0 1 0 0 0,-1-1 0 0 0,1 1 0 0 0,0 0 0 0 0,-1 0 0 0 0,1 0 0 0 0,0 0 0 0 0,-1 0 0 0 0,1 1 0 0 0,0-1 0 0 0,0 0 0 0 0,-1 1-1 0 0,1 0 1 0 0,0 0 0 0 0,0 0 0 0 0,0 0 0 0 0,0 0 0 0 0,0 0 0 0 0,0 0 0 0 0,0 0 0 0 0,0 1 0 0 0,0-1 0 0 0,1 1 0 0 0,-1 0 0 0 0,0-1 0 0 0,1 1 0 0 0,-1 0 0 0 0,1 0 0 0 0,0 0 0 0 0,0 0-1 0 0,0 0 1 0 0,-1 3 0 0 0,-4 5-145 0 0,1 1 0 0 0,1 0 0 0 0,0 0 0 0 0,0 1 0 0 0,1-1-1 0 0,-2 20 1 0 0,4-22 103 0 0,1 0-1 0 0,0-1 0 0 0,0 1 1 0 0,1 0-1 0 0,0 0 0 0 0,1-1 1 0 0,-1 1-1 0 0,2-1 0 0 0,-1 1 1 0 0,1-1-1 0 0,1 0 0 0 0,0 0 1 0 0,0 0-1 0 0,0 0 1 0 0,9 11-1 0 0,-10-16 82 0 0,0 1 1 0 0,0-1 0 0 0,0 0-1 0 0,0-1 1 0 0,0 1 0 0 0,1 0-1 0 0,-1-1 1 0 0,1 0-1 0 0,0 0 1 0 0,0 0 0 0 0,0 0-1 0 0,0-1 1 0 0,0 1-1 0 0,0-1 1 0 0,0 0 0 0 0,0 0-1 0 0,0-1 1 0 0,0 1-1 0 0,1-1 1 0 0,-1 0 0 0 0,0 0-1 0 0,0 0 1 0 0,1-1-1 0 0,-1 0 1 0 0,0 1 0 0 0,0-1-1 0 0,0-1 1 0 0,0 1 0 0 0,0-1-1 0 0,0 1 1 0 0,0-1-1 0 0,-1 0 1 0 0,1-1 0 0 0,5-3-1 0 0,-2 1-125 0 0,1 0 1 0 0,-1-1-1 0 0,1-1 0 0 0,-2 1 1 0 0,1-1-1 0 0,7-10 0 0 0,0-5-3583 0 0,-4-2-4028 0 0,-9 23 7556 0 0,-1 0-1 0 0,0 0 1 0 0,0 0-1 0 0,0 0 1 0 0,0 0-1 0 0,0-1 1 0 0,0 1-1 0 0,0 0 1 0 0,0 0-1 0 0,0 0 1 0 0,0 0-1 0 0,-1 0 1 0 0,1-1-1 0 0,0 1 1 0 0,-2-2-1 0 0,0-3-437 0 0,3-5-1121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46.01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1 2080 0 0,'-1'0'311'0'0,"0"1"0"0"0,-1 0 0 0 0,1 0 0 0 0,0 0-1 0 0,-1 0 1 0 0,1 0 0 0 0,0 0 0 0 0,0 0 0 0 0,0 1-1 0 0,0-1 1 0 0,0 0 0 0 0,0 1 0 0 0,0-1-1 0 0,1 0 1 0 0,-1 1 0 0 0,0-1 0 0 0,1 1 0 0 0,-1-1-1 0 0,1 1 1 0 0,0 0 0 0 0,-1-1 0 0 0,1 1-1 0 0,0-1 1 0 0,0 1 0 0 0,0-1 0 0 0,0 1 0 0 0,0 0-1 0 0,0-1 1 0 0,1 1 0 0 0,0 2 0 0 0,16 62 1631 0 0,-10-40-1135 0 0,5 35 2 0 0,-3 1 0 0 0,1 91-1 0 0,-1-5-908 0 0,-9-144-223 0 0,1 0-1 0 0,0 0 1 0 0,-1 0-1 0 0,1 0 1 0 0,1 0-1 0 0,-1 0 0 0 0,4 6 1 0 0,-5-10 251 0 0,0 1 1 0 0,0-1-1 0 0,0 0 1 0 0,0 0-1 0 0,0 0 1 0 0,1 1-1 0 0,-1-1 1 0 0,0 0-1 0 0,0 0 1 0 0,0 0-1 0 0,0 0 1 0 0,0 0-1 0 0,1 1 1 0 0,-1-1-1 0 0,0 0 0 0 0,0 0 1 0 0,0 0-1 0 0,1 0 1 0 0,-1 0-1 0 0,0 0 1 0 0,0 0-1 0 0,0 0 1 0 0,1 0-1 0 0,-1 0 1 0 0,0 0-1 0 0,0 0 1 0 0,0 0-1 0 0,1 0 1 0 0,-1 0-1 0 0,0 0 1 0 0,0 0-1 0 0,0 0 1 0 0,1 0-1 0 0,-1 0 1 0 0,0 0-1 0 0,0 0 0 0 0,0 0 1 0 0,1 0-1 0 0,-1 0 1 0 0,0 0-1 0 0,0 0 1 0 0,0-1-1 0 0,1 1 1 0 0,-1 0-1 0 0,0 0 1 0 0,8-22-3095 0 0,-5 3 1366 0 0,-1 1 0 0 0,0-30 1 0 0,-2 23 1088 0 0,3 0-589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46.3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0 1688 0 0,'-9'1'4379'0'0,"11"10"1246"0"0,1 0-4693 0 0,30 163 6044 0 0,31 119-6793 0 0,-56-271 314 0 0,0-10-4292 0 0,-1-40-7209 0 0,-4-7 7517 0 0,5 33 1933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46.90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61 68 1688 0 0,'-6'-16'9869'0'0,"4"13"-9426"0"0,1 0 0 0 0,-1 1 0 0 0,1-1 0 0 0,-1 0 0 0 0,0 1 0 0 0,0 0 0 0 0,0-1 0 0 0,0 1 0 0 0,0 0 0 0 0,-3-2 0 0 0,4 4-395 0 0,0 0-1 0 0,0 0 1 0 0,0 0-1 0 0,0 1 1 0 0,0-1-1 0 0,1 0 1 0 0,-1 1 0 0 0,0-1-1 0 0,0 1 1 0 0,0-1-1 0 0,1 0 1 0 0,-1 1-1 0 0,0 0 1 0 0,1-1-1 0 0,-1 1 1 0 0,0-1-1 0 0,1 1 1 0 0,-1 0 0 0 0,1 0-1 0 0,-1-1 1 0 0,1 1-1 0 0,-1 0 1 0 0,1 0-1 0 0,-1 0 1 0 0,1-1-1 0 0,0 1 1 0 0,0 0-1 0 0,-1 1 1 0 0,-9 26-15 0 0,9-18-81 0 0,0-1 0 0 0,0 1-1 0 0,1 0 1 0 0,1-1 0 0 0,-1 1-1 0 0,2-1 1 0 0,-1 1-1 0 0,1-1 1 0 0,1 0 0 0 0,0 0-1 0 0,0 0 1 0 0,0 0-1 0 0,1 0 1 0 0,1-1 0 0 0,8 14-1 0 0,-11-19 37 0 0,1 0 0 0 0,0 1 0 0 0,-1-1 0 0 0,1 0 0 0 0,0 0 0 0 0,1-1 0 0 0,-1 1 0 0 0,0-1 0 0 0,1 1 0 0 0,-1-1 0 0 0,1 0 0 0 0,0-1 0 0 0,0 1 0 0 0,0 0 0 0 0,0-1 0 0 0,0 0 0 0 0,0 0 0 0 0,0 0 0 0 0,0-1 0 0 0,0 1 0 0 0,0-1 0 0 0,0 0 0 0 0,1 0 0 0 0,-1-1 0 0 0,0 1 0 0 0,0-1 0 0 0,0 0 0 0 0,0 0 0 0 0,0 0 0 0 0,0 0 0 0 0,0-1 0 0 0,0 0 0 0 0,-1 0 0 0 0,1 0 0 0 0,0 0 0 0 0,-1 0 0 0 0,5-4 0 0 0,-2 0 186 0 0,0 0 0 0 0,0 0 1 0 0,0 0-1 0 0,-1 0 0 0 0,1-1 1 0 0,-2 0-1 0 0,1 0 0 0 0,-1-1 1 0 0,0 1-1 0 0,0-1 0 0 0,-1 0 0 0 0,0 0 1 0 0,-1 0-1 0 0,0 0 0 0 0,2-10 1 0 0,-3 14-85 0 0,0 0 0 0 0,0-1 1 0 0,-1 1-1 0 0,0-1 0 0 0,1 1 0 0 0,-1 0 1 0 0,-1-1-1 0 0,1 1 0 0 0,-1-1 0 0 0,1 1 1 0 0,-1-1-1 0 0,-1 1 0 0 0,1 0 1 0 0,-1 0-1 0 0,1 0 0 0 0,-1 0 0 0 0,0 0 1 0 0,-1 0-1 0 0,1 0 0 0 0,-1 0 0 0 0,1 1 1 0 0,-1 0-1 0 0,0-1 0 0 0,-1 1 0 0 0,1 0 1 0 0,0 0-1 0 0,-1 1 0 0 0,0-1 0 0 0,-7-3 1 0 0,7 5-103 0 0,-1-1 0 0 0,1 2 0 0 0,-1-1 0 0 0,1 1 0 0 0,-1-1 0 0 0,0 1 1 0 0,1 0-1 0 0,-1 1 0 0 0,1-1 0 0 0,-1 1 0 0 0,1 0 0 0 0,-1 0 0 0 0,1 0 1 0 0,-1 1-1 0 0,1 0 0 0 0,0 0 0 0 0,0 0 0 0 0,0 0 0 0 0,0 0 0 0 0,-5 5 0 0 0,3-3-679 0 0,-1-1 0 0 0,0 1 0 0 0,0-1-1 0 0,0 0 1 0 0,-13 3 0 0 0,19-6 419 0 0,1-1 1 0 0,-1 1-1 0 0,0 0 1 0 0,1 0-1 0 0,-1-1 1 0 0,1 1-1 0 0,-1 0 1 0 0,0-1-1 0 0,1 1 1 0 0,-1 0-1 0 0,1-1 1 0 0,-1 1-1 0 0,1-1 1 0 0,-1 1-1 0 0,1-1 1 0 0,0 1-1 0 0,-1-1 1 0 0,1 1-1 0 0,0-1 1 0 0,-1 0-1 0 0,1 1 1 0 0,0-1-1 0 0,-1 1 1 0 0,1-1-1 0 0,0 0 1 0 0,0 1-1 0 0,0-1 1 0 0,0 0-1 0 0,0 1 1 0 0,0-1-1 0 0,0 0 1 0 0,0 0-1 0 0,0-22-4512 0 0,10 17 1864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49.69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1 1864 0 0,'-1'6'664'0'0,"0"-1"0"0"0,1 1 0 0 0,0 0 0 0 0,0 0 0 0 0,0 0 0 0 0,0-1 0 0 0,1 1 0 0 0,0 0 0 0 0,0 0 0 0 0,1-1 0 0 0,2 8 0 0 0,3 13 1269 0 0,1 43-585 0 0,-1 79 1 0 0,-5-82-1443 0 0,14 97 0 0 0,-11-145-359 0 0,-4-36-470 0 0,1-15 1005 0 0,1 13 140 0 0,1-7 274 0 0,15-51 0 0 0,-17 73-404 0 0,-1-1 0 0 0,1 1 0 0 0,1 0 0 0 0,-1 0 0 0 0,1-1 1 0 0,0 2-1 0 0,0-1 0 0 0,0 0 0 0 0,1 1 0 0 0,-1-1 0 0 0,1 1 0 0 0,0 0 0 0 0,1 0 0 0 0,-1 1 0 0 0,8-6 0 0 0,-10 8-46 0 0,0 0 0 0 0,0 0 0 0 0,1 0 0 0 0,-1 1 0 0 0,0-1 0 0 0,0 0 1 0 0,1 1-1 0 0,-1 0 0 0 0,0-1 0 0 0,1 1 0 0 0,-1 0 0 0 0,0 0 0 0 0,0 0 0 0 0,1 1 0 0 0,-1-1 0 0 0,0 1 0 0 0,1-1 0 0 0,-1 1 0 0 0,0-1 0 0 0,3 3 0 0 0,-2-1 29 0 0,1 0 1 0 0,-1 0-1 0 0,0 1 0 0 0,1 0 1 0 0,-1-1-1 0 0,0 1 0 0 0,-1 1 1 0 0,1-1-1 0 0,0 0 0 0 0,2 6 1 0 0,1 2 33 0 0,0 0 0 0 0,-1 0 0 0 0,-1 0 0 0 0,0 1-1 0 0,-1 0 1 0 0,4 20 0 0 0,-1 60-542 0 0,-5-30-3323 0 0,-1-52 2447 0 0,2-19-3665 0 0,2-16 3497 0 0,-2 2 358 0 0,0 0 585 0 0,0 0 0 0 0,2 1 0 0 0,0-1 1 0 0,2 1-1 0 0,12-32 0 0 0,20 115 2111 0 0,-35-58-1345 0 0,0 0 0 0 0,1 0-1 0 0,-1-1 1 0 0,1 0-1 0 0,-1 0 1 0 0,1 0 0 0 0,0 0-1 0 0,0 0 1 0 0,0-1-1 0 0,0 1 1 0 0,0-1 0 0 0,0 0-1 0 0,0-1 1 0 0,0 1-1 0 0,0-1 1 0 0,1 1 0 0 0,-1-1-1 0 0,0-1 1 0 0,0 1-1 0 0,0 0 1 0 0,0-1 0 0 0,1 0-1 0 0,-1 0 1 0 0,0 0-1 0 0,0-1 1 0 0,0 1 0 0 0,-1-1-1 0 0,1 0 1 0 0,0 0-1 0 0,-1 0 1 0 0,5-4 0 0 0,-6 4-89 0 0,1 0 1 0 0,0 0 0 0 0,0 0 0 0 0,-1-1-1 0 0,0 1 1 0 0,1-1 0 0 0,-1 0 0 0 0,0 1-1 0 0,0-1 1 0 0,0 0 0 0 0,-1 0 0 0 0,1-1-1 0 0,-1 1 1 0 0,0 0 0 0 0,0 0-1 0 0,0-1 1 0 0,0 1 0 0 0,0-1 0 0 0,-1 1-1 0 0,1 0 1 0 0,-1-1 0 0 0,0 1 0 0 0,0-1-1 0 0,0 1 1 0 0,-1-1 0 0 0,1 1 0 0 0,-1-1-1 0 0,0 1 1 0 0,0-1 0 0 0,0 1 0 0 0,0 0-1 0 0,-1 0 1 0 0,1 0 0 0 0,-1 0 0 0 0,0 0-1 0 0,0 0 1 0 0,-3-3 0 0 0,4 4-124 0 0,0 0 0 0 0,0 1 0 0 0,-1-1 0 0 0,1 0 0 0 0,0 1 1 0 0,-1-1-1 0 0,0 1 0 0 0,1 0 0 0 0,-1 0 0 0 0,0-1 0 0 0,0 1 0 0 0,1 0 0 0 0,-1 1 0 0 0,0-1 1 0 0,0 0-1 0 0,0 0 0 0 0,0 1 0 0 0,0-1 0 0 0,0 1 0 0 0,0 0 0 0 0,0-1 0 0 0,-1 1 0 0 0,1 0 0 0 0,0 0 1 0 0,0 1-1 0 0,0-1 0 0 0,0 0 0 0 0,0 1 0 0 0,0-1 0 0 0,0 1 0 0 0,0-1 0 0 0,0 1 0 0 0,0 0 1 0 0,0 0-1 0 0,-2 2 0 0 0,0-1-52 0 0,1 1-1 0 0,-1 0 1 0 0,1 0 0 0 0,-1 0 0 0 0,1 1 0 0 0,0-1 0 0 0,0 1-1 0 0,1 0 1 0 0,-1 0 0 0 0,1 0 0 0 0,0 0 0 0 0,0 0 0 0 0,0 0-1 0 0,-2 9 1 0 0,1 0-56 0 0,1 0 0 0 0,0 0 0 0 0,1 0 0 0 0,1 0 0 0 0,0 1 0 0 0,0-1 0 0 0,1 0 0 0 0,1 0 0 0 0,1 0 0 0 0,6 24 0 0 0,-7-32 100 0 0,0-1 0 0 0,0 1-1 0 0,0-1 1 0 0,0 0 0 0 0,0 1 0 0 0,1-1 0 0 0,0 0 0 0 0,0-1-1 0 0,0 1 1 0 0,0 0 0 0 0,1-1 0 0 0,-1 0 0 0 0,1 0 0 0 0,0 0 0 0 0,0 0-1 0 0,0 0 1 0 0,0-1 0 0 0,0 0 0 0 0,1 0 0 0 0,-1 0 0 0 0,1 0-1 0 0,-1-1 1 0 0,1 0 0 0 0,0 0 0 0 0,0 0 0 0 0,-1 0 0 0 0,1-1 0 0 0,0 0-1 0 0,0 0 1 0 0,0 0 0 0 0,0 0 0 0 0,6-2 0 0 0,-4 0-108 0 0,0 1 1 0 0,0-1 0 0 0,0 0-1 0 0,0-1 1 0 0,0 0-1 0 0,-1 0 1 0 0,1 0 0 0 0,-1-1-1 0 0,0 0 1 0 0,0 0 0 0 0,-1 0-1 0 0,1-1 1 0 0,-1 0-1 0 0,6-6 1 0 0,-5 4-1033 0 0,-1-1 1 0 0,1 1-1 0 0,-1-1 1 0 0,-1-1-1 0 0,0 1 1 0 0,0 0-1 0 0,0-1 1 0 0,-1 0-1 0 0,0 0 1 0 0,1-13-1 0 0,-1 8-603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50.05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30 0 2104 0 0,'-3'2'424'0'0,"1"0"0"0"0,0-1 0 0 0,0 1-1 0 0,0 0 1 0 0,0 0 0 0 0,0 0-1 0 0,0 0 1 0 0,1 1 0 0 0,-1-1 0 0 0,1 0-1 0 0,-1 1 1 0 0,1-1 0 0 0,0 1 0 0 0,0-1-1 0 0,0 1 1 0 0,0 0 0 0 0,1-1-1 0 0,-1 1 1 0 0,1 0 0 0 0,0 0 0 0 0,-1 4-1 0 0,5 66 1804 0 0,-2-56-1812 0 0,12 193 288 0 0,-1-21-4172 0 0,-5-147-68 0 0,-8-42 3465 0 0,1 0 0 0 0,-1 0-1 0 0,0 1 1 0 0,0-1 0 0 0,0 0-1 0 0,0 0 1 0 0,0 0 0 0 0,0 1-1 0 0,0-1 1 0 0,0 0 0 0 0,0 0-1 0 0,1 0 1 0 0,-1 1 0 0 0,0-1-1 0 0,0 0 1 0 0,0 0 0 0 0,0 0-1 0 0,1 0 1 0 0,-1 0 0 0 0,0 0-1 0 0,0 1 1 0 0,0-1 0 0 0,1 0-1 0 0,-1 0 1 0 0,0 0 0 0 0,0 0-1 0 0,1 0 1 0 0,-1 0 0 0 0,0 0-1 0 0,0 0 1 0 0,0 0 0 0 0,1 0-1 0 0,-1 0 1 0 0,0 0 0 0 0,0 0-1 0 0,1 0 1 0 0,-1 0 0 0 0,0 0-1 0 0,0 0 1 0 0,0 0-1 0 0,1 0 1 0 0,-1 0 0 0 0,0 0-1 0 0,0-1 1 0 0,11-20-1764 0 0,8-54 100 0 0,-15 50 894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50.40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15 936 0 0,'-9'-14'3838'0'0,"11"40"1587"0"0,0-6-3151 0 0,22 202 5483 0 0,-8-125-8296 0 0,39 133 0 0 0,-55-230 435 0 0,0 0 0 0 0,0 1-1 0 0,-1-1 1 0 0,1 0 0 0 0,0 0 0 0 0,0 1 0 0 0,0-1-1 0 0,0 0 1 0 0,0 0 0 0 0,0 0 0 0 0,0 1 0 0 0,0-1-1 0 0,0 0 1 0 0,0 0 0 0 0,0 1 0 0 0,0-1 0 0 0,0 0-1 0 0,0 0 1 0 0,1 0 0 0 0,-1 1 0 0 0,0-1 0 0 0,0 0-1 0 0,0 0 1 0 0,0 0 0 0 0,0 1 0 0 0,0-1 0 0 0,0 0-1 0 0,1 0 1 0 0,-1 0 0 0 0,0 0 0 0 0,0 1 0 0 0,0-1-1 0 0,0 0 1 0 0,1 0 0 0 0,-1 0 0 0 0,0 0 0 0 0,0 0-1 0 0,0 0 1 0 0,1 1 0 0 0,-1-1 0 0 0,0 0 0 0 0,0 0-1 0 0,0 0 1 0 0,1 0 0 0 0,-1 0 0 0 0,0 0-1 0 0,0 0 1 0 0,1 0 0 0 0,-1 0 0 0 0,0 0 0 0 0,0 0-1 0 0,1 0 1 0 0,-1 0 0 0 0,4-17-3797 0 0,-1-30-860 0 0,-2 44 4268 0 0,-1-52-2425 0 0,2 37 1690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50.77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46 1632 0 0,'1'-8'8662'0'0,"-1"8"-8481"0"0,16-5 4893 0 0,16 3 97 0 0,-31 2-5109 0 0,0 0 0 0 0,0 1 0 0 0,-1-1 0 0 0,1 0-1 0 0,0 1 1 0 0,0-1 0 0 0,0 0 0 0 0,0 1-1 0 0,0-1 1 0 0,-1 1 0 0 0,1-1 0 0 0,0 1-1 0 0,-1 0 1 0 0,1-1 0 0 0,0 1 0 0 0,-1 0 0 0 0,1 0-1 0 0,0-1 1 0 0,-1 1 0 0 0,1 0 0 0 0,-1 0-1 0 0,1 1 1 0 0,8 11-3274 0 0,-8-42-11707 0 0,-1 13 12380 0 0,2 4 1156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4:51.4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199 103 848 0 0,'18'-42'12916'0'0,"-18"40"-12683"0"0,1 0 0 0 0,-1 0 1 0 0,0 0-1 0 0,1 0 0 0 0,-1 0 0 0 0,0 0 0 0 0,0 0 0 0 0,-1 0 0 0 0,1 0 0 0 0,0 0 0 0 0,-1-1 0 0 0,1 1 0 0 0,-1 0 0 0 0,0 0 0 0 0,1 0 1 0 0,-1 1-1 0 0,0-1 0 0 0,0 0 0 0 0,0 0 0 0 0,-1 0 0 0 0,1 1 0 0 0,0-1 0 0 0,-1 1 0 0 0,-2-4 0 0 0,1 4-89 0 0,0-1 0 0 0,0 1 0 0 0,-1 0 0 0 0,1 0 0 0 0,0 0 0 0 0,0 0 1 0 0,-1 1-1 0 0,1-1 0 0 0,-1 1 0 0 0,1 0 0 0 0,0 0 0 0 0,-1 0 0 0 0,1 0 0 0 0,-4 1 0 0 0,-2 1-100 0 0,-1-1 0 0 0,1 2 0 0 0,0-1 0 0 0,0 1 0 0 0,0 1 0 0 0,1 0 0 0 0,-1 0 1 0 0,1 0-1 0 0,0 1 0 0 0,-12 9 0 0 0,16-9-68 0 0,0 0 1 0 0,0 0-1 0 0,0 1 0 0 0,1-1 1 0 0,0 1-1 0 0,0 0 1 0 0,0 0-1 0 0,1 0 1 0 0,0 0-1 0 0,0 1 1 0 0,0-1-1 0 0,1 1 0 0 0,0-1 1 0 0,0 1-1 0 0,1-1 1 0 0,0 1-1 0 0,0-1 1 0 0,0 1-1 0 0,1-1 0 0 0,0 1 1 0 0,0-1-1 0 0,1 1 1 0 0,0-1-1 0 0,0 0 1 0 0,5 11-1 0 0,-4-11 30 0 0,-1 0-1 0 0,2 0 1 0 0,-1 0 0 0 0,0-1 0 0 0,1 0-1 0 0,0 1 1 0 0,0-1 0 0 0,1 0-1 0 0,-1-1 1 0 0,1 1 0 0 0,0-1 0 0 0,0 0-1 0 0,1 0 1 0 0,-1-1 0 0 0,1 1-1 0 0,0-1 1 0 0,0-1 0 0 0,0 1 0 0 0,0-1-1 0 0,0 0 1 0 0,1 0 0 0 0,-1-1 0 0 0,1 0-1 0 0,-1 0 1 0 0,11 0 0 0 0,59-14 1040 0 0,-60 9-1629 0 0,-1 1-1 0 0,32-2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5:26.3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664 167 1328 0 0,'2'1'1607'0'0,"-2"0"-1406"0"0,0-1 0 0 0,0 0-1 0 0,0 0 1 0 0,0 1 0 0 0,1-1 0 0 0,-1 0 0 0 0,0 0-1 0 0,0 1 1 0 0,-3 5 5222 0 0,3-6-5223 0 0,-1 0 1 0 0,1 0 0 0 0,0 0 0 0 0,0 0 0 0 0,-1 0 0 0 0,1 1-1 0 0,0-1 1 0 0,-1 0 0 0 0,-23-5 4450 0 0,-46-24-3911 0 0,39 15 428 0 0,19 9-984 0 0,0 0 0 0 0,0 1 1 0 0,-1 0-1 0 0,1 1 1 0 0,-1 1-1 0 0,0 0 1 0 0,0 0-1 0 0,0 1 1 0 0,-18 1-1 0 0,-42-1 22 0 0,64-1-167 0 0,1 1 0 0 0,-1 0 0 0 0,0 1-1 0 0,0 0 1 0 0,1 1 0 0 0,-1-1 0 0 0,0 2 0 0 0,1-1-1 0 0,-1 1 1 0 0,0 0 0 0 0,1 1 0 0 0,0 0 0 0 0,-16 8 0 0 0,-5 10-3 0 0,1 1 1 0 0,1 1 0 0 0,-24 27-1 0 0,32-36-63 0 0,19-14 26 0 0,0 1 0 0 0,0-1-1 0 0,-1 0 1 0 0,1 0-1 0 0,0 0 1 0 0,0 0-1 0 0,0 0 1 0 0,-1 0-1 0 0,1 0 1 0 0,0 0-1 0 0,0 0 1 0 0,0 0-1 0 0,-1 0 1 0 0,1 0-1 0 0,0 0 1 0 0,0 0-1 0 0,0 0 1 0 0,-1 0-1 0 0,1 0 1 0 0,0 0-1 0 0,0-1 1 0 0,0 1 0 0 0,-1 0-1 0 0,1 0 1 0 0,0 0-1 0 0,0 0 1 0 0,0 0-1 0 0,0 0 1 0 0,-1-1-1 0 0,1 1 1 0 0,0 0-1 0 0,0 0 1 0 0,0 0-1 0 0,0 0 1 0 0,0-1-1 0 0,0 1 1 0 0,-1 0-1 0 0,1 0 1 0 0,0 0-1 0 0,0-1 1 0 0,0 1-1 0 0,0 0 1 0 0,0-1 0 0 0,4-37-153 0 0,1 10 108 0 0,-3-30 66 0 0,-2 37-5 0 0,0-1 0 0 0,2 1 0 0 0,8-38 1 0 0,-32 208 654 0 0,15-108-595 0 0,1-17-80 0 0,2 0 1 0 0,-2 41 0 0 0,74-80 50 0 0,-55 12 41 0 0,0 1-1 0 0,1 1 0 0 0,0 0 0 0 0,-1 1 1 0 0,1 0-1 0 0,-1 1 0 0 0,1 1 0 0 0,-1 0 1 0 0,1 1-1 0 0,-1 0 0 0 0,0 1 0 0 0,0 0 0 0 0,-1 2 1 0 0,14 6-1 0 0,-16-3-2284 0 0,8-20-13158 0 0,-10 0 13250 0 0,4-2-543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06:48.3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90 1203 1424 0 0,'-1'0'121'0'0,"0"1"1"0"0,0-1-1 0 0,0 0 0 0 0,0 0 0 0 0,0 1 0 0 0,0-1 0 0 0,0 0 0 0 0,0 0 0 0 0,0 0 1 0 0,0 0-1 0 0,0 0 0 0 0,0 0 0 0 0,0 0 0 0 0,0 0 0 0 0,0-1 0 0 0,0 1 0 0 0,0 0 0 0 0,0 0 1 0 0,0-1-1 0 0,0 1 0 0 0,0-1 0 0 0,1 1 0 0 0,-1-1 0 0 0,0 1 0 0 0,0-1 0 0 0,0 0 1 0 0,1 1-1 0 0,-1-1 0 0 0,0 0 0 0 0,0 0 0 0 0,1 1 0 0 0,-1-1 0 0 0,1 0 0 0 0,-1 0 1 0 0,0-2-1 0 0,-24-33 3487 0 0,24 34-3204 0 0,-4-6 28 0 0,1 0 0 0 0,0 0 0 0 0,1 0 0 0 0,-1 0 1 0 0,2 0-1 0 0,-1-1 0 0 0,1 0 0 0 0,1 1 0 0 0,-1-1 0 0 0,1 0 1 0 0,1 0-1 0 0,0-9 0 0 0,2-2-359 0 0,1 1-1 0 0,1-1 1 0 0,1 1-1 0 0,10-25 1 0 0,2 1-54 0 0,1 1 1 0 0,3 1-1 0 0,1 2 1 0 0,2 0-1 0 0,2 1 0 0 0,1 1 1 0 0,2 2-1 0 0,1 0 0 0 0,2 3 1 0 0,1 0-1 0 0,2 2 1 0 0,1 2-1 0 0,1 1 0 0 0,41-22 1 0 0,-68 43-3 0 0,1 1 1 0 0,0 0-1 0 0,0 0 1 0 0,0 1-1 0 0,0 1 1 0 0,1 0-1 0 0,0 0 0 0 0,0 1 1 0 0,22-1-1 0 0,-27 3 18 0 0,-1 1 0 0 0,1 0 0 0 0,0 0-1 0 0,0 0 1 0 0,-1 1 0 0 0,1 0 0 0 0,-1 0-1 0 0,1 1 1 0 0,-1 0 0 0 0,0 0 0 0 0,0 0-1 0 0,0 1 1 0 0,-1 0 0 0 0,1 0 0 0 0,-1 0-1 0 0,0 1 1 0 0,0 0 0 0 0,7 8 0 0 0,1 4 30 0 0,-1 0 0 0 0,-1 1 0 0 0,0 0 1 0 0,-1 1-1 0 0,12 31 0 0 0,-18-40-43 0 0,0 1 0 0 0,-1 0 0 0 0,-1 0-1 0 0,1 0 1 0 0,-2 1 0 0 0,1-1 0 0 0,-1 0 0 0 0,-1 1 0 0 0,0-1-1 0 0,-1 1 1 0 0,-4 20 0 0 0,4-29-5 0 0,1-1 0 0 0,-1 1 0 0 0,0-1-1 0 0,0 1 1 0 0,0-1 0 0 0,0 0 0 0 0,-1 0 0 0 0,1 1 0 0 0,0-1 0 0 0,-1 0-1 0 0,0 0 1 0 0,1-1 0 0 0,-1 1 0 0 0,0 0 0 0 0,0 0 0 0 0,0-1 0 0 0,0 1-1 0 0,0-1 1 0 0,-1 0 0 0 0,1 0 0 0 0,0 1 0 0 0,-4 0 0 0 0,1-1 16 0 0,0-1 0 0 0,1 1 0 0 0,-1-1 1 0 0,0 1-1 0 0,0-1 0 0 0,0-1 0 0 0,0 1 1 0 0,0-1-1 0 0,1 0 0 0 0,-1 0 0 0 0,-6-2 1 0 0,0-1 5 0 0,0-1 1 0 0,-1 0-1 0 0,1 0 0 0 0,1-1 1 0 0,-1 0-1 0 0,1-1 1 0 0,0-1-1 0 0,-16-15 1 0 0,23 20-44 0 0,1 0-1 0 0,-1 0 1 0 0,1-1 0 0 0,0 1 0 0 0,0-1 0 0 0,0 1 0 0 0,1-1 0 0 0,-1 0 0 0 0,1 0 0 0 0,0 0-1 0 0,0 0 1 0 0,0 0 0 0 0,0 0 0 0 0,1 0 0 0 0,-1 0 0 0 0,1 0 0 0 0,1-6 0 0 0,0 2-13 0 0,1 0 1 0 0,0 1 0 0 0,0 0-1 0 0,0 0 1 0 0,1-1-1 0 0,0 1 1 0 0,1 1 0 0 0,8-13-1 0 0,0 2-11 0 0,1 1-1 0 0,1 0 1 0 0,0 1 0 0 0,2 0-1 0 0,-1 2 1 0 0,20-14 0 0 0,11-2 26 0 0,2 2 0 0 0,0 2 0 0 0,2 2 0 0 0,1 3 0 0 0,0 1 1 0 0,1 3-1 0 0,91-16 0 0 0,-112 27 61 0 0,-17 3 0 0 0,0 0 1 0 0,0 0-1 0 0,0-2 1 0 0,0 0-1 0 0,-1 0 0 0 0,23-11 1 0 0,-36 15-50 0 0,0-1 1 0 0,1 1 0 0 0,-1 0-1 0 0,0 0 1 0 0,0-1-1 0 0,1 1 1 0 0,-1 0 0 0 0,0 0-1 0 0,0-1 1 0 0,1 1-1 0 0,-1 0 1 0 0,0-1 0 0 0,0 1-1 0 0,0 0 1 0 0,0-1-1 0 0,0 1 1 0 0,1-1 0 0 0,-1 1-1 0 0,0 0 1 0 0,0-1 0 0 0,0 1-1 0 0,0 0 1 0 0,0-1-1 0 0,0 1 1 0 0,0-1 0 0 0,0 1-1 0 0,0 0 1 0 0,0-1-1 0 0,-1 1 1 0 0,1 0 0 0 0,0-1-1 0 0,0 1 1 0 0,0 0 0 0 0,0-1-1 0 0,-1 1 1 0 0,1 0-1 0 0,0-1 1 0 0,0 1 0 0 0,-1-1-1 0 0,-16-15 280 0 0,-23-9 164 0 0,39 25-446 0 0,-36-17 379 0 0,28 14-309 0 0,0 0 0 0 0,1-1 1 0 0,-1 0-1 0 0,1 0 1 0 0,0-1-1 0 0,1 0 0 0 0,-1 0 1 0 0,-12-12-1 0 0,20 16-73 0 0,-1 0-1 0 0,1 1 1 0 0,0-1-1 0 0,-1 1 1 0 0,1-1-1 0 0,0 0 1 0 0,0 1-1 0 0,0-1 1 0 0,-1 0 0 0 0,1 1-1 0 0,0-1 1 0 0,0 0-1 0 0,0 1 1 0 0,0-1-1 0 0,0 0 1 0 0,0 1-1 0 0,0-1 1 0 0,1 0-1 0 0,-1 1 1 0 0,0-1-1 0 0,0 0 1 0 0,0 1 0 0 0,1-1-1 0 0,-1 0 1 0 0,0 1-1 0 0,1-1 1 0 0,-1 1-1 0 0,0-1 1 0 0,1 1-1 0 0,-1-1 1 0 0,1 1-1 0 0,-1-1 1 0 0,1 1-1 0 0,-1-1 1 0 0,1 1 0 0 0,-1 0-1 0 0,1-1 1 0 0,0 1-1 0 0,-1 0 1 0 0,1-1-1 0 0,-1 1 1 0 0,1 0-1 0 0,0 0 1 0 0,-1-1-1 0 0,1 1 1 0 0,0 0-1 0 0,-1 0 1 0 0,2 0 0 0 0,35-6 10 0 0,-12 8-29 0 0,1 1 0 0 0,0 2 0 0 0,45 13 0 0 0,-59-15 105 0 0,0 2 1 0 0,0-1 0 0 0,-1 2 0 0 0,1-1-1 0 0,-1 2 1 0 0,-1 0 0 0 0,1 0 0 0 0,-1 0-1 0 0,17 18 1 0 0,-26-24-28 0 0,0 0 0 0 0,0 1-1 0 0,0-1 1 0 0,0 1 0 0 0,0 0 0 0 0,-1-1-1 0 0,1 1 1 0 0,0-1 0 0 0,-1 1 0 0 0,1 0 0 0 0,-1 0-1 0 0,0-1 1 0 0,0 1 0 0 0,1 0 0 0 0,-1 0-1 0 0,0-1 1 0 0,-1 1 0 0 0,1 0 0 0 0,0 0-1 0 0,0 0 1 0 0,-1-1 0 0 0,1 1 0 0 0,-1 0 0 0 0,1-1-1 0 0,-1 1 1 0 0,0 0 0 0 0,0-1 0 0 0,0 1-1 0 0,0-1 1 0 0,0 1 0 0 0,0-1 0 0 0,0 0-1 0 0,-2 3 1 0 0,-7 5 0 0 0,1 1 0 0 0,-2-1 0 0 0,-17 12 0 0 0,3-1-214 0 0,-60 70-2117 0 0,39-25-3105 0 0,44-56-1941 0 0,14-21 3668 0 0,1-1 1692 0 0,11 3-789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06:48.89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130 94 2657 0 0,'-15'-16'2061'0'0,"-23"-24"1468"0"0,36 39-3323 0 0,0-1-1 0 0,0 0 0 0 0,0 1 0 0 0,0-1 0 0 0,0 1 0 0 0,0 0 0 0 0,-1-1 0 0 0,1 1 1 0 0,0 0-1 0 0,-1 0 0 0 0,1 1 0 0 0,-1-1 0 0 0,1 1 0 0 0,-1-1 0 0 0,1 1 0 0 0,-4-1 1 0 0,5 2-163 0 0,-1 0 1 0 0,0-1 0 0 0,1 1 0 0 0,-1 0 0 0 0,0 0 0 0 0,1 0 0 0 0,-1 0 0 0 0,1 0 0 0 0,0 1 0 0 0,-1-1 0 0 0,1 0 0 0 0,0 0 0 0 0,0 1 0 0 0,0-1 0 0 0,0 1 0 0 0,0-1 0 0 0,0 1 0 0 0,0 0 0 0 0,0-1 0 0 0,1 1 0 0 0,-1 0 0 0 0,1-1 0 0 0,-1 1 0 0 0,1 0 0 0 0,-1 3 0 0 0,-4 51-131 0 0,5-51 101 0 0,-1 13-97 0 0,2 0-1 0 0,0 0 1 0 0,0 0-1 0 0,2 0 1 0 0,1 0-1 0 0,0 0 1 0 0,1-1-1 0 0,0 1 1 0 0,2-1-1 0 0,0-1 1 0 0,1 1-1 0 0,20 29 1 0 0,-26-43 57 0 0,-1-1 1 0 0,1 0-1 0 0,0 0 1 0 0,0 0-1 0 0,1 0 1 0 0,-1 0-1 0 0,0 0 1 0 0,1-1-1 0 0,-1 1 1 0 0,1-1-1 0 0,-1 0 1 0 0,1 1-1 0 0,-1-1 1 0 0,1-1-1 0 0,0 1 1 0 0,0 0-1 0 0,0 0 1 0 0,-1-1-1 0 0,1 0 1 0 0,0 0-1 0 0,0 0 1 0 0,3 0 0 0 0,0-1 23 0 0,-1 0 1 0 0,0-1 0 0 0,0 0 0 0 0,-1 0 0 0 0,1 0 0 0 0,0 0 0 0 0,-1-1 0 0 0,1 0 0 0 0,-1 0 0 0 0,0 0 0 0 0,6-5 0 0 0,3-5 146 0 0,-1 0 1 0 0,-1 0-1 0 0,0-1 0 0 0,-1-1 1 0 0,-1 0-1 0 0,12-23 1 0 0,-17 28 66 0 0,0 0 1 0 0,0-1-1 0 0,-1 1 1 0 0,0-1-1 0 0,-1 1 1 0 0,-1-1-1 0 0,1 0 1 0 0,-2 0-1 0 0,0 0 1 0 0,0 0-1 0 0,0 0 1 0 0,-5-20-1 0 0,4 26-154 0 0,-1 0-1 0 0,0 0 1 0 0,1 0-1 0 0,-1 1 1 0 0,-1-1-1 0 0,1 1 1 0 0,-1-1-1 0 0,0 1 1 0 0,0 0-1 0 0,0 0 1 0 0,0 0-1 0 0,-1 1 1 0 0,0-1-1 0 0,1 1 1 0 0,-1-1-1 0 0,-1 1 1 0 0,1 1-1 0 0,0-1 1 0 0,-1 0-1 0 0,1 1 1 0 0,-1 0-1 0 0,0 0 1 0 0,0 1-1 0 0,1-1 1 0 0,-1 1-1 0 0,0 0 1 0 0,0 0-1 0 0,-1 1 1 0 0,-7-1-1 0 0,8 1-355 0 0,0 0-1 0 0,-1 1 1 0 0,1-1 0 0 0,0 1-1 0 0,0 0 1 0 0,0 1-1 0 0,0-1 1 0 0,0 1 0 0 0,0 0-1 0 0,0 0 1 0 0,1 0-1 0 0,-1 1 1 0 0,1 0 0 0 0,-5 3-1 0 0,-32 30-7529 0 0,37-32 6116 0 0,7 2-378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06:49.29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2144 0 0,'7'10'998'0'0,"-1"0"-1"0"0,1 0 1 0 0,-2 1-1 0 0,1 0 1 0 0,-1 0-1 0 0,6 24 0 0 0,12 77-216 0 0,-4-18 548 0 0,-16-83-1333 0 0,0 0 1 0 0,1 0-1 0 0,0 0 1 0 0,1-1-1 0 0,0 0 1 0 0,1 0-1 0 0,0 0 1 0 0,8 10-1 0 0,-12-18 1 0 0,0 0-1 0 0,0 1 1 0 0,0-2-1 0 0,0 1 1 0 0,1 0 0 0 0,-1 0-1 0 0,1-1 1 0 0,-1 1-1 0 0,1-1 1 0 0,-1 0 0 0 0,1 0-1 0 0,0 0 1 0 0,0 0-1 0 0,0 0 1 0 0,-1 0-1 0 0,1-1 1 0 0,0 0 0 0 0,0 1-1 0 0,0-1 1 0 0,0 0-1 0 0,0 0 1 0 0,0-1 0 0 0,0 1-1 0 0,0-1 1 0 0,-1 1-1 0 0,1-1 1 0 0,0 0-1 0 0,0 0 1 0 0,0 0 0 0 0,-1 0-1 0 0,1-1 1 0 0,-1 1-1 0 0,1-1 1 0 0,-1 0 0 0 0,0 1-1 0 0,1-1 1 0 0,1-3-1 0 0,2 1 39 0 0,-1-1 0 0 0,1-1 0 0 0,-1 1 0 0 0,-1-1 0 0 0,1 0 0 0 0,-1 0 0 0 0,0 0 0 0 0,0 0 0 0 0,-1-1 0 0 0,1 0-1 0 0,3-13 1 0 0,0-4 252 0 0,-2 0 0 0 0,4-32 0 0 0,-8 39-172 0 0,2 0 0 0 0,0 1 0 0 0,1-1 0 0 0,0 1 0 0 0,1-1 0 0 0,9-16 0 0 0,-14 32-83 0 0,0 1 0 0 0,0-1 0 0 0,0 1-1 0 0,0-1 1 0 0,1 1 0 0 0,-1-1 0 0 0,0 1 0 0 0,1-1 0 0 0,-1 1 0 0 0,0 0 0 0 0,1-1 0 0 0,-1 1 0 0 0,0-1 0 0 0,1 1-1 0 0,-1 0 1 0 0,1-1 0 0 0,-1 1 0 0 0,0 0 0 0 0,1-1 0 0 0,-1 1 0 0 0,1 0 0 0 0,-1 0 0 0 0,1 0 0 0 0,0-1-1 0 0,-1 1 1 0 0,1 0 0 0 0,-1 0 0 0 0,1 0 0 0 0,-1 0 0 0 0,1 0 0 0 0,-1 0 0 0 0,1 0 0 0 0,-1 0 0 0 0,1 0 0 0 0,0 0-1 0 0,13 18 618 0 0,5 32-120 0 0,-18-48-505 0 0,21 99 437 0 0,-16-70-903 0 0,0-1 0 0 0,2 0 1 0 0,17 41-1 0 0,-24-70 276 0 0,-1 0-1 0 0,0 0 0 0 0,1 0 1 0 0,-1 0-1 0 0,0 0 1 0 0,1 0-1 0 0,-1 0 1 0 0,1 0-1 0 0,0 0 1 0 0,-1 0-1 0 0,1-1 1 0 0,-1 1-1 0 0,1 0 1 0 0,0 0-1 0 0,0-1 1 0 0,0 1-1 0 0,-1-1 1 0 0,1 1-1 0 0,0-1 1 0 0,0 1-1 0 0,0-1 1 0 0,0 1-1 0 0,0-1 1 0 0,0 0-1 0 0,0 1 1 0 0,0-1-1 0 0,0 0 1 0 0,0 0-1 0 0,2 0 1 0 0,-1 0-74 0 0,-1-1 1 0 0,1 0 0 0 0,0 0 0 0 0,0 0 0 0 0,-1 0-1 0 0,1 0 1 0 0,-1 0 0 0 0,1 0 0 0 0,-1-1-1 0 0,1 1 1 0 0,-1 0 0 0 0,0-1 0 0 0,0 1 0 0 0,2-4-1 0 0,1-1-178 0 0,0-1 0 0 0,0 0 0 0 0,0 0 0 0 0,-1 0 0 0 0,-1 0 0 0 0,1-1 0 0 0,1-9 0 0 0,-2-3-199 0 0,4 4-593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06:49.6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41 238 1368 0 0,'-2'0'165'0'0,"0"1"0"0"0,1-1 0 0 0,-1 0-1 0 0,0 1 1 0 0,0-1 0 0 0,0 1 0 0 0,0 0 0 0 0,1 0-1 0 0,-1-1 1 0 0,0 1 0 0 0,1 0 0 0 0,-1 1-1 0 0,1-1 1 0 0,-1 0 0 0 0,1 0 0 0 0,-1 1 0 0 0,1-1-1 0 0,0 0 1 0 0,0 1 0 0 0,0 0 0 0 0,0-1-1 0 0,0 1 1 0 0,0 0 0 0 0,0-1 0 0 0,0 1 0 0 0,1 0-1 0 0,-1 0 1 0 0,0 3 0 0 0,1-4-76 0 0,0 1 1 0 0,1-1-1 0 0,-1 1 1 0 0,1-1-1 0 0,-1 1 1 0 0,1-1-1 0 0,0 0 1 0 0,-1 1-1 0 0,1-1 0 0 0,0 0 1 0 0,0 0-1 0 0,0 1 1 0 0,0-1-1 0 0,0 0 1 0 0,0 0-1 0 0,0 0 1 0 0,0 0-1 0 0,1 0 1 0 0,-1-1-1 0 0,0 1 0 0 0,0 0 1 0 0,1 0-1 0 0,-1-1 1 0 0,1 1-1 0 0,-1-1 1 0 0,1 1-1 0 0,-1-1 1 0 0,1 0-1 0 0,-1 1 1 0 0,1-1-1 0 0,-1 0 0 0 0,1 0 1 0 0,-1 0-1 0 0,1 0 1 0 0,-1-1-1 0 0,2 1 1 0 0,11-1 97 0 0,0 0 1 0 0,-1-1 0 0 0,1-1-1 0 0,-1 0 1 0 0,0 0-1 0 0,19-9 1 0 0,78-40-236 0 0,-40 17-723 0 0,-52 28 267 0 0,-5 1-497 0 0,0 0 0 0 0,0 0-1 0 0,-1-1 1 0 0,14-10 0 0 0,-26 16 919 0 0,1 1 1 0 0,0-1-1 0 0,-1 0 0 0 0,1 0 1 0 0,-1 1-1 0 0,1-1 0 0 0,-1 0 1 0 0,0 0-1 0 0,1 0 0 0 0,-1 0 1 0 0,0 1-1 0 0,0-1 0 0 0,1 0 1 0 0,-1 0-1 0 0,0 0 0 0 0,0 0 1 0 0,0 0-1 0 0,0 0 0 0 0,0 0 1 0 0,0 0-1 0 0,0 0 0 0 0,-1 0 1 0 0,1 1-1 0 0,0-1 0 0 0,0 0 1 0 0,-1-1-1 0 0,0-4-426 0 0,4-4-996 0 0</inkml:trace>
  <inkml:trace contextRef="#ctx0" brushRef="#br0" timeOffset="1">262 1 2425 0 0,'-1'0'138'0'0,"0"0"1"0"0,-1-1 0 0 0,1 1 0 0 0,0 0 0 0 0,0 0 0 0 0,0 0-1 0 0,-1 0 1 0 0,1 1 0 0 0,0-1 0 0 0,0 0 0 0 0,0 0 0 0 0,0 1-1 0 0,-1-1 1 0 0,1 1 0 0 0,0-1 0 0 0,0 1 0 0 0,0-1 0 0 0,0 1-1 0 0,0 0 1 0 0,0-1 0 0 0,0 1 0 0 0,0 0 0 0 0,1 0-1 0 0,-1 0 1 0 0,0 0 0 0 0,0 0 0 0 0,1 0 0 0 0,-1 0 0 0 0,0 0-1 0 0,1 0 1 0 0,-1 0 0 0 0,1 0 0 0 0,-1 0 0 0 0,1 0 0 0 0,0 0-1 0 0,-1 2 1 0 0,1 3 191 0 0,1 0-1 0 0,-1 0 0 0 0,1 0 0 0 0,1 0 1 0 0,-1 0-1 0 0,4 8 0 0 0,-2-4 90 0 0,48 158 2638 0 0,0-2-3172 0 0,-4 2-5369 0 0,-46-162 4829 0 0,-1-4 325 0 0,0 1-1 0 0,1-1 1 0 0,-1 0 0 0 0,1 0 0 0 0,-1 1 0 0 0,1-1-1 0 0,0 0 1 0 0,0 0 0 0 0,0 0 0 0 0,0 0 0 0 0,0 0-1 0 0,3 3 1 0 0,1-3-1881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06:50.0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1 4217 0 0,'-2'8'487'0'0,"1"0"1"0"0,-1 0-1 0 0,2 0 0 0 0,-1 0 1 0 0,1 1-1 0 0,0-1 0 0 0,1 0 1 0 0,-1 0-1 0 0,5 14 0 0 0,25 79-81 0 0,-14-50-57 0 0,57 174-539 0 0,-13-80-5858 0 0,-53-137 4047 0 0,-8-13 755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06:50.40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75 314 1400 0 0,'-20'-42'969'0'0,"-21"-50"487"0"0,38 85-1260 0 0,1-1-1 0 0,0 0 1 0 0,0 0 0 0 0,0 0 0 0 0,1 1 0 0 0,0-1 0 0 0,1-1 0 0 0,0 1 0 0 0,2-13 0 0 0,-1 17-2 0 0,0 1 0 0 0,1-1 1 0 0,-1 1-1 0 0,1-1 0 0 0,0 1 0 0 0,0 0 0 0 0,0 0 1 0 0,1-1-1 0 0,-1 2 0 0 0,1-1 0 0 0,0 0 0 0 0,0 0 1 0 0,0 1-1 0 0,0 0 0 0 0,0-1 0 0 0,0 1 0 0 0,1 1 1 0 0,-1-1-1 0 0,1 0 0 0 0,-1 1 0 0 0,1-1 0 0 0,6 0 1 0 0,12-4 1027 0 0,1 1 0 0 0,38-4 0 0 0,-36 6-544 0 0,-23 2-586 0 0,1 0 1 0 0,0 1-1 0 0,-1-1 0 0 0,1 1 0 0 0,-1 0 0 0 0,1 0 1 0 0,0 0-1 0 0,-1 0 0 0 0,1 0 0 0 0,0 0 0 0 0,-1 1 1 0 0,1-1-1 0 0,0 1 0 0 0,-1 0 0 0 0,1 0 0 0 0,-1 0 1 0 0,0 0-1 0 0,1 0 0 0 0,-1 1 0 0 0,0-1 0 0 0,1 1 1 0 0,-1-1-1 0 0,0 1 0 0 0,0 0 0 0 0,2 2 0 0 0,-3 0 13 0 0,1 0-1 0 0,-1-1 0 0 0,0 1 0 0 0,0 0 0 0 0,-1 1 0 0 0,1-1 0 0 0,-1 0 0 0 0,1 0 0 0 0,-1 0 0 0 0,-1 0 0 0 0,1 0 0 0 0,-1 0 0 0 0,1 0 0 0 0,-1 0 0 0 0,-3 8 0 0 0,-9 28-415 0 0,-1 0-1 0 0,-31 57 1 0 0,12-25-3458 0 0,4 0-4964 0 0,40-77 4456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06:50.7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1 120 1904 0 0,'0'0'97'0'0,"0"0"0"0"0,0-1-1 0 0,0 1 1 0 0,0 0 0 0 0,0 0 0 0 0,0-1-1 0 0,0 1 1 0 0,0 0 0 0 0,0-1-1 0 0,0 1 1 0 0,0 0 0 0 0,0-1-1 0 0,0 1 1 0 0,0 0 0 0 0,0-1 0 0 0,1 1-1 0 0,-1 0 1 0 0,0 0 0 0 0,0-1-1 0 0,0 1 1 0 0,0 0 0 0 0,1 0-1 0 0,-1-1 1 0 0,0 1 0 0 0,0 0-1 0 0,1 0 1 0 0,-1 0 0 0 0,0-1 0 0 0,0 1-1 0 0,1 0 1 0 0,-1 0 0 0 0,0 0-1 0 0,1 0 1 0 0,-1 0 0 0 0,0-1-1 0 0,1 1 1 0 0,-1 0 0 0 0,0 0-1 0 0,1 0 1 0 0,-1 0 0 0 0,0 0 0 0 0,1 0-1 0 0,-1 0 1 0 0,0 0 0 0 0,1 0-1 0 0,-1 0 1 0 0,0 1 0 0 0,1-1-1 0 0,2 21 2297 0 0,-7 41-934 0 0,4-57-1245 0 0,-2 14-98 0 0,1-1 1 0 0,1 1 0 0 0,0-1-1 0 0,2 0 1 0 0,0 1 0 0 0,1-1-1 0 0,1 0 1 0 0,0 0 0 0 0,11 27 0 0 0,-14-44-114 0 0,-1-1 1 0 0,1 1-1 0 0,-1 0 1 0 0,1 0-1 0 0,-1 0 1 0 0,1 0 0 0 0,0-1-1 0 0,-1 1 1 0 0,1 0-1 0 0,0 0 1 0 0,-1-1 0 0 0,1 1-1 0 0,0-1 1 0 0,0 1-1 0 0,0 0 1 0 0,0-1 0 0 0,0 0-1 0 0,0 1 1 0 0,0-1-1 0 0,-1 0 1 0 0,1 1-1 0 0,0-1 1 0 0,0 0 0 0 0,0 0-1 0 0,0 0 1 0 0,0 0-1 0 0,1 0 1 0 0,0 0 0 0 0,1-1 4 0 0,-1 1 0 0 0,1-1 0 0 0,0 0 1 0 0,-1-1-1 0 0,1 1 0 0 0,-1 0 1 0 0,0-1-1 0 0,1 1 0 0 0,-1-1 1 0 0,3-3-1 0 0,5-5 63 0 0,-1 0 1 0 0,0 0-1 0 0,9-15 1 0 0,-11 12 77 0 0,0-1 1 0 0,0 0-1 0 0,-1 0 1 0 0,-1-1-1 0 0,0 1 0 0 0,-1-1 1 0 0,3-25-1 0 0,1 1 386 0 0,-8 38-522 0 0,0 0 1 0 0,0 0 0 0 0,0 1 0 0 0,0-1 0 0 0,1 0 0 0 0,-1 0-1 0 0,0 1 1 0 0,0-1 0 0 0,1 0 0 0 0,-1 1 0 0 0,0-1-1 0 0,1 0 1 0 0,-1 1 0 0 0,0-1 0 0 0,1 1 0 0 0,-1-1-1 0 0,1 0 1 0 0,-1 1 0 0 0,1-1 0 0 0,-1 1 0 0 0,1-1-1 0 0,0 1 1 0 0,-1 0 0 0 0,1-1 0 0 0,0 1 0 0 0,-1 0-1 0 0,1-1 1 0 0,0 1 0 0 0,-1 0 0 0 0,1 0 0 0 0,0-1-1 0 0,0 1 1 0 0,-1 0 0 0 0,2 0 0 0 0,1 1 0 0 0,-1-1 0 0 0,0 1 1 0 0,0 0-1 0 0,0 0 0 0 0,0 0 1 0 0,0 0-1 0 0,0 0 0 0 0,0 1 0 0 0,0-1 1 0 0,0 0-1 0 0,2 3 0 0 0,40 48 135 0 0,-27-25-151 0 0,-1 1-1 0 0,-2 0 1 0 0,19 51 0 0 0,-7-5-6468 0 0,-28-101 417 0 0,2 9 4240 0 0</inkml:trace>
  <inkml:trace contextRef="#ctx0" brushRef="#br0" timeOffset="1">327 141 3361 0 0,'-1'3'312'0'0,"-1"0"0"0"0,1 0 0 0 0,0 1 0 0 0,0-1 0 0 0,0 1 0 0 0,1-1 0 0 0,-1 1 0 0 0,1-1 0 0 0,0 1 0 0 0,0-1 0 0 0,0 1 0 0 0,0-1 0 0 0,2 7 0 0 0,-1-8-183 0 0,-1 0 0 0 0,2-1 0 0 0,-1 1 0 0 0,0-1 0 0 0,0 1 0 0 0,0-1 0 0 0,1 0 0 0 0,-1 0 0 0 0,1 1 0 0 0,-1-1 0 0 0,1 0 0 0 0,-1 0-1 0 0,1 0 1 0 0,0-1 0 0 0,-1 1 0 0 0,1 0 0 0 0,0-1 0 0 0,0 1 0 0 0,-1-1 0 0 0,1 1 0 0 0,0-1 0 0 0,0 0 0 0 0,0 0 0 0 0,0 0 0 0 0,-1 0-1 0 0,1 0 1 0 0,0 0 0 0 0,0 0 0 0 0,2-1 0 0 0,16-1 162 0 0,0-2-1 0 0,-1 0 1 0 0,1-1 0 0 0,-1 0-1 0 0,25-12 1 0 0,-11 2-810 0 0,-1-1 0 0 0,33-22 0 0 0,-37 18-2132 0 0,0-1 0 0 0,33-34 0 0 0,-51 43 864 0 0,-8 9 223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06:51.14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65 44 2304 0 0,'-12'-4'1237'0'0,"9"3"-952"0"0,-1 0-1 0 0,1-1 1 0 0,-1 1 0 0 0,1 0 0 0 0,0-1-1 0 0,-1 0 1 0 0,1 0 0 0 0,0 0 0 0 0,0 0-1 0 0,1 0 1 0 0,-1-1 0 0 0,0 1 0 0 0,1-1 0 0 0,-1 0-1 0 0,1 0 1 0 0,-3-4 0 0 0,20 38 6077 0 0,17 40-4813 0 0,-25-38-1492 0 0,-1 0 1 0 0,-2 0-1 0 0,-1 1 0 0 0,-2-1 1 0 0,-4 47-1 0 0,3 60-691 0 0,0-139 623 0 0,0 1-1 0 0,0-1 0 0 0,0 0 0 0 0,1 1 0 0 0,-1-1 0 0 0,0 1 0 0 0,0-1 1 0 0,1 0-1 0 0,-1 1 0 0 0,1-1 0 0 0,-1 0 0 0 0,1 0 0 0 0,0 1 0 0 0,-1-1 1 0 0,1 0-1 0 0,0 0 0 0 0,0 0 0 0 0,0 0 0 0 0,0 0 0 0 0,0 0 1 0 0,0 0-1 0 0,0 0 0 0 0,0 0 0 0 0,0 0 0 0 0,0-1 0 0 0,0 1 0 0 0,3 1 1 0 0,-1-2 16 0 0,0 1 0 0 0,0-1 1 0 0,0 0-1 0 0,0 0 0 0 0,0 0 1 0 0,0-1-1 0 0,0 1 0 0 0,0-1 1 0 0,0 1-1 0 0,0-1 0 0 0,0 0 1 0 0,3-2-1 0 0,8-3 204 0 0,-1-1 0 0 0,0 0-1 0 0,0-1 1 0 0,12-11 0 0 0,3-4 416 0 0,-1-2 0 0 0,25-31 0 0 0,-12 7-3490 0 0,-39 47 2290 0 0,0 1 0 0 0,0-1 1 0 0,0 1-1 0 0,-1-1 0 0 0,1 0 0 0 0,0 1 0 0 0,-1-1 0 0 0,1 0 0 0 0,-1 1 0 0 0,1-1 0 0 0,-1 0 0 0 0,0 0 0 0 0,0 0 0 0 0,0 0 0 0 0,0 1 0 0 0,0-4 0 0 0,-2-7-3886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04.10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343 0 2641 0 0,'-6'10'843'0'0,"1"1"1"0"0,1-1-1 0 0,-1 1 1 0 0,-2 11-1 0 0,-13 32-427 0 0,-2-18 210 0 0,-1-1 0 0 0,-2-2 0 0 0,-1 0 0 0 0,-40 39 0 0 0,21-22-661 0 0,42-48 11 0 0,-9 12 182 0 0,-1 0-1 0 0,2 0 0 0 0,0 2 1 0 0,-16 29-1 0 0,25-42-97 0 0,1 0-1 0 0,-1 0 1 0 0,1 0 0 0 0,0 0 0 0 0,0 0-1 0 0,0 0 1 0 0,0 0 0 0 0,1 0-1 0 0,-1 1 1 0 0,1-1 0 0 0,0 0 0 0 0,0 0-1 0 0,0 1 1 0 0,0-1 0 0 0,1 0-1 0 0,-1 0 1 0 0,1 1 0 0 0,0-1-1 0 0,0 0 1 0 0,0 0 0 0 0,0 0 0 0 0,1 0-1 0 0,-1 0 1 0 0,1 0 0 0 0,0-1-1 0 0,0 1 1 0 0,0 0 0 0 0,0-1 0 0 0,0 1-1 0 0,0-1 1 0 0,1 0 0 0 0,-1 0-1 0 0,1 0 1 0 0,-1 0 0 0 0,4 2 0 0 0,10 4 101 0 0,0-1 1 0 0,0 0 0 0 0,0-1 0 0 0,1 0-1 0 0,31 5 1 0 0,-34-9-127 0 0,-1 1 0 0 0,1 0 0 0 0,-1 1-1 0 0,0 1 1 0 0,0 0 0 0 0,0 1 0 0 0,-1 0 0 0 0,0 1-1 0 0,0 0 1 0 0,19 16 0 0 0,-17-9-418 0 0,0 2 1 0 0,-1 0-1 0 0,15 24 0 0 0,6 23-8653 0 0,-33-59 7633 0 0,-1-1-614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04.99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11 290 2473 0 0,'-1'0'85'0'0,"1"0"1"0"0,0 0 0 0 0,-1 0-1 0 0,1 0 1 0 0,0 0 0 0 0,-1 0-1 0 0,1 0 1 0 0,0 0 0 0 0,0 0-1 0 0,-1 0 1 0 0,1 0 0 0 0,0 0-1 0 0,-1 0 1 0 0,1 0 0 0 0,0 0-1 0 0,-1 0 1 0 0,1 0 0 0 0,0 0-1 0 0,0 0 1 0 0,-1-1 0 0 0,1 1-1 0 0,0 0 1 0 0,-1 0 0 0 0,1 0-1 0 0,0 0 1 0 0,0-1 0 0 0,-1 1-1 0 0,1 0 1 0 0,0 0 0 0 0,0-1-1 0 0,0 1 1 0 0,0 0 0 0 0,-1 0-1 0 0,1-1 1 0 0,0 1 0 0 0,0 0-1 0 0,0-1 1 0 0,0 1 0 0 0,0 0-1 0 0,0 0 1 0 0,0-1 0 0 0,-1 1-1 0 0,1 0 1 0 0,0-1 0 0 0,0 1-1 0 0,0 0 1 0 0,0-1 0 0 0,0 1-1 0 0,1 0 1 0 0,-1-1 0 0 0,14-19 2187 0 0,40-28-633 0 0,-41 37-935 0 0,52-57 1103 0 0,-41 42-1078 0 0,32-29 1 0 0,-49 49-621 0 0,1 0 1 0 0,0 0-1 0 0,0 0 1 0 0,1 1-1 0 0,0 1 1 0 0,0-1-1 0 0,0 2 1 0 0,0-1 0 0 0,10-2-1 0 0,-14 6-34 0 0,-1-1 0 0 0,0 1 0 0 0,0 0 0 0 0,0 0 0 0 0,0 0 0 0 0,1 1 0 0 0,-1 0 0 0 0,0-1 0 0 0,0 1 0 0 0,0 1 0 0 0,0-1 0 0 0,0 1 1 0 0,-1-1-1 0 0,1 1 0 0 0,0 0 0 0 0,-1 0 0 0 0,1 1 0 0 0,-1-1 0 0 0,0 1 0 0 0,1 0 0 0 0,-1 0 0 0 0,-1 0 0 0 0,1 0 0 0 0,0 0 0 0 0,1 4 0 0 0,9 11 170 0 0,-2 0 0 0 0,0 0 0 0 0,12 32 0 0 0,-17-37-154 0 0,40 104 511 0 0,-30-72-376 0 0,42 81-1 0 0,-57-123-223 0 0,0-1 1 0 0,0 1-1 0 0,0-1 0 0 0,0 0 1 0 0,1 0-1 0 0,-1 0 0 0 0,1 0 1 0 0,0 0-1 0 0,-1 0 0 0 0,1 0 0 0 0,0-1 1 0 0,0 1-1 0 0,0-1 0 0 0,0 1 1 0 0,0-1-1 0 0,1 0 0 0 0,-1 1 1 0 0,0-1-1 0 0,1 0 0 0 0,-1-1 1 0 0,1 1-1 0 0,-1 0 0 0 0,1-1 1 0 0,-1 1-1 0 0,1-1 0 0 0,-1 0 1 0 0,1 0-1 0 0,-1 0 0 0 0,1 0 1 0 0,-1 0-1 0 0,1-1 0 0 0,-1 1 1 0 0,1-1-1 0 0,-1 0 0 0 0,1 1 1 0 0,-1-1-1 0 0,1 0 0 0 0,-1-1 1 0 0,0 1-1 0 0,0 0 0 0 0,0-1 1 0 0,4-2-1 0 0,8-7 12 0 0,0-2 0 0 0,-1 1 0 0 0,0-2 0 0 0,20-27 0 0 0,-19 23-16 0 0,-4 5 17 0 0,0 1-1 0 0,1 0 0 0 0,0 1 1 0 0,1 0-1 0 0,15-10 0 0 0,-23 18-7 0 0,-1 1-1 0 0,1 0 1 0 0,0 0 0 0 0,0 0 0 0 0,0 1-1 0 0,0 0 1 0 0,0-1 0 0 0,0 1-1 0 0,0 1 1 0 0,0-1 0 0 0,1 1-1 0 0,-1-1 1 0 0,0 1 0 0 0,0 0-1 0 0,1 1 1 0 0,-1-1 0 0 0,0 1 0 0 0,0 0-1 0 0,0 0 1 0 0,1 0 0 0 0,-1 0-1 0 0,-1 1 1 0 0,1 0 0 0 0,6 2-1 0 0,11 11 22 0 0,-1 0-1 0 0,0 1 1 0 0,-1 0 0 0 0,-1 2-1 0 0,0 0 1 0 0,-1 1-1 0 0,18 28 1 0 0,-14-19 15 0 0,2-1 0 0 0,49 46-1 0 0,-70-71-48 0 0,1-1 0 0 0,-1 1 0 0 0,0 0 0 0 0,0-1-1 0 0,1 1 1 0 0,-1-1 0 0 0,1 0 0 0 0,-1 0-1 0 0,1 0 1 0 0,0 0 0 0 0,-1-1 0 0 0,1 1-1 0 0,0-1 1 0 0,0 1 0 0 0,-1-1 0 0 0,1 0 0 0 0,0 0-1 0 0,0 0 1 0 0,-1 0 0 0 0,1-1 0 0 0,0 1-1 0 0,0-1 1 0 0,-1 0 0 0 0,1 1 0 0 0,0-1 0 0 0,-1 0-1 0 0,1-1 1 0 0,-1 1 0 0 0,1 0 0 0 0,-1-1-1 0 0,0 0 1 0 0,3-2 0 0 0,7-7-10 0 0,-1 0-1 0 0,0-1 1 0 0,-1 0 0 0 0,16-23-1 0 0,-2 2 12 0 0,-12 17 5 0 0,1 1 1 0 0,1 1-1 0 0,1 0 1 0 0,0 1-1 0 0,1 0 0 0 0,27-16 1 0 0,-38 26 1 0 0,0 0 1 0 0,0 0 0 0 0,0 1 0 0 0,1 0-1 0 0,-1 0 1 0 0,1 0 0 0 0,-1 1-1 0 0,1 0 1 0 0,0 0 0 0 0,-1 0-1 0 0,1 1 1 0 0,0-1 0 0 0,0 2 0 0 0,-1-1-1 0 0,1 0 1 0 0,0 1 0 0 0,-1 0-1 0 0,1 1 1 0 0,-1-1 0 0 0,1 1 0 0 0,-1 0-1 0 0,1 0 1 0 0,-1 1 0 0 0,0 0-1 0 0,0 0 1 0 0,0 0 0 0 0,5 5-1 0 0,6 7 16 0 0,-1 0 0 0 0,0 2 0 0 0,13 18-1 0 0,-17-19-9 0 0,0-2 0 0 0,1 1 0 0 0,1-2 0 0 0,24 21 0 0 0,-35-33-14 0 0,-1 0-1 0 0,1 0 0 0 0,0-1 0 0 0,-1 1 0 0 0,1 0 0 0 0,0 0 0 0 0,-1-1 0 0 0,1 1 0 0 0,0-1 0 0 0,0 0 0 0 0,-1 0 0 0 0,1 1 1 0 0,0-1-1 0 0,0 0 0 0 0,0 0 0 0 0,-1 0 0 0 0,1-1 0 0 0,0 1 0 0 0,0 0 0 0 0,-1-1 0 0 0,1 1 0 0 0,0-1 0 0 0,0 0 0 0 0,-1 1 0 0 0,1-1 1 0 0,-1 0-1 0 0,1 0 0 0 0,-1 0 0 0 0,1 0 0 0 0,-1 0 0 0 0,1-1 0 0 0,-1 1 0 0 0,0 0 0 0 0,0-1 0 0 0,2-1 0 0 0,5-8-40 0 0,1 0-1 0 0,-1-1 0 0 0,11-23 0 0 0,1 0 79 0 0,-18 32-31 0 0,-1 1 0 0 0,1 0-1 0 0,0-1 1 0 0,0 1 0 0 0,0 0 0 0 0,0 0-1 0 0,0 1 1 0 0,0-1 0 0 0,1 0-1 0 0,-1 1 1 0 0,1-1 0 0 0,-1 1-1 0 0,1 0 1 0 0,-1 0 0 0 0,1 0-1 0 0,0 0 1 0 0,0 0 0 0 0,-1 0 0 0 0,1 1-1 0 0,0-1 1 0 0,0 1 0 0 0,0 0-1 0 0,0 0 1 0 0,3 0 0 0 0,3 3 0 0 0,-1-1 0 0 0,1 1 1 0 0,-1 1-1 0 0,0-1 0 0 0,0 1 1 0 0,11 7-1 0 0,-4-2-6 0 0,-7-4-9 0 0,0-1 0 0 0,1 0 0 0 0,-1 0 0 0 0,1 0 0 0 0,0-2 0 0 0,0 1 0 0 0,0-1 0 0 0,0 0 0 0 0,18 1 0 0 0,-20-4 3 0 0,0 1 0 0 0,0-1-1 0 0,-1-1 1 0 0,1 1 0 0 0,0-1 0 0 0,0 0-1 0 0,-1-1 1 0 0,0 1 0 0 0,1-1 0 0 0,-1-1 0 0 0,0 1-1 0 0,0-1 1 0 0,-1 0 0 0 0,6-5 0 0 0,44-42-64 0 0,-43 38 83 0 0,1 0-1 0 0,1 1 0 0 0,0 0 0 0 0,29-17 0 0 0,-38 26 5 0 0,0 1 0 0 0,1 0 0 0 0,-1 0 0 0 0,1 0 0 0 0,-1 0 1 0 0,1 1-1 0 0,-1 0 0 0 0,1 0 0 0 0,0 1 0 0 0,0 0 0 0 0,-1 0 0 0 0,1 0 0 0 0,0 1 0 0 0,0-1 0 0 0,-1 1 0 0 0,1 1 0 0 0,0-1 0 0 0,-1 1 0 0 0,10 4 0 0 0,21 12 94 0 0,36 23-1 0 0,25 13-1022 0 0,-79-48-1066 0 0,-16-6 1556 0 0,-1 0 0 0 0,0 0 0 0 0,0 0 1 0 0,0 0-1 0 0,1 0 0 0 0,-1-1 0 0 0,0 1 1 0 0,0 0-1 0 0,0-1 0 0 0,0 1 0 0 0,0 0 1 0 0,1-1-1 0 0,-1 0 0 0 0,0 1 0 0 0,0-1 0 0 0,0 0 1 0 0,0 1-1 0 0,-1-1 0 0 0,1 0 0 0 0,0 0 1 0 0,0 0-1 0 0,0 0 0 0 0,-1 0 0 0 0,1 0 1 0 0,0 0-1 0 0,-1 0 0 0 0,1 0 0 0 0,-1 0 0 0 0,1 0 1 0 0,0-2-1 0 0,3-7-2994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05.5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24 1 3089 0 0,'-1'0'218'0'0,"1"0"0"0"0,-1 0 1 0 0,0 0-1 0 0,0 0 1 0 0,0 0-1 0 0,0 0 1 0 0,0 0-1 0 0,1 0 0 0 0,-1 0 1 0 0,0 0-1 0 0,0 0 1 0 0,0 1-1 0 0,1-1 1 0 0,-1 0-1 0 0,0 1 0 0 0,0-1 1 0 0,1 1-1 0 0,-1-1 1 0 0,0 1-1 0 0,1-1 0 0 0,-1 1 1 0 0,0-1-1 0 0,1 1 1 0 0,-1 0-1 0 0,1-1 1 0 0,-1 1-1 0 0,1 0 0 0 0,-1-1 1 0 0,1 1-1 0 0,-1 0 1 0 0,1 0-1 0 0,0 0 0 0 0,0-1 1 0 0,-1 1-1 0 0,1 0 1 0 0,0 0-1 0 0,0 0 1 0 0,0 0-1 0 0,0-1 0 0 0,0 1 1 0 0,0 0-1 0 0,0 1 1 0 0,1 46 2064 0 0,0-35-1764 0 0,24 384 2403 0 0,-1-57-2412 0 0,-22-295-811 0 0,4 80-288 0 0,1-44-5730 0 0,-8-92 22 0 0,3-12 4043 0 0,0-8 1417 0 0,1-6-785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05.8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148 1 2753 0 0,'-26'124'8624'0'0,"-31"54"-4883"0"0,-3 11-2362 0 0,59-187-1376 0 0,0 1 0 0 0,1 0 1 0 0,-1-1-1 0 0,0 1 0 0 0,1 0 1 0 0,0-1-1 0 0,0 1 0 0 0,-1 0 1 0 0,2-1-1 0 0,-1 1 0 0 0,0 0 0 0 0,0 0 1 0 0,1-1-1 0 0,0 1 0 0 0,0 3 1 0 0,0-6-5 0 0,-1 1 1 0 0,1-1 0 0 0,-1 0-1 0 0,0 1 1 0 0,1-1 0 0 0,-1 0-1 0 0,1 1 1 0 0,-1-1 0 0 0,1 0-1 0 0,-1 0 1 0 0,1 1 0 0 0,-1-1-1 0 0,1 0 1 0 0,0 0 0 0 0,-1 0-1 0 0,1 0 1 0 0,-1 0 0 0 0,1 0-1 0 0,-1 0 1 0 0,1 0 0 0 0,-1 0-1 0 0,1 0 1 0 0,0 0 0 0 0,-1 0-1 0 0,2 0 1 0 0,24-13-7 0 0,-10 0 30 0 0,-1-1 0 0 0,23-24-1 0 0,-28 27-3 0 0,-1 0-1 0 0,2 1 0 0 0,-1 1 1 0 0,1-1-1 0 0,0 2 0 0 0,1 0 1 0 0,22-12-1 0 0,-33 19 3 0 0,0 1 0 0 0,1-1 1 0 0,-1 1-1 0 0,0 0 0 0 0,0-1 0 0 0,0 1 0 0 0,1 0 1 0 0,-1 0-1 0 0,0 0 0 0 0,0-1 0 0 0,1 1 0 0 0,-1 0 1 0 0,0 1-1 0 0,0-1 0 0 0,1 0 0 0 0,-1 0 0 0 0,0 1 1 0 0,0-1-1 0 0,1 0 0 0 0,-1 1 0 0 0,0-1 0 0 0,0 1 1 0 0,0 0-1 0 0,0-1 0 0 0,0 1 0 0 0,0 0 0 0 0,2 1 1 0 0,-1 1 34 0 0,0 0 1 0 0,0 0-1 0 0,0 0 1 0 0,-1 0-1 0 0,1 0 1 0 0,-1 0-1 0 0,0 0 1 0 0,0 0-1 0 0,0 1 1 0 0,1 4-1 0 0,0 11 160 0 0,0 0 1 0 0,-1 37-1 0 0,-2-51-233 0 0,0 26 26 0 0,-1-1 0 0 0,-2 0 1 0 0,-12 48-1 0 0,12-65-898 0 0,0-1 0 0 0,-1 0 1 0 0,-8 16-1 0 0,11-45-9072 0 0,4-12 8147 0 0,4 5 830 0 0,10 2-711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06.23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1 2969 0 0,'-1'1'276'0'0,"0"0"0"0"0,1 0 0 0 0,-1 0 0 0 0,1 0 0 0 0,-1 0 0 0 0,1 1 0 0 0,0-1 0 0 0,0 0 0 0 0,-1 0 0 0 0,1 0-1 0 0,0 1 1 0 0,0-1 0 0 0,0 0 0 0 0,0 0 0 0 0,0 0 0 0 0,0 1 0 0 0,1-1 0 0 0,-1 0 0 0 0,0 0 0 0 0,1 0 0 0 0,0 2 0 0 0,6 33 257 0 0,-6-35-376 0 0,14 50 235 0 0,-6-23-356 0 0,9 52 1 0 0,-17-73-651 0 0,0 0 0 0 0,-1 0 0 0 0,0 1 0 0 0,0-1 0 0 0,0 0 0 0 0,-1 0 0 0 0,0 1 0 0 0,0-1 0 0 0,-1 0 0 0 0,0 0 0 0 0,0 0-1 0 0,-4 9 1 0 0,0-4-1062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06.5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9 103 1696 0 0,'-1'1'172'0'0,"0"1"0"0"0,0 0-1 0 0,0-1 1 0 0,0 1-1 0 0,0 0 1 0 0,1 0 0 0 0,-1-1-1 0 0,1 1 1 0 0,-1 0-1 0 0,1 0 1 0 0,0 0 0 0 0,0 0-1 0 0,0 0 1 0 0,0 0-1 0 0,0 0 1 0 0,0 0-1 0 0,0-1 1 0 0,1 1 0 0 0,-1 0-1 0 0,1 0 1 0 0,-1 0-1 0 0,1 0 1 0 0,1 2 0 0 0,-2-4-100 0 0,1 0 1 0 0,-1 1 0 0 0,1-1 0 0 0,-1 1 0 0 0,1-1-1 0 0,-1 0 1 0 0,1 1 0 0 0,-1-1 0 0 0,1 0 0 0 0,0 0-1 0 0,-1 0 1 0 0,1 1 0 0 0,0-1 0 0 0,-1 0 0 0 0,1 0-1 0 0,-1 0 1 0 0,1 0 0 0 0,0 0 0 0 0,-1 0 0 0 0,1 0-1 0 0,0 0 1 0 0,-1 0 0 0 0,1 0 0 0 0,0-1 0 0 0,24-15 434 0 0,22-46 806 0 0,-38 48-1098 0 0,0 2 0 0 0,0-1-1 0 0,16-15 1 0 0,-24 28-187 0 0,-1-1 0 0 0,0 1-1 0 0,1 0 1 0 0,-1-1 0 0 0,1 1 0 0 0,-1-1-1 0 0,0 1 1 0 0,1 0 0 0 0,-1-1-1 0 0,1 1 1 0 0,-1 0 0 0 0,1-1 0 0 0,0 1-1 0 0,-1 0 1 0 0,1 0 0 0 0,-1-1 0 0 0,1 1-1 0 0,-1 0 1 0 0,1 0 0 0 0,0 0-1 0 0,-1 0 1 0 0,1 0 0 0 0,-1 0 0 0 0,1 0-1 0 0,0 0 1 0 0,-1 0 0 0 0,1 0 0 0 0,-1 0-1 0 0,1 0 1 0 0,-1 1 0 0 0,1-1-1 0 0,0 0 1 0 0,-1 0 0 0 0,1 1 0 0 0,-1-1-1 0 0,1 1 1 0 0,9 23 500 0 0,-8 33-303 0 0,-4-27-491 0 0,-2 0 0 0 0,-1 0-1 0 0,-1 0 1 0 0,-1-1 0 0 0,-17 40 0 0 0,26-64 329 0 0,8-7 321 0 0,24-14 786 0 0,-10 4-426 0 0,-14 9-700 0 0,0 2 0 0 0,1-1 0 0 0,-1 1-1 0 0,0 1 1 0 0,0-1 0 0 0,1 2 0 0 0,-1-1-1 0 0,0 2 1 0 0,20 4 0 0 0,18 2-4749 0 0,-33-12-1536 0 0,-2 6 4508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06.9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1976 0 0,'26'59'6961'0'0,"-3"10"-3880"0"0,39 161-3128 0 0,-54-200 401 0 0,0 15-1255 0 0,4 13-5935 0 0,-12-70 4199 0 0,1-1 1214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07.3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35 1 2521 0 0,'-3'7'712'0'0,"0"1"1"0"0,0 0-1 0 0,1 0 1 0 0,1 0-1 0 0,-1 0 1 0 0,1 0-1 0 0,1 0 1 0 0,0 16-1 0 0,10 71-8 0 0,-5-63-410 0 0,-3-13-494 0 0,13 82 681 0 0,1-37-4058 0 0,-37-148-924 0 0,8-3 3532 0 0,8 44 1613 0 0,-20-77 1 0 0,25 119-488 0 0,-1 0-1 0 0,1 0 1 0 0,-1 0 0 0 0,1 0-1 0 0,0 0 1 0 0,-1 0 0 0 0,1 0-1 0 0,0 0 1 0 0,0 0 0 0 0,0 0-1 0 0,0 0 1 0 0,0 0 0 0 0,0 0 0 0 0,0 0-1 0 0,0 0 1 0 0,1-1 0 0 0,-1 1-1 0 0,0 0 1 0 0,1 0 0 0 0,-1 0-1 0 0,1 0 1 0 0,-1 0 0 0 0,1 0-1 0 0,-1 0 1 0 0,1 1 0 0 0,-1-1 0 0 0,1 0-1 0 0,0 0 1 0 0,0 0 0 0 0,-1 1-1 0 0,1-1 1 0 0,0 0 0 0 0,1 0-1 0 0,1 0 91 0 0,0 0 0 0 0,0 0-1 0 0,0 1 1 0 0,0-1 0 0 0,0 1-1 0 0,0-1 1 0 0,0 1-1 0 0,0 0 1 0 0,0 0 0 0 0,0 1-1 0 0,0-1 1 0 0,4 1 0 0 0,0 1-34 0 0,1-1 1 0 0,-1 1-1 0 0,0 1 1 0 0,0-1-1 0 0,0 1 1 0 0,0 0-1 0 0,0 1 1 0 0,0 0-1 0 0,-1 0 1 0 0,9 7-1 0 0,-13-8-105 0 0,0 0 0 0 0,0 0 0 0 0,0 1 0 0 0,0-1-1 0 0,0 0 1 0 0,-1 1 0 0 0,0 0 0 0 0,0-1 0 0 0,2 7 0 0 0,-2-3-804 0 0,-1 0 1 0 0,0 0 0 0 0,0 1 0 0 0,0-1 0 0 0,-1 0 0 0 0,0 0-1 0 0,0 0 1 0 0,-2 8 0 0 0,0-5-502 0 0,-1 0-1 0 0,0 0 1 0 0,0 0 0 0 0,-12 18-1 0 0,-12 5 2756 0 0,13-22 294 0 0,-20 17 1996 0 0,34-27-3702 0 0,0 0 1 0 0,0 0-1 0 0,0 0 1 0 0,1 0-1 0 0,-1 0 1 0 0,0 0-1 0 0,0 0 1 0 0,1 1 0 0 0,-1-1-1 0 0,0 0 1 0 0,1 0-1 0 0,-1 1 1 0 0,1-1-1 0 0,0 0 1 0 0,-1 1-1 0 0,1-1 1 0 0,0 1-1 0 0,0-1 1 0 0,0 0-1 0 0,0 1 1 0 0,0-1 0 0 0,0 1-1 0 0,0-1 1 0 0,1 3-1 0 0,0-4-131 0 0,0 1-1 0 0,0 0 1 0 0,-1-1-1 0 0,1 1 1 0 0,0-1-1 0 0,0 1 1 0 0,0-1-1 0 0,0 1 1 0 0,0-1-1 0 0,0 0 1 0 0,0 1-1 0 0,0-1 1 0 0,1 0-1 0 0,-1 0 1 0 0,0 0-1 0 0,0 0 1 0 0,0 0-1 0 0,0 0 1 0 0,0 0-1 0 0,0 0 1 0 0,0-1 0 0 0,0 1-1 0 0,0 0 1 0 0,0-1-1 0 0,0 1 1 0 0,0 0-1 0 0,0-1 1 0 0,0 1-1 0 0,0-1 1 0 0,0 0-1 0 0,0 1 1 0 0,0-2-1 0 0,34-19 287 0 0,-24 11-1206 0 0,0-1-1 0 0,-1 0 1 0 0,-1-1-1 0 0,0 0 1 0 0,0-1-1 0 0,-1 0 1 0 0,-1 0-1 0 0,0-1 1 0 0,-1 0-1 0 0,0 0 1 0 0,-1 0-1 0 0,5-27 0 0 0,-5 24-674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07.7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57 2345 0 0,'-2'1'247'0'0,"0"0"1"0"0,1 1-1 0 0,-1-1 1 0 0,1 1 0 0 0,-1 0-1 0 0,1-1 1 0 0,0 1 0 0 0,0 0-1 0 0,0 0 1 0 0,0 0 0 0 0,0 0-1 0 0,0 0 1 0 0,0 0 0 0 0,1 0-1 0 0,-1 0 1 0 0,1 0 0 0 0,-1 0-1 0 0,1 3 1 0 0,0-3-118 0 0,0-1 0 0 0,1 0 1 0 0,-1 0-1 0 0,1 0 0 0 0,-1 0 0 0 0,1 0 0 0 0,0 0 0 0 0,-1 0 0 0 0,1 0 1 0 0,0 0-1 0 0,-1 0 0 0 0,1 0 0 0 0,0-1 0 0 0,0 1 0 0 0,0 0 0 0 0,0 0 1 0 0,0-1-1 0 0,0 1 0 0 0,0-1 0 0 0,0 1 0 0 0,0-1 0 0 0,0 1 1 0 0,2 0-1 0 0,2 0-75 0 0,0 0 0 0 0,-1 0 0 0 0,1-1 0 0 0,0 1-1 0 0,-1-1 1 0 0,1 0 0 0 0,0 0 0 0 0,-1-1 0 0 0,1 1 0 0 0,0-1 0 0 0,-1 0 0 0 0,1-1 0 0 0,-1 1 0 0 0,1-1 0 0 0,5-2 0 0 0,-2-2-464 0 0,0 0-1 0 0,0 0 1 0 0,-1-1 0 0 0,11-11 0 0 0,-17 17 216 0 0,1-1-1 0 0,-1 1 1 0 0,0 0 0 0 0,1-1 0 0 0,-1 1 0 0 0,0-1-1 0 0,0 1 1 0 0,0-1 0 0 0,0 0 0 0 0,0 1 0 0 0,0-1 0 0 0,0 0-1 0 0,-1 0 1 0 0,1 0 0 0 0,0 1 0 0 0,-1-1 0 0 0,0 0-1 0 0,1 0 1 0 0,-1 0 0 0 0,0 0 0 0 0,0 0 0 0 0,0 0 0 0 0,0 0-1 0 0,-1 0 1 0 0,1 0 0 0 0,0 0 0 0 0,-1 1 0 0 0,0-1 0 0 0,0-2-1 0 0,0 3 156 0 0,1 0-1 0 0,-1 0 0 0 0,0 1 1 0 0,0-1-1 0 0,1 0 0 0 0,-1 1 1 0 0,0-1-1 0 0,0 1 0 0 0,0-1 1 0 0,0 1-1 0 0,1-1 0 0 0,-1 1 1 0 0,0 0-1 0 0,0-1 0 0 0,0 1 1 0 0,0 0-1 0 0,0 0 0 0 0,0 0 1 0 0,0-1-1 0 0,0 1 0 0 0,0 0 1 0 0,0 0-1 0 0,0 1 0 0 0,0-1 1 0 0,0 0-1 0 0,-1 0 0 0 0,-25 18-198 0 0,20-9 273 0 0,0-1 1 0 0,0 1 0 0 0,-9 16-1 0 0,6-7 497 0 0,0 1 0 0 0,0 0-1 0 0,2 0 1 0 0,1 0-1 0 0,0 1 1 0 0,1 0-1 0 0,1 1 1 0 0,-3 27-1 0 0,8-47-488 0 0,0 0 0 0 0,0 0-1 0 0,0 1 1 0 0,0-1 0 0 0,0 0-1 0 0,0 1 1 0 0,0-1-1 0 0,0 0 1 0 0,0 1 0 0 0,1-1-1 0 0,-1 0 1 0 0,0 0 0 0 0,1 1-1 0 0,-1-1 1 0 0,1 0-1 0 0,0 0 1 0 0,-1 0 0 0 0,1 0-1 0 0,0 0 1 0 0,0 0 0 0 0,-1 0-1 0 0,1 0 1 0 0,0 0-1 0 0,0 0 1 0 0,0 0 0 0 0,2 1-1 0 0,-2-2-27 0 0,1 0 0 0 0,0 0 0 0 0,0 0 0 0 0,-1 0 0 0 0,1 0 0 0 0,0 0 0 0 0,0 0 0 0 0,-1-1 0 0 0,1 1 0 0 0,0-1 0 0 0,-1 1 0 0 0,1-1 0 0 0,-1 1 0 0 0,1-1 0 0 0,-1 0 0 0 0,3-2 0 0 0,8-4-83 0 0,-1-1 0 0 0,0-1 0 0 0,13-14 0 0 0,-12 9-626 0 0,0 0 0 0 0,-1-1 0 0 0,-1-1 0 0 0,0 0 0 0 0,-2 0 0 0 0,1-1 0 0 0,-2 0 0 0 0,7-23 0 0 0,-11 32 697 0 0,5-5-1302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08.1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0 2553 0 0,'-4'9'6375'0'0,"8"13"-3602"0"0,11 32-2077 0 0,-10-39-85 0 0,9 38-545 0 0,10 85 0 0 0,-12-9-7982 0 0,-12-128 7725 0 0,0 1-27 0 0,0 0 0 0 0,0 0 0 0 0,0-1 0 0 0,0 1-1 0 0,0 0 1 0 0,0 0 0 0 0,0 0 0 0 0,-1-1 0 0 0,1 1 0 0 0,-1 0 0 0 0,1-1-1 0 0,-1 1 1 0 0,-1 2 0 0 0,-1 1-1273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08.5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 1 2369 0 0,'-6'21'1104'0'0,"0"0"1"0"0,2 0 0 0 0,0 0 0 0 0,1 1 0 0 0,2 0 0 0 0,1 42 0 0 0,0-52-974 0 0,0-11-46 0 0,-1 1 1 0 0,1-1-1 0 0,0 0 0 0 0,0 0 0 0 0,0 1 0 0 0,0-1 1 0 0,0 0-1 0 0,0 0 0 0 0,0 1 0 0 0,1-1 0 0 0,-1 0 1 0 0,0 0-1 0 0,1 0 0 0 0,-1 0 0 0 0,1 1 1 0 0,-1-1-1 0 0,1 0 0 0 0,0 0 0 0 0,-1 0 0 0 0,1 0 1 0 0,0 0-1 0 0,0 0 0 0 0,0 0 0 0 0,-1-1 0 0 0,1 1 1 0 0,0 0-1 0 0,2 1 0 0 0,1-2 92 0 0,-1 1 0 0 0,1-1 0 0 0,-1 0 1 0 0,1 0-1 0 0,-1 0 0 0 0,1-1 0 0 0,-1 1 0 0 0,7-3 0 0 0,-3 2-84 0 0,28-5 1294 0 0,48 0 1 0 0,-30 3-2183 0 0,0-3-4284 0 0,-29 2-2193 0 0,-15 6 4408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08.8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1408 0 0,'0'14'6695'0'0,"11"27"-4477"0"0,-10-39-1989 0 0,15 57 1274 0 0,15 123 0 0 0,-19-79-3554 0 0,-1-5-6569 0 0,-18-121 7487 0 0,5 7-171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09.2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17 212 1800 0 0,'-1'1'107'0'0,"-1"0"0"0"0,1 0 0 0 0,0 0 0 0 0,0 0 0 0 0,0 0 0 0 0,0 1 0 0 0,0-1-1 0 0,0 0 1 0 0,0 1 0 0 0,0-1 0 0 0,0 0 0 0 0,1 1 0 0 0,-1-1 0 0 0,1 1 0 0 0,-1-1-1 0 0,1 1 1 0 0,-1 0 0 0 0,1-1 0 0 0,0 1 0 0 0,0-1 0 0 0,0 1 0 0 0,0 0 0 0 0,0-1-1 0 0,0 1 1 0 0,0-1 0 0 0,0 1 0 0 0,1 0 0 0 0,-1-1 0 0 0,2 4 0 0 0,14 46 3138 0 0,-15-50-3232 0 0,-1 0 0 0 0,1 0 0 0 0,-1 0 0 0 0,1 0 0 0 0,-1 0 0 0 0,1 0 0 0 0,0 0 0 0 0,-1 0 0 0 0,1 0 0 0 0,0-1 0 0 0,0 1 0 0 0,-1 0 0 0 0,1 0-1 0 0,0-1 1 0 0,0 1 0 0 0,0-1 0 0 0,0 1 0 0 0,0-1 0 0 0,0 1 0 0 0,0-1 0 0 0,0 1 0 0 0,0-1 0 0 0,0 0 0 0 0,0 0 0 0 0,1 0 0 0 0,-1 1-1 0 0,2-1 1 0 0,-1-1-16 0 0,1 0 0 0 0,-1 1 0 0 0,0-1-1 0 0,1 0 1 0 0,-1 0 0 0 0,0 0 0 0 0,0-1-1 0 0,0 1 1 0 0,0 0 0 0 0,0-1 0 0 0,0 0-1 0 0,2-1 1 0 0,3-4-331 0 0,0-1-1 0 0,-1 0 0 0 0,1 0 0 0 0,9-18 1 0 0,-9 10-421 0 0,0 0 1 0 0,0 0-1 0 0,-2-1 0 0 0,4-17 1 0 0,-7 21 645 0 0,0 1-1 0 0,-1-1 1 0 0,0 0 0 0 0,-1 0-1 0 0,0 1 1 0 0,-1-1-1 0 0,-1 0 1 0 0,0 1 0 0 0,0-1-1 0 0,-6-14 1 0 0,20 70 4461 0 0,11 73 0 0 0,-18-89-4911 0 0,-3 1 1 0 0,0 0 0 0 0,-1 0-1 0 0,-7 53 1 0 0,6-80 457 0 0,0-1 1 0 0,0 1-1 0 0,0 0 0 0 0,0-1 1 0 0,0 1-1 0 0,0-1 0 0 0,0 1 1 0 0,0-1-1 0 0,0 1 0 0 0,-1-1 1 0 0,1 1-1 0 0,0-1 1 0 0,0 1-1 0 0,0-1 0 0 0,-1 1 1 0 0,1-1-1 0 0,0 0 0 0 0,-1 1 1 0 0,1-1-1 0 0,0 1 0 0 0,-1-1 1 0 0,1 0-1 0 0,-1 1 0 0 0,1-1 1 0 0,-1 0-1 0 0,1 1 0 0 0,-1-1 1 0 0,1 0-1 0 0,0 0 0 0 0,-1 1 1 0 0,1-1-1 0 0,-1 0 0 0 0,0 0 1 0 0,1 0-1 0 0,-1 0 0 0 0,1 0 1 0 0,-1 0-1 0 0,1 0 0 0 0,-1 0 1 0 0,1 0-1 0 0,-1 0 1 0 0,1 0-1 0 0,-1 0 0 0 0,1 0 1 0 0,-1 0-1 0 0,1 0 0 0 0,-1-1 1 0 0,1 1-1 0 0,-1 0 0 0 0,1 0 1 0 0,-1-1-1 0 0,1 1 0 0 0,-1 0 1 0 0,1-1-1 0 0,-1 1 0 0 0,1 0 1 0 0,0-1-1 0 0,-1 0 0 0 0,-5-2-1283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09.6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80 36 1592 0 0,'-17'18'1380'0'0,"15"-12"70"0"0,15-11 209 0 0,11-12 754 0 0,28-15 1216 0 0,-50 31-3523 0 0,0 0-1 0 0,0 0 1 0 0,1 1 0 0 0,-1-1 0 0 0,0 0 0 0 0,0 1-1 0 0,0 0 1 0 0,0-1 0 0 0,1 1 0 0 0,-1 0 0 0 0,0 0-1 0 0,0 0 1 0 0,0 0 0 0 0,1 1 0 0 0,-1-1 0 0 0,0 1 0 0 0,0-1-1 0 0,0 1 1 0 0,0 0 0 0 0,0-1 0 0 0,0 1 0 0 0,4 3-1 0 0,-4-2-45 0 0,1 1 0 0 0,-1 0 0 0 0,0-1 0 0 0,0 1 0 0 0,0 0 0 0 0,0 0-1 0 0,0 1 1 0 0,-1-1 0 0 0,0 0 0 0 0,1 1 0 0 0,-1-1 0 0 0,0 1-1 0 0,-1-1 1 0 0,2 5 0 0 0,3 58-1293 0 0,-4-49-321 0 0,-1-11 896 0 0,1-1 0 0 0,-1 0-1 0 0,0 1 1 0 0,0-1 0 0 0,-1 0 0 0 0,0 1 0 0 0,0-1 0 0 0,0 0 0 0 0,0 0 0 0 0,-1 1 0 0 0,0-1 0 0 0,0-1-1 0 0,0 1 1 0 0,-3 5 0 0 0,-2 1-113 0 0,8 10-629 0 0</inkml:trace>
  <inkml:trace contextRef="#ctx0" brushRef="#br0" timeOffset="1">24 296 1880 0 0,'-1'0'173'0'0,"-1"0"-1"0"0,1 0 0 0 0,0 0 1 0 0,0 1-1 0 0,0-1 1 0 0,0 0-1 0 0,0 0 0 0 0,0 1 1 0 0,0-1-1 0 0,0 1 0 0 0,0-1 1 0 0,0 1-1 0 0,0 0 0 0 0,0-1 1 0 0,0 1-1 0 0,0 0 0 0 0,1-1 1 0 0,-1 1-1 0 0,0 0 0 0 0,0 0 1 0 0,1 0-1 0 0,-1 0 0 0 0,0 1 1 0 0,1-1 62 0 0,1 0 0 0 0,0 0 0 0 0,-1-1 0 0 0,1 1 0 0 0,0 0 0 0 0,-1-1 0 0 0,1 1 0 0 0,0-1 0 0 0,0 1 0 0 0,0-1 0 0 0,-1 1 0 0 0,1-1 0 0 0,0 0 0 0 0,0 1 0 0 0,0-1 0 0 0,0 0 0 0 0,0 0 0 0 0,0 1 0 0 0,0-1 0 0 0,0 0 0 0 0,0 0 0 0 0,0 0 1 0 0,0 0-1 0 0,0 0 0 0 0,0-1 0 0 0,1 1 0 0 0,5 0 39 0 0,134-4 2683 0 0,-115 2-3829 0 0,1-1 0 0 0,-1-2 1 0 0,33-9-1 0 0,-55 13 321 0 0,-1 0 1 0 0,1 0 0 0 0,-1-1 0 0 0,0 1 0 0 0,0-1 0 0 0,0 0-1 0 0,0 0 1 0 0,0 0 0 0 0,0 0 0 0 0,0 0 0 0 0,0 0 0 0 0,-1-1 0 0 0,1 0-1 0 0,-1 1 1 0 0,0-1 0 0 0,3-5 0 0 0,1-4-1548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10.4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60 148 2393 0 0,'-2'0'375'0'0,"0"1"0"0"0,0-1 0 0 0,1 0 0 0 0,-1 0 0 0 0,0 1 0 0 0,0-1-1 0 0,0 1 1 0 0,1-1 0 0 0,-1 1 0 0 0,0 0 0 0 0,1 0 0 0 0,-1 0 0 0 0,1 0 0 0 0,-1 0 0 0 0,1 0 0 0 0,-1 0 0 0 0,1 0 0 0 0,0 1 0 0 0,-3 2 0 0 0,2 0-145 0 0,-1 0 0 0 0,1 0 0 0 0,0 0 1 0 0,0 0-1 0 0,1 0 0 0 0,-1 1 0 0 0,-1 7 0 0 0,0 6-327 0 0,0 1 0 0 0,1 35 1 0 0,2-53 169 0 0,0 12-67 0 0,4 63 5 0 0,-4-71-23 0 0,1-1-1 0 0,0 1 1 0 0,0-1 0 0 0,0 1-1 0 0,0-1 1 0 0,1 1-1 0 0,0-1 1 0 0,0 0 0 0 0,0 0-1 0 0,0 0 1 0 0,1 0 0 0 0,0 0-1 0 0,4 4 1 0 0,-6-7-7 0 0,0 0 0 0 0,0 0 0 0 0,0 0 0 0 0,0-1 0 0 0,0 1 0 0 0,0 0 0 0 0,1-1 0 0 0,-1 1 0 0 0,0-1 0 0 0,0 1 0 0 0,0-1 0 0 0,1 0 0 0 0,-1 0 0 0 0,0 1 0 0 0,1-1 0 0 0,-1 0 0 0 0,0 0-1 0 0,0 0 1 0 0,1 0 0 0 0,-1-1 0 0 0,0 1 0 0 0,0 0 0 0 0,1 0 0 0 0,1-1 0 0 0,0-1-9 0 0,0 0-1 0 0,0 1 0 0 0,0-1 1 0 0,0 0-1 0 0,0-1 0 0 0,0 1 1 0 0,0 0-1 0 0,4-6 0 0 0,-1 0-7 0 0,0 0-1 0 0,-1 0 0 0 0,1 0 1 0 0,-2-1-1 0 0,8-16 0 0 0,-9 14 32 0 0,0 0 0 0 0,-1 0-1 0 0,-1 0 1 0 0,0 0 0 0 0,0 0 0 0 0,-1 0-1 0 0,-1 0 1 0 0,0 0 0 0 0,-4-20 0 0 0,3 23 213 0 0,1 0 1 0 0,-2 0 0 0 0,1 0-1 0 0,-1 1 1 0 0,-1-1 0 0 0,1 1-1 0 0,-1-1 1 0 0,0 1 0 0 0,-1 1-1 0 0,0-1 1 0 0,0 0 0 0 0,0 1-1 0 0,-13-11 1 0 0,23 28 1588 0 0,13 9-1716 0 0,-12-17-70 0 0,1 0 1 0 0,0-1-1 0 0,-1 0 1 0 0,1 0-1 0 0,0 0 0 0 0,1 0 1 0 0,-1-1-1 0 0,0-1 1 0 0,0 1-1 0 0,0-1 1 0 0,1 0-1 0 0,-1-1 1 0 0,0 0-1 0 0,0 0 1 0 0,0 0-1 0 0,9-3 1 0 0,-10 2-246 0 0,0-1 0 0 0,0 1 1 0 0,0-1-1 0 0,0 0 0 0 0,0 0 0 0 0,0-1 0 0 0,-1 1 1 0 0,6-6-1 0 0,-7 6-259 0 0,-1 0 1 0 0,0 0-1 0 0,-1-1 1 0 0,1 1-1 0 0,-1-1 0 0 0,1 1 1 0 0,-1-1-1 0 0,0 0 1 0 0,0 0-1 0 0,-1 0 1 0 0,1 0-1 0 0,-1 0 1 0 0,1-5-1 0 0,-2 9 415 0 0,1 0 1 0 0,-1-1-1 0 0,0 1 1 0 0,0 0-1 0 0,0 0 0 0 0,0-1 1 0 0,0 1-1 0 0,0 0 1 0 0,0-1-1 0 0,1 1 0 0 0,-1 0 1 0 0,0-1-1 0 0,0 1 1 0 0,0 0-1 0 0,0 0 0 0 0,0-1 1 0 0,0 1-1 0 0,0 0 1 0 0,-1-1-1 0 0,1 1 0 0 0,0 0 1 0 0,0-1-1 0 0,0 1 1 0 0,0 0-1 0 0,0 0 1 0 0,0-1-1 0 0,0 1 0 0 0,-1 0 1 0 0,1 0-1 0 0,0-1 1 0 0,0 1-1 0 0,0 0 0 0 0,-1 0 1 0 0,1 0-1 0 0,0-1 1 0 0,0 1-1 0 0,-1 0 0 0 0,1 0 1 0 0,0 0-1 0 0,0 0 1 0 0,-1-1-1 0 0,1 1 0 0 0,-14 8-888 0 0,-11 17 833 0 0,3 5 244 0 0,-26 46-1 0 0,42-64 200 0 0,0 0 1 0 0,1 0-1 0 0,0 0 0 0 0,0 0 1 0 0,2 1-1 0 0,-1 0 0 0 0,-1 21 1 0 0,4-32-232 0 0,1 1 0 0 0,-1 0 0 0 0,1 0 0 0 0,0 0 0 0 0,0 0 0 0 0,0 0 0 0 0,1 0 0 0 0,-1 0 0 0 0,1 0 0 0 0,-1-1 0 0 0,1 1 0 0 0,0 0 0 0 0,0 0 0 0 0,0-1 0 0 0,1 1-1 0 0,-1 0 1 0 0,0-1 0 0 0,1 0 0 0 0,0 1 0 0 0,0-1 0 0 0,-1 0 0 0 0,2 0 0 0 0,-1 0 0 0 0,0 0 0 0 0,0 0 0 0 0,0 0 0 0 0,1 0 0 0 0,-1-1 0 0 0,1 1 0 0 0,0-1 0 0 0,-1 0 0 0 0,1 0 0 0 0,0 0 0 0 0,-1 0 0 0 0,1 0 0 0 0,0-1 0 0 0,0 1 0 0 0,0-1 0 0 0,0 0 0 0 0,0 0 0 0 0,5 0 0 0 0,-2-1-189 0 0,0 0-1 0 0,1 0 0 0 0,-1 0 1 0 0,0-1-1 0 0,0 1 1 0 0,0-2-1 0 0,0 1 0 0 0,-1-1 1 0 0,1 1-1 0 0,0-2 1 0 0,-1 1-1 0 0,0 0 0 0 0,0-1 1 0 0,0 0-1 0 0,0-1 1 0 0,-1 1-1 0 0,0-1 1 0 0,7-9-1 0 0,-6 5-275 0 0,0 0 0 0 0,-1-1 0 0 0,-1 1 0 0 0,1-1 0 0 0,-2 0 0 0 0,1 0 0 0 0,-1 0 0 0 0,0-12 0 0 0,0-89 44 0 0,-2 43 218 0 0,-7 17 505 0 0,7 51-282 0 0,0-1 1 0 0,0 0 0 0 0,0 0-1 0 0,0 1 1 0 0,0-1-1 0 0,0 0 1 0 0,-1 1 0 0 0,1-1-1 0 0,0 0 1 0 0,0 1 0 0 0,-1-1-1 0 0,1 1 1 0 0,0-1-1 0 0,-1 0 1 0 0,1 1 0 0 0,0-1-1 0 0,-1 1 1 0 0,1-1 0 0 0,-1 1-1 0 0,1-1 1 0 0,-1 1-1 0 0,1-1 1 0 0,-1 1 0 0 0,0 0-1 0 0,1-1 1 0 0,-1 1 0 0 0,1 0-1 0 0,-1-1 1 0 0,0 1-1 0 0,1 0 1 0 0,-1 0 0 0 0,0-1-1 0 0,1 1 1 0 0,-1 0 0 0 0,0 0-1 0 0,0 0 1 0 0,1 0-1 0 0,-1 0 1 0 0,0 0 0 0 0,1 0-1 0 0,-1 0 1 0 0,0 1 0 0 0,1-1-1 0 0,-1 0 1 0 0,0 0-1 0 0,1 0 1 0 0,-1 1 0 0 0,0-1-1 0 0,1 0 1 0 0,-1 1 0 0 0,1-1-1 0 0,-1 1 1 0 0,1-1 0 0 0,-1 0-1 0 0,1 1 1 0 0,-1-1-1 0 0,1 1 1 0 0,-1 0 0 0 0,1-1-1 0 0,-1 1 1 0 0,1-1 0 0 0,0 1-1 0 0,-1 0 1 0 0,1-1-1 0 0,0 1 1 0 0,0-1 0 0 0,-1 2-1 0 0,0 1 209 0 0,-1 0 0 0 0,1 0 0 0 0,0 0 0 0 0,0 0 0 0 0,0 1 0 0 0,0-1-1 0 0,1 0 1 0 0,-1 0 0 0 0,1 1 0 0 0,0-1 0 0 0,0 0 0 0 0,0 7 0 0 0,9 46 1035 0 0,-5-33-994 0 0,17 131 302 0 0,2 17-2877 0 0,-2-59-7044 0 0,-22-108 7209 0 0,3-6 633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10.77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83 60 1056 0 0,'-4'3'332'0'0,"0"-1"0"0"0,0 1 0 0 0,0-1 0 0 0,0 1 0 0 0,1 0 1 0 0,-1 0-1 0 0,1 1 0 0 0,0-1 0 0 0,0 1 0 0 0,0 0 0 0 0,1-1 0 0 0,-1 1 0 0 0,1 0 0 0 0,-2 6 0 0 0,1-4-240 0 0,1 0 0 0 0,0 1 1 0 0,1-1-1 0 0,0 0 0 0 0,0 1 1 0 0,0-1-1 0 0,0 1 0 0 0,1-1 0 0 0,2 13 1 0 0,-2-14-132 0 0,0 0 1 0 0,1-1 0 0 0,0 1 0 0 0,0 0-1 0 0,1 0 1 0 0,-1-1 0 0 0,1 1-1 0 0,0-1 1 0 0,0 1 0 0 0,0-1-1 0 0,1 0 1 0 0,0 0 0 0 0,0 0 0 0 0,0 0-1 0 0,0-1 1 0 0,0 1 0 0 0,1-1-1 0 0,0 1 1 0 0,-1-1 0 0 0,1 0 0 0 0,0-1-1 0 0,1 1 1 0 0,-1-1 0 0 0,0 0-1 0 0,1 0 1 0 0,-1 0 0 0 0,1 0 0 0 0,9 1-1 0 0,-10-3 82 0 0,0 0-1 0 0,0 0 1 0 0,1-1-1 0 0,-1 0 1 0 0,0 0-1 0 0,0 0 1 0 0,0 0 0 0 0,0 0-1 0 0,0-1 1 0 0,0 1-1 0 0,0-1 1 0 0,0 0-1 0 0,-1-1 1 0 0,1 1-1 0 0,-1-1 1 0 0,0 1-1 0 0,0-1 1 0 0,1 0-1 0 0,-2 0 1 0 0,1 0-1 0 0,0-1 1 0 0,-1 1 0 0 0,1-1-1 0 0,-1 1 1 0 0,2-6-1 0 0,1 1 197 0 0,-1-1 0 0 0,0 0 0 0 0,0 1 0 0 0,-1-2 0 0 0,0 1 0 0 0,-1 0 1 0 0,0-1-1 0 0,0 1 0 0 0,-1-1 0 0 0,0-9 0 0 0,-1 14-126 0 0,0 1-1 0 0,0 0 1 0 0,0 0 0 0 0,-1 0 0 0 0,1 0-1 0 0,-1 0 1 0 0,0 0 0 0 0,-1 0 0 0 0,1 0 0 0 0,-1 0-1 0 0,1 0 1 0 0,-1 1 0 0 0,0-1 0 0 0,0 0 0 0 0,-1 1-1 0 0,1 0 1 0 0,-1 0 0 0 0,0-1 0 0 0,0 1 0 0 0,0 1-1 0 0,0-1 1 0 0,0 0 0 0 0,0 1 0 0 0,-1 0 0 0 0,-4-3-1 0 0,2 3-185 0 0,0 1 0 0 0,0-1 0 0 0,0 1 0 0 0,-1 1 0 0 0,1-1 0 0 0,0 1 0 0 0,0 0-1 0 0,0 0 1 0 0,-1 1 0 0 0,1 0 0 0 0,0 0 0 0 0,0 0 0 0 0,0 1 0 0 0,0 0 0 0 0,0 0 0 0 0,-6 3-1 0 0,3 0-454 0 0,-19 5-2336 0 0,27-10 2696 0 0,0 0 1 0 0,0 1 0 0 0,1-1-1 0 0,-1 0 1 0 0,0 0-1 0 0,0-1 1 0 0,0 1-1 0 0,0 0 1 0 0,0 0 0 0 0,0 0-1 0 0,0-1 1 0 0,0 1-1 0 0,0 0 1 0 0,0-1 0 0 0,1 1-1 0 0,-1-1 1 0 0,0 1-1 0 0,0-1 1 0 0,0 1-1 0 0,1-1 1 0 0,-1 0 0 0 0,0 1-1 0 0,1-1 1 0 0,-1 0-1 0 0,1 1 1 0 0,-1-1 0 0 0,1 0-1 0 0,-1 0 1 0 0,0-1-1 0 0,-12-24-940 0 0,13 8-307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11.1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2024 0 0,'9'14'918'0'0,"0"1"-1"0"0,-1 0 0 0 0,-1 0 0 0 0,-1 1 0 0 0,0 0 0 0 0,-1 0 0 0 0,6 29 0 0 0,8 125 651 0 0,-11-70-947 0 0,12 22-1995 0 0,5-44-4899 0 0,-34-95 4212 0 0,7 3 683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11.4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2104 0 0,'1'4'1157'0'0,"16"38"5850"0"0,-15-37-6764 0 0,1 0 0 0 0,0 1 0 0 0,0-1 0 0 0,1-1-1 0 0,-1 1 1 0 0,1 0 0 0 0,0-1 0 0 0,0 1 0 0 0,1-1 0 0 0,-1-1 0 0 0,11 8 0 0 0,-11-10-255 0 0,0 1 1 0 0,0-1 0 0 0,0 0-1 0 0,0 0 1 0 0,0 0 0 0 0,0-1-1 0 0,1 0 1 0 0,-1 1 0 0 0,0-1-1 0 0,0-1 1 0 0,1 1 0 0 0,-1-1-1 0 0,0 1 1 0 0,6-3 0 0 0,-8 2-182 0 0,1 0 1 0 0,-1 1-1 0 0,0-1 1 0 0,0 0-1 0 0,0-1 1 0 0,1 1-1 0 0,-1 0 1 0 0,0-1-1 0 0,0 1 1 0 0,-1-1-1 0 0,4-3 1 0 0,-4 4-102 0 0,0 0-1 0 0,0 0 0 0 0,-1-1 1 0 0,1 1-1 0 0,0 0 1 0 0,-1-1-1 0 0,1 1 1 0 0,-1-1-1 0 0,0 1 1 0 0,1-1-1 0 0,-1 1 1 0 0,0-1-1 0 0,0 1 1 0 0,0-1-1 0 0,0 1 1 0 0,0-1-1 0 0,0 1 1 0 0,0-1-1 0 0,-1 1 1 0 0,0-3-1 0 0,-8-4-2152 0 0,14 19 960 0 0</inkml:trace>
  <inkml:trace contextRef="#ctx0" brushRef="#br0" timeOffset="1">37 250 1600 0 0,'0'0'59'0'0,"0"0"-1"0"0,1 0 1 0 0,-1 0-1 0 0,0 1 0 0 0,1-1 1 0 0,-1 0-1 0 0,0 0 1 0 0,0 0-1 0 0,1 1 1 0 0,-1-1-1 0 0,0 0 0 0 0,0 0 1 0 0,1 1-1 0 0,-1-1 1 0 0,0 0-1 0 0,0 0 0 0 0,0 1 1 0 0,0-1-1 0 0,1 0 1 0 0,-1 1-1 0 0,0-1 1 0 0,0 0-1 0 0,0 1 0 0 0,0-1 1 0 0,0 0-1 0 0,0 1 1 0 0,0-1-1 0 0,0 0 0 0 0,0 1 1 0 0,0-1-1 0 0,0 0 1 0 0,0 1-1 0 0,0-1 1 0 0,0 0-1 0 0,0 1 0 0 0,0-1 1 0 0,-1 0-1 0 0,1 1 1 0 0,0-1-1 0 0,0 0 0 0 0,0 1 1 0 0,0-1-1 0 0,-1 0 1 0 0,1 0-1 0 0,0 1 1 0 0,0-1-1 0 0,-1 0 0 0 0,1 0 1 0 0,0 1-1 0 0,0-1 1 0 0,-1 0-1 0 0,1 0 0 0 0,0 0 1 0 0,-1 0-1 0 0,1 0 1 0 0,0 1-1 0 0,0-1 1 0 0,-1 0-1 0 0,1 0 0 0 0,-1 0 1 0 0,29 8 1997 0 0,-17-8-2016 0 0,-1 0-1 0 0,1 0 1 0 0,0-1-1 0 0,0 0 1 0 0,-1-1-1 0 0,1-1 1 0 0,12-4-1 0 0,-5 1-1372 0 0,0-2 0 0 0,-1 0 0 0 0,20-13 0 0 0,-23 12-311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11.85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191 0 2977 0 0,'-4'13'5221'0'0,"6"25"-5021"0"0,-2-32 196 0 0,0-1-411 0 0,2 84-11 0 0,-8-32-4179 0 0,2-46 2050 0 0,5-3 346 0 0</inkml:trace>
  <inkml:trace contextRef="#ctx0" brushRef="#br0" timeOffset="1">0 201 2417 0 0,'1'1'115'0'0,"0"0"1"0"0,-1 0-1 0 0,1 0 1 0 0,-1 0 0 0 0,1 0-1 0 0,0 0 1 0 0,0 0 0 0 0,0 0-1 0 0,0-1 1 0 0,-1 1-1 0 0,1 0 1 0 0,0 0 0 0 0,0-1-1 0 0,0 1 1 0 0,0-1 0 0 0,1 1-1 0 0,-1-1 1 0 0,0 0-1 0 0,0 1 1 0 0,0-1 0 0 0,0 0-1 0 0,0 0 1 0 0,1 1 0 0 0,-1-1-1 0 0,0 0 1 0 0,1 0-1 0 0,34 2 466 0 0,-23-2-667 0 0,-1-1 0 0 0,0-1 0 0 0,0 0 0 0 0,1 0 0 0 0,-1-1 0 0 0,19-8 0 0 0,-26 10-80 0 0,-1-1-1 0 0,1 0 1 0 0,-1-1-1 0 0,1 1 1 0 0,-1-1-1 0 0,0 0 1 0 0,0 0-1 0 0,0 0 1 0 0,0 0-1 0 0,-1-1 1 0 0,1 1-1 0 0,-1-1 1 0 0,0 0-1 0 0,0 0 1 0 0,0 0-1 0 0,-1-1 1 0 0,1 1-1 0 0,-1-1 1 0 0,2-6-1 0 0,-4 10 149 0 0,0 1 0 0 0,0-1 0 0 0,0 1-1 0 0,0-1 1 0 0,0 1 0 0 0,0-1 0 0 0,0 1 0 0 0,0-1 0 0 0,0 1-1 0 0,0-1 1 0 0,0 0 0 0 0,0 1 0 0 0,-1-1 0 0 0,1 1 0 0 0,0-1-1 0 0,0 1 1 0 0,-1-1 0 0 0,1 1 0 0 0,0 0 0 0 0,-1-1-1 0 0,1 1 1 0 0,0-1 0 0 0,-1 1 0 0 0,1 0 0 0 0,-1-1 0 0 0,1 1-1 0 0,0 0 1 0 0,-1-1 0 0 0,1 1 0 0 0,-1 0 0 0 0,1 0 0 0 0,-1-1-1 0 0,1 1 1 0 0,-2 0 0 0 0,-3 1-1165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12.2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74 113 376 0 0,'-2'7'108'0'0,"1"0"-1"0"0,0 0 1 0 0,0-1-1 0 0,1 1 1 0 0,0 0-1 0 0,0 0 1 0 0,0 0-1 0 0,1 0 1 0 0,0-1-1 0 0,1 1 1 0 0,-1 0-1 0 0,1-1 1 0 0,6 13-1 0 0,-6-16-91 0 0,-1 0-1 0 0,1-1 1 0 0,0 1-1 0 0,0-1 0 0 0,0 0 1 0 0,1 1-1 0 0,-1-1 1 0 0,1 0-1 0 0,-1 0 0 0 0,1-1 1 0 0,-1 1-1 0 0,1 0 1 0 0,0-1-1 0 0,0 0 0 0 0,0 0 1 0 0,0 0-1 0 0,0 0 1 0 0,0 0-1 0 0,0 0 1 0 0,0-1-1 0 0,0 1 0 0 0,0-1 1 0 0,1 0-1 0 0,-1 0 1 0 0,0 0-1 0 0,0-1 0 0 0,0 1 1 0 0,0-1-1 0 0,0 1 1 0 0,0-1-1 0 0,0 0 0 0 0,3-2 1 0 0,4 0 326 0 0,0-2 1 0 0,-1 1 0 0 0,0-1-1 0 0,0 0 1 0 0,-1-1-1 0 0,1 0 1 0 0,8-8 0 0 0,-13 11-33 0 0,0-1 1 0 0,0 0-1 0 0,0 0 1 0 0,0 0-1 0 0,0-1 1 0 0,-1 1-1 0 0,0-1 1 0 0,0 0 0 0 0,0 0-1 0 0,-1 0 1 0 0,0 0-1 0 0,0 0 1 0 0,0-1-1 0 0,2-8 1 0 0,-4 13-224 0 0,0 0 1 0 0,0 0 0 0 0,-1 0 0 0 0,1 0-1 0 0,0-1 1 0 0,-1 1 0 0 0,1 0-1 0 0,0 0 1 0 0,-1 0 0 0 0,0 0 0 0 0,1 0-1 0 0,-1 0 1 0 0,1 0 0 0 0,-1 0 0 0 0,0 1-1 0 0,0-1 1 0 0,1 0 0 0 0,-1 0-1 0 0,0 0 1 0 0,0 1 0 0 0,0-1 0 0 0,0 0-1 0 0,0 1 1 0 0,0-1 0 0 0,0 1-1 0 0,0-1 1 0 0,0 1 0 0 0,0 0 0 0 0,-1-1-1 0 0,1 1 1 0 0,0 0 0 0 0,0 0-1 0 0,0 0 1 0 0,0 0 0 0 0,0 0 0 0 0,-1 0-1 0 0,1 0 1 0 0,-2 0 0 0 0,-50 6 393 0 0,48-5-420 0 0,-33 7-177 0 0,-33 6-1763 0 0,66-13 1400 0 0,-1-1-1 0 0,1 1 0 0 0,-1-1 0 0 0,1-1 1 0 0,-1 1-1 0 0,1-1 0 0 0,-1 0 0 0 0,1 0 1 0 0,0-1-1 0 0,-7-2 0 0 0,10 3 239 0 0,-1-1-1 0 0,1 0 1 0 0,0 0 0 0 0,0 0-1 0 0,0-1 1 0 0,0 1 0 0 0,0 0-1 0 0,0-1 1 0 0,0 1-1 0 0,1-1 1 0 0,-1 0 0 0 0,1 1-1 0 0,0-1 1 0 0,0 0 0 0 0,-1-4-1 0 0,-9-42-1001 0 0,13 21 84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12.58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1 2345 0 0,'12'133'5606'0'0,"7"58"-3331"0"0,-12-146-3440 0 0,2 0 0 0 0,17 50 0 0 0,-27-118-3076 0 0,0 17 3745 0 0,3-2-802 0 0</inkml:trace>
  <inkml:trace contextRef="#ctx0" brushRef="#br0" timeOffset="1">5 175 1816 0 0,'-1'2'162'0'0,"0"0"0"0"0,0 0-1 0 0,1 1 1 0 0,-1-1-1 0 0,1 0 1 0 0,-1 1-1 0 0,1-1 1 0 0,0 1 0 0 0,0-1-1 0 0,0 1 1 0 0,0-1-1 0 0,1 0 1 0 0,-1 1-1 0 0,1-1 1 0 0,-1 0 0 0 0,1 1-1 0 0,0-1 1 0 0,0 0-1 0 0,0 0 1 0 0,0 1 0 0 0,0-1-1 0 0,1 0 1 0 0,-1 0-1 0 0,0 0 1 0 0,1-1-1 0 0,0 1 1 0 0,-1 0 0 0 0,1-1-1 0 0,0 1 1 0 0,0-1-1 0 0,0 1 1 0 0,0-1-1 0 0,0 0 1 0 0,0 0 0 0 0,1 0-1 0 0,-1 0 1 0 0,0 0-1 0 0,0 0 1 0 0,1 0-1 0 0,-1-1 1 0 0,4 1 0 0 0,2 0-44 0 0,-1 1 1 0 0,0-1 0 0 0,1-1 0 0 0,-1 0-1 0 0,0 0 1 0 0,1 0 0 0 0,-1-1 0 0 0,0 0-1 0 0,1 0 1 0 0,-1-1 0 0 0,0 0-1 0 0,11-4 1 0 0,-9 1-642 0 0,-1-1 1 0 0,0 0-1 0 0,-1 0 0 0 0,12-11 1 0 0,-17 16 265 0 0,0-1 0 0 0,0 0 0 0 0,0 0 0 0 0,-1 0 0 0 0,1 0 0 0 0,0 0 1 0 0,-1 0-1 0 0,0 0 0 0 0,1-1 0 0 0,-1 1 0 0 0,0 0 0 0 0,0-1 0 0 0,0 1 1 0 0,-1-1-1 0 0,1 1 0 0 0,0-1 0 0 0,-1 0 0 0 0,0 1 0 0 0,1-1 0 0 0,-1 0 1 0 0,-1-3-1 0 0,-2 1-1153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12.97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57 94 2841 0 0,'-2'27'1985'0'0,"1"0"0"0"0,2 34 1 0 0,2-31-3115 0 0,11 54 0 0 0,-13-89-2786 0 0,-5-31 3070 0 0,1 14-462 0 0</inkml:trace>
  <inkml:trace contextRef="#ctx0" brushRef="#br0" timeOffset="1">34 12 2032 0 0,'-3'5'270'0'0,"-1"0"0"0"0,0 1-1 0 0,1-1 1 0 0,0 1 0 0 0,1 0-1 0 0,-1 0 1 0 0,1 0 0 0 0,-2 7 0 0 0,3-10-35 0 0,0 0 0 0 0,0 1 1 0 0,0-1-1 0 0,1 1 0 0 0,-1-1 1 0 0,1 1-1 0 0,0 0 1 0 0,0-1-1 0 0,0 1 0 0 0,0-1 1 0 0,1 1-1 0 0,-1-1 1 0 0,1 1-1 0 0,0-1 0 0 0,2 7 1 0 0,-2-9-165 0 0,0 0 0 0 0,1 0 0 0 0,-1 0 0 0 0,0-1 0 0 0,0 1 0 0 0,0 0 1 0 0,1 0-1 0 0,-1-1 0 0 0,0 1 0 0 0,1-1 0 0 0,-1 1 0 0 0,1-1 0 0 0,-1 0 0 0 0,0 0 0 0 0,1 1 0 0 0,-1-1 1 0 0,1 0-1 0 0,-1 0 0 0 0,1 0 0 0 0,-1 0 0 0 0,1-1 0 0 0,-1 1 0 0 0,0 0 0 0 0,1-1 0 0 0,-1 1 1 0 0,1-1-1 0 0,-1 1 0 0 0,3-2 0 0 0,41-23 970 0 0,-37 20-752 0 0,45-31 1047 0 0,-39 25-865 0 0,1 1 0 0 0,0 0 0 0 0,1 1 0 0 0,0 1 0 0 0,0 0 0 0 0,18-5 0 0 0,-33 12-408 0 0,0 1-1 0 0,0 0 0 0 0,0 0 0 0 0,0-1 0 0 0,0 1 0 0 0,0 0 0 0 0,0 0 0 0 0,0 0 0 0 0,0 0 1 0 0,0 1-1 0 0,0-1 0 0 0,0 0 0 0 0,0 0 0 0 0,0 1 0 0 0,0-1 0 0 0,0 0 0 0 0,0 1 1 0 0,0-1-1 0 0,0 1 0 0 0,0-1 0 0 0,0 1 0 0 0,0 0 0 0 0,0-1 0 0 0,1 2 0 0 0,-1 1 14 0 0,1-1 1 0 0,0 0-1 0 0,-1 1 0 0 0,0-1 0 0 0,1 1 0 0 0,-1 0 0 0 0,0-1 0 0 0,0 1 1 0 0,0 4-1 0 0,2 8 7 0 0,-1 1 0 0 0,-1 27 1 0 0,0-29-84 0 0,-1-8-228 0 0,5 44-1050 0 0,6-24-4343 0 0,-16-35-161 0 0,0-4 3445 0 0,-9-15 1145 0 0,7 22 1015 0 0,1 0 0 0 0,-1 0 0 0 0,0 1-1 0 0,-12-7 1 0 0,7 7-979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13.3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88 37 1032 0 0,'-15'12'500'0'0,"1"2"-1"0"0,0 0 1 0 0,0 0 0 0 0,-17 33 3252 0 0,44-52-1843 0 0,21-12 154 0 0,-27 14-1312 0 0,13-6 128 0 0,1 0 0 0 0,0 2-1 0 0,0 0 1 0 0,25-3-1 0 0,89-8-1275 0 0,-134 18 93 0 0,1 0-1 0 0,-1 0 1 0 0,0 0-1 0 0,0-1 1 0 0,1 1-1 0 0,-1-1 1 0 0,0 1-1 0 0,0-1 1 0 0,1 1-1 0 0,-1-1 1 0 0,0 1 0 0 0,0-1-1 0 0,0 0 1 0 0,0 0-1 0 0,0 0 1 0 0,0 0-1 0 0,0 0 1 0 0,0 0-1 0 0,-1 0 1 0 0,1 0-1 0 0,0 0 1 0 0,0 0 0 0 0,-1 0-1 0 0,1 0 1 0 0,-1 0-1 0 0,1-1 1 0 0,-1 1-1 0 0,0 0 1 0 0,1 0-1 0 0,-1-1 1 0 0,0 1-1 0 0,0 0 1 0 0,0 0 0 0 0,0-1-1 0 0,0 1 1 0 0,0 0-1 0 0,0-1 1 0 0,0 1-1 0 0,0 0 1 0 0,-1-2-1 0 0,-2-11-2042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49.2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57 1 1640 0 0,'-2'3'487'0'0,"-1"0"0"0"0,1 1 0 0 0,0-1 0 0 0,0 0 0 0 0,1 1 0 0 0,-1 0 0 0 0,1-1 0 0 0,-1 1 0 0 0,1 0-1 0 0,0 0 1 0 0,1 0 0 0 0,-1 4 0 0 0,-3 9 2475 0 0,-2 4-1734 0 0,0-1 1 0 0,-3 42 0 0 0,3 102 138 0 0,5-68-966 0 0,-4 438 67 0 0,11-435-474 0 0,3 0 0 0 0,5-1 0 0 0,37 133 0 0 0,3-47-46 0 0,8-2 0 0 0,8-4 0 0 0,114 211 0 0 0,-53-172 49 0 0,27 52 345 0 0,-157-268-304 0 0,0 0 0 0 0,0 0-1 0 0,-1 1 1 0 0,1-1 0 0 0,0 0 0 0 0,-1 0 0 0 0,1 0 0 0 0,-1 0 0 0 0,1 1-1 0 0,-1-1 1 0 0,0 0 0 0 0,0 0 0 0 0,1 1 0 0 0,-1-1 0 0 0,0 0-1 0 0,0 0 1 0 0,0 1 0 0 0,0-1 0 0 0,-1 0 0 0 0,1 1 0 0 0,0-1-1 0 0,0 0 1 0 0,-1 2 0 0 0,0-2-13 0 0,0-1-1 0 0,0 1 1 0 0,0-1-1 0 0,-1 1 1 0 0,1-1-1 0 0,0 1 1 0 0,0-1-1 0 0,0 0 1 0 0,0 1-1 0 0,0-1 1 0 0,0 0-1 0 0,-1 0 1 0 0,1 0-1 0 0,0 0 1 0 0,0 0-1 0 0,0 0 1 0 0,0 0-1 0 0,-1-1 1 0 0,1 1-1 0 0,-1-1 1 0 0,-15-3 102 0 0,1-2 1 0 0,-26-12 0 0 0,30 13-63 0 0,-18-8 84 0 0,7 2-66 0 0,0 2-1 0 0,-26-7 0 0 0,44 14-64 0 0,0 1 0 0 0,-1 0-1 0 0,1 0 1 0 0,-1 0 0 0 0,1 1-1 0 0,-1 0 1 0 0,1 0 0 0 0,-1 0-1 0 0,1 1 1 0 0,-1-1 0 0 0,1 1-1 0 0,0 1 1 0 0,-1-1-1 0 0,1 1 1 0 0,-5 2 0 0 0,8-3-12 0 0,1-1 0 0 0,0 1 0 0 0,-1-1-1 0 0,1 1 1 0 0,0 0 0 0 0,-1 0 0 0 0,1 0 0 0 0,0 0 0 0 0,0 0 0 0 0,0 0 0 0 0,0 0 0 0 0,0 0 0 0 0,0 0 0 0 0,0 0 0 0 0,0 1-1 0 0,1-1 1 0 0,-1 0 0 0 0,0 1 0 0 0,1-1 0 0 0,-1 1 0 0 0,1-1 0 0 0,-1 0 0 0 0,1 1 0 0 0,0-1 0 0 0,0 1 0 0 0,-1-1 0 0 0,1 1-1 0 0,0-1 1 0 0,0 1 0 0 0,0-1 0 0 0,1 1 0 0 0,-1-1 0 0 0,0 1 0 0 0,1-1 0 0 0,-1 1 0 0 0,1-1 0 0 0,-1 0 0 0 0,1 1 0 0 0,0-1-1 0 0,-1 0 1 0 0,1 1 0 0 0,0-1 0 0 0,0 0 0 0 0,0 0 0 0 0,0 0 0 0 0,2 2 0 0 0,6 7 7 0 0,1 0 1 0 0,1 0-1 0 0,0-1 0 0 0,14 8 1 0 0,-5-2-16 0 0,19 21 70 0 0,-2 2 0 0 0,-1 1 0 0 0,-2 2 1 0 0,42 67-1 0 0,-47-236 1330 0 0,-16 89-1224 0 0,1 2 0 0 0,3-1 0 0 0,0 2 0 0 0,3 0 0 0 0,28-39 0 0 0,-46 72-149 0 0,0 0 0 0 0,0 0 0 0 0,0 1 0 0 0,1-1 0 0 0,-1 1 0 0 0,1-1 0 0 0,-1 1 0 0 0,1 0 0 0 0,0 0 0 0 0,0 0 0 0 0,0 0 0 0 0,5-1 0 0 0,-6 3-60 0 0,-1-1 0 0 0,1 2-1 0 0,0-1 1 0 0,0 0 0 0 0,0 0 0 0 0,-1 0-1 0 0,1 1 1 0 0,0-1 0 0 0,0 1 0 0 0,-1 0-1 0 0,1-1 1 0 0,0 1 0 0 0,-1 0 0 0 0,1 0-1 0 0,-1 0 1 0 0,1 0 0 0 0,-1 0 0 0 0,0 0-1 0 0,1 1 1 0 0,-1-1 0 0 0,0 0 0 0 0,0 1-1 0 0,0-1 1 0 0,2 3 0 0 0,-3-4-167 0 0,0 1 0 0 0,1 0 1 0 0,-1-1-1 0 0,1 1 0 0 0,-1-1 0 0 0,0 1 1 0 0,1-1-1 0 0,-1 1 0 0 0,1-1 1 0 0,0 0-1 0 0,-1 1 0 0 0,1-1 0 0 0,-1 0 1 0 0,1 1-1 0 0,-1-1 0 0 0,1 0 1 0 0,0 1-1 0 0,-1-1 0 0 0,1 0 0 0 0,0 0 1 0 0,-1 0-1 0 0,1 0 0 0 0,0 0 1 0 0,-1 0-1 0 0,1 0 0 0 0,0 0 0 0 0,-1 0 1 0 0,1 0-1 0 0,0 0 0 0 0,-1 0 1 0 0,1 0-1 0 0,0-1 0 0 0,-1 1 0 0 0,1 0 1 0 0,-1 0-1 0 0,1-1 0 0 0,0 1 0 0 0,0-1 1 0 0,13-23-9579 0 0,-10 11 6354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0.0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8 198 992 0 0,'-8'13'2891'0'0,"20"-10"-811"0"0,20-12 245 0 0,-17-1-1680 0 0,-1 0 0 0 0,0-1 0 0 0,-1 0-1 0 0,0-1 1 0 0,-1-1 0 0 0,18-23-1 0 0,-18 22-344 0 0,0 0-1 0 0,0 0 1 0 0,1 2-1 0 0,1-1 0 0 0,27-18 1 0 0,-39 31-253 0 0,-1-1 1 0 0,1 0-1 0 0,0 1 1 0 0,0 0-1 0 0,0-1 1 0 0,0 1-1 0 0,0 0 1 0 0,0 0-1 0 0,0 0 1 0 0,0 0-1 0 0,0 0 1 0 0,-1 0-1 0 0,1 1 0 0 0,0-1 1 0 0,0 1-1 0 0,0-1 1 0 0,0 1-1 0 0,-1 0 1 0 0,1 0-1 0 0,0 0 1 0 0,0 0-1 0 0,-1 0 1 0 0,1 0-1 0 0,-1 0 1 0 0,1 0-1 0 0,-1 1 1 0 0,1-1-1 0 0,-1 0 1 0 0,0 1-1 0 0,0-1 1 0 0,0 1-1 0 0,2 3 1 0 0,6 8 113 0 0,-1 0 1 0 0,13 28-1 0 0,-17-35-129 0 0,80 192-827 0 0,-63-130-2472 0 0,-5 1-3607 0 0,-17-52 4399 0 0,-10-19 1289 0 0,3-1 748 0 0,1 6-984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0.37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 1 3049 0 0,'-2'3'431'0'0,"1"1"0"0"0,0 0 0 0 0,0 0 0 0 0,0 0 1 0 0,0 0-1 0 0,1 0 0 0 0,-1-1 0 0 0,1 1 0 0 0,0 0 1 0 0,1 0-1 0 0,-1 0 0 0 0,1 0 0 0 0,-1 0 0 0 0,3 7 1 0 0,25 58-329 0 0,-12-36 188 0 0,4 23-260 0 0,8 17-1438 0 0,-5-26-4387 0 0,-14-34 3949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0.7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181 1 3097 0 0,'8'32'2291'0'0,"21"52"1"0"0,-4-12-1704 0 0,31 87-505 0 0,-92-176-6184 0 0,29 13 5614 0 0,-6 0-860 0 0</inkml:trace>
  <inkml:trace contextRef="#ctx0" brushRef="#br0" timeOffset="1">7 438 3073 0 0,'-6'8'3245'0'0,"14"-10"-57"0"0,15-12 9 0 0,15-8-2001 0 0,1 1 0 0 0,74-28 1 0 0,22-10-4646 0 0,-128 56 2287 0 0,-1-1 1 0 0,1 0-1 0 0,-1 0 1 0 0,0-1 0 0 0,0 1-1 0 0,0-1 1 0 0,-1 0-1 0 0,9-12 1 0 0,-6 10-741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1.14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52 1 2080 0 0,'0'0'187'0'0,"0"0"-1"0"0,-1 0 0 0 0,1 0 1 0 0,0 0-1 0 0,0 0 0 0 0,-1 0 0 0 0,1 0 1 0 0,-4 2 2980 0 0,4-2-2981 0 0,0 1 0 0 0,0-1 0 0 0,0 0 1 0 0,0 0-1 0 0,0 1 0 0 0,0-1 1 0 0,-1 0-1 0 0,1 0 0 0 0,0 1 0 0 0,0-1 1 0 0,0 0-1 0 0,0 0 0 0 0,0 1 1 0 0,-4 20 1579 0 0,1 26-2343 0 0,3-43 1046 0 0,-4 71-243 0 0,-1 38-613 0 0,10-39-5311 0 0,-12-104 1993 0 0,-6-39 3801 0 0,8 28 21 0 0,2 20 194 0 0,0 0-1 0 0,1-1 0 0 0,1 1 0 0 0,1 0 0 0 0,1-1 1 0 0,8-41-1 0 0,-9 63-208 0 0,0 0 1 0 0,0 0-1 0 0,0-1 0 0 0,0 1 1 0 0,0 0-1 0 0,0 0 0 0 0,0-1 1 0 0,0 1-1 0 0,0 0 1 0 0,1 0-1 0 0,-1-1 0 0 0,0 1 1 0 0,0 0-1 0 0,0 0 0 0 0,0 0 1 0 0,0-1-1 0 0,1 1 1 0 0,-1 0-1 0 0,0 0 0 0 0,0 0 1 0 0,0 0-1 0 0,1 0 0 0 0,-1-1 1 0 0,0 1-1 0 0,0 0 1 0 0,1 0-1 0 0,-1 0 0 0 0,0 0 1 0 0,0 0-1 0 0,1 0 0 0 0,-1 0 1 0 0,0 0-1 0 0,0 0 1 0 0,1 0-1 0 0,-1 0 0 0 0,0 0 1 0 0,0 0-1 0 0,1 0 0 0 0,-1 0 1 0 0,12 9 2019 0 0,14 24-907 0 0,-18-23-724 0 0,8 9-88 0 0,1-1-1 0 0,37 32 1 0 0,-47-45-547 0 0,0 0-1 0 0,0-1 1 0 0,0 0-1 0 0,1 0 1 0 0,11 4-1 0 0,-15-6-227 0 0,0-1-1 0 0,-1 0 1 0 0,1-1 0 0 0,0 1-1 0 0,0-1 1 0 0,0 1-1 0 0,0-1 1 0 0,0 0 0 0 0,0-1-1 0 0,0 1 1 0 0,-1-1 0 0 0,8-1-1 0 0,-10 1 220 0 0,-1 1-1 0 0,1 0 1 0 0,-1 0-1 0 0,1 0 0 0 0,0 0 1 0 0,-1-1-1 0 0,1 1 1 0 0,-1 0-1 0 0,1 0 1 0 0,-1-1-1 0 0,1 1 0 0 0,-1 0 1 0 0,1-1-1 0 0,-1 1 1 0 0,0-1-1 0 0,1 1 1 0 0,-1-1-1 0 0,1 1 0 0 0,-1-1 1 0 0,0 1-1 0 0,1-1 1 0 0,-1 1-1 0 0,0-1 1 0 0,0 1-1 0 0,1-1 0 0 0,-1 1 1 0 0,0-1-1 0 0,0 0 1 0 0,0 1-1 0 0,0-1 1 0 0,0 1-1 0 0,0-2 0 0 0,-1-1-1538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1.5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0 199 3873 0 0,'7'0'346'0'0,"-1"-1"0"0"0,1 0 1 0 0,-1 0-1 0 0,0-1 0 0 0,1 1 0 0 0,-1-1 1 0 0,0-1-1 0 0,0 1 0 0 0,-1-1 0 0 0,1 0 1 0 0,0-1-1 0 0,-1 1 0 0 0,5-5 0 0 0,11-9-286 0 0,34-38-1 0 0,-15 12 203 0 0,-18 20-460 0 0,-21 22 150 0 0,0 0 0 0 0,0 1 1 0 0,-1-1-1 0 0,1-1 0 0 0,0 1 1 0 0,0 0-1 0 0,-1 0 0 0 0,1 0 0 0 0,-1 0 1 0 0,1 0-1 0 0,-1-1 0 0 0,1 1 1 0 0,-1 0-1 0 0,0 0 0 0 0,0-1 1 0 0,0 1-1 0 0,1 0 0 0 0,-1 0 1 0 0,0-1-1 0 0,-1 1 0 0 0,1-2 1 0 0,-23 38-165 0 0,18-23 331 0 0,0 1 1 0 0,1 0 0 0 0,1 0-1 0 0,0 0 1 0 0,0 0-1 0 0,1 0 1 0 0,1 0 0 0 0,0 0-1 0 0,1 1 1 0 0,1-1 0 0 0,0 1-1 0 0,0-1 1 0 0,1 0-1 0 0,1 0 1 0 0,7 20 0 0 0,8 20-7 0 0,2-1 1 0 0,37 67 0 0 0,-44-93-498 0 0,-2-12-2233 0 0,-6-14-19 0 0,-4-11 761 0 0,-2 1 10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1.8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25 4865 0 0,'23'33'5855'0'0,"-9"9"-3425"0"0,0 52-2810 0 0,-5-23 699 0 0,-8-65-302 0 0,0 0-35 0 0,0 1 0 0 0,1-1 0 0 0,0 1 0 0 0,0-1 0 0 0,5 9 0 0 0,-7-15 7 0 0,1 1 1 0 0,-1 0 0 0 0,1 0-1 0 0,-1-1 1 0 0,1 1 0 0 0,0 0-1 0 0,-1 0 1 0 0,1-1-1 0 0,0 1 1 0 0,0-1 0 0 0,-1 1-1 0 0,1-1 1 0 0,0 1 0 0 0,0-1-1 0 0,0 1 1 0 0,0-1 0 0 0,0 0-1 0 0,0 1 1 0 0,0-1 0 0 0,-1 0-1 0 0,1 0 1 0 0,0 0 0 0 0,0 0-1 0 0,0 0 1 0 0,0 0-1 0 0,0 0 1 0 0,0 0 0 0 0,0 0-1 0 0,0 0 1 0 0,0-1 0 0 0,0 1-1 0 0,0 0 1 0 0,0 0 0 0 0,-1-1-1 0 0,1 1 1 0 0,0-1 0 0 0,0 1-1 0 0,0-1 1 0 0,0 1-1 0 0,-1-1 1 0 0,1 0 0 0 0,0 1-1 0 0,-1-1 1 0 0,1 0 0 0 0,0 0-1 0 0,28-21-207 0 0,-2-1-1 0 0,-1-1 1 0 0,-1-2-1 0 0,0 0 1 0 0,21-33-1 0 0,-43 53-346 0 0,0 1-1 0 0,0-2 0 0 0,-1 1 1 0 0,1 0-1 0 0,-2 0 0 0 0,1-1 1 0 0,-1 1-1 0 0,0-1 0 0 0,0 0 0 0 0,0 1 1 0 0,-1-1-1 0 0,0 0 0 0 0,-1 1 1 0 0,1-1-1 0 0,-1 1 0 0 0,-3-11 1 0 0,3-4-813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2.2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2905 0 0,'12'30'9672'0'0,"-4"35"-8503"0"0,-6-40 2 0 0,6 30-151 0 0,19 74 1 0 0,5-39-2713 0 0,-24-74-324 0 0,0 0 0 0 0,1 0 0 0 0,12 15 0 0 0,-15-26-2761 0 0,-4-8 2872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2.6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44 59 2304 0 0,'16'103'3388'0'0,"27"49"-2658"0"0,-43-152-731 0 0,4 13-1224 0 0,-6-20-838 0 0,-11-25 629 0 0,-2 11 971 0 0,6 2-549 0 0</inkml:trace>
  <inkml:trace contextRef="#ctx0" brushRef="#br0" timeOffset="1">10 105 688 0 0,'0'0'93'0'0,"-1"0"-1"0"0,1 0 1 0 0,0 0-1 0 0,-1 0 0 0 0,1 0 1 0 0,0 0-1 0 0,-1 0 1 0 0,1 0-1 0 0,-1-1 1 0 0,1 1-1 0 0,0 0 1 0 0,-1 0-1 0 0,1 0 1 0 0,0 0-1 0 0,-1-1 0 0 0,1 1 1 0 0,0 0-1 0 0,0 0 1 0 0,-1-1-1 0 0,1 1 1 0 0,0 0-1 0 0,0 0 1 0 0,-1-1-1 0 0,1 1 1 0 0,0 0-1 0 0,0-1 1 0 0,0 1-1 0 0,-1 0 0 0 0,1-1 1 0 0,0 1-1 0 0,0-1 1 0 0,0 1-1 0 0,0 0 1 0 0,0-1-1 0 0,0 1 1 0 0,0 0-1 0 0,0-1 1 0 0,0 1-1 0 0,0-1 1 0 0,0 1-1 0 0,0 0 0 0 0,0-1 1 0 0,0 1-1 0 0,0 0 1 0 0,0-1-1 0 0,1 1 1 0 0,-1 0-1 0 0,0-1 1 0 0,0 1-1 0 0,0 0 1 0 0,0-1-1 0 0,1 1 0 0 0,-1 0 1 0 0,0-1-1 0 0,0 1 1 0 0,1 0-1 0 0,-1 0 1 0 0,0-1-1 0 0,1 1 1 0 0,-1 0-1 0 0,0 0 1 0 0,1 0-1 0 0,-1-1 1 0 0,0 1-1 0 0,1 0 0 0 0,-1 0 1 0 0,1 0-1 0 0,32-12 3624 0 0,-20 9-2842 0 0,45-28 1389 0 0,-47 23-1887 0 0,1 2 1 0 0,0 0-1 0 0,0 0 1 0 0,22-7 0 0 0,-29 12-347 0 0,-1 0 1 0 0,1 1 0 0 0,0-1-1 0 0,-1 1 1 0 0,1 0 0 0 0,0 0-1 0 0,-1 1 1 0 0,1-1-1 0 0,0 1 1 0 0,-1 0 0 0 0,1 0-1 0 0,-1 1 1 0 0,1-1 0 0 0,-1 1-1 0 0,1 0 1 0 0,-1 0 0 0 0,6 4-1 0 0,24 20-2205 0 0,-31-24 1335 0 0,-1 0 0 0 0,0 0 0 0 0,1 1 0 0 0,-1-1 0 0 0,0 1 0 0 0,-1 0 0 0 0,1 0 0 0 0,0-1 0 0 0,-1 1-1 0 0,3 6 1 0 0,-8-5-1416 0 0,1-3 1604 0 0,-2 3-862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2.98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17 201 2312 0 0,'0'0'184'0'0,"-1"0"0"0"0,1 1 0 0 0,-1-1 0 0 0,1 0 0 0 0,-1 0 0 0 0,0 0 0 0 0,1 0 0 0 0,-1 0 0 0 0,1 0-1 0 0,-1 0 1 0 0,0 0 0 0 0,1 0 0 0 0,-1-1 0 0 0,1 1 0 0 0,-1 0 0 0 0,1 0 0 0 0,-1 0 0 0 0,1-1-1 0 0,-1 1 1 0 0,0 0 0 0 0,1-1 0 0 0,-1 1 0 0 0,1 0 0 0 0,0-1 0 0 0,-1 1 0 0 0,1 0 0 0 0,-1-1-1 0 0,1 1 1 0 0,0-1 0 0 0,-1 1 0 0 0,0-2 0 0 0,14-19 2837 0 0,1 8-2592 0 0,1 1-1 0 0,0 0 0 0 0,0 1 0 0 0,2 1 0 0 0,-1 0 1 0 0,1 1-1 0 0,0 1 0 0 0,31-11 0 0 0,12-6-2146 0 0,-58 24 1153 0 0,0 0 0 0 0,0 0 0 0 0,0-1 0 0 0,0 1 0 0 0,0-1 0 0 0,0 1 0 0 0,0-1 1 0 0,0 0-1 0 0,-1 0 0 0 0,1 0 0 0 0,-1 0 0 0 0,1 0 0 0 0,-1 0 0 0 0,0 0 1 0 0,1 0-1 0 0,-1-1 0 0 0,0-2 0 0 0,1-4-1917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3.5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72 82 1848 0 0,'-3'2'179'0'0,"0"-1"-1"0"0,1 1 1 0 0,-1 0 0 0 0,1 0-1 0 0,-1 0 1 0 0,1 0-1 0 0,0 0 1 0 0,-1 1-1 0 0,1-1 1 0 0,1 1-1 0 0,-1-1 1 0 0,0 1-1 0 0,1 0 1 0 0,-1 0-1 0 0,1-1 1 0 0,0 1-1 0 0,-2 5 1 0 0,1 0-84 0 0,1-1-1 0 0,0 0 1 0 0,0 1-1 0 0,1-1 1 0 0,0 0 0 0 0,1 1-1 0 0,1 9 1 0 0,3 8-78 0 0,1 0-1 0 0,1 0 1 0 0,13 31-1 0 0,-15-43 24 0 0,1 1 0 0 0,1-1 1 0 0,-1 0-1 0 0,2-1 0 0 0,0 0 0 0 0,13 16 0 0 0,-19-26-6 0 0,0 0-1 0 0,0 0 0 0 0,0 0 1 0 0,0-1-1 0 0,0 1 1 0 0,0 0-1 0 0,0-1 1 0 0,0 0-1 0 0,1 1 1 0 0,-1-1-1 0 0,0 0 1 0 0,1 0-1 0 0,-1-1 1 0 0,1 1-1 0 0,0 0 1 0 0,-1-1-1 0 0,1 1 1 0 0,-1-1-1 0 0,1 0 1 0 0,0 0-1 0 0,-1 0 1 0 0,1 0-1 0 0,-1-1 1 0 0,1 1-1 0 0,0-1 0 0 0,-1 1 1 0 0,1-1-1 0 0,-1 0 1 0 0,1 0-1 0 0,-1 0 1 0 0,0 0-1 0 0,1-1 1 0 0,-1 1-1 0 0,0-1 1 0 0,0 1-1 0 0,0-1 1 0 0,0 0-1 0 0,0 0 1 0 0,0 0-1 0 0,-1 0 1 0 0,1 0-1 0 0,1-2 1 0 0,6-8 293 0 0,-1 1 1 0 0,-1-1 0 0 0,0 0 0 0 0,0-1-1 0 0,-1 1 1 0 0,-1-1 0 0 0,0-1 0 0 0,-1 1-1 0 0,0-1 1 0 0,-1 1 0 0 0,-1-1-1 0 0,0 0 1 0 0,-1 0 0 0 0,0 0 0 0 0,-1 0-1 0 0,-4-25 1 0 0,3 29-185 0 0,-1-1 0 0 0,0 1 0 0 0,-1 1-1 0 0,0-1 1 0 0,0 0 0 0 0,-1 1 0 0 0,-1 0 0 0 0,1-1-1 0 0,-2 2 1 0 0,-9-14 0 0 0,10 16-71 0 0,0 1 0 0 0,0-1 0 0 0,-1 1 0 0 0,1 1 0 0 0,-1-1 0 0 0,0 1 0 0 0,-1 0 0 0 0,1 1 0 0 0,-1-1 0 0 0,0 1 1 0 0,0 0-1 0 0,0 1 0 0 0,0 0 0 0 0,0 0 0 0 0,-13-1 0 0 0,15 2-183 0 0,-1 1-1 0 0,1 0 1 0 0,-1 1 0 0 0,1-1 0 0 0,-1 1 0 0 0,1 0 0 0 0,-1 0 0 0 0,1 1-1 0 0,0 0 1 0 0,0 0 0 0 0,0 0 0 0 0,0 0 0 0 0,0 1 0 0 0,0 0 0 0 0,0 0 0 0 0,1 0-1 0 0,0 0 1 0 0,-1 1 0 0 0,-4 6 0 0 0,6-7-269 0 0,0 0-1 0 0,0 0 1 0 0,1 1 0 0 0,-1-1 0 0 0,1 1-1 0 0,0 0 1 0 0,0 0 0 0 0,0 0 0 0 0,1 0-1 0 0,-1 0 1 0 0,1 0 0 0 0,0 0 0 0 0,0 1-1 0 0,0-1 1 0 0,1 0 0 0 0,0 1 0 0 0,0-1-1 0 0,0 0 1 0 0,0 1 0 0 0,0-1 0 0 0,1 0-1 0 0,0 0 1 0 0,0 1 0 0 0,0-1 0 0 0,2 4-1 0 0,3 3-940 0 0,3-2-597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3.89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3761 0 0,'19'68'6343'0'0,"12"34"-3587"0"0,3 7-1782 0 0,43 121-128 0 0,-10-33-3954 0 0,-59-163 119 0 0,-9-23-260 0 0,-9-19 50 0 0,3-3 1512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4.26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39 1 4113 0 0,'-2'1'327'0'0,"-1"1"0"0"0,0 0 0 0 0,1 0 1 0 0,-1 0-1 0 0,1 1 0 0 0,-1-1 0 0 0,1 1 0 0 0,0-1 1 0 0,0 1-1 0 0,0 0 0 0 0,1-1 0 0 0,-1 1 0 0 0,1 0 1 0 0,-1 0-1 0 0,1 0 0 0 0,-1 4 0 0 0,1-1-97 0 0,0 0 0 0 0,0 0 1 0 0,1 0-1 0 0,-1 0 0 0 0,2 0 0 0 0,-1 0 0 0 0,1 0 0 0 0,1 8 0 0 0,4 10-183 0 0,2-1 0 0 0,0-1 0 0 0,17 34 0 0 0,-18-42 127 0 0,58 107-3355 0 0,-36-69-1378 0 0,-26-38 1990 0 0,0-10 1042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4.66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4001 0 0,'58'65'4750'0'0,"-44"-46"-4388"0"0,-1 1 0 0 0,-1 0 0 0 0,13 33 1 0 0,12 28 334 0 0,-14-36-528 0 0,-3 0-1 0 0,-1 2 1 0 0,-3 0-1 0 0,21 98 1 0 0,-36-140-159 0 0,0-1 0 0 0,-1 1 0 0 0,0 0-1 0 0,1-1 1 0 0,-2 1 0 0 0,1 0 0 0 0,0-1 0 0 0,-1 1 0 0 0,0 0 0 0 0,0-1 0 0 0,0 1 0 0 0,-1-1 0 0 0,0 1-1 0 0,0-1 1 0 0,0 0 0 0 0,0 0 0 0 0,0 0 0 0 0,-1 0 0 0 0,0 0 0 0 0,0 0 0 0 0,0-1 0 0 0,0 1 0 0 0,0-1-1 0 0,-1 0 1 0 0,-5 4 0 0 0,3-4-17 0 0,-1 0 0 0 0,1 0 0 0 0,-1-1 0 0 0,0 1 0 0 0,0-2 0 0 0,0 1 0 0 0,0-1 0 0 0,0 0-1 0 0,0 0 1 0 0,-1-1 0 0 0,1 0 0 0 0,0 0 0 0 0,0-1 0 0 0,0 0 0 0 0,-14-3 0 0 0,13 2 20 0 0,0 0-1 0 0,0 0 1 0 0,1-1 0 0 0,-1 0-1 0 0,-13-8 1 0 0,20 11 15 0 0,-1-1 0 0 0,1 0 0 0 0,0 0 1 0 0,-1-1-1 0 0,1 1 0 0 0,0 0 0 0 0,0 0 0 0 0,0-1 0 0 0,0 1 0 0 0,0 0 0 0 0,0-1 0 0 0,0 1 1 0 0,0-1-1 0 0,1 1 0 0 0,-1-1 0 0 0,1 1 0 0 0,-1-1 0 0 0,1 0 0 0 0,-1 1 0 0 0,1-1 1 0 0,0 0-1 0 0,0 1 0 0 0,0-1 0 0 0,0 0 0 0 0,0 0 0 0 0,0 1 0 0 0,0-1 0 0 0,1 0 1 0 0,-1 1-1 0 0,1-1 0 0 0,-1 1 0 0 0,1-1 0 0 0,1-2 0 0 0,8-19 387 0 0,2 0 0 0 0,0 1-1 0 0,1 0 1 0 0,21-24 0 0 0,-1 6-2513 0 0,3 0-3751 0 0,-12 6 1155 0 0,-17 19 2833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5.0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2673 0 0,'5'16'5379'0'0,"15"15"-2924"0"0,-6-9-1165 0 0,26 62 589 0 0,32 104 0 0 0,31 66-6333 0 0,-102-247-1318 0 0,-8-19 2661 0 0,1 0 1389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5.3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3593 0 0,'18'56'6327'0'0,"-9"3"-5811"0"0,2 11-4740 0 0,-9-53 929 0 0,-5-9 1034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5.7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1 140 3105 0 0,'0'-5'4177'0'0,"8"-11"-2315"0"0,16-15 42 0 0,-3 13-928 0 0,-13 10-820 0 0,0 1 1 0 0,1-1-1 0 0,-1 1 1 0 0,2 1 0 0 0,-1 0-1 0 0,0 0 1 0 0,1 1-1 0 0,0 0 1 0 0,1 1-1 0 0,10-4 1 0 0,-19 9-142 0 0,0-1 0 0 0,0 0 1 0 0,-1 1-1 0 0,1-1 0 0 0,0 1 1 0 0,0-1-1 0 0,-1 1 1 0 0,1 0-1 0 0,0 0 0 0 0,-1 0 1 0 0,1 0-1 0 0,-1 0 0 0 0,1 0 1 0 0,-1 0-1 0 0,1 1 0 0 0,-1-1 1 0 0,0 0-1 0 0,0 1 1 0 0,0-1-1 0 0,0 1 0 0 0,0-1 1 0 0,0 1-1 0 0,0 0 0 0 0,0-1 1 0 0,0 1-1 0 0,-1 0 0 0 0,1 0 1 0 0,-1-1-1 0 0,1 1 1 0 0,-1 0-1 0 0,0 0 0 0 0,0 3 1 0 0,6 64-1484 0 0,-6-65 1315 0 0,0 12-215 0 0,0 1 0 0 0,-1-1 1 0 0,-1 1-1 0 0,0-1 0 0 0,-1 0 0 0 0,-1 1 0 0 0,-1-2 1 0 0,0 1-1 0 0,-10 20 0 0 0,15-36 373 0 0,0 0 0 0 0,0 0 0 0 0,0 0 0 0 0,0 0-1 0 0,0 0 1 0 0,0-1 0 0 0,0 1 0 0 0,0 0 0 0 0,0 0 0 0 0,0 0 0 0 0,0 0 0 0 0,-1 0 0 0 0,1 0 0 0 0,0 0 0 0 0,0 0-1 0 0,0-1 1 0 0,0 1 0 0 0,0 0 0 0 0,0 0 0 0 0,0 0 0 0 0,-1 0 0 0 0,1 0 0 0 0,0 0 0 0 0,0 0 0 0 0,0 0-1 0 0,0 0 1 0 0,0 0 0 0 0,0 0 0 0 0,-1 0 0 0 0,1 0 0 0 0,0 0 0 0 0,0 0 0 0 0,0 0 0 0 0,0 0 0 0 0,0 0 0 0 0,0 0-1 0 0,-1 0 1 0 0,1 0 0 0 0,0 0 0 0 0,0 0 0 0 0,0 0 0 0 0,0 0 0 0 0,0 1 0 0 0,0-1 0 0 0,0 0 0 0 0,-1 0 0 0 0,1 0-1 0 0,0 0 1 0 0,0 0 0 0 0,0 0 0 0 0,0 0 0 0 0,0 0 0 0 0,0 0 0 0 0,0 1 0 0 0,0-1 0 0 0,0 0 0 0 0,0 0 0 0 0,0 0-1 0 0,0 0 1 0 0,0 0 0 0 0,0 0 0 0 0,0 1 0 0 0,0-1 0 0 0,0 0 0 0 0,0 0 0 0 0,0 0 0 0 0,0 0 0 0 0,0 0 0 0 0,-1-16 409 0 0,5-20 477 0 0,-2 27-620 0 0,1 1-1 0 0,0 0 0 0 0,1 0 1 0 0,0 1-1 0 0,0-1 0 0 0,0 1 1 0 0,1 0-1 0 0,0 0 0 0 0,1 0 1 0 0,0 1-1 0 0,0-1 0 0 0,0 1 1 0 0,0 1-1 0 0,1-1 0 0 0,0 1 0 0 0,14-7 1 0 0,-16 9-255 0 0,0 1-1 0 0,1 0 1 0 0,-1-1 0 0 0,1 2 0 0 0,0-1-1 0 0,-1 1 1 0 0,1 0 0 0 0,0 0 0 0 0,0 0-1 0 0,0 1 1 0 0,0 0 0 0 0,0 0 0 0 0,0 0-1 0 0,0 1 1 0 0,0 0 0 0 0,-1 0 0 0 0,1 1-1 0 0,0-1 1 0 0,0 1 0 0 0,-1 1 0 0 0,1-1-1 0 0,-1 1 1 0 0,0 0 0 0 0,0 0 0 0 0,5 4-1 0 0,1 7-2702 0 0,-11-12 2224 0 0,0-1 0 0 0,0 0-1 0 0,0 0 1 0 0,1 0 0 0 0,-1 0 0 0 0,-1 0-1 0 0,1 1 1 0 0,0-1 0 0 0,0 0-1 0 0,0 0 1 0 0,-1 0 0 0 0,1 0 0 0 0,0 0-1 0 0,-1 0 1 0 0,1 1 0 0 0,-1-1-1 0 0,1 0 1 0 0,-1 0 0 0 0,0-1 0 0 0,0 2-1 0 0,-4 5-2003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6.15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1 310 3425 0 0,'73'-47'6038'0'0,"53"-37"-3633"0"0,-92 58-2213 0 0,-2-1 0 0 0,0-2 0 0 0,32-39 0 0 0,-40 41-1019 0 0,-21 26 312 0 0,-13 18 521 0 0,-5 6-54 0 0,6-10 255 0 0,1 1-1 0 0,0-1 0 0 0,-10 24 1 0 0,16-31-124 0 0,1 0 0 0 0,-1 0 0 0 0,1 0 0 0 0,0 0 0 0 0,0 0 1 0 0,1 1-1 0 0,0-1 0 0 0,0 0 0 0 0,1 0 0 0 0,-1 0 0 0 0,1 0 1 0 0,3 11-1 0 0,7 12-86 0 0,1 0 0 0 0,1-1 0 0 0,2-1 0 0 0,25 36 1 0 0,4 10-1004 0 0,-34-55 389 0 0,-7-10-106 0 0,1-1 1 0 0,0 1 0 0 0,0-1 0 0 0,1 0 0 0 0,0-1 0 0 0,0 1 0 0 0,8 7 0 0 0,-12-14 660 0 0,-1 0 1 0 0,0 1-1 0 0,0-1 0 0 0,1 0 1 0 0,-1 0-1 0 0,0 0 0 0 0,1 0 0 0 0,-1 0 1 0 0,0 0-1 0 0,0 0 0 0 0,1 0 0 0 0,-1 0 1 0 0,0 1-1 0 0,1-1 0 0 0,-1 0 0 0 0,0 0 1 0 0,1 0-1 0 0,-1-1 0 0 0,0 1 0 0 0,0 0 1 0 0,1 0-1 0 0,-1 0 0 0 0,0 0 0 0 0,1 0 1 0 0,-1 0-1 0 0,0 0 0 0 0,0 0 0 0 0,1-1 1 0 0,-1 1-1 0 0,0 0 0 0 0,0 0 0 0 0,1 0 1 0 0,-1-1-1 0 0,0 1 0 0 0,0 0 0 0 0,0 0 1 0 0,1-1-1 0 0,-1 1 0 0 0,0 0 0 0 0,0 0 1 0 0,0-1-1 0 0,0 1 0 0 0,0 0 0 0 0,1 0 1 0 0,-1-1-1 0 0,0 1 0 0 0,0 0 0 0 0,0-1 1 0 0,0 1-1 0 0,0 0 0 0 0,0-1 1 0 0,0 1-1 0 0,0 0 0 0 0,0-1 0 0 0,0 1 1 0 0,0 0-1 0 0,0 0 0 0 0,-1-1 0 0 0,1 1 1 0 0,0 0-1 0 0,0-1 0 0 0,0 1 0 0 0,0 0 1 0 0,0 0-1 0 0,0-1 0 0 0,-1 1 0 0 0,1-11-1226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6.51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1 188 2817 0 0,'9'4'8243'0'0,"2"8"-4233"0"0,10 8-3844 0 0,-20-19-441 0 0,0 0 0 0 0,0 0 1 0 0,1 0-1 0 0,-1 0 0 0 0,1 0 1 0 0,-1-1-1 0 0,1 1 0 0 0,-1 0 1 0 0,1-1-1 0 0,0 1 0 0 0,-1-1 1 0 0,1 0-1 0 0,-1 1 0 0 0,1-1 0 0 0,0 0 1 0 0,0 0-1 0 0,-1 0 0 0 0,1 0 1 0 0,0 0-1 0 0,-1 0 0 0 0,1-1 1 0 0,0 1-1 0 0,1-1 0 0 0,-2 0 34 0 0,0 1-1 0 0,-1-1 1 0 0,1 1-1 0 0,-1-1 1 0 0,1 1 0 0 0,-1-1-1 0 0,1 1 1 0 0,-1-1-1 0 0,1 0 1 0 0,-1 1-1 0 0,0-1 1 0 0,1 0 0 0 0,-1 1-1 0 0,0-1 1 0 0,1 0-1 0 0,-1 0 1 0 0,0 1-1 0 0,0-1 1 0 0,0 0-1 0 0,0 0 1 0 0,0 0 0 0 0,0 1-1 0 0,0-1 1 0 0,0 0-1 0 0,0 0 1 0 0,0-1-1 0 0,-1-6-1490 0 0</inkml:trace>
  <inkml:trace contextRef="#ctx0" brushRef="#br0" timeOffset="1">257 0 2304 0 0,'2'2'500'0'0,"0"1"-1"0"0,1-1 0 0 0,-1 1 0 0 0,0-1 0 0 0,-1 1 0 0 0,1 0 0 0 0,0-1 1 0 0,-1 1-1 0 0,1 0 0 0 0,-1 0 0 0 0,0 0 0 0 0,0 0 0 0 0,0 1 0 0 0,0 3 0 0 0,0-2-451 0 0,0-1-1 0 0,1 0 1 0 0,-1 0-1 0 0,1 1 1 0 0,0-1-1 0 0,0 0 0 0 0,0-1 1 0 0,3 5-1 0 0,-5-8-171 0 0,0 1-1 0 0,1-1 1 0 0,-1 0 0 0 0,0 1-1 0 0,0-1 1 0 0,0 0 0 0 0,0 1-1 0 0,1-1 1 0 0,-1 0 0 0 0,0 1-1 0 0,0-1 1 0 0,1 0 0 0 0,-1 0-1 0 0,0 1 1 0 0,0-1 0 0 0,1 0-1 0 0,-1 0 1 0 0,0 1 0 0 0,1-1-1 0 0,-1 0 1 0 0,0 0-1 0 0,1 0 1 0 0,-1 0 0 0 0,0 0-1 0 0,1 1 1 0 0,-1-1 0 0 0,0 0-1 0 0,1 0 1 0 0,-1 0 0 0 0,0 0-1 0 0,1 0 1 0 0,-1 0 0 0 0,1 0-1 0 0,-1 0 1 0 0,0 0 0 0 0,1-1-1 0 0,-1 1 1 0 0,0 0 0 0 0,1 0-1 0 0,-1 0 1 0 0,0 0 0 0 0,1 0-1 0 0,-1-1 1 0 0,0 1-1 0 0,1 0 1 0 0,-1 0 0 0 0,0 0-1 0 0,0-1 1 0 0,1 1 0 0 0,-1 0-1 0 0,0 0 1 0 0,0-1 0 0 0,1 1-1 0 0,-1 0 1 0 0,0-1 0 0 0,0 1-1 0 0,0 0 1 0 0,0-1 0 0 0,0 1-1 0 0,1 0 1 0 0,-1-1 0 0 0,0-5-1817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6.91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2721 0 0,'3'2'843'0'0,"0"0"1"0"0,0 0-1 0 0,0 0 0 0 0,0 0 1 0 0,0 0-1 0 0,-1 1 1 0 0,1-1-1 0 0,4 6 1 0 0,11 24 542 0 0,-15-25-2044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8.6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16 2721 0 0,'0'1'221'0'0,"0"-1"0"0"0,0 1 0 0 0,-1-1 1 0 0,1 0-1 0 0,0 1 0 0 0,0-1 1 0 0,0 1-1 0 0,0 0 0 0 0,0-1 1 0 0,0 1-1 0 0,0-1 0 0 0,0 1 0 0 0,0-1 1 0 0,0 1-1 0 0,0-1 0 0 0,0 1 1 0 0,0-1-1 0 0,0 1 0 0 0,0-1 1 0 0,0 1-1 0 0,1-1 0 0 0,-1 1 1 0 0,0-1-1 0 0,0 1 0 0 0,1-1 0 0 0,-1 0 1 0 0,0 1-1 0 0,1-1 0 0 0,-1 1 1 0 0,0-1-1 0 0,1 0 0 0 0,-1 1 1 0 0,1-1-1 0 0,-1 0 0 0 0,0 1 0 0 0,1-1 1 0 0,0 0-1 0 0,26 1 2391 0 0,34-17-2699 0 0,-57 14 516 0 0,-2 2-415 0 0,6-4-3 0 0,0 2 0 0 0,1-1 0 0 0,0 1 1 0 0,-1 0-1 0 0,1 1 0 0 0,9 0 0 0 0,-16 1-84 0 0,0 0 1 0 0,0 0 0 0 0,-1 0 0 0 0,1 1-1 0 0,0-1 1 0 0,0 1 0 0 0,-1-1-1 0 0,1 1 1 0 0,-1 0 0 0 0,1 0 0 0 0,0 0-1 0 0,-1-1 1 0 0,1 1 0 0 0,-1 1-1 0 0,0-1 1 0 0,1 0 0 0 0,-1 0 0 0 0,0 0-1 0 0,0 1 1 0 0,0-1 0 0 0,0 1-1 0 0,0-1 1 0 0,0 1 0 0 0,0-1 0 0 0,0 1-1 0 0,-1-1 1 0 0,1 1 0 0 0,0 0-1 0 0,-1 0 1 0 0,0-1 0 0 0,1 1 0 0 0,-1 0-1 0 0,0-1 1 0 0,0 1 0 0 0,0 0-1 0 0,0 3 1 0 0,-1 17-417 0 0,-1-1 0 0 0,-1 1 0 0 0,0-1 0 0 0,-2 1 0 0 0,0-1 0 0 0,-14 32-1 0 0,12-30 781 0 0,11-27-6 0 0,1 1 0 0 0,-1 0 0 0 0,1 0 0 0 0,0 0-1 0 0,1 1 1 0 0,-1 0 0 0 0,0 0 0 0 0,1 0 0 0 0,-1 0-1 0 0,8 0 1 0 0,-5-1 3 0 0,15-3 248 0 0,-9 0-335 0 0,1 2-1 0 0,-1 0 0 0 0,1 0 0 0 0,0 2 0 0 0,0 0 0 0 0,0 0 1 0 0,1 2-1 0 0,15 0 0 0 0,-30 0-169 0 0,0 0 0 0 0,0 1 0 0 0,-1-1 0 0 0,1 0 0 0 0,0 0-1 0 0,-1 1 1 0 0,1-1 0 0 0,0 0 0 0 0,-1 1 0 0 0,1-1 0 0 0,0 0 0 0 0,-1 1 0 0 0,1-1 0 0 0,-1 1 0 0 0,1-1 0 0 0,0 1 0 0 0,-1-1-1 0 0,1 1 1 0 0,-1 0 0 0 0,0-1 0 0 0,1 1 0 0 0,-1 0 0 0 0,1-1 0 0 0,-1 1 0 0 0,0 0 0 0 0,0-1 0 0 0,1 1 0 0 0,-1 0-1 0 0,0 0 1 0 0,0 0 0 0 0,-6 29 310 0 0,-24 22-609 0 0,-123 174-3153 0 0,141-211 2690 0 0,16-26-1710 0 0,17-27-1932 0 0,-4 12 2260 0 0,-8 12 474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9.3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912 770 1112 0 0,'-3'7'493'0'0,"1"0"1"0"0,-1 0-1 0 0,-1 0 0 0 0,1 0 0 0 0,-1-1 0 0 0,0 0 1 0 0,-1 1-1 0 0,1-1 0 0 0,-1-1 0 0 0,-1 1 0 0 0,1-1 0 0 0,-12 9 1 0 0,-9 5 235 0 0,-50 27 0 0 0,24-15-172 0 0,26-14-186 0 0,0-1-1 0 0,-1-2 0 0 0,-50 21 0 0 0,67-32-306 0 0,0 0 0 0 0,0-1-1 0 0,-1 0 1 0 0,1-1-1 0 0,-1 0 1 0 0,1 0 0 0 0,-1-1-1 0 0,1 0 1 0 0,-1-1-1 0 0,1-1 1 0 0,-1 1 0 0 0,1-2-1 0 0,0 1 1 0 0,-16-7 0 0 0,3-1 58 0 0,0-2 0 0 0,0 0 0 0 0,1-1 0 0 0,0-1 0 0 0,1-2 1 0 0,1 0-1 0 0,1-1 0 0 0,0 0 0 0 0,1-2 0 0 0,1 0 0 0 0,1-1 0 0 0,1-1 1 0 0,0-1-1 0 0,2 0 0 0 0,0 0 0 0 0,2-1 0 0 0,1-1 0 0 0,0 0 1 0 0,2 0-1 0 0,1-1 0 0 0,0 0 0 0 0,2 0 0 0 0,1-1 0 0 0,-1-42 1 0 0,6 51-60 0 0,1 0 1 0 0,1 1 0 0 0,1-1 0 0 0,0 1 0 0 0,1-1-1 0 0,1 1 1 0 0,0 0 0 0 0,1 1 0 0 0,1 0 0 0 0,0 0 0 0 0,1 1-1 0 0,1-1 1 0 0,15-16 0 0 0,12-11 360 0 0,2 1 0 0 0,74-60 0 0 0,-102 92-314 0 0,0 0 0 0 0,1 1 0 0 0,0 0 0 0 0,0 1 0 0 0,0 0 0 0 0,1 1 0 0 0,0 0 0 0 0,23-6 0 0 0,-28 11-56 0 0,0 0 1 0 0,0 0 0 0 0,0 0-1 0 0,1 1 1 0 0,-1 0 0 0 0,0 1-1 0 0,0 0 1 0 0,0 0 0 0 0,0 1 0 0 0,0 0-1 0 0,0 0 1 0 0,0 1 0 0 0,-1 0-1 0 0,1 0 1 0 0,-1 1 0 0 0,10 6-1 0 0,8 6 21 0 0,-2 1-1 0 0,0 1 0 0 0,0 0 0 0 0,-2 2 0 0 0,-1 1 1 0 0,0 1-1 0 0,-1 0 0 0 0,-2 1 0 0 0,0 1 0 0 0,-2 1 1 0 0,0 0-1 0 0,-2 1 0 0 0,-1 1 0 0 0,-1 0 0 0 0,-1 0 1 0 0,-1 1-1 0 0,-2 1 0 0 0,-1-1 0 0 0,-1 1 0 0 0,-1 0 1 0 0,-1 31-1 0 0,-3-41-83 0 0,0 95-609 0 0,-15 122 1 0 0,12-218 1242 0 0,-2-6-4673 0 0,4-37-4585 0 0,3-17 4298 0 0,-1 15 1872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8:59.7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4113 0 0,'8'33'6491'0'0,"21"20"-5060"0"0,-12-23-1041 0 0,-11-17-496 0 0,61 129-626 0 0,-58-118-2694 0 0,13 48-1 0 0,-22-62 1628 0 0,1 1-512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9:00.0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0 334 3457 0 0,'1'0'218'0'0,"-1"1"1"0"0,1-1 0 0 0,-1 0 0 0 0,1 0-1 0 0,0 1 1 0 0,-1-1 0 0 0,1 0 0 0 0,0 0-1 0 0,-1 0 1 0 0,1 0 0 0 0,-1 0-1 0 0,1 0 1 0 0,0 1 0 0 0,-1-2 0 0 0,1 1-1 0 0,0 0 1 0 0,-1 0 0 0 0,1 0 0 0 0,0 0-1 0 0,-1 0 1 0 0,1 0 0 0 0,0-1-1 0 0,-1 1 1 0 0,1 0 0 0 0,-1-1 0 0 0,1 1-1 0 0,-1 0 1 0 0,1-1 0 0 0,-1 1 0 0 0,2-1-1 0 0,30-15-161 0 0,-26 12 475 0 0,17-9-313 0 0,0-1-1 0 0,-1-2 1 0 0,0 0-1 0 0,-2-1 1 0 0,33-34 0 0 0,35-52-3282 0 0,-63 61-978 0 0,-24 40 3861 0 0,-1 0 0 0 0,1 0 0 0 0,-1 0 0 0 0,1 0 0 0 0,-1 0 0 0 0,0 0 0 0 0,0 0 0 0 0,0 0 0 0 0,0 0 0 0 0,0 0 0 0 0,0 0 0 0 0,0 0 0 0 0,-1 0 0 0 0,1 0 0 0 0,-1 0 0 0 0,-1-3 0 0 0,3 2-1442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9:00.48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11 121 1856 0 0,'0'20'272'0'0,"1"-1"0"0"0,0 1 0 0 0,1-1 0 0 0,1 0 0 0 0,10 34 0 0 0,-12-50-230 0 0,0 0-1 0 0,0 0 1 0 0,0 0 0 0 0,1 0 0 0 0,-1 0 0 0 0,1 0-1 0 0,-1 0 1 0 0,1-1 0 0 0,0 1 0 0 0,0 0 0 0 0,1-1-1 0 0,-1 0 1 0 0,0 1 0 0 0,1-1 0 0 0,-1 0 0 0 0,1 0-1 0 0,0-1 1 0 0,0 1 0 0 0,-1 0 0 0 0,1-1 0 0 0,0 0-1 0 0,0 0 1 0 0,1 1 0 0 0,-1-2 0 0 0,0 1 0 0 0,0 0-1 0 0,0-1 1 0 0,1 1 0 0 0,-1-1 0 0 0,0 0 0 0 0,0 0-1 0 0,1-1 1 0 0,-1 1 0 0 0,0-1 0 0 0,0 1 0 0 0,1-1-1 0 0,-1 0 1 0 0,0 0 0 0 0,0 0 0 0 0,0-1 0 0 0,0 1-1 0 0,4-4 1 0 0,3 0 200 0 0,-1-1-1 0 0,1 0 1 0 0,-1-1 0 0 0,-1 0-1 0 0,1-1 1 0 0,-1 0 0 0 0,-1 0-1 0 0,1 0 1 0 0,-1-1 0 0 0,-1 0-1 0 0,0-1 1 0 0,9-16 0 0 0,-12 20-97 0 0,1-1 0 0 0,-1 0 1 0 0,-1 1-1 0 0,1-1 0 0 0,-1-1 1 0 0,0 1-1 0 0,-1 0 0 0 0,1-1 1 0 0,-2 1-1 0 0,1 0 0 0 0,-1-1 1 0 0,0 1-1 0 0,0-1 0 0 0,-1 1 1 0 0,0 0-1 0 0,0-1 0 0 0,-1 1 0 0 0,0 0 1 0 0,-1 0-1 0 0,-2-7 0 0 0,3 11-46 0 0,0 0-1 0 0,1 1 0 0 0,-1-1 0 0 0,-1 0 0 0 0,1 1 0 0 0,0 0 0 0 0,0 0 0 0 0,-1 0 1 0 0,0 0-1 0 0,1 0 0 0 0,-1 0 0 0 0,0 0 0 0 0,0 1 0 0 0,0 0 0 0 0,0-1 1 0 0,0 1-1 0 0,-4-1 0 0 0,0 1-4 0 0,1 0 1 0 0,-1 0 0 0 0,1 1 0 0 0,-1 0-1 0 0,1 0 1 0 0,-1 0 0 0 0,0 1-1 0 0,-8 2 1 0 0,4 0-120 0 0,0 0-1 0 0,0 0 1 0 0,1 1-1 0 0,-1 1 1 0 0,1 0 0 0 0,0 0-1 0 0,0 1 1 0 0,1 0-1 0 0,-16 14 1 0 0,2 12-2766 0 0,15-8-3667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9:00.84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5073 0 0,'7'22'1763'0'0,"0"-1"0"0"0,11 24 0 0 0,50 83-1398 0 0,-31-61-27 0 0,-19-36-592 0 0,4 7-1303 0 0,-12-13-2679 0 0,-17-30 1122 0 0,4 6 1722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9:01.19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0 250 1424 0 0,'1'3'147'0'0,"0"0"0"0"0,0-1 0 0 0,1 0 0 0 0,-1 1 0 0 0,1-1 0 0 0,-1 0 0 0 0,1 1 0 0 0,0-1 0 0 0,0 0 0 0 0,0 0 0 0 0,0-1 0 0 0,0 1 0 0 0,0 0 0 0 0,0-1 0 0 0,0 1 0 0 0,1-1 0 0 0,-1 1 0 0 0,1-1 0 0 0,-1 0 0 0 0,1 0 0 0 0,0-1 0 0 0,-1 1 0 0 0,1 0 0 0 0,0-1 0 0 0,-1 1 0 0 0,1-1 0 0 0,0 0 0 0 0,0 0 0 0 0,-1 0 0 0 0,1-1 0 0 0,0 1 0 0 0,-1 0 0 0 0,1-1 0 0 0,0 0 0 0 0,-1 0 0 0 0,1 0 0 0 0,-1 0 0 0 0,1 0 0 0 0,-1 0 0 0 0,1 0 0 0 0,3-4 0 0 0,0 1-260 0 0,0 0 0 0 0,0-1 0 0 0,0 0 0 0 0,-1 0 0 0 0,0-1 0 0 0,0 1 1 0 0,0-1-1 0 0,-1 0 0 0 0,1-1 0 0 0,-2 1 0 0 0,1-1 0 0 0,-1 1 0 0 0,0-1 0 0 0,4-13 0 0 0,-6 11-189 0 0,0 0-1 0 0,0 1 1 0 0,-1-1-1 0 0,0 0 1 0 0,-1 0 0 0 0,0 0-1 0 0,0 0 1 0 0,-1 0 0 0 0,0 1-1 0 0,0-1 1 0 0,-7-14 0 0 0,-9-36 721 0 0,29 88 5480 0 0,6 6-3803 0 0,10 21-995 0 0,16 75-64 0 0,14 37-952 0 0,-9-63-4024 0 0,-46-102 3464 0 0,-6-13-5922 0 0,-1-5 4743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9:01.58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3273 0 0,'5'1'4855'0'0,"13"-1"-2799"0"0,-1 1-1163 0 0,-5 1-646 0 0,0 0-1 0 0,0 1 1 0 0,-1 0-1 0 0,1 1 1 0 0,-1 1-1 0 0,0-1 1 0 0,0 2 0 0 0,-1 0-1 0 0,0 0 1 0 0,0 1-1 0 0,15 12 1 0 0,-21-16-230 0 0,-1 1 1 0 0,1-1-1 0 0,-1 1 1 0 0,0 0-1 0 0,0 0 1 0 0,0 0-1 0 0,0 1 1 0 0,-1-1-1 0 0,0 0 1 0 0,0 1-1 0 0,0 0 1 0 0,0-1-1 0 0,-1 1 1 0 0,0 0-1 0 0,0 0 1 0 0,0 0-1 0 0,0 0 1 0 0,-1 0-1 0 0,0 0 0 0 0,0 0 1 0 0,0 0-1 0 0,-1 0 1 0 0,1 0-1 0 0,-1 0 1 0 0,-1 0-1 0 0,1 0 1 0 0,-1-1-1 0 0,1 1 1 0 0,-1 0-1 0 0,-4 5 1 0 0,3-5-9 0 0,0-1 1 0 0,-1 0-1 0 0,1 0 1 0 0,-1 0-1 0 0,0-1 1 0 0,0 1-1 0 0,0-1 1 0 0,-1 0 0 0 0,1 0-1 0 0,-1 0 1 0 0,0-1-1 0 0,1 0 1 0 0,-1 1-1 0 0,0-2 1 0 0,-1 1-1 0 0,-4 1 1 0 0,3-1-20 0 0,0 0 1 0 0,0 1 0 0 0,0 0-1 0 0,0 0 1 0 0,-10 8 0 0 0,15-9-28 0 0,0 0 0 0 0,0 0 0 0 0,0 0 0 0 0,0 0 0 0 0,0 1 0 0 0,0-1 0 0 0,1 1 0 0 0,-1-1 0 0 0,1 1 0 0 0,0 0 0 0 0,-1-1 0 0 0,1 1 0 0 0,1 0 0 0 0,-1 0 0 0 0,0 0 1 0 0,1 0-1 0 0,-1 0 0 0 0,1 4 0 0 0,-1 7-184 0 0,1-1 1 0 0,0 1-1 0 0,1 0 1 0 0,1-1 0 0 0,0 1-1 0 0,1-1 1 0 0,0 0-1 0 0,8 20 1 0 0,-10-29 240 0 0,1-1 0 0 0,-1 0 0 0 0,1 0 0 0 0,0 0 0 0 0,0 0 0 0 0,0 0 0 0 0,0-1-1 0 0,0 1 1 0 0,1 0 0 0 0,-1-1 0 0 0,1 0 0 0 0,0 0 0 0 0,0 0 0 0 0,0 0 0 0 0,0 0 0 0 0,0 0 0 0 0,0-1 0 0 0,0 1 0 0 0,0-1 0 0 0,1 0 0 0 0,-1 0 0 0 0,0 0 0 0 0,1-1 0 0 0,-1 1 0 0 0,1-1 0 0 0,-1 1 0 0 0,1-1 0 0 0,-1 0 0 0 0,1-1-1 0 0,-1 1 1 0 0,0-1 0 0 0,1 1 0 0 0,-1-1 0 0 0,1 0 0 0 0,-1 0 0 0 0,0-1 0 0 0,0 1 0 0 0,4-3 0 0 0,3-1 154 0 0,-1-1-1 0 0,0 0 1 0 0,0-1-1 0 0,-1 0 0 0 0,0 0 1 0 0,0-1-1 0 0,0 0 1 0 0,-1-1-1 0 0,0 1 1 0 0,-1-1-1 0 0,0 0 1 0 0,8-18-1 0 0,16-19 230 0 0,-28 43-650 0 0,1 0 0 0 0,-1 0-1 0 0,1 1 1 0 0,0-1 0 0 0,0 1 0 0 0,0-1-1 0 0,6-2 1 0 0,-7 4-190 0 0,0 0 1 0 0,0 0-1 0 0,0-1 0 0 0,0 1 1 0 0,0 0-1 0 0,-1 0 0 0 0,1-1 1 0 0,0 1-1 0 0,-1-1 0 0 0,0 1 1 0 0,1-1-1 0 0,-1 0 0 0 0,0 0 1 0 0,0 0-1 0 0,0 1 0 0 0,0-1 1 0 0,0 0-1 0 0,0 0 0 0 0,0 0 1 0 0,-1-1-1 0 0,1 1 0 0 0,-1 0 1 0 0,1 0-1 0 0,-1-4 0 0 0,1-7-1566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9:01.9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3041 0 0,'11'10'7953'0'0,"3"21"-7100"0"0,-11-24-131 0 0,86 176 1060 0 0,-9-20-3118 0 0,-32-52-4359 0 0,-46-95 2271 0 0,-3-16 3360 0 0,1 0-1 0 0,0 0 1 0 0,-1 0-1 0 0,1 0 1 0 0,-1 0-1 0 0,1 0 1 0 0,0 0-1 0 0,-1 0 1 0 0,1 0-1 0 0,0 0 1 0 0,-1 0-1 0 0,1 0 1 0 0,0 0-1 0 0,-1 0 1 0 0,1 0-1 0 0,-1 0 1 0 0,1-1-1 0 0,0 1 1 0 0,0 0-1 0 0,-1 0 1 0 0,1 0-1 0 0,0-1 1 0 0,-1 1-1 0 0,1 0 1 0 0,0 0-1 0 0,0-1 1 0 0,-1 1-1 0 0,1 0 1 0 0,0-1-1 0 0,0 1 1 0 0,0 0-1 0 0,-1-1 1 0 0,1 1-1 0 0,0 0 1 0 0,0-1-1 0 0,0 1 1 0 0,-4-8-1166 0 0</inkml:trace>
  <inkml:trace contextRef="#ctx0" brushRef="#br0" timeOffset="1">143 234 1360 0 0,'-15'-19'2852'0'0,"1"13"2937"0"0,14 7-5711 0 0,0-1 1 0 0,0 1 0 0 0,1 0 0 0 0,-1-1-1 0 0,0 1 1 0 0,1-1 0 0 0,-1 1-1 0 0,0 0 1 0 0,1-1 0 0 0,-1 1-1 0 0,1-1 1 0 0,-1 0 0 0 0,1 1-1 0 0,-1-1 1 0 0,1 1 0 0 0,-1-1 0 0 0,1 0-1 0 0,0 1 1 0 0,-1-1 0 0 0,1 0-1 0 0,0 0 1 0 0,-1 1 0 0 0,1-1-1 0 0,0 0 1 0 0,-1 0 0 0 0,1 0-1 0 0,0 0 1 0 0,-1 0 0 0 0,1 0 0 0 0,0 0-1 0 0,-1 0 1 0 0,1 0 0 0 0,0 0-1 0 0,-1 0 1 0 0,1 0 0 0 0,0-1-1 0 0,-1 1 1 0 0,1 0 0 0 0,-1 0-1 0 0,1-1 1 0 0,0 1 0 0 0,0-1-1 0 0,29-10 485 0 0,48-26 71 0 0,0 0-3488 0 0,-77 36 2412 0 0,0 1 0 0 0,1-1 0 0 0,-1 0 0 0 0,0 1 0 0 0,0-1 0 0 0,0 0 0 0 0,0 0 1 0 0,0 1-1 0 0,0-1 0 0 0,-1 0 0 0 0,1 0 0 0 0,0 0 0 0 0,0 0 0 0 0,-1 0 0 0 0,1 0 1 0 0,0 0-1 0 0,0-2 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9:02.35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0 133 5897 0 0,'15'26'5910'0'0,"7"18"-3998"0"0,-10-29-1303 0 0,4-9-3345 0 0,-15-6 2534 0 0,0 0-1 0 0,-1 0 1 0 0,1 0-1 0 0,0 0 1 0 0,0-1-1 0 0,-1 1 1 0 0,1 0-1 0 0,0 0 1 0 0,0-1-1 0 0,-1 1 1 0 0,1 0-1 0 0,0-1 1 0 0,-1 1-1 0 0,1-1 1 0 0,-1 1-1 0 0,1-1 1 0 0,0 1-1 0 0,-1-1 1 0 0,1 1-1 0 0,-1-1 1 0 0,1 1 0 0 0,-1-1-1 0 0,0 0 1 0 0,1 1-1 0 0,-1-1 1 0 0,0 0-1 0 0,1 0 1 0 0,-1 1-1 0 0,0-1 1 0 0,0 0-1 0 0,0 0 1 0 0,1 1-1 0 0,-1-1 1 0 0,0 0-1 0 0,0 0 1 0 0,0 1-1 0 0,0-1 1 0 0,-1 0-1 0 0,1 0 1 0 0,0 1-1 0 0,0-1 1 0 0,0 0-1 0 0,0 0 1 0 0,-1 0 0 0 0,-1-7-1743 0 0</inkml:trace>
  <inkml:trace contextRef="#ctx0" brushRef="#br0" timeOffset="1">279 0 1704 0 0,'3'4'1017'0'0,"-1"-1"-1"0"0,1 0 0 0 0,0 0 0 0 0,1-1 1 0 0,-1 1-1 0 0,0-1 0 0 0,1 0 0 0 0,-1 1 0 0 0,1-1 1 0 0,0-1-1 0 0,0 1 0 0 0,4 1 0 0 0,15 7 1110 0 0,-6 3-3685 0 0,-8-37-13443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3:19:02.75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2240 0 0,'6'0'1151'0'0,"0"1"-1"0"0,1-1 1 0 0,-1 1-1 0 0,0 0 0 0 0,0 0 1 0 0,0 1-1 0 0,0 0 1 0 0,0 0-1 0 0,11 5 0 0 0,-15-5-947 0 0,1-1 0 0 0,-1 1 0 0 0,0 0 0 0 0,1 0 0 0 0,-1 0 0 0 0,0 0 0 0 0,0 0 0 0 0,0 0 0 0 0,-1 0 0 0 0,1 1 0 0 0,0-1 0 0 0,-1 1 0 0 0,0-1 0 0 0,1 1 0 0 0,-1 0 0 0 0,0-1 0 0 0,0 1 0 0 0,-1 0 0 0 0,1 0 0 0 0,-1 0 0 0 0,1-1 0 0 0,-1 1 0 0 0,0 4 0 0 0,-9-41-13935 0 0,3 18 10048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65253-F894-4766-A7B5-C4D0424424AC}" type="datetimeFigureOut">
              <a:rPr lang="ko-KR" altLang="en-US" smtClean="0"/>
              <a:t>2023-10-06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A1A73-968F-4445-8E1D-DDF699978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2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362200"/>
            <a:ext cx="9144000" cy="55245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altLang="ko-KR" noProof="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2895600"/>
            <a:ext cx="9144000" cy="381000"/>
          </a:xfrm>
        </p:spPr>
        <p:txBody>
          <a:bodyPr/>
          <a:lstStyle>
            <a:lvl1pPr marL="0" indent="0" algn="ctr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/>
              <a:t>마스터 부제목 스타일 편집</a:t>
            </a:r>
            <a:endParaRPr lang="en-US" altLang="ko-KR" noProof="0" dirty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613525"/>
            <a:ext cx="2895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040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fld id="{F4CA1244-127F-4AE9-B94C-FCD20DDA462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auto">
          <a:xfrm>
            <a:off x="0" y="764704"/>
            <a:ext cx="9144000" cy="5760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fld id="{65466718-9871-48D1-8615-539A36B7E64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3880" cy="5105400"/>
          </a:xfrm>
        </p:spPr>
        <p:txBody>
          <a:bodyPr/>
          <a:lstStyle>
            <a:lvl1pPr>
              <a:lnSpc>
                <a:spcPct val="150000"/>
              </a:lnSpc>
              <a:buSzPct val="100000"/>
              <a:buFontTx/>
              <a:buBlip>
                <a:blip r:embed="rId2"/>
              </a:buBlip>
              <a:defRPr>
                <a:solidFill>
                  <a:srgbClr val="006600"/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>
              <a:lnSpc>
                <a:spcPct val="150000"/>
              </a:lnSpc>
              <a:buSzPct val="100000"/>
              <a:buFontTx/>
              <a:buBlip>
                <a:blip r:embed="rId3"/>
              </a:buBlip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2pPr>
            <a:lvl3pPr marL="1200150" indent="-28575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l"/>
              <a:defRPr sz="14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Ø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4pPr>
            <a:lvl5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96485448"/>
      </p:ext>
    </p:extLst>
  </p:cSld>
  <p:clrMapOvr>
    <a:masterClrMapping/>
  </p:clrMapOvr>
  <p:transition spd="med">
    <p:fade thruBlk="1"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 bwMode="auto">
          <a:xfrm>
            <a:off x="0" y="764704"/>
            <a:ext cx="9144000" cy="5760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fld id="{65466718-9871-48D1-8615-539A36B7E64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9807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90600"/>
            <a:ext cx="8229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5320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8177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8177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fld id="{8852A43B-D703-4961-BED6-7872C571D2FD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>
    <p:fade thruBlk="1"/>
  </p:transition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SzPct val="200000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600">
          <a:solidFill>
            <a:schemeClr val="tx1"/>
          </a:solidFill>
          <a:latin typeface="+mn-lt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21.png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7" Type="http://schemas.openxmlformats.org/officeDocument/2006/relationships/image" Target="../media/image5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9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6.png"/><Relationship Id="rId41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0.png"/><Relationship Id="rId40" Type="http://schemas.openxmlformats.org/officeDocument/2006/relationships/customXml" Target="../ink/ink20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5.png"/><Relationship Id="rId30" Type="http://schemas.openxmlformats.org/officeDocument/2006/relationships/customXml" Target="../ink/ink15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png"/><Relationship Id="rId18" Type="http://schemas.openxmlformats.org/officeDocument/2006/relationships/customXml" Target="../ink/ink30.xml"/><Relationship Id="rId26" Type="http://schemas.openxmlformats.org/officeDocument/2006/relationships/customXml" Target="../ink/ink34.xml"/><Relationship Id="rId39" Type="http://schemas.openxmlformats.org/officeDocument/2006/relationships/image" Target="../media/image42.png"/><Relationship Id="rId21" Type="http://schemas.openxmlformats.org/officeDocument/2006/relationships/image" Target="../media/image33.png"/><Relationship Id="rId34" Type="http://schemas.openxmlformats.org/officeDocument/2006/relationships/customXml" Target="../ink/ink38.xml"/><Relationship Id="rId42" Type="http://schemas.openxmlformats.org/officeDocument/2006/relationships/customXml" Target="../ink/ink42.xml"/><Relationship Id="rId47" Type="http://schemas.openxmlformats.org/officeDocument/2006/relationships/image" Target="../media/image46.png"/><Relationship Id="rId50" Type="http://schemas.openxmlformats.org/officeDocument/2006/relationships/customXml" Target="../ink/ink46.xml"/><Relationship Id="rId55" Type="http://schemas.openxmlformats.org/officeDocument/2006/relationships/image" Target="../media/image50.png"/><Relationship Id="rId63" Type="http://schemas.openxmlformats.org/officeDocument/2006/relationships/image" Target="../media/image54.png"/><Relationship Id="rId7" Type="http://schemas.openxmlformats.org/officeDocument/2006/relationships/image" Target="../media/image26.png"/><Relationship Id="rId2" Type="http://schemas.openxmlformats.org/officeDocument/2006/relationships/customXml" Target="../ink/ink22.xml"/><Relationship Id="rId16" Type="http://schemas.openxmlformats.org/officeDocument/2006/relationships/customXml" Target="../ink/ink29.xml"/><Relationship Id="rId20" Type="http://schemas.openxmlformats.org/officeDocument/2006/relationships/customXml" Target="../ink/ink31.xml"/><Relationship Id="rId29" Type="http://schemas.openxmlformats.org/officeDocument/2006/relationships/image" Target="../media/image37.png"/><Relationship Id="rId41" Type="http://schemas.openxmlformats.org/officeDocument/2006/relationships/image" Target="../media/image43.png"/><Relationship Id="rId54" Type="http://schemas.openxmlformats.org/officeDocument/2006/relationships/customXml" Target="../ink/ink48.xml"/><Relationship Id="rId62" Type="http://schemas.openxmlformats.org/officeDocument/2006/relationships/customXml" Target="../ink/ink52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4.xml"/><Relationship Id="rId11" Type="http://schemas.openxmlformats.org/officeDocument/2006/relationships/image" Target="../media/image28.png"/><Relationship Id="rId24" Type="http://schemas.openxmlformats.org/officeDocument/2006/relationships/customXml" Target="../ink/ink33.xml"/><Relationship Id="rId32" Type="http://schemas.openxmlformats.org/officeDocument/2006/relationships/customXml" Target="../ink/ink37.xml"/><Relationship Id="rId37" Type="http://schemas.openxmlformats.org/officeDocument/2006/relationships/image" Target="../media/image41.png"/><Relationship Id="rId40" Type="http://schemas.openxmlformats.org/officeDocument/2006/relationships/customXml" Target="../ink/ink41.xml"/><Relationship Id="rId45" Type="http://schemas.openxmlformats.org/officeDocument/2006/relationships/image" Target="../media/image45.png"/><Relationship Id="rId53" Type="http://schemas.openxmlformats.org/officeDocument/2006/relationships/image" Target="../media/image49.png"/><Relationship Id="rId58" Type="http://schemas.openxmlformats.org/officeDocument/2006/relationships/customXml" Target="../ink/ink50.xml"/><Relationship Id="rId5" Type="http://schemas.openxmlformats.org/officeDocument/2006/relationships/image" Target="../media/image25.png"/><Relationship Id="rId15" Type="http://schemas.openxmlformats.org/officeDocument/2006/relationships/image" Target="../media/image30.png"/><Relationship Id="rId23" Type="http://schemas.openxmlformats.org/officeDocument/2006/relationships/image" Target="../media/image34.png"/><Relationship Id="rId28" Type="http://schemas.openxmlformats.org/officeDocument/2006/relationships/customXml" Target="../ink/ink35.xml"/><Relationship Id="rId36" Type="http://schemas.openxmlformats.org/officeDocument/2006/relationships/customXml" Target="../ink/ink39.xml"/><Relationship Id="rId49" Type="http://schemas.openxmlformats.org/officeDocument/2006/relationships/image" Target="../media/image47.png"/><Relationship Id="rId57" Type="http://schemas.openxmlformats.org/officeDocument/2006/relationships/image" Target="../media/image51.png"/><Relationship Id="rId61" Type="http://schemas.openxmlformats.org/officeDocument/2006/relationships/image" Target="../media/image53.png"/><Relationship Id="rId10" Type="http://schemas.openxmlformats.org/officeDocument/2006/relationships/customXml" Target="../ink/ink26.xml"/><Relationship Id="rId19" Type="http://schemas.openxmlformats.org/officeDocument/2006/relationships/image" Target="../media/image32.png"/><Relationship Id="rId31" Type="http://schemas.openxmlformats.org/officeDocument/2006/relationships/image" Target="../media/image38.png"/><Relationship Id="rId44" Type="http://schemas.openxmlformats.org/officeDocument/2006/relationships/customXml" Target="../ink/ink43.xml"/><Relationship Id="rId52" Type="http://schemas.openxmlformats.org/officeDocument/2006/relationships/customXml" Target="../ink/ink47.xml"/><Relationship Id="rId60" Type="http://schemas.openxmlformats.org/officeDocument/2006/relationships/customXml" Target="../ink/ink51.xml"/><Relationship Id="rId4" Type="http://schemas.openxmlformats.org/officeDocument/2006/relationships/customXml" Target="../ink/ink23.xml"/><Relationship Id="rId9" Type="http://schemas.openxmlformats.org/officeDocument/2006/relationships/image" Target="../media/image27.png"/><Relationship Id="rId14" Type="http://schemas.openxmlformats.org/officeDocument/2006/relationships/customXml" Target="../ink/ink28.xml"/><Relationship Id="rId22" Type="http://schemas.openxmlformats.org/officeDocument/2006/relationships/customXml" Target="../ink/ink32.xml"/><Relationship Id="rId27" Type="http://schemas.openxmlformats.org/officeDocument/2006/relationships/image" Target="../media/image36.png"/><Relationship Id="rId30" Type="http://schemas.openxmlformats.org/officeDocument/2006/relationships/customXml" Target="../ink/ink36.xml"/><Relationship Id="rId35" Type="http://schemas.openxmlformats.org/officeDocument/2006/relationships/image" Target="../media/image40.png"/><Relationship Id="rId43" Type="http://schemas.openxmlformats.org/officeDocument/2006/relationships/image" Target="../media/image44.png"/><Relationship Id="rId48" Type="http://schemas.openxmlformats.org/officeDocument/2006/relationships/customXml" Target="../ink/ink45.xml"/><Relationship Id="rId56" Type="http://schemas.openxmlformats.org/officeDocument/2006/relationships/customXml" Target="../ink/ink49.xml"/><Relationship Id="rId8" Type="http://schemas.openxmlformats.org/officeDocument/2006/relationships/customXml" Target="../ink/ink25.xml"/><Relationship Id="rId51" Type="http://schemas.openxmlformats.org/officeDocument/2006/relationships/image" Target="../media/image48.png"/><Relationship Id="rId3" Type="http://schemas.openxmlformats.org/officeDocument/2006/relationships/image" Target="../media/image24.png"/><Relationship Id="rId12" Type="http://schemas.openxmlformats.org/officeDocument/2006/relationships/customXml" Target="../ink/ink27.xml"/><Relationship Id="rId17" Type="http://schemas.openxmlformats.org/officeDocument/2006/relationships/image" Target="../media/image31.png"/><Relationship Id="rId25" Type="http://schemas.openxmlformats.org/officeDocument/2006/relationships/image" Target="../media/image35.png"/><Relationship Id="rId33" Type="http://schemas.openxmlformats.org/officeDocument/2006/relationships/image" Target="../media/image39.png"/><Relationship Id="rId38" Type="http://schemas.openxmlformats.org/officeDocument/2006/relationships/customXml" Target="../ink/ink40.xml"/><Relationship Id="rId46" Type="http://schemas.openxmlformats.org/officeDocument/2006/relationships/customXml" Target="../ink/ink44.xml"/><Relationship Id="rId59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0.png"/><Relationship Id="rId18" Type="http://schemas.openxmlformats.org/officeDocument/2006/relationships/customXml" Target="../ink/ink61.xml"/><Relationship Id="rId26" Type="http://schemas.openxmlformats.org/officeDocument/2006/relationships/customXml" Target="../ink/ink65.xml"/><Relationship Id="rId39" Type="http://schemas.openxmlformats.org/officeDocument/2006/relationships/image" Target="../media/image73.png"/><Relationship Id="rId21" Type="http://schemas.openxmlformats.org/officeDocument/2006/relationships/image" Target="../media/image64.png"/><Relationship Id="rId34" Type="http://schemas.openxmlformats.org/officeDocument/2006/relationships/customXml" Target="../ink/ink69.xml"/><Relationship Id="rId42" Type="http://schemas.openxmlformats.org/officeDocument/2006/relationships/customXml" Target="../ink/ink73.xml"/><Relationship Id="rId47" Type="http://schemas.openxmlformats.org/officeDocument/2006/relationships/image" Target="../media/image77.png"/><Relationship Id="rId50" Type="http://schemas.openxmlformats.org/officeDocument/2006/relationships/customXml" Target="../ink/ink77.xml"/><Relationship Id="rId55" Type="http://schemas.openxmlformats.org/officeDocument/2006/relationships/image" Target="../media/image81.png"/><Relationship Id="rId63" Type="http://schemas.openxmlformats.org/officeDocument/2006/relationships/image" Target="../media/image85.png"/><Relationship Id="rId7" Type="http://schemas.openxmlformats.org/officeDocument/2006/relationships/image" Target="../media/image57.png"/><Relationship Id="rId2" Type="http://schemas.openxmlformats.org/officeDocument/2006/relationships/customXml" Target="../ink/ink53.xml"/><Relationship Id="rId16" Type="http://schemas.openxmlformats.org/officeDocument/2006/relationships/customXml" Target="../ink/ink60.xml"/><Relationship Id="rId20" Type="http://schemas.openxmlformats.org/officeDocument/2006/relationships/customXml" Target="../ink/ink62.xml"/><Relationship Id="rId29" Type="http://schemas.openxmlformats.org/officeDocument/2006/relationships/image" Target="../media/image68.png"/><Relationship Id="rId41" Type="http://schemas.openxmlformats.org/officeDocument/2006/relationships/image" Target="../media/image74.png"/><Relationship Id="rId54" Type="http://schemas.openxmlformats.org/officeDocument/2006/relationships/customXml" Target="../ink/ink79.xml"/><Relationship Id="rId62" Type="http://schemas.openxmlformats.org/officeDocument/2006/relationships/customXml" Target="../ink/ink83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55.xml"/><Relationship Id="rId11" Type="http://schemas.openxmlformats.org/officeDocument/2006/relationships/image" Target="../media/image59.png"/><Relationship Id="rId24" Type="http://schemas.openxmlformats.org/officeDocument/2006/relationships/customXml" Target="../ink/ink64.xml"/><Relationship Id="rId32" Type="http://schemas.openxmlformats.org/officeDocument/2006/relationships/customXml" Target="../ink/ink68.xml"/><Relationship Id="rId37" Type="http://schemas.openxmlformats.org/officeDocument/2006/relationships/image" Target="../media/image72.png"/><Relationship Id="rId40" Type="http://schemas.openxmlformats.org/officeDocument/2006/relationships/customXml" Target="../ink/ink72.xml"/><Relationship Id="rId45" Type="http://schemas.openxmlformats.org/officeDocument/2006/relationships/image" Target="../media/image76.png"/><Relationship Id="rId53" Type="http://schemas.openxmlformats.org/officeDocument/2006/relationships/image" Target="../media/image80.png"/><Relationship Id="rId58" Type="http://schemas.openxmlformats.org/officeDocument/2006/relationships/customXml" Target="../ink/ink81.xml"/><Relationship Id="rId5" Type="http://schemas.openxmlformats.org/officeDocument/2006/relationships/image" Target="../media/image56.png"/><Relationship Id="rId15" Type="http://schemas.openxmlformats.org/officeDocument/2006/relationships/image" Target="../media/image61.png"/><Relationship Id="rId23" Type="http://schemas.openxmlformats.org/officeDocument/2006/relationships/image" Target="../media/image65.png"/><Relationship Id="rId28" Type="http://schemas.openxmlformats.org/officeDocument/2006/relationships/customXml" Target="../ink/ink66.xml"/><Relationship Id="rId36" Type="http://schemas.openxmlformats.org/officeDocument/2006/relationships/customXml" Target="../ink/ink70.xml"/><Relationship Id="rId49" Type="http://schemas.openxmlformats.org/officeDocument/2006/relationships/image" Target="../media/image78.png"/><Relationship Id="rId57" Type="http://schemas.openxmlformats.org/officeDocument/2006/relationships/image" Target="../media/image82.png"/><Relationship Id="rId61" Type="http://schemas.openxmlformats.org/officeDocument/2006/relationships/image" Target="../media/image84.png"/><Relationship Id="rId10" Type="http://schemas.openxmlformats.org/officeDocument/2006/relationships/customXml" Target="../ink/ink57.xml"/><Relationship Id="rId19" Type="http://schemas.openxmlformats.org/officeDocument/2006/relationships/image" Target="../media/image63.png"/><Relationship Id="rId31" Type="http://schemas.openxmlformats.org/officeDocument/2006/relationships/image" Target="../media/image69.png"/><Relationship Id="rId44" Type="http://schemas.openxmlformats.org/officeDocument/2006/relationships/customXml" Target="../ink/ink74.xml"/><Relationship Id="rId52" Type="http://schemas.openxmlformats.org/officeDocument/2006/relationships/customXml" Target="../ink/ink78.xml"/><Relationship Id="rId60" Type="http://schemas.openxmlformats.org/officeDocument/2006/relationships/customXml" Target="../ink/ink82.xml"/><Relationship Id="rId4" Type="http://schemas.openxmlformats.org/officeDocument/2006/relationships/customXml" Target="../ink/ink54.xml"/><Relationship Id="rId9" Type="http://schemas.openxmlformats.org/officeDocument/2006/relationships/image" Target="../media/image58.png"/><Relationship Id="rId14" Type="http://schemas.openxmlformats.org/officeDocument/2006/relationships/customXml" Target="../ink/ink59.xml"/><Relationship Id="rId22" Type="http://schemas.openxmlformats.org/officeDocument/2006/relationships/customXml" Target="../ink/ink63.xml"/><Relationship Id="rId27" Type="http://schemas.openxmlformats.org/officeDocument/2006/relationships/image" Target="../media/image67.png"/><Relationship Id="rId30" Type="http://schemas.openxmlformats.org/officeDocument/2006/relationships/customXml" Target="../ink/ink67.xml"/><Relationship Id="rId35" Type="http://schemas.openxmlformats.org/officeDocument/2006/relationships/image" Target="../media/image71.png"/><Relationship Id="rId43" Type="http://schemas.openxmlformats.org/officeDocument/2006/relationships/image" Target="../media/image75.png"/><Relationship Id="rId48" Type="http://schemas.openxmlformats.org/officeDocument/2006/relationships/customXml" Target="../ink/ink76.xml"/><Relationship Id="rId56" Type="http://schemas.openxmlformats.org/officeDocument/2006/relationships/customXml" Target="../ink/ink80.xml"/><Relationship Id="rId8" Type="http://schemas.openxmlformats.org/officeDocument/2006/relationships/customXml" Target="../ink/ink56.xml"/><Relationship Id="rId51" Type="http://schemas.openxmlformats.org/officeDocument/2006/relationships/image" Target="../media/image79.png"/><Relationship Id="rId3" Type="http://schemas.openxmlformats.org/officeDocument/2006/relationships/image" Target="../media/image55.png"/><Relationship Id="rId12" Type="http://schemas.openxmlformats.org/officeDocument/2006/relationships/customXml" Target="../ink/ink58.xml"/><Relationship Id="rId17" Type="http://schemas.openxmlformats.org/officeDocument/2006/relationships/image" Target="../media/image62.png"/><Relationship Id="rId25" Type="http://schemas.openxmlformats.org/officeDocument/2006/relationships/image" Target="../media/image66.png"/><Relationship Id="rId33" Type="http://schemas.openxmlformats.org/officeDocument/2006/relationships/image" Target="../media/image70.png"/><Relationship Id="rId38" Type="http://schemas.openxmlformats.org/officeDocument/2006/relationships/customXml" Target="../ink/ink71.xml"/><Relationship Id="rId46" Type="http://schemas.openxmlformats.org/officeDocument/2006/relationships/customXml" Target="../ink/ink75.xml"/><Relationship Id="rId59" Type="http://schemas.openxmlformats.org/officeDocument/2006/relationships/image" Target="../media/image8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GIF"/><Relationship Id="rId2" Type="http://schemas.openxmlformats.org/officeDocument/2006/relationships/image" Target="../media/image9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6144" y="3284984"/>
            <a:ext cx="6551712" cy="13681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4000" b="1" dirty="0" err="1">
                <a:latin typeface="나눔고딕 ExtraBold" pitchFamily="50" charset="-127"/>
                <a:ea typeface="나눔고딕 ExtraBold" pitchFamily="50" charset="-127"/>
              </a:rPr>
              <a:t>gcc</a:t>
            </a:r>
            <a:r>
              <a:rPr lang="en-US" altLang="ko-KR" sz="4000" b="1" dirty="0">
                <a:latin typeface="나눔고딕 ExtraBold" pitchFamily="50" charset="-127"/>
                <a:ea typeface="나눔고딕 ExtraBold" pitchFamily="50" charset="-127"/>
              </a:rPr>
              <a:t> </a:t>
            </a:r>
            <a:r>
              <a:rPr lang="ko-KR" altLang="en-US" sz="4000" b="1" dirty="0">
                <a:latin typeface="나눔고딕 ExtraBold" pitchFamily="50" charset="-127"/>
                <a:ea typeface="나눔고딕 ExtraBold" pitchFamily="50" charset="-127"/>
              </a:rPr>
              <a:t>컴파일 및 </a:t>
            </a:r>
            <a:endParaRPr lang="en-US" altLang="ko-KR" sz="4000" b="1" dirty="0">
              <a:latin typeface="나눔고딕 ExtraBold" pitchFamily="50" charset="-127"/>
              <a:ea typeface="나눔고딕 ExtraBold" pitchFamily="50" charset="-127"/>
            </a:endParaRPr>
          </a:p>
          <a:p>
            <a:pPr>
              <a:lnSpc>
                <a:spcPct val="90000"/>
              </a:lnSpc>
            </a:pPr>
            <a:r>
              <a:rPr lang="ko-KR" altLang="en-US" sz="4000" b="1" dirty="0">
                <a:latin typeface="나눔고딕 ExtraBold" pitchFamily="50" charset="-127"/>
                <a:ea typeface="나눔고딕 ExtraBold" pitchFamily="50" charset="-127"/>
              </a:rPr>
              <a:t>모듈 프로그램 연습</a:t>
            </a:r>
            <a:endParaRPr lang="en-US" altLang="ko-KR" sz="4000" b="1" dirty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31640" y="1916832"/>
            <a:ext cx="6480720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4000" b="1" kern="0" dirty="0">
                <a:latin typeface="나눔고딕 ExtraBold" pitchFamily="50" charset="-127"/>
                <a:ea typeface="나눔고딕 ExtraBold" pitchFamily="50" charset="-127"/>
              </a:rPr>
              <a:t>실습 </a:t>
            </a:r>
            <a:r>
              <a:rPr lang="en-US" altLang="ko-KR" sz="4000" b="1" kern="0" dirty="0">
                <a:latin typeface="나눔고딕 ExtraBold" pitchFamily="50" charset="-127"/>
                <a:ea typeface="나눔고딕 ExtraBold" pitchFamily="50" charset="-127"/>
              </a:rPr>
              <a:t>5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9B0B961D-7112-427B-A1C0-9F044FBCD5BE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r>
              <a:rPr lang="en-US" altLang="ko-KR" dirty="0" err="1">
                <a:ea typeface="굴림" charset="-127"/>
              </a:rPr>
              <a:t>gcc</a:t>
            </a:r>
            <a:r>
              <a:rPr lang="en-US" altLang="ko-KR" dirty="0">
                <a:ea typeface="굴림" charset="-127"/>
              </a:rPr>
              <a:t> </a:t>
            </a:r>
            <a:r>
              <a:rPr lang="ko-KR" altLang="en-US" dirty="0">
                <a:ea typeface="굴림" charset="-127"/>
              </a:rPr>
              <a:t>개요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51520" y="1125538"/>
            <a:ext cx="8640960" cy="532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GNU (Free Software Foundation) 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에서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만든 컴파일러</a:t>
            </a:r>
            <a:endParaRPr lang="en-US" altLang="ko-KR" kern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>
              <a:lnSpc>
                <a:spcPct val="90000"/>
              </a:lnSpc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ko-KR" sz="1600" kern="0" dirty="0">
                <a:latin typeface="굴림" panose="020B0600000101010101" pitchFamily="50" charset="-127"/>
                <a:ea typeface="굴림" panose="020B0600000101010101" pitchFamily="50" charset="-127"/>
              </a:rPr>
              <a:t>C </a:t>
            </a:r>
            <a:r>
              <a:rPr lang="ko-KR" altLang="en-US" sz="1600" kern="0" dirty="0">
                <a:latin typeface="굴림" panose="020B0600000101010101" pitchFamily="50" charset="-127"/>
                <a:ea typeface="굴림" panose="020B0600000101010101" pitchFamily="50" charset="-127"/>
              </a:rPr>
              <a:t>또는 </a:t>
            </a:r>
            <a:r>
              <a:rPr lang="en-US" altLang="ko-KR" sz="1600" kern="0" dirty="0">
                <a:latin typeface="굴림" panose="020B0600000101010101" pitchFamily="50" charset="-127"/>
                <a:ea typeface="굴림" panose="020B0600000101010101" pitchFamily="50" charset="-127"/>
              </a:rPr>
              <a:t>C++</a:t>
            </a:r>
            <a:r>
              <a:rPr lang="ko-KR" altLang="en-US" sz="1600" kern="0" dirty="0">
                <a:latin typeface="굴림" panose="020B0600000101010101" pitchFamily="50" charset="-127"/>
                <a:ea typeface="굴림" panose="020B0600000101010101" pitchFamily="50" charset="-127"/>
              </a:rPr>
              <a:t>로 작성된 프로그램을 </a:t>
            </a:r>
            <a:r>
              <a:rPr lang="en-US" altLang="ko-KR" sz="1600" kern="0" dirty="0">
                <a:latin typeface="굴림" panose="020B0600000101010101" pitchFamily="50" charset="-127"/>
                <a:ea typeface="굴림" panose="020B0600000101010101" pitchFamily="50" charset="-127"/>
              </a:rPr>
              <a:t>CPU</a:t>
            </a:r>
            <a:r>
              <a:rPr lang="ko-KR" altLang="en-US" sz="1600" kern="0" dirty="0">
                <a:latin typeface="굴림" panose="020B0600000101010101" pitchFamily="50" charset="-127"/>
                <a:ea typeface="굴림" panose="020B0600000101010101" pitchFamily="50" charset="-127"/>
              </a:rPr>
              <a:t>가 </a:t>
            </a:r>
            <a:r>
              <a:rPr lang="ko-KR" altLang="en-US" sz="1600" kern="0" dirty="0" err="1">
                <a:latin typeface="굴림" panose="020B0600000101010101" pitchFamily="50" charset="-127"/>
                <a:ea typeface="굴림" panose="020B0600000101010101" pitchFamily="50" charset="-127"/>
              </a:rPr>
              <a:t>이해할수</a:t>
            </a:r>
            <a:r>
              <a:rPr lang="ko-KR" altLang="en-US" sz="1600" kern="0" dirty="0">
                <a:latin typeface="굴림" panose="020B0600000101010101" pitchFamily="50" charset="-127"/>
                <a:ea typeface="굴림" panose="020B0600000101010101" pitchFamily="50" charset="-127"/>
              </a:rPr>
              <a:t> 있는 실행파일</a:t>
            </a:r>
            <a:r>
              <a:rPr lang="en-US" altLang="ko-KR" sz="1600" kern="0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600" kern="0" dirty="0">
                <a:latin typeface="굴림" panose="020B0600000101010101" pitchFamily="50" charset="-127"/>
                <a:ea typeface="굴림" panose="020B0600000101010101" pitchFamily="50" charset="-127"/>
              </a:rPr>
              <a:t>기계어 또는 바이너리 코드</a:t>
            </a:r>
            <a:r>
              <a:rPr lang="en-US" altLang="ko-KR" sz="1600" kern="0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sz="1600" kern="0" dirty="0">
                <a:latin typeface="굴림" panose="020B0600000101010101" pitchFamily="50" charset="-127"/>
                <a:ea typeface="굴림" panose="020B0600000101010101" pitchFamily="50" charset="-127"/>
              </a:rPr>
              <a:t>로 변경</a:t>
            </a:r>
            <a:endParaRPr lang="en-US" altLang="ko-KR" sz="1600" kern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2">
              <a:lnSpc>
                <a:spcPct val="90000"/>
              </a:lnSpc>
              <a:buSzPct val="100000"/>
              <a:buFont typeface="Wingdings" panose="05000000000000000000" pitchFamily="2" charset="2"/>
              <a:buChar char="Ø"/>
              <a:defRPr/>
            </a:pPr>
            <a:endParaRPr lang="ko-KR" altLang="en-US" sz="1800" kern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lnSpc>
                <a:spcPct val="90000"/>
              </a:lnSpc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  <a:sym typeface="Wingdings" pitchFamily="2" charset="2"/>
              </a:rPr>
              <a:t> 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  <a:sym typeface="Wingdings" pitchFamily="2" charset="2"/>
              </a:rPr>
              <a:t>한 개의 소스 파일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  <a:sym typeface="Wingdings" pitchFamily="2" charset="2"/>
              </a:rPr>
              <a:t>(</a:t>
            </a:r>
            <a:r>
              <a:rPr lang="en-US" altLang="ko-KR" kern="0" dirty="0" err="1">
                <a:latin typeface="굴림" panose="020B0600000101010101" pitchFamily="50" charset="-127"/>
                <a:ea typeface="굴림" panose="020B0600000101010101" pitchFamily="50" charset="-127"/>
                <a:sym typeface="Wingdings" pitchFamily="2" charset="2"/>
              </a:rPr>
              <a:t>hello.c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  <a:sym typeface="Wingdings" pitchFamily="2" charset="2"/>
              </a:rPr>
              <a:t>)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  <a:sym typeface="Wingdings" pitchFamily="2" charset="2"/>
              </a:rPr>
              <a:t>을 이용하여 실행 파일 만들기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  <a:sym typeface="Wingdings" pitchFamily="2" charset="2"/>
              </a:rPr>
              <a:t>(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  <a:sym typeface="Wingdings" pitchFamily="2" charset="2"/>
              </a:rPr>
              <a:t>컴파일 하기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  <a:sym typeface="Wingdings" pitchFamily="2" charset="2"/>
              </a:rPr>
              <a:t>)</a:t>
            </a:r>
            <a:endParaRPr lang="ko-KR" altLang="en-US" kern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>
              <a:lnSpc>
                <a:spcPct val="90000"/>
              </a:lnSpc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ko-KR" kern="0" dirty="0" err="1">
                <a:latin typeface="굴림" panose="020B0600000101010101" pitchFamily="50" charset="-127"/>
                <a:ea typeface="굴림" panose="020B0600000101010101" pitchFamily="50" charset="-127"/>
              </a:rPr>
              <a:t>gcc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en-US" altLang="ko-KR" kern="0" dirty="0" err="1">
                <a:latin typeface="굴림" panose="020B0600000101010101" pitchFamily="50" charset="-127"/>
                <a:ea typeface="굴림" panose="020B0600000101010101" pitchFamily="50" charset="-127"/>
              </a:rPr>
              <a:t>hello.c</a:t>
            </a:r>
            <a:endParaRPr lang="en-US" altLang="ko-KR" kern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2" indent="-285750">
              <a:lnSpc>
                <a:spcPct val="90000"/>
              </a:lnSpc>
              <a:buSzPct val="100000"/>
              <a:buFont typeface="Wingdings" panose="05000000000000000000" pitchFamily="2" charset="2"/>
              <a:buChar char="ü"/>
              <a:defRPr/>
            </a:pP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아무런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옵션이 없으면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,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kern="0" dirty="0" err="1">
                <a:latin typeface="굴림" panose="020B0600000101010101" pitchFamily="50" charset="-127"/>
                <a:ea typeface="굴림" panose="020B0600000101010101" pitchFamily="50" charset="-127"/>
              </a:rPr>
              <a:t>a.out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이라는 이름의 실행파일을 자동 생성 </a:t>
            </a:r>
            <a:endParaRPr lang="en-US" altLang="ko-KR" kern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>
              <a:lnSpc>
                <a:spcPct val="90000"/>
              </a:lnSpc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ko-KR" kern="0" dirty="0" err="1">
                <a:latin typeface="굴림" panose="020B0600000101010101" pitchFamily="50" charset="-127"/>
                <a:ea typeface="굴림" panose="020B0600000101010101" pitchFamily="50" charset="-127"/>
              </a:rPr>
              <a:t>gcc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en-US" altLang="ko-KR" kern="0" dirty="0" err="1">
                <a:latin typeface="굴림" panose="020B0600000101010101" pitchFamily="50" charset="-127"/>
                <a:ea typeface="굴림" panose="020B0600000101010101" pitchFamily="50" charset="-127"/>
              </a:rPr>
              <a:t>hello.c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en-US" altLang="ko-KR" b="1" kern="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–o  hello </a:t>
            </a:r>
          </a:p>
          <a:p>
            <a:pPr lvl="2" indent="-285750">
              <a:lnSpc>
                <a:spcPct val="90000"/>
              </a:lnSpc>
              <a:buSzPct val="100000"/>
              <a:buFont typeface="Wingdings" panose="05000000000000000000" pitchFamily="2" charset="2"/>
              <a:buChar char="ü"/>
              <a:defRPr/>
            </a:pP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  <a:sym typeface="Wingdings" pitchFamily="2" charset="2"/>
              </a:rPr>
              <a:t>-o 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  <a:sym typeface="Wingdings" pitchFamily="2" charset="2"/>
              </a:rPr>
              <a:t>옵션: </a:t>
            </a:r>
            <a:r>
              <a:rPr lang="en-US" altLang="ko-KR" kern="0" dirty="0" err="1">
                <a:latin typeface="굴림" panose="020B0600000101010101" pitchFamily="50" charset="-127"/>
                <a:ea typeface="굴림" panose="020B0600000101010101" pitchFamily="50" charset="-127"/>
                <a:sym typeface="Wingdings" pitchFamily="2" charset="2"/>
              </a:rPr>
              <a:t>a.out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  <a:sym typeface="Wingdings" pitchFamily="2" charset="2"/>
              </a:rPr>
              <a:t> 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  <a:sym typeface="Wingdings" pitchFamily="2" charset="2"/>
              </a:rPr>
              <a:t>대신에 지정된 이름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  <a:sym typeface="Wingdings" pitchFamily="2" charset="2"/>
              </a:rPr>
              <a:t>(hello)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  <a:sym typeface="Wingdings" pitchFamily="2" charset="2"/>
              </a:rPr>
              <a:t>으로 실행파일명을 생성 </a:t>
            </a:r>
            <a:endParaRPr lang="en-US" altLang="ko-KR" kern="0" dirty="0">
              <a:latin typeface="굴림" panose="020B0600000101010101" pitchFamily="50" charset="-127"/>
              <a:ea typeface="굴림" panose="020B0600000101010101" pitchFamily="50" charset="-127"/>
              <a:sym typeface="Wingdings" pitchFamily="2" charset="2"/>
            </a:endParaRPr>
          </a:p>
          <a:p>
            <a:pPr lvl="1">
              <a:lnSpc>
                <a:spcPct val="90000"/>
              </a:lnSpc>
              <a:buSzPct val="100000"/>
              <a:buFont typeface="Wingdings" panose="05000000000000000000" pitchFamily="2" charset="2"/>
              <a:buChar char="ü"/>
              <a:defRPr/>
            </a:pPr>
            <a:endParaRPr lang="ko-KR" altLang="en-US" kern="0" dirty="0">
              <a:latin typeface="굴림" panose="020B0600000101010101" pitchFamily="50" charset="-127"/>
              <a:ea typeface="굴림" panose="020B0600000101010101" pitchFamily="50" charset="-127"/>
              <a:sym typeface="Wingdings" pitchFamily="2" charset="2"/>
            </a:endParaRPr>
          </a:p>
          <a:p>
            <a:pPr>
              <a:lnSpc>
                <a:spcPct val="90000"/>
              </a:lnSpc>
              <a:buSzPct val="100000"/>
              <a:buFont typeface="Wingdings" panose="05000000000000000000" pitchFamily="2" charset="2"/>
              <a:buChar char="Ø"/>
              <a:defRPr/>
            </a:pP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여러 개의 소스 파일들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(test1.c, test2.c)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을 이용하여 실행 파일 만들기</a:t>
            </a:r>
          </a:p>
          <a:p>
            <a:pPr lvl="1">
              <a:lnSpc>
                <a:spcPct val="90000"/>
              </a:lnSpc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ko-KR" kern="0" dirty="0" err="1">
                <a:latin typeface="굴림" panose="020B0600000101010101" pitchFamily="50" charset="-127"/>
                <a:ea typeface="굴림" panose="020B0600000101010101" pitchFamily="50" charset="-127"/>
              </a:rPr>
              <a:t>gcc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en-US" altLang="ko-KR" b="1" kern="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–c  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test1.c </a:t>
            </a:r>
          </a:p>
          <a:p>
            <a:pPr marL="1200150" lvl="2" indent="-285750">
              <a:lnSpc>
                <a:spcPct val="90000"/>
              </a:lnSpc>
              <a:buSzPct val="100000"/>
              <a:buFont typeface="Wingdings" panose="05000000000000000000" pitchFamily="2" charset="2"/>
              <a:buChar char="ü"/>
              <a:defRPr/>
            </a:pP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-c 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옵션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실행파일을 바로 생성하지 않고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실행 전단계인 모듈 오브젝트 </a:t>
            </a:r>
            <a:r>
              <a:rPr lang="ko-KR" altLang="en-US" kern="0" dirty="0" err="1">
                <a:latin typeface="굴림" panose="020B0600000101010101" pitchFamily="50" charset="-127"/>
                <a:ea typeface="굴림" panose="020B0600000101010101" pitchFamily="50" charset="-127"/>
              </a:rPr>
              <a:t>파일까지만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 생성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. test1.o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라는 오브젝트 파일이 생성</a:t>
            </a:r>
            <a:endParaRPr lang="en-US" altLang="ko-KR" kern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>
              <a:lnSpc>
                <a:spcPct val="90000"/>
              </a:lnSpc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ko-KR" kern="0" dirty="0" err="1">
                <a:latin typeface="굴림" panose="020B0600000101010101" pitchFamily="50" charset="-127"/>
                <a:ea typeface="굴림" panose="020B0600000101010101" pitchFamily="50" charset="-127"/>
              </a:rPr>
              <a:t>gcc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en-US" altLang="ko-KR" b="1" kern="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–c  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test2.c </a:t>
            </a:r>
          </a:p>
          <a:p>
            <a:pPr marL="1200150" lvl="2" indent="-285750">
              <a:lnSpc>
                <a:spcPct val="90000"/>
              </a:lnSpc>
              <a:buSzPct val="100000"/>
              <a:buFont typeface="Wingdings" panose="05000000000000000000" pitchFamily="2" charset="2"/>
              <a:buChar char="ü"/>
              <a:defRPr/>
            </a:pP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test2.o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라는 오브젝트 파일이 생성</a:t>
            </a:r>
            <a:endParaRPr lang="en-US" altLang="ko-KR" kern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>
              <a:lnSpc>
                <a:spcPct val="90000"/>
              </a:lnSpc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ko-KR" kern="0" dirty="0" err="1">
                <a:latin typeface="굴림" panose="020B0600000101010101" pitchFamily="50" charset="-127"/>
                <a:ea typeface="굴림" panose="020B0600000101010101" pitchFamily="50" charset="-127"/>
              </a:rPr>
              <a:t>gcc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  test1.o  test2.o  –o  run </a:t>
            </a:r>
          </a:p>
          <a:p>
            <a:pPr lvl="2" indent="-285750">
              <a:lnSpc>
                <a:spcPct val="90000"/>
              </a:lnSpc>
              <a:buSzPct val="100000"/>
              <a:buFont typeface="Wingdings" panose="05000000000000000000" pitchFamily="2" charset="2"/>
              <a:buChar char="ü"/>
              <a:defRPr/>
            </a:pP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오브젝트 파일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모듈 파일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들을 연결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kern="0" dirty="0" err="1">
                <a:latin typeface="굴림" panose="020B0600000101010101" pitchFamily="50" charset="-127"/>
                <a:ea typeface="굴림" panose="020B0600000101010101" pitchFamily="50" charset="-127"/>
              </a:rPr>
              <a:t>링킹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하여 실행파일</a:t>
            </a:r>
            <a:r>
              <a:rPr lang="en-US" altLang="ko-KR" kern="0" dirty="0">
                <a:latin typeface="굴림" panose="020B0600000101010101" pitchFamily="50" charset="-127"/>
                <a:ea typeface="굴림" panose="020B0600000101010101" pitchFamily="50" charset="-127"/>
              </a:rPr>
              <a:t>(run)</a:t>
            </a:r>
            <a:r>
              <a:rPr lang="ko-KR" altLang="en-US" kern="0" dirty="0">
                <a:latin typeface="굴림" panose="020B0600000101010101" pitchFamily="50" charset="-127"/>
                <a:ea typeface="굴림" panose="020B0600000101010101" pitchFamily="50" charset="-127"/>
              </a:rPr>
              <a:t>을 생성</a:t>
            </a:r>
            <a:endParaRPr lang="en-US" altLang="ko-KR" kern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857250" lvl="2" indent="0">
              <a:lnSpc>
                <a:spcPct val="90000"/>
              </a:lnSpc>
              <a:buSzPct val="100000"/>
              <a:defRPr/>
            </a:pPr>
            <a:endParaRPr lang="en-US" altLang="ko-KR" sz="1400" kern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2" indent="-285750">
              <a:lnSpc>
                <a:spcPct val="90000"/>
              </a:lnSpc>
              <a:buSzPct val="100000"/>
              <a:buFont typeface="Wingdings" panose="05000000000000000000" pitchFamily="2" charset="2"/>
              <a:buChar char="Ø"/>
              <a:defRPr/>
            </a:pPr>
            <a:endParaRPr lang="ko-KR" altLang="en-US" sz="1400" kern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2" indent="-285750">
              <a:lnSpc>
                <a:spcPct val="90000"/>
              </a:lnSpc>
              <a:buSzPct val="100000"/>
              <a:buFont typeface="Wingdings" panose="05000000000000000000" pitchFamily="2" charset="2"/>
              <a:buChar char="Ø"/>
              <a:defRPr/>
            </a:pPr>
            <a:endParaRPr lang="ko-KR" altLang="en-US" sz="1400" kern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726F1BB-1D3E-73D5-D726-13149BE00B95}"/>
              </a:ext>
            </a:extLst>
          </p:cNvPr>
          <p:cNvGrpSpPr/>
          <p:nvPr/>
        </p:nvGrpSpPr>
        <p:grpSpPr>
          <a:xfrm>
            <a:off x="3691361" y="3317816"/>
            <a:ext cx="314280" cy="68400"/>
            <a:chOff x="3691361" y="3317816"/>
            <a:chExt cx="314280" cy="6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8A8D6C3C-EE7B-FF23-AA4D-49FDFE9E2059}"/>
                    </a:ext>
                  </a:extLst>
                </p14:cNvPr>
                <p14:cNvContentPartPr/>
                <p14:nvPr/>
              </p14:nvContentPartPr>
              <p14:xfrm>
                <a:off x="3691361" y="3317816"/>
                <a:ext cx="100440" cy="468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8A8D6C3C-EE7B-FF23-AA4D-49FDFE9E205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82721" y="3308816"/>
                  <a:ext cx="1180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81AFBD95-3DA5-15D3-A9C5-CCC534E6770F}"/>
                    </a:ext>
                  </a:extLst>
                </p14:cNvPr>
                <p14:cNvContentPartPr/>
                <p14:nvPr/>
              </p14:nvContentPartPr>
              <p14:xfrm>
                <a:off x="3714401" y="3340496"/>
                <a:ext cx="81000" cy="3996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81AFBD95-3DA5-15D3-A9C5-CCC534E6770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05401" y="3331496"/>
                  <a:ext cx="986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E0A92228-13B9-1F8A-1979-ED7C2CF020A1}"/>
                    </a:ext>
                  </a:extLst>
                </p14:cNvPr>
                <p14:cNvContentPartPr/>
                <p14:nvPr/>
              </p14:nvContentPartPr>
              <p14:xfrm>
                <a:off x="3914921" y="3323936"/>
                <a:ext cx="81720" cy="1908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E0A92228-13B9-1F8A-1979-ED7C2CF020A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06281" y="3315296"/>
                  <a:ext cx="993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EA8621C-266E-2523-5B5A-48257D6B84F7}"/>
                    </a:ext>
                  </a:extLst>
                </p14:cNvPr>
                <p14:cNvContentPartPr/>
                <p14:nvPr/>
              </p14:nvContentPartPr>
              <p14:xfrm>
                <a:off x="3923921" y="3373616"/>
                <a:ext cx="81720" cy="126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EA8621C-266E-2523-5B5A-48257D6B84F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14921" y="3364976"/>
                  <a:ext cx="9936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9FC13A6-94DF-8D3F-89F0-1C7E6B3C32FA}"/>
              </a:ext>
            </a:extLst>
          </p:cNvPr>
          <p:cNvGrpSpPr/>
          <p:nvPr/>
        </p:nvGrpSpPr>
        <p:grpSpPr>
          <a:xfrm>
            <a:off x="4281761" y="3300176"/>
            <a:ext cx="353160" cy="201240"/>
            <a:chOff x="4281761" y="3300176"/>
            <a:chExt cx="353160" cy="20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B7C5C704-1A0D-2754-DE9F-6E50592F6AEB}"/>
                    </a:ext>
                  </a:extLst>
                </p14:cNvPr>
                <p14:cNvContentPartPr/>
                <p14:nvPr/>
              </p14:nvContentPartPr>
              <p14:xfrm>
                <a:off x="4281761" y="3300176"/>
                <a:ext cx="90720" cy="2012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B7C5C704-1A0D-2754-DE9F-6E50592F6A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72761" y="3291536"/>
                  <a:ext cx="108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F6BFE447-D992-86F0-DF7B-F88CAA4F4199}"/>
                    </a:ext>
                  </a:extLst>
                </p14:cNvPr>
                <p14:cNvContentPartPr/>
                <p14:nvPr/>
              </p14:nvContentPartPr>
              <p14:xfrm>
                <a:off x="4413161" y="3317096"/>
                <a:ext cx="83880" cy="1105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F6BFE447-D992-86F0-DF7B-F88CAA4F419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04521" y="3308096"/>
                  <a:ext cx="1015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39AB809B-5402-ADDC-70F8-CFD7FF395223}"/>
                    </a:ext>
                  </a:extLst>
                </p14:cNvPr>
                <p14:cNvContentPartPr/>
                <p14:nvPr/>
              </p14:nvContentPartPr>
              <p14:xfrm>
                <a:off x="4524041" y="3311336"/>
                <a:ext cx="110880" cy="1134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39AB809B-5402-ADDC-70F8-CFD7FF39522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15401" y="3302696"/>
                  <a:ext cx="12852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7BD2849-003E-36F3-05DE-8BCE7D47E045}"/>
              </a:ext>
            </a:extLst>
          </p:cNvPr>
          <p:cNvGrpSpPr/>
          <p:nvPr/>
        </p:nvGrpSpPr>
        <p:grpSpPr>
          <a:xfrm>
            <a:off x="4820321" y="3296936"/>
            <a:ext cx="308880" cy="143280"/>
            <a:chOff x="4820321" y="3296936"/>
            <a:chExt cx="308880" cy="14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68CB7DA-A4AA-CC27-57F4-345227AE9884}"/>
                    </a:ext>
                  </a:extLst>
                </p14:cNvPr>
                <p14:cNvContentPartPr/>
                <p14:nvPr/>
              </p14:nvContentPartPr>
              <p14:xfrm>
                <a:off x="4820321" y="3341216"/>
                <a:ext cx="109800" cy="183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68CB7DA-A4AA-CC27-57F4-345227AE988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11321" y="3332216"/>
                  <a:ext cx="127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69E88249-FE0B-7676-1FD5-955C4E3864A1}"/>
                    </a:ext>
                  </a:extLst>
                </p14:cNvPr>
                <p14:cNvContentPartPr/>
                <p14:nvPr/>
              </p14:nvContentPartPr>
              <p14:xfrm>
                <a:off x="5015081" y="3296936"/>
                <a:ext cx="114120" cy="1432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69E88249-FE0B-7676-1FD5-955C4E3864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06441" y="3287936"/>
                  <a:ext cx="131760" cy="16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E2ACF417-23BE-EDA4-0E5E-77F80874B964}"/>
                  </a:ext>
                </a:extLst>
              </p14:cNvPr>
              <p14:cNvContentPartPr/>
              <p14:nvPr/>
            </p14:nvContentPartPr>
            <p14:xfrm>
              <a:off x="2211041" y="3133496"/>
              <a:ext cx="745560" cy="16272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E2ACF417-23BE-EDA4-0E5E-77F80874B96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02041" y="3124496"/>
                <a:ext cx="763200" cy="18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그룹 28">
            <a:extLst>
              <a:ext uri="{FF2B5EF4-FFF2-40B4-BE49-F238E27FC236}">
                <a16:creationId xmlns:a16="http://schemas.microsoft.com/office/drawing/2014/main" id="{9E98CA29-F48F-E2BA-91BB-085D204BDE8F}"/>
              </a:ext>
            </a:extLst>
          </p:cNvPr>
          <p:cNvGrpSpPr/>
          <p:nvPr/>
        </p:nvGrpSpPr>
        <p:grpSpPr>
          <a:xfrm>
            <a:off x="5380481" y="3204056"/>
            <a:ext cx="1411200" cy="277920"/>
            <a:chOff x="5380481" y="3204056"/>
            <a:chExt cx="1411200" cy="2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451D85B4-D462-7ED5-BF97-285357CAF2BE}"/>
                    </a:ext>
                  </a:extLst>
                </p14:cNvPr>
                <p14:cNvContentPartPr/>
                <p14:nvPr/>
              </p14:nvContentPartPr>
              <p14:xfrm>
                <a:off x="5380481" y="3234296"/>
                <a:ext cx="89280" cy="1933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451D85B4-D462-7ED5-BF97-285357CAF2B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71481" y="3225296"/>
                  <a:ext cx="1069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11A93BFC-475B-2348-DD7D-B77B279F0815}"/>
                    </a:ext>
                  </a:extLst>
                </p14:cNvPr>
                <p14:cNvContentPartPr/>
                <p14:nvPr/>
              </p14:nvContentPartPr>
              <p14:xfrm>
                <a:off x="5487041" y="3323216"/>
                <a:ext cx="100440" cy="1141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11A93BFC-475B-2348-DD7D-B77B279F081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78041" y="3314576"/>
                  <a:ext cx="118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EF3E28AC-ADD8-F9B3-7BDC-EF3B1CC3BF7F}"/>
                    </a:ext>
                  </a:extLst>
                </p14:cNvPr>
                <p14:cNvContentPartPr/>
                <p14:nvPr/>
              </p14:nvContentPartPr>
              <p14:xfrm>
                <a:off x="5600081" y="3264896"/>
                <a:ext cx="37440" cy="2170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EF3E28AC-ADD8-F9B3-7BDC-EF3B1CC3BF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91441" y="3256256"/>
                  <a:ext cx="550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C9495C6C-8AF3-4160-9AE8-A0287CCF3A62}"/>
                    </a:ext>
                  </a:extLst>
                </p14:cNvPr>
                <p14:cNvContentPartPr/>
                <p14:nvPr/>
              </p14:nvContentPartPr>
              <p14:xfrm>
                <a:off x="5672081" y="3268856"/>
                <a:ext cx="49320" cy="1886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9495C6C-8AF3-4160-9AE8-A0287CCF3A6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63441" y="3259856"/>
                  <a:ext cx="669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D3473946-4FDF-D946-EFFB-04D7B05CF363}"/>
                    </a:ext>
                  </a:extLst>
                </p14:cNvPr>
                <p14:cNvContentPartPr/>
                <p14:nvPr/>
              </p14:nvContentPartPr>
              <p14:xfrm>
                <a:off x="5771801" y="3359576"/>
                <a:ext cx="92880" cy="982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D3473946-4FDF-D946-EFFB-04D7B05CF36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62801" y="3350576"/>
                  <a:ext cx="110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0B44DD1B-ACC7-6A14-FF08-40F7D2C8F631}"/>
                    </a:ext>
                  </a:extLst>
                </p14:cNvPr>
                <p14:cNvContentPartPr/>
                <p14:nvPr/>
              </p14:nvContentPartPr>
              <p14:xfrm>
                <a:off x="6136841" y="3209456"/>
                <a:ext cx="242640" cy="2264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0B44DD1B-ACC7-6A14-FF08-40F7D2C8F63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28201" y="3200816"/>
                  <a:ext cx="2602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C6703178-38EA-1D77-D5B8-ABEB5F3F520E}"/>
                    </a:ext>
                  </a:extLst>
                </p14:cNvPr>
                <p14:cNvContentPartPr/>
                <p14:nvPr/>
              </p14:nvContentPartPr>
              <p14:xfrm>
                <a:off x="6391001" y="3242576"/>
                <a:ext cx="30240" cy="2131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C6703178-38EA-1D77-D5B8-ABEB5F3F520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82001" y="3233576"/>
                  <a:ext cx="478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CA1EAA7A-423A-0AF4-FFB7-D269DBA642AB}"/>
                    </a:ext>
                  </a:extLst>
                </p14:cNvPr>
                <p14:cNvContentPartPr/>
                <p14:nvPr/>
              </p14:nvContentPartPr>
              <p14:xfrm>
                <a:off x="6459041" y="3248336"/>
                <a:ext cx="42120" cy="2174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CA1EAA7A-423A-0AF4-FFB7-D269DBA642A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50401" y="3239696"/>
                  <a:ext cx="597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9E1BA08-B436-1A63-7FA9-5A7AB7773C8C}"/>
                    </a:ext>
                  </a:extLst>
                </p14:cNvPr>
                <p14:cNvContentPartPr/>
                <p14:nvPr/>
              </p14:nvContentPartPr>
              <p14:xfrm>
                <a:off x="6563081" y="3397016"/>
                <a:ext cx="28440" cy="212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9E1BA08-B436-1A63-7FA9-5A7AB7773C8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54441" y="3388376"/>
                  <a:ext cx="460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793CD68E-F5B2-D294-FE55-71CB9E0B7233}"/>
                    </a:ext>
                  </a:extLst>
                </p14:cNvPr>
                <p14:cNvContentPartPr/>
                <p14:nvPr/>
              </p14:nvContentPartPr>
              <p14:xfrm>
                <a:off x="6679361" y="3290096"/>
                <a:ext cx="112320" cy="1134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793CD68E-F5B2-D294-FE55-71CB9E0B723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70721" y="3281456"/>
                  <a:ext cx="1299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5595579B-DC63-1E74-8C5E-0EB76B5DA3E4}"/>
                    </a:ext>
                  </a:extLst>
                </p14:cNvPr>
                <p14:cNvContentPartPr/>
                <p14:nvPr/>
              </p14:nvContentPartPr>
              <p14:xfrm>
                <a:off x="5821481" y="3204056"/>
                <a:ext cx="240120" cy="1180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5595579B-DC63-1E74-8C5E-0EB76B5DA3E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812481" y="3195416"/>
                  <a:ext cx="257760" cy="13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1372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DC65214F-C35E-4F9D-9EC7-74A4DEA1C25E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 </a:t>
            </a:r>
            <a:r>
              <a:rPr lang="ko-KR" altLang="en-US" dirty="0"/>
              <a:t>예제 프로그램 작성 및 실행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95536" y="971984"/>
            <a:ext cx="7993062" cy="4464050"/>
          </a:xfrm>
          <a:prstGeom prst="rect">
            <a:avLst/>
          </a:prstGeom>
        </p:spPr>
        <p:txBody>
          <a:bodyPr wrap="none" lIns="360000" anchor="ctr"/>
          <a:lstStyle/>
          <a:p>
            <a:pPr>
              <a:defRPr/>
            </a:pPr>
            <a:r>
              <a:rPr lang="en-US" altLang="ko-KR" b="1" dirty="0">
                <a:latin typeface="+mn-lt"/>
                <a:ea typeface="+mn-ea"/>
              </a:rPr>
              <a:t>$ vi  </a:t>
            </a:r>
            <a:r>
              <a:rPr lang="en-US" altLang="ko-KR" b="1" dirty="0">
                <a:latin typeface="+mn-lt"/>
              </a:rPr>
              <a:t>program1</a:t>
            </a:r>
            <a:r>
              <a:rPr lang="en-US" altLang="ko-KR" b="1" dirty="0">
                <a:latin typeface="+mn-lt"/>
                <a:ea typeface="+mn-ea"/>
              </a:rPr>
              <a:t>.c</a:t>
            </a:r>
          </a:p>
          <a:p>
            <a:pPr>
              <a:defRPr/>
            </a:pPr>
            <a:endParaRPr lang="en-US" altLang="ko-KR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ko-KR" dirty="0">
                <a:latin typeface="+mn-lt"/>
                <a:ea typeface="+mn-ea"/>
              </a:rPr>
              <a:t>       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#include  &lt;</a:t>
            </a:r>
            <a:r>
              <a:rPr lang="en-US" altLang="ko-KR" dirty="0" err="1">
                <a:solidFill>
                  <a:srgbClr val="FF0000"/>
                </a:solidFill>
                <a:latin typeface="+mn-lt"/>
                <a:ea typeface="+mn-ea"/>
              </a:rPr>
              <a:t>stdio.h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&gt;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int main( </a:t>
            </a:r>
            <a:r>
              <a:rPr lang="en-US" altLang="ko-KR" dirty="0" err="1">
                <a:solidFill>
                  <a:srgbClr val="FF0000"/>
                </a:solidFill>
                <a:latin typeface="+mn-lt"/>
                <a:ea typeface="+mn-ea"/>
              </a:rPr>
              <a:t>int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</a:t>
            </a:r>
            <a:r>
              <a:rPr lang="en-US" altLang="ko-KR" dirty="0" err="1">
                <a:solidFill>
                  <a:srgbClr val="FF0000"/>
                </a:solidFill>
                <a:latin typeface="+mn-lt"/>
                <a:ea typeface="+mn-ea"/>
              </a:rPr>
              <a:t>argc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,  char  *</a:t>
            </a:r>
            <a:r>
              <a:rPr lang="en-US" altLang="ko-KR" dirty="0" err="1">
                <a:solidFill>
                  <a:srgbClr val="FF0000"/>
                </a:solidFill>
                <a:latin typeface="+mn-lt"/>
                <a:ea typeface="+mn-ea"/>
              </a:rPr>
              <a:t>argv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[] )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{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        if( </a:t>
            </a:r>
            <a:r>
              <a:rPr lang="en-US" altLang="ko-KR" dirty="0" err="1">
                <a:solidFill>
                  <a:srgbClr val="FF0000"/>
                </a:solidFill>
                <a:latin typeface="+mn-lt"/>
                <a:ea typeface="+mn-ea"/>
              </a:rPr>
              <a:t>argc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&lt; 2 )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        {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                printf(“Usage:  command parameter \n");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                </a:t>
            </a:r>
            <a:r>
              <a:rPr lang="en-US" altLang="ko-KR" dirty="0">
                <a:solidFill>
                  <a:srgbClr val="FF0000"/>
                </a:solidFill>
                <a:latin typeface="+mn-lt"/>
              </a:rPr>
              <a:t>return -1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;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        }     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       </a:t>
            </a:r>
            <a:r>
              <a:rPr lang="en-US" altLang="ko-KR" dirty="0" err="1">
                <a:solidFill>
                  <a:srgbClr val="FF0000"/>
                </a:solidFill>
                <a:latin typeface="+mn-lt"/>
                <a:ea typeface="+mn-ea"/>
              </a:rPr>
              <a:t>printf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("%s   %s \n",  </a:t>
            </a:r>
            <a:r>
              <a:rPr lang="en-US" altLang="ko-KR" dirty="0" err="1">
                <a:solidFill>
                  <a:srgbClr val="FF0000"/>
                </a:solidFill>
                <a:latin typeface="+mn-lt"/>
                <a:ea typeface="+mn-ea"/>
              </a:rPr>
              <a:t>argv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[0],  </a:t>
            </a:r>
            <a:r>
              <a:rPr lang="en-US" altLang="ko-KR" dirty="0" err="1">
                <a:solidFill>
                  <a:srgbClr val="FF0000"/>
                </a:solidFill>
                <a:latin typeface="+mn-lt"/>
                <a:ea typeface="+mn-ea"/>
              </a:rPr>
              <a:t>argv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[1]);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       return 0;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95536" y="5436034"/>
            <a:ext cx="7993062" cy="935756"/>
          </a:xfrm>
          <a:prstGeom prst="rect">
            <a:avLst/>
          </a:prstGeom>
        </p:spPr>
        <p:txBody>
          <a:bodyPr wrap="none" lIns="360000" anchor="ctr"/>
          <a:lstStyle/>
          <a:p>
            <a:pPr>
              <a:defRPr/>
            </a:pPr>
            <a:r>
              <a:rPr lang="en-US" altLang="ko-KR" b="1" dirty="0">
                <a:latin typeface="+mn-lt"/>
                <a:ea typeface="+mn-ea"/>
              </a:rPr>
              <a:t>$ </a:t>
            </a:r>
            <a:r>
              <a:rPr lang="en-US" altLang="ko-KR" b="1" dirty="0" err="1">
                <a:latin typeface="+mn-lt"/>
                <a:ea typeface="+mn-ea"/>
              </a:rPr>
              <a:t>gcc</a:t>
            </a:r>
            <a:r>
              <a:rPr lang="en-US" altLang="ko-KR" b="1" dirty="0">
                <a:latin typeface="+mn-lt"/>
                <a:ea typeface="+mn-ea"/>
              </a:rPr>
              <a:t>  </a:t>
            </a:r>
            <a:r>
              <a:rPr lang="en-US" altLang="ko-KR" b="1" dirty="0">
                <a:latin typeface="+mn-lt"/>
              </a:rPr>
              <a:t>program1</a:t>
            </a:r>
            <a:r>
              <a:rPr lang="en-US" altLang="ko-KR" b="1" dirty="0">
                <a:latin typeface="+mn-lt"/>
                <a:ea typeface="+mn-ea"/>
              </a:rPr>
              <a:t>.c  –o  run </a:t>
            </a:r>
          </a:p>
          <a:p>
            <a:pPr>
              <a:defRPr/>
            </a:pPr>
            <a:r>
              <a:rPr lang="en-US" altLang="ko-KR" b="1" dirty="0">
                <a:latin typeface="+mn-lt"/>
                <a:ea typeface="+mn-ea"/>
              </a:rPr>
              <a:t>$ ./</a:t>
            </a:r>
            <a:r>
              <a:rPr lang="en-US" altLang="ko-KR" b="1" dirty="0">
                <a:latin typeface="+mn-lt"/>
              </a:rPr>
              <a:t>run</a:t>
            </a:r>
            <a:r>
              <a:rPr lang="en-US" altLang="ko-KR" b="1" dirty="0">
                <a:latin typeface="+mn-lt"/>
                <a:ea typeface="+mn-ea"/>
              </a:rPr>
              <a:t> </a:t>
            </a:r>
          </a:p>
          <a:p>
            <a:pPr>
              <a:defRPr/>
            </a:pPr>
            <a:r>
              <a:rPr lang="en-US" altLang="ko-KR" b="1" dirty="0">
                <a:latin typeface="+mn-lt"/>
              </a:rPr>
              <a:t>$ ./run   input</a:t>
            </a:r>
            <a:endParaRPr lang="en-US" altLang="ko-KR" b="1" dirty="0">
              <a:latin typeface="+mn-lt"/>
              <a:ea typeface="+mn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AC0D098-7507-DF82-37D0-2612967E500A}"/>
              </a:ext>
            </a:extLst>
          </p:cNvPr>
          <p:cNvGrpSpPr/>
          <p:nvPr/>
        </p:nvGrpSpPr>
        <p:grpSpPr>
          <a:xfrm>
            <a:off x="3143931" y="5101908"/>
            <a:ext cx="1689120" cy="433800"/>
            <a:chOff x="3143931" y="5101908"/>
            <a:chExt cx="1689120" cy="43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F25C447D-A0FB-00D2-5056-F0B6DFCC473F}"/>
                    </a:ext>
                  </a:extLst>
                </p14:cNvPr>
                <p14:cNvContentPartPr/>
                <p14:nvPr/>
              </p14:nvContentPartPr>
              <p14:xfrm>
                <a:off x="3143931" y="5101908"/>
                <a:ext cx="558000" cy="43380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F25C447D-A0FB-00D2-5056-F0B6DFCC473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35291" y="5093268"/>
                  <a:ext cx="57564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1162FF97-BA13-00B4-BC8D-AB6587EDD0A5}"/>
                    </a:ext>
                  </a:extLst>
                </p14:cNvPr>
                <p14:cNvContentPartPr/>
                <p14:nvPr/>
              </p14:nvContentPartPr>
              <p14:xfrm>
                <a:off x="3876171" y="5136468"/>
                <a:ext cx="110520" cy="14580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1162FF97-BA13-00B4-BC8D-AB6587EDD0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67171" y="5127468"/>
                  <a:ext cx="128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5BA1E85F-40D6-8DEB-C440-DF8ED3161011}"/>
                    </a:ext>
                  </a:extLst>
                </p14:cNvPr>
                <p14:cNvContentPartPr/>
                <p14:nvPr/>
              </p14:nvContentPartPr>
              <p14:xfrm>
                <a:off x="4010811" y="5131428"/>
                <a:ext cx="199440" cy="1562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5BA1E85F-40D6-8DEB-C440-DF8ED316101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02171" y="5122788"/>
                  <a:ext cx="2170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7FA5834C-C142-A044-7EEA-790697E8B7CA}"/>
                    </a:ext>
                  </a:extLst>
                </p14:cNvPr>
                <p14:cNvContentPartPr/>
                <p14:nvPr/>
              </p14:nvContentPartPr>
              <p14:xfrm>
                <a:off x="4172811" y="5122788"/>
                <a:ext cx="157320" cy="2253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7FA5834C-C142-A044-7EEA-790697E8B7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64171" y="5113788"/>
                  <a:ext cx="1749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A4945AE-0613-D15F-92AE-39DAD8682B90}"/>
                    </a:ext>
                  </a:extLst>
                </p14:cNvPr>
                <p14:cNvContentPartPr/>
                <p14:nvPr/>
              </p14:nvContentPartPr>
              <p14:xfrm>
                <a:off x="4364331" y="5182548"/>
                <a:ext cx="69480" cy="2253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A4945AE-0613-D15F-92AE-39DAD8682B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55691" y="5173908"/>
                  <a:ext cx="871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CA2F1E48-8A04-0992-36EA-3138EE8CCCEE}"/>
                    </a:ext>
                  </a:extLst>
                </p14:cNvPr>
                <p14:cNvContentPartPr/>
                <p14:nvPr/>
              </p14:nvContentPartPr>
              <p14:xfrm>
                <a:off x="4358931" y="5146188"/>
                <a:ext cx="99000" cy="1497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CA2F1E48-8A04-0992-36EA-3138EE8CCCE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50291" y="5137548"/>
                  <a:ext cx="1166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DB87BD4B-F0FD-08EF-57D6-708BC074A45E}"/>
                    </a:ext>
                  </a:extLst>
                </p14:cNvPr>
                <p14:cNvContentPartPr/>
                <p14:nvPr/>
              </p14:nvContentPartPr>
              <p14:xfrm>
                <a:off x="4495371" y="5130348"/>
                <a:ext cx="277560" cy="1656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DB87BD4B-F0FD-08EF-57D6-708BC074A45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86731" y="5121348"/>
                  <a:ext cx="2952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8C042F24-2DD2-F3D5-D381-ABC8FACA8604}"/>
                    </a:ext>
                  </a:extLst>
                </p14:cNvPr>
                <p14:cNvContentPartPr/>
                <p14:nvPr/>
              </p14:nvContentPartPr>
              <p14:xfrm>
                <a:off x="4702731" y="5124228"/>
                <a:ext cx="130320" cy="1882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8C042F24-2DD2-F3D5-D381-ABC8FACA860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93731" y="5115588"/>
                  <a:ext cx="14796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9" name="그룹 3078">
            <a:extLst>
              <a:ext uri="{FF2B5EF4-FFF2-40B4-BE49-F238E27FC236}">
                <a16:creationId xmlns:a16="http://schemas.microsoft.com/office/drawing/2014/main" id="{A181FF08-5523-891B-2D36-B4374612BC41}"/>
              </a:ext>
            </a:extLst>
          </p:cNvPr>
          <p:cNvGrpSpPr/>
          <p:nvPr/>
        </p:nvGrpSpPr>
        <p:grpSpPr>
          <a:xfrm>
            <a:off x="3892601" y="5537434"/>
            <a:ext cx="1114560" cy="331200"/>
            <a:chOff x="3892601" y="5537434"/>
            <a:chExt cx="1114560" cy="33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EE039A4-7630-691D-508B-BCA039F6E572}"/>
                    </a:ext>
                  </a:extLst>
                </p14:cNvPr>
                <p14:cNvContentPartPr/>
                <p14:nvPr/>
              </p14:nvContentPartPr>
              <p14:xfrm>
                <a:off x="3892601" y="5537434"/>
                <a:ext cx="155880" cy="3096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EE039A4-7630-691D-508B-BCA039F6E57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83961" y="5528434"/>
                  <a:ext cx="1735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DB8DA8A-5D87-BB1D-C6F9-086534863EDA}"/>
                    </a:ext>
                  </a:extLst>
                </p14:cNvPr>
                <p14:cNvContentPartPr/>
                <p14:nvPr/>
              </p14:nvContentPartPr>
              <p14:xfrm>
                <a:off x="3962441" y="5655874"/>
                <a:ext cx="1044720" cy="2127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DB8DA8A-5D87-BB1D-C6F9-086534863ED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53441" y="5647234"/>
                  <a:ext cx="106236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8" name="그룹 3077">
            <a:extLst>
              <a:ext uri="{FF2B5EF4-FFF2-40B4-BE49-F238E27FC236}">
                <a16:creationId xmlns:a16="http://schemas.microsoft.com/office/drawing/2014/main" id="{A935F26B-D31E-77AA-944A-2366021BAB13}"/>
              </a:ext>
            </a:extLst>
          </p:cNvPr>
          <p:cNvGrpSpPr/>
          <p:nvPr/>
        </p:nvGrpSpPr>
        <p:grpSpPr>
          <a:xfrm>
            <a:off x="5225681" y="5506474"/>
            <a:ext cx="1695240" cy="396000"/>
            <a:chOff x="5225681" y="5506474"/>
            <a:chExt cx="169524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A47B893-59D0-2852-6944-822DB60E5F5D}"/>
                    </a:ext>
                  </a:extLst>
                </p14:cNvPr>
                <p14:cNvContentPartPr/>
                <p14:nvPr/>
              </p14:nvContentPartPr>
              <p14:xfrm>
                <a:off x="5225681" y="5506474"/>
                <a:ext cx="26280" cy="3859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A47B893-59D0-2852-6944-822DB60E5F5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17041" y="5497834"/>
                  <a:ext cx="4392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83C95236-99D8-EC70-B7BF-AD2B1C00CFD1}"/>
                    </a:ext>
                  </a:extLst>
                </p14:cNvPr>
                <p14:cNvContentPartPr/>
                <p14:nvPr/>
              </p14:nvContentPartPr>
              <p14:xfrm>
                <a:off x="5287601" y="5631034"/>
                <a:ext cx="100440" cy="2714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83C95236-99D8-EC70-B7BF-AD2B1C00CFD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78601" y="5622394"/>
                  <a:ext cx="1180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C66E6B70-F99F-C2A8-DEFC-6950ADD7DA0E}"/>
                    </a:ext>
                  </a:extLst>
                </p14:cNvPr>
                <p14:cNvContentPartPr/>
                <p14:nvPr/>
              </p14:nvContentPartPr>
              <p14:xfrm>
                <a:off x="5457521" y="5614474"/>
                <a:ext cx="20160" cy="1216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C66E6B70-F99F-C2A8-DEFC-6950ADD7DA0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48521" y="5605834"/>
                  <a:ext cx="378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8899A4DA-393E-EFB1-F7C0-3E72A2B6CD8F}"/>
                    </a:ext>
                  </a:extLst>
                </p14:cNvPr>
                <p14:cNvContentPartPr/>
                <p14:nvPr/>
              </p14:nvContentPartPr>
              <p14:xfrm>
                <a:off x="5434121" y="5702314"/>
                <a:ext cx="143280" cy="1112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8899A4DA-393E-EFB1-F7C0-3E72A2B6CD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25481" y="5693674"/>
                  <a:ext cx="1609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C991C988-C5FA-54DC-2166-91BC3F3230D9}"/>
                    </a:ext>
                  </a:extLst>
                </p14:cNvPr>
                <p14:cNvContentPartPr/>
                <p14:nvPr/>
              </p14:nvContentPartPr>
              <p14:xfrm>
                <a:off x="5557241" y="5705554"/>
                <a:ext cx="50760" cy="1771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C991C988-C5FA-54DC-2166-91BC3F3230D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48241" y="5696914"/>
                  <a:ext cx="68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5D4B0150-9424-A8AA-0513-6E2A4136B5B2}"/>
                    </a:ext>
                  </a:extLst>
                </p14:cNvPr>
                <p14:cNvContentPartPr/>
                <p14:nvPr/>
              </p14:nvContentPartPr>
              <p14:xfrm>
                <a:off x="5622761" y="5656234"/>
                <a:ext cx="77760" cy="1436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5D4B0150-9424-A8AA-0513-6E2A4136B5B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14121" y="5647594"/>
                  <a:ext cx="954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A78C0242-7049-5913-2714-CEEFF5617E58}"/>
                    </a:ext>
                  </a:extLst>
                </p14:cNvPr>
                <p14:cNvContentPartPr/>
                <p14:nvPr/>
              </p14:nvContentPartPr>
              <p14:xfrm>
                <a:off x="5689721" y="5658034"/>
                <a:ext cx="75600" cy="1101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A78C0242-7049-5913-2714-CEEFF5617E5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81081" y="5649034"/>
                  <a:ext cx="932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558B992-8A33-5252-7E66-5EF69488F686}"/>
                    </a:ext>
                  </a:extLst>
                </p14:cNvPr>
                <p14:cNvContentPartPr/>
                <p14:nvPr/>
              </p14:nvContentPartPr>
              <p14:xfrm>
                <a:off x="5748401" y="5622394"/>
                <a:ext cx="27000" cy="1630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3558B992-8A33-5252-7E66-5EF69488F68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39401" y="5613394"/>
                  <a:ext cx="44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D327945C-9649-36E2-DB8C-71D6A2A96EBC}"/>
                    </a:ext>
                  </a:extLst>
                </p14:cNvPr>
                <p14:cNvContentPartPr/>
                <p14:nvPr/>
              </p14:nvContentPartPr>
              <p14:xfrm>
                <a:off x="5712401" y="5768554"/>
                <a:ext cx="114120" cy="856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D327945C-9649-36E2-DB8C-71D6A2A96EB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03761" y="5759914"/>
                  <a:ext cx="1317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CA7059EA-634B-E803-206F-4512A658605E}"/>
                    </a:ext>
                  </a:extLst>
                </p14:cNvPr>
                <p14:cNvContentPartPr/>
                <p14:nvPr/>
              </p14:nvContentPartPr>
              <p14:xfrm>
                <a:off x="5982041" y="5631034"/>
                <a:ext cx="29880" cy="1800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CA7059EA-634B-E803-206F-4512A658605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73401" y="5622394"/>
                  <a:ext cx="47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777919C3-6B68-D0E7-AC22-D474414D699D}"/>
                    </a:ext>
                  </a:extLst>
                </p14:cNvPr>
                <p14:cNvContentPartPr/>
                <p14:nvPr/>
              </p14:nvContentPartPr>
              <p14:xfrm>
                <a:off x="5998601" y="5647594"/>
                <a:ext cx="68400" cy="1317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777919C3-6B68-D0E7-AC22-D474414D699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89961" y="5638594"/>
                  <a:ext cx="86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639B1296-FFBC-060E-BCD8-B743C02A9040}"/>
                    </a:ext>
                  </a:extLst>
                </p14:cNvPr>
                <p14:cNvContentPartPr/>
                <p14:nvPr/>
              </p14:nvContentPartPr>
              <p14:xfrm>
                <a:off x="5998961" y="5770354"/>
                <a:ext cx="133200" cy="1155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639B1296-FFBC-060E-BCD8-B743C02A904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90321" y="5761354"/>
                  <a:ext cx="1508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3DE4CE37-0AE3-B997-6079-5196276FA243}"/>
                    </a:ext>
                  </a:extLst>
                </p14:cNvPr>
                <p14:cNvContentPartPr/>
                <p14:nvPr/>
              </p14:nvContentPartPr>
              <p14:xfrm>
                <a:off x="6144401" y="5655154"/>
                <a:ext cx="147960" cy="2095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3DE4CE37-0AE3-B997-6079-5196276FA24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35401" y="5646154"/>
                  <a:ext cx="1656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40AE9D36-F15E-24AE-725C-C4107771FD45}"/>
                    </a:ext>
                  </a:extLst>
                </p14:cNvPr>
                <p14:cNvContentPartPr/>
                <p14:nvPr/>
              </p14:nvContentPartPr>
              <p14:xfrm>
                <a:off x="6338441" y="5709874"/>
                <a:ext cx="86040" cy="1065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40AE9D36-F15E-24AE-725C-C4107771FD4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29801" y="5701234"/>
                  <a:ext cx="103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A692F6AC-9002-FE02-A656-120322957C67}"/>
                    </a:ext>
                  </a:extLst>
                </p14:cNvPr>
                <p14:cNvContentPartPr/>
                <p14:nvPr/>
              </p14:nvContentPartPr>
              <p14:xfrm>
                <a:off x="6445001" y="5625994"/>
                <a:ext cx="48240" cy="2242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A692F6AC-9002-FE02-A656-120322957C6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36001" y="5617354"/>
                  <a:ext cx="658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71FD81DF-9AE7-D210-FA16-77619C3E5115}"/>
                    </a:ext>
                  </a:extLst>
                </p14:cNvPr>
                <p14:cNvContentPartPr/>
                <p14:nvPr/>
              </p14:nvContentPartPr>
              <p14:xfrm>
                <a:off x="6486041" y="5688274"/>
                <a:ext cx="95760" cy="986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71FD81DF-9AE7-D210-FA16-77619C3E511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77041" y="5679274"/>
                  <a:ext cx="113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148B9960-75FE-AE77-3604-5256249B8321}"/>
                    </a:ext>
                  </a:extLst>
                </p14:cNvPr>
                <p14:cNvContentPartPr/>
                <p14:nvPr/>
              </p14:nvContentPartPr>
              <p14:xfrm>
                <a:off x="6681161" y="5583514"/>
                <a:ext cx="87120" cy="820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148B9960-75FE-AE77-3604-5256249B832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72161" y="5574514"/>
                  <a:ext cx="1047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72" name="잉크 3071">
                  <a:extLst>
                    <a:ext uri="{FF2B5EF4-FFF2-40B4-BE49-F238E27FC236}">
                      <a16:creationId xmlns:a16="http://schemas.microsoft.com/office/drawing/2014/main" id="{836B1DB2-F26B-F8DD-F263-0D38150867CA}"/>
                    </a:ext>
                  </a:extLst>
                </p14:cNvPr>
                <p14:cNvContentPartPr/>
                <p14:nvPr/>
              </p14:nvContentPartPr>
              <p14:xfrm>
                <a:off x="6694841" y="5703394"/>
                <a:ext cx="110520" cy="92520"/>
              </p14:xfrm>
            </p:contentPart>
          </mc:Choice>
          <mc:Fallback>
            <p:pic>
              <p:nvPicPr>
                <p:cNvPr id="3072" name="잉크 3071">
                  <a:extLst>
                    <a:ext uri="{FF2B5EF4-FFF2-40B4-BE49-F238E27FC236}">
                      <a16:creationId xmlns:a16="http://schemas.microsoft.com/office/drawing/2014/main" id="{836B1DB2-F26B-F8DD-F263-0D38150867C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85841" y="5694754"/>
                  <a:ext cx="1281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73" name="잉크 3072">
                  <a:extLst>
                    <a:ext uri="{FF2B5EF4-FFF2-40B4-BE49-F238E27FC236}">
                      <a16:creationId xmlns:a16="http://schemas.microsoft.com/office/drawing/2014/main" id="{C1BB61A5-018F-3981-C867-D32E675F78E2}"/>
                    </a:ext>
                  </a:extLst>
                </p14:cNvPr>
                <p14:cNvContentPartPr/>
                <p14:nvPr/>
              </p14:nvContentPartPr>
              <p14:xfrm>
                <a:off x="6826601" y="5589274"/>
                <a:ext cx="83880" cy="183600"/>
              </p14:xfrm>
            </p:contentPart>
          </mc:Choice>
          <mc:Fallback>
            <p:pic>
              <p:nvPicPr>
                <p:cNvPr id="3073" name="잉크 3072">
                  <a:extLst>
                    <a:ext uri="{FF2B5EF4-FFF2-40B4-BE49-F238E27FC236}">
                      <a16:creationId xmlns:a16="http://schemas.microsoft.com/office/drawing/2014/main" id="{C1BB61A5-018F-3981-C867-D32E675F78E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17601" y="5580634"/>
                  <a:ext cx="1015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076" name="잉크 3075">
                  <a:extLst>
                    <a:ext uri="{FF2B5EF4-FFF2-40B4-BE49-F238E27FC236}">
                      <a16:creationId xmlns:a16="http://schemas.microsoft.com/office/drawing/2014/main" id="{24F298C2-097C-0972-6FB8-47008234A1C6}"/>
                    </a:ext>
                  </a:extLst>
                </p14:cNvPr>
                <p14:cNvContentPartPr/>
                <p14:nvPr/>
              </p14:nvContentPartPr>
              <p14:xfrm>
                <a:off x="6787361" y="5760274"/>
                <a:ext cx="123840" cy="116640"/>
              </p14:xfrm>
            </p:contentPart>
          </mc:Choice>
          <mc:Fallback>
            <p:pic>
              <p:nvPicPr>
                <p:cNvPr id="3076" name="잉크 3075">
                  <a:extLst>
                    <a:ext uri="{FF2B5EF4-FFF2-40B4-BE49-F238E27FC236}">
                      <a16:creationId xmlns:a16="http://schemas.microsoft.com/office/drawing/2014/main" id="{24F298C2-097C-0972-6FB8-47008234A1C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78721" y="5751274"/>
                  <a:ext cx="1414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077" name="잉크 3076">
                  <a:extLst>
                    <a:ext uri="{FF2B5EF4-FFF2-40B4-BE49-F238E27FC236}">
                      <a16:creationId xmlns:a16="http://schemas.microsoft.com/office/drawing/2014/main" id="{6F76A511-4392-0145-6122-2E3302B1D683}"/>
                    </a:ext>
                  </a:extLst>
                </p14:cNvPr>
                <p14:cNvContentPartPr/>
                <p14:nvPr/>
              </p14:nvContentPartPr>
              <p14:xfrm>
                <a:off x="6796001" y="5823634"/>
                <a:ext cx="124920" cy="49680"/>
              </p14:xfrm>
            </p:contentPart>
          </mc:Choice>
          <mc:Fallback>
            <p:pic>
              <p:nvPicPr>
                <p:cNvPr id="3077" name="잉크 3076">
                  <a:extLst>
                    <a:ext uri="{FF2B5EF4-FFF2-40B4-BE49-F238E27FC236}">
                      <a16:creationId xmlns:a16="http://schemas.microsoft.com/office/drawing/2014/main" id="{6F76A511-4392-0145-6122-2E3302B1D68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787001" y="5814634"/>
                  <a:ext cx="142560" cy="67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71663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7974AF6-5A03-4AA6-8940-26BEA723C8FF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1196752"/>
            <a:ext cx="8569325" cy="4320479"/>
          </a:xfrm>
        </p:spPr>
        <p:txBody>
          <a:bodyPr/>
          <a:lstStyle/>
          <a:p>
            <a:pPr marL="381000" indent="-381000">
              <a:buSzPct val="100000"/>
              <a:buFont typeface="+mj-ea"/>
              <a:buAutoNum type="circleNumDbPlain"/>
            </a:pPr>
            <a:r>
              <a:rPr lang="en-US" altLang="ko-KR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 ls</a:t>
            </a:r>
            <a:r>
              <a:rPr lang="ko-KR" altLang="en-US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  </a:t>
            </a:r>
            <a:r>
              <a:rPr lang="en-US" altLang="ko-KR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(</a:t>
            </a:r>
            <a:r>
              <a:rPr lang="ko-KR" altLang="en-US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컴파일 수행 전에 존재하는 파일들 확인</a:t>
            </a:r>
            <a:r>
              <a:rPr lang="en-US" altLang="ko-KR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)</a:t>
            </a:r>
          </a:p>
          <a:p>
            <a:pPr marL="381000" indent="-381000">
              <a:buSzPct val="100000"/>
              <a:buFont typeface="+mj-ea"/>
              <a:buAutoNum type="circleNumDbPlain"/>
            </a:pPr>
            <a:endParaRPr lang="en-US" altLang="ko-KR" sz="1800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  <a:p>
            <a:pPr marL="381000" indent="-381000">
              <a:buSzPct val="100000"/>
              <a:buFont typeface="+mj-ea"/>
              <a:buAutoNum type="circleNumDbPlain"/>
            </a:pPr>
            <a:r>
              <a:rPr lang="en-US" altLang="ko-KR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 </a:t>
            </a:r>
            <a:r>
              <a:rPr lang="en-US" altLang="ko-KR" sz="1800" dirty="0" err="1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gcc</a:t>
            </a:r>
            <a:r>
              <a:rPr lang="en-US" altLang="ko-KR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  program1.c</a:t>
            </a:r>
            <a:r>
              <a:rPr lang="ko-KR" altLang="en-US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   </a:t>
            </a:r>
            <a:r>
              <a:rPr lang="en-US" altLang="ko-KR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(</a:t>
            </a:r>
            <a:r>
              <a:rPr lang="ko-KR" altLang="en-US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작성 프로그램 컴파일 </a:t>
            </a:r>
            <a:r>
              <a:rPr lang="en-US" altLang="ko-KR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-&gt; </a:t>
            </a:r>
            <a:r>
              <a:rPr lang="ko-KR" altLang="en-US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실행 바이너리 파일 </a:t>
            </a:r>
            <a:r>
              <a:rPr lang="en-US" altLang="ko-KR" sz="1800" dirty="0" err="1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a.out</a:t>
            </a:r>
            <a:r>
              <a:rPr lang="en-US" altLang="ko-KR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생성</a:t>
            </a:r>
            <a:r>
              <a:rPr lang="en-US" altLang="ko-KR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)</a:t>
            </a:r>
          </a:p>
          <a:p>
            <a:pPr marL="800100" lvl="1" indent="-342900">
              <a:buSzPct val="100000"/>
              <a:buFont typeface="+mj-lt"/>
              <a:buAutoNum type="alphaLcPeriod"/>
            </a:pP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 ls 		(</a:t>
            </a:r>
            <a:r>
              <a:rPr lang="en-US" altLang="ko-KR" sz="1600" dirty="0" err="1">
                <a:latin typeface="돋움" pitchFamily="50" charset="-127"/>
                <a:ea typeface="돋움" pitchFamily="50" charset="-127"/>
              </a:rPr>
              <a:t>a.out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600" dirty="0">
                <a:latin typeface="돋움" pitchFamily="50" charset="-127"/>
                <a:ea typeface="돋움" pitchFamily="50" charset="-127"/>
              </a:rPr>
              <a:t>생성되었는지 확인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)</a:t>
            </a:r>
          </a:p>
          <a:p>
            <a:pPr marL="800100" lvl="1" indent="-342900">
              <a:buSzPct val="100000"/>
              <a:buFont typeface="+mj-lt"/>
              <a:buAutoNum type="alphaLcPeriod"/>
            </a:pP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 ./</a:t>
            </a:r>
            <a:r>
              <a:rPr lang="en-US" altLang="ko-KR" sz="1600" dirty="0" err="1">
                <a:latin typeface="돋움" pitchFamily="50" charset="-127"/>
                <a:ea typeface="돋움" pitchFamily="50" charset="-127"/>
              </a:rPr>
              <a:t>a.out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 		(</a:t>
            </a:r>
            <a:r>
              <a:rPr lang="ko-KR" altLang="en-US" sz="1600" dirty="0">
                <a:latin typeface="돋움" pitchFamily="50" charset="-127"/>
                <a:ea typeface="돋움" pitchFamily="50" charset="-127"/>
              </a:rPr>
              <a:t>생성된 </a:t>
            </a:r>
            <a:r>
              <a:rPr lang="en-US" altLang="ko-KR" sz="1600" dirty="0" err="1">
                <a:latin typeface="돋움" pitchFamily="50" charset="-127"/>
                <a:ea typeface="돋움" pitchFamily="50" charset="-127"/>
              </a:rPr>
              <a:t>a.out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600" dirty="0">
                <a:latin typeface="돋움" pitchFamily="50" charset="-127"/>
                <a:ea typeface="돋움" pitchFamily="50" charset="-127"/>
              </a:rPr>
              <a:t>파일을 실행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)</a:t>
            </a:r>
          </a:p>
          <a:p>
            <a:pPr marL="800100" lvl="1" indent="-342900">
              <a:buSzPct val="100000"/>
              <a:buFont typeface="+mj-ea"/>
              <a:buAutoNum type="alphaLcPeriod"/>
            </a:pPr>
            <a:endParaRPr lang="en-US" altLang="ko-KR" sz="1600" dirty="0">
              <a:latin typeface="돋움" pitchFamily="50" charset="-127"/>
              <a:ea typeface="돋움" pitchFamily="50" charset="-127"/>
            </a:endParaRPr>
          </a:p>
          <a:p>
            <a:pPr marL="381000" indent="-381000">
              <a:buSzPct val="100000"/>
              <a:buFont typeface="+mj-ea"/>
              <a:buAutoNum type="circleNumDbPlain"/>
            </a:pPr>
            <a:r>
              <a:rPr lang="en-US" altLang="ko-KR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 </a:t>
            </a:r>
            <a:r>
              <a:rPr lang="en-US" altLang="ko-KR" sz="1800" dirty="0" err="1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gcc</a:t>
            </a:r>
            <a:r>
              <a:rPr lang="en-US" altLang="ko-KR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 program1.c  –o  run</a:t>
            </a:r>
            <a:r>
              <a:rPr lang="ko-KR" altLang="en-US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  </a:t>
            </a:r>
            <a:r>
              <a:rPr lang="en-US" altLang="ko-KR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(</a:t>
            </a:r>
            <a:r>
              <a:rPr lang="ko-KR" altLang="en-US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실행 바이너리 파일 </a:t>
            </a:r>
            <a:r>
              <a:rPr lang="en-US" altLang="ko-KR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run </a:t>
            </a:r>
            <a:r>
              <a:rPr lang="ko-KR" altLang="en-US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생성</a:t>
            </a:r>
            <a:r>
              <a:rPr lang="en-US" altLang="ko-KR" sz="1800" dirty="0">
                <a:solidFill>
                  <a:schemeClr val="tx1"/>
                </a:solidFill>
                <a:latin typeface="돋움" pitchFamily="50" charset="-127"/>
                <a:ea typeface="돋움" pitchFamily="50" charset="-127"/>
              </a:rPr>
              <a:t>)</a:t>
            </a:r>
          </a:p>
          <a:p>
            <a:pPr marL="800100" lvl="1" indent="-342900">
              <a:buSzPct val="100000"/>
              <a:buFont typeface="+mj-lt"/>
              <a:buAutoNum type="alphaLcPeriod"/>
            </a:pP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 ls 		(run </a:t>
            </a:r>
            <a:r>
              <a:rPr lang="ko-KR" altLang="en-US" sz="1600" dirty="0">
                <a:latin typeface="돋움" pitchFamily="50" charset="-127"/>
                <a:ea typeface="돋움" pitchFamily="50" charset="-127"/>
              </a:rPr>
              <a:t>파일이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600" dirty="0">
                <a:latin typeface="돋움" pitchFamily="50" charset="-127"/>
                <a:ea typeface="돋움" pitchFamily="50" charset="-127"/>
              </a:rPr>
              <a:t>생성되었는지 확인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)</a:t>
            </a:r>
          </a:p>
          <a:p>
            <a:pPr marL="800100" lvl="1" indent="-342900">
              <a:buSzPct val="100000"/>
              <a:buFont typeface="+mj-lt"/>
              <a:buAutoNum type="alphaLcPeriod"/>
            </a:pP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 ./run</a:t>
            </a:r>
            <a:r>
              <a:rPr lang="ko-KR" altLang="en-US" sz="1600" dirty="0">
                <a:latin typeface="돋움" pitchFamily="50" charset="-127"/>
                <a:ea typeface="돋움" pitchFamily="50" charset="-127"/>
              </a:rPr>
              <a:t>		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(</a:t>
            </a:r>
            <a:r>
              <a:rPr lang="ko-KR" altLang="en-US" sz="1600" dirty="0">
                <a:latin typeface="돋움" pitchFamily="50" charset="-127"/>
                <a:ea typeface="돋움" pitchFamily="50" charset="-127"/>
              </a:rPr>
              <a:t>생성된 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run </a:t>
            </a:r>
            <a:r>
              <a:rPr lang="ko-KR" altLang="en-US" sz="1600" dirty="0">
                <a:latin typeface="돋움" pitchFamily="50" charset="-127"/>
                <a:ea typeface="돋움" pitchFamily="50" charset="-127"/>
              </a:rPr>
              <a:t>파일을 실행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)</a:t>
            </a:r>
          </a:p>
          <a:p>
            <a:pPr marL="800100" lvl="1" indent="-342900">
              <a:buSzPct val="100000"/>
              <a:buFont typeface="+mj-lt"/>
              <a:buAutoNum type="alphaLcPeriod"/>
            </a:pPr>
            <a:endParaRPr lang="en-US" altLang="ko-KR" sz="1600" dirty="0">
              <a:latin typeface="돋움" pitchFamily="50" charset="-127"/>
              <a:ea typeface="돋움" pitchFamily="50" charset="-127"/>
            </a:endParaRPr>
          </a:p>
          <a:p>
            <a:pPr marL="381000" indent="-381000">
              <a:buSzPct val="100000"/>
              <a:buFont typeface="+mj-ea"/>
              <a:buAutoNum type="circleNumDbPlain"/>
            </a:pPr>
            <a:r>
              <a:rPr lang="en-US" altLang="ko-KR" sz="1800" dirty="0">
                <a:latin typeface="돋움" pitchFamily="50" charset="-127"/>
                <a:ea typeface="돋움" pitchFamily="50" charset="-127"/>
              </a:rPr>
              <a:t> </a:t>
            </a:r>
            <a:r>
              <a:rPr lang="en-US" altLang="ko-KR" sz="1800" dirty="0" err="1">
                <a:latin typeface="돋움" pitchFamily="50" charset="-127"/>
                <a:ea typeface="돋움" pitchFamily="50" charset="-127"/>
              </a:rPr>
              <a:t>gcc</a:t>
            </a:r>
            <a:r>
              <a:rPr lang="en-US" altLang="ko-KR" sz="1800" dirty="0">
                <a:latin typeface="돋움" pitchFamily="50" charset="-127"/>
                <a:ea typeface="돋움" pitchFamily="50" charset="-127"/>
              </a:rPr>
              <a:t>  –o  my.exe</a:t>
            </a:r>
            <a:r>
              <a:rPr lang="ko-KR" altLang="en-US" sz="1800" dirty="0">
                <a:latin typeface="돋움" pitchFamily="50" charset="-127"/>
                <a:ea typeface="돋움" pitchFamily="50" charset="-127"/>
              </a:rPr>
              <a:t>  </a:t>
            </a:r>
            <a:r>
              <a:rPr lang="en-US" altLang="ko-KR" sz="1800" dirty="0">
                <a:latin typeface="돋움" pitchFamily="50" charset="-127"/>
                <a:ea typeface="돋움" pitchFamily="50" charset="-127"/>
              </a:rPr>
              <a:t>program1.c  (</a:t>
            </a:r>
            <a:r>
              <a:rPr lang="ko-KR" altLang="en-US" sz="1800" dirty="0">
                <a:latin typeface="돋움" pitchFamily="50" charset="-127"/>
                <a:ea typeface="돋움" pitchFamily="50" charset="-127"/>
              </a:rPr>
              <a:t>실행 바이너리 파일 </a:t>
            </a:r>
            <a:r>
              <a:rPr lang="en-US" altLang="ko-KR" sz="1800" dirty="0">
                <a:latin typeface="돋움" pitchFamily="50" charset="-127"/>
                <a:ea typeface="돋움" pitchFamily="50" charset="-127"/>
              </a:rPr>
              <a:t>my.exe </a:t>
            </a:r>
            <a:r>
              <a:rPr lang="ko-KR" altLang="en-US" sz="1800" dirty="0">
                <a:latin typeface="돋움" pitchFamily="50" charset="-127"/>
                <a:ea typeface="돋움" pitchFamily="50" charset="-127"/>
              </a:rPr>
              <a:t>생성</a:t>
            </a:r>
            <a:r>
              <a:rPr lang="en-US" altLang="ko-KR" sz="1800" dirty="0">
                <a:latin typeface="돋움" pitchFamily="50" charset="-127"/>
                <a:ea typeface="돋움" pitchFamily="50" charset="-127"/>
              </a:rPr>
              <a:t>)</a:t>
            </a:r>
          </a:p>
          <a:p>
            <a:pPr marL="800100" lvl="1" indent="-342900">
              <a:buSzPct val="100000"/>
              <a:buFont typeface="+mj-lt"/>
              <a:buAutoNum type="alphaLcPeriod"/>
            </a:pP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 ls 		(my.exe </a:t>
            </a:r>
            <a:r>
              <a:rPr lang="ko-KR" altLang="en-US" sz="1600" dirty="0">
                <a:latin typeface="돋움" pitchFamily="50" charset="-127"/>
                <a:ea typeface="돋움" pitchFamily="50" charset="-127"/>
              </a:rPr>
              <a:t>생성되었는지 확인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)</a:t>
            </a:r>
          </a:p>
          <a:p>
            <a:pPr marL="800100" lvl="1" indent="-342900">
              <a:buSzPct val="100000"/>
              <a:buFont typeface="+mj-lt"/>
              <a:buAutoNum type="alphaLcPeriod"/>
            </a:pP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./my.exe</a:t>
            </a:r>
            <a:r>
              <a:rPr lang="ko-KR" altLang="en-US" sz="1600" dirty="0">
                <a:latin typeface="돋움" pitchFamily="50" charset="-127"/>
                <a:ea typeface="돋움" pitchFamily="50" charset="-127"/>
              </a:rPr>
              <a:t>	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	(</a:t>
            </a:r>
            <a:r>
              <a:rPr lang="ko-KR" altLang="en-US" sz="1600" dirty="0">
                <a:latin typeface="돋움" pitchFamily="50" charset="-127"/>
                <a:ea typeface="돋움" pitchFamily="50" charset="-127"/>
              </a:rPr>
              <a:t>현재 </a:t>
            </a:r>
            <a:r>
              <a:rPr lang="ko-KR" altLang="en-US" sz="1600" dirty="0" err="1">
                <a:latin typeface="돋움" pitchFamily="50" charset="-127"/>
                <a:ea typeface="돋움" pitchFamily="50" charset="-127"/>
              </a:rPr>
              <a:t>디렉토리의</a:t>
            </a:r>
            <a:r>
              <a:rPr lang="ko-KR" altLang="en-US" sz="1600" dirty="0">
                <a:latin typeface="돋움" pitchFamily="50" charset="-127"/>
                <a:ea typeface="돋움" pitchFamily="50" charset="-127"/>
              </a:rPr>
              <a:t> 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my.exe </a:t>
            </a:r>
            <a:r>
              <a:rPr lang="ko-KR" altLang="en-US" sz="1600" dirty="0">
                <a:latin typeface="돋움" pitchFamily="50" charset="-127"/>
                <a:ea typeface="돋움" pitchFamily="50" charset="-127"/>
              </a:rPr>
              <a:t>파일 실행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)</a:t>
            </a:r>
          </a:p>
          <a:p>
            <a:pPr marL="800100" lvl="1" indent="-342900">
              <a:buSzPct val="100000"/>
              <a:buFont typeface="+mj-lt"/>
              <a:buAutoNum type="alphaLcPeriod"/>
            </a:pP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my.exe</a:t>
            </a:r>
            <a:r>
              <a:rPr lang="ko-KR" altLang="en-US" sz="1600" dirty="0">
                <a:latin typeface="돋움" pitchFamily="50" charset="-127"/>
                <a:ea typeface="돋움" pitchFamily="50" charset="-127"/>
              </a:rPr>
              <a:t>		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(</a:t>
            </a:r>
            <a:r>
              <a:rPr lang="ko-KR" altLang="en-US" sz="1600" dirty="0">
                <a:latin typeface="돋움" pitchFamily="50" charset="-127"/>
                <a:ea typeface="돋움" pitchFamily="50" charset="-127"/>
              </a:rPr>
              <a:t>경로 정보 없이 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my.exe </a:t>
            </a:r>
            <a:r>
              <a:rPr lang="ko-KR" altLang="en-US" sz="1600" dirty="0">
                <a:latin typeface="돋움" pitchFamily="50" charset="-127"/>
                <a:ea typeface="돋움" pitchFamily="50" charset="-127"/>
              </a:rPr>
              <a:t>파일 실행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, </a:t>
            </a:r>
            <a:r>
              <a:rPr lang="ko-KR" altLang="en-US" sz="1600" u="sng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rPr>
              <a:t>에러 발생</a:t>
            </a:r>
            <a:r>
              <a:rPr lang="en-US" altLang="ko-KR" sz="1600" dirty="0">
                <a:latin typeface="돋움" pitchFamily="50" charset="-127"/>
                <a:ea typeface="돋움" pitchFamily="50" charset="-127"/>
              </a:rPr>
              <a:t>)</a:t>
            </a:r>
          </a:p>
          <a:p>
            <a:pPr marL="457200" lvl="1" indent="0">
              <a:buSzPct val="100000"/>
            </a:pPr>
            <a:endParaRPr lang="en-US" altLang="ko-KR" sz="1600" dirty="0">
              <a:latin typeface="돋움" pitchFamily="50" charset="-127"/>
              <a:ea typeface="돋움" pitchFamily="50" charset="-127"/>
            </a:endParaRPr>
          </a:p>
          <a:p>
            <a:pPr marL="800100" lvl="1" indent="-342900">
              <a:buSzPct val="100000"/>
              <a:buFont typeface="+mj-lt"/>
              <a:buAutoNum type="alphaLcPeriod"/>
            </a:pPr>
            <a:endParaRPr lang="en-US" altLang="ko-KR" sz="1600" dirty="0">
              <a:latin typeface="돋움" pitchFamily="50" charset="-127"/>
              <a:ea typeface="돋움" pitchFamily="50" charset="-127"/>
            </a:endParaRPr>
          </a:p>
          <a:p>
            <a:pPr marL="800100" lvl="1" indent="-342900">
              <a:buSzPct val="100000"/>
              <a:buFont typeface="+mj-lt"/>
              <a:buAutoNum type="alphaLcPeriod"/>
            </a:pPr>
            <a:endParaRPr lang="en-US" altLang="ko-KR" sz="1600" dirty="0">
              <a:latin typeface="돋움" pitchFamily="50" charset="-127"/>
              <a:ea typeface="돋움" pitchFamily="50" charset="-127"/>
            </a:endParaRPr>
          </a:p>
          <a:p>
            <a:pPr marL="381000" indent="-381000">
              <a:buSzPct val="100000"/>
              <a:buFont typeface="+mj-ea"/>
              <a:buAutoNum type="circleNumDbPlain"/>
            </a:pPr>
            <a:endParaRPr lang="en-US" altLang="ko-KR" sz="1800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  <a:p>
            <a:pPr marL="0" indent="0"/>
            <a:endParaRPr lang="en-US" altLang="ko-KR" sz="1800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  <a:p>
            <a:pPr marL="381000" indent="-381000">
              <a:buFont typeface="Wingdings" pitchFamily="2" charset="2"/>
              <a:buAutoNum type="circleNumDbPlain"/>
            </a:pPr>
            <a:endParaRPr lang="en-US" altLang="ko-KR" sz="1800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  <a:p>
            <a:pPr marL="381000" indent="-381000">
              <a:buFont typeface="Wingdings" pitchFamily="2" charset="2"/>
              <a:buAutoNum type="circleNumDbPlain"/>
            </a:pPr>
            <a:endParaRPr lang="ko-KR" altLang="en-US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0"/>
            <a:ext cx="8892480" cy="762000"/>
          </a:xfrm>
        </p:spPr>
        <p:txBody>
          <a:bodyPr lIns="92075" tIns="46038" rIns="92075" bIns="46038"/>
          <a:lstStyle/>
          <a:p>
            <a:r>
              <a:rPr lang="en-US" altLang="ko-KR" dirty="0" err="1">
                <a:ea typeface="굴림" charset="-127"/>
              </a:rPr>
              <a:t>gcc</a:t>
            </a:r>
            <a:r>
              <a:rPr lang="en-US" altLang="ko-KR" dirty="0">
                <a:ea typeface="굴림" charset="-127"/>
              </a:rPr>
              <a:t> </a:t>
            </a:r>
            <a:r>
              <a:rPr lang="ko-KR" altLang="en-US" dirty="0">
                <a:ea typeface="굴림" charset="-127"/>
              </a:rPr>
              <a:t>사용 실습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7A49B3F2-E73C-6660-6123-DCC9C4BD34D5}"/>
                  </a:ext>
                </a:extLst>
              </p14:cNvPr>
              <p14:cNvContentPartPr/>
              <p14:nvPr/>
            </p14:nvContentPartPr>
            <p14:xfrm>
              <a:off x="454241" y="4494656"/>
              <a:ext cx="356760" cy="117432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7A49B3F2-E73C-6660-6123-DCC9C4BD34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5241" y="4486016"/>
                <a:ext cx="374400" cy="119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그룹 23">
            <a:extLst>
              <a:ext uri="{FF2B5EF4-FFF2-40B4-BE49-F238E27FC236}">
                <a16:creationId xmlns:a16="http://schemas.microsoft.com/office/drawing/2014/main" id="{49DB954F-3DD0-5F6A-E7DC-E634AC0A69E0}"/>
              </a:ext>
            </a:extLst>
          </p:cNvPr>
          <p:cNvGrpSpPr/>
          <p:nvPr/>
        </p:nvGrpSpPr>
        <p:grpSpPr>
          <a:xfrm>
            <a:off x="579521" y="5793536"/>
            <a:ext cx="774720" cy="372600"/>
            <a:chOff x="579521" y="5793536"/>
            <a:chExt cx="77472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1A5AD37B-85D4-B8FC-BF23-C1D23E037E69}"/>
                    </a:ext>
                  </a:extLst>
                </p14:cNvPr>
                <p14:cNvContentPartPr/>
                <p14:nvPr/>
              </p14:nvContentPartPr>
              <p14:xfrm>
                <a:off x="579521" y="5814776"/>
                <a:ext cx="172800" cy="16236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1A5AD37B-85D4-B8FC-BF23-C1D23E037E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0521" y="5806136"/>
                  <a:ext cx="1904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837EABBA-9C4B-41C5-0C39-821F67EEDB4B}"/>
                    </a:ext>
                  </a:extLst>
                </p14:cNvPr>
                <p14:cNvContentPartPr/>
                <p14:nvPr/>
              </p14:nvContentPartPr>
              <p14:xfrm>
                <a:off x="640361" y="6008456"/>
                <a:ext cx="46800" cy="12852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837EABBA-9C4B-41C5-0C39-821F67EEDB4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31361" y="5999816"/>
                  <a:ext cx="64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5C37F713-D961-A16B-DECF-352B930DDBDD}"/>
                    </a:ext>
                  </a:extLst>
                </p14:cNvPr>
                <p14:cNvContentPartPr/>
                <p14:nvPr/>
              </p14:nvContentPartPr>
              <p14:xfrm>
                <a:off x="618041" y="6005216"/>
                <a:ext cx="154080" cy="1609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5C37F713-D961-A16B-DECF-352B930DDBD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9401" y="5996576"/>
                  <a:ext cx="1717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E059602A-3351-7D3B-8349-CC38C5A1CA8B}"/>
                    </a:ext>
                  </a:extLst>
                </p14:cNvPr>
                <p14:cNvContentPartPr/>
                <p14:nvPr/>
              </p14:nvContentPartPr>
              <p14:xfrm>
                <a:off x="778961" y="5865896"/>
                <a:ext cx="99000" cy="12312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E059602A-3351-7D3B-8349-CC38C5A1CA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9961" y="5857256"/>
                  <a:ext cx="116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CD6DC408-22FE-08B8-37B9-5B2B350B5EC2}"/>
                    </a:ext>
                  </a:extLst>
                </p14:cNvPr>
                <p14:cNvContentPartPr/>
                <p14:nvPr/>
              </p14:nvContentPartPr>
              <p14:xfrm>
                <a:off x="802001" y="5965976"/>
                <a:ext cx="118800" cy="19044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CD6DC408-22FE-08B8-37B9-5B2B350B5EC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3001" y="5956976"/>
                  <a:ext cx="136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9A98FCE1-9F3D-C2A6-F70D-2F74E6179E7D}"/>
                    </a:ext>
                  </a:extLst>
                </p14:cNvPr>
                <p14:cNvContentPartPr/>
                <p14:nvPr/>
              </p14:nvContentPartPr>
              <p14:xfrm>
                <a:off x="908921" y="5913776"/>
                <a:ext cx="112680" cy="1188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9A98FCE1-9F3D-C2A6-F70D-2F74E6179E7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99921" y="5904776"/>
                  <a:ext cx="130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9400C23A-718E-0072-0522-693923DA6BAB}"/>
                    </a:ext>
                  </a:extLst>
                </p14:cNvPr>
                <p14:cNvContentPartPr/>
                <p14:nvPr/>
              </p14:nvContentPartPr>
              <p14:xfrm>
                <a:off x="1034921" y="5809016"/>
                <a:ext cx="51840" cy="1724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9400C23A-718E-0072-0522-693923DA6BA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6281" y="5800016"/>
                  <a:ext cx="69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DCDCCE01-EF07-5D3F-4673-E57310B450ED}"/>
                    </a:ext>
                  </a:extLst>
                </p14:cNvPr>
                <p14:cNvContentPartPr/>
                <p14:nvPr/>
              </p14:nvContentPartPr>
              <p14:xfrm>
                <a:off x="1010081" y="6013136"/>
                <a:ext cx="122040" cy="1180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DCDCCE01-EF07-5D3F-4673-E57310B450E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01441" y="6004136"/>
                  <a:ext cx="1396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904EEDB-5411-AD3C-BE84-47D960A1DFC3}"/>
                    </a:ext>
                  </a:extLst>
                </p14:cNvPr>
                <p14:cNvContentPartPr/>
                <p14:nvPr/>
              </p14:nvContentPartPr>
              <p14:xfrm>
                <a:off x="1050761" y="6065696"/>
                <a:ext cx="100800" cy="730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904EEDB-5411-AD3C-BE84-47D960A1DF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41761" y="6056696"/>
                  <a:ext cx="1184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E169F9F8-FB56-ED41-0617-3D89B6BC80B7}"/>
                    </a:ext>
                  </a:extLst>
                </p14:cNvPr>
                <p14:cNvContentPartPr/>
                <p14:nvPr/>
              </p14:nvContentPartPr>
              <p14:xfrm>
                <a:off x="1123841" y="5864456"/>
                <a:ext cx="108360" cy="1648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E169F9F8-FB56-ED41-0617-3D89B6BC80B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15201" y="5855456"/>
                  <a:ext cx="1260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47BDB36-3ECD-EBBF-0C30-FD67D495C307}"/>
                    </a:ext>
                  </a:extLst>
                </p14:cNvPr>
                <p14:cNvContentPartPr/>
                <p14:nvPr/>
              </p14:nvContentPartPr>
              <p14:xfrm>
                <a:off x="1268921" y="5793536"/>
                <a:ext cx="85320" cy="2710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47BDB36-3ECD-EBBF-0C30-FD67D495C3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60281" y="5784896"/>
                  <a:ext cx="102960" cy="28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2" name="그룹 4101">
            <a:extLst>
              <a:ext uri="{FF2B5EF4-FFF2-40B4-BE49-F238E27FC236}">
                <a16:creationId xmlns:a16="http://schemas.microsoft.com/office/drawing/2014/main" id="{36A61B1A-4AA0-D773-0A16-13D83F99334F}"/>
              </a:ext>
            </a:extLst>
          </p:cNvPr>
          <p:cNvGrpSpPr/>
          <p:nvPr/>
        </p:nvGrpSpPr>
        <p:grpSpPr>
          <a:xfrm>
            <a:off x="1505081" y="5684096"/>
            <a:ext cx="1895040" cy="693720"/>
            <a:chOff x="1505081" y="5684096"/>
            <a:chExt cx="1895040" cy="69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44C7F88C-4F6C-A69B-4734-2BD855731FC4}"/>
                    </a:ext>
                  </a:extLst>
                </p14:cNvPr>
                <p14:cNvContentPartPr/>
                <p14:nvPr/>
              </p14:nvContentPartPr>
              <p14:xfrm>
                <a:off x="1505081" y="5772656"/>
                <a:ext cx="57240" cy="1584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44C7F88C-4F6C-A69B-4734-2BD855731FC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96081" y="5764016"/>
                  <a:ext cx="748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055B0363-D37E-9399-DE82-2104311A6E78}"/>
                    </a:ext>
                  </a:extLst>
                </p14:cNvPr>
                <p14:cNvContentPartPr/>
                <p14:nvPr/>
              </p14:nvContentPartPr>
              <p14:xfrm>
                <a:off x="1566281" y="5719016"/>
                <a:ext cx="99720" cy="2595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055B0363-D37E-9399-DE82-2104311A6E7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57281" y="5710376"/>
                  <a:ext cx="1173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270172C7-4656-1165-7513-D302973FCB2C}"/>
                    </a:ext>
                  </a:extLst>
                </p14:cNvPr>
                <p14:cNvContentPartPr/>
                <p14:nvPr/>
              </p14:nvContentPartPr>
              <p14:xfrm>
                <a:off x="1668161" y="5720096"/>
                <a:ext cx="92520" cy="2170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270172C7-4656-1165-7513-D302973FCB2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59521" y="5711456"/>
                  <a:ext cx="1101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9B99FD56-B85D-BAC6-B7F2-0A26A7316B6E}"/>
                    </a:ext>
                  </a:extLst>
                </p14:cNvPr>
                <p14:cNvContentPartPr/>
                <p14:nvPr/>
              </p14:nvContentPartPr>
              <p14:xfrm>
                <a:off x="1795961" y="5684096"/>
                <a:ext cx="14400" cy="759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9B99FD56-B85D-BAC6-B7F2-0A26A7316B6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86961" y="5675096"/>
                  <a:ext cx="320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8BB83D6A-CCD4-BBCD-85D1-2EDB8F3EB384}"/>
                    </a:ext>
                  </a:extLst>
                </p14:cNvPr>
                <p14:cNvContentPartPr/>
                <p14:nvPr/>
              </p14:nvContentPartPr>
              <p14:xfrm>
                <a:off x="1770401" y="5770856"/>
                <a:ext cx="156600" cy="1083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8BB83D6A-CCD4-BBCD-85D1-2EDB8F3EB38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761761" y="5761856"/>
                  <a:ext cx="174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1F466D82-87E9-E34F-2E02-7CF16F3FEACF}"/>
                    </a:ext>
                  </a:extLst>
                </p14:cNvPr>
                <p14:cNvContentPartPr/>
                <p14:nvPr/>
              </p14:nvContentPartPr>
              <p14:xfrm>
                <a:off x="1808561" y="5863736"/>
                <a:ext cx="186840" cy="1947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1F466D82-87E9-E34F-2E02-7CF16F3FEAC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99921" y="5855096"/>
                  <a:ext cx="2044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96333351-BC3F-59F3-6B5A-500B689C2F85}"/>
                    </a:ext>
                  </a:extLst>
                </p14:cNvPr>
                <p14:cNvContentPartPr/>
                <p14:nvPr/>
              </p14:nvContentPartPr>
              <p14:xfrm>
                <a:off x="2077121" y="5856176"/>
                <a:ext cx="113760" cy="846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96333351-BC3F-59F3-6B5A-500B689C2F8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68481" y="5847176"/>
                  <a:ext cx="1314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6977C08-6C97-C323-E995-F245B7EA8883}"/>
                    </a:ext>
                  </a:extLst>
                </p14:cNvPr>
                <p14:cNvContentPartPr/>
                <p14:nvPr/>
              </p14:nvContentPartPr>
              <p14:xfrm>
                <a:off x="2253161" y="5823776"/>
                <a:ext cx="19080" cy="230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36977C08-6C97-C323-E995-F245B7EA888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44521" y="5814776"/>
                  <a:ext cx="36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E599C400-8FA2-9726-49D8-AB5B92BD6F18}"/>
                    </a:ext>
                  </a:extLst>
                </p14:cNvPr>
                <p14:cNvContentPartPr/>
                <p14:nvPr/>
              </p14:nvContentPartPr>
              <p14:xfrm>
                <a:off x="2209241" y="6109256"/>
                <a:ext cx="153360" cy="1911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E599C400-8FA2-9726-49D8-AB5B92BD6F1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00601" y="6100616"/>
                  <a:ext cx="1710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18475F7F-AD2B-09F5-7CF8-96B6859B664B}"/>
                    </a:ext>
                  </a:extLst>
                </p14:cNvPr>
                <p14:cNvContentPartPr/>
                <p14:nvPr/>
              </p14:nvContentPartPr>
              <p14:xfrm>
                <a:off x="2130761" y="5999096"/>
                <a:ext cx="328680" cy="37872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18475F7F-AD2B-09F5-7CF8-96B6859B664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21761" y="5990096"/>
                  <a:ext cx="34632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138DB5BD-0B7F-2BF2-3780-79B4189D6558}"/>
                    </a:ext>
                  </a:extLst>
                </p14:cNvPr>
                <p14:cNvContentPartPr/>
                <p14:nvPr/>
              </p14:nvContentPartPr>
              <p14:xfrm>
                <a:off x="2508761" y="5946536"/>
                <a:ext cx="57240" cy="14004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138DB5BD-0B7F-2BF2-3780-79B4189D655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99761" y="5937896"/>
                  <a:ext cx="748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368D6586-4428-6973-D523-3335B307484E}"/>
                    </a:ext>
                  </a:extLst>
                </p14:cNvPr>
                <p14:cNvContentPartPr/>
                <p14:nvPr/>
              </p14:nvContentPartPr>
              <p14:xfrm>
                <a:off x="2478161" y="6012416"/>
                <a:ext cx="121680" cy="12132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368D6586-4428-6973-D523-3335B307484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469161" y="6003416"/>
                  <a:ext cx="1393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AF1BC64B-D63E-2EAF-9B2C-3A666F25D408}"/>
                    </a:ext>
                  </a:extLst>
                </p14:cNvPr>
                <p14:cNvContentPartPr/>
                <p14:nvPr/>
              </p14:nvContentPartPr>
              <p14:xfrm>
                <a:off x="2578241" y="6115376"/>
                <a:ext cx="101880" cy="1184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AF1BC64B-D63E-2EAF-9B2C-3A666F25D40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69601" y="6106736"/>
                  <a:ext cx="1195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987BBFC4-109E-9068-CCE5-F95C0A33033B}"/>
                    </a:ext>
                  </a:extLst>
                </p14:cNvPr>
                <p14:cNvContentPartPr/>
                <p14:nvPr/>
              </p14:nvContentPartPr>
              <p14:xfrm>
                <a:off x="2674361" y="6037976"/>
                <a:ext cx="67680" cy="1360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987BBFC4-109E-9068-CCE5-F95C0A33033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65361" y="6029336"/>
                  <a:ext cx="853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BC5EC088-443A-22C8-5C0D-5DC0C37CF97D}"/>
                    </a:ext>
                  </a:extLst>
                </p14:cNvPr>
                <p14:cNvContentPartPr/>
                <p14:nvPr/>
              </p14:nvContentPartPr>
              <p14:xfrm>
                <a:off x="2697401" y="6021056"/>
                <a:ext cx="124200" cy="1900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BC5EC088-443A-22C8-5C0D-5DC0C37CF97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88401" y="6012416"/>
                  <a:ext cx="141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96" name="잉크 4095">
                  <a:extLst>
                    <a:ext uri="{FF2B5EF4-FFF2-40B4-BE49-F238E27FC236}">
                      <a16:creationId xmlns:a16="http://schemas.microsoft.com/office/drawing/2014/main" id="{E4462436-F1D8-9A71-EB5B-8CCD5CEA30DF}"/>
                    </a:ext>
                  </a:extLst>
                </p14:cNvPr>
                <p14:cNvContentPartPr/>
                <p14:nvPr/>
              </p14:nvContentPartPr>
              <p14:xfrm>
                <a:off x="2805401" y="5983976"/>
                <a:ext cx="141840" cy="194400"/>
              </p14:xfrm>
            </p:contentPart>
          </mc:Choice>
          <mc:Fallback>
            <p:pic>
              <p:nvPicPr>
                <p:cNvPr id="4096" name="잉크 4095">
                  <a:extLst>
                    <a:ext uri="{FF2B5EF4-FFF2-40B4-BE49-F238E27FC236}">
                      <a16:creationId xmlns:a16="http://schemas.microsoft.com/office/drawing/2014/main" id="{E4462436-F1D8-9A71-EB5B-8CCD5CEA30D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96401" y="5974976"/>
                  <a:ext cx="1594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97" name="잉크 4096">
                  <a:extLst>
                    <a:ext uri="{FF2B5EF4-FFF2-40B4-BE49-F238E27FC236}">
                      <a16:creationId xmlns:a16="http://schemas.microsoft.com/office/drawing/2014/main" id="{CA7642E3-A130-48AD-A23F-CDA8E9062FEA}"/>
                    </a:ext>
                  </a:extLst>
                </p14:cNvPr>
                <p14:cNvContentPartPr/>
                <p14:nvPr/>
              </p14:nvContentPartPr>
              <p14:xfrm>
                <a:off x="2923841" y="5958056"/>
                <a:ext cx="122760" cy="188280"/>
              </p14:xfrm>
            </p:contentPart>
          </mc:Choice>
          <mc:Fallback>
            <p:pic>
              <p:nvPicPr>
                <p:cNvPr id="4097" name="잉크 4096">
                  <a:extLst>
                    <a:ext uri="{FF2B5EF4-FFF2-40B4-BE49-F238E27FC236}">
                      <a16:creationId xmlns:a16="http://schemas.microsoft.com/office/drawing/2014/main" id="{CA7642E3-A130-48AD-A23F-CDA8E9062FE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914841" y="5949416"/>
                  <a:ext cx="140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00" name="잉크 4099">
                  <a:extLst>
                    <a:ext uri="{FF2B5EF4-FFF2-40B4-BE49-F238E27FC236}">
                      <a16:creationId xmlns:a16="http://schemas.microsoft.com/office/drawing/2014/main" id="{A5792C3B-A2CB-3BB9-0CB8-D825DB89FA45}"/>
                    </a:ext>
                  </a:extLst>
                </p14:cNvPr>
                <p14:cNvContentPartPr/>
                <p14:nvPr/>
              </p14:nvContentPartPr>
              <p14:xfrm>
                <a:off x="3170081" y="5968496"/>
                <a:ext cx="135720" cy="81000"/>
              </p14:xfrm>
            </p:contentPart>
          </mc:Choice>
          <mc:Fallback>
            <p:pic>
              <p:nvPicPr>
                <p:cNvPr id="4100" name="잉크 4099">
                  <a:extLst>
                    <a:ext uri="{FF2B5EF4-FFF2-40B4-BE49-F238E27FC236}">
                      <a16:creationId xmlns:a16="http://schemas.microsoft.com/office/drawing/2014/main" id="{A5792C3B-A2CB-3BB9-0CB8-D825DB89FA4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61081" y="5959496"/>
                  <a:ext cx="1533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01" name="잉크 4100">
                  <a:extLst>
                    <a:ext uri="{FF2B5EF4-FFF2-40B4-BE49-F238E27FC236}">
                      <a16:creationId xmlns:a16="http://schemas.microsoft.com/office/drawing/2014/main" id="{3227CB27-0C98-FE63-4625-00745F05EC49}"/>
                    </a:ext>
                  </a:extLst>
                </p14:cNvPr>
                <p14:cNvContentPartPr/>
                <p14:nvPr/>
              </p14:nvContentPartPr>
              <p14:xfrm>
                <a:off x="3361241" y="5929616"/>
                <a:ext cx="38880" cy="28080"/>
              </p14:xfrm>
            </p:contentPart>
          </mc:Choice>
          <mc:Fallback>
            <p:pic>
              <p:nvPicPr>
                <p:cNvPr id="4101" name="잉크 4100">
                  <a:extLst>
                    <a:ext uri="{FF2B5EF4-FFF2-40B4-BE49-F238E27FC236}">
                      <a16:creationId xmlns:a16="http://schemas.microsoft.com/office/drawing/2014/main" id="{3227CB27-0C98-FE63-4625-00745F05EC4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52601" y="5920616"/>
                  <a:ext cx="56520" cy="4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7545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굴림" pitchFamily="50" charset="-127"/>
                <a:sym typeface="Wingdings" pitchFamily="2" charset="2"/>
              </a:rPr>
              <a:t>다수 파일들로 작성된 프로그램 </a:t>
            </a:r>
            <a:r>
              <a:rPr lang="ko-KR" altLang="en-US" dirty="0"/>
              <a:t>컴파일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836712"/>
            <a:ext cx="8663880" cy="525928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>
                <a:ea typeface="굴림" pitchFamily="50" charset="-127"/>
                <a:sym typeface="Wingdings" pitchFamily="2" charset="2"/>
              </a:rPr>
              <a:t>여러 개의 파일들로 작성된 프로그램 컴파일</a:t>
            </a:r>
            <a:endParaRPr lang="en-US" altLang="ko-KR" dirty="0">
              <a:ea typeface="굴림" pitchFamily="50" charset="-127"/>
              <a:sym typeface="Wingdings" pitchFamily="2" charset="2"/>
            </a:endParaRPr>
          </a:p>
          <a:p>
            <a:pPr lvl="1">
              <a:lnSpc>
                <a:spcPct val="100000"/>
              </a:lnSpc>
            </a:pPr>
            <a:r>
              <a:rPr lang="en-US" altLang="ko-KR" dirty="0" err="1"/>
              <a:t>main.c</a:t>
            </a:r>
            <a:r>
              <a:rPr lang="en-US" altLang="ko-KR" dirty="0"/>
              <a:t> </a:t>
            </a:r>
            <a:r>
              <a:rPr lang="ko-KR" altLang="en-US" dirty="0"/>
              <a:t>와 </a:t>
            </a:r>
            <a:r>
              <a:rPr lang="en-US" altLang="ko-KR" dirty="0" err="1"/>
              <a:t>print.c</a:t>
            </a:r>
            <a:r>
              <a:rPr lang="en-US" altLang="ko-KR" dirty="0"/>
              <a:t> </a:t>
            </a:r>
            <a:r>
              <a:rPr lang="ko-KR" altLang="en-US" dirty="0"/>
              <a:t>소스 작성</a:t>
            </a:r>
            <a:endParaRPr lang="en-US" altLang="ko-KR" dirty="0"/>
          </a:p>
          <a:p>
            <a:endParaRPr lang="ko-KR" altLang="en-US" dirty="0">
              <a:ea typeface="굴림" pitchFamily="50" charset="-127"/>
            </a:endParaRPr>
          </a:p>
          <a:p>
            <a:pPr marL="0" indent="0">
              <a:buNone/>
            </a:pPr>
            <a:endParaRPr lang="ko-KR" altLang="en-US" dirty="0">
              <a:ea typeface="굴림" pitchFamily="50" charset="-127"/>
            </a:endParaRPr>
          </a:p>
          <a:p>
            <a:pPr lvl="2"/>
            <a:endParaRPr lang="en-US" altLang="ko-KR" dirty="0">
              <a:ea typeface="굴림" pitchFamily="50" charset="-127"/>
            </a:endParaRPr>
          </a:p>
          <a:p>
            <a:pPr marL="1141413" lvl="2" indent="-284163"/>
            <a:endParaRPr lang="ko-KR" altLang="en-US" sz="1600" dirty="0">
              <a:ea typeface="굴림" pitchFamily="50" charset="-127"/>
            </a:endParaRPr>
          </a:p>
          <a:p>
            <a:pPr lvl="1"/>
            <a:endParaRPr lang="en-US" altLang="ko-KR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5</a:t>
            </a:fld>
            <a:endParaRPr lang="en-US" altLang="ko-K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16" y="1609588"/>
            <a:ext cx="6627565" cy="4871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667226"/>
            <a:ext cx="6562913" cy="4823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6394810"/>
      </p:ext>
    </p:extLst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굴림" pitchFamily="50" charset="-127"/>
                <a:sym typeface="Wingdings" pitchFamily="2" charset="2"/>
              </a:rPr>
              <a:t>다수 파일들로 작성된 프로그램 </a:t>
            </a:r>
            <a:r>
              <a:rPr lang="ko-KR" altLang="en-US" dirty="0"/>
              <a:t>컴파일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836712"/>
            <a:ext cx="8663880" cy="5259288"/>
          </a:xfrm>
        </p:spPr>
        <p:txBody>
          <a:bodyPr/>
          <a:lstStyle/>
          <a:p>
            <a:pPr lvl="1"/>
            <a:r>
              <a:rPr lang="ko-KR" altLang="en-US" dirty="0"/>
              <a:t>컴파일 해보기 </a:t>
            </a:r>
            <a:r>
              <a:rPr lang="en-US" altLang="ko-KR" dirty="0"/>
              <a:t>( </a:t>
            </a:r>
            <a:r>
              <a:rPr lang="en-US" altLang="ko-KR" dirty="0" err="1"/>
              <a:t>gcc</a:t>
            </a:r>
            <a:r>
              <a:rPr lang="en-US" altLang="ko-KR" dirty="0"/>
              <a:t> </a:t>
            </a:r>
            <a:r>
              <a:rPr lang="en-US" altLang="ko-KR" dirty="0" err="1"/>
              <a:t>main.c</a:t>
            </a:r>
            <a:r>
              <a:rPr lang="en-US" altLang="ko-KR" dirty="0"/>
              <a:t> –o </a:t>
            </a:r>
            <a:r>
              <a:rPr lang="en-US" altLang="ko-KR" dirty="0" err="1"/>
              <a:t>gcc_test</a:t>
            </a:r>
            <a:r>
              <a:rPr lang="en-US" altLang="ko-KR" dirty="0"/>
              <a:t> )</a:t>
            </a:r>
          </a:p>
          <a:p>
            <a:endParaRPr lang="ko-KR" altLang="en-US" dirty="0">
              <a:ea typeface="굴림" pitchFamily="50" charset="-127"/>
            </a:endParaRPr>
          </a:p>
          <a:p>
            <a:pPr marL="0" indent="0">
              <a:buNone/>
            </a:pPr>
            <a:endParaRPr lang="ko-KR" altLang="en-US" dirty="0">
              <a:ea typeface="굴림" pitchFamily="50" charset="-127"/>
            </a:endParaRPr>
          </a:p>
          <a:p>
            <a:pPr lvl="2"/>
            <a:endParaRPr lang="en-US" altLang="ko-KR" dirty="0">
              <a:ea typeface="굴림" pitchFamily="50" charset="-127"/>
            </a:endParaRPr>
          </a:p>
          <a:p>
            <a:pPr marL="1141413" lvl="2" indent="-284163"/>
            <a:endParaRPr lang="ko-KR" altLang="en-US" sz="1600" dirty="0">
              <a:ea typeface="굴림" pitchFamily="50" charset="-127"/>
            </a:endParaRPr>
          </a:p>
          <a:p>
            <a:pPr lvl="1"/>
            <a:endParaRPr lang="en-US" altLang="ko-KR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6</a:t>
            </a:fld>
            <a:endParaRPr lang="en-US" altLang="ko-KR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84784"/>
            <a:ext cx="6595640" cy="4847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모서리가 둥근 직사각형 8"/>
          <p:cNvSpPr/>
          <p:nvPr/>
        </p:nvSpPr>
        <p:spPr>
          <a:xfrm>
            <a:off x="1043607" y="2446816"/>
            <a:ext cx="3930735" cy="262104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825073"/>
      </p:ext>
    </p:extLst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굴림" pitchFamily="50" charset="-127"/>
                <a:sym typeface="Wingdings" pitchFamily="2" charset="2"/>
              </a:rPr>
              <a:t>다수 파일들로 작성된 프로그램 </a:t>
            </a:r>
            <a:r>
              <a:rPr lang="ko-KR" altLang="en-US" dirty="0"/>
              <a:t>컴파일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836712"/>
            <a:ext cx="8663880" cy="5259288"/>
          </a:xfrm>
        </p:spPr>
        <p:txBody>
          <a:bodyPr/>
          <a:lstStyle/>
          <a:p>
            <a:pPr lvl="1"/>
            <a:r>
              <a:rPr lang="ko-KR" altLang="en-US" dirty="0"/>
              <a:t>컴파일 해보기</a:t>
            </a:r>
            <a:endParaRPr lang="en-US" altLang="ko-KR" dirty="0"/>
          </a:p>
          <a:p>
            <a:endParaRPr lang="ko-KR" altLang="en-US" dirty="0">
              <a:ea typeface="굴림" pitchFamily="50" charset="-127"/>
            </a:endParaRPr>
          </a:p>
          <a:p>
            <a:pPr marL="0" indent="0">
              <a:buNone/>
            </a:pPr>
            <a:endParaRPr lang="ko-KR" altLang="en-US" dirty="0">
              <a:ea typeface="굴림" pitchFamily="50" charset="-127"/>
            </a:endParaRPr>
          </a:p>
          <a:p>
            <a:pPr lvl="2"/>
            <a:endParaRPr lang="en-US" altLang="ko-KR" dirty="0">
              <a:ea typeface="굴림" pitchFamily="50" charset="-127"/>
            </a:endParaRPr>
          </a:p>
          <a:p>
            <a:pPr marL="1141413" lvl="2" indent="-284163"/>
            <a:endParaRPr lang="ko-KR" altLang="en-US" sz="1600" dirty="0">
              <a:ea typeface="굴림" pitchFamily="50" charset="-127"/>
            </a:endParaRPr>
          </a:p>
          <a:p>
            <a:pPr lvl="1"/>
            <a:endParaRPr lang="en-US" altLang="ko-KR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7</a:t>
            </a:fld>
            <a:endParaRPr lang="en-US" altLang="ko-KR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1357313"/>
            <a:ext cx="7072312" cy="519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모서리가 둥근 직사각형 8"/>
          <p:cNvSpPr/>
          <p:nvPr/>
        </p:nvSpPr>
        <p:spPr>
          <a:xfrm>
            <a:off x="1093788" y="4335463"/>
            <a:ext cx="4000500" cy="214312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1093788" y="4654550"/>
            <a:ext cx="4000500" cy="214313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304368"/>
      </p:ext>
    </p:extLst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굴림" pitchFamily="50" charset="-127"/>
                <a:sym typeface="Wingdings" pitchFamily="2" charset="2"/>
              </a:rPr>
              <a:t>다수 파일들로 작성된 프로그램 </a:t>
            </a:r>
            <a:r>
              <a:rPr lang="ko-KR" altLang="en-US" dirty="0"/>
              <a:t>컴파일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836712"/>
            <a:ext cx="8663880" cy="5259288"/>
          </a:xfrm>
        </p:spPr>
        <p:txBody>
          <a:bodyPr/>
          <a:lstStyle/>
          <a:p>
            <a:r>
              <a:rPr lang="ko-KR" altLang="en-US" dirty="0"/>
              <a:t>프로그램이 수정되면</a:t>
            </a:r>
            <a:r>
              <a:rPr lang="en-US" altLang="ko-KR" dirty="0"/>
              <a:t>, </a:t>
            </a:r>
            <a:r>
              <a:rPr lang="ko-KR" altLang="en-US" dirty="0"/>
              <a:t>수정된 파일만 다시 컴파일 하면 됨</a:t>
            </a:r>
            <a:endParaRPr lang="en-US" altLang="ko-KR" dirty="0"/>
          </a:p>
          <a:p>
            <a:endParaRPr lang="ko-KR" altLang="en-US" dirty="0">
              <a:ea typeface="굴림" pitchFamily="50" charset="-127"/>
            </a:endParaRPr>
          </a:p>
          <a:p>
            <a:pPr marL="0" indent="0">
              <a:buNone/>
            </a:pPr>
            <a:endParaRPr lang="ko-KR" altLang="en-US" dirty="0">
              <a:ea typeface="굴림" pitchFamily="50" charset="-127"/>
            </a:endParaRPr>
          </a:p>
          <a:p>
            <a:pPr lvl="2"/>
            <a:endParaRPr lang="en-US" altLang="ko-KR" dirty="0">
              <a:ea typeface="굴림" pitchFamily="50" charset="-127"/>
            </a:endParaRPr>
          </a:p>
          <a:p>
            <a:pPr marL="1141413" lvl="2" indent="-284163"/>
            <a:endParaRPr lang="ko-KR" altLang="en-US" sz="1600" dirty="0">
              <a:ea typeface="굴림" pitchFamily="50" charset="-127"/>
            </a:endParaRPr>
          </a:p>
          <a:p>
            <a:pPr lvl="1"/>
            <a:endParaRPr lang="en-US" altLang="ko-KR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8</a:t>
            </a:fld>
            <a:endParaRPr lang="en-US" altLang="ko-KR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39" y="1628800"/>
            <a:ext cx="628650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모서리가 둥근 직사각형 10"/>
          <p:cNvSpPr/>
          <p:nvPr/>
        </p:nvSpPr>
        <p:spPr>
          <a:xfrm>
            <a:off x="1073139" y="2819425"/>
            <a:ext cx="4000500" cy="214313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889610"/>
      </p:ext>
    </p:extLst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굴림" pitchFamily="50" charset="-127"/>
                <a:sym typeface="Wingdings" pitchFamily="2" charset="2"/>
              </a:rPr>
              <a:t>다수 파일들로 작성된 프로그램 </a:t>
            </a:r>
            <a:r>
              <a:rPr lang="ko-KR" altLang="en-US" dirty="0"/>
              <a:t>컴파일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836712"/>
            <a:ext cx="8663880" cy="5259288"/>
          </a:xfrm>
        </p:spPr>
        <p:txBody>
          <a:bodyPr/>
          <a:lstStyle/>
          <a:p>
            <a:pPr lvl="1"/>
            <a:r>
              <a:rPr lang="en-US" altLang="ko-KR" dirty="0" err="1"/>
              <a:t>print.c</a:t>
            </a:r>
            <a:r>
              <a:rPr lang="en-US" altLang="ko-KR" dirty="0"/>
              <a:t> </a:t>
            </a:r>
            <a:r>
              <a:rPr lang="ko-KR" altLang="en-US" dirty="0"/>
              <a:t>만 다시 컴파일 해서 실행파일 만들기</a:t>
            </a:r>
            <a:endParaRPr lang="en-US" altLang="ko-KR" dirty="0"/>
          </a:p>
          <a:p>
            <a:pPr marL="0" indent="0">
              <a:buNone/>
            </a:pPr>
            <a:endParaRPr lang="ko-KR" altLang="en-US" dirty="0">
              <a:ea typeface="굴림" pitchFamily="50" charset="-127"/>
            </a:endParaRPr>
          </a:p>
          <a:p>
            <a:pPr marL="0" indent="0">
              <a:buNone/>
            </a:pPr>
            <a:endParaRPr lang="ko-KR" altLang="en-US" dirty="0">
              <a:ea typeface="굴림" pitchFamily="50" charset="-127"/>
            </a:endParaRPr>
          </a:p>
          <a:p>
            <a:pPr lvl="2"/>
            <a:endParaRPr lang="en-US" altLang="ko-KR" dirty="0">
              <a:ea typeface="굴림" pitchFamily="50" charset="-127"/>
            </a:endParaRPr>
          </a:p>
          <a:p>
            <a:pPr marL="1141413" lvl="2" indent="-284163"/>
            <a:endParaRPr lang="ko-KR" altLang="en-US" sz="1600" dirty="0">
              <a:ea typeface="굴림" pitchFamily="50" charset="-127"/>
            </a:endParaRPr>
          </a:p>
          <a:p>
            <a:pPr lvl="1"/>
            <a:endParaRPr lang="en-US" altLang="ko-KR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9</a:t>
            </a:fld>
            <a:endParaRPr lang="en-US" altLang="ko-KR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1643063"/>
            <a:ext cx="6715125" cy="493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모서리가 둥근 직사각형 7"/>
          <p:cNvSpPr/>
          <p:nvPr/>
        </p:nvSpPr>
        <p:spPr>
          <a:xfrm>
            <a:off x="1357313" y="3560763"/>
            <a:ext cx="4000500" cy="214312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1357313" y="5357813"/>
            <a:ext cx="4000500" cy="357187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706539"/>
      </p:ext>
    </p:extLst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과제 </a:t>
            </a:r>
            <a:r>
              <a:rPr lang="en-US" altLang="ko-KR" dirty="0"/>
              <a:t>(1)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66383" y="6293743"/>
            <a:ext cx="2133600" cy="136525"/>
          </a:xfrm>
        </p:spPr>
        <p:txBody>
          <a:bodyPr/>
          <a:lstStyle/>
          <a:p>
            <a:fld id="{65466718-9871-48D1-8615-539A36B7E64B}" type="slidenum">
              <a:rPr lang="en-US" altLang="ko-KR" smtClean="0"/>
              <a:pPr/>
              <a:t>10</a:t>
            </a:fld>
            <a:endParaRPr lang="en-US" altLang="ko-KR"/>
          </a:p>
        </p:txBody>
      </p:sp>
      <p:sp>
        <p:nvSpPr>
          <p:cNvPr id="5" name="TextBox 4"/>
          <p:cNvSpPr txBox="1"/>
          <p:nvPr/>
        </p:nvSpPr>
        <p:spPr>
          <a:xfrm>
            <a:off x="251519" y="980728"/>
            <a:ext cx="87484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5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페이지에서 보여주는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main.c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와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print.c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를 작성하고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gcc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컴파일 명령을 사용하여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run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이라는 실행 파일을 생성한다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run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파일을 실행하여 결과를 확인한다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8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페이지에서 설명하듯이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print.c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를 수정하고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i="1" u="sng" dirty="0" err="1">
                <a:latin typeface="굴림" panose="020B0600000101010101" pitchFamily="50" charset="-127"/>
                <a:ea typeface="굴림" panose="020B0600000101010101" pitchFamily="50" charset="-127"/>
              </a:rPr>
              <a:t>print.c</a:t>
            </a:r>
            <a:r>
              <a:rPr lang="ko-KR" altLang="en-US" i="1" u="sng" dirty="0">
                <a:latin typeface="굴림" panose="020B0600000101010101" pitchFamily="50" charset="-127"/>
                <a:ea typeface="굴림" panose="020B0600000101010101" pitchFamily="50" charset="-127"/>
              </a:rPr>
              <a:t>와 </a:t>
            </a:r>
            <a:r>
              <a:rPr lang="en-US" altLang="ko-KR" i="1" u="sng" dirty="0">
                <a:latin typeface="굴림" panose="020B0600000101010101" pitchFamily="50" charset="-127"/>
                <a:ea typeface="굴림" panose="020B0600000101010101" pitchFamily="50" charset="-127"/>
              </a:rPr>
              <a:t>run </a:t>
            </a:r>
            <a:r>
              <a:rPr lang="ko-KR" altLang="en-US" i="1" u="sng" dirty="0">
                <a:latin typeface="굴림" panose="020B0600000101010101" pitchFamily="50" charset="-127"/>
                <a:ea typeface="굴림" panose="020B0600000101010101" pitchFamily="50" charset="-127"/>
              </a:rPr>
              <a:t>파일만을 </a:t>
            </a:r>
            <a:r>
              <a:rPr lang="ko-KR" altLang="en-US" i="1" u="sng" dirty="0" err="1">
                <a:latin typeface="굴림" panose="020B0600000101010101" pitchFamily="50" charset="-127"/>
                <a:ea typeface="굴림" panose="020B0600000101010101" pitchFamily="50" charset="-127"/>
              </a:rPr>
              <a:t>재컴파일</a:t>
            </a:r>
            <a:r>
              <a:rPr lang="ko-KR" altLang="en-US" i="1" u="sng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run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파일을 실행하여 결과를 확인한다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위의 실행 결과 이미지를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캡쳐하여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이클래스에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제출하시오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컴파일 과정과 실행 결과만을 제출하고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main.c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와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print.c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코드는 제출할 필요 없음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51979723"/>
      </p:ext>
    </p:extLst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과제 </a:t>
            </a:r>
            <a:r>
              <a:rPr lang="en-US" altLang="ko-KR" dirty="0"/>
              <a:t>(2)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66383" y="6293743"/>
            <a:ext cx="2133600" cy="136525"/>
          </a:xfrm>
        </p:spPr>
        <p:txBody>
          <a:bodyPr/>
          <a:lstStyle/>
          <a:p>
            <a:fld id="{65466718-9871-48D1-8615-539A36B7E64B}" type="slidenum">
              <a:rPr lang="en-US" altLang="ko-KR" smtClean="0"/>
              <a:pPr/>
              <a:t>11</a:t>
            </a:fld>
            <a:endParaRPr lang="en-US" altLang="ko-KR"/>
          </a:p>
        </p:txBody>
      </p:sp>
      <p:sp>
        <p:nvSpPr>
          <p:cNvPr id="5" name="TextBox 4"/>
          <p:cNvSpPr txBox="1"/>
          <p:nvPr/>
        </p:nvSpPr>
        <p:spPr>
          <a:xfrm>
            <a:off x="251519" y="980728"/>
            <a:ext cx="874846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아래와 같은 세개의 파일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code1.c, code2.c, code3.c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를 작성하고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gcc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컴파일 명령을 사용하여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codeAll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이라는 실행 파일을 생성한다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codeAll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파일을 실행하여 결과를 확인한다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2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위의 실행 결과 이미지를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캡쳐하여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이클래스에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제출하시오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컴파일 과정과 실행 결과만을 제출하고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소스 코드는 제출할 필요 없음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).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175873"/>
            <a:ext cx="3940472" cy="319741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724992"/>
            <a:ext cx="2840309" cy="1785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5" y="3789040"/>
            <a:ext cx="2840309" cy="18767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직사각형 7"/>
          <p:cNvSpPr/>
          <p:nvPr/>
        </p:nvSpPr>
        <p:spPr bwMode="auto">
          <a:xfrm>
            <a:off x="1259632" y="3429000"/>
            <a:ext cx="1872208" cy="216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300" dirty="0"/>
              <a:t>p</a:t>
            </a:r>
            <a:r>
              <a:rPr kumimoji="0" lang="en-US" altLang="ko-K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rintf(“start..</a:t>
            </a:r>
            <a:r>
              <a:rPr kumimoji="0" lang="en-US" altLang="ko-KR" sz="13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\n”);</a:t>
            </a:r>
            <a:endParaRPr kumimoji="0" lang="ko-KR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2903790"/>
      </p:ext>
    </p:extLst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name="techtropolis">
  <a:themeElements>
    <a:clrScheme name="silly_mi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illy_mime">
      <a:majorFont>
        <a:latin typeface="Franklin Gothic Medium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>
    <a:extraClrScheme>
      <a:clrScheme name="silly_mi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techtropolis</Template>
  <TotalTime>2126</TotalTime>
  <Words>681</Words>
  <Application>Microsoft Office PowerPoint</Application>
  <PresentationFormat>화면 슬라이드 쇼(4:3)</PresentationFormat>
  <Paragraphs>120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3" baseType="lpstr">
      <vt:lpstr>굴림</vt:lpstr>
      <vt:lpstr>나눔고딕</vt:lpstr>
      <vt:lpstr>나눔고딕 ExtraBold</vt:lpstr>
      <vt:lpstr>돋움</vt:lpstr>
      <vt:lpstr>맑은 고딕</vt:lpstr>
      <vt:lpstr>Arial</vt:lpstr>
      <vt:lpstr>Arial Black</vt:lpstr>
      <vt:lpstr>Franklin Gothic Medium</vt:lpstr>
      <vt:lpstr>Tahoma</vt:lpstr>
      <vt:lpstr>Times New Roman</vt:lpstr>
      <vt:lpstr>Wingdings</vt:lpstr>
      <vt:lpstr>techtropolis</vt:lpstr>
      <vt:lpstr>PowerPoint 프레젠테이션</vt:lpstr>
      <vt:lpstr>gcc 개요</vt:lpstr>
      <vt:lpstr>C 예제 프로그램 작성 및 실행</vt:lpstr>
      <vt:lpstr>gcc 사용 실습</vt:lpstr>
      <vt:lpstr>다수 파일들로 작성된 프로그램 컴파일 실습</vt:lpstr>
      <vt:lpstr>다수 파일들로 작성된 프로그램 컴파일 실습</vt:lpstr>
      <vt:lpstr>다수 파일들로 작성된 프로그램 컴파일 실습</vt:lpstr>
      <vt:lpstr>다수 파일들로 작성된 프로그램 컴파일 실습</vt:lpstr>
      <vt:lpstr>다수 파일들로 작성된 프로그램 컴파일 실습</vt:lpstr>
      <vt:lpstr>실습 과제 (1) </vt:lpstr>
      <vt:lpstr>실습 과제 (2)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Techtropolis</dc:title>
  <dc:creator>Namil</dc:creator>
  <cp:lastModifiedBy>김현진</cp:lastModifiedBy>
  <cp:revision>196</cp:revision>
  <dcterms:created xsi:type="dcterms:W3CDTF">2011-06-15T00:21:10Z</dcterms:created>
  <dcterms:modified xsi:type="dcterms:W3CDTF">2023-10-06T03:19:06Z</dcterms:modified>
</cp:coreProperties>
</file>