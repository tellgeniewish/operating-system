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351" r:id="rId3"/>
    <p:sldId id="339" r:id="rId4"/>
    <p:sldId id="340" r:id="rId5"/>
    <p:sldId id="353" r:id="rId6"/>
    <p:sldId id="354" r:id="rId7"/>
    <p:sldId id="355" r:id="rId8"/>
    <p:sldId id="356" r:id="rId9"/>
    <p:sldId id="358" r:id="rId10"/>
    <p:sldId id="357" r:id="rId11"/>
  </p:sldIdLst>
  <p:sldSz cx="9144000" cy="6858000" type="screen4x3"/>
  <p:notesSz cx="6735763" cy="986948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24486C"/>
    <a:srgbClr val="336699"/>
    <a:srgbClr val="9078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556" autoAdjust="0"/>
    <p:restoredTop sz="94630" autoAdjust="0"/>
  </p:normalViewPr>
  <p:slideViewPr>
    <p:cSldViewPr>
      <p:cViewPr>
        <p:scale>
          <a:sx n="123" d="100"/>
          <a:sy n="123" d="100"/>
        </p:scale>
        <p:origin x="1716" y="-2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96" y="3660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5:31.90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105 131 1584 0 0,'-5'-4'214'0'0,"0"0"-1"0"0,0 1 1 0 0,0-2-1 0 0,0 1 0 0 0,1-1 1 0 0,0 0-1 0 0,0 1 1 0 0,0-2-1 0 0,0 1 1 0 0,1 0-1 0 0,-4-8 0 0 0,4 8-133 0 0,2 3 58 0 0,0 1-1 0 0,-1-1 1 0 0,1 1 0 0 0,-1 0-1 0 0,1 0 1 0 0,-1 0 0 0 0,0 0-1 0 0,1 0 1 0 0,-1 0 0 0 0,0 0-1 0 0,0 0 1 0 0,-2 0 0 0 0,3 1-88 0 0,0-1 1 0 0,1 1 0 0 0,-1 0-1 0 0,0 0 1 0 0,1-1-1 0 0,-1 1 1 0 0,0 0 0 0 0,0 0-1 0 0,1 0 1 0 0,-1 0-1 0 0,0 0 1 0 0,0 0 0 0 0,1 0-1 0 0,-1 0 1 0 0,0 0-1 0 0,0 0 1 0 0,1 1 0 0 0,-1-1-1 0 0,0 0 1 0 0,0 0-1 0 0,1 1 1 0 0,-1-1-1 0 0,0 0 1 0 0,1 1 0 0 0,-1-1-1 0 0,1 1 1 0 0,-1-1-1 0 0,0 1 1 0 0,1-1 0 0 0,-1 1-1 0 0,1-1 1 0 0,-1 1-1 0 0,0 0 1 0 0,1 0-18 0 0,1-1 0 0 0,-1 1 1 0 0,0-1-1 0 0,0 1 0 0 0,1-1 0 0 0,-1 0 0 0 0,0 1 0 0 0,1-1 1 0 0,-1 1-1 0 0,0-1 0 0 0,1 0 0 0 0,-1 0 0 0 0,0 1 1 0 0,1-1-1 0 0,-1 0 0 0 0,1 1 0 0 0,-1-1 0 0 0,0 0 0 0 0,1 0 1 0 0,-1 0-1 0 0,1 0 0 0 0,-1 1 0 0 0,1-1 0 0 0,-1 0 1 0 0,1 0-1 0 0,-1 0 0 0 0,1 0 0 0 0,-1 0 0 0 0,1 0 0 0 0,-1 0 1 0 0,1 0-1 0 0,-1 0 0 0 0,1 0 0 0 0,-1-1 0 0 0,1 1 1 0 0,0 0-1 0 0,29-3 1328 0 0,-22 3-1293 0 0,57 1 404 0 0,-31 1 368 0 0,1-2 0 0 0,46-6 0 0 0,-52 3-642 0 0,52 1-1 0 0,-51 3 173 0 0,47-6-1 0 0,-48 2-211 0 0,0 2 0 0 0,40 3 1 0 0,28-1 34 0 0,16 1 130 0 0,-83 1-204 0 0,0-2 0 0 0,1-2 0 0 0,30-4 0 0 0,-34 1-64 0 0,0 2 1 0 0,0 0 0 0 0,0 2 0 0 0,32 4-1 0 0,-41-4-40 0 0,-1 0 0 0 0,0-1 0 0 0,1-1 0 0 0,28-6-1 0 0,-25 4 52 0 0,0 0 0 0 0,30 0-1 0 0,-49 4-319 0 0,1-1-1 0 0,-1 1 1 0 0,1-1-1 0 0,-1 0 1 0 0,1 0-1 0 0,-1 0 1 0 0,0 0 0 0 0,0 0-1 0 0,1 0 1 0 0,-1-1-1 0 0,0 1 1 0 0,0-1-1 0 0,0 1 1 0 0,1-3-1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5:37.77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29 57 2873 0 0,'-20'-6'1734'0'0,"12"5"-1521"0"0,10 2-538 0 0,-1-1 420 0 0,-1 0 0 0 0,1 0-1 0 0,0 0 1 0 0,0-1 0 0 0,0 1 0 0 0,0 0 0 0 0,0-1 0 0 0,-1 1 0 0 0,1-1 0 0 0,0 1 0 0 0,0-1 0 0 0,0 1 0 0 0,-1-1 0 0 0,1 1 0 0 0,0-1 0 0 0,-1 0 0 0 0,1 1 0 0 0,-1-1 0 0 0,1 0 0 0 0,-1 1 0 0 0,1-1 0 0 0,-1 0 0 0 0,1 0 0 0 0,-1 0 0 0 0,0 0 0 0 0,1 1 0 0 0,-1-1 0 0 0,0 0 0 0 0,1-2 0 0 0,8-28 3625 0 0,-10 33-3691 0 0,1-1 1 0 0,0 1-1 0 0,0 0 1 0 0,0 0-1 0 0,1-1 1 0 0,-1 1-1 0 0,0 0 1 0 0,1 0-1 0 0,-1-1 1 0 0,1 1-1 0 0,-1 0 1 0 0,1-1-1 0 0,0 1 1 0 0,0 0 0 0 0,0-1-1 0 0,0 1 1 0 0,0-1-1 0 0,0 0 1 0 0,0 1-1 0 0,0-1 1 0 0,1 0-1 0 0,-1 0 1 0 0,0 1-1 0 0,1-1 1 0 0,-1 0-1 0 0,1 0 1 0 0,-1-1-1 0 0,1 1 1 0 0,0 0-1 0 0,-1 0 1 0 0,1-1-1 0 0,0 1 1 0 0,-1-1-1 0 0,1 0 1 0 0,3 1-1 0 0,6-1 274 0 0,-1 0-1 0 0,1 0 0 0 0,0-1 0 0 0,0-1 0 0 0,11-2 0 0 0,28-2 235 0 0,-5 14 29 0 0,-33-6-496 0 0,0 1 0 0 0,0-2 0 0 0,0 1 0 0 0,0-2 0 0 0,1 0-1 0 0,18-2 1 0 0,13-6 184 0 0,-33 5-195 0 0,-1 0-1 0 0,1 1 0 0 0,0 0 0 0 0,0 1 0 0 0,0 0 0 0 0,0 1 0 0 0,0 0 0 0 0,0 1 0 0 0,0 0 1 0 0,0 1-1 0 0,0 0 0 0 0,12 4 0 0 0,-3 0 10 0 0,0-1 0 0 0,1-1 0 0 0,-1 0 0 0 0,1-2 0 0 0,0 0 0 0 0,0-2 0 0 0,-1 0 0 0 0,31-5 0 0 0,-13 3 358 0 0,47 2 0 0 0,10 16-109 0 0,-73-11-224 0 0,1 0 0 0 0,0-2-1 0 0,25 1 1 0 0,10-4 114 0 0,-17-2 8 0 0,0 3 0 0 0,0 1 0 0 0,76 14 0 0 0,-65-6-89 0 0,1-1 0 0 0,87 1 0 0 0,108-14 306 0 0,-206 3-412 0 0,0-2 54 0 0,0 2-1 0 0,0 1 1 0 0,0 3-1 0 0,59 11 1 0 0,-71-9-33 0 0,0-2 1 0 0,0-1-1 0 0,0-1 1 0 0,36-3-1 0 0,7 0 69 0 0,-44 4-69 0 0,0 0 1 0 0,50 13-1 0 0,-53-9-10 0 0,0-1 0 0 0,1-1 0 0 0,45 0 0 0 0,29-12 79 0 0,-69 3-67 0 0,0 3 0 0 0,0 1 0 0 0,0 1-1 0 0,44 5 1 0 0,-17 2 15 0 0,0-2 1 0 0,0-4-1 0 0,1-2 0 0 0,65-9 0 0 0,13 2-27 0 0,45-5-14 0 0,-152 9-103 0 0,61 0 0 0 0,-43 10-5343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5:41.12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94 28 2353 0 0,'-1'-2'108'0'0,"-1"0"0"0"0,1 1 0 0 0,0-1 0 0 0,0 0 0 0 0,-1 0 0 0 0,1 1 1 0 0,-1-1-1 0 0,0 1 0 0 0,1-1 0 0 0,-1 1 0 0 0,0 0 0 0 0,0 0 1 0 0,0-1-1 0 0,0 1 0 0 0,0 1 0 0 0,0-1 0 0 0,0 0 0 0 0,0 0 1 0 0,0 1-1 0 0,-1-1 0 0 0,1 1 0 0 0,0 0 0 0 0,0 0 0 0 0,0 0 1 0 0,-1 0-1 0 0,1 0 0 0 0,0 0 0 0 0,0 0 0 0 0,0 1 0 0 0,-1-1 1 0 0,1 1-1 0 0,0 0 0 0 0,0-1 0 0 0,0 1 0 0 0,0 0 0 0 0,0 0 1 0 0,-2 2-1 0 0,3-3-25 0 0,0 0 0 0 0,0 0 0 0 0,1 0 0 0 0,-1 0 0 0 0,0 0 0 0 0,0 1 0 0 0,1-1 0 0 0,-1 0 0 0 0,0 0 0 0 0,0 1 0 0 0,1-1 0 0 0,-1 1 0 0 0,0-1 0 0 0,1 0 0 0 0,-1 1 1 0 0,1-1-1 0 0,-1 1 0 0 0,0 0 0 0 0,1-1 0 0 0,-1 1 0 0 0,1-1 0 0 0,-1 1 0 0 0,1 0 0 0 0,0-1 0 0 0,-1 1 0 0 0,1 0 0 0 0,0-1 0 0 0,-1 1 0 0 0,1 0 0 0 0,0 0 0 0 0,0-1 0 0 0,0 1 0 0 0,0 0 0 0 0,-1 1 0 0 0,3 0 10 0 0,-1-1 0 0 0,0 0 0 0 0,1 1 0 0 0,-1-1 0 0 0,1 0-1 0 0,-1 0 1 0 0,1 0 0 0 0,0 0 0 0 0,-1 0 0 0 0,1 0 0 0 0,0-1-1 0 0,0 1 1 0 0,2 0 0 0 0,69 14 1374 0 0,-28-14 68 0 0,79-10 1 0 0,-37 1-829 0 0,-32 4-339 0 0,-26 1-167 0 0,0 1 1 0 0,0 2-1 0 0,45 4 1 0 0,176 25 991 0 0,-158-22-499 0 0,136-6-1 0 0,45 2-82 0 0,-223-2-400 0 0,83-6-1 0 0,-7-2-274 0 0,-92-2-734 0 0,-31 7 654 0 0,-1 1 0 0 0,1 0 0 0 0,0 0 0 0 0,-1 0 0 0 0,1 0 0 0 0,0 0 0 0 0,0 1 0 0 0,0-1 0 0 0,0 1 0 0 0,0 0 0 0 0,0 0 0 0 0,0 0 0 0 0,-1 0 0 0 0,1 0 0 0 0,5 2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5:52.91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74 3 1416 0 0,'-1'0'26'0'0,"-1"-1"1"0"0,0 1-1 0 0,1-1 0 0 0,-1 1 0 0 0,1 0 0 0 0,-1 0 0 0 0,1 0 0 0 0,-1 0 0 0 0,0 0 0 0 0,1 0 0 0 0,-1 0 1 0 0,1 0-1 0 0,-1 1 0 0 0,0-1 0 0 0,1 1 0 0 0,-1-1 0 0 0,1 1 0 0 0,-1-1 0 0 0,1 1 0 0 0,0 0 1 0 0,-1 0-1 0 0,1 0 0 0 0,0 0 0 0 0,-1 0 0 0 0,1 0 0 0 0,0 0 0 0 0,0 0 0 0 0,0 0 0 0 0,0 1 1 0 0,0-1-1 0 0,0 0 0 0 0,-1 3 0 0 0,-7 9 2062 0 0,-9 13-449 0 0,23-16-773 0 0,17-6 457 0 0,15-7 312 0 0,-30 1-1515 0 0,1 1 0 0 0,-1 1 0 0 0,1 0-1 0 0,-1 0 1 0 0,1 0 0 0 0,11 3 0 0 0,-9-2 15 0 0,1 0 0 0 0,-1 0 0 0 0,1-1 0 0 0,0-1 0 0 0,-1 1 0 0 0,1-2 0 0 0,12-2 1 0 0,-13 2-10 0 0,1 0 1 0 0,0 0-1 0 0,-1 1 1 0 0,1 1 0 0 0,0 0-1 0 0,0 0 1 0 0,13 3-1 0 0,-9-1 12 0 0,0 0 0 0 0,0-2-1 0 0,0 1 1 0 0,0-2-1 0 0,29-4 1 0 0,-27 2-93 0 0,0 1 0 0 0,-1 1-1 0 0,1 1 1 0 0,28 2 0 0 0,140 16 720 0 0,-70-10-557 0 0,-57-5 43 0 0,92-9 0 0 0,-148 6-244 0 0,308-4 846 0 0,-53 2-251 0 0,160-14-288 0 0,-255 20-243 0 0,13-1 86 0 0,-133-3-129 0 0,0 2 1 0 0,49 7-1 0 0,-6 0-2 0 0,-63-5-1645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6:05.21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39 191 792 0 0,'-1'0'35'0'0,"1"0"-1"0"0,0 0 1 0 0,-1-1-1 0 0,1 1 0 0 0,0 0 1 0 0,0 0-1 0 0,-1 0 1 0 0,1-1-1 0 0,0 1 1 0 0,0 0-1 0 0,0-1 1 0 0,-1 1-1 0 0,1 0 1 0 0,0 0-1 0 0,0-1 1 0 0,0 1-1 0 0,0 0 0 0 0,0-1 1 0 0,0 1-1 0 0,-1 0 1 0 0,1-1-1 0 0,0 1 1 0 0,0 0-1 0 0,0-1 1 0 0,0 1-1 0 0,0-1 1 0 0,0 1-1 0 0,1 0 1 0 0,-1-1-1 0 0,0 1 0 0 0,0 0 1 0 0,0-1-1 0 0,0 1 1 0 0,0 0-1 0 0,0 0 1 0 0,0-1-1 0 0,1 1 1 0 0,-1 0-1 0 0,0-1 1 0 0,0 1-1 0 0,1 0 1 0 0,-1 0-1 0 0,0-1 1 0 0,0 1-1 0 0,1 0 0 0 0,-1 0 1 0 0,0 0-1 0 0,0-1 1 0 0,1 1-1 0 0,-1 0 1 0 0,0 0-1 0 0,1 0 1 0 0,-1 0-1 0 0,0 0 1 0 0,1 0-1 0 0,-1-1 1 0 0,0 1-1 0 0,1 0 0 0 0,4-5-83 0 0,-18 2 602 0 0,11 4-455 0 0,0-1 0 0 0,0 0 0 0 0,0 0 0 0 0,0 0 0 0 0,0-1 0 0 0,1 1 0 0 0,-1 0 1 0 0,0-1-1 0 0,0 1 0 0 0,0-1 0 0 0,1 0 0 0 0,-1 1 0 0 0,0-1 0 0 0,0 0 0 0 0,-1-2 0 0 0,2 2-32 0 0,1 1 0 0 0,0-1 0 0 0,-1 0 0 0 0,1 0 0 0 0,0 0 0 0 0,0 0 0 0 0,0 0 0 0 0,0 0 0 0 0,0 0 0 0 0,0 0 0 0 0,0 1 0 0 0,0-1 0 0 0,0 0 0 0 0,0 0 0 0 0,1 0 0 0 0,-1 0 0 0 0,0 0 0 0 0,1 0 0 0 0,-1 1 0 0 0,0-1 0 0 0,1 0 0 0 0,-1 0 0 0 0,1 0 0 0 0,-1 1 0 0 0,1-1 0 0 0,0 0 0 0 0,-1 1 0 0 0,1-1 0 0 0,0 1 0 0 0,-1-1 0 0 0,1 0 0 0 0,1 0 0 0 0,4-2 232 0 0,-1 0 0 0 0,1 0-1 0 0,0 1 1 0 0,0 0 0 0 0,-1 0-1 0 0,2 0 1 0 0,-1 1 0 0 0,0 0-1 0 0,0 0 1 0 0,12 0 0 0 0,35-8 243 0 0,-43 5-379 0 0,3-1 144 0 0,1 1 1 0 0,0 0-1 0 0,0 1 1 0 0,0 0-1 0 0,0 1 0 0 0,20-1 1 0 0,16-5 499 0 0,-45 6-750 0 0,1 1 0 0 0,-1-1 0 0 0,1 1 0 0 0,-1 1-1 0 0,1-1 1 0 0,-1 1 0 0 0,1-1 0 0 0,0 2 0 0 0,-1-1-1 0 0,1 1 1 0 0,8 1 0 0 0,-4 0 71 0 0,0 0 0 0 0,1-1 0 0 0,-1-1 0 0 0,1 0 0 0 0,-1 0 0 0 0,21-4 0 0 0,-19 2-24 0 0,0 1-1 0 0,0 0 1 0 0,1 1 0 0 0,-1 1 0 0 0,13 1 0 0 0,-13-1 2 0 0,0 0 0 0 0,0 0 0 0 0,0-1 0 0 0,1-1 0 0 0,-1 0 0 0 0,12-4-1 0 0,42-1 130 0 0,-34 5-152 0 0,40 3 57 0 0,-65-2-129 0 0,-1 0-1 0 0,1 0 0 0 0,0 0 0 0 0,0-1 0 0 0,-1 0 0 0 0,1-1 0 0 0,-1 1 1 0 0,13-6-1 0 0,-13 5 2 0 0,-1 0 1 0 0,1 0 0 0 0,0 0-1 0 0,0 1 1 0 0,0 0 0 0 0,0 0-1 0 0,1 0 1 0 0,-1 1 0 0 0,0 0-1 0 0,8 1 1 0 0,-6 0 1 0 0,1-1 0 0 0,-1 1 1 0 0,1-2-1 0 0,-1 1 0 0 0,1-1 0 0 0,-1 0 0 0 0,13-4 1 0 0,37-4 47 0 0,45-6-8439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6:06.21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5 6 440 0 0,'-1'-2'112'0'0,"-1"1"-128"0"0,1-1-72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6:07.01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62 33 1104 0 0,'-6'-6'760'0'0,"5"5"-676"0"0,0 0 0 0 0,0-1 0 0 0,0 1 0 0 0,0 0 1 0 0,0 0-1 0 0,0 0 0 0 0,0 0 0 0 0,-1 0 0 0 0,1 0 0 0 0,0 0 1 0 0,-1 0-1 0 0,1 0 0 0 0,0 1 0 0 0,-1-1 0 0 0,1 1 0 0 0,-1-1 1 0 0,1 1-1 0 0,-1-1 0 0 0,1 1 0 0 0,-30-10 6492 0 0,41 17-6267 0 0,-7-4-197 0 0,1-1 0 0 0,-1 0 1 0 0,1 0-1 0 0,-1 0 1 0 0,1 0-1 0 0,0-1 1 0 0,-1 0-1 0 0,1 1 0 0 0,0-1 1 0 0,0-1-1 0 0,0 1 1 0 0,0 0-1 0 0,0-1 1 0 0,0 0-1 0 0,0 0 1 0 0,0 0-1 0 0,0-1 0 0 0,5 0 1 0 0,-4 0-19 0 0,1 1-1 0 0,-1-1 1 0 0,0 1 0 0 0,1 1-1 0 0,-1-1 1 0 0,0 1 0 0 0,0 0-1 0 0,1 0 1 0 0,-1 0 0 0 0,0 1 0 0 0,5 1-1 0 0,-5 0 10 0 0,1 0 0 0 0,-1-1 0 0 0,1 0-1 0 0,0 0 1 0 0,-1-1 0 0 0,1 1 0 0 0,0-1-1 0 0,0-1 1 0 0,0 1 0 0 0,0-1 0 0 0,0 0-1 0 0,0 0 1 0 0,0-1 0 0 0,0 0 0 0 0,-1 0-1 0 0,1 0 1 0 0,10-4 0 0 0,28-4 302 0 0,-37 9-324 0 0,-1-1-1 0 0,1 2 1 0 0,-1-1-1 0 0,0 1 0 0 0,1 0 1 0 0,11 3-1 0 0,-12-2-44 0 0,0 0-1 0 0,-1-1 1 0 0,2 0-1 0 0,-1 0 1 0 0,0-1 0 0 0,0 0-1 0 0,0 0 1 0 0,11-1-1 0 0,1-2 190 0 0,-1 1-1 0 0,1 1 1 0 0,34 2-1 0 0,33-2 113 0 0,23-14-62 0 0,-107 15-340 0 0,0 0 0 0 0,0 0-1 0 0,-1 0 1 0 0,1 0 0 0 0,0 0 0 0 0,-1 0 0 0 0,1 0 0 0 0,0 0 0 0 0,-1 0-1 0 0,1 0 1 0 0,0 0 0 0 0,-1 1 0 0 0,1-1 0 0 0,-1 0 0 0 0,1 0 0 0 0,0 1-1 0 0,-1-1 1 0 0,1 1 0 0 0,-1-1 0 0 0,1 0 0 0 0,-1 1 0 0 0,1-1-1 0 0,-1 1 1 0 0,1-1 0 0 0,-1 1 0 0 0,0-1 0 0 0,1 1 0 0 0,-1 0 0 0 0,0-1-1 0 0,1 1 1 0 0,-1-1 0 0 0,0 1 0 0 0,0 0 0 0 0,1-1 0 0 0,-1 1 0 0 0,0 0-1 0 0,0-1 1 0 0,0 1 0 0 0,0 0 0 0 0,0-1 0 0 0,0 1 0 0 0,0 0-1 0 0,0-1 1 0 0,-1 2 0 0 0,-5 41-6150 0 0,2-27 4129 0 0,4 7-100 0 0,6 13-1111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7:56.4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36 1304 0 0,'-1'0'148'0'0,"1"0"0"0"0,-1 1 0 0 0,1-1 0 0 0,-1 0 0 0 0,1 1 0 0 0,-1-1 0 0 0,1 0 0 0 0,-1 1 0 0 0,1-1-1 0 0,-1 1 1 0 0,1-1 0 0 0,0 1 0 0 0,-1-1 0 0 0,1 1 0 0 0,0-1 0 0 0,0 1 0 0 0,-1-1 0 0 0,1 1 0 0 0,0-1 0 0 0,0 1 0 0 0,0-1-1 0 0,-1 1 1 0 0,1 0 0 0 0,0-1 0 0 0,0 1 0 0 0,0-1 0 0 0,0 1 0 0 0,0 0 0 0 0,0-1 0 0 0,0 1 0 0 0,0-1 0 0 0,1 1-1 0 0,-1 0 1 0 0,0-1 0 0 0,0 1 0 0 0,0-1 0 0 0,1 1 0 0 0,-1-1 0 0 0,0 1 0 0 0,1-1 0 0 0,-1 1 0 0 0,0-1 0 0 0,1 1 0 0 0,-1-1-1 0 0,1 1 1 0 0,-1-1 0 0 0,0 0 0 0 0,1 1 0 0 0,-1-1 0 0 0,1 0 0 0 0,-1 1 0 0 0,1-1 0 0 0,0 0 0 0 0,-1 0 0 0 0,1 1 0 0 0,-1-1-1 0 0,1 0 1 0 0,-1 0 0 0 0,1 0 0 0 0,0 0 0 0 0,-1 0 0 0 0,1 0 0 0 0,-1 0 0 0 0,1 0 0 0 0,0 0 0 0 0,-1 0 0 0 0,1 0 0 0 0,0-1-1 0 0,5 1 331 0 0,-1-1 0 0 0,0 1-1 0 0,1 0 1 0 0,-1 1-1 0 0,1-1 1 0 0,-1 1 0 0 0,1 0-1 0 0,-1 0 1 0 0,6 2-1 0 0,-6-1-352 0 0,0 0-1 0 0,1-1 0 0 0,-1 0 0 0 0,1 0 1 0 0,-1-1-1 0 0,1 1 0 0 0,-1-1 0 0 0,1 0 1 0 0,-1-1-1 0 0,9-1 0 0 0,9-2 179 0 0,0 1-1 0 0,1 1 1 0 0,35 2 0 0 0,-36 0-220 0 0,31 4 257 0 0,-42-2-285 0 0,-1-1 0 0 0,1 0 0 0 0,0-1 0 0 0,-1 0 0 0 0,20-3 1 0 0,-13 0 41 0 0,0 2 0 0 0,1 0 0 0 0,28 2 0 0 0,39-1 189 0 0,-17-3-194 0 0,-53 4-61 0 0,-1-1 1 0 0,1-1 0 0 0,-1 0-1 0 0,18-5 1 0 0,46-3-955 0 0,-77 8 276 0 0,0 0 1 0 0,0 0-1 0 0,-1 0 0 0 0,1 0 1 0 0,0-1-1 0 0,-1 1 0 0 0,1 0 1 0 0,-1-1-1 0 0,1 1 0 0 0,-1-1 1 0 0,0 1-1 0 0,0-1 0 0 0,0 0 1 0 0,0 0-1 0 0,0 1 0 0 0,0-1 1 0 0,0 0-1 0 0,0-2 0 0 0,2-3-1353 0 0,2 0-1636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7:59.7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284 3 3337 0 0,'-1'-1'101'0'0,"0"1"1"0"0,1 0-1 0 0,-1-1 1 0 0,0 1-1 0 0,0 0 1 0 0,0 0 0 0 0,0 0-1 0 0,0 0 1 0 0,0 0-1 0 0,0 0 1 0 0,0 0-1 0 0,0 0 1 0 0,0 0-1 0 0,0 0 1 0 0,0 1 0 0 0,0-1-1 0 0,0 0 1 0 0,0 1-1 0 0,1-1 1 0 0,-1 1-1 0 0,0-1 1 0 0,0 1-1 0 0,0-1 1 0 0,1 1 0 0 0,-1-1-1 0 0,0 1 1 0 0,0 0-1 0 0,1-1 1 0 0,-1 1-1 0 0,1 0 1 0 0,-1 0-1 0 0,1 0 1 0 0,-1-1 0 0 0,1 1-1 0 0,-1 0 1 0 0,1 0-1 0 0,0 0 1 0 0,-1 0-1 0 0,1 0 1 0 0,0 0-1 0 0,0 0 1 0 0,0 0 0 0 0,-1 1-1 0 0,-8 52 24 0 0,8-45 191 0 0,-2 45-160 0 0,2 1 0 0 0,10 98 0 0 0,1 19 957 0 0,-12-168-165 0 0,-5-16-604 0 0,-8-29-223 0 0,12 32 85 0 0,-32-64 380 0 0,32 69-543 0 0,1-1 0 0 0,-1 1 0 0 0,0 0 1 0 0,0 0-1 0 0,0 0 0 0 0,-1 0 0 0 0,1 1 1 0 0,-1-1-1 0 0,0 1 0 0 0,0 0 1 0 0,0 0-1 0 0,-1 0 0 0 0,-7-3 0 0 0,9 6-33 0 0,0 0 0 0 0,0 0 0 0 0,0 0-1 0 0,0 0 1 0 0,0 1 0 0 0,0-1 0 0 0,0 1 0 0 0,0 0-1 0 0,1 0 1 0 0,-1 0 0 0 0,0 0 0 0 0,0 1-1 0 0,1-1 1 0 0,-1 0 0 0 0,1 1 0 0 0,-1 0-1 0 0,1 0 1 0 0,0 0 0 0 0,0 0 0 0 0,0 0-1 0 0,0 0 1 0 0,0 1 0 0 0,0-1 0 0 0,0 0 0 0 0,1 1-1 0 0,-2 3 1 0 0,-7 10-44 0 0,0 1 0 0 0,-11 28 0 0 0,18-38 15 0 0,-19 54-9 0 0,21-59 18 0 0,0 1 1 0 0,1 0-1 0 0,-1 0 0 0 0,0-1 1 0 0,1 1-1 0 0,0 0 0 0 0,0 0 1 0 0,0-1-1 0 0,0 1 0 0 0,0 0 1 0 0,0 0-1 0 0,1 0 0 0 0,-1-1 0 0 0,1 1 1 0 0,0 0-1 0 0,0-1 0 0 0,0 1 1 0 0,2 3-1 0 0,-2-5 0 0 0,0 0-1 0 0,1 0 1 0 0,-1 0 0 0 0,0-1 0 0 0,0 1-1 0 0,1 0 1 0 0,-1-1 0 0 0,1 0 0 0 0,-1 1-1 0 0,0-1 1 0 0,1 0 0 0 0,-1 1 0 0 0,1-1-1 0 0,-1 0 1 0 0,1 0 0 0 0,-1 0 0 0 0,0 0-1 0 0,1 0 1 0 0,-1-1 0 0 0,1 1 0 0 0,-1 0-1 0 0,0-1 1 0 0,1 1 0 0 0,-1-1 0 0 0,0 1-1 0 0,1-1 1 0 0,1-1 0 0 0,41-24-342 0 0,-33 18 113 0 0,142-77-4112 0 0,-151 84 4236 0 0,-1 1-54 0 0,-1 0 168 0 0,-1 0 0 0 0,1 1 0 0 0,0-1 0 0 0,-1 1 0 0 0,1-1 0 0 0,0 1 0 0 0,0-1 0 0 0,-1 1 0 0 0,1-1 0 0 0,0 1 0 0 0,0-1 0 0 0,0 1 0 0 0,0 0 0 0 0,0-1 0 0 0,0 1 1 0 0,0-1-1 0 0,0 1 0 0 0,0-1 0 0 0,0 1 0 0 0,0-1 0 0 0,0 1 0 0 0,0-1 0 0 0,0 1 0 0 0,1-1 0 0 0,-1 1 0 0 0,0-1 0 0 0,0 1 0 0 0,1-1 0 0 0,-1 1 0 0 0,0-1 0 0 0,1 1 0 0 0,-1-1 0 0 0,0 1 1 0 0,1-1-1 0 0,-1 0 0 0 0,1 1 0 0 0,-1-1 0 0 0,0 0 0 0 0,1 1 0 0 0,-1-1 0 0 0,1 0 0 0 0,-1 0 0 0 0,1 1 0 0 0,0-1 0 0 0,4 3 95 0 0,0 0 1 0 0,0-1-1 0 0,0 0 0 0 0,1 0 0 0 0,-1 0 1 0 0,1 0-1 0 0,-1-1 0 0 0,1 0 1 0 0,0 0-1 0 0,-1 0 0 0 0,1-1 0 0 0,0 0 1 0 0,0 0-1 0 0,-1-1 0 0 0,1 1 0 0 0,0-1 1 0 0,-1 0-1 0 0,1-1 0 0 0,-1 1 0 0 0,1-1 1 0 0,-1 0-1 0 0,10-6 0 0 0,-11 6 12 0 0,-1 0-1 0 0,1-1 0 0 0,-1 0 1 0 0,0 1-1 0 0,0-1 0 0 0,0-1 1 0 0,0 1-1 0 0,0 0 1 0 0,-1-1-1 0 0,1 1 0 0 0,-1-1 1 0 0,0 0-1 0 0,0 0 0 0 0,0 1 1 0 0,-1-2-1 0 0,1 1 0 0 0,-1 0 1 0 0,0 0-1 0 0,0 0 1 0 0,-1 0-1 0 0,1-1 0 0 0,-1 1 1 0 0,0 0-1 0 0,0-1 0 0 0,0 1 1 0 0,-1 0-1 0 0,1 0 1 0 0,-1-1-1 0 0,0 1 0 0 0,-3-7 1 0 0,3 7-57 0 0,-1 0 0 0 0,1 0 0 0 0,-1 0 0 0 0,0 0 0 0 0,0 1 0 0 0,-1-1 0 0 0,1 1 0 0 0,-1-1 0 0 0,1 1 0 0 0,-1 0 0 0 0,0 0 0 0 0,0 0 0 0 0,-1 1 0 0 0,1-1 0 0 0,0 1 0 0 0,-1-1 0 0 0,0 1 0 0 0,1 0 0 0 0,-6-1 0 0 0,7 2-52 0 0,0 1 1 0 0,-1-1-1 0 0,1 1 1 0 0,-1 0-1 0 0,1 0 0 0 0,0 0 1 0 0,-1 0-1 0 0,1 1 1 0 0,0-1-1 0 0,-1 0 1 0 0,1 1-1 0 0,0 0 1 0 0,-1-1-1 0 0,1 1 1 0 0,0 0-1 0 0,0 0 0 0 0,0 1 1 0 0,0-1-1 0 0,0 0 1 0 0,0 1-1 0 0,0-1 1 0 0,0 1-1 0 0,1-1 1 0 0,-1 1-1 0 0,0 0 0 0 0,1 0 1 0 0,0 0-1 0 0,-1 0 1 0 0,1 0-1 0 0,0 0 1 0 0,0 0-1 0 0,0 0 1 0 0,0 0-1 0 0,-1 5 1 0 0,-3 8-78 0 0,0 0 1 0 0,2 1 0 0 0,-1 0 0 0 0,2 0 0 0 0,0 0 0 0 0,1 1 0 0 0,0-1 0 0 0,2 0 0 0 0,0 0 0 0 0,1 0 0 0 0,0 0 0 0 0,1 0 0 0 0,10 28 0 0 0,-12-41 65 0 0,0 0 1 0 0,1-1 0 0 0,-1 1 0 0 0,1-1 0 0 0,0 1 0 0 0,0-1-1 0 0,0 0 1 0 0,0 0 0 0 0,1 1 0 0 0,-1-1 0 0 0,1-1 0 0 0,-1 1-1 0 0,1 0 1 0 0,-1-1 0 0 0,1 1 0 0 0,0-1 0 0 0,5 2 0 0 0,-3-2 22 0 0,1 0 0 0 0,0 0 0 0 0,0 0 1 0 0,-1-1-1 0 0,1 0 0 0 0,0 0 0 0 0,0 0 1 0 0,11-3-1 0 0,-3 0-154 0 0,0-1 1 0 0,0-1-1 0 0,-1 0 1 0 0,1-1-1 0 0,-1 0 1 0 0,22-15-1 0 0,-32 19-112 0 0,0 0 0 0 0,-1 0-1 0 0,0 0 1 0 0,1-1 0 0 0,-1 1 0 0 0,0-1-1 0 0,0 1 1 0 0,-1-1 0 0 0,1 0 0 0 0,0 0-1 0 0,-1 0 1 0 0,0 0 0 0 0,1 0 0 0 0,-1 0-1 0 0,0 0 1 0 0,-1 0 0 0 0,1 0 0 0 0,0-4 0 0 0,-1-3-532 0 0,1 0 1 0 0,-2-1 0 0 0,1 1 0 0 0,-4-15-1 0 0,1 12-871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8:00.1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1 832 0 0,'8'18'5735'0'0,"9"30"-3799"0"0,-5-4-1433 0 0,20 48-1 0 0,-26-77-207 0 0,1 0 0 0 0,1-1 0 0 0,0 1 0 0 0,0-2 0 0 0,2 1 0 0 0,17 20 0 0 0,-26-33-232 0 0,0 0 0 0 0,0 0 0 0 0,0 0 0 0 0,0 0 0 0 0,0 0 0 0 0,0 0 0 0 0,0 0 0 0 0,0-1 0 0 0,0 1 0 0 0,1 0 0 0 0,-1-1 0 0 0,0 1 0 0 0,0-1 0 0 0,1 1 0 0 0,-1-1 0 0 0,0 0 0 0 0,1 1 0 0 0,-1-1 0 0 0,0 0 1 0 0,1 0-1 0 0,-1 0 0 0 0,0 0 0 0 0,1 0 0 0 0,-1 0 0 0 0,0 0 0 0 0,2-1 0 0 0,-1 0 25 0 0,0-1 0 0 0,1 1 1 0 0,-1 0-1 0 0,-1-1 0 0 0,1 0 1 0 0,0 1-1 0 0,0-1 1 0 0,-1 0-1 0 0,1 0 0 0 0,-1 0 1 0 0,1 0-1 0 0,-1 0 0 0 0,2-3 1 0 0,3-11 305 0 0,0 1 0 0 0,0-1 0 0 0,4-22 0 0 0,-8 31-237 0 0,4-23 464 0 0,-2-1 0 0 0,2-37-1 0 0,-2 10-96 0 0,-2 49 205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8:00.8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80 1 3449 0 0,'30'41'5119'0'0,"5"33"-3694"0"0,-12-23-764 0 0,29 48 44 0 0,5-3-1 0 0,3-2 1 0 0,129 153-1 0 0,-178-230 272 0 0,-11-17-936 0 0,0 0 0 0 0,0 0 0 0 0,0 1 0 0 0,0-1 0 0 0,0 0 0 0 0,0 0 0 0 0,0 0 0 0 0,0 1 0 0 0,0-1 0 0 0,0 0 0 0 0,0 0 0 0 0,0 0 0 0 0,0 0 0 0 0,-1 1-1 0 0,1-1 1 0 0,0 0 0 0 0,0 0 0 0 0,0 0 0 0 0,0 0 0 0 0,0 0 0 0 0,-1 1 0 0 0,1-1 0 0 0,0 0 0 0 0,0 0 0 0 0,0 0 0 0 0,0 0 0 0 0,-1 0 0 0 0,1 0 0 0 0,0 0 0 0 0,0 0 0 0 0,0 0 0 0 0,-1 0 0 0 0,1 0 0 0 0,0 0 0 0 0,0 0-1 0 0,0 0 1 0 0,0 0 0 0 0,-1 0 0 0 0,1 0 0 0 0,0 0 0 0 0,0 0 0 0 0,0 0 0 0 0,-1 0 0 0 0,1 0 0 0 0,0 0 0 0 0,-38-13 3037 0 0,24 8-3219 0 0,-2 0 267 0 0,-1 0 1 0 0,0 2-1 0 0,1 0 0 0 0,-1 1 0 0 0,0 0 0 0 0,0 1 0 0 0,0 2 0 0 0,-26 2 0 0 0,-8 5-166 0 0,-73 22 0 0 0,85-20-45 0 0,8-3 23 0 0,2-5-3900 0 0,28-2 3679 0 0,-1 0 1 0 0,1 0 0 0 0,0-1-1 0 0,0 1 1 0 0,0 0 0 0 0,-1-1-1 0 0,1 1 1 0 0,0-1 0 0 0,0 1 0 0 0,0-1-1 0 0,0 1 1 0 0,0-1 0 0 0,0 0-1 0 0,0 0 1 0 0,0 1 0 0 0,0-1 0 0 0,0 0-1 0 0,0 0 1 0 0,1 0 0 0 0,-1 0-1 0 0,0 0 1 0 0,1 0 0 0 0,-1 0 0 0 0,0 0-1 0 0,1 0 1 0 0,0-1 0 0 0,-1 1-1 0 0,1 0 1 0 0,-1 0 0 0 0,1 0-1 0 0,0-1 1 0 0,0 1 0 0 0,0 0 0 0 0,0 0-1 0 0,0 0 1 0 0,0-1 0 0 0,0 1-1 0 0,0 0 1 0 0,1 0 0 0 0,-1-1 0 0 0,1 0-1 0 0,-1-11-2914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8:01.6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 1 4297 0 0,'-5'34'6216'0'0,"-13"25"-5245"0"0,5-17-524 0 0,-16 81-67 0 0,15-59-1220 0 0,-3-1 0 0 0,-27 70 0 0 0,33-117-1027 0 0,9-28 205 0 0,6-29 78 0 0,5-3 918 0 0,-4 19 1103 0 0,0 1 0 0 0,2 1 0 0 0,15-39 0 0 0,-21 61-340 0 0,0 0 0 0 0,-1 0-1 0 0,1 1 1 0 0,0-1 0 0 0,0 0 0 0 0,0 0 0 0 0,0 1-1 0 0,0-1 1 0 0,0 0 0 0 0,0 1 0 0 0,0-1 0 0 0,0 1-1 0 0,0 0 1 0 0,0-1 0 0 0,0 1 0 0 0,0 0 0 0 0,0-1-1 0 0,0 1 1 0 0,0 0 0 0 0,0 0 0 0 0,0 0 0 0 0,0 0-1 0 0,1 0 1 0 0,-1 0 0 0 0,0 0 0 0 0,0 1 0 0 0,0-1-1 0 0,0 0 1 0 0,0 1 0 0 0,0-1 0 0 0,0 0 0 0 0,0 1-1 0 0,0-1 1 0 0,0 1 0 0 0,0 0 0 0 0,0-1 0 0 0,0 1-1 0 0,0 0 1 0 0,-1 0 0 0 0,2 1 0 0 0,41 34 1573 0 0,-41-34-1585 0 0,45 54 799 0 0,-39-44-1066 0 0,1 0 0 0 0,0-1 0 0 0,1 0 1 0 0,1 0-1 0 0,0-1 0 0 0,0-1 0 0 0,20 13 0 0 0,-31-21 120 0 0,0-1 1 0 0,0 0-1 0 0,0 0 1 0 0,1 0-1 0 0,-1 0 1 0 0,0 1-1 0 0,0-1 0 0 0,1 0 1 0 0,-1 0-1 0 0,0 0 1 0 0,0 0-1 0 0,1 0 1 0 0,-1 0-1 0 0,0 0 0 0 0,0 1 1 0 0,1-1-1 0 0,-1 0 1 0 0,0 0-1 0 0,1 0 1 0 0,-1 0-1 0 0,0 0 0 0 0,0 0 1 0 0,1 0-1 0 0,-1-1 1 0 0,0 1-1 0 0,0 0 1 0 0,1 0-1 0 0,-1 0 1 0 0,0 0-1 0 0,0 0 0 0 0,1 0 1 0 0,-1 0-1 0 0,0-1 1 0 0,0 1-1 0 0,1 0 1 0 0,-1 0-1 0 0,0 0 0 0 0,0 0 1 0 0,0-1-1 0 0,1 1 1 0 0,-1 0-1 0 0,0 0 1 0 0,0-1-1 0 0,0 1 0 0 0,0 0 1 0 0,0 0-1 0 0,1-1 1 0 0,-2-13-2991 0 0,1 9 1908 0 0,7 6-1058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8:02.0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0 2593 0 0,'1'37'5420'0'0,"-1"25"-3273"0"0,-5-3-1025 0 0,-4 124 582 0 0,10-157-3911 0 0,1 0 0 0 0,8 41 0 0 0,-5-58-760 0 0,0 1 521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8:02.3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 3 2865 0 0,'0'-1'86'0'0,"0"1"0"0"0,1 0 1 0 0,-1 0-1 0 0,0 0 0 0 0,0 0 1 0 0,0 0-1 0 0,0-1 1 0 0,0 1-1 0 0,0 0 0 0 0,1 0 1 0 0,-1 0-1 0 0,0 0 0 0 0,0 0 1 0 0,0 0-1 0 0,0 0 0 0 0,0 0 1 0 0,1-1-1 0 0,-1 1 1 0 0,0 0-1 0 0,0 0 0 0 0,0 0 1 0 0,0 0-1 0 0,1 0 0 0 0,-1 0 1 0 0,0 0-1 0 0,0 0 0 0 0,0 0 1 0 0,1 0-1 0 0,-1 0 1 0 0,0 0-1 0 0,0 0 0 0 0,0 0 1 0 0,0 0-1 0 0,1 0 0 0 0,-1 1 1 0 0,0-1-1 0 0,0 0 0 0 0,0 0 1 0 0,0 0-1 0 0,1 0 1 0 0,-1 0-1 0 0,0 0 0 0 0,0 0 1 0 0,0 1-1 0 0,0-1 0 0 0,0 0 1 0 0,0 0-1 0 0,1 0 0 0 0,-1 0 1 0 0,0 1-1 0 0,3 12 1478 0 0,-3 13-1010 0 0,-22 126 351 0 0,1-53-3865 0 0,17-113-1296 0 0,5-22 3127 0 0,5 23-74 0 0</inkml:trace>
  <inkml:trace contextRef="#ctx0" brushRef="#br0" timeOffset="1">38 94 848 0 0,'2'-32'1524'0'0,"-2"31"-1407"0"0,0 0 0 0 0,0 0 0 0 0,0 0 1 0 0,0 0-1 0 0,1 0 0 0 0,-1 0 0 0 0,0 0 0 0 0,0 0 0 0 0,1 0 0 0 0,-1 0 0 0 0,0 0 0 0 0,1 0 0 0 0,-1 0 0 0 0,1 0 0 0 0,0 0 1 0 0,-1 1-1 0 0,1-1 0 0 0,0 0 0 0 0,-1 0 0 0 0,1 1 0 0 0,0-1 0 0 0,0 0 0 0 0,-1 1 0 0 0,1-1 0 0 0,0 1 0 0 0,0-1 0 0 0,2 0 1 0 0,1 4 216 0 0,-1 0 0 0 0,1 0 0 0 0,-1 0 0 0 0,1 1 0 0 0,-1-1 0 0 0,0 1 0 0 0,-1 0 0 0 0,1 0 0 0 0,0 0 0 0 0,2 6 0 0 0,0-1 168 0 0,2 0-333 0 0,0 0 0 0 0,0-1 0 0 0,0 0 0 0 0,1-1 0 0 0,0 1 0 0 0,1-2 0 0 0,-1 1 0 0 0,1-1 0 0 0,1 0 0 0 0,11 5 0 0 0,-13-8-915 0 0,1 1 1 0 0,-1-2-1 0 0,1 1 1 0 0,0-1 0 0 0,-1 0-1 0 0,1-1 1 0 0,16 1 0 0 0,-22-2-892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8:02.7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1 114 2809 0 0,'0'0'177'0'0,"0"1"1"0"0,0 0 0 0 0,1-1-1 0 0,-1 1 1 0 0,0 0 0 0 0,1-1 0 0 0,-1 1-1 0 0,1 0 1 0 0,-1-1 0 0 0,0 1-1 0 0,1-1 1 0 0,-1 1 0 0 0,1-1 0 0 0,0 1-1 0 0,-1-1 1 0 0,1 1 0 0 0,-1-1-1 0 0,1 0 1 0 0,0 1 0 0 0,-1-1-1 0 0,1 0 1 0 0,0 1 0 0 0,-1-1 0 0 0,1 0-1 0 0,0 0 1 0 0,0 0 0 0 0,-1 0-1 0 0,1 1 1 0 0,0-1 0 0 0,0 0 0 0 0,-1 0-1 0 0,1-1 1 0 0,0 1 0 0 0,0 0-1 0 0,-1 0 1 0 0,1 0 0 0 0,0 0-1 0 0,-1-1 1 0 0,2 1 0 0 0,37-10 213 0 0,-33 8 183 0 0,57-17 1112 0 0,88-22 776 0 0,-120 35-2804 0 0,0 1 0 0 0,0 1 0 0 0,33 0 0 0 0,-60 5-234 0 0,1-1 1 0 0,0 1-1 0 0,0-1 1 0 0,-1-1-1 0 0,1 1 1 0 0,0-1-1 0 0,-1 0 1 0 0,1 0-1 0 0,0 0 1 0 0,-1 0 0 0 0,1-1-1 0 0,-1 0 1 0 0,0 0-1 0 0,1 0 1 0 0,-1 0-1 0 0,0-1 1 0 0,7-6-1 0 0,-5 2-1799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8:03.0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 2120 0 0,'10'5'5224'0'0,"0"1"-4421"0"0,0 0 0 0 0,1-2 1 0 0,-1 1-1 0 0,1-1 1 0 0,17 4-1 0 0,-16-6-644 0 0,1 0-1 0 0,0 0 1 0 0,-1-1 0 0 0,1-1-1 0 0,0 0 1 0 0,-1-1 0 0 0,1 0 0 0 0,0-1-1 0 0,-1 0 1 0 0,20-7 0 0 0,-57 7-589 0 0,-19 3-93 0 0,33 1 446 0 0,-7-1-91 0 0,1 1 0 0 0,0 1 0 0 0,0 1 1 0 0,0 1-1 0 0,0 0 0 0 0,-30 14 0 0 0,44-16 165 0 0,0 0-1 0 0,1 0 1 0 0,-1 0 0 0 0,1 0-1 0 0,0 0 1 0 0,0 0-1 0 0,0 1 1 0 0,0-1 0 0 0,0 1-1 0 0,1 0 1 0 0,0-1-1 0 0,-1 1 1 0 0,1 0 0 0 0,1 0-1 0 0,-1 0 1 0 0,0 5-1 0 0,-3 70-380 0 0,4-70 246 0 0,0 1 58 0 0,0 1 12 0 0,0 0 0 0 0,0 0 0 0 0,1 0 0 0 0,1-1-1 0 0,4 20 1 0 0,-5-27 129 0 0,0 0-1 0 0,0-1 0 0 0,1 1 0 0 0,-1 0 0 0 0,1-1 0 0 0,0 0 0 0 0,0 1 1 0 0,-1-1-1 0 0,2 0 0 0 0,-1 0 0 0 0,0 0 0 0 0,0 0 0 0 0,0 0 0 0 0,1 0 0 0 0,-1-1 1 0 0,1 1-1 0 0,0-1 0 0 0,-1 0 0 0 0,1 0 0 0 0,0 0 0 0 0,0 0 0 0 0,0 0 1 0 0,0 0-1 0 0,-1-1 0 0 0,7 1 0 0 0,85 12 565 0 0,-51-5-73 0 0,73 2-1 0 0,-170-32-10896 0 0,45 16 7810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8:03.4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 3705 0 0,'2'-1'449'0'0,"-1"0"-1"0"0,1 1 1 0 0,0-1 0 0 0,-1 0 0 0 0,1 1-1 0 0,0-1 1 0 0,0 1 0 0 0,-1 0-1 0 0,1-1 1 0 0,0 1 0 0 0,0 0 0 0 0,0 0-1 0 0,-1 0 1 0 0,1 0 0 0 0,0 1 0 0 0,3 0-1 0 0,35 8 411 0 0,-30-6-571 0 0,1-1-453 0 0,1 1-1 0 0,0-1 1 0 0,0-1 0 0 0,15 0-1 0 0,-22-1-331 0 0,-1 0 1 0 0,0 0-1 0 0,0-1 0 0 0,1 0 0 0 0,-1 0 0 0 0,0 0 0 0 0,0 0 0 0 0,0-1 1 0 0,0 1-1 0 0,0-1 0 0 0,-1 0 0 0 0,1 0 0 0 0,0-1 0 0 0,-1 1 0 0 0,6-5 0 0 0,-3 1-2094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8:03.7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3409 0 0,'6'6'4633'0'0,"10"-1"-3281"0"0,23-20 325 0 0,-35 13-1494 0 0,0 0 1 0 0,0 0-1 0 0,0 1 0 0 0,0-1 1 0 0,0 1-1 0 0,0 0 1 0 0,0 0-1 0 0,1 0 0 0 0,-1 0 1 0 0,7 1-1 0 0,-10 0-142 0 0,0 0-1 0 0,-1 1 1 0 0,1-1 0 0 0,0 1-1 0 0,0-1 1 0 0,-1 1-1 0 0,1-1 1 0 0,-1 1 0 0 0,1 0-1 0 0,0-1 1 0 0,-1 1 0 0 0,1 0-1 0 0,-1-1 1 0 0,0 1-1 0 0,1 0 1 0 0,-1 0 0 0 0,0-1-1 0 0,1 1 1 0 0,-1 0 0 0 0,0 0-1 0 0,0 0 1 0 0,1-1-1 0 0,-1 1 1 0 0,0 0 0 0 0,0 0-1 0 0,0 0 1 0 0,0 0-1 0 0,0-1 1 0 0,0 1 0 0 0,-1 0-1 0 0,1 0 1 0 0,0 1 0 0 0,-7 35 193 0 0,4-25-169 0 0,0 16-268 0 0,0 0 0 0 0,2 33 0 0 0,7 16-4294 0 0,4-108-1816 0 0,-8 23 5465 0 0,1-7-973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8:04.1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 1 2817 0 0,'5'73'7555'0'0,"-9"-31"-6560"0"0,-16 151 1087 0 0,-3-68-5117 0 0,20-118 1418 0 0,-1-22-4060 0 0,3 10 5106 0 0,0-1-1338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8:04.5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21 5105 0 0,'-10'86'5419'0'0,"6"-70"-5548"0"0,2 0-1 0 0,0 1 1 0 0,0-1-1 0 0,2 25 1 0 0,0-41 95 0 0,0 0 0 0 0,0 0 0 0 0,0 0 0 0 0,0 0 0 0 0,0 0 0 0 0,0 1 0 0 0,0-1 0 0 0,-1 0 0 0 0,1 0 1 0 0,0 0-1 0 0,0 0 0 0 0,0 0 0 0 0,0 1 0 0 0,0-1 0 0 0,0 0 0 0 0,0 0 0 0 0,0 0 0 0 0,0 0 0 0 0,0 1 0 0 0,0-1 0 0 0,0 0 0 0 0,0 0 0 0 0,0 0 1 0 0,0 0-1 0 0,0 1 0 0 0,0-1 0 0 0,1 0 0 0 0,-1 0 0 0 0,0 0 0 0 0,0 0 0 0 0,0 0 0 0 0,0 1 0 0 0,0-1 0 0 0,0 0 0 0 0,0 0 0 0 0,0 0 1 0 0,1 0-1 0 0,-1 0 0 0 0,0 0 0 0 0,0 0 0 0 0,0 0 0 0 0,0 1 0 0 0,0-1 0 0 0,1 0 0 0 0,-1 0 0 0 0,0 0 0 0 0,0 0 0 0 0,0 0 0 0 0,0 0 0 0 0,0 0 1 0 0,1 0-1 0 0,-1 0 0 0 0,0 0 0 0 0,0 0 0 0 0,0 0 0 0 0,0 0 0 0 0,1 0 0 0 0,-1 0 0 0 0,0 0 0 0 0,0 0 0 0 0,0 0 0 0 0,0 0 0 0 0,1 0 1 0 0,-1-1-1 0 0,7-13-1308 0 0,4-22-142 0 0,-8 19 1027 0 0,0-1-1 0 0,-1 0 0 0 0,-1 0 1 0 0,-1 0-1 0 0,-4-33 0 0 0,-5 58 4654 0 0,10-2-2092 0 0,15-6-386 0 0,78-20 3139 0 0,-61 14-3986 0 0,-1 2-1 0 0,49-1 0 0 0,-76 7-776 0 0,0-1 0 0 0,-1 1 0 0 0,1 0-1 0 0,0 0 1 0 0,0 1 0 0 0,0-1 0 0 0,-1 1-1 0 0,1 0 1 0 0,-1 0 0 0 0,1 1 0 0 0,-1 0-1 0 0,0-1 1 0 0,0 1 0 0 0,0 0 0 0 0,-1 1-1 0 0,1-1 1 0 0,-1 1 0 0 0,1 0 0 0 0,2 4-1 0 0,-2-3-190 0 0,-1 0 0 0 0,0 1-1 0 0,0-1 1 0 0,0 1 0 0 0,0-1 0 0 0,-1 1-1 0 0,0 0 1 0 0,0 0 0 0 0,-1-1 0 0 0,1 2-1 0 0,-2-1 1 0 0,1 0 0 0 0,0 0 0 0 0,-1 0-1 0 0,-1 9 1 0 0,1-15-120 0 0,0 1 0 0 0,0 0 1 0 0,0 0-1 0 0,0-1 0 0 0,0 1 0 0 0,0 0 0 0 0,0-1 0 0 0,0 1 1 0 0,-1 0-1 0 0,1 0 0 0 0,0-1 0 0 0,0 1 0 0 0,-1-1 0 0 0,1 1 1 0 0,-1 0-1 0 0,1-1 0 0 0,0 1 0 0 0,-1-1 0 0 0,1 1 0 0 0,-1-1 0 0 0,1 1 1 0 0,-1-1-1 0 0,0 1 0 0 0,1-1 0 0 0,-1 1 0 0 0,1-1 0 0 0,-1 0 1 0 0,0 1-1 0 0,1-1 0 0 0,-1 0 0 0 0,-1 1 0 0 0,-20-11-4876 0 0,-12-26 1004 0 0,33 35 4151 0 0,-5-6-1516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8:04.8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52 3537 0 0,'-18'7'1784'0'0,"7"-2"1014"0"0,29-7 1 0 0,108-23 1432 0 0,86-11-2638 0 0,-204 36-1885 0 0,6 0-1835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8:05.3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1 3857 0 0,'-7'7'6275'0'0,"-16"35"-5159"0"0,-55 168-28 0 0,42-66-4497 0 0,35-130 1271 0 0,4-20-1576 0 0,-1-2 1559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8:05.7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3257 0 0,'51'40'6585'0'0,"16"28"-4926"0"0,-63-65-1758 0 0,-1 0-1 0 0,1 0 0 0 0,0 0 1 0 0,0 0-1 0 0,0-1 0 0 0,0 0 1 0 0,0 0-1 0 0,0 0 1 0 0,9 2-1 0 0,-13-4-25 0 0,1 0 0 0 0,0 1 1 0 0,0-1-1 0 0,0 0 0 0 0,0 0 1 0 0,0 0-1 0 0,-1 0 0 0 0,1 0 0 0 0,0 0 1 0 0,0 0-1 0 0,0 0 0 0 0,0 0 1 0 0,0-1-1 0 0,0 1 0 0 0,-1 0 0 0 0,1 0 1 0 0,0-1-1 0 0,0 1 0 0 0,0-1 1 0 0,-1 1-1 0 0,2-2 0 0 0,-1 1-61 0 0,0 0 0 0 0,-1 0 0 0 0,1 0-1 0 0,-1 0 1 0 0,0-1 0 0 0,1 1 0 0 0,-1 0 0 0 0,0 0 0 0 0,0-1-1 0 0,0 1 1 0 0,0 0 0 0 0,0-1 0 0 0,0 1 0 0 0,0 0 0 0 0,0 0-1 0 0,0-1 1 0 0,-1 1 0 0 0,1 0 0 0 0,-1 0 0 0 0,0-2-1 0 0,-3-10-1213 0 0,1 0-507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8:06.0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9 100 4033 0 0,'0'1'165'0'0,"-1"-1"1"0"0,0 1 0 0 0,0 0-1 0 0,1 0 1 0 0,-1 0-1 0 0,0-1 1 0 0,1 1-1 0 0,-1 0 1 0 0,1 0-1 0 0,-1 0 1 0 0,1 0 0 0 0,0 0-1 0 0,-1 0 1 0 0,1 0-1 0 0,0 0 1 0 0,0 0-1 0 0,-1 1 1 0 0,1-1 0 0 0,0 0-1 0 0,0 0 1 0 0,0 0-1 0 0,0 0 1 0 0,1 0-1 0 0,-1 0 1 0 0,0 0-1 0 0,0 0 1 0 0,1 0 0 0 0,-1 0-1 0 0,0 0 1 0 0,1 0-1 0 0,-1 0 1 0 0,1 0-1 0 0,0 0 1 0 0,-1 0 0 0 0,1 0-1 0 0,0-1 1 0 0,-1 1-1 0 0,1 0 1 0 0,0 0-1 0 0,0-1 1 0 0,0 1 0 0 0,-1 0-1 0 0,1-1 1 0 0,0 1-1 0 0,0-1 1 0 0,0 1-1 0 0,1-1 1 0 0,1 2-88 0 0,0 0-1 0 0,0-1 1 0 0,0 0 0 0 0,0 1 0 0 0,0-1-1 0 0,0 0 1 0 0,0-1 0 0 0,1 1 0 0 0,-1-1 0 0 0,0 1-1 0 0,0-1 1 0 0,1 0 0 0 0,-1 0 0 0 0,0 0-1 0 0,4-1 1 0 0,9-5-48 0 0,1-1 1 0 0,-2-1-1 0 0,1 0 0 0 0,-1-1 1 0 0,22-16-1 0 0,27-35-4467 0 0,-63 60 4236 0 0,0-1 1 0 0,-1 0 0 0 0,1 1 0 0 0,0-1 0 0 0,-1 0 0 0 0,1 0 0 0 0,-1 1-1 0 0,1-1 1 0 0,-1 0 0 0 0,1 0 0 0 0,-1 0 0 0 0,1 0 0 0 0,-1 0 0 0 0,0 0-1 0 0,0 0 1 0 0,1 0 0 0 0,-1 0 0 0 0,0 0 0 0 0,0 1 0 0 0,0-1 0 0 0,0 0-1 0 0,0 0 1 0 0,0 0 0 0 0,0 0 0 0 0,-1-2 0 0 0,-2-2-2573 0 0</inkml:trace>
  <inkml:trace contextRef="#ctx0" brushRef="#br0" timeOffset="1">227 44 4105 0 0,'14'20'4025'0'0,"-12"-18"-3827"0"0,-1 0 0 0 0,1 0-1 0 0,-1 0 1 0 0,0 0 0 0 0,0 0 0 0 0,1 0 0 0 0,-1 0 0 0 0,-1 1-1 0 0,1-1 1 0 0,0 0 0 0 0,0 0 0 0 0,-1 1 0 0 0,1-1 0 0 0,-1 1-1 0 0,0-1 1 0 0,0 4 0 0 0,-9 104 1535 0 0,1-31-3065 0 0,7-61-597 0 0,1-1 0 0 0,3 29 0 0 0,-4-42-825 0 0,-3-10 1285 0 0,4 5 1467 0 0,0-3-1528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8:06.6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37 2873 0 0,'-22'12'4271'0'0,"23"-10"-2565"0"0,13-5-391 0 0,15-5 169 0 0,0 1 0 0 0,36-3 0 0 0,31-6-320 0 0,-90 14-1083 0 0,0 1-1 0 0,0-1 1 0 0,0 1 0 0 0,1 1 0 0 0,-1-1 0 0 0,0 1 0 0 0,1 0-1 0 0,-1 1 1 0 0,0-1 0 0 0,0 1 0 0 0,1 0 0 0 0,-1 1 0 0 0,0 0 0 0 0,10 4-1 0 0,-12-4-45 0 0,-1 1-1 0 0,1-1 0 0 0,-1 1 1 0 0,0 0-1 0 0,1 0 0 0 0,-1 0 0 0 0,-1 1 1 0 0,1-1-1 0 0,0 1 0 0 0,-1-1 1 0 0,0 1-1 0 0,0 0 0 0 0,0 0 0 0 0,0 0 1 0 0,-1 0-1 0 0,1 0 0 0 0,-1 1 1 0 0,0-1-1 0 0,0 0 0 0 0,-1 1 0 0 0,1 8 1 0 0,-1-12-40 0 0,1 1 0 0 0,-1 0 0 0 0,0 0 0 0 0,0 0 0 0 0,-1-1 0 0 0,1 1 0 0 0,0 0 0 0 0,0-1 0 0 0,-1 1 0 0 0,1 0 0 0 0,-1 0 0 0 0,0-1 0 0 0,1 1 0 0 0,-1-1 0 0 0,0 1 0 0 0,0-1 0 0 0,0 1 0 0 0,0-1 0 0 0,0 1 0 0 0,0-1 0 0 0,0 0 0 0 0,-1 0 0 0 0,1 1 0 0 0,0-1 0 0 0,-1 0 0 0 0,1 0 0 0 0,-1 0 0 0 0,1-1 0 0 0,-1 1 0 0 0,0 0 0 0 0,1-1 0 0 0,-1 1 0 0 0,0-1 0 0 0,1 1 0 0 0,-1-1 0 0 0,0 0 0 0 0,0 1 0 0 0,-2-1 0 0 0,-9 0-117 0 0,-1 0-1 0 0,1 0 0 0 0,-1-2 0 0 0,-17-3 0 0 0,-4 0-99 0 0,25 5 184 0 0,0-1 1 0 0,0 1-1 0 0,0 1 0 0 0,-1 0 1 0 0,-16 4-1 0 0,25-4 27 0 0,-1 0 1 0 0,1-1-1 0 0,0 1 1 0 0,-1 0-1 0 0,1 0 1 0 0,0 1-1 0 0,0-1 1 0 0,0 0-1 0 0,0 1 1 0 0,0-1-1 0 0,0 1 1 0 0,0 0-1 0 0,1-1 1 0 0,-1 1-1 0 0,1 0 1 0 0,-1 0-1 0 0,1 0 1 0 0,0 0-1 0 0,-1 0 1 0 0,1 1-1 0 0,0-1 1 0 0,0 0-1 0 0,1 0 1 0 0,-1 1-1 0 0,0-1 1 0 0,1 1-1 0 0,-1-1 0 0 0,1 0 1 0 0,0 6-1 0 0,0-7 19 0 0,1 1 0 0 0,-1-1 0 0 0,1 0-1 0 0,-1 1 1 0 0,1-1 0 0 0,0 0 0 0 0,-1 0 0 0 0,1 1-1 0 0,0-1 1 0 0,0 0 0 0 0,0 0 0 0 0,0 0-1 0 0,0 0 1 0 0,0 0 0 0 0,0 0 0 0 0,0 0-1 0 0,0 0 1 0 0,1 0 0 0 0,-1-1 0 0 0,0 1-1 0 0,1 0 1 0 0,-1-1 0 0 0,0 1 0 0 0,1-1-1 0 0,-1 0 1 0 0,1 1 0 0 0,1-1 0 0 0,48 8 495 0 0,-40-7-434 0 0,57 12 281 0 0,30 2-48 0 0,-89-14-299 0 0,-1 0 0 0 0,1-1 0 0 0,0 0 0 0 0,-1-1 0 0 0,1 0 1 0 0,-1-1-1 0 0,1 1 0 0 0,13-6 0 0 0,-16 4-194 0 0,1-1 0 0 0,-1 1 0 0 0,1-1 0 0 0,-1 0 0 0 0,10-10 0 0 0,1-9-3570 0 0,-16 22 3285 0 0,0-1 0 0 0,-1 1 0 0 0,1 0 0 0 0,-1-1 0 0 0,0 1-1 0 0,0 0 1 0 0,1-1 0 0 0,-1 1 0 0 0,0 0 0 0 0,0-1 0 0 0,0 1 0 0 0,0-1 0 0 0,0 1 0 0 0,-1 0 0 0 0,1-1 0 0 0,-1-1 0 0 0,-1-2-2777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8:07.2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 3721 0 0,'0'0'161'0'0,"-1"1"1"0"0,1-1 0 0 0,-1 1-1 0 0,1-1 1 0 0,-1 1-1 0 0,1 0 1 0 0,-1-1-1 0 0,1 1 1 0 0,-1 0 0 0 0,1-1-1 0 0,0 1 1 0 0,-1 0-1 0 0,1 0 1 0 0,0-1 0 0 0,0 1-1 0 0,0 0 1 0 0,0 0-1 0 0,-1 0 1 0 0,1-1 0 0 0,0 1-1 0 0,0 0 1 0 0,0 0-1 0 0,1 0 1 0 0,-1-1-1 0 0,0 1 1 0 0,0 0 0 0 0,0 0-1 0 0,1-1 1 0 0,-1 1-1 0 0,0 0 1 0 0,1 0 0 0 0,8 27 1479 0 0,-5-24-1328 0 0,1-1 0 0 0,-1 0 0 0 0,1 0 0 0 0,-1-1 0 0 0,1 1 0 0 0,0-1 0 0 0,0 0 0 0 0,0 0 0 0 0,0-1 0 0 0,0 1 0 0 0,0-1 0 0 0,1 0 0 0 0,-1-1 0 0 0,0 1 0 0 0,11-1 0 0 0,-10 0-168 0 0,0 0 0 0 0,-1 0-1 0 0,1 1 1 0 0,0 0 0 0 0,0 0 0 0 0,-1 0-1 0 0,1 1 1 0 0,-1 0 0 0 0,1 0-1 0 0,-1 0 1 0 0,0 1 0 0 0,8 4-1 0 0,-13-6-109 0 0,1 0-1 0 0,0 1 0 0 0,-1-1 0 0 0,1 0 1 0 0,-1 1-1 0 0,1-1 0 0 0,-1 1 0 0 0,0-1 1 0 0,1 1-1 0 0,-1-1 0 0 0,0 1 0 0 0,0-1 1 0 0,0 1-1 0 0,0-1 0 0 0,0 1 0 0 0,0-1 1 0 0,-1 0-1 0 0,1 1 0 0 0,-1-1 0 0 0,1 1 1 0 0,-1-1-1 0 0,1 0 0 0 0,-1 1 1 0 0,1-1-1 0 0,-1 0 0 0 0,-2 3 0 0 0,-24 38-13 0 0,25-39-42 0 0,-39 50-1989 0 0,-69 70 1 0 0,122-145 207 0 0,-8 12 1813 0 0,0 1-1 0 0,1-1 1 0 0,0 1-1 0 0,1 1 1 0 0,0-1-1 0 0,9-9 1 0 0,-14 17 54 0 0,1 0-1 0 0,0 0 1 0 0,-1 0-1 0 0,1 0 1 0 0,0 0-1 0 0,0 0 1 0 0,-1 1-1 0 0,1-1 1 0 0,0 0-1 0 0,0 1 1 0 0,0 0 0 0 0,0-1-1 0 0,0 1 1 0 0,0 0-1 0 0,0 0 1 0 0,0 0-1 0 0,-1 0 1 0 0,1 0-1 0 0,0 1 1 0 0,0-1-1 0 0,0 1 1 0 0,0-1 0 0 0,0 1-1 0 0,0 0 1 0 0,-1-1-1 0 0,1 1 1 0 0,0 0-1 0 0,-1 0 1 0 0,1 0-1 0 0,0 1 1 0 0,1 1-1 0 0,9 6 178 0 0,-1 1-1 0 0,0 1 0 0 0,13 15 0 0 0,5 5 112 0 0,-10-14-362 0 0,-12-10-262 0 0,0 0-1 0 0,0-1 1 0 0,1 0-1 0 0,0 0 1 0 0,0-1 0 0 0,0 0-1 0 0,16 7 1 0 0,-24-12 126 0 0,0 0 0 0 0,1 0-1 0 0,-1 0 1 0 0,0-1 0 0 0,1 1 0 0 0,-1 0 0 0 0,0 0-1 0 0,0-1 1 0 0,1 1 0 0 0,-1 0 0 0 0,0-1 0 0 0,0 1 0 0 0,1 0-1 0 0,-1 0 1 0 0,0-1 0 0 0,0 1 0 0 0,0 0 0 0 0,0-1-1 0 0,0 1 1 0 0,0-1 0 0 0,1 1 0 0 0,-1 0 0 0 0,0-1 0 0 0,0 1-1 0 0,0 0 1 0 0,0-1 0 0 0,0 1 0 0 0,0 0 0 0 0,0-1-1 0 0,-1 1 1 0 0,1-1 0 0 0,0 1 0 0 0,0 0 0 0 0,0-1 0 0 0,0 1-1 0 0,0 0 1 0 0,0-1 0 0 0,-1 1 0 0 0,1 0 0 0 0,0-1-1 0 0,0 1 1 0 0,-1 0 0 0 0,1 0 0 0 0,-1-1 0 0 0,-6-18-2911 0 0,1 7 74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8:07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0 106 3873 0 0,'1'1'354'0'0,"0"0"-1"0"0,0 0 1 0 0,-1 0 0 0 0,1 0 0 0 0,0 0-1 0 0,1 0 1 0 0,-1-1 0 0 0,0 1 0 0 0,0 0 0 0 0,0 0-1 0 0,0-1 1 0 0,0 1 0 0 0,1-1 0 0 0,-1 1 0 0 0,0-1-1 0 0,1 0 1 0 0,-1 1 0 0 0,0-1 0 0 0,1 0-1 0 0,-1 0 1 0 0,0 0 0 0 0,3 0 0 0 0,34 2 1111 0 0,-28-2-1419 0 0,0-1 1 0 0,0 0 0 0 0,-1 0-1 0 0,1-1 1 0 0,-1-1-1 0 0,1 1 1 0 0,-1-1-1 0 0,14-7 1 0 0,-17 7-496 0 0,-1 0-1 0 0,0 0 1 0 0,0-1 0 0 0,0 1 0 0 0,0-1-1 0 0,0 0 1 0 0,-1-1 0 0 0,1 1 0 0 0,-1-1-1 0 0,-1 0 1 0 0,1 0 0 0 0,0 0-1 0 0,-1 0 1 0 0,4-10 0 0 0,-6-2-2780 0 0,-1 10 439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8:07.9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1 3409 0 0,'0'0'74'0'0,"-1"0"0"0"0,1 0 1 0 0,0 0-1 0 0,0 0 0 0 0,0 0 1 0 0,0 0-1 0 0,0 0 1 0 0,-1-1-1 0 0,1 1 0 0 0,0 0 1 0 0,0 0-1 0 0,0 0 0 0 0,-1 0 1 0 0,1 0-1 0 0,0 0 0 0 0,0 0 1 0 0,0 0-1 0 0,0 0 0 0 0,-1 0 1 0 0,1 0-1 0 0,0 0 0 0 0,0 0 1 0 0,0 0-1 0 0,0 1 0 0 0,-1-1 1 0 0,1 0-1 0 0,0 0 0 0 0,0 0 1 0 0,0 0-1 0 0,0 0 1 0 0,-1 0-1 0 0,1 0 0 0 0,0 0 1 0 0,0 1-1 0 0,0-1 0 0 0,0 0 1 0 0,0 0-1 0 0,0 0 0 0 0,-1 0 1 0 0,1 0-1 0 0,0 1 0 0 0,0-1 1 0 0,0 0-1 0 0,0 0 0 0 0,0 0 1 0 0,0 0-1 0 0,0 1 0 0 0,0-1 1 0 0,0 0-1 0 0,-5 17 1461 0 0,0 14-314 0 0,2 31 95 0 0,7 78 1 0 0,-1-115-2451 0 0,1 1 1 0 0,1-1 0 0 0,9 30 0 0 0,-4-50-5793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8:08.2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1 3985 0 0,'-15'5'922'0'0,"0"1"0"0"0,0 1 1 0 0,1 0-1 0 0,0 1 0 0 0,-26 20 0 0 0,37-26-858 0 0,0 1 0 0 0,0-1 0 0 0,1 1 0 0 0,-1 0-1 0 0,0 0 1 0 0,1 1 0 0 0,0-1 0 0 0,0 0 0 0 0,0 1-1 0 0,0-1 1 0 0,0 1 0 0 0,1 0 0 0 0,-2 4 0 0 0,3-6-51 0 0,0 1 0 0 0,0 0 0 0 0,0-1 0 0 0,0 1 0 0 0,1-1 0 0 0,-1 1 0 0 0,1 0 0 0 0,-1-1 1 0 0,1 1-1 0 0,0-1 0 0 0,0 1 0 0 0,0-1 0 0 0,0 0 0 0 0,0 1 0 0 0,1-1 0 0 0,-1 0 0 0 0,1 0 0 0 0,-1 0 1 0 0,1 0-1 0 0,0 0 0 0 0,0 0 0 0 0,2 1 0 0 0,2 2 14 0 0,0-1-1 0 0,0-1 1 0 0,0 1 0 0 0,1-1 0 0 0,-1 0-1 0 0,1-1 1 0 0,0 1 0 0 0,-1-1 0 0 0,1-1-1 0 0,0 1 1 0 0,0-1 0 0 0,0 0 0 0 0,0-1-1 0 0,1 0 1 0 0,-1 0 0 0 0,8-1 0 0 0,-2 0 162 0 0,-1-1 0 0 0,1 0 0 0 0,-1-1 0 0 0,0 0 0 0 0,0-1 0 0 0,0 0 0 0 0,0-1 0 0 0,14-8 0 0 0,-24 12-124 0 0,1-1 0 0 0,0 1-1 0 0,0-1 1 0 0,-1 0 0 0 0,1 0-1 0 0,-1 0 1 0 0,0 0-1 0 0,1 0 1 0 0,-1 0 0 0 0,0-1-1 0 0,0 1 1 0 0,-1-1-1 0 0,1 1 1 0 0,0-1 0 0 0,-1 0-1 0 0,1 0 1 0 0,-1 1 0 0 0,0-1-1 0 0,0 0 1 0 0,0 0-1 0 0,-1 0 1 0 0,1 0 0 0 0,-1 0-1 0 0,1-1 1 0 0,-1 1 0 0 0,0 0-1 0 0,0 0 1 0 0,-1 0-1 0 0,1 0 1 0 0,0 0 0 0 0,-1 0-1 0 0,-1-5 1 0 0,0 4 11 0 0,-1 0 1 0 0,1 0-1 0 0,-1 1 1 0 0,1-1-1 0 0,-1 0 1 0 0,0 1-1 0 0,0 0 0 0 0,-1 0 1 0 0,1 0-1 0 0,-1 0 1 0 0,1 0-1 0 0,-1 1 1 0 0,0-1-1 0 0,0 1 0 0 0,0 0 1 0 0,0 0-1 0 0,-1 1 1 0 0,1-1-1 0 0,0 1 1 0 0,-1 0-1 0 0,-7-1 1 0 0,1 2-415 0 0,1 0 0 0 0,0 1 0 0 0,-1 0 0 0 0,1 1 0 0 0,0 0 0 0 0,0 0 0 0 0,0 1 0 0 0,0 1 0 0 0,1 0 0 0 0,-1 0 0 0 0,1 1 0 0 0,0 0 0 0 0,0 0 0 0 0,-11 9 0 0 0,-47 23-6176 0 0,53-30 3014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9:28.13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141 112 248 0 0,'0'-2'57'0'0,"-1"0"0"0"0,1 1 0 0 0,-1-1 0 0 0,0 1 0 0 0,0-1 0 0 0,0 1 0 0 0,0-1 0 0 0,0 1 0 0 0,0-1 0 0 0,0 1 0 0 0,0 0 0 0 0,-1 0 0 0 0,1-1 0 0 0,0 1 0 0 0,-1 0 0 0 0,1 0 0 0 0,-1 1 0 0 0,1-1 0 0 0,-1 0 0 0 0,1 0 0 0 0,-1 1-1 0 0,0-1 1 0 0,-2 0 0 0 0,-1 2 148 0 0,1-1 0 0 0,0 1 0 0 0,0 0 0 0 0,0 1-1 0 0,-1-1 1 0 0,2 1 0 0 0,-1 0 0 0 0,-6 3 0 0 0,5-3-69 0 0,3 0-17 0 0,0-1 0 0 0,-1 0 0 0 0,1 0-1 0 0,0 0 1 0 0,-1 0 0 0 0,1-1 0 0 0,-1 1-1 0 0,1-1 1 0 0,-1 1 0 0 0,1-1 0 0 0,-1 0-1 0 0,-3 0 1 0 0,5-1-54 0 0,0 1 1 0 0,0 0-1 0 0,-1-1 1 0 0,1 1-1 0 0,0-1 0 0 0,1 1 1 0 0,-1-1-1 0 0,0 1 1 0 0,0-1-1 0 0,0 1 0 0 0,0-1 1 0 0,0 0-1 0 0,0 0 1 0 0,1 0-1 0 0,-1 1 0 0 0,0-1 1 0 0,1 0-1 0 0,-1 0 1 0 0,1 0-1 0 0,-1-1 0 0 0,-1-5 426 0 0,0 1 0 0 0,0-1-1 0 0,1 0 1 0 0,1 1-1 0 0,-1-1 1 0 0,1 0 0 0 0,0-8-1 0 0,0 8 186 0 0,0 8-623 0 0,0-1 0 0 0,0 1 1 0 0,1-1-1 0 0,-1 1 0 0 0,0-1 0 0 0,0 0 0 0 0,0 1 1 0 0,1-1-1 0 0,-1 1 0 0 0,0-1 0 0 0,0 1 1 0 0,1-1-1 0 0,-1 0 0 0 0,0 1 0 0 0,1-1 0 0 0,-1 0 1 0 0,0 1-1 0 0,1-1 0 0 0,-1 0 0 0 0,1 1 0 0 0,-1-1 1 0 0,0 0-1 0 0,1 0 0 0 0,-1 1 0 0 0,1-1 0 0 0,-1 0 1 0 0,1 0-1 0 0,-1 0 0 0 0,1 0 0 0 0,-1 0 0 0 0,1 0 1 0 0,-1 0-1 0 0,1 0 0 0 0,-1 0 0 0 0,1 0 0 0 0,-1 0 1 0 0,1 0-1 0 0,-1 0 0 0 0,1 0 0 0 0,-1 0 1 0 0,1 0-1 0 0,-1 0 0 0 0,1-1 0 0 0,-1 1 0 0 0,1 0 1 0 0,-1-1-1 0 0,37-13 313 0 0,-11 4-36 0 0,-17 10-169 0 0,0 0 1 0 0,0 0 0 0 0,0 1 0 0 0,0 0-1 0 0,12 3 1 0 0,-15-2-88 0 0,1 0-1 0 0,-1-1 1 0 0,0 0 0 0 0,1-1-1 0 0,-1 1 1 0 0,1-1 0 0 0,-1 0 0 0 0,1-1-1 0 0,-1 0 1 0 0,0 0 0 0 0,1 0-1 0 0,10-4 1 0 0,-13 3-54 0 0,0 0-1 0 0,0 0 1 0 0,1 1 0 0 0,-1-1-1 0 0,1 1 1 0 0,-1 0 0 0 0,1 1-1 0 0,-1-1 1 0 0,1 1 0 0 0,-1 0-1 0 0,1 0 1 0 0,0 0-1 0 0,-1 1 1 0 0,10 1 0 0 0,-9 1 61 0 0,1 0-1 0 0,0 0 1 0 0,-1 0 0 0 0,0 1 0 0 0,0 0 0 0 0,0 0 0 0 0,0 0 0 0 0,-1 0 0 0 0,1 1 0 0 0,3 6-1 0 0,-4-8-20 0 0,-1 0 0 0 0,1-1-1 0 0,0 1 1 0 0,0-1-1 0 0,0 0 1 0 0,0 0 0 0 0,0 0-1 0 0,0-1 1 0 0,0 1-1 0 0,1-1 1 0 0,-1 0 0 0 0,0 0-1 0 0,1-1 1 0 0,-1 1 0 0 0,1-1-1 0 0,-1 0 1 0 0,6-1-1 0 0,-3 2-34 0 0,0-1-1 0 0,0 1 0 0 0,1-1 0 0 0,-1 2 1 0 0,0-1-1 0 0,9 4 0 0 0,-4 0-16 0 0,0 0 0 0 0,1-2 0 0 0,0 1 0 0 0,-1-2 0 0 0,1 1 0 0 0,0-2 1 0 0,0 0-1 0 0,1 0 0 0 0,19-3 0 0 0,3-2 55 0 0,-1-2 1 0 0,42-13-1 0 0,-67 17-25 0 0,1 1-1 0 0,-1 0 1 0 0,1 0 0 0 0,-1 1 0 0 0,1 0-1 0 0,-1 1 1 0 0,1 0 0 0 0,-1 1-1 0 0,14 4 1 0 0,-5-2 20 0 0,-7-3-42 0 0,1 0 0 0 0,0-1 0 0 0,0 0 0 0 0,-1-1 0 0 0,1 0 0 0 0,0-1 1 0 0,13-4-1 0 0,-13 3-3 0 0,0 0 0 0 0,1 1 1 0 0,-1 1-1 0 0,0 0 1 0 0,0 0-1 0 0,24 4 1 0 0,-14 0 55 0 0,0-2 1 0 0,1 0 0 0 0,-1-1 0 0 0,1-1 0 0 0,34-6 0 0 0,-56 7-64 0 0,39 1 104 0 0,-35 0-64 0 0,0-1-1 0 0,0 1 1 0 0,1-1-1 0 0,-1-1 0 0 0,0 1 1 0 0,9-2-1 0 0,-4 2 1240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9:58.1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1552 2505 0 0,'4'2'185'0'0,"0"0"0"0"0,0 0 0 0 0,1-1 1 0 0,-1 0-1 0 0,1 1 0 0 0,-1-1 0 0 0,0-1 1 0 0,1 1-1 0 0,0-1 0 0 0,-1 1 0 0 0,1-1 1 0 0,-1-1-1 0 0,1 1 0 0 0,-1-1 1 0 0,1 1-1 0 0,-1-1 0 0 0,1-1 0 0 0,-1 1 1 0 0,0 0-1 0 0,1-1 0 0 0,3-2 0 0 0,14-7 434 0 0,0-1 0 0 0,34-25 0 0 0,-30 19 49 0 0,-6 5-159 0 0,0 0 0 0 0,-1-1 0 0 0,-1-1 0 0 0,-1-1 0 0 0,28-32 0 0 0,-42 45-440 0 0,0-1 0 0 0,0 1 1 0 0,-1-1-1 0 0,0 0 0 0 0,1 0 0 0 0,-2 0 1 0 0,1 0-1 0 0,0 0 0 0 0,-1 0 0 0 0,0-1 1 0 0,0 1-1 0 0,0 0 0 0 0,0-1 0 0 0,-1 1 1 0 0,1-1-1 0 0,-1 1 0 0 0,-1-1 0 0 0,1 1 0 0 0,0 0 1 0 0,-1-1-1 0 0,0 1 0 0 0,0-1 0 0 0,0 1 1 0 0,-1 0-1 0 0,0 0 0 0 0,1 0 0 0 0,-2 0 1 0 0,1 0-1 0 0,0 0 0 0 0,-1 0 0 0 0,1 1 1 0 0,-1-1-1 0 0,0 1 0 0 0,0 0 0 0 0,0 0 0 0 0,-1 0 1 0 0,1 0-1 0 0,-5-2 0 0 0,-91-74 465 0 0,44 38-310 0 0,3-2 0 0 0,2-2 1 0 0,-70-81-1 0 0,95 97-178 0 0,2-2-1 0 0,2-1 1 0 0,0 0-1 0 0,-19-44 1 0 0,35 63-33 0 0,0 0 1 0 0,1-1 0 0 0,0 1 0 0 0,1-1 0 0 0,0 0 0 0 0,1 0-1 0 0,1 0 1 0 0,1 0 0 0 0,0 0 0 0 0,0 0 0 0 0,1 0-1 0 0,1 0 1 0 0,0 0 0 0 0,9-25 0 0 0,-2 13-8 0 0,1 0 0 0 0,1 1 0 0 0,2 1 0 0 0,0 0 0 0 0,33-43 0 0 0,-37 55-3 0 0,1 0 0 0 0,0 0 1 0 0,1 2-1 0 0,0-1 1 0 0,1 1-1 0 0,0 1 0 0 0,0 0 1 0 0,1 1-1 0 0,1 0 1 0 0,-1 1-1 0 0,1 0 1 0 0,18-5-1 0 0,-23 10 15 0 0,0 0 0 0 0,0 0 0 0 0,0 1 1 0 0,17 1-1 0 0,-22 0-1 0 0,0 0 1 0 0,-1 0 0 0 0,1 1-1 0 0,0-1 1 0 0,-1 1 0 0 0,1 0 0 0 0,0 0-1 0 0,-1 1 1 0 0,1-1 0 0 0,-1 1-1 0 0,0-1 1 0 0,1 1 0 0 0,-1 0-1 0 0,4 4 1 0 0,-15-12 88 0 0,-1 1 0 0 0,0 1 0 0 0,-1-1 0 0 0,1 2 0 0 0,-13-4 1 0 0,-15-7-9 0 0,-12-11 10 0 0,36 17-75 0 0,-1 0 1 0 0,0 1-1 0 0,-1 1 1 0 0,1 0-1 0 0,-1 1 1 0 0,0 1-1 0 0,0 0 1 0 0,-25-3-1 0 0,30 10-43 0 0,18 3-20 0 0,17 4-26 0 0,-8-9 71 0 0,1-1-1 0 0,-1-1 1 0 0,0 0-1 0 0,0-1 1 0 0,23-6-1 0 0,-21 4 60 0 0,1 1-1 0 0,0 1 0 0 0,28 0 0 0 0,-45 2-37 0 0,0 0 0 0 0,0 0-1 0 0,-1 1 1 0 0,1 0 0 0 0,0-1-1 0 0,0 1 1 0 0,-1 0 0 0 0,1 0 0 0 0,0 1-1 0 0,-1-1 1 0 0,1 0 0 0 0,-1 1-1 0 0,0 0 1 0 0,0-1 0 0 0,1 1-1 0 0,-1 0 1 0 0,0 0 0 0 0,0 0 0 0 0,-1 1-1 0 0,1-1 1 0 0,0 0 0 0 0,-1 1-1 0 0,1-1 1 0 0,-1 1 0 0 0,0-1-1 0 0,0 1 1 0 0,0 0 0 0 0,0-1 0 0 0,0 1-1 0 0,-1 0 1 0 0,1 0 0 0 0,-1 0-1 0 0,0-1 1 0 0,0 6 0 0 0,1 11 77 0 0,-2 1 1 0 0,0 0-1 0 0,-1-1 1 0 0,-5 21-1 0 0,1-8-116 0 0,1 4-169 0 0,-5 46-536 0 0,10-76-60 0 0,0 0 1 0 0,0-1 0 0 0,1 1-1 0 0,0-1 1 0 0,0 1 0 0 0,1-1 0 0 0,1 6-1 0 0,-3-11 626 0 0,0-1 0 0 0,0 1 0 0 0,0 0 0 0 0,1 0 0 0 0,-1 0 0 0 0,0-1 0 0 0,0 1 0 0 0,0 0 0 0 0,0 0-142 0 0,1 0 142 0 0,-1-1 0 0 0,0 1 0 0 0,0 0 0 0 0,0 0 0 0 0,1 0 0 0 0,-1 0 0 0 0,0 0 0 0 0,0 0 0 0 0,0 0 0 0 0,1 0 0 0 0,-1 0 0 0 0,0-1 0 0 0,0 1 0 0 0,0 0 0 0 0,1 0 0 0 0,-1 0 0 0 0,0 0 0 0 0,0 0 0 0 0,1 0 0 0 0,-1 1 0 0 0,0-1 0 0 0,0 0 0 0 0,0 0 0 0 0,1 0 0 0 0,-1 0 0 0 0,0 0 0 0 0,0 0 0 0 0,0 0 0 0 0,1 0 0 0 0,-1 0 0 0 0,0 1 0 0 0,0-1 0 0 0,0 0 0 0 0,1 0-142 0 0,-1 0 142 0 0,0 1 0 0 0,0-1 0 0 0,0 0 0 0 0,0 0 0 0 0,0 0 0 0 0,1 0 0 0 0,-1 1 0 0 0,0-1 0 0 0,0 0 0 0 0,5-6-3588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0:00.5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25 2401 0 0,'-15'-11'2674'0'0,"-4"-3"2441"0"0,13 18-3237 0 0,6 12-1143 0 0,8 35-527 0 0,3 0 1 0 0,28 83-1 0 0,-2-6-168 0 0,-20-70 7 0 0,-10-37 29 0 0,-1 2 0 0 0,0-1 1 0 0,-2 0-1 0 0,3 33 0 0 0,-9-71-21 0 0,-1 0 0 0 0,0 0 0 0 0,-2 0 0 0 0,-9-25 0 0 0,-2-11 69 0 0,11 34-52 0 0,1-1 1 0 0,-3-38-1 0 0,6 52-60 0 0,1 0 1 0 0,0 0-1 0 0,0 0 0 0 0,0 0 0 0 0,1 0 1 0 0,0 0-1 0 0,0 0 0 0 0,0 0 0 0 0,1 0 1 0 0,-1 1-1 0 0,1-1 0 0 0,0 0 0 0 0,0 1 1 0 0,1-1-1 0 0,0 1 0 0 0,4-6 0 0 0,-5 8-8 0 0,-1 1-1 0 0,1 0 0 0 0,-1 0 0 0 0,1 0 0 0 0,0 0 0 0 0,0 0 0 0 0,0 0 1 0 0,-1 0-1 0 0,1 0 0 0 0,0 1 0 0 0,0-1 0 0 0,0 1 0 0 0,0 0 0 0 0,0-1 0 0 0,0 1 1 0 0,0 0-1 0 0,0 0 0 0 0,0 0 0 0 0,0 1 0 0 0,0-1 0 0 0,0 0 0 0 0,0 1 0 0 0,0-1 1 0 0,0 1-1 0 0,0 0 0 0 0,0-1 0 0 0,0 1 0 0 0,0 0 0 0 0,-1 0 0 0 0,1 0 0 0 0,0 1 1 0 0,-1-1-1 0 0,1 0 0 0 0,-1 1 0 0 0,1-1 0 0 0,1 3 0 0 0,5 4 10 0 0,-1 0 0 0 0,0 0-1 0 0,0 1 1 0 0,-1 0 0 0 0,7 13 0 0 0,-5-7-35 0 0,-1 1 0 0 0,0 1 1 0 0,7 28-1 0 0,-12-37-450 0 0,0-1-1 0 0,-1 0 1 0 0,0 0-1 0 0,-1 0 1 0 0,1 1 0 0 0,-2-1-1 0 0,1 0 1 0 0,-1 0-1 0 0,0 1 1 0 0,0-1-1 0 0,-4 12 1 0 0,30-102-5484 0 0,-16 49 7057 0 0,1 1-1 0 0,19-41 1 0 0,-26 136 1469 0 0,-3-31-2455 0 0,1 0-1 0 0,9 48 1 0 0,-10-72-114 0 0,1 0 0 0 0,1-1 0 0 0,0 1-1 0 0,0-1 1 0 0,0 1 0 0 0,0-1 0 0 0,1 0-1 0 0,0 0 1 0 0,1 0 0 0 0,-1 0-1 0 0,1 0 1 0 0,0-1 0 0 0,0 0 0 0 0,1 0-1 0 0,0 0 1 0 0,0 0 0 0 0,0-1 0 0 0,9 6-1 0 0,-11-8 57 0 0,1-1 0 0 0,-1 0-1 0 0,1 0 1 0 0,-1 0-1 0 0,1 0 1 0 0,0-1 0 0 0,-1 1-1 0 0,1-1 1 0 0,0 0 0 0 0,-1 0-1 0 0,1 0 1 0 0,0 0-1 0 0,-1-1 1 0 0,1 0 0 0 0,0 0-1 0 0,-1 0 1 0 0,1 0 0 0 0,-1 0-1 0 0,1-1 1 0 0,-1 1-1 0 0,0-1 1 0 0,0 0 0 0 0,0 0-1 0 0,0 0 1 0 0,0-1 0 0 0,0 1-1 0 0,0-1 1 0 0,-1 1-1 0 0,4-5 1 0 0,-2 3 70 0 0,-1 0-1 0 0,1-1 0 0 0,-1 0 1 0 0,0 0-1 0 0,0 0 1 0 0,-1 0-1 0 0,1 0 1 0 0,-1 0-1 0 0,0-1 0 0 0,-1 1 1 0 0,1-1-1 0 0,-1 1 1 0 0,0-1-1 0 0,0 0 1 0 0,-1 1-1 0 0,0-1 0 0 0,0 0 1 0 0,-1-7-1 0 0,-1 4-9 0 0,0 1 0 0 0,-1 0 0 0 0,0 0 0 0 0,-1 0 1 0 0,0 0-1 0 0,0 0 0 0 0,0 1 0 0 0,-1-1 0 0 0,0 1 0 0 0,-1 0 0 0 0,0 1 0 0 0,0-1 0 0 0,-11-8 0 0 0,14 13-199 0 0,1 0 0 0 0,-1 0 0 0 0,0 0 0 0 0,1 1 0 0 0,-1-1 0 0 0,0 1 0 0 0,0 0 0 0 0,0 0-1 0 0,0 0 1 0 0,-1 0 0 0 0,1 1 0 0 0,0-1 0 0 0,0 1 0 0 0,0 0 0 0 0,0 0 0 0 0,-1 0 0 0 0,1 0 0 0 0,0 0 0 0 0,0 1 0 0 0,0-1 0 0 0,-1 1 0 0 0,1 0 0 0 0,0 0 0 0 0,0 0-1 0 0,0 1 1 0 0,1-1 0 0 0,-1 1 0 0 0,0-1 0 0 0,0 1 0 0 0,1 0 0 0 0,-1 0 0 0 0,1 0 0 0 0,-1 0 0 0 0,1 1 0 0 0,0-1 0 0 0,0 0 0 0 0,0 1 0 0 0,-2 5 0 0 0,1-4-429 0 0,0 0 1 0 0,0 0 0 0 0,1 0 0 0 0,0 0 0 0 0,0 0 0 0 0,0 1 0 0 0,0-1 0 0 0,1 1 0 0 0,-1 0 0 0 0,1-1 0 0 0,0 1 0 0 0,0 6 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0:01.3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2481 0 0,'10'13'3650'0'0,"-2"21"-2611"0"0,-6-20-566 0 0,23 83 768 0 0,35 173 137 0 0,-59-318-711 0 0,2 1-1 0 0,2-1 1 0 0,14-58-1 0 0,-19 104-611 0 0,0 1 0 0 0,1 0 0 0 0,-1 0 0 0 0,0 0 0 0 0,0 0-1 0 0,1 0 1 0 0,-1 0 0 0 0,1-1 0 0 0,-1 1 0 0 0,1 0 0 0 0,0 0 0 0 0,-1 1 0 0 0,1-1-1 0 0,0 0 1 0 0,-1 0 0 0 0,1 0 0 0 0,0 0 0 0 0,0 0 0 0 0,0 1 0 0 0,0-1 0 0 0,2-1 0 0 0,-2 3-32 0 0,0-1 1 0 0,0 0-1 0 0,-1 0 1 0 0,1 0-1 0 0,0 1 1 0 0,0-1-1 0 0,0 0 1 0 0,0 1-1 0 0,-1-1 1 0 0,1 1-1 0 0,0-1 1 0 0,0 1 0 0 0,-1-1-1 0 0,1 1 1 0 0,0 0-1 0 0,-1-1 1 0 0,1 1-1 0 0,-1 0 1 0 0,1 0-1 0 0,-1-1 1 0 0,1 2-1 0 0,28 60 61 0 0,-24-47-33 0 0,7 12-249 0 0,-1 2 0 0 0,6 31 0 0 0,4-132-596 0 0,-16 33 806 0 0,-5 32 35 0 0,1 0 0 0 0,0 0 0 0 0,0 0 0 0 0,0 1-1 0 0,1-1 1 0 0,0 0 0 0 0,0 1 0 0 0,6-13 0 0 0,-8 18-43 0 0,1 1 1 0 0,-1 0 0 0 0,0 0 0 0 0,1-1-1 0 0,-1 1 1 0 0,0 0 0 0 0,0 0 0 0 0,1-1-1 0 0,-1 1 1 0 0,1 0 0 0 0,-1 0-1 0 0,0 0 1 0 0,1-1 0 0 0,-1 1 0 0 0,0 0-1 0 0,1 0 1 0 0,-1 0 0 0 0,1 0 0 0 0,-1 0-1 0 0,0 0 1 0 0,1 0 0 0 0,-1 0 0 0 0,1 0-1 0 0,-1 0 1 0 0,0 0 0 0 0,1 0-1 0 0,-1 0 1 0 0,1 1 0 0 0,-1-1 0 0 0,0 0-1 0 0,1 0 1 0 0,-1 0 0 0 0,0 0 0 0 0,1 1-1 0 0,-1-1 1 0 0,0 0 0 0 0,1 0 0 0 0,-1 1-1 0 0,0-1 1 0 0,1 0 0 0 0,-1 0 0 0 0,0 1-1 0 0,0-1 1 0 0,0 0 0 0 0,1 1-1 0 0,-1-1 1 0 0,0 1 0 0 0,0-1 0 0 0,0 0-1 0 0,0 1 1 0 0,1-1 0 0 0,-1 0 0 0 0,0 1-1 0 0,0-1 1 0 0,0 1 0 0 0,0 0 0 0 0,12 30-274 0 0,-10-25-3 0 0,-2-5 235 0 0,0 0 1 0 0,1 0-1 0 0,-1-1 1 0 0,0 1-1 0 0,0 0 1 0 0,1 0-1 0 0,-1 0 0 0 0,0-1 1 0 0,1 1-1 0 0,-1 0 1 0 0,1 0-1 0 0,-1-1 1 0 0,1 1-1 0 0,0-1 1 0 0,-1 1-1 0 0,1 0 0 0 0,-1-1 1 0 0,1 1-1 0 0,0-1 1 0 0,0 1-1 0 0,-1-1 1 0 0,1 0-1 0 0,0 1 1 0 0,0-1-1 0 0,-1 0 1 0 0,1 1-1 0 0,0-1 0 0 0,0 0 1 0 0,0 0-1 0 0,0 0 1 0 0,-1 0-1 0 0,1 0 1 0 0,0 0-1 0 0,0 0 1 0 0,0 0-1 0 0,0 0 0 0 0,-1 0 1 0 0,3-1-1 0 0,26-24-111 0 0,-26 22 149 0 0,0 0-1 0 0,1-1 1 0 0,-1 1 0 0 0,1 0 0 0 0,-1 0 0 0 0,1 1 0 0 0,5-4 0 0 0,29-2 77 0 0,-30 7 56 0 0,-1 0 0 0 0,1-1 0 0 0,0 0 0 0 0,-1 0 0 0 0,0-1 0 0 0,12-5 0 0 0,-18 7-26 0 0,1-1-1 0 0,0 1 0 0 0,-1 0 1 0 0,1-1-1 0 0,-1 1 0 0 0,1-1 0 0 0,-1 0 1 0 0,0 1-1 0 0,0-1 0 0 0,0 0 1 0 0,0 0-1 0 0,0 0 0 0 0,0 0 1 0 0,0 1-1 0 0,-1-1 0 0 0,1-1 1 0 0,0 1-1 0 0,-1 0 0 0 0,0 0 0 0 0,0 0 1 0 0,1 0-1 0 0,-1 0 0 0 0,0 0 1 0 0,-1 0-1 0 0,1 0 0 0 0,0 0 1 0 0,-1 0-1 0 0,1 0 0 0 0,-2-4 0 0 0,1 2-23 0 0,0 0 0 0 0,-1 1 0 0 0,1-1-1 0 0,-1 0 1 0 0,0 1 0 0 0,0-1 0 0 0,0 1-1 0 0,0-1 1 0 0,0 1 0 0 0,-1 0 0 0 0,0 0-1 0 0,1 0 1 0 0,-1 0 0 0 0,0 1 0 0 0,-1-1-1 0 0,1 1 1 0 0,0 0 0 0 0,-1 0 0 0 0,1 0-1 0 0,-1 0 1 0 0,0 1 0 0 0,-5-3 0 0 0,6 4-89 0 0,0-1 1 0 0,0 1 0 0 0,0-1-1 0 0,0 1 1 0 0,0 0 0 0 0,0 0-1 0 0,0 1 1 0 0,0-1 0 0 0,0 1 0 0 0,0-1-1 0 0,0 1 1 0 0,0 0 0 0 0,0 0-1 0 0,0 0 1 0 0,0 0 0 0 0,1 1-1 0 0,-1-1 1 0 0,1 1 0 0 0,-1-1-1 0 0,1 1 1 0 0,-1 0 0 0 0,1 0-1 0 0,0 0 1 0 0,0 1 0 0 0,0-1-1 0 0,0 0 1 0 0,0 1 0 0 0,1-1 0 0 0,-1 1-1 0 0,-1 3 1 0 0,0 1-42 0 0,0 0 0 0 0,0 1 1 0 0,1-1-1 0 0,0 1 0 0 0,0-1 1 0 0,1 1-1 0 0,0 0 0 0 0,1 0 0 0 0,-1-1 1 0 0,1 1-1 0 0,1 0 0 0 0,-1 0 0 0 0,2 0 1 0 0,-1-1-1 0 0,1 1 0 0 0,0-1 1 0 0,0 1-1 0 0,1-1 0 0 0,0 0 0 0 0,0 0 1 0 0,1 0-1 0 0,8 12 0 0 0,-7-12 51 0 0,0 1 1 0 0,1-2-1 0 0,0 1 0 0 0,0 0 0 0 0,0-1 1 0 0,1-1-1 0 0,0 1 0 0 0,0-1 0 0 0,0 0 1 0 0,1 0-1 0 0,0-1 0 0 0,0 0 0 0 0,0 0 1 0 0,0-1-1 0 0,0 0 0 0 0,1-1 0 0 0,0 0 1 0 0,-1 0-1 0 0,1-1 0 0 0,10 1 0 0 0,-17-2 15 0 0,1 0 1 0 0,-1 0-1 0 0,1-1 0 0 0,0 1 0 0 0,-1 0 0 0 0,1-1 0 0 0,-1 0 1 0 0,1 0-1 0 0,-1 1 0 0 0,0-1 0 0 0,1-1 0 0 0,-1 1 0 0 0,0 0 1 0 0,2-2-1 0 0,-1 1-304 0 0,-1 0 0 0 0,0-1 0 0 0,-1 1 0 0 0,1-1 0 0 0,0 1 0 0 0,-1-1 0 0 0,1 1 0 0 0,-1-1 0 0 0,0 0 0 0 0,0 0 0 0 0,0 0 0 0 0,0 0 0 0 0,0 0 1 0 0,-1 0-1 0 0,1 0 0 0 0,-1-3 0 0 0,0-8-1429 0 0,0 0 1 0 0,-1 1 0 0 0,-1-1-1 0 0,-5-24 1 0 0,6 34 1621 0 0,-1-23-2862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0:02.6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 46 1736 0 0,'0'0'4'0'0,"-33"-11"5425"0"0,30 3-2169 0 0,21-3-1430 0 0,26 5-926 0 0,-38 6-857 0 0,-1 0 0 0 0,0-1 1 0 0,0 0-1 0 0,1 1 1 0 0,-1-2-1 0 0,0 1 0 0 0,8-3 1 0 0,-119 34-119 0 0,102-29 48 0 0,-1 1 1 0 0,2-1-1 0 0,-1 1 0 0 0,0 0 1 0 0,0 0-1 0 0,0 0 1 0 0,1 1-1 0 0,-1-1 0 0 0,1 1 1 0 0,0 0-1 0 0,0 0 1 0 0,0 0-1 0 0,0 0 0 0 0,0 0 1 0 0,1 1-1 0 0,-1-1 1 0 0,1 1-1 0 0,0 0 0 0 0,0 0 1 0 0,-1 4-1 0 0,1 0-81 0 0,1-1-1 0 0,0 1 1 0 0,0-1-1 0 0,0 1 1 0 0,1 0-1 0 0,1-1 1 0 0,-1 1-1 0 0,1 0 1 0 0,1-1-1 0 0,2 12 1 0 0,0-2 63 0 0,0-1 0 0 0,2 0 0 0 0,-1 1 0 0 0,2-2 1 0 0,0 1-1 0 0,14 21 0 0 0,-19-34 92 0 0,1 1-1 0 0,0-1 1 0 0,-1 0-1 0 0,2 0 1 0 0,-1 0 0 0 0,0 0-1 0 0,0 0 1 0 0,1-1-1 0 0,-1 0 1 0 0,1 1 0 0 0,0-1-1 0 0,0-1 1 0 0,0 1-1 0 0,0 0 1 0 0,0-1 0 0 0,0 0-1 0 0,0 0 1 0 0,0 0-1 0 0,1-1 1 0 0,-1 1 0 0 0,0-1-1 0 0,0 0 1 0 0,1 0-1 0 0,-1-1 1 0 0,0 1 0 0 0,0-1-1 0 0,1 0 1 0 0,-1 0-1 0 0,0 0 1 0 0,0-1 0 0 0,5-2-1 0 0,6-2-109 0 0,0 0 0 0 0,25-17-1 0 0,-35 20-590 0 0,-1 0-1 0 0,0 0 1 0 0,-1 0-1 0 0,1 0 0 0 0,0-1 1 0 0,-1 1-1 0 0,0-1 0 0 0,3-5 1 0 0,-4-11-2465 0 0,0 10 323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0:03.0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5633 0 0,'1'5'3928'0'0,"1"17"-2432"0"0,1 4-1225 0 0,61 315 817 0 0,-5-118-6689 0 0,-58-243 512 0 0,-2 6 3643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0:03.5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5 3657 0 0,'-15'-4'2907'0'0,"15"11"-206"0"0,0-6-2561 0 0,1 0 1 0 0,0 0 0 0 0,0 0-1 0 0,0 0 1 0 0,0 0-1 0 0,1 0 1 0 0,-1 0 0 0 0,0 0-1 0 0,0 0 1 0 0,0-1-1 0 0,1 1 1 0 0,-1-1 0 0 0,0 1-1 0 0,1-1 1 0 0,-1 1-1 0 0,1-1 1 0 0,-1 0 0 0 0,1 1-1 0 0,-1-1 1 0 0,2 0-1 0 0,51-11 1965 0 0,-48 9-1915 0 0,1 0-1 0 0,-1 0 1 0 0,0 1-1 0 0,1-1 1 0 0,-1 1-1 0 0,1 1 1 0 0,0 0-1 0 0,10 0 0 0 0,-15 1-151 0 0,-1 0 0 0 0,0 0 0 0 0,0 0 0 0 0,0 0 0 0 0,0 1 0 0 0,0-1 0 0 0,0 0 0 0 0,0 1 0 0 0,0-1 0 0 0,0 0 0 0 0,-1 1 0 0 0,1-1 0 0 0,0 1 0 0 0,-1-1 0 0 0,1 1 0 0 0,-1-1 0 0 0,0 1 0 0 0,0 0 0 0 0,1-1 0 0 0,-1 1 0 0 0,0-1-1 0 0,0 1 1 0 0,0 0 0 0 0,-1-1 0 0 0,1 1 0 0 0,-1 2 0 0 0,-7 47-132 0 0,8-50 90 0 0,-24 77-1206 0 0,14-50 644 0 0,-11 49 0 0 0,20-70 531 0 0,0 1 1 0 0,0-1 0 0 0,0 0 0 0 0,1 0 0 0 0,0 0-1 0 0,1 0 1 0 0,0 1 0 0 0,0-1 0 0 0,0 0 0 0 0,1 0-1 0 0,0 0 1 0 0,3 7 0 0 0,-5-13 28 0 0,1 1 0 0 0,0-1 0 0 0,0 1 0 0 0,0-1 1 0 0,0 1-1 0 0,0-1 0 0 0,0 1 0 0 0,0-1 0 0 0,0 0 0 0 0,1 1 0 0 0,-1-1 0 0 0,0 0 0 0 0,1 0 1 0 0,-1 0-1 0 0,1 0 0 0 0,-1 0 0 0 0,1-1 0 0 0,0 1 0 0 0,-1 0 0 0 0,1-1 0 0 0,0 1 0 0 0,-1-1 1 0 0,4 1-1 0 0,-2-1 2 0 0,1 0 0 0 0,0-1 1 0 0,-1 1-1 0 0,1-1 1 0 0,-1 1-1 0 0,1-1 0 0 0,-1 0 1 0 0,1-1-1 0 0,-1 1 0 0 0,0-1 1 0 0,4-1-1 0 0,2-3-21 0 0,0 0-1 0 0,-1 0 1 0 0,0 0 0 0 0,0-1-1 0 0,0-1 1 0 0,-1 1-1 0 0,8-12 1 0 0,-9 10-397 0 0,0 0 0 0 0,-1 0 0 0 0,0 0 1 0 0,-1-1-1 0 0,0 0 0 0 0,-1 0 0 0 0,0 0 0 0 0,0 0 0 0 0,-1-1 0 0 0,-1 1 1 0 0,1-22-1 0 0,-2 26 166 0 0,0-1 1 0 0,-1 0-1 0 0,0 1 1 0 0,0-1-1 0 0,-1 1 1 0 0,0 0-1 0 0,0-1 1 0 0,-1 1-1 0 0,1 0 1 0 0,-1 0-1 0 0,0 0 1 0 0,-1 1-1 0 0,0-1 1 0 0,0 1-1 0 0,0 0 1 0 0,0 0-1 0 0,-1 0 1 0 0,0 0-1 0 0,0 1 1 0 0,-6-5-1 0 0,10 9 283 0 0,0-1-1 0 0,0 1 0 0 0,0-1 0 0 0,0 1 1 0 0,0-1-1 0 0,0 1 0 0 0,0 0 0 0 0,0 0 1 0 0,0-1-1 0 0,0 1 0 0 0,0 0 1 0 0,0 0-1 0 0,0 0 0 0 0,0 0 0 0 0,-1 0 1 0 0,1 0-1 0 0,0 1 0 0 0,0-1 0 0 0,0 0 1 0 0,0 0-1 0 0,0 1 0 0 0,0-1 0 0 0,0 1 1 0 0,0-1-1 0 0,0 1 0 0 0,0-1 0 0 0,1 1 1 0 0,-1 0-1 0 0,0-1 0 0 0,0 1 1 0 0,0 0-1 0 0,1 0 0 0 0,-1-1 0 0 0,0 1 1 0 0,1 0-1 0 0,-1 0 0 0 0,0 1 0 0 0,0-1 25 0 0,1 0 0 0 0,-1-1-1 0 0,0 1 1 0 0,1 0 0 0 0,0 0-1 0 0,-1-1 1 0 0,1 1-1 0 0,-1 0 1 0 0,1 0 0 0 0,0 0-1 0 0,-1-1 1 0 0,1 1 0 0 0,0 0-1 0 0,0 0 1 0 0,0 0 0 0 0,0 0-1 0 0,0 0 1 0 0,0-1-1 0 0,0 1 1 0 0,0 0 0 0 0,0 0-1 0 0,0 0 1 0 0,0 0 0 0 0,1 0-1 0 0,-1-1 1 0 0,0 1-1 0 0,1 0 1 0 0,-1 0 0 0 0,0 0-1 0 0,1-1 1 0 0,-1 1 0 0 0,1 0-1 0 0,-1-1 1 0 0,1 1 0 0 0,0 0-1 0 0,-1-1 1 0 0,1 1-1 0 0,-1-1 1 0 0,1 1 0 0 0,1 0-1 0 0,0-1 188 0 0,0 0-1 0 0,0 0 1 0 0,0 0-1 0 0,0-1 1 0 0,-1 1-1 0 0,1 0 1 0 0,0-1-1 0 0,0 1 1 0 0,0-1-1 0 0,0 0 1 0 0,0 0-1 0 0,-1 0 1 0 0,1 0-1 0 0,0 0 1 0 0,-1 0-1 0 0,1 0 1 0 0,0 0-1 0 0,1-3 1 0 0,30-29 1382 0 0,-29 29-1210 0 0,-1 0-230 0 0,0 1 0 0 0,1-1-1 0 0,0 1 1 0 0,0-1 0 0 0,0 1-1 0 0,0 0 1 0 0,0 0 0 0 0,6-2-1 0 0,-9 4-150 0 0,0 1-1 0 0,-1 0 0 0 0,1 0 0 0 0,0 0 1 0 0,-1 0-1 0 0,1 0 0 0 0,0 0 1 0 0,-1 0-1 0 0,1 0 0 0 0,0 0 0 0 0,-1 0 1 0 0,1 0-1 0 0,0 0 0 0 0,-1 0 1 0 0,1 1-1 0 0,0-1 0 0 0,-1 0 0 0 0,1 0 1 0 0,0 1-1 0 0,-1-1 0 0 0,1 0 0 0 0,-1 1 1 0 0,1-1-1 0 0,0 1 0 0 0,1 1 3 0 0,-1 0-1 0 0,0 0 0 0 0,0 0 0 0 0,0 0 1 0 0,0 0-1 0 0,0 0 0 0 0,0 0 0 0 0,-1 0 1 0 0,1 1-1 0 0,0-1 0 0 0,-1 3 0 0 0,15 92-162 0 0,18 82-5862 0 0,-27-164 4465 0 0,-2-18-231 0 0,0-22-864 0 0,-3 20 2442 0 0,4-9-2116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0:03.9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3129 0 0,'2'-3'3693'0'0,"2"10"-1931"0"0,3 9-636 0 0,1 27 5 0 0,1 62 1 0 0,-4-35-2749 0 0,5 1-4347 0 0,-5-51 3148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0:04.3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1 140 3657 0 0,'0'-4'373'0'0,"0"0"0"0"0,0 0 0 0 0,0 1 0 0 0,0-1 0 0 0,0 0 0 0 0,1 0 0 0 0,0 1 0 0 0,0-1 0 0 0,0 0 1 0 0,0 1-1 0 0,0-1 0 0 0,1 1 0 0 0,0-1 0 0 0,0 1 0 0 0,0 0 0 0 0,3-5 0 0 0,40-48 2039 0 0,-43 55-2365 0 0,-1-1 1 0 0,0 1 0 0 0,1-1 0 0 0,-1 1-1 0 0,1 0 1 0 0,0-1 0 0 0,-1 1 0 0 0,1 0-1 0 0,0 0 1 0 0,0 1 0 0 0,-1-1 0 0 0,1 0-1 0 0,0 0 1 0 0,0 1 0 0 0,0-1 0 0 0,0 1-1 0 0,0 0 1 0 0,0 0 0 0 0,0-1-1 0 0,0 1 1 0 0,0 0 0 0 0,0 1 0 0 0,0-1-1 0 0,0 0 1 0 0,3 1 0 0 0,-1 1 1 0 0,-1 0 0 0 0,1 0 1 0 0,-1 0-1 0 0,0 1 0 0 0,1-1 0 0 0,-1 1 0 0 0,0 0 1 0 0,0 0-1 0 0,-1 0 0 0 0,1 0 0 0 0,4 7 0 0 0,3 6-291 0 0,-1 1-1 0 0,-1 0 0 0 0,0 1 0 0 0,7 24 0 0 0,-12-31-655 0 0,0 0-1 0 0,0 0 1 0 0,-1 0 0 0 0,0 0-1 0 0,-1 1 1 0 0,0-1 0 0 0,-1 14-1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0:04.6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64 2304 0 0,'12'3'4542'0'0,"-10"-2"-4374"0"0,0 0 1 0 0,0-1-1 0 0,-1 1 1 0 0,1-1-1 0 0,0 1 1 0 0,0-1-1 0 0,0 0 1 0 0,0 0 0 0 0,0 0-1 0 0,0 0 1 0 0,0 0-1 0 0,0 0 1 0 0,0 0-1 0 0,2-1 1 0 0,3-2 184 0 0,0 0-1 0 0,0-1 1 0 0,-1 1-1 0 0,0-1 1 0 0,7-6-1 0 0,-11 9-279 0 0,0 0-1 0 0,0 0 0 0 0,-1 0 0 0 0,1 0 1 0 0,-1-1-1 0 0,1 1 0 0 0,-1-1 0 0 0,1 1 0 0 0,-1-1 1 0 0,0 1-1 0 0,0-1 0 0 0,0 0 0 0 0,0 1 1 0 0,0-1-1 0 0,0 0 0 0 0,0 0 0 0 0,-1 0 0 0 0,1 0 1 0 0,-1 0-1 0 0,1 0 0 0 0,-1 0 0 0 0,0 0 1 0 0,0-4-1 0 0,-4 9 48 0 0,-1 0 1 0 0,1 0 0 0 0,0 0-1 0 0,0 1 1 0 0,0-1 0 0 0,1 1-1 0 0,-1 0 1 0 0,-5 7-1 0 0,6-5-242 0 0,-1-1 0 0 0,1 0 0 0 0,0 1 0 0 0,0 0-1 0 0,0 0 1 0 0,1 0 0 0 0,0 0 0 0 0,0 0 0 0 0,0 0 0 0 0,1 0-1 0 0,0 1 1 0 0,1-1 0 0 0,-1 1 0 0 0,1-1 0 0 0,0 0-1 0 0,1 1 1 0 0,-1-1 0 0 0,1 1 0 0 0,1-1 0 0 0,1 8 0 0 0,2 3-301 0 0,23 82-1501 0 0,-25-89 1913 0 0,1-1 0 0 0,0 1-1 0 0,1-1 1 0 0,0 0 0 0 0,1 0 0 0 0,-1 0-1 0 0,12 12 1 0 0,-16-20 80 0 0,0 0-1 0 0,0 0 1 0 0,0-1-1 0 0,0 1 1 0 0,0 0-1 0 0,0-1 1 0 0,0 1-1 0 0,0-1 1 0 0,0 1 0 0 0,0-1-1 0 0,1 1 1 0 0,-1-1-1 0 0,0 0 1 0 0,0 0-1 0 0,0 1 1 0 0,0-1-1 0 0,1 0 1 0 0,-1 0 0 0 0,0 0-1 0 0,0 0 1 0 0,0-1-1 0 0,0 1 1 0 0,1 0-1 0 0,-1 0 1 0 0,0-1-1 0 0,2 0 1 0 0,1-1 138 0 0,-1 0 1 0 0,1 0-1 0 0,0 0 0 0 0,-1-1 0 0 0,0 1 0 0 0,1-1 1 0 0,4-6-1 0 0,2-3 102 0 0,-1 1 0 0 0,0-2 0 0 0,11-22 0 0 0,-10 14-569 0 0,-10 19-315 0 0,1 1-1 0 0,-1-1 0 0 0,1 0 0 0 0,-1 1 1 0 0,0-1-1 0 0,0 0 0 0 0,0 1 0 0 0,0-1 1 0 0,0 0-1 0 0,-1 1 0 0 0,1-1 0 0 0,0 0 1 0 0,-1 1-1 0 0,1-1 0 0 0,-1 1 0 0 0,-1-4 1 0 0,0 0-2309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0:05.0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52 2561 0 0,'26'-2'7871'0'0,"6"-4"-4712"0"0,9-7-3923 0 0,20-15-5439 0 0,-52 26 4377 0 0,8 9-1172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0:05.3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0 230 4729 0 0,'1'-3'367'0'0,"-1"1"0"0"0,1-1-1 0 0,0 0 1 0 0,-1 0 0 0 0,1 1 0 0 0,1-1 0 0 0,-1 1-1 0 0,0-1 1 0 0,0 1 0 0 0,3-3 0 0 0,33-41-618 0 0,-33 42 381 0 0,4-5-276 0 0,0 1-356 0 0,0 0 0 0 0,-1 0 0 0 0,0 0 0 0 0,-1-1 1 0 0,0 0-1 0 0,0-1 0 0 0,-1 1 0 0 0,0-1 0 0 0,-1 0 0 0 0,5-15 1 0 0,-8 22 221 0 0,4-16 144 0 0,-5 15 1067 0 0,-4 11 993 0 0,1-1-1324 0 0,1 1 0 0 0,0-1 1 0 0,1 1-1 0 0,0-1 1 0 0,0 1-1 0 0,0-1 0 0 0,1 1 1 0 0,0 0-1 0 0,0 0 0 0 0,2 12 1 0 0,18 71 1390 0 0,-16-72-1690 0 0,36 126 234 0 0,8 31-3954 0 0,-32-118 885 0 0,-3-21-2175 0 0,-10-32 1860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0:05.7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1 112 3833 0 0,'3'-1'3756'0'0,"23"-2"1188"0"0,13 1-3605 0 0,-37 2-1309 0 0,1 0 0 0 0,-1 0-1 0 0,1 0 1 0 0,-1 0-1 0 0,0 0 1 0 0,1 0-1 0 0,-1 1 1 0 0,0-1-1 0 0,1 1 1 0 0,-1-1-1 0 0,0 1 1 0 0,0 0-1 0 0,0 0 1 0 0,1 0-1 0 0,-1 0 1 0 0,0 0-1 0 0,0 1 1 0 0,0-1-1 0 0,-1 0 1 0 0,1 1-1 0 0,0 0 1 0 0,0-1 0 0 0,-1 1-1 0 0,1 0 1 0 0,-1 0-1 0 0,0 0 1 0 0,3 4-1 0 0,-3 8-57 0 0,0 0 0 0 0,-1 1 0 0 0,-1-1-1 0 0,0 0 1 0 0,-4 21 0 0 0,2-16-266 0 0,1 0-1 0 0,0 35 1 0 0,2-49 287 0 0,1 0 1 0 0,-1 0 0 0 0,1 0-1 0 0,0 0 1 0 0,1 0 0 0 0,-1 0 0 0 0,1 0-1 0 0,0-1 1 0 0,0 1 0 0 0,0 0-1 0 0,1-1 1 0 0,0 0 0 0 0,-1 0-1 0 0,2 0 1 0 0,2 4 0 0 0,-3-6 18 0 0,-1 0 1 0 0,0 0-1 0 0,1 0 1 0 0,-1 0-1 0 0,1-1 1 0 0,0 1-1 0 0,-1-1 1 0 0,1 1-1 0 0,0-1 1 0 0,0 0-1 0 0,0-1 1 0 0,0 1-1 0 0,0 0 1 0 0,0-1-1 0 0,0 1 1 0 0,0-1-1 0 0,0 0 1 0 0,0 0-1 0 0,0 0 1 0 0,0-1-1 0 0,1 1 1 0 0,-1-1-1 0 0,0 1 1 0 0,-1-1-1 0 0,1 0 1 0 0,0 0-1 0 0,0-1 1 0 0,0 1-1 0 0,0 0 1 0 0,-1-1-1 0 0,1 0 1 0 0,2-2-1 0 0,3-2-57 0 0,0 0-1 0 0,0-1 1 0 0,0 0-1 0 0,-1 0 1 0 0,0-1 0 0 0,-1 0-1 0 0,0 0 1 0 0,7-12 0 0 0,-9 13-108 0 0,-1 0 0 0 0,1-1 1 0 0,-1 1-1 0 0,-1-1 1 0 0,0 0-1 0 0,0 0 1 0 0,0 0-1 0 0,-1 0 1 0 0,0 0-1 0 0,-1-14 1 0 0,-1 1-335 0 0,-2 0 1 0 0,-8-35-1 0 0,5 33 369 0 0,1-2 0 0 0,-1-25 0 0 0,6 48 110 0 0,0-1 1 0 0,0 0-1 0 0,0 0 0 0 0,0 0 1 0 0,1 1-1 0 0,-1-1 0 0 0,1 0 1 0 0,0 0-1 0 0,0 1 0 0 0,1-4 0 0 0,-2 5 93 0 0,1 1-1 0 0,-1-1 1 0 0,0 0-1 0 0,1 1 0 0 0,-1-1 1 0 0,1 0-1 0 0,-1 1 0 0 0,1-1 1 0 0,0 0-1 0 0,-1 1 1 0 0,1-1-1 0 0,0 1 0 0 0,-1-1 1 0 0,1 1-1 0 0,0 0 1 0 0,0-1-1 0 0,-1 1 0 0 0,1 0 1 0 0,0-1-1 0 0,0 1 1 0 0,0 0-1 0 0,1 0 0 0 0,0 0 52 0 0,-1 1 0 0 0,1-1-1 0 0,0 1 1 0 0,0 0 0 0 0,-1 0-1 0 0,1 0 1 0 0,0 0 0 0 0,-1 0-1 0 0,1 0 1 0 0,-1 0 0 0 0,0 0-1 0 0,1 1 1 0 0,-1-1-1 0 0,0 0 1 0 0,1 1 0 0 0,-1-1-1 0 0,0 1 1 0 0,0 0 0 0 0,-1-1-1 0 0,1 1 1 0 0,0 0 0 0 0,0-1-1 0 0,-1 1 1 0 0,1 0 0 0 0,-1 0-1 0 0,1 0 1 0 0,-1 3 0 0 0,31 202 1382 0 0,-6-27-2304 0 0,-19-153-734 0 0,1 0 0 0 0,1-1 1 0 0,2 0-1 0 0,20 42 0 0 0,-29-67 1229 0 0,-1 0 195 0 0,0-1 1 0 0,0 0-1 0 0,0 1 1 0 0,0-1-1 0 0,0 0 0 0 0,0 0 1 0 0,0 1-1 0 0,0-1 1 0 0,0 0-1 0 0,1 1 1 0 0,-1-1-1 0 0,0 0 0 0 0,0 0 1 0 0,0 1-1 0 0,0-1 1 0 0,0 0-1 0 0,1 0 0 0 0,-1 0 1 0 0,0 1-1 0 0,0-1 1 0 0,0 0-1 0 0,1 0 1 0 0,-1 0-1 0 0,0 1 0 0 0,0-1 1 0 0,1 0-1 0 0,-1 0 1 0 0,0 0-1 0 0,0 0 1 0 0,1 0-1 0 0,-1 0 0 0 0,0 0 1 0 0,1 0-1 0 0,-1 0 1 0 0,0 0-1 0 0,0 0 0 0 0,1 0 1 0 0,-1 0-1 0 0,0 0 1 0 0,1 0-1 0 0,-1 0 1 0 0,1 0-1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0:06.4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130 64 2144 0 0,'1'-1'157'0'0,"0"-1"-1"0"0,-1 1 0 0 0,1-1 0 0 0,0 0 0 0 0,-1 1 1 0 0,1-1-1 0 0,-1 0 0 0 0,0 1 0 0 0,1-1 0 0 0,-1 0 1 0 0,0 1-1 0 0,0-1 0 0 0,0 0 0 0 0,0 0 0 0 0,0 1 1 0 0,-1-1-1 0 0,1 0 0 0 0,0 1 0 0 0,-1-1 0 0 0,1 0 1 0 0,-1 1-1 0 0,0-1 0 0 0,0 1 0 0 0,1-1 0 0 0,-1 1 0 0 0,0-1 1 0 0,0 1-1 0 0,-2-2 0 0 0,3 2 11 0 0,-1 0-1 0 0,0 0 1 0 0,1 0 0 0 0,-1 0-1 0 0,0 0 1 0 0,0 0 0 0 0,0 0-1 0 0,1 0 1 0 0,-1 1 0 0 0,0-1-1 0 0,0 0 1 0 0,-1 1 0 0 0,1-1-1 0 0,0 0 1 0 0,0 1 0 0 0,0-1-1 0 0,0 1 1 0 0,0 0 0 0 0,-1-1-1 0 0,1 1 1 0 0,0 0-1 0 0,0 0 1 0 0,0 0 0 0 0,-1 0-1 0 0,1 0 1 0 0,0 0 0 0 0,0 0-1 0 0,-1 0 1 0 0,1 0 0 0 0,0 1-1 0 0,0-1 1 0 0,0 0 0 0 0,-1 1-1 0 0,1-1 1 0 0,0 1 0 0 0,0-1-1 0 0,0 1 1 0 0,0 0 0 0 0,0-1-1 0 0,0 1 1 0 0,-2 2 0 0 0,-4 5 411 0 0,0 0 1 0 0,0 1-1 0 0,0 0 1 0 0,1 0-1 0 0,0 1 1 0 0,1-1-1 0 0,0 1 1 0 0,-6 19-1 0 0,7-13-403 0 0,0 0-1 0 0,0 0 1 0 0,2 1-1 0 0,0-1 1 0 0,1 25 0 0 0,2-16-279 0 0,1-1 0 0 0,1 1 0 0 0,1-1 0 0 0,1 0 1 0 0,2 0-1 0 0,0-1 0 0 0,1 0 0 0 0,13 24 0 0 0,-15-36-66 0 0,0 1-1 0 0,1-1 0 0 0,1-1 0 0 0,0 1 0 0 0,0-2 0 0 0,1 1 0 0 0,0-1 0 0 0,17 14 1 0 0,-21-20-47 0 0,-1 0 1 0 0,0 0-1 0 0,1 0 0 0 0,-1-1 1 0 0,1 0-1 0 0,0 0 1 0 0,-1 0-1 0 0,1 0 1 0 0,0-1-1 0 0,0 1 1 0 0,1-1-1 0 0,-1-1 1 0 0,0 1-1 0 0,0-1 1 0 0,0 0-1 0 0,0 0 1 0 0,1 0-1 0 0,-1-1 1 0 0,0 0-1 0 0,0 0 1 0 0,0 0-1 0 0,0 0 1 0 0,0-1-1 0 0,6-3 1 0 0,-2 0-467 0 0,-1 0 0 0 0,0-1 0 0 0,-1 0 1 0 0,1 0-1 0 0,11-14 0 0 0,14-12-2283 0 0,-5 19 50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0:06.7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9 6561 0 0,'-11'-9'5898'0'0,"18"23"-3306"0"0,2 4-2334 0 0,5 12 12 0 0,0 0 1 0 0,2-1 0 0 0,2 0 0 0 0,34 44-1 0 0,-39-57-360 0 0,1-1-1 0 0,0 0 1 0 0,1-1 0 0 0,1-1-1 0 0,0 0 1 0 0,0-1 0 0 0,1-1-1 0 0,34 17 1 0 0,-37-24-669 0 0,0 0 0 0 0,1-1 0 0 0,-1 0 0 0 0,0-1 0 0 0,1-1 0 0 0,0-1 0 0 0,-1 0 0 0 0,1 0 0 0 0,-1-2 0 0 0,22-4 0 0 0,-35 6 609 0 0,0 0-1 0 0,0 0 0 0 0,0 0 1 0 0,1-1-1 0 0,-1 1 1 0 0,0 0-1 0 0,0-1 0 0 0,0 1 1 0 0,0-1-1 0 0,1 1 1 0 0,-1-1-1 0 0,0 0 1 0 0,0 1-1 0 0,0-1 0 0 0,0 0 1 0 0,-1 0-1 0 0,1 0 1 0 0,0 0-1 0 0,0 0 0 0 0,0 0 1 0 0,-1 0-1 0 0,1 0 1 0 0,0 0-1 0 0,-1 0 0 0 0,1-2 1 0 0,1-6-2355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0:07.1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185 25 3593 0 0,'-1'-2'207'0'0,"0"1"1"0"0,0-1-1 0 0,0 0 1 0 0,0 1-1 0 0,0-1 1 0 0,-1 1-1 0 0,1 0 1 0 0,-1-1-1 0 0,1 1 1 0 0,-1 0-1 0 0,1 0 1 0 0,-1 0-1 0 0,0 0 1 0 0,0 0-1 0 0,1 0 0 0 0,-1 0 1 0 0,0 1-1 0 0,0-1 1 0 0,0 1-1 0 0,0-1 1 0 0,0 1-1 0 0,0 0 1 0 0,1 0-1 0 0,-1 0 1 0 0,0 0-1 0 0,0 0 1 0 0,0 0-1 0 0,0 0 1 0 0,0 1-1 0 0,0-1 1 0 0,0 1-1 0 0,0-1 1 0 0,0 1-1 0 0,1 0 1 0 0,-3 1-1 0 0,0 1-1 0 0,0 1 0 0 0,0 0 0 0 0,1 0 0 0 0,-1 0 0 0 0,1 1 0 0 0,0-1 1 0 0,0 1-1 0 0,1 0 0 0 0,-1 0 0 0 0,1 0 0 0 0,-3 10 0 0 0,-15 52 629 0 0,3 0 1 0 0,-16 130-1 0 0,21 28-3524 0 0,15-216-810 0 0,4-22 1259 0 0,4-23-248 0 0,-8-14-599 0 0,2 25 1353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0:07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3913 0 0,'1'0'639'0'0,"1"0"-1"0"0,0 1 1 0 0,-1-1 0 0 0,1 0-1 0 0,0 0 1 0 0,-1 1 0 0 0,1-1 0 0 0,-1 1-1 0 0,1 0 1 0 0,-1-1 0 0 0,1 1-1 0 0,-1 0 1 0 0,3 1 0 0 0,34 24 2916 0 0,35 37-1505 0 0,-59-51-1924 0 0,-1 2 0 0 0,-1-1 0 0 0,0 2 0 0 0,-1-1 0 0 0,0 2 0 0 0,-1-1 0 0 0,-1 1 0 0 0,-1 1 0 0 0,0 0 0 0 0,6 19 0 0 0,-8-14-122 0 0,-1 1 1 0 0,0-1 0 0 0,-2 1 0 0 0,-1 0 0 0 0,-1 0 0 0 0,-1 1-1 0 0,-4 38 1 0 0,-5 2-1478 0 0,-26 93-1 0 0,-7-13-6332 0 0,41-142 7575 0 0,1 0-55 0 0,-1 0-1 0 0,1 0 1 0 0,-1 0-1 0 0,0-1 0 0 0,1 1 1 0 0,-1 0-1 0 0,0-1 0 0 0,0 1 1 0 0,0 0-1 0 0,0-1 1 0 0,0 0-1 0 0,-1 1 0 0 0,-1 2 1 0 0,-4-1-3082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9:35.4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0 512 0 0,'-6'2'630'0'0,"0"0"-1"0"0,1 0 1 0 0,-1 0-1 0 0,0 0 1 0 0,1 1-1 0 0,0 0 1 0 0,-1 0-1 0 0,-5 5 1 0 0,10-7-490 0 0,0 0 1 0 0,0 0 0 0 0,0 0-1 0 0,0 0 1 0 0,0 0-1 0 0,0 1 1 0 0,0-1-1 0 0,0 0 1 0 0,0 0-1 0 0,1 0 1 0 0,-1 1-1 0 0,0-1 1 0 0,1 1 0 0 0,-1-1-1 0 0,1 0 1 0 0,0 1-1 0 0,-1-1 1 0 0,1 1-1 0 0,0-1 1 0 0,0 1-1 0 0,0-1 1 0 0,0 1-1 0 0,0-1 1 0 0,0 0-1 0 0,0 1 1 0 0,1-1 0 0 0,-1 1-1 0 0,0-1 1 0 0,1 1-1 0 0,-1-1 1 0 0,1 0-1 0 0,0 1 1 0 0,-1-1-1 0 0,1 0 1 0 0,0 0-1 0 0,0 1 1 0 0,1 0-1 0 0,34 46 781 0 0,-12-16-589 0 0,1 0 0 0 0,1-2 0 0 0,33 29 0 0 0,141 101-77 0 0,30 25 33 0 0,-117-72 7 0 0,-52-50-146 0 0,-67-66-105 0 0,0 1 1 0 0,0-1-1 0 0,0 2 1 0 0,-1-1 0 0 0,1 1-1 0 0,-12-2 1 0 0,5 1-10 0 0,-89-11 87 0 0,-16-5-35 0 0,91 10-18 0 0,-16-3 907 0 0,76 41-446 0 0,-16-18-506 0 0,0 0-1 0 0,1-2 1 0 0,0 0-1 0 0,26 11 1 0 0,-35-18 63 0 0,0 1 0 0 0,1-1 0 0 0,-1 0 0 0 0,1-1 0 0 0,0 0 0 0 0,0-1 0 0 0,0 0 0 0 0,0 0 0 0 0,0-1 0 0 0,0 0 0 0 0,10-2 0 0 0,-19 1-27 0 0,0 1 1 0 0,0-1-1 0 0,0 0 1 0 0,0 1-1 0 0,1-1 1 0 0,-1 0 0 0 0,0 1-1 0 0,-1-1 1 0 0,1 0-1 0 0,0 0 1 0 0,0 0-1 0 0,0 0 1 0 0,0 0 0 0 0,-1 0-1 0 0,1 0 1 0 0,0 0-1 0 0,-1 0 1 0 0,1 0-1 0 0,-1-1 1 0 0,1 1 0 0 0,-1 0-1 0 0,0 0 1 0 0,0 0-1 0 0,1-1 1 0 0,-1 1 0 0 0,0 0-1 0 0,0 0 1 0 0,0-1-1 0 0,0 1 1 0 0,0 0-1 0 0,0 0 1 0 0,-1-1 0 0 0,1 1-1 0 0,0 0 1 0 0,-1-2-1 0 0,-18-56 659 0 0,12 38-575 0 0,0-2-126 0 0,2 1 0 0 0,0-1 1 0 0,2 0-1 0 0,0-1 0 0 0,1-26 1 0 0,3 38-1289 0 0,0 0 0 0 0,1 0 0 0 0,6-23-1 0 0,-4-5-7617 0 0,-4 36 8046 0 0,1-9-3739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9:36.7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83 125 2425 0 0,'-1'-1'73'0'0,"-7"-2"759"0"0,1 0 1 0 0,0-1-1 0 0,-1 0 0 0 0,1-1 0 0 0,0 0 1 0 0,1 0-1 0 0,-1 0 0 0 0,1-1 1 0 0,0 0-1 0 0,-5-7 0 0 0,11 12-770 0 0,-1-1 0 0 0,1 1 0 0 0,0-1-1 0 0,-1 0 1 0 0,1 1 0 0 0,0-1 0 0 0,0 1-1 0 0,0-1 1 0 0,0 0 0 0 0,1 1 0 0 0,-1-1 0 0 0,0 1-1 0 0,1-1 1 0 0,-1 0 0 0 0,1 1 0 0 0,-1-1-1 0 0,1 1 1 0 0,0-1 0 0 0,-1 1 0 0 0,1 0 0 0 0,0-1-1 0 0,0 1 1 0 0,0 0 0 0 0,0 0 0 0 0,0-1 0 0 0,1 1-1 0 0,-1 0 1 0 0,0 0 0 0 0,0 0 0 0 0,2 0-1 0 0,1-2-29 0 0,-1 1 0 0 0,0 0-1 0 0,0 0 1 0 0,1 0-1 0 0,0 0 1 0 0,-1 0-1 0 0,1 1 1 0 0,0 0-1 0 0,-1 0 1 0 0,1 0-1 0 0,5-1 1 0 0,-3 2-15 0 0,-1 0 0 0 0,0 0-1 0 0,1 1 1 0 0,-1 0 0 0 0,0 0 0 0 0,0 0-1 0 0,0 0 1 0 0,0 1 0 0 0,0 0 0 0 0,0 0-1 0 0,0 0 1 0 0,0 0 0 0 0,-1 1 0 0 0,1 0 0 0 0,-1 0-1 0 0,0 0 1 0 0,8 8 0 0 0,-8-5-146 0 0,0 0 0 0 0,0 0 0 0 0,0 0 0 0 0,-1 0 0 0 0,1 1 0 0 0,-2 0-1 0 0,1 0 1 0 0,-1 0 0 0 0,0 0 0 0 0,0 0 0 0 0,1 12 0 0 0,-2 3-344 0 0,0 1 0 0 0,-2-1 0 0 0,0 1 0 0 0,-1-1 0 0 0,-2 0-1 0 0,0 0 1 0 0,-10 31 0 0 0,7-33 363 0 0,0-1-1 0 0,-17 32 1 0 0,22-47 152 0 0,0 0 1 0 0,0 0 0 0 0,-1 0-1 0 0,0 0 1 0 0,1-1 0 0 0,-1 1-1 0 0,0-1 1 0 0,-1 1 0 0 0,1-1-1 0 0,-1 0 1 0 0,1 0-1 0 0,-1-1 1 0 0,0 1 0 0 0,0-1-1 0 0,0 0 1 0 0,-1 0 0 0 0,1 0-1 0 0,-7 2 1 0 0,9-4-5 0 0,1 0-1 0 0,-1 1 1 0 0,1-1 0 0 0,0 0 0 0 0,-1 0-1 0 0,1 0 1 0 0,-1 0 0 0 0,1 0-1 0 0,-1 0 1 0 0,1 0 0 0 0,-1-1 0 0 0,1 1-1 0 0,0 0 1 0 0,-1-1 0 0 0,1 1-1 0 0,0-1 1 0 0,-1 0 0 0 0,1 1 0 0 0,0-1-1 0 0,0 0 1 0 0,-1 0 0 0 0,1 0 0 0 0,0 0-1 0 0,0 0 1 0 0,0 0 0 0 0,0 0-1 0 0,0 0 1 0 0,1 0 0 0 0,-1 0 0 0 0,0-1-1 0 0,0 1 1 0 0,1 0 0 0 0,-1-1-1 0 0,1 1 1 0 0,-1 0 0 0 0,1-1 0 0 0,-1 1-1 0 0,1-1 1 0 0,0 1 0 0 0,0 0-1 0 0,0-3 1 0 0,0 0 52 0 0,0 0 1 0 0,0-1-1 0 0,0 1 0 0 0,1 0 1 0 0,0-1-1 0 0,0 1 0 0 0,0 0 0 0 0,1 0 1 0 0,-1 0-1 0 0,1 0 0 0 0,0 0 1 0 0,4-6-1 0 0,1 1-6 0 0,1 0 0 0 0,1 1 1 0 0,-1 0-1 0 0,2 0 0 0 0,-1 1 0 0 0,1 0 0 0 0,0 1 1 0 0,0 0-1 0 0,21-9 0 0 0,38-11-702 0 0,0 5-3713 0 0,-38 12 288 0 0,-23 7 1281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9:37.1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 1 3425 0 0,'-4'4'387'0'0,"0"0"1"0"0,1 1-1 0 0,-1 0 1 0 0,1 0-1 0 0,0 0 1 0 0,0 0 0 0 0,1 0-1 0 0,0 0 1 0 0,0 1-1 0 0,0-1 1 0 0,-1 8-1 0 0,1-3-270 0 0,1 0 0 0 0,0 0 0 0 0,1 0 0 0 0,0 0 0 0 0,0 1 0 0 0,2 10 0 0 0,0-9-148 0 0,0-1 1 0 0,1 1 0 0 0,0-1 0 0 0,1 0 0 0 0,0 0-1 0 0,1 0 1 0 0,0-1 0 0 0,1 0 0 0 0,0 0 0 0 0,0 0-1 0 0,14 16 1 0 0,-16-23 44 0 0,0 0-1 0 0,0 0 1 0 0,0 0-1 0 0,1 0 1 0 0,-1 0-1 0 0,0-1 1 0 0,1 0 0 0 0,0 0-1 0 0,0 0 1 0 0,0-1-1 0 0,0 1 1 0 0,0-1-1 0 0,0 0 1 0 0,0-1-1 0 0,0 1 1 0 0,0-1-1 0 0,0 0 1 0 0,0 0 0 0 0,0-1-1 0 0,0 0 1 0 0,0 1-1 0 0,0-2 1 0 0,0 1-1 0 0,0 0 1 0 0,0-1-1 0 0,0 0 1 0 0,-1 0-1 0 0,1-1 1 0 0,-1 1 0 0 0,1-1-1 0 0,-1 0 1 0 0,4-4-1 0 0,-3 4 108 0 0,-1-1 0 0 0,1 1 0 0 0,-1-1-1 0 0,0 0 1 0 0,0-1 0 0 0,-1 1 0 0 0,1 0-1 0 0,-1-1 1 0 0,0 0 0 0 0,0 0 0 0 0,-1 0-1 0 0,0 0 1 0 0,1 0 0 0 0,-2 0 0 0 0,1-1 0 0 0,0 1-1 0 0,-1-1 1 0 0,0 1 0 0 0,-1-1 0 0 0,1 1-1 0 0,-1-1 1 0 0,0 0 0 0 0,0 1 0 0 0,-1-1 0 0 0,0 1-1 0 0,0-1 1 0 0,0 0 0 0 0,0 1 0 0 0,-4-7-1 0 0,3 7-35 0 0,-1 1-1 0 0,0-1 1 0 0,-1 1-1 0 0,1 0 1 0 0,-1 0-1 0 0,1 1 0 0 0,-1-1 1 0 0,0 1-1 0 0,-1 0 1 0 0,1 0-1 0 0,0 0 1 0 0,-1 0-1 0 0,0 1 0 0 0,1 0 1 0 0,-1 0-1 0 0,-10-2 1 0 0,-9-3-202 0 0,0 2 0 0 0,-34-3 0 0 0,20 2-768 0 0,26 5 853 0 0,-4-2-5127 0 0,16 2 5026 0 0,0 1-1 0 0,-1 0 1 0 0,1-1-1 0 0,0 1 1 0 0,0 0 0 0 0,0-1-1 0 0,-1 1 1 0 0,1 0-1 0 0,0-1 1 0 0,0 1 0 0 0,0 0-1 0 0,0-1 1 0 0,0 1-1 0 0,-1 0 1 0 0,1-1-1 0 0,0 1 1 0 0,0 0 0 0 0,0-1-1 0 0,0 1 1 0 0,0-1-1 0 0,0 1 1 0 0,0 0 0 0 0,0-1-1 0 0,1 1 1 0 0,-1-1-1 0 0,0 1 1 0 0,0 0 0 0 0,0-1-1 0 0,0 1 1 0 0,0 0-1 0 0,1-1 1 0 0,-1 1-1 0 0,0 0 1 0 0,0-1 0 0 0,1 1-1 0 0,8-6-2009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9:37.4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0 1800 0 0,'-1'1'428'0'0,"0"0"-1"0"0,0 0 0 0 0,0 0 0 0 0,0 0 0 0 0,0 0 0 0 0,-1-1 0 0 0,1 1 1 0 0,0 0-1 0 0,0-1 0 0 0,-1 1 0 0 0,1-1 0 0 0,0 0 0 0 0,-1 1 1 0 0,1-1-1 0 0,-2 0 0 0 0,18-2 3155 0 0,-2 2-3540 0 0,-1 0-1 0 0,1 1 0 0 0,-1 0 1 0 0,1 1-1 0 0,-1 1 1 0 0,0 0-1 0 0,0 1 1 0 0,0 0-1 0 0,0 0 0 0 0,12 8 1 0 0,-19-9-104 0 0,0 0 1 0 0,-1 0-1 0 0,0 1 1 0 0,0 0 0 0 0,0-1-1 0 0,0 1 1 0 0,-1 0-1 0 0,1 1 1 0 0,-1-1-1 0 0,0 1 1 0 0,0-1 0 0 0,-1 1-1 0 0,1 0 1 0 0,-1 0-1 0 0,0 0 1 0 0,-1 0 0 0 0,1 0-1 0 0,-1 1 1 0 0,0-1-1 0 0,0 0 1 0 0,-1 1-1 0 0,1-1 1 0 0,-1 1 0 0 0,0-1-1 0 0,-2 10 1 0 0,0-5-38 0 0,0 1 1 0 0,-1-1-1 0 0,-1 0 1 0 0,1 0-1 0 0,-2 0 1 0 0,1 0-1 0 0,-1-1 1 0 0,-1 1 0 0 0,0-2-1 0 0,0 1 1 0 0,-9 9-1 0 0,5-6 229 0 0,-1 0 1 0 0,0-1-1 0 0,-1-1 0 0 0,-1 0 1 0 0,1-1-1 0 0,-28 16 0 0 0,36-23 15 0 0,0 0 0 0 0,1-1 0 0 0,-1 1 0 0 0,0-1 0 0 0,0 0 0 0 0,0 0 0 0 0,0 0 0 0 0,0-1 0 0 0,0 1 0 0 0,0-1 0 0 0,0 0 0 0 0,-7-1 0 0 0,45-11 1148 0 0,-6 5-1125 0 0,-1-1 0 0 0,0-1 0 0 0,0-1 0 0 0,-1-2-1 0 0,39-22 1 0 0,-1 1-3072 0 0,2 5-4591 0 0,-56 24 4343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9:37.8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11 3177 0 0,'-1'-1'170'0'0,"1"1"1"0"0,0-1 0 0 0,-1 0 0 0 0,1 1 0 0 0,0-1-1 0 0,-1 1 1 0 0,1-1 0 0 0,-1 1 0 0 0,1-1 0 0 0,-1 1-1 0 0,1-1 1 0 0,-1 1 0 0 0,1-1 0 0 0,-1 1 0 0 0,1 0 0 0 0,-1-1-1 0 0,0 1 1 0 0,1 0 0 0 0,-1 0 0 0 0,0-1 0 0 0,1 1-1 0 0,-1 0 1 0 0,0 0 0 0 0,1 0 0 0 0,-1 0 0 0 0,0 0-1 0 0,1 0 1 0 0,-1 0 0 0 0,0 0 0 0 0,1 0 0 0 0,-1 0-1 0 0,0 0 1 0 0,1 0 0 0 0,-1 1 0 0 0,0-1 0 0 0,1 0-1 0 0,-1 0 1 0 0,0 1 0 0 0,0 1 9 0 0,0 0-1 0 0,0 1 1 0 0,0-1 0 0 0,0 0 0 0 0,1 0-1 0 0,-1 0 1 0 0,1 1 0 0 0,0-1 0 0 0,0 0-1 0 0,0 1 1 0 0,0 3 0 0 0,10 71 290 0 0,-10-75-327 0 0,18 79 251 0 0,34 94 1 0 0,8-10-3866 0 0,-58-158 2845 0 0,-2-4 310 0 0,1-1 0 0 0,0 0 1 0 0,-1 1-1 0 0,1-1 1 0 0,0 0-1 0 0,0 0 1 0 0,0 0-1 0 0,0 0 0 0 0,1 1 1 0 0,-1-2-1 0 0,1 1 1 0 0,-1 0-1 0 0,1 0 1 0 0,0 0-1 0 0,-1-1 1 0 0,1 1-1 0 0,3 2 0 0 0,7-1-2231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9:38.2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2 2353 0 0,'-1'0'124'0'0,"1"0"0"0"0,0 0 0 0 0,0-1 0 0 0,-1 1 1 0 0,1 0-1 0 0,0 0 0 0 0,0 0 0 0 0,-1 0 0 0 0,1 0 1 0 0,0 0-1 0 0,0 0 0 0 0,-1 0 0 0 0,1 0 0 0 0,0 0 1 0 0,0 0-1 0 0,-1 0 0 0 0,1 0 0 0 0,0 0 0 0 0,0 0 1 0 0,-1 0-1 0 0,1 0 0 0 0,0 0 0 0 0,0 0 0 0 0,-1 0 1 0 0,1 1-1 0 0,0-1 0 0 0,0 0 0 0 0,-1 0 0 0 0,1 0 1 0 0,0 0-1 0 0,0 0 0 0 0,0 1 0 0 0,0-1 1 0 0,-1 0-1 0 0,1 0 0 0 0,0 0 0 0 0,0 1 0 0 0,0-1 1 0 0,0 0-1 0 0,0 0 0 0 0,-1 1 0 0 0,1-1 0 0 0,0 0 1 0 0,0 0-1 0 0,0 1 0 0 0,0-1 0 0 0,0 0 0 0 0,0 0 1 0 0,0 1-1 0 0,-3 23 1674 0 0,6 25-1323 0 0,5 3-217 0 0,3-2 0 0 0,22 68 0 0 0,-23-89-788 0 0,2 0 1 0 0,0-1 0 0 0,2 0 0 0 0,1-1 0 0 0,24 32 0 0 0,-14-33-1303 0 0,-25-25 1674 0 0,1 0 0 0 0,0 0-1 0 0,0 0 1 0 0,0 0 0 0 0,-1-1 0 0 0,1 1 0 0 0,0 0 0 0 0,0 0 0 0 0,0-1-1 0 0,0 1 1 0 0,0-1 0 0 0,0 1 0 0 0,1-1 0 0 0,-1 0 0 0 0,0 1 0 0 0,0-1-1 0 0,0 0 1 0 0,0 0 0 0 0,0 1 0 0 0,1-1 0 0 0,-1 0 0 0 0,0 0 0 0 0,0 0-1 0 0,0-1 1 0 0,2 1 0 0 0,2-2-1685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9:38.6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0 2152 0 0,'-2'0'331'0'0,"-1"0"0"0"0,1 0 0 0 0,0 0 0 0 0,0 1 0 0 0,0-1 0 0 0,-1 1 0 0 0,1-1 0 0 0,0 1 0 0 0,0 0 0 0 0,0-1 0 0 0,0 1 0 0 0,0 0 0 0 0,0 0 0 0 0,0 1 0 0 0,0-1 0 0 0,1 0 0 0 0,-1 1 0 0 0,0-1 0 0 0,1 1 0 0 0,-1-1 0 0 0,-2 4 0 0 0,2-1-166 0 0,0 0 0 0 0,1 0-1 0 0,-1 0 1 0 0,1 0 0 0 0,0 0 0 0 0,-1 0 0 0 0,2 0-1 0 0,-1 0 1 0 0,0 0 0 0 0,1 8 0 0 0,1 8-336 0 0,1 0 1 0 0,1 0 0 0 0,8 34 0 0 0,-9-47 477 0 0,3 12-314 0 0,5 25-335 0 0,32 83-1 0 0,-38-115 270 0 0,1-1 1 0 0,1-1-1 0 0,0 1 1 0 0,0-1-1 0 0,1 0 1 0 0,0 0-1 0 0,1-1 1 0 0,0 0-1 0 0,0-1 1 0 0,1 1-1 0 0,0-2 1 0 0,15 11-1 0 0,-22-16 84 0 0,0-1 1 0 0,0 0-1 0 0,0 0 1 0 0,0 0-1 0 0,1 0 1 0 0,-1 0-1 0 0,0 0 1 0 0,0 0-1 0 0,1-1 1 0 0,-1 1-1 0 0,0-1 1 0 0,1 0-1 0 0,-1 1 1 0 0,0-1-1 0 0,1 0 1 0 0,-1-1-1 0 0,0 1 1 0 0,1 0-1 0 0,-1-1 1 0 0,0 1-1 0 0,1-1 1 0 0,-1 0-1 0 0,0 1 1 0 0,0-1-1 0 0,0 0 1 0 0,0 0-1 0 0,1-1 1 0 0,-2 1-1 0 0,1 0 1 0 0,0-1-1 0 0,0 1 1 0 0,0-1-1 0 0,-1 0 1 0 0,1 1-1 0 0,-1-1 1 0 0,1 0-1 0 0,-1 0 1 0 0,0 0-1 0 0,1 0 0 0 0,-1 0 1 0 0,0 0-1 0 0,0-1 1 0 0,-1 1-1 0 0,2-3 1 0 0,0-1 137 0 0,0-1 0 0 0,0 1 0 0 0,-1-1 0 0 0,1 0 0 0 0,-1 1 0 0 0,-1-1 0 0 0,1 0 0 0 0,-1 0 0 0 0,-1 0 0 0 0,1 0 0 0 0,-1 0 0 0 0,0 1 0 0 0,-1-1 1 0 0,-2-9-1 0 0,1 10-33 0 0,0 0 0 0 0,0 0 0 0 0,-1 0 0 0 0,0 1 0 0 0,0-1 0 0 0,0 1 0 0 0,0 0 0 0 0,-1 0 0 0 0,0 0 0 0 0,0 1 0 0 0,0 0 1 0 0,-1 0-1 0 0,1 0 0 0 0,-1 0 0 0 0,0 1 0 0 0,-9-3 0 0 0,11 4-127 0 0,-1 1 0 0 0,0 0 0 0 0,0 0-1 0 0,0 0 1 0 0,0 1 0 0 0,0 0 0 0 0,0 0 0 0 0,0 0 0 0 0,1 0-1 0 0,-1 1 1 0 0,0 0 0 0 0,0 0 0 0 0,0 0 0 0 0,0 0 0 0 0,1 1 0 0 0,-1 0-1 0 0,1 0 1 0 0,-1 0 0 0 0,1 1 0 0 0,0-1 0 0 0,0 1 0 0 0,0 0-1 0 0,-4 4 1 0 0,6-5-205 0 0,0 1-1 0 0,0 0 0 0 0,0-1 0 0 0,1 1 1 0 0,-1 0-1 0 0,0 0 0 0 0,1 0 0 0 0,0 0 1 0 0,0 0-1 0 0,0 0 0 0 0,0 0 1 0 0,1 0-1 0 0,-1 1 0 0 0,1-1 0 0 0,-1 5 1 0 0,1-7 62 0 0,0 0 0 0 0,0 0 1 0 0,0 0-1 0 0,0 1 1 0 0,0-1-1 0 0,0 0 0 0 0,0 0 1 0 0,0 0-1 0 0,1 0 1 0 0,-1 0-1 0 0,0 0 1 0 0,1 0-1 0 0,-1 0 0 0 0,1 1 1 0 0,-1-1-1 0 0,1-1 1 0 0,0 1-1 0 0,-1 0 0 0 0,1 0 1 0 0,0 0-1 0 0,-1 0 1 0 0,1 0-1 0 0,0 0 0 0 0,0-1 1 0 0,0 1-1 0 0,0 0 1 0 0,0-1-1 0 0,0 1 0 0 0,0-1 1 0 0,0 1-1 0 0,0-1 1 0 0,0 1-1 0 0,0-1 0 0 0,0 0 1 0 0,0 0-1 0 0,0 1 1 0 0,1-1-1 0 0,-1 0 0 0 0,0 0 1 0 0,0 0-1 0 0,0 0 1 0 0,0 0-1 0 0,0-1 1 0 0,1 1-1 0 0,0 0 0 0 0,11-3-2177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9:39.2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147 40 2553 0 0,'-3'-3'346'0'0,"0"-1"0"0"0,0 1 0 0 0,0 0-1 0 0,-1 0 1 0 0,0 0 0 0 0,1 1 0 0 0,-1-1 0 0 0,0 1 0 0 0,0 0 0 0 0,0 0 0 0 0,-1 0 0 0 0,1 0 0 0 0,0 1 0 0 0,-1 0 0 0 0,1 0 0 0 0,-1 0 0 0 0,1 0 0 0 0,-1 1 0 0 0,1 0 0 0 0,-1 0 0 0 0,-5 0 0 0 0,7 1-309 0 0,1-1 0 0 0,-1 1 0 0 0,1-1 0 0 0,-1 1 0 0 0,1 0-1 0 0,0 0 1 0 0,-1 0 0 0 0,1 0 0 0 0,0 0 0 0 0,0 1 0 0 0,0-1-1 0 0,0 0 1 0 0,0 1 0 0 0,0 0 0 0 0,0 0 0 0 0,0-1 0 0 0,0 1-1 0 0,1 0 1 0 0,-1 0 0 0 0,1 1 0 0 0,0-1 0 0 0,0 0 0 0 0,-1 0 0 0 0,1 1-1 0 0,1-1 1 0 0,-1 0 0 0 0,0 1 0 0 0,0-1 0 0 0,1 1 0 0 0,0-1-1 0 0,-1 1 1 0 0,1-1 0 0 0,0 1 0 0 0,0 0 0 0 0,0-1 0 0 0,1 1-1 0 0,-1-1 1 0 0,2 5 0 0 0,1 3-101 0 0,-1-1 0 0 0,2 0 0 0 0,-1 0 0 0 0,1 0 0 0 0,1-1 0 0 0,-1 1 0 0 0,2-1 0 0 0,-1 0 0 0 0,1 0 0 0 0,0-1 0 0 0,1 0 0 0 0,13 12 0 0 0,-17-16 67 0 0,0 0 1 0 0,0 0-1 0 0,1 0 1 0 0,0-1-1 0 0,-1 1 1 0 0,1-1-1 0 0,0 0 1 0 0,0 0-1 0 0,0 0 1 0 0,0-1 0 0 0,0 1-1 0 0,1-1 1 0 0,-1 0-1 0 0,0 0 1 0 0,1-1-1 0 0,-1 1 1 0 0,1-1-1 0 0,-1 0 1 0 0,0 0-1 0 0,1 0 1 0 0,-1-1-1 0 0,1 0 1 0 0,-1 0 0 0 0,0 0-1 0 0,0 0 1 0 0,1 0-1 0 0,-1-1 1 0 0,0 0-1 0 0,0 0 1 0 0,4-3-1 0 0,-5 2 107 0 0,0 0 1 0 0,-1 0-1 0 0,1 0 0 0 0,-1 0 0 0 0,1-1 0 0 0,-1 1 0 0 0,0-1 0 0 0,-1 0 0 0 0,1 1 1 0 0,0-1-1 0 0,-1 0 0 0 0,0 0 0 0 0,0 0 0 0 0,0 0 0 0 0,-1 0 0 0 0,1 0 1 0 0,-1 0-1 0 0,0-1 0 0 0,0 1 0 0 0,0 0 0 0 0,-1 0 0 0 0,0 0 0 0 0,1 0 0 0 0,-1 0 1 0 0,-1 0-1 0 0,1 0 0 0 0,0 0 0 0 0,-1 1 0 0 0,0-1 0 0 0,0 0 0 0 0,-3-3 0 0 0,3 3-88 0 0,1 0-1 0 0,-2 0 1 0 0,1 0-1 0 0,0 1 0 0 0,-1-1 1 0 0,0 1-1 0 0,1-1 0 0 0,-1 1 1 0 0,-1 0-1 0 0,1 0 0 0 0,0 0 1 0 0,-1 0-1 0 0,0 1 0 0 0,1 0 1 0 0,-1-1-1 0 0,0 1 1 0 0,0 0-1 0 0,0 1 0 0 0,-1-1 1 0 0,1 1-1 0 0,0 0 0 0 0,0 0 1 0 0,-1 0-1 0 0,1 1 0 0 0,-1-1 1 0 0,1 1-1 0 0,-1 0 1 0 0,-6 1-1 0 0,10 0-203 0 0,-1-1-1 0 0,1 1 1 0 0,-1-1 0 0 0,1 1 0 0 0,-1 0 0 0 0,1-1-1 0 0,-1 1 1 0 0,1 0 0 0 0,0 0 0 0 0,-1 0-1 0 0,1 0 1 0 0,0 0 0 0 0,0 0 0 0 0,0 1-1 0 0,0-1 1 0 0,0 0 0 0 0,0 1 0 0 0,0-1 0 0 0,0 0-1 0 0,1 1 1 0 0,-1-1 0 0 0,0 1 0 0 0,1-1-1 0 0,-1 1 1 0 0,1 0 0 0 0,0-1 0 0 0,-1 1-1 0 0,1-1 1 0 0,0 1 0 0 0,0 0 0 0 0,0-1 0 0 0,0 1-1 0 0,0-1 1 0 0,1 3 0 0 0,1 7-92 0 0,1-1 0 0 0,0 0 1 0 0,1 0-1 0 0,6 15 0 0 0,4 7 279 0 0,4 39 169 0 0,-11-38 13 0 0,2 1 0 0 0,15 34 0 0 0,-21-59-138 0 0,0-2 0 0 0,1 1 0 0 0,0 0 0 0 0,1-1 0 0 0,0 0 0 0 0,0 0 0 0 0,1 0 0 0 0,-1 0 0 0 0,1-1 1 0 0,1 0-1 0 0,-1-1 0 0 0,1 1 0 0 0,10 5 0 0 0,-13-9 61 0 0,0 0 1 0 0,0 0-1 0 0,0-1 1 0 0,0 0-1 0 0,0 1 1 0 0,0-2-1 0 0,0 1 0 0 0,0 0 1 0 0,0-1-1 0 0,0 0 1 0 0,1 0-1 0 0,-1 0 1 0 0,0 0-1 0 0,0-1 1 0 0,0 0-1 0 0,0 1 0 0 0,0-2 1 0 0,0 1-1 0 0,0 0 1 0 0,0-1-1 0 0,0 0 1 0 0,-1 1-1 0 0,1-2 1 0 0,0 1-1 0 0,-1 0 1 0 0,0-1-1 0 0,1 1 0 0 0,-1-1 1 0 0,0 0-1 0 0,-1 0 1 0 0,1 0-1 0 0,0-1 1 0 0,-1 1-1 0 0,0-1 1 0 0,0 1-1 0 0,0-1 0 0 0,0 0 1 0 0,2-6-1 0 0,-2 6 0 0 0,0 0 0 0 0,0-1 0 0 0,-1 1 0 0 0,0 0 0 0 0,1 0 0 0 0,-2-1 0 0 0,1 1 0 0 0,0 0 0 0 0,-1-1 0 0 0,0 1 0 0 0,0-1 0 0 0,0 1 0 0 0,0-1 0 0 0,-1 1 0 0 0,0 0 0 0 0,0-1 0 0 0,0 1 0 0 0,0 0 0 0 0,-1 0 0 0 0,0-1 0 0 0,1 1 0 0 0,-2 0 0 0 0,1 1 0 0 0,0-1 0 0 0,-1 0 0 0 0,1 1 0 0 0,-1-1 0 0 0,0 1 0 0 0,-1 0 0 0 0,1 0-1 0 0,0 0 1 0 0,-1 0 0 0 0,1 1 0 0 0,-1 0 0 0 0,0-1 0 0 0,-7-2 0 0 0,0 3-161 0 0,-1-1 0 0 0,0 1 0 0 0,0 1 0 0 0,0 0 0 0 0,0 1 0 0 0,0 0 0 0 0,0 1 0 0 0,0 0-1 0 0,0 1 1 0 0,1 0 0 0 0,-1 1 0 0 0,0 0 0 0 0,1 1 0 0 0,0 1 0 0 0,-17 8 0 0 0,26-11-289 0 0,-1 0 1 0 0,1 0-1 0 0,1 0 1 0 0,-1 0 0 0 0,0 0-1 0 0,0 0 1 0 0,1 1-1 0 0,-1-1 1 0 0,1 0-1 0 0,0 1 1 0 0,-1 3-1 0 0,1-6 201 0 0,1 1 1 0 0,0-1-1 0 0,0 1 0 0 0,-1-1 0 0 0,1 1 0 0 0,0-1 0 0 0,0 1 0 0 0,0-1 0 0 0,0 1 0 0 0,0 0 0 0 0,0-1 0 0 0,0 1 0 0 0,0-1 0 0 0,0 1 0 0 0,0-1 1 0 0,0 1-1 0 0,0-1 0 0 0,0 1 0 0 0,1 0 0 0 0,-1-1 0 0 0,0 1 0 0 0,0-1 0 0 0,1 1 0 0 0,-1-1 0 0 0,0 1 0 0 0,0-1 0 0 0,1 0 0 0 0,-1 1 0 0 0,1-1 0 0 0,-1 1 1 0 0,0-1-1 0 0,1 0 0 0 0,-1 1 0 0 0,1-1 0 0 0,-1 0 0 0 0,1 1 0 0 0,-1-1 0 0 0,1 0 0 0 0,-1 0 0 0 0,1 0 0 0 0,-1 1 0 0 0,1-1 0 0 0,-1 0 0 0 0,1 0 0 0 0,0 0 1 0 0,-1 0-1 0 0,1 0 0 0 0,-1 0 0 0 0,1 0 0 0 0,-1 0 0 0 0,1 0 0 0 0,-1 0 0 0 0,1 0 0 0 0,0 0 0 0 0,-1-1 0 0 0,1 1 0 0 0,-1 0 0 0 0,1 0 0 0 0,0-1 0 0 0,9-1-2616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9:39.7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247 178 3137 0 0,'1'-4'389'0'0,"2"-2"409"0"0,0 0-1 0 0,-1-1 0 0 0,1 1 1 0 0,-1 0-1 0 0,-1-1 0 0 0,0 1 1 0 0,1-9-1 0 0,-2 14-656 0 0,0 0-1 0 0,0 0 1 0 0,0 0-1 0 0,0 0 1 0 0,0 0 0 0 0,-1 0-1 0 0,1 0 1 0 0,0 0-1 0 0,-1 0 1 0 0,1 0-1 0 0,-1 0 1 0 0,1 0 0 0 0,-1 0-1 0 0,0 0 1 0 0,1 1-1 0 0,-1-1 1 0 0,0 0-1 0 0,0 0 1 0 0,-1-1 0 0 0,0 1 7 0 0,0 0 0 0 0,0 0 1 0 0,-1 0-1 0 0,1 0 1 0 0,0 1-1 0 0,-1-1 0 0 0,1 0 1 0 0,-1 1-1 0 0,1 0 1 0 0,-1 0-1 0 0,1 0 0 0 0,-3 0 1 0 0,-13 0 183 0 0,1 1 0 0 0,-1 1 0 0 0,1 1 0 0 0,-1 1 1 0 0,1 0-1 0 0,-33 13 0 0 0,45-15-354 0 0,1 0 1 0 0,-1 1-1 0 0,0 0 0 0 0,1 0 1 0 0,-1 0-1 0 0,1 0 0 0 0,0 0 1 0 0,0 1-1 0 0,0 0 0 0 0,1 0 1 0 0,-7 9-1 0 0,9-10-34 0 0,-1 0-1 0 0,1 1 1 0 0,0-1 0 0 0,0 0-1 0 0,0 1 1 0 0,0-1 0 0 0,0 1-1 0 0,1-1 1 0 0,0 1 0 0 0,0 0-1 0 0,0-1 1 0 0,0 1 0 0 0,0-1 0 0 0,1 1-1 0 0,-1-1 1 0 0,1 1 0 0 0,0-1-1 0 0,0 1 1 0 0,4 5 0 0 0,-4-6 33 0 0,0 0 1 0 0,0-1 0 0 0,0 1 0 0 0,1-1-1 0 0,-1 1 1 0 0,1-1 0 0 0,0 1 0 0 0,0-1-1 0 0,0 0 1 0 0,0 0 0 0 0,0 0 0 0 0,0 0-1 0 0,1 0 1 0 0,-1-1 0 0 0,0 1 0 0 0,1-1-1 0 0,0 1 1 0 0,-1-1 0 0 0,6 2 0 0 0,-4-3 12 0 0,1 1 1 0 0,-1-1 0 0 0,0 1-1 0 0,1-1 1 0 0,-1 0 0 0 0,0-1-1 0 0,1 1 1 0 0,-1-1 0 0 0,0 0-1 0 0,1 0 1 0 0,-1 0 0 0 0,5-3-1 0 0,-1 1 69 0 0,1-2 1 0 0,0 1-1 0 0,-1-1 0 0 0,1 0 0 0 0,-2-1 0 0 0,1 0 1 0 0,0 0-1 0 0,-1-1 0 0 0,0 0 0 0 0,-1 0 0 0 0,7-10 1 0 0,-7 5 102 0 0,-1 1 1 0 0,0-1 0 0 0,-1 0-1 0 0,0 0 1 0 0,-1-1 0 0 0,-1 1-1 0 0,0-1 1 0 0,0-13 0 0 0,11-50 744 0 0,-5 90 176 0 0,0 12-890 0 0,27 109-682 0 0,102 251-1 0 0,-130-372 288 0 0,-4-7-101 0 0,0 0 0 0 0,0 0 0 0 0,0 0 0 0 0,-1 0 0 0 0,0 1 0 0 0,0-1 1 0 0,-1 1-1 0 0,0-1 0 0 0,0 14 0 0 0,-8-38-6726 0 0,-3-4 3374 0 0,8 10 533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9:40.9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78 1504 0 0,'0'-1'222'0'0,"-1"-1"1"0"0,1 1-1 0 0,-1-1 0 0 0,0 1 0 0 0,1 0 0 0 0,-1-1 0 0 0,0 1 0 0 0,0 0 1 0 0,1 0-1 0 0,-1-1 0 0 0,0 1 0 0 0,0 0 0 0 0,-1 0 0 0 0,1 0 0 0 0,0 0 1 0 0,0 0-1 0 0,0 1 0 0 0,-1-1 0 0 0,1 0 0 0 0,0 0 0 0 0,-1 1 1 0 0,1-1-1 0 0,0 1 0 0 0,-1-1 0 0 0,1 1 0 0 0,-1 0 0 0 0,-2-1 0 0 0,2 2-54 0 0,0 0 0 0 0,0 1-1 0 0,0-1 1 0 0,0 0-1 0 0,0 0 1 0 0,0 1-1 0 0,0-1 1 0 0,0 1 0 0 0,1 0-1 0 0,-1 0 1 0 0,1-1-1 0 0,-1 1 1 0 0,1 0 0 0 0,0 0-1 0 0,0 0 1 0 0,0 0-1 0 0,-2 4 1 0 0,-1 3 55 0 0,1 0 0 0 0,0 0 0 0 0,0 1 0 0 0,1-1 0 0 0,0 1 0 0 0,1-1 0 0 0,0 1 0 0 0,0 0 0 0 0,1 0 0 0 0,0-1 0 0 0,2 13 0 0 0,0-12-313 0 0,-1 1 0 0 0,2 0 1 0 0,-1-1-1 0 0,1 1 0 0 0,1-1 0 0 0,0 0 1 0 0,0 0-1 0 0,1-1 0 0 0,0 1 1 0 0,1-1-1 0 0,0 0 0 0 0,1 0 1 0 0,-1-1-1 0 0,2 0 0 0 0,-1 0 1 0 0,12 8-1 0 0,-19-15 85 0 0,1-1-1 0 0,0 1 1 0 0,0 0 0 0 0,0-1-1 0 0,-1 1 1 0 0,1-1 0 0 0,0 1-1 0 0,0-1 1 0 0,0 0 0 0 0,0 1-1 0 0,0-1 1 0 0,0 0 0 0 0,0 1-1 0 0,0-1 1 0 0,0 0 0 0 0,0 0-1 0 0,0 0 1 0 0,0 0 0 0 0,0 0-1 0 0,0 0 1 0 0,0 0 0 0 0,0-1-1 0 0,0 1 1 0 0,0 0 0 0 0,0-1-1 0 0,0 1 1 0 0,2-1 0 0 0,-2-1 8 0 0,1 1 0 0 0,0-1 0 0 0,-1 0 0 0 0,0 1 0 0 0,1-1 0 0 0,-1 0 0 0 0,0 0 0 0 0,0 0-1 0 0,0 0 1 0 0,0 0 0 0 0,0 0 0 0 0,0-3 0 0 0,2-6 104 0 0,0-1-1 0 0,-2 1 0 0 0,2-22 1 0 0,-3 10 99 0 0,-1-1 1 0 0,0 1-1 0 0,-2-1 1 0 0,-7-26 0 0 0,7 38-173 0 0,0 1 0 0 0,-1-1 0 0 0,0 1 0 0 0,-1 0 0 0 0,0 0 0 0 0,-1 1 0 0 0,0-1 1 0 0,-1 1-1 0 0,0 1 0 0 0,-8-10 0 0 0,13 17-138 0 0,0 0 1 0 0,0 1 0 0 0,0-1-1 0 0,0 1 1 0 0,0-1-1 0 0,0 1 1 0 0,-1 0-1 0 0,1 0 1 0 0,0 0 0 0 0,-1 0-1 0 0,1 0 1 0 0,-1 1-1 0 0,1-1 1 0 0,-1 1-1 0 0,1-1 1 0 0,-1 1 0 0 0,1 0-1 0 0,-1 0 1 0 0,1 0-1 0 0,-1 0 1 0 0,-3 1-1 0 0,-3 2-1448 0 0,0-1 0 0 0,0 2 0 0 0,1-1-1 0 0,-13 7 1 0 0,20-9 1167 0 0,-3 3-1992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9:41.3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55 3529 0 0,'10'1'4535'0'0,"21"-11"-3314"0"0,-22 7-731 0 0,52-8 77 0 0,-40 8-1105 0 0,0-1 0 0 0,39-13 1 0 0,-56 15 56 0 0,-3 1 192 0 0,1 1-1 0 0,-1-1 0 0 0,1 0 0 0 0,-1 1 0 0 0,1-1 0 0 0,0 1 0 0 0,-1-1 0 0 0,1 1 1 0 0,0 0-1 0 0,-1 0 0 0 0,1 0 0 0 0,0 0 0 0 0,1 0 0 0 0,13 8-2372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9:41.6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0 370 3049 0 0,'2'1'188'0'0,"1"0"1"0"0,0 0 0 0 0,-1 0-1 0 0,1-1 1 0 0,-1 1 0 0 0,1-1-1 0 0,0 0 1 0 0,-1 0 0 0 0,1 0-1 0 0,0 0 1 0 0,-1 0 0 0 0,1-1 0 0 0,0 1-1 0 0,-1-1 1 0 0,1 1 0 0 0,0-1-1 0 0,-1 0 1 0 0,0 0 0 0 0,1 0-1 0 0,3-3 1 0 0,50-31-283 0 0,-53 32 201 0 0,5-1-340 0 0,-1-1-1 0 0,-1 0 1 0 0,1-1-1 0 0,-1 0 0 0 0,0 0 1 0 0,0 0-1 0 0,0-1 1 0 0,-1 0-1 0 0,0 0 1 0 0,-1 0-1 0 0,1 0 1 0 0,-1-1-1 0 0,-1 0 0 0 0,1 0 1 0 0,2-11-1 0 0,-2 6-2077 0 0</inkml:trace>
  <inkml:trace contextRef="#ctx0" brushRef="#br0" timeOffset="1">157 2 2665 0 0,'-1'-1'188'0'0,"0"1"-1"0"0,1 0 1 0 0,-1 0 0 0 0,0 0 0 0 0,0 0 0 0 0,0-1 0 0 0,1 1 0 0 0,-1 0 0 0 0,0 0 0 0 0,0 1 0 0 0,0-1 0 0 0,0 0 0 0 0,1 0 0 0 0,-1 0 0 0 0,0 0 0 0 0,0 1 0 0 0,1-1 0 0 0,-1 0 0 0 0,0 1 0 0 0,0-1 0 0 0,1 1 0 0 0,-1-1 0 0 0,0 0 0 0 0,1 1 0 0 0,-1 0 0 0 0,1-1 0 0 0,-2 1-1 0 0,-4 25 1566 0 0,13 38-2157 0 0,-4-52 770 0 0,6 45-264 0 0,27 92 0 0 0,-29-129-736 0 0,0 0 0 0 0,1-1-1 0 0,1 0 1 0 0,1-1 0 0 0,0 1 0 0 0,2-2 0 0 0,0 0-1 0 0,17 18 1 0 0,-12-18-2168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9:42.0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0 110 2032 0 0,'7'-10'4323'0'0,"32"-33"-2055"0"0,-31 36-1898 0 0,0 1 1 0 0,1 0-1 0 0,0 0 0 0 0,0 1 0 0 0,0 0 1 0 0,0 0-1 0 0,1 1 0 0 0,0 0 1 0 0,0 1-1 0 0,11-2 0 0 0,-19 5-322 0 0,-1 1 0 0 0,1-1 0 0 0,-1 1 0 0 0,1-1-1 0 0,-1 1 1 0 0,1 0 0 0 0,-1 0 0 0 0,0 0 0 0 0,0 0 0 0 0,1 0 0 0 0,-1 0-1 0 0,0 0 1 0 0,0 0 0 0 0,0 0 0 0 0,0 0 0 0 0,0 1 0 0 0,0-1 0 0 0,0 0-1 0 0,-1 1 1 0 0,1-1 0 0 0,0 1 0 0 0,-1-1 0 0 0,1 3 0 0 0,14 46 57 0 0,-11-33-43 0 0,18 63-89 0 0,8 29-391 0 0,-25-97-330 0 0,-1-1-1 0 0,2 1 1 0 0,-1-1-1 0 0,2 0 0 0 0,-1 0 1 0 0,14 15-1 0 0,-20-25 635 0 0,1-1-1 0 0,-1 0 1 0 0,0 1 0 0 0,0-1-1 0 0,1 1 1 0 0,-1-1 0 0 0,0 0-1 0 0,1 1 1 0 0,-1-1 0 0 0,0 0-1 0 0,1 1 1 0 0,-1-1 0 0 0,0 0-1 0 0,1 0 1 0 0,-1 1 0 0 0,1-1-1 0 0,-1 0 1 0 0,0 0-1 0 0,1 0 1 0 0,-1 0 0 0 0,1 1-1 0 0,-1-1 1 0 0,1 0 0 0 0,-1 0-1 0 0,1 0 1 0 0,-1 0 0 0 0,0 0-1 0 0,1 0 1 0 0,-1 0 0 0 0,1 0-1 0 0,-1 0 1 0 0,1 0 0 0 0,-1-1-1 0 0,1 1 1 0 0,-1 0-1 0 0,1 0 1 0 0,-1 0 0 0 0,0 0-1 0 0,1-1 1 0 0,-1 1 0 0 0,1 0-1 0 0,-1 0 1 0 0,0-1 0 0 0,1 1-1 0 0,-1 0 1 0 0,1-1 0 0 0,2-5-2071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9:42.3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21 2913 0 0,'-11'-21'4439'0'0,"12"35"-1851"0"0,11 38-1411 0 0,96 193-868 0 0,-41-102-2234 0 0,-47-99-47 0 0,-6-17-2338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9:42.7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11 125 2104 0 0,'0'-1'142'0'0,"-1"1"-1"0"0,1 0 0 0 0,-1 0 1 0 0,0-1-1 0 0,1 1 0 0 0,-1 0 1 0 0,1-1-1 0 0,-1 1 0 0 0,1 0 1 0 0,-1-1-1 0 0,1 1 0 0 0,-1-1 1 0 0,1 1-1 0 0,0-1 0 0 0,-1 1 0 0 0,1-1 1 0 0,0 1-1 0 0,-1-1 0 0 0,1 0 1 0 0,0 1-1 0 0,0-1 0 0 0,-1 1 1 0 0,1-1-1 0 0,0 0 0 0 0,0 1 1 0 0,0-1-1 0 0,0 0 0 0 0,0 1 1 0 0,0-1-1 0 0,0 1 0 0 0,0-1 0 0 0,0 0 1 0 0,0 1-1 0 0,0-2 0 0 0,18-20 1743 0 0,37-16-962 0 0,-51 36-538 0 0,7-5-59 0 0,-5 3-205 0 0,0-1 0 0 0,1 1 0 0 0,-1 0 0 0 0,1 1 0 0 0,0 0 0 0 0,0 0 0 0 0,1 0 0 0 0,-1 1 0 0 0,1 0 0 0 0,14-2 0 0 0,-21 5-90 0 0,0 0 0 0 0,0 0-1 0 0,0 0 1 0 0,0-1 0 0 0,-1 2-1 0 0,1-1 1 0 0,0 0 0 0 0,0 0-1 0 0,-1 0 1 0 0,1 0 0 0 0,-1 0-1 0 0,1 0 1 0 0,-1 1 0 0 0,0-1-1 0 0,1 0 1 0 0,-1 0 0 0 0,0 1-1 0 0,0-1 1 0 0,0 0 0 0 0,0 3-1 0 0,2 30 56 0 0,-2-32-67 0 0,0 23 81 0 0,1 0 1 0 0,2-1 0 0 0,1 1 0 0 0,10 37-1 0 0,-10-51-412 0 0,0 0 0 0 0,0 0 0 0 0,1-1 0 0 0,0 0 0 0 0,9 13 0 0 0,-11-19-341 0 0,1 1 0 0 0,0 0 0 0 0,0-1 0 0 0,0 0 0 0 0,0 0 0 0 0,1 0-1 0 0,0-1 1 0 0,0 1 0 0 0,0-1 0 0 0,0 0 0 0 0,6 2 0 0 0,-7-3-1720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9:43.0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 1880 0 0,'0'0'91'0'0,"0"0"0"0"0,0 0-1 0 0,0 0 1 0 0,0 0-1 0 0,0 0 1 0 0,-1 0-1 0 0,1 0 1 0 0,0 0-1 0 0,0 0 1 0 0,0 0 0 0 0,0 0-1 0 0,0 0 1 0 0,-1 0-1 0 0,1 0 1 0 0,0 0-1 0 0,0 0 1 0 0,0 0 0 0 0,0 0-1 0 0,-1 0 1 0 0,1 0-1 0 0,0 0 1 0 0,0 0-1 0 0,0 0 1 0 0,0 0-1 0 0,-1 0 1 0 0,1 0 0 0 0,0 0-1 0 0,0 0 1 0 0,0 0-1 0 0,0 1 1 0 0,0-1-1 0 0,0 0 1 0 0,-1 0 0 0 0,1 0-1 0 0,0 0 1 0 0,0 0-1 0 0,0 0 1 0 0,0 1-1 0 0,0-1 1 0 0,0 0-1 0 0,0 0 1 0 0,0 0 0 0 0,0 0-1 0 0,0 1 1 0 0,0-1-1 0 0,0 0 1 0 0,0 0-1 0 0,0 0 1 0 0,0 0 0 0 0,0 0-1 0 0,0 1 1 0 0,0-1-1 0 0,0 0 1 0 0,0 0-1 0 0,0 0 1 0 0,0 0 0 0 0,0 1-1 0 0,3 17 1227 0 0,9 17-1253 0 0,125 260-3989 0 0,-135-290 3743 0 0,0-4 80 0 0,-1 1-1 0 0,0-1 1 0 0,0 1 0 0 0,0-1 0 0 0,0 1 0 0 0,-1 0-1 0 0,1-1 1 0 0,0 1 0 0 0,-1 0 0 0 0,1 0 0 0 0,-1 0-1 0 0,1-1 1 0 0,-1 1 0 0 0,0 0 0 0 0,0 0-1 0 0,0 0 1 0 0,0 0 0 0 0,0 0 0 0 0,-1-1 0 0 0,1 1-1 0 0,0 0 1 0 0,-1 0 0 0 0,0 2 0 0 0,1 2-1356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9:43.4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12 136 1448 0 0,'-3'-9'1106'0'0,"-5"-18"1301"0"0,9 18 2413 0 0,8 7-4358 0 0,0-2 0 0 0,0 0 0 0 0,0 0 0 0 0,0 0 0 0 0,-1-1 0 0 0,0-1 0 0 0,10-7 0 0 0,-7 5-1021 0 0,0 1 1 0 0,0 0-1 0 0,16-7 0 0 0,6 1-4899 0 0,-17 16 1770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9:44.0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 5257 0 0,'0'0'174'0'0,"-1"1"-1"0"0,1 0 0 0 0,0 0 1 0 0,-1-1-1 0 0,1 1 0 0 0,0 0 1 0 0,-1 0-1 0 0,1 0 1 0 0,0-1-1 0 0,0 1 0 0 0,-1 0 1 0 0,1 0-1 0 0,0 0 1 0 0,0 0-1 0 0,0-1 0 0 0,0 1 1 0 0,0 0-1 0 0,1 0 1 0 0,-1 0-1 0 0,0 0 0 0 0,0 0 1 0 0,0-1-1 0 0,1 1 0 0 0,-1 0 1 0 0,0 0-1 0 0,1 0 1 0 0,-1-1-1 0 0,1 1 0 0 0,0 1 1 0 0,19 32-363 0 0,-14-24 483 0 0,35 68-247 0 0,56 115-762 0 0,-82-157 553 0 0,-1 0 0 0 0,-1 0-1 0 0,10 59 1 0 0,-22-84-152 0 0,-4-11 135 0 0,-11-25 147 0 0,-14-45 697 0 0,22 51-265 0 0,0-1 0 0 0,1 0-1 0 0,1-1 1 0 0,1 1-1 0 0,0-25 1 0 0,2 40-310 0 0,1 0 1 0 0,0 0-1 0 0,0 0 0 0 0,1 0 0 0 0,-1 0 1 0 0,1 0-1 0 0,0 0 0 0 0,1 0 1 0 0,-1 0-1 0 0,1 0 0 0 0,0 1 1 0 0,0-1-1 0 0,0 1 0 0 0,1-1 0 0 0,-1 1 1 0 0,1 0-1 0 0,0 0 0 0 0,1 0 1 0 0,-1 0-1 0 0,1 1 0 0 0,-1-1 1 0 0,1 1-1 0 0,0 0 0 0 0,0 0 0 0 0,0 0 1 0 0,9-4-1 0 0,-10 6-62 0 0,0 0 0 0 0,0 0 0 0 0,0 0-1 0 0,0 1 1 0 0,0-1 0 0 0,1 1 0 0 0,-1 0 0 0 0,0 0-1 0 0,0 0 1 0 0,0 0 0 0 0,0 0 0 0 0,0 1 0 0 0,0-1 0 0 0,0 1-1 0 0,0 0 1 0 0,0 0 0 0 0,0 0 0 0 0,5 2 0 0 0,-3 0-3 0 0,-1 1 1 0 0,1-1-1 0 0,0 1 0 0 0,-1 0 1 0 0,0 0-1 0 0,0 0 1 0 0,0 0-1 0 0,-1 1 0 0 0,5 7 1 0 0,0 1-177 0 0,-1 1 0 0 0,-1-1 1 0 0,0 1-1 0 0,-1 0 0 0 0,-1 1 1 0 0,6 28-1 0 0,-6-19-435 0 0,-2-9-171 0 0,1-1 0 0 0,-2 1 0 0 0,0 0 0 0 0,0 0 0 0 0,-4 29 0 0 0,3-44 719 0 0,0-1 0 0 0,0 1 1 0 0,0 0-1 0 0,-1 0 0 0 0,1 0 0 0 0,0 0 0 0 0,0 0 0 0 0,0 0 0 0 0,0 0 0 0 0,0 0 0 0 0,0 0 0 0 0,0 0 1 0 0,0 0-1 0 0,0 0 0 0 0,-1 0 0 0 0,1 0 0 0 0,0 0 0 0 0,0 0 0 0 0,0 0 0 0 0,0 0 0 0 0,0 0 1 0 0,0 0-1 0 0,0 0 0 0 0,0 0 0 0 0,-1 0 0 0 0,1 0 0 0 0,0 0 0 0 0,0 0 0 0 0,0 0 0 0 0,0 0 0 0 0,0 0 1 0 0,0 0-1 0 0,0 0 0 0 0,0 0 0 0 0,0 0 0 0 0,-1 0 0 0 0,1 0 0 0 0,0 0 0 0 0,0 1 0 0 0,0-1 1 0 0,0 0-1 0 0,0 0 0 0 0,0 0 0 0 0,0 0 0 0 0,0 0 0 0 0,0 0 0 0 0,0 0 0 0 0,0 0 0 0 0,0 0 1 0 0,0 1-1 0 0,0-1 0 0 0,0 0 0 0 0,0 0 0 0 0,0 0 0 0 0,0 0 0 0 0,0 0 0 0 0,0 0 0 0 0,-5-15-935 0 0,-1-22 294 0 0,9 5 600 0 0,2 0 0 0 0,1 0-1 0 0,1 0 1 0 0,2 1 0 0 0,1 0 0 0 0,21-46-1 0 0,-31 77 143 0 0,0-1 0 0 0,0 1-1 0 0,0-1 1 0 0,0 1 0 0 0,1-1-1 0 0,-1 1 1 0 0,0-1 0 0 0,0 1-1 0 0,0-1 1 0 0,0 1 0 0 0,0-1-1 0 0,1 1 1 0 0,-1-1 0 0 0,0 1 0 0 0,1-1-1 0 0,-1 1 1 0 0,0-1 0 0 0,1 1-1 0 0,-1 0 1 0 0,0-1 0 0 0,1 1-1 0 0,-1 0 1 0 0,1-1 0 0 0,-1 1-1 0 0,0 0 1 0 0,1 0 0 0 0,-1-1-1 0 0,1 1 1 0 0,-1 0 0 0 0,1 0-1 0 0,-1 0 1 0 0,1-1 0 0 0,-1 1-1 0 0,1 0 1 0 0,0 0 0 0 0,3 21 1219 0 0,-7 38-408 0 0,3-58-854 0 0,-2 13 11 0 0,1-1 0 0 0,1 1 0 0 0,0 0 0 0 0,0-1 0 0 0,2 1 0 0 0,4 22 0 0 0,-5-32-31 0 0,0-1 0 0 0,1 1 0 0 0,-1-1 0 0 0,1 1 0 0 0,0-1 0 0 0,0 0 0 0 0,0 0 0 0 0,0 0 0 0 0,1 0 0 0 0,-1 0 0 0 0,1 0 0 0 0,0-1 0 0 0,0 1 0 0 0,0-1 0 0 0,0 0 0 0 0,0 0 0 0 0,0 0 0 0 0,1 0 0 0 0,-1 0 0 0 0,0-1 0 0 0,1 0-1 0 0,0 1 1 0 0,-1-1 0 0 0,1-1 0 0 0,0 1 0 0 0,-1 0 0 0 0,1-1 0 0 0,7 0 0 0 0,-4 0 115 0 0,0 0 0 0 0,-1-1 0 0 0,1 0 0 0 0,0 0 0 0 0,-1-1 1 0 0,1 0-1 0 0,-1 0 0 0 0,1 0 0 0 0,-1-1 0 0 0,0 0 0 0 0,0 0 0 0 0,0-1 0 0 0,0 0 0 0 0,-1 0 0 0 0,0 0 0 0 0,1 0 0 0 0,6-9 0 0 0,-9 10 2 0 0,-1 0 0 0 0,1 0 0 0 0,-1 0 0 0 0,1-1 0 0 0,-1 1 0 0 0,0-1 0 0 0,-1 1 1 0 0,1-1-1 0 0,-1 0 0 0 0,1 0 0 0 0,-1 0 0 0 0,0 0 0 0 0,-1 0 0 0 0,1 0 0 0 0,-1 0 0 0 0,1 0 0 0 0,-1 0 0 0 0,0 0 0 0 0,-1 0 0 0 0,1 0 0 0 0,-1 0 1 0 0,0 0-1 0 0,0 0 0 0 0,0 0 0 0 0,0 1 0 0 0,-1-1 0 0 0,1 0 0 0 0,-1 1 0 0 0,0-1 0 0 0,-4-5 0 0 0,2 5-42 0 0,0 0-1 0 0,1 1 1 0 0,-2-1-1 0 0,1 1 1 0 0,0 0 0 0 0,0 0-1 0 0,-1 1 1 0 0,0-1-1 0 0,1 1 1 0 0,-1 0-1 0 0,0 0 1 0 0,0 1 0 0 0,0-1-1 0 0,0 1 1 0 0,-1 0-1 0 0,1 0 1 0 0,0 1-1 0 0,0 0 1 0 0,-1 0 0 0 0,1 0-1 0 0,-9 2 1 0 0,10-2-213 0 0,-1 1 0 0 0,0-1 0 0 0,1 1 0 0 0,-1 0 0 0 0,1 0 0 0 0,0 1 0 0 0,-1 0 0 0 0,1-1 0 0 0,0 1 0 0 0,0 1 0 0 0,0-1 0 0 0,0 1 0 0 0,0-1 0 0 0,1 1 0 0 0,-1 0 0 0 0,1 0 0 0 0,0 1 0 0 0,0-1 0 0 0,0 1 0 0 0,0-1-1 0 0,0 1 1 0 0,1 0 0 0 0,0 0 0 0 0,-4 8 0 0 0,6-11 10 0 0,0 0 0 0 0,-1-1-1 0 0,1 1 1 0 0,0 0-1 0 0,-1 0 1 0 0,1-1 0 0 0,0 1-1 0 0,0 0 1 0 0,0 0-1 0 0,0-1 1 0 0,0 1-1 0 0,-1 0 1 0 0,2 0 0 0 0,-1-1-1 0 0,0 1 1 0 0,0 0-1 0 0,0 0 1 0 0,0-1 0 0 0,0 1-1 0 0,1 0 1 0 0,-1 0-1 0 0,0-1 1 0 0,1 1 0 0 0,-1 0-1 0 0,0-1 1 0 0,1 1-1 0 0,-1 0 1 0 0,1-1-1 0 0,-1 1 1 0 0,1-1 0 0 0,-1 1-1 0 0,1-1 1 0 0,-1 1-1 0 0,1-1 1 0 0,0 1 0 0 0,-1-1-1 0 0,1 1 1 0 0,0-1-1 0 0,-1 0 1 0 0,1 1-1 0 0,0-1 1 0 0,0 0 0 0 0,-1 0-1 0 0,1 0 1 0 0,0 0-1 0 0,0 1 1 0 0,1-1 0 0 0,2 0-294 0 0,-1-1 0 0 0,1 1 1 0 0,0-1-1 0 0,-1 1 1 0 0,1-1-1 0 0,0 0 0 0 0,-1-1 1 0 0,5-1-1 0 0,9-5-1737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9:44.9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35 269 1928 0 0,'0'0'169'0'0,"-1"-1"-1"0"0,0 1 0 0 0,0-1 0 0 0,1 0 0 0 0,-1 1 0 0 0,0-1 0 0 0,0 1 1 0 0,0 0-1 0 0,1-1 0 0 0,-1 1 0 0 0,0-1 0 0 0,0 1 0 0 0,0 0 1 0 0,0 0-1 0 0,0 0 0 0 0,0 0 0 0 0,0 0 0 0 0,0 0 0 0 0,0 0 0 0 0,0 0 1 0 0,0 0-1 0 0,0 0 0 0 0,1 0 0 0 0,-1 0 0 0 0,0 1 0 0 0,0-1 1 0 0,0 0-1 0 0,-1 1 0 0 0,1 0 18 0 0,0 0 0 0 0,0 1 0 0 0,1-1 0 0 0,-1 0 0 0 0,0 0 0 0 0,1 1 0 0 0,-1-1 0 0 0,1 1 0 0 0,-1-1 0 0 0,1 0 0 0 0,-1 1 0 0 0,1-1-1 0 0,0 1 1 0 0,0-1 0 0 0,0 3 0 0 0,0 4 173 0 0,0 0-1 0 0,1 0 0 0 0,0 0 1 0 0,0 0-1 0 0,5 12 1 0 0,8 12-71 0 0,27 45 0 0 0,10 19-251 0 0,-41-76-29 0 0,-10-21-8 0 0,0 1 0 0 0,0 0 0 0 0,0 0 0 0 0,0 0 0 0 0,0 0 0 0 0,0 0 0 0 0,0 0 0 0 0,0 0 0 0 0,0 0-1 0 0,0 0 1 0 0,0-1 0 0 0,0 1 0 0 0,0 0 0 0 0,0 0 0 0 0,0 0 0 0 0,0 0 0 0 0,0 0 0 0 0,0 0 0 0 0,0 0 0 0 0,0 0 0 0 0,0 0 0 0 0,0-1 0 0 0,0 1 0 0 0,0 0 0 0 0,0 0 0 0 0,1 0 0 0 0,-1 0 0 0 0,0 0 0 0 0,0 0 0 0 0,0 0 0 0 0,0 0 0 0 0,0 0 0 0 0,0 0 0 0 0,0 0 0 0 0,0 0 0 0 0,0 0 0 0 0,0 0 0 0 0,0 0 0 0 0,1 0 0 0 0,-1 0 0 0 0,0 0 0 0 0,0 0 0 0 0,0 0-1 0 0,0 0 1 0 0,0-1 0 0 0,0 1 0 0 0,0 1 0 0 0,0-1 0 0 0,0 0 0 0 0,1 0 0 0 0,-1 0 0 0 0,0 0 0 0 0,0 0 0 0 0,0 0 0 0 0,0 0 0 0 0,0 0 0 0 0,0 0 0 0 0,0 0 0 0 0,0 0 0 0 0,0 0 0 0 0,0 0 0 0 0,0 0 0 0 0,1 0 0 0 0,-5-39 11 0 0,0 12 51 0 0,3 8 157 0 0,0 1 0 0 0,2 0 0 0 0,0-1 0 0 0,1 1-1 0 0,0 0 1 0 0,2 0 0 0 0,0 0 0 0 0,1 1 0 0 0,1-1 0 0 0,14-30 0 0 0,-19 46-194 0 0,0 0 0 0 0,0 0-1 0 0,0 1 1 0 0,0-1 0 0 0,0 0 0 0 0,1 0-1 0 0,-1 1 1 0 0,1-1 0 0 0,-1 1 0 0 0,1 0-1 0 0,-1-1 1 0 0,1 1 0 0 0,0 0-1 0 0,0 0 1 0 0,-1 0 0 0 0,1 0 0 0 0,0 0-1 0 0,0 0 1 0 0,0 0 0 0 0,0 1 0 0 0,0-1-1 0 0,0 1 1 0 0,0 0 0 0 0,1-1-1 0 0,-1 1 1 0 0,0 0 0 0 0,0 0 0 0 0,0 0-1 0 0,0 1 1 0 0,0-1 0 0 0,0 0 0 0 0,0 1-1 0 0,0 0 1 0 0,0-1 0 0 0,0 1 0 0 0,0 0-1 0 0,0 0 1 0 0,0 0 0 0 0,0 0-1 0 0,-1 0 1 0 0,1 0 0 0 0,0 1 0 0 0,-1-1-1 0 0,1 0 1 0 0,1 3 0 0 0,4 3-33 0 0,-1-1 0 0 0,0 1 1 0 0,0 0-1 0 0,-1 1 0 0 0,0-1 0 0 0,0 1 1 0 0,-1 0-1 0 0,0 0 0 0 0,4 12 0 0 0,-1 16-198 0 0,-2-5-192 0 0,-3-26 16 0 0,1-13-176 0 0,2-37 580 0 0,5-23 378 0 0,-9 63-356 0 0,0 1 0 0 0,0 0 1 0 0,1 0-1 0 0,-1 0 1 0 0,1 0-1 0 0,0 0 0 0 0,1 0 1 0 0,-1 0-1 0 0,1 0 1 0 0,-1 1-1 0 0,1 0 1 0 0,5-5-1 0 0,-7 7-37 0 0,0 1 0 0 0,-1 0-1 0 0,1-1 1 0 0,0 1 0 0 0,0 0 0 0 0,0 0 0 0 0,0 0-1 0 0,0-1 1 0 0,0 1 0 0 0,0 0 0 0 0,0 0-1 0 0,0 0 1 0 0,0 1 0 0 0,0-1 0 0 0,0 0 0 0 0,0 0-1 0 0,0 0 1 0 0,-1 1 0 0 0,1-1 0 0 0,0 0 0 0 0,0 1-1 0 0,0-1 1 0 0,0 1 0 0 0,0-1 0 0 0,-1 1-1 0 0,1 0 1 0 0,0-1 0 0 0,0 1 0 0 0,-1 0 0 0 0,1-1-1 0 0,-1 1 1 0 0,1 0 0 0 0,0 0 0 0 0,0 1 0 0 0,23 34-348 0 0,-20-30 29 0 0,2 3-8 0 0,7 8-760 0 0,-11-17 1067 0 0,-1-1 0 0 0,0 1 0 0 0,0 0 0 0 0,0-1 0 0 0,-1 1 0 0 0,1-1 0 0 0,0 1 0 0 0,0-1 0 0 0,0 1 0 0 0,0-1 0 0 0,0 0 0 0 0,0 1 0 0 0,-1-1 0 0 0,1 0 0 0 0,0 0 0 0 0,-1 1 0 0 0,1-1 0 0 0,-1 0 0 0 0,1 0 0 0 0,-1 0 0 0 0,1 0 0 0 0,0-2 0 0 0,6-7 71 0 0,1 0-1 0 0,1 0 1 0 0,-1 1-1 0 0,2 0 1 0 0,-1 1-1 0 0,12-8 1 0 0,-14 11 32 0 0,0 0 0 0 0,0 0 0 0 0,0-1 1 0 0,-1 0-1 0 0,0 0 0 0 0,0-1 0 0 0,0 1 1 0 0,-1-1-1 0 0,0-1 0 0 0,0 1 1 0 0,-1-1-1 0 0,0 0 0 0 0,-1 0 0 0 0,5-12 1 0 0,-6 13 58 0 0,-1-1 0 0 0,0 1 0 0 0,0-1 0 0 0,-1 1 1 0 0,0-1-1 0 0,0 1 0 0 0,-1-1 0 0 0,0 1 0 0 0,-2-10 1 0 0,2 15-117 0 0,1-1 0 0 0,-1 1 1 0 0,0 0-1 0 0,0 0 1 0 0,1 1-1 0 0,-2-1 1 0 0,1 0-1 0 0,0 0 0 0 0,0 0 1 0 0,0 1-1 0 0,-1-1 1 0 0,1 0-1 0 0,-1 1 0 0 0,0 0 1 0 0,1-1-1 0 0,-1 1 1 0 0,0 0-1 0 0,0 0 1 0 0,0 0-1 0 0,1 0 0 0 0,-1 0 1 0 0,0 0-1 0 0,0 0 1 0 0,-1 1-1 0 0,1-1 0 0 0,0 1 1 0 0,0-1-1 0 0,0 1 1 0 0,0 0-1 0 0,0 0 1 0 0,0 0-1 0 0,-1 0 0 0 0,1 0 1 0 0,0 1-1 0 0,0-1 1 0 0,0 1-1 0 0,-3 0 0 0 0,2 0-45 0 0,0 1-1 0 0,0-1 0 0 0,0 1 0 0 0,0 0 0 0 0,1 0 0 0 0,-1 0 0 0 0,0 0 0 0 0,1 0 0 0 0,-1 0 0 0 0,1 1 0 0 0,0-1 0 0 0,0 1 0 0 0,0 0 0 0 0,0 0 0 0 0,0 0 0 0 0,1 0 0 0 0,-1 0 0 0 0,1 0 0 0 0,0 0 0 0 0,0 0 0 0 0,0 0 0 0 0,0 1 0 0 0,0-1 0 0 0,1 0 0 0 0,-1 1 0 0 0,1-1 0 0 0,0 5 0 0 0,0 5-158 0 0,0-1 1 0 0,0 0-1 0 0,1 1 1 0 0,1-1-1 0 0,0 0 0 0 0,4 16 1 0 0,-2-19 105 0 0,-1 1 1 0 0,1-1-1 0 0,1 0 1 0 0,0 0-1 0 0,0-1 1 0 0,1 1-1 0 0,0-1 1 0 0,0 0-1 0 0,1-1 0 0 0,0 1 1 0 0,11 8-1 0 0,-15-13 108 0 0,0-1 1 0 0,1 0-1 0 0,-1 0 0 0 0,1 0 0 0 0,-1 0 0 0 0,1-1 0 0 0,-1 1 0 0 0,1-1 0 0 0,0 0 0 0 0,0 0 1 0 0,0 0-1 0 0,0 0 0 0 0,0-1 0 0 0,-1 0 0 0 0,1 0 0 0 0,0 0 0 0 0,0 0 0 0 0,0 0 0 0 0,0-1 1 0 0,0 0-1 0 0,0 0 0 0 0,0 0 0 0 0,0 0 0 0 0,-1-1 0 0 0,1 1 0 0 0,-1-1 0 0 0,1 0 0 0 0,-1 0 1 0 0,1 0-1 0 0,-1-1 0 0 0,0 1 0 0 0,3-4 0 0 0,-2 2-39 0 0,0 0 0 0 0,-1-1-1 0 0,1 0 1 0 0,-1 0 0 0 0,0 0 0 0 0,0 0-1 0 0,-1 0 1 0 0,0 0 0 0 0,0-1 0 0 0,0 1-1 0 0,0-1 1 0 0,-1 0 0 0 0,0 0 0 0 0,0 1 0 0 0,0-1-1 0 0,-1 0 1 0 0,0 0 0 0 0,0 0 0 0 0,-1 0-1 0 0,1 1 1 0 0,-1-1 0 0 0,-2-7 0 0 0,2 13-162 0 0,1-1 0 0 0,0 1 0 0 0,0 0 1 0 0,0 0-1 0 0,0-1 0 0 0,0 1 0 0 0,0 0 0 0 0,0 0 1 0 0,0-1-1 0 0,-1 1 0 0 0,1 0 0 0 0,0 0 1 0 0,0 0-1 0 0,0-1 0 0 0,0 1 0 0 0,-1 0 1 0 0,1 0-1 0 0,0 0 0 0 0,0 0 0 0 0,-1 0 0 0 0,1-1 1 0 0,0 1-1 0 0,0 0 0 0 0,0 0 0 0 0,-1 0 1 0 0,1 0-1 0 0,0 0 0 0 0,0 0 0 0 0,-1 0 1 0 0,1 0-1 0 0,0 0 0 0 0,0 0 0 0 0,-1 0 0 0 0,1 0 1 0 0,0 0-1 0 0,0 0 0 0 0,-1 0 0 0 0,1 0 1 0 0,0 0-1 0 0,0 0 0 0 0,-1 0 0 0 0,1 1 0 0 0,0-1 1 0 0,0 0-1 0 0,-1 0 0 0 0,1 0 0 0 0,0 0 1 0 0,0 0-1 0 0,0 1 0 0 0,-1-1 0 0 0,1 0 1 0 0,0 0-1 0 0,0 0 0 0 0,0 1 0 0 0,0-1 0 0 0,0 0 1 0 0,-1 0-1 0 0,1 0 0 0 0,0 1 0 0 0,0-1 1 0 0,0 0-1 0 0,0 0 0 0 0,0 1 0 0 0,0-1 1 0 0,0 1-1 0 0,7 8-4229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9:45.3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3417 0 0,'3'-4'7846'0'0,"4"12"-5548"0"0,4 11-1737 0 0,7 56-409 0 0,31 105 365 0 0,-42-159-2650 0 0,2 0 1 0 0,1-1-1 0 0,18 28 0 0 0,-22-43-577 0 0,-2-2 200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9:45.9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9 3689 0 0,'-9'-9'5334'0'0,"12"19"-2363"0"0,-3-9-2936 0 0,0-1 0 0 0,0 1 0 0 0,0-1 0 0 0,0 1 0 0 0,0-1 0 0 0,1 1 0 0 0,-1-1 0 0 0,0 1 0 0 0,0-1 1 0 0,1 1-1 0 0,-1-1 0 0 0,0 0 0 0 0,1 1 0 0 0,-1-1 0 0 0,0 1 0 0 0,1-1 0 0 0,-1 0 0 0 0,1 1 0 0 0,-1-1 0 0 0,1 0 0 0 0,-1 1 0 0 0,0-1 0 0 0,1 0 0 0 0,-1 0 0 0 0,1 0 0 0 0,-1 1 0 0 0,1-1 1 0 0,0 0-1 0 0,-1 0 0 0 0,1 0 0 0 0,-1 0 0 0 0,1 0 0 0 0,-1 0 0 0 0,1 0 0 0 0,-1 0 0 0 0,1 0 0 0 0,-1 0 0 0 0,1 0 0 0 0,-1 0 0 0 0,1-1 0 0 0,-1 1 0 0 0,1 0 0 0 0,-1 0 0 0 0,1 0 0 0 0,-1-1 1 0 0,1 1-1 0 0,-1 0 0 0 0,1-1 0 0 0,-1 1 0 0 0,1 0 0 0 0,-1-1 0 0 0,0 1 0 0 0,1-1 0 0 0,5-6 197 0 0,-8 15-90 0 0,-4 19-41 0 0,6-26-100 0 0,0 0-1 0 0,0-1 1 0 0,0 1-1 0 0,0-1 1 0 0,0 1-1 0 0,0-1 1 0 0,0 1-1 0 0,0 0 1 0 0,0-1 0 0 0,0 1-1 0 0,0-1 1 0 0,1 1-1 0 0,-1-1 1 0 0,0 1-1 0 0,0-1 1 0 0,1 1-1 0 0,-1-1 1 0 0,0 1 0 0 0,0-1-1 0 0,1 1 1 0 0,-1-1-1 0 0,0 1 1 0 0,1-1-1 0 0,-1 1 1 0 0,1-1 0 0 0,-1 0-1 0 0,1 1 1 0 0,-1-1-1 0 0,1 0 1 0 0,-1 1-1 0 0,1-1 1 0 0,-1 0-1 0 0,1 0 1 0 0,-1 0 0 0 0,1 1-1 0 0,-1-1 1 0 0,1 0-1 0 0,0 0 1 0 0,0 0-1 0 0,0 0 13 0 0,0-1 0 0 0,0 1 0 0 0,-1 0 0 0 0,1-1 0 0 0,0 1 0 0 0,-1-1 0 0 0,1 0 0 0 0,0 1 0 0 0,-1-1 0 0 0,1 1 0 0 0,-1-1 0 0 0,1 0 0 0 0,-1 1 0 0 0,1-1 0 0 0,-1 0 0 0 0,1 0 0 0 0,-1 1 0 0 0,0-1 0 0 0,1 0 0 0 0,-1 0 0 0 0,0 0 0 0 0,0 0 0 0 0,0 1-1 0 0,0-1 1 0 0,1 0 0 0 0,-1 0 0 0 0,0 0 0 0 0,0 0 0 0 0,-1 0 0 0 0,1 1 0 0 0,0-2 0 0 0,0 1 21 0 0,0 0 0 0 0,0 1 0 0 0,1-1 0 0 0,-1 1 0 0 0,0-1 0 0 0,0 0 0 0 0,0 1 0 0 0,0-1 0 0 0,0 1 0 0 0,0-1 0 0 0,0 0 0 0 0,0 1 0 0 0,-1-1 0 0 0,1 0 0 0 0,0 1 0 0 0,0-1 0 0 0,0 1 0 0 0,-1-1 0 0 0,1 1 0 0 0,0-1 0 0 0,-1 1 0 0 0,1-1 0 0 0,0 1 0 0 0,-1-1 0 0 0,1 1 0 0 0,-1-1 0 0 0,1 1 0 0 0,0-1 0 0 0,-1 1 0 0 0,1 0 0 0 0,-1-1 0 0 0,0 1 0 0 0,1 0 0 0 0,-1 0 0 0 0,1-1 0 0 0,-1 1 0 0 0,-1 0 0 0 0,1 0-24 0 0,0 1-1 0 0,0-1 0 0 0,0 1 0 0 0,0 0 1 0 0,0-1-1 0 0,0 1 0 0 0,1 0 0 0 0,-1 0 1 0 0,0 0-1 0 0,0 0 0 0 0,0 0 0 0 0,1 0 1 0 0,-1 0-1 0 0,0 0 0 0 0,1 0 0 0 0,-1 0 1 0 0,1 0-1 0 0,0 0 0 0 0,-1 0 1 0 0,1 0-1 0 0,0 1 0 0 0,-1-1 0 0 0,1 0 1 0 0,0 0-1 0 0,0 0 0 0 0,0 1 0 0 0,0-1 1 0 0,0 0-1 0 0,0 0 0 0 0,1 0 0 0 0,-1 0 1 0 0,0 1-1 0 0,1-1 0 0 0,-1 0 0 0 0,0 0 1 0 0,1 0-1 0 0,-1 0 0 0 0,1 0 0 0 0,1 2 1 0 0,0 2-15 0 0,0 8-2171 0 0,-8-19-3136 0 0,-4-9 167 0 0,6 9 5510 0 0,-2-5-3546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0:19.6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0 519 2441 0 0,'5'16'3287'0'0,"2"-3"533"0"0,-6-12-3687 0 0,0-1 1 0 0,0 0-1 0 0,0 0 0 0 0,0 0 1 0 0,0 0-1 0 0,0 0 1 0 0,0-1-1 0 0,0 1 0 0 0,0 0 1 0 0,0 0-1 0 0,0-1 1 0 0,0 1-1 0 0,0 0 1 0 0,0-1-1 0 0,0 1 0 0 0,0-1 1 0 0,0 1-1 0 0,-1-1 1 0 0,2-1-1 0 0,5 0 138 0 0,-1 0 1 0 0,0 0-1 0 0,0 0 1 0 0,1 0-1 0 0,-1 1 0 0 0,1 0 1 0 0,8 0-1 0 0,29-6-116 0 0,-33 3-124 0 0,0 0 0 0 0,0-1 0 0 0,0-1 1 0 0,-1 0-1 0 0,0-1 0 0 0,15-12 0 0 0,55-55 98 0 0,-27 23-35 0 0,-39 37 24 0 0,-1-1 0 0 0,0 0 0 0 0,-1-1-1 0 0,-1 0 1 0 0,0-1 0 0 0,-1-1 0 0 0,14-33 0 0 0,11-20 708 0 0,-32 66-796 0 0,0 0 1 0 0,0 1 0 0 0,0-1-1 0 0,0 1 1 0 0,1 0 0 0 0,0 0-1 0 0,0 0 1 0 0,0 0 0 0 0,8-4-1 0 0,-17 56 1967 0 0,6-42-1969 0 0,0 0 0 0 0,0 0 1 0 0,0 0-1 0 0,1 0 0 0 0,0-1 1 0 0,0 1-1 0 0,0-1 0 0 0,1 1 1 0 0,-1-1-1 0 0,2 0 0 0 0,2 5 0 0 0,1 0-15 0 0,1 0 0 0 0,-1-1-1 0 0,2 0 1 0 0,13 11-1 0 0,-10-11-15 0 0,0 0 0 0 0,1-1 0 0 0,0 0-1 0 0,1-1 1 0 0,0 0 0 0 0,0-1-1 0 0,0-1 1 0 0,0 0 0 0 0,31 5-1 0 0,-24-8 20 0 0,1 0 0 0 0,0-1-1 0 0,-1-1 1 0 0,1-1 0 0 0,-1-1 0 0 0,30-6 0 0 0,-6-4 50 0 0,-2-1 0 0 0,0-2 0 0 0,-1-2 0 0 0,0-2 0 0 0,-2-2 0 0 0,42-28 1 0 0,5-14 220 0 0,-78 56-376 0 0,0-1 0 0 0,-1-1 0 0 0,1 0 1 0 0,-2 0-1 0 0,1 0 0 0 0,10-20 0 0 0,-27 12-13139 0 0,4 11 8881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0:20.3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92 3057 0 0,'-2'2'528'0'0,"-1"0"-1"0"0,1 0 1 0 0,-1 1 0 0 0,1-1 0 0 0,0 0 0 0 0,0 1 0 0 0,0 0 0 0 0,-3 5 0 0 0,4-8-460 0 0,1 0 0 0 0,0 1 0 0 0,-1-1 0 0 0,1 0 0 0 0,0 1 0 0 0,-1-1 0 0 0,1 1 0 0 0,0-1 0 0 0,0 1 0 0 0,0-1-1 0 0,-1 0 1 0 0,1 1 0 0 0,0-1 0 0 0,0 1 0 0 0,0-1 0 0 0,0 1 0 0 0,0-1 0 0 0,0 1 0 0 0,0-1 0 0 0,0 1 0 0 0,0-1 0 0 0,0 1 0 0 0,0-1 0 0 0,0 1 0 0 0,0-1 0 0 0,0 1 0 0 0,0-1 0 0 0,1 1 0 0 0,-1-1 0 0 0,0 0 0 0 0,0 1 0 0 0,1-1 0 0 0,-1 1 0 0 0,0-1 0 0 0,0 0 0 0 0,1 1-1 0 0,-1-1 1 0 0,0 0 0 0 0,1 1 0 0 0,-1-1 0 0 0,1 0 0 0 0,-1 1 0 0 0,0-1 0 0 0,1 0 0 0 0,-1 0 0 0 0,1 0 0 0 0,-1 1 0 0 0,1-1 0 0 0,-1 0 0 0 0,1 0 0 0 0,-1 0 0 0 0,0 0 0 0 0,1 0 0 0 0,-1 0 0 0 0,1 0 0 0 0,-1 0 0 0 0,1 0 0 0 0,-1 0 0 0 0,1 0 0 0 0,-1 0 0 0 0,1 0 0 0 0,-1 0-1 0 0,1 0 1 0 0,-1-1 0 0 0,1 1 0 0 0,-1 0 0 0 0,1-1 0 0 0,9-2 271 0 0,-1-1-1 0 0,0 0 1 0 0,0 0 0 0 0,0-1-1 0 0,0-1 1 0 0,-1 1-1 0 0,0-1 1 0 0,0-1-1 0 0,11-11 1 0 0,4-2 260 0 0,-14 13-371 0 0,-3 2-94 0 0,0-1-1 0 0,0 1 0 0 0,1 1 1 0 0,0-1-1 0 0,0 1 0 0 0,0 0 1 0 0,0 1-1 0 0,0-1 0 0 0,14-3 1 0 0,-20 8-113 0 0,0-1 1 0 0,0 0-1 0 0,0 0 0 0 0,0 1 1 0 0,0-1-1 0 0,0 1 0 0 0,0-1 1 0 0,0 1-1 0 0,0-1 1 0 0,0 1-1 0 0,-1-1 0 0 0,1 1 1 0 0,0 0-1 0 0,0 0 0 0 0,-1-1 1 0 0,1 1-1 0 0,0 0 0 0 0,-1 0 1 0 0,1 0-1 0 0,-1 0 1 0 0,1 0-1 0 0,-1-1 0 0 0,1 1 1 0 0,-1 0-1 0 0,0 0 0 0 0,1 0 1 0 0,-1 0-1 0 0,0 1 0 0 0,0-1 1 0 0,0 0-1 0 0,0 0 1 0 0,0 0-1 0 0,0 0 0 0 0,0 0 1 0 0,0 1-1 0 0,-3 46 143 0 0,3-43-128 0 0,-19 127-108 0 0,9-80-1642 0 0,-3 98 0 0 0,13-125-1958 0 0,0-44-360 0 0,1-43 395 0 0,0 10 1785 0 0,1 27 160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0:20.7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0 112 3225 0 0,'17'-13'9757'0'0,"29"-8"-6984"0"0,47-21-1356 0 0,-34 7-5073 0 0,-59 35 3590 0 0,0 0 0 0 0,0 0 1 0 0,0 1-1 0 0,0-1 0 0 0,-1 0 0 0 0,1 0 0 0 0,0 1 0 0 0,0-1 0 0 0,0 0 1 0 0,0 0-1 0 0,0 0 0 0 0,0 1 0 0 0,0-1 0 0 0,0 0 0 0 0,0 0 0 0 0,1 0 0 0 0,-1 1 1 0 0,0-1-1 0 0,0 0 0 0 0,0 0 0 0 0,0 0 0 0 0,0 1 0 0 0,0-1 0 0 0,0 0 0 0 0,0 0 1 0 0,1 0-1 0 0,-1 1 0 0 0,0-1 0 0 0,0 0 0 0 0,0 0 0 0 0,0 0 0 0 0,1 0 0 0 0,-1 0 1 0 0,0 0-1 0 0,0 1 0 0 0,0-1 0 0 0,0 0 0 0 0,1 0 0 0 0,-1 0 0 0 0,0 0 0 0 0,0 0 1 0 0,1 0-1 0 0,-1 0 0 0 0,0 0 0 0 0,0 0 0 0 0,0 0 0 0 0,1 0 0 0 0,-1 0 0 0 0,0 0 1 0 0,0 0-1 0 0,0 0 0 0 0,1 0 0 0 0,-1 0 0 0 0,0 0 0 0 0,0 0 0 0 0,0 0 1 0 0,1-1-1 0 0,-1 1 0 0 0,0 0 0 0 0,0 0 0 0 0,0 0 0 0 0,1 0 0 0 0,-1 0 0 0 0,0 0 1 0 0,0-1-1 0 0,0 1 0 0 0,0 0 0 0 0,0 0 0 0 0,1-1 0 0 0,-1 2-32 0 0,0-1-1 0 0,0 0 1 0 0,0 1 0 0 0,0-1-1 0 0,0 0 1 0 0,0 1 0 0 0,-1-1-1 0 0,1 0 1 0 0,0 1-1 0 0,0-1 1 0 0,0 0 0 0 0,0 1-1 0 0,0-1 1 0 0,0 0 0 0 0,-1 1-1 0 0,1-1 1 0 0,0 0 0 0 0,0 0-1 0 0,0 1 1 0 0,-1-1-1 0 0,1 0 1 0 0,0 0 0 0 0,0 0-1 0 0,-1 1 1 0 0,1-1 0 0 0,0 0-1 0 0,-1 0 1 0 0,1 0-1 0 0,0 0 1 0 0,-1 1 0 0 0,1-1-1 0 0,0 0 1 0 0,-1 0 0 0 0,1 0-1 0 0,0 0 1 0 0,-1 0-1 0 0,1 0 1 0 0,0 0 0 0 0,-1 0-1 0 0,-10-8-1973 0 0,2 12-250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0:21.1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8 276 3361 0 0,'-1'1'172'0'0,"0"0"0"0"0,1 0 0 0 0,-1 0 0 0 0,0 0 0 0 0,1 0 1 0 0,-1 0-1 0 0,1 0 0 0 0,-1 0 0 0 0,1 1 0 0 0,0-1 0 0 0,-1 0 0 0 0,1 0 0 0 0,0 0 1 0 0,0 1-1 0 0,0-1 0 0 0,0 0 0 0 0,0 0 0 0 0,0 0 0 0 0,0 1 0 0 0,1-1 0 0 0,-1 0 1 0 0,0 0-1 0 0,1 0 0 0 0,-1 1 0 0 0,0-1 0 0 0,1 0 0 0 0,1 2 0 0 0,-1-2-25 0 0,1 0 0 0 0,-1-1 0 0 0,1 1 0 0 0,0 0 0 0 0,-1-1 0 0 0,1 1 0 0 0,0-1 0 0 0,-1 0 0 0 0,1 1 0 0 0,0-1 0 0 0,-1 0 0 0 0,1 0 0 0 0,0 0 0 0 0,0 0-1 0 0,-1 0 1 0 0,4-1 0 0 0,4-1 65 0 0,0 0 0 0 0,0 0-1 0 0,0-1 1 0 0,-1 0 0 0 0,1-1-1 0 0,11-6 1 0 0,-12 4-382 0 0,0 0-1 0 0,0 0 1 0 0,-1-1-1 0 0,11-12 1 0 0,-14 13-504 0 0,0 1 1 0 0,0-1-1 0 0,0 0 1 0 0,-1 0-1 0 0,0 0 1 0 0,0 0-1 0 0,-1-1 1 0 0,0 1-1 0 0,0-1 1 0 0,0 1 0 0 0,1-13-1 0 0,0 5-1744 0 0</inkml:trace>
  <inkml:trace contextRef="#ctx0" brushRef="#br0" timeOffset="1">189 0 4321 0 0,'8'18'1867'0'0,"-1"0"-1"0"0,9 31 1 0 0,11 89-2264 0 0,-18-82 294 0 0,10 90-6019 0 0,-18-131 3711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0:21.4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3737 0 0,'9'14'1095'0'0,"-1"1"1"0"0,-1 0-1 0 0,0 0 0 0 0,-1 1 1 0 0,7 27-1 0 0,11 89-459 0 0,-6-32-965 0 0,-10-56-631 0 0,-5-25-445 0 0,1 1 1 0 0,0-1-1 0 0,11 24 0 0 0,-5-23-1296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0:21.8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0 138 2072 0 0,'26'-34'5325'0'0,"5"-5"-3161"0"0,-22 30-1550 0 0,0 1 0 0 0,1 1 0 0 0,0-1 0 0 0,0 2 0 0 0,1 0 0 0 0,0 0 1 0 0,22-8-1 0 0,-32 14-578 0 0,-1 0 1 0 0,1 0-1 0 0,0 0 0 0 0,-1 0 1 0 0,1 0-1 0 0,0 0 0 0 0,-1 0 1 0 0,1 0-1 0 0,-1 0 1 0 0,1 1-1 0 0,0-1 0 0 0,-1 0 1 0 0,1 1-1 0 0,-1-1 1 0 0,1 0-1 0 0,-1 1 0 0 0,1-1 1 0 0,-1 1-1 0 0,1-1 1 0 0,-1 0-1 0 0,1 1 0 0 0,-1-1 1 0 0,1 1-1 0 0,-1 0 0 0 0,0-1 1 0 0,1 1-1 0 0,-1-1 1 0 0,0 1-1 0 0,0-1 0 0 0,1 1 1 0 0,-1 0-1 0 0,0-1 1 0 0,0 1-1 0 0,0 0 0 0 0,0-1 1 0 0,0 1-1 0 0,0 0 1 0 0,0-1-1 0 0,0 1 0 0 0,0 0 1 0 0,0-1-1 0 0,0 1 1 0 0,0-1-1 0 0,0 1 0 0 0,-1 0 1 0 0,1 0-1 0 0,-5 37 193 0 0,4-36-196 0 0,-14 61-750 0 0,-27 68 1 0 0,22-73 317 0 0,16-48 38 0 0,6-22 311 0 0,13-27 718 0 0,-13 37-556 0 0,0-1 1 0 0,1 0-1 0 0,-1 0 0 0 0,0 1 0 0 0,1-1 1 0 0,-1 1-1 0 0,1 0 0 0 0,0-1 0 0 0,0 1 1 0 0,0 0-1 0 0,0 1 0 0 0,0-1 0 0 0,0 1 1 0 0,0-1-1 0 0,0 1 0 0 0,1 0 0 0 0,-1 0 1 0 0,1 0-1 0 0,-1 1 0 0 0,1-1 0 0 0,-1 1 1 0 0,1 0-1 0 0,-1 0 0 0 0,1 0 0 0 0,-1 0 1 0 0,1 1-1 0 0,-1-1 0 0 0,1 1 0 0 0,-1 0 1 0 0,0 0-1 0 0,1 0 0 0 0,-1 1 0 0 0,5 2 1 0 0,7 5-192 0 0,0 1 0 0 0,-1 1 0 0 0,0 0 0 0 0,-1 1 0 0 0,17 18 0 0 0,-15-14-894 0 0,-8-12-3334 0 0,-5-9 53 0 0,-7-12-176 0 0,1 6 1380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0:22.2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0 249 3649 0 0,'1'1'301'0'0,"0"0"-1"0"0,1 0 1 0 0,-1 0 0 0 0,0 0 0 0 0,0 0 0 0 0,1 0 0 0 0,-1 0 0 0 0,1 0-1 0 0,-1-1 1 0 0,0 1 0 0 0,1 0 0 0 0,-1-1 0 0 0,1 1 0 0 0,0-1 0 0 0,-1 0-1 0 0,1 0 1 0 0,-1 0 0 0 0,1 1 0 0 0,0-1 0 0 0,-1-1 0 0 0,1 1 0 0 0,-1 0-1 0 0,1 0 1 0 0,2-1 0 0 0,0-1-74 0 0,-1 1-1 0 0,1-1 1 0 0,0 0 0 0 0,-1 0-1 0 0,0-1 1 0 0,1 1 0 0 0,-1-1-1 0 0,0 0 1 0 0,4-4 0 0 0,4-6-1487 0 0,-1 0 0 0 0,-1 0 0 0 0,15-29 1 0 0,-23 39 893 0 0,1 1-1 0 0,-1-1 1 0 0,0 1 0 0 0,-1-1 0 0 0,1 1-1 0 0,0-1 1 0 0,-1 0 0 0 0,0 1 0 0 0,1-1-1 0 0,-1 0 1 0 0,0 1 0 0 0,-1-6 0 0 0,1 4-58 0 0,4-5-2029 0 0</inkml:trace>
  <inkml:trace contextRef="#ctx0" brushRef="#br0" timeOffset="1">163 1 2152 0 0,'-5'13'6705'0'0,"5"6"-3709"0"0,7 22-1829 0 0,-4-30-453 0 0,7 65-53 0 0,-7-44-1059 0 0,13 52-1 0 0,-13-74-931 0 0,0 0-1 0 0,1 0 1 0 0,0-1 0 0 0,0 1-1 0 0,8 10 1 0 0,-9-16-499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0:22.5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25 3033 0 0,'-1'4'434'0'0,"-3"13"254"0"0,0-1 0 0 0,1 1 0 0 0,0 0-1 0 0,2 0 1 0 0,0 20 0 0 0,0-35-655 0 0,2 1 0 0 0,-1 0 0 0 0,0-1 0 0 0,0 1-1 0 0,1 0 1 0 0,0-1 0 0 0,-1 1 0 0 0,1-1 0 0 0,0 1 0 0 0,0-1 0 0 0,1 1 0 0 0,-1-1 0 0 0,0 1-1 0 0,1-1 1 0 0,0 0 0 0 0,-1 0 0 0 0,1 0 0 0 0,0 0 0 0 0,0 0 0 0 0,0 0 0 0 0,0-1 0 0 0,0 1-1 0 0,1-1 1 0 0,-1 1 0 0 0,0-1 0 0 0,1 0 0 0 0,-1 0 0 0 0,1 0 0 0 0,-1 0 0 0 0,1 0-1 0 0,-1 0 1 0 0,1-1 0 0 0,0 0 0 0 0,0 1 0 0 0,-1-1 0 0 0,1 0 0 0 0,0 0 0 0 0,-1 0 0 0 0,1-1-1 0 0,0 1 1 0 0,2-1 0 0 0,1-1 169 0 0,-1 1 0 0 0,0-1 1 0 0,1 0-1 0 0,-1 0 0 0 0,0 0 0 0 0,0-1 0 0 0,0 0 0 0 0,-1 0 0 0 0,1 0 0 0 0,-1 0 0 0 0,1-1 0 0 0,-1 1 0 0 0,0-1 1 0 0,0-1-1 0 0,-1 1 0 0 0,1 0 0 0 0,-1-1 0 0 0,0 0 0 0 0,0 1 0 0 0,-1-1 0 0 0,1 0 0 0 0,-1-1 0 0 0,1-4 1 0 0,-1 7-104 0 0,-1-1 1 0 0,0 1 0 0 0,0-1 0 0 0,0 1-1 0 0,-1-1 1 0 0,1 1 0 0 0,-1-1 0 0 0,0 1-1 0 0,0-1 1 0 0,0 1 0 0 0,0-1 0 0 0,0 1 0 0 0,-1-1-1 0 0,0 1 1 0 0,0-1 0 0 0,0 1 0 0 0,0-1-1 0 0,0 1 1 0 0,-1 0 0 0 0,1 0 0 0 0,-1 0-1 0 0,0 0 1 0 0,0 0 0 0 0,0 0 0 0 0,-1 0 0 0 0,1 1-1 0 0,0-1 1 0 0,-1 1 0 0 0,0-1 0 0 0,0 1-1 0 0,1 0 1 0 0,-1 0 0 0 0,-1 0 0 0 0,1 1 0 0 0,0-1-1 0 0,-5-1 1 0 0,2 1-49 0 0,0 0 0 0 0,-1 0 0 0 0,1 1 0 0 0,0 0 0 0 0,-1 0 0 0 0,1 0 0 0 0,0 1 0 0 0,-1 0 0 0 0,1 0 0 0 0,-1 1 0 0 0,1-1 0 0 0,-12 4 0 0 0,-42 22-3086 0 0,59-25 2694 0 0,0 0 0 0 0,0-1 0 0 0,-1 1 1 0 0,1-1-1 0 0,0 1 0 0 0,-1-1 0 0 0,1 1 1 0 0,0-1-1 0 0,-1 0 0 0 0,1 0 0 0 0,0 0 1 0 0,-1 0-1 0 0,1 0 0 0 0,-1 0 0 0 0,1 0 1 0 0,0 0-1 0 0,-1 0 0 0 0,1-1 1 0 0,-1 1-1 0 0,1 0 0 0 0,0-1 0 0 0,-1 0 1 0 0,1 1-1 0 0,0-1 0 0 0,0 0 0 0 0,0 1 1 0 0,-2-3-1 0 0,-5-4-3671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6:44.46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23 150 1904 0 0,'-1'-1'132'0'0,"1"0"-1"0"0,-1 0 0 0 0,1 0 0 0 0,-1 0 0 0 0,1 0 0 0 0,-1 0 0 0 0,1-1 0 0 0,0 1 0 0 0,0 0 0 0 0,-1 0 0 0 0,1 0 1 0 0,0 0-1 0 0,0-1 0 0 0,0 1 0 0 0,0 0 0 0 0,0 0 0 0 0,1 0 0 0 0,-1-1 0 0 0,0 1 0 0 0,1 0 0 0 0,-1 0 1 0 0,0 0-1 0 0,1 0 0 0 0,-1 0 0 0 0,1 0 0 0 0,0 0 0 0 0,-1 0 0 0 0,2-2 0 0 0,7-13 699 0 0,-27 10 2370 0 0,3 2-873 0 0,33-4-1549 0 0,-8 6-623 0 0,-1 1 0 0 0,1 0 0 0 0,0 1 0 0 0,19 1 0 0 0,34-2 1044 0 0,-35-5-869 0 0,0-2 1 0 0,40-17-1 0 0,-38 13 136 0 0,52-12 0 0 0,-73 22-316 0 0,1 2 0 0 0,0-1 0 0 0,0 1 1 0 0,0 1-1 0 0,-1 0 0 0 0,1 0 0 0 0,14 4 0 0 0,-12-2 42 0 0,1-1 0 0 0,-1 0 1 0 0,0-1-1 0 0,17-1 0 0 0,-16 0-57 0 0,0 1 0 0 0,0 0 0 0 0,0 0 0 0 0,21 7 0 0 0,-19-5 33 0 0,0 0-1 0 0,31 1 1 0 0,73 3 312 0 0,-87-3-279 0 0,0-2-1 0 0,1-1 1 0 0,0-2-1 0 0,51-7 1 0 0,-75 6-185 0 0,1 0 1 0 0,-1 0 0 0 0,1 1-1 0 0,0 1 1 0 0,0-1 0 0 0,0 2 0 0 0,-1-1-1 0 0,1 1 1 0 0,0 1 0 0 0,-1 0 0 0 0,1 0-1 0 0,13 5 1 0 0,37 10-1386 0 0,-50-16-123 0 0,0 1 1 0 0,0 1-1 0 0,0 0 1 0 0,0 0-1 0 0,-1 1 1 0 0,0 0-1 0 0,0 1 0 0 0,0 0 1 0 0,9 6-1 0 0,0 5-2329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06:46.04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195 78 2176 0 0,'-3'-2'151'0'0,"1"-1"-1"0"0,-1 1 0 0 0,0 0 0 0 0,1 0 1 0 0,-1 0-1 0 0,0 0 0 0 0,0 0 0 0 0,-1 1 0 0 0,1 0 1 0 0,0-1-1 0 0,0 1 0 0 0,-1 0 0 0 0,1 0 0 0 0,-1 1 1 0 0,-3-1-1 0 0,-2 1-81 0 0,0 0-1 0 0,0 1 1 0 0,1 0 0 0 0,-13 4 0 0 0,13-3 451 0 0,0 0 0 0 0,0-1 0 0 0,0 0 0 0 0,0 0 0 0 0,0-1 0 0 0,0 0 0 0 0,-22-12 3680 0 0,63 2-2327 0 0,-16 5-1176 0 0,-5 1-462 0 0,0 1-1 0 0,0 1 1 0 0,0 0-1 0 0,0 0 1 0 0,0 1 0 0 0,24 1-1 0 0,-23 1-55 0 0,1-1 0 0 0,-1-1 0 0 0,1 0 0 0 0,-1-1 0 0 0,21-5 1 0 0,-28 4-109 0 0,0 0 1 0 0,0 1 0 0 0,0 0 0 0 0,1 1 0 0 0,-1-1 0 0 0,0 1 0 0 0,1 0-1 0 0,0 1 1 0 0,-1-1 0 0 0,1 1 0 0 0,-1 1 0 0 0,1-1 0 0 0,-1 1 0 0 0,1 0 0 0 0,-1 1-1 0 0,1-1 1 0 0,10 6 0 0 0,-9-4-2 0 0,0-1 1 0 0,0 0-1 0 0,0-1 0 0 0,16 2 0 0 0,-16-2-9 0 0,0-1-1 0 0,-1 2 1 0 0,1-1-1 0 0,-1 1 1 0 0,1 0-1 0 0,9 4 1 0 0,-11-3-20 0 0,1-1 1 0 0,-1 0-1 0 0,1-1 1 0 0,0 0-1 0 0,-1 0 1 0 0,1 0-1 0 0,0-1 1 0 0,0 0-1 0 0,8-1 1 0 0,-10 1-212 0 0,0-1 0 0 0,0 1 0 0 0,0 0 0 0 0,0 0 1 0 0,0 0-1 0 0,0 1 0 0 0,0-1 0 0 0,-1 1 0 0 0,1 0 1 0 0,0 1-1 0 0,0-1 0 0 0,-1 1 0 0 0,1 0 0 0 0,-1 0 0 0 0,1 1 1 0 0,-1-1-1 0 0,6 6 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7:24.4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302 194 1248 0 0,'8'3'4663'0'0,"-7"-14"-314"0"0,-12-18 368 0 0,-6 8-3789 0 0,-1 1 0 0 0,-1 0 0 0 0,0 1 0 0 0,-2 1 1 0 0,-44-29-1 0 0,63 45-897 0 0,-1 1 1 0 0,1-1-1 0 0,-1 1 1 0 0,0 0-1 0 0,1 0 1 0 0,-1 0-1 0 0,0 1 1 0 0,0-1-1 0 0,1 1 1 0 0,-1-1 0 0 0,0 1-1 0 0,0 0 1 0 0,0 0-1 0 0,0 0 1 0 0,0 0-1 0 0,1 1 1 0 0,-1-1-1 0 0,0 1 1 0 0,0 0-1 0 0,1 0 1 0 0,-5 1-1 0 0,3 1-9 0 0,0 0 0 0 0,0-1-1 0 0,1 2 1 0 0,-1-1 0 0 0,1 0 0 0 0,0 1-1 0 0,0-1 1 0 0,0 1 0 0 0,0 0-1 0 0,1 0 1 0 0,-5 8 0 0 0,1 4-18 0 0,0-1 1 0 0,1 1-1 0 0,0 0 1 0 0,1 1-1 0 0,1-1 1 0 0,-1 21-1 0 0,3-13-23 0 0,1-1 0 0 0,2 1 1 0 0,0-1-1 0 0,2 0 0 0 0,1 0 0 0 0,0 0 0 0 0,2 0 0 0 0,0-1 0 0 0,2 0 0 0 0,0 0 0 0 0,21 34 1 0 0,-28-54 19 0 0,-1 0 1 0 0,1 1-1 0 0,-1-1 1 0 0,1 0-1 0 0,0 0 1 0 0,0 0 0 0 0,0 0-1 0 0,0 0 1 0 0,0 0-1 0 0,0-1 1 0 0,0 1 0 0 0,1-1-1 0 0,-1 1 1 0 0,1-1-1 0 0,-1 0 1 0 0,1 0-1 0 0,-1 0 1 0 0,1 0 0 0 0,0-1-1 0 0,-1 1 1 0 0,1-1-1 0 0,0 1 1 0 0,4-1 0 0 0,-2-1 8 0 0,-1 0 1 0 0,0 0 0 0 0,1-1 0 0 0,-1 0 0 0 0,0 1 0 0 0,0-1 0 0 0,0-1 0 0 0,0 1-1 0 0,0 0 1 0 0,-1-1 0 0 0,1 0 0 0 0,-1 0 0 0 0,4-4 0 0 0,6-7-7 0 0,0-1 0 0 0,-2-1-1 0 0,0 0 1 0 0,0 0 0 0 0,13-30 0 0 0,-21 37-328 0 0,-1 4-2753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7:25.0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 23 5057 0 0,'-2'-3'504'0'0,"-17"-17"4535"0"0,12 23-3060 0 0,5 14-1288 0 0,5 85 497 0 0,20 128 1 0 0,35 99-1284 0 0,-47-272 57 0 0,-3-29-170 0 0,-5-43 72 0 0,-9-48 605 0 0,1 48-213 0 0,-1 0 0 0 0,0 1 0 0 0,-1-1 0 0 0,0 1 0 0 0,-2 1 0 0 0,-13-20 0 0 0,18 29-181 0 0,1-1-1 0 0,-1 1 1 0 0,0 0-1 0 0,0 0 1 0 0,0 0-1 0 0,0 1 1 0 0,0-1-1 0 0,-1 1 0 0 0,0 0 1 0 0,0 0-1 0 0,0 1 1 0 0,0-1-1 0 0,0 1 1 0 0,0 0-1 0 0,-1 1 1 0 0,1-1-1 0 0,0 1 1 0 0,-1 0-1 0 0,0 0 0 0 0,1 1 1 0 0,-11 0-1 0 0,11 1-53 0 0,1 0 0 0 0,0 1 0 0 0,1 0 0 0 0,-1 0 0 0 0,0 0 0 0 0,0 0 0 0 0,1 1 0 0 0,-1-1 0 0 0,1 1 0 0 0,0 0 0 0 0,0 0 0 0 0,0 0 0 0 0,0 0 0 0 0,0 1 0 0 0,1-1 0 0 0,0 1 0 0 0,-3 3 0 0 0,-32 69-43 0 0,37-75 20 0 0,-3 8-12 0 0,0 0 1 0 0,1 0-1 0 0,0 1 1 0 0,1-1-1 0 0,0 0 1 0 0,0 1-1 0 0,1-1 1 0 0,0 1-1 0 0,1-1 0 0 0,0 0 1 0 0,0 1-1 0 0,1-1 1 0 0,1 0-1 0 0,-1 0 1 0 0,1 0-1 0 0,1 0 1 0 0,0-1-1 0 0,0 1 1 0 0,0-1-1 0 0,1 0 1 0 0,1 0-1 0 0,6 7 1 0 0,-9-10 54 0 0,1 0 0 0 0,0 0 1 0 0,1-1-1 0 0,-1 0 0 0 0,1 0 1 0 0,0 0-1 0 0,0 0 0 0 0,0-1 1 0 0,1 0-1 0 0,-1 0 0 0 0,1-1 1 0 0,-1 1-1 0 0,1-1 1 0 0,0 0-1 0 0,0 0 0 0 0,0-1 1 0 0,0 0-1 0 0,0 0 0 0 0,1-1 1 0 0,-1 1-1 0 0,0-1 0 0 0,0-1 1 0 0,0 1-1 0 0,0-1 0 0 0,1 0 1 0 0,-1 0-1 0 0,0-1 1 0 0,-1 0-1 0 0,1 0 0 0 0,0 0 1 0 0,0-1-1 0 0,-1 0 0 0 0,1 0 1 0 0,5-4-1 0 0,-4 3 78 0 0,-1-1 0 0 0,1 1-1 0 0,-1-1 1 0 0,0-1 0 0 0,0 1 0 0 0,-1-1-1 0 0,0 0 1 0 0,0 0 0 0 0,0-1 0 0 0,0 1-1 0 0,-1-1 1 0 0,-1 0 0 0 0,1 0 0 0 0,-1-1-1 0 0,0 1 1 0 0,0-1 0 0 0,-1 1 0 0 0,0-1-1 0 0,1-15 1 0 0,-3 24-396 0 0,0 0-1 0 0,0-1 1 0 0,0 1-1 0 0,0-1 0 0 0,-1 1 1 0 0,1 0-1 0 0,0-1 1 0 0,-1 1-1 0 0,1-1 0 0 0,0 1 1 0 0,-1-1-1 0 0,1 1 1 0 0,0-1-1 0 0,-1 1 1 0 0,1-1-1 0 0,-1 1 0 0 0,1-1 1 0 0,-1 0-1 0 0,1 1 1 0 0,-1-1-1 0 0,1 0 1 0 0,-1 1-1 0 0,0-1 0 0 0,1 0 1 0 0,-1 0-1 0 0,1 1 1 0 0,-1-1-1 0 0,0 0 1 0 0,1 0-1 0 0,-1 0 0 0 0,0 0 1 0 0,0 0-1 0 0,-20-1-7497 0 0,14 2 3224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7:25.9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 65 840 0 0,'-1'-1'1101'0'0,"1"0"-826"0"0,0 1 0 0 0,-1 0 1 0 0,1 0-1 0 0,0 0 0 0 0,-1 0 0 0 0,1 0 0 0 0,0-1 1 0 0,-1 1-1 0 0,1 0 0 0 0,-1 0 0 0 0,1 0 0 0 0,0 0 1 0 0,-1 0-1 0 0,1 0 0 0 0,-7 4 5504 0 0,7-4-5504 0 0,0 1 1 0 0,0-1-1 0 0,-13 26 2095 0 0,9-16-2523 0 0,2-1 1 0 0,-1 1 0 0 0,1 0 0 0 0,-1 13 0 0 0,27-53 11 0 0,-15 12 241 0 0,-6 10 13 0 0,1 0 0 0 0,1 0 0 0 0,0 0 0 0 0,7-9 0 0 0,-9 19 449 0 0,-4 11-312 0 0,-7 14-68 0 0,8-27-173 0 0,-1 1 1 0 0,1 0-1 0 0,0-1 1 0 0,0 1-1 0 0,-1-1 1 0 0,1 1-1 0 0,-1-1 1 0 0,1 1-1 0 0,0-1 0 0 0,-1 1 1 0 0,1-1-1 0 0,-1 1 1 0 0,1-1-1 0 0,-1 0 1 0 0,1 1-1 0 0,-1-1 1 0 0,0 0-1 0 0,1 1 1 0 0,-1-1-1 0 0,1 0 1 0 0,-1 0-1 0 0,0 1 1 0 0,1-1-1 0 0,-1 0 1 0 0,0 0-1 0 0,1 0 0 0 0,-1 0 1 0 0,1 0-1 0 0,-1 0 1 0 0,0 0-1 0 0,1 0 1 0 0,-1 0-1 0 0,0 0 1 0 0,1 0-1 0 0,-1-1 1 0 0,0 1-1 0 0,1 0 1 0 0,-1 0-1 0 0,1-1 1 0 0,-1 1-1 0 0,1 0 1 0 0,-1-1-1 0 0,0 1 1 0 0,1-1-1 0 0,-1 1 0 0 0,1 0 1 0 0,0-1-1 0 0,-1 1 1 0 0,1-1-1 0 0,-1 1 1 0 0,1-1-1 0 0,0 0 1 0 0,-1 1-1 0 0,1-1 1 0 0,0 1-1 0 0,0-1 1 0 0,-1-1-1 0 0,14 32 934 0 0,-13-21-810 0 0,-4-10-54 0 0,3 0-95 0 0,0 0 0 0 0,0 0 0 0 0,1 0 0 0 0,-1 0 0 0 0,1 0 0 0 0,-1 0 0 0 0,1 0 0 0 0,-1 0 1 0 0,1 0-1 0 0,0 0 0 0 0,0 0 0 0 0,-1 0 0 0 0,1-1 0 0 0,0 1 0 0 0,0 0 0 0 0,0-2 0 0 0,2-7-1303 0 0,0-1 0 0 0,1 1 0 0 0,0-1 0 0 0,8-16-1 0 0,-2 2-2702 0 0,-1 4-458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7:26.5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 34 2433 0 0,'-8'-25'3267'0'0,"4"17"3578"0"0,-11 28-3303 0 0,9-9-3062 0 0,1 1-1 0 0,1 0 1 0 0,-1 0-1 0 0,2 1 1 0 0,-4 23-1 0 0,-5 13 84 0 0,-51 147 249 0 0,-40 144-1104 0 0,96-305-1590 0 0,11-28-997 0 0,9-20-2 0 0,-6 2 1394 0 0,-1-1 0 0 0,0 1 0 0 0,-1-1-1 0 0,4-16 1 0 0,0 2-1834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7:27.1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86 104 3465 0 0,'-11'-6'1635'0'0,"-35"-18"1935"0"0,44 22-3328 0 0,0 1 0 0 0,-1-1 0 0 0,1 1 0 0 0,0-1 0 0 0,0 0 0 0 0,1 0 0 0 0,-1 1 0 0 0,0-1 0 0 0,0-1 0 0 0,1 1 0 0 0,0 0 0 0 0,-1 0 0 0 0,1-1 1 0 0,0 1-1 0 0,-2-5 0 0 0,4 6-123 0 0,-1-1 1 0 0,1 1-1 0 0,-1 0 1 0 0,1-1-1 0 0,-1 1 1 0 0,1 0-1 0 0,0 0 1 0 0,0-1-1 0 0,-1 1 1 0 0,1 0-1 0 0,0 0 1 0 0,0 0-1 0 0,0 0 1 0 0,0 0-1 0 0,1 0 1 0 0,-1 0-1 0 0,0 0 1 0 0,0 0-1 0 0,1 1 1 0 0,-1-1-1 0 0,0 0 1 0 0,0 1-1 0 0,1-1 1 0 0,-1 1-1 0 0,1 0 1 0 0,-1-1-1 0 0,1 1 1 0 0,-1 0-1 0 0,2 0 1 0 0,46-9 964 0 0,-48 9-1048 0 0,3-1-23 0 0,1 0 0 0 0,-1 1 0 0 0,1-1 0 0 0,-1 1 0 0 0,1 0 0 0 0,-1 0 0 0 0,1 1 0 0 0,0-1 0 0 0,-1 1 1 0 0,0 0-1 0 0,1 0 0 0 0,-1 1 0 0 0,0-1 0 0 0,1 1 0 0 0,-1 0 0 0 0,0 0 0 0 0,0 1 0 0 0,0-1 0 0 0,-1 1 0 0 0,1-1 0 0 0,-1 1 0 0 0,1 0 1 0 0,-1 1-1 0 0,0-1 0 0 0,0 1 0 0 0,0-1 0 0 0,-1 1 0 0 0,1 0 0 0 0,-1 0 0 0 0,0 0 0 0 0,0 0 0 0 0,0 0 0 0 0,-1 0 0 0 0,0 1 1 0 0,1-1-1 0 0,-1 1 0 0 0,0 7 0 0 0,0 2-327 0 0,0-1 0 0 0,-1 1 1 0 0,-1-1-1 0 0,0 1 0 0 0,0-1 1 0 0,-2 0-1 0 0,0 0 0 0 0,0 0 0 0 0,-1 0 1 0 0,-1 0-1 0 0,-11 22 0 0 0,9-22 212 0 0,-2-1 0 0 0,1 0 0 0 0,-2 0 0 0 0,1-1 0 0 0,-13 10 0 0 0,17-15 165 0 0,-1-1 0 0 0,0 0 0 0 0,0-1 0 0 0,-1 1 0 0 0,1-1 0 0 0,-1-1 0 0 0,0 1 0 0 0,0-1 0 0 0,0 0 0 0 0,0 0 0 0 0,-12 2 0 0 0,89-19 2490 0 0,76-7-1327 0 0,-128 17-1568 0 0,0-1-1 0 0,0-1 1 0 0,-1 0-1 0 0,1-1 1 0 0,30-18 0 0 0,-47 24-113 0 0,1 0 1 0 0,0 0-1 0 0,-1 0 1 0 0,1 0 0 0 0,-1-1-1 0 0,0 1 1 0 0,1-1-1 0 0,-1 1 1 0 0,0-1-1 0 0,0 1 1 0 0,0-1 0 0 0,0 0-1 0 0,0 0 1 0 0,0 1-1 0 0,-1-1 1 0 0,1 0-1 0 0,0 0 1 0 0,-1 0 0 0 0,0 0-1 0 0,1 0 1 0 0,-1 0-1 0 0,0 0 1 0 0,0-2-1 0 0,0-5-3039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7:27.5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1 3393 0 0,'-28'25'6222'0'0,"23"-22"-6129"0"0,1 0 1 0 0,0 0-1 0 0,0 0 0 0 0,0 1 1 0 0,0 0-1 0 0,0 0 1 0 0,1 0-1 0 0,0 0 1 0 0,0 1-1 0 0,0-1 1 0 0,1 1-1 0 0,-1-1 1 0 0,1 1-1 0 0,0 0 1 0 0,0 0-1 0 0,1 0 1 0 0,-1 0-1 0 0,0 11 0 0 0,1-5-106 0 0,1 0 0 0 0,1 0 0 0 0,0 0-1 0 0,0-1 1 0 0,1 1 0 0 0,1 0 0 0 0,0 0-1 0 0,0-1 1 0 0,1 0 0 0 0,0 0-1 0 0,1 0 1 0 0,9 14 0 0 0,-12-20 81 0 0,0-1 1 0 0,0 0-1 0 0,1 1 1 0 0,-1-2-1 0 0,1 1 0 0 0,0 0 1 0 0,0 0-1 0 0,0-1 1 0 0,0 1-1 0 0,0-1 0 0 0,1 0 1 0 0,-1 0-1 0 0,1-1 1 0 0,0 1-1 0 0,-1 0 1 0 0,1-1-1 0 0,0 0 0 0 0,0 0 1 0 0,0 0-1 0 0,0-1 1 0 0,-1 1-1 0 0,1-1 0 0 0,0 0 1 0 0,0 0-1 0 0,0 0 1 0 0,0-1-1 0 0,0 1 0 0 0,0-1 1 0 0,0 0-1 0 0,0 0 1 0 0,0-1-1 0 0,-1 1 1 0 0,1-1-1 0 0,-1 1 0 0 0,1-1 1 0 0,-1 0-1 0 0,4-3 1 0 0,1-1 242 0 0,0 0 1 0 0,0 0 0 0 0,0-1-1 0 0,-1 0 1 0 0,0 0-1 0 0,0 0 1 0 0,-1-1 0 0 0,0-1-1 0 0,6-10 1 0 0,-9 15-201 0 0,-1 0 0 0 0,0 0 0 0 0,0 0 0 0 0,0-1 0 0 0,0 1 0 0 0,-1 0 0 0 0,0-1-1 0 0,0 1 1 0 0,0-1 0 0 0,0 0 0 0 0,-1 1 0 0 0,0-1 0 0 0,0 1 0 0 0,0-1 0 0 0,-1 0 0 0 0,1 1 0 0 0,-1-1 0 0 0,0 1 0 0 0,0-1 0 0 0,-1 1 0 0 0,1-1 0 0 0,-4-5 0 0 0,2 7-48 0 0,0-1 1 0 0,0 1 0 0 0,-1 0-1 0 0,1 0 1 0 0,-1 0 0 0 0,0 0-1 0 0,0 1 1 0 0,0-1 0 0 0,0 1-1 0 0,0 0 1 0 0,-1 0 0 0 0,1 1-1 0 0,0-1 1 0 0,-1 1 0 0 0,0 0-1 0 0,-8-1 1 0 0,-9-1-457 0 0,-45 0 1 0 0,66 3 364 0 0,-47 9-1935 0 0,28-5-1825 0 0,43-13-9128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7:27.9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1 2152 0 0,'-9'3'1024'0'0,"1"1"0"0"0,-1 0-1 0 0,1 1 1 0 0,0 0-1 0 0,0 0 1 0 0,1 0-1 0 0,-1 1 1 0 0,1 1-1 0 0,-11 12 1 0 0,18-18-924 0 0,0-1-1 0 0,0 1 1 0 0,0-1 0 0 0,0 1-1 0 0,0-1 1 0 0,0 1 0 0 0,0-1 0 0 0,1 1-1 0 0,-1-1 1 0 0,0 1 0 0 0,0-1-1 0 0,1 0 1 0 0,-1 1 0 0 0,0-1 0 0 0,0 1-1 0 0,1-1 1 0 0,-1 0 0 0 0,1 1-1 0 0,-1-1 1 0 0,0 0 0 0 0,1 1-1 0 0,-1-1 1 0 0,1 0 0 0 0,-1 0 0 0 0,0 1-1 0 0,1-1 1 0 0,-1 0 0 0 0,1 0-1 0 0,-1 0 1 0 0,1 0 0 0 0,-1 0-1 0 0,1 0 1 0 0,-1 0 0 0 0,1 1 0 0 0,-1-1-1 0 0,1-1 1 0 0,-1 1 0 0 0,1 0-1 0 0,-1 0 1 0 0,2 0 0 0 0,28 3 1028 0 0,-28-3-842 0 0,8 1-92 0 0,0 0-1 0 0,0 0 1 0 0,-1 1-1 0 0,1 0 1 0 0,0 0-1 0 0,-1 1 1 0 0,0 1-1 0 0,1 0 1 0 0,-1 0-1 0 0,14 9 1 0 0,-19-10-190 0 0,0 1 0 0 0,0 0 0 0 0,0 0 0 0 0,0 0 0 0 0,0 0 0 0 0,-1 1 1 0 0,0-1-1 0 0,0 1 0 0 0,0 0 0 0 0,0 0 0 0 0,-1 0 0 0 0,0 0 0 0 0,0 1 1 0 0,0-1-1 0 0,-1 0 0 0 0,0 1 0 0 0,0-1 0 0 0,0 1 0 0 0,0 0 0 0 0,-1 9 1 0 0,0-9-119 0 0,0 1 0 0 0,-1 0 1 0 0,1-1-1 0 0,-1 1 1 0 0,-1-1-1 0 0,1 1 1 0 0,-1-1-1 0 0,0 1 0 0 0,-1-1 1 0 0,1 0-1 0 0,-1 0 1 0 0,0 0-1 0 0,-1 0 0 0 0,1-1 1 0 0,-1 1-1 0 0,-8 7 1 0 0,6-8 93 0 0,-1 1 1 0 0,1-1-1 0 0,-1-1 1 0 0,-1 1-1 0 0,1-1 1 0 0,-1-1-1 0 0,1 1 1 0 0,-1-1-1 0 0,0 0 1 0 0,-1-1-1 0 0,1 0 1 0 0,-14 1-1 0 0,22-3 28 0 0,0 1 1 0 0,0-1-1 0 0,0 0 0 0 0,0 0 0 0 0,0 0 1 0 0,0 0-1 0 0,0 0 0 0 0,0 0 1 0 0,0 0-1 0 0,0 1 0 0 0,0-1 0 0 0,0 0 1 0 0,1 0-1 0 0,-1 0 0 0 0,0 0 0 0 0,0 0 1 0 0,0 0-1 0 0,0 1 0 0 0,0-1 0 0 0,0 0 1 0 0,0 0-1 0 0,0 0 0 0 0,0 0 0 0 0,0 0 1 0 0,-1 0-1 0 0,1 1 0 0 0,0-1 0 0 0,0 0 1 0 0,0 0-1 0 0,0 0 0 0 0,0 0 1 0 0,0 0-1 0 0,0 0 0 0 0,0 0 0 0 0,0 0 1 0 0,0 1-1 0 0,0-1 0 0 0,0 0 0 0 0,0 0 1 0 0,-1 0-1 0 0,1 0 0 0 0,0 0 0 0 0,0 0 1 0 0,0 0-1 0 0,0 0 0 0 0,0 0 0 0 0,0 0 1 0 0,0 0-1 0 0,-1 0 0 0 0,1 0 0 0 0,0 0 1 0 0,0 0-1 0 0,0 0 0 0 0,0 0 1 0 0,0 0-1 0 0,-1 0 0 0 0,1 0 0 0 0,0 0 1 0 0,0 0-1 0 0,0 0 0 0 0,0 0 0 0 0,0 0 1 0 0,16 8 296 0 0,26 2 83 0 0,-32-10-319 0 0,-1-1-1 0 0,1 0 1 0 0,-1-1 0 0 0,1 0 0 0 0,-1-1-1 0 0,0 0 1 0 0,1 0 0 0 0,-1-1 0 0 0,-1 0-1 0 0,1-1 1 0 0,11-8 0 0 0,38-16-874 0 0,-52 26 193 0 0,1 1 0 0 0,0 0 1 0 0,0 0-1 0 0,0 1 0 0 0,0-1 0 0 0,15 1 1 0 0,-18 1 121 0 0,1 0-693 0 0,-1 0 1 0 0,1 0-1 0 0,0-1 0 0 0,0 1 0 0 0,0-1 1 0 0,-1 0-1 0 0,6-2 0 0 0,0 2-2274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7:28.3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84 35 5001 0 0,'0'-3'404'0'0,"-1"1"0"0"0,-1 0 0 0 0,1-1-1 0 0,0 1 1 0 0,0 0 0 0 0,-1 0 0 0 0,1 0 0 0 0,-1 0-1 0 0,0 0 1 0 0,0 1 0 0 0,1-1 0 0 0,-1 0 0 0 0,0 1 0 0 0,-1-1-1 0 0,1 1 1 0 0,0 0 0 0 0,-4-2 0 0 0,5 3-288 0 0,-1 0 0 0 0,0 1 0 0 0,1-1-1 0 0,-1 0 1 0 0,1 1 0 0 0,-1-1 0 0 0,1 1 0 0 0,0-1 0 0 0,-1 1 0 0 0,1 0 0 0 0,-1 0-1 0 0,1 0 1 0 0,0 0 0 0 0,0 0 0 0 0,0 0 0 0 0,-1 0 0 0 0,1 0 0 0 0,0 0 0 0 0,0 0-1 0 0,0 1 1 0 0,1-1 0 0 0,-1 0 0 0 0,0 1 0 0 0,0-1 0 0 0,1 0 0 0 0,-1 1 0 0 0,1-1-1 0 0,-1 1 1 0 0,1-1 0 0 0,-1 3 0 0 0,-3 8 285 0 0,1 0 1 0 0,0 1-1 0 0,0-1 0 0 0,2 1 1 0 0,-1 0-1 0 0,1 0 0 0 0,2 16 1 0 0,12 97 199 0 0,-5-56-472 0 0,-1 26-73 0 0,-5-47-749 0 0,2 0-1 0 0,12 53 0 0 0,-16-101 565 0 0,0 0 0 0 0,0 0 0 0 0,0 0 0 0 0,0-1 0 0 0,0 1 0 0 0,0 0 0 0 0,0 0 0 0 0,0 0 0 0 0,1 0 0 0 0,-1 0 0 0 0,0 0 0 0 0,1 0 0 0 0,-1 0 0 0 0,0-1 0 0 0,1 1 0 0 0,-1 0 0 0 0,1 0 0 0 0,0-1 0 0 0,-1 1 0 0 0,1 0 0 0 0,-1 0 0 0 0,1-1 0 0 0,0 1 0 0 0,0-1 0 0 0,-1 1 0 0 0,1-1 0 0 0,0 1 0 0 0,0-1 0 0 0,0 1 0 0 0,0-1 0 0 0,0 1 0 0 0,1-2-98 0 0,-1 0 1 0 0,1 0-1 0 0,-1 0 1 0 0,0-1-1 0 0,0 1 0 0 0,1 0 1 0 0,-1 0-1 0 0,0-1 1 0 0,0 1-1 0 0,0 0 1 0 0,-1-1-1 0 0,1 1 1 0 0,0-1-1 0 0,1-2 0 0 0,20-65-4496 0 0,-16 20 2268 0 0,-3 23 286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7:28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0 3929 0 0,'-2'97'9066'0'0,"-4"2"-4705"0"0,0-29-4617 0 0,4 1 1 0 0,2-1 0 0 0,15 109-1 0 0,-14-173-135 0 0,0-1 1 0 0,1 0-1 0 0,0 0 0 0 0,0 0 1 0 0,0 0-1 0 0,0 0 0 0 0,1-1 1 0 0,0 1-1 0 0,0-1 0 0 0,0 1 1 0 0,5 4-1 0 0,-6-8 214 0 0,-1 0 0 0 0,0 0 0 0 0,0 0 0 0 0,0 0 0 0 0,1 0-1 0 0,-1 0 1 0 0,0 0 0 0 0,1-1 0 0 0,-1 1 0 0 0,1-1 0 0 0,-1 1 0 0 0,1-1 0 0 0,-1 1 0 0 0,1-1-1 0 0,-1 0 1 0 0,1 0 0 0 0,-1 1 0 0 0,1-1 0 0 0,-1 0 0 0 0,1-1 0 0 0,0 1 0 0 0,-1 0-1 0 0,1 0 1 0 0,-1-1 0 0 0,1 1 0 0 0,-1-1 0 0 0,1 1 0 0 0,-1-1 0 0 0,0 1 0 0 0,1-1 0 0 0,-1 0-1 0 0,0 0 1 0 0,1 0 0 0 0,-1 0 0 0 0,0 0 0 0 0,0 0 0 0 0,0 0 0 0 0,0 0 0 0 0,0 0 0 0 0,0-1-1 0 0,0 1 1 0 0,1-3 0 0 0,7-8-782 0 0,3 1-1064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7:29.1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1 3001 0 0,'-18'18'5446'0'0,"7"11"-3611"0"0,2 35-2165 0 0,8-49 786 0 0,-5 43-346 0 0,3 107 1 0 0,4-146-251 0 0,1 0 1 0 0,0 0-1 0 0,2 0 0 0 0,0-1 0 0 0,1 1 0 0 0,1-1 1 0 0,0 0-1 0 0,2-1 0 0 0,15 29 0 0 0,-19-41 129 0 0,0 1-1 0 0,1-1 0 0 0,0 0 0 0 0,-1 0 0 0 0,2 0 1 0 0,-1-1-1 0 0,0 0 0 0 0,1 0 0 0 0,0 0 1 0 0,0 0-1 0 0,0-1 0 0 0,0 0 0 0 0,1-1 1 0 0,-1 1-1 0 0,1-1 0 0 0,0 0 0 0 0,-1-1 0 0 0,1 0 1 0 0,0 0-1 0 0,0 0 0 0 0,0-1 0 0 0,0 0 1 0 0,11-1-1 0 0,-13 0 150 0 0,0 0 1 0 0,-1 0-1 0 0,1 0 1 0 0,0-1-1 0 0,0 0 1 0 0,-1 0 0 0 0,1 0-1 0 0,-1 0 1 0 0,1-1-1 0 0,-1 1 1 0 0,0-1-1 0 0,0 0 1 0 0,0-1-1 0 0,-1 1 1 0 0,1-1-1 0 0,-1 1 1 0 0,0-1-1 0 0,0 0 1 0 0,0 0-1 0 0,0 0 1 0 0,-1-1-1 0 0,1 1 1 0 0,-1-1-1 0 0,0 1 1 0 0,-1-1 0 0 0,1 0-1 0 0,-1 0 1 0 0,0 0-1 0 0,0 0 1 0 0,-1 0-1 0 0,1 0 1 0 0,-1-9-1 0 0,0 10-11 0 0,0 0 0 0 0,-1 1 1 0 0,1-1-1 0 0,-1 1 0 0 0,0-1 0 0 0,0 1 0 0 0,0-1 0 0 0,0 1 0 0 0,-1-1 0 0 0,1 1 0 0 0,-1 0 1 0 0,0 0-1 0 0,0 0 0 0 0,0 0 0 0 0,0 0 0 0 0,-1 0 0 0 0,1 1 0 0 0,-6-5 0 0 0,3 3-11 0 0,-1 0-1 0 0,0 0 1 0 0,0 1-1 0 0,0 0 1 0 0,-1 0-1 0 0,1 0 0 0 0,-1 1 1 0 0,0 0-1 0 0,-11-2 1 0 0,10 2-344 0 0,0 1 0 0 0,-1 0 1 0 0,1 1-1 0 0,-1-1 0 0 0,1 2 0 0 0,0-1 1 0 0,-1 1-1 0 0,1 0 0 0 0,0 1 1 0 0,-1 0-1 0 0,1 0 0 0 0,0 1 0 0 0,0 0 1 0 0,1 0-1 0 0,-1 1 0 0 0,1 0 0 0 0,-9 6 1 0 0,13-8-433 0 0,0 1 0 0 0,0 0 0 0 0,0 0 1 0 0,1 0-1 0 0,-1 0 0 0 0,1 1 0 0 0,0-1 1 0 0,0 0-1 0 0,0 1 0 0 0,0 0 0 0 0,0 0 1 0 0,1-1-1 0 0,-2 5 0 0 0,6-1-1902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7:29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193 13 4513 0 0,'-7'-3'794'0'0,"-1"1"0"0"0,0 0 0 0 0,0 0 0 0 0,0 0 0 0 0,0 1 0 0 0,0 1 0 0 0,0-1 0 0 0,-11 2 0 0 0,14 0-696 0 0,0 0-1 0 0,0 0 1 0 0,0 1-1 0 0,0 0 0 0 0,0 0 1 0 0,0 0-1 0 0,1 0 0 0 0,-1 1 1 0 0,1 0-1 0 0,-1 0 1 0 0,1 0-1 0 0,0 0 0 0 0,0 1 1 0 0,-4 5-1 0 0,4-5-100 0 0,0 1 0 0 0,1-1-1 0 0,-1 1 1 0 0,1 0 0 0 0,0 0-1 0 0,0 1 1 0 0,1-1 0 0 0,0 1-1 0 0,0-1 1 0 0,0 1 0 0 0,0 0 0 0 0,1-1-1 0 0,0 1 1 0 0,0 0 0 0 0,1 0-1 0 0,0 0 1 0 0,0 0 0 0 0,0 0-1 0 0,1 0 1 0 0,0 0 0 0 0,0 0 0 0 0,0-1-1 0 0,1 1 1 0 0,-1 0 0 0 0,1-1-1 0 0,1 1 1 0 0,-1-1 0 0 0,1 0 0 0 0,6 9-1 0 0,-6-10 10 0 0,0 1 1 0 0,0-1-1 0 0,1 0 0 0 0,-1-1 0 0 0,1 1 0 0 0,0-1 1 0 0,0 1-1 0 0,1-1 0 0 0,-1 0 0 0 0,1-1 0 0 0,-1 1 1 0 0,1-1-1 0 0,0 0 0 0 0,0 0 0 0 0,0 0 0 0 0,0-1 1 0 0,0 0-1 0 0,0 0 0 0 0,0 0 0 0 0,0 0 1 0 0,1-1-1 0 0,-1 0 0 0 0,0 0 0 0 0,0-1 0 0 0,1 1 1 0 0,-1-1-1 0 0,0 0 0 0 0,0 0 0 0 0,0-1 0 0 0,0 0 1 0 0,0 0-1 0 0,0 0 0 0 0,6-4 0 0 0,-5 3 192 0 0,0-1 0 0 0,-1 0 0 0 0,1 0 0 0 0,-1 0 0 0 0,0-1 0 0 0,-1 0 0 0 0,1 0 0 0 0,-1 0 0 0 0,0 0 0 0 0,0-1 1 0 0,0 1-1 0 0,-1-1 0 0 0,0 0 0 0 0,0 0 0 0 0,0 0 0 0 0,-1-1 0 0 0,3-11 0 0 0,-4 14-116 0 0,-1-1 1 0 0,0 1-1 0 0,0 0 1 0 0,0 0-1 0 0,0 0 1 0 0,0 0-1 0 0,-1 0 1 0 0,0 0-1 0 0,1 0 1 0 0,-2 0-1 0 0,1 1 1 0 0,0-1-1 0 0,-1 0 1 0 0,0 0 0 0 0,0 1-1 0 0,0-1 1 0 0,0 1-1 0 0,0 0 1 0 0,-1 0-1 0 0,1-1 1 0 0,-1 1-1 0 0,0 1 1 0 0,0-1-1 0 0,0 0 1 0 0,0 1-1 0 0,-1 0 1 0 0,1 0-1 0 0,-1 0 1 0 0,1 0-1 0 0,-6-2 1 0 0,4 2-115 0 0,-1 0 1 0 0,1 1 0 0 0,-1-1-1 0 0,0 1 1 0 0,0 0 0 0 0,0 1-1 0 0,0-1 1 0 0,1 1 0 0 0,-1 0-1 0 0,0 1 1 0 0,-9 1-1 0 0,11-1-214 0 0,2-1 0 0 0,-1 1-1 0 0,0 0 1 0 0,0 0 0 0 0,0 0-1 0 0,0 0 1 0 0,0 0-1 0 0,1 1 1 0 0,-1-1 0 0 0,1 1-1 0 0,-1 0 1 0 0,1 0-1 0 0,-1 0 1 0 0,1 0 0 0 0,0 0-1 0 0,0 0 1 0 0,0 1-1 0 0,0-1 1 0 0,1 1 0 0 0,-1-1-1 0 0,1 1 1 0 0,-1 0 0 0 0,1-1-1 0 0,-2 5 1 0 0,3-5 119 0 0,0-1 0 0 0,0 0 0 0 0,0 1 0 0 0,1-1 0 0 0,-1 0 0 0 0,0 0 0 0 0,0 1 0 0 0,1-1-1 0 0,-1 0 1 0 0,0 0 0 0 0,1 0 0 0 0,-1 0 0 0 0,1 1 0 0 0,0-1 0 0 0,-1 0 0 0 0,1 0 0 0 0,0 0 0 0 0,0 0 0 0 0,0 0 0 0 0,0 0 0 0 0,-1-1 0 0 0,1 1 0 0 0,0 0 0 0 0,1 0 0 0 0,-1-1 0 0 0,0 1 0 0 0,2 0 0 0 0,40 19-52 0 0,-23-11 81 0 0,-15-6 107 0 0,0 0 0 0 0,0 0 0 0 0,0 1 0 0 0,0 0 0 0 0,-1 0 0 0 0,0 0 0 0 0,1 0 0 0 0,-1 1 0 0 0,-1 0 0 0 0,1 0 1 0 0,-1 0-1 0 0,0 0 0 0 0,0 0 0 0 0,0 1 0 0 0,1 5 0 0 0,2 9-42 0 0,-1-1 1 0 0,0 1-1 0 0,1 25 0 0 0,-5-32 172 0 0,0-1-1 0 0,1 1 0 0 0,0-1 0 0 0,1 1 0 0 0,1-1 1 0 0,0 0-1 0 0,0 0 0 0 0,1-1 0 0 0,1 1 0 0 0,11 17 1 0 0,-16-27 6 0 0,1 0 1 0 0,-1 0-1 0 0,1 0 1 0 0,0-1-1 0 0,-1 1 1 0 0,1 0 0 0 0,0-1-1 0 0,0 1 1 0 0,0-1-1 0 0,1 0 1 0 0,-1 0-1 0 0,0 1 1 0 0,0-2 0 0 0,0 1-1 0 0,1 0 1 0 0,-1 0-1 0 0,1-1 1 0 0,-1 1-1 0 0,0-1 1 0 0,1 0 0 0 0,-1 0-1 0 0,1 0 1 0 0,-1 0-1 0 0,1 0 1 0 0,-1 0-1 0 0,1-1 1 0 0,-1 1 0 0 0,0-1-1 0 0,1 1 1 0 0,-1-1-1 0 0,0 0 1 0 0,1 0-1 0 0,-1 0 1 0 0,0 0 0 0 0,2-2-1 0 0,0 0 120 0 0,1-1-1 0 0,-2 1 1 0 0,1-1-1 0 0,0 1 1 0 0,-1-1-1 0 0,0 0 1 0 0,1-1-1 0 0,-2 1 1 0 0,1-1-1 0 0,0 1 1 0 0,-1-1-1 0 0,0 0 1 0 0,0 1-1 0 0,-1-1 1 0 0,3-8-1 0 0,-4 9-150 0 0,1 0 0 0 0,-1 0 1 0 0,0 0-1 0 0,0 0 0 0 0,0 0 0 0 0,-1 0 0 0 0,1 1 0 0 0,-1-1 0 0 0,0 0 0 0 0,0 0 0 0 0,0 0 1 0 0,-1 1-1 0 0,1-1 0 0 0,-1 0 0 0 0,0 1 0 0 0,0 0 0 0 0,0-1 0 0 0,-1 1 0 0 0,1 0 0 0 0,-1 0 0 0 0,1 0 1 0 0,-1 1-1 0 0,0-1 0 0 0,0 1 0 0 0,0-1 0 0 0,-1 1 0 0 0,1 0 0 0 0,-6-3 0 0 0,-2 0-63 0 0,-1 0-1 0 0,0 0 1 0 0,0 1-1 0 0,-1 1 1 0 0,1 0-1 0 0,-1 0 1 0 0,-23 0-1 0 0,32 3-172 0 0,0 0 1 0 0,0 0-1 0 0,0 0 1 0 0,0 1-1 0 0,0 0 0 0 0,0 0 1 0 0,1 0-1 0 0,-1 0 0 0 0,0 0 1 0 0,-4 3-1 0 0,7-4-99 0 0,1 1-1 0 0,-1-1 0 0 0,0 1 1 0 0,0 0-1 0 0,0-1 0 0 0,0 1 1 0 0,0 0-1 0 0,1 0 0 0 0,-1-1 1 0 0,0 1-1 0 0,1 0 0 0 0,-1 0 1 0 0,0 0-1 0 0,1 0 0 0 0,-1 0 1 0 0,1 0-1 0 0,0 0 0 0 0,-1 0 1 0 0,1 0-1 0 0,0 0 0 0 0,-1 0 1 0 0,1 0-1 0 0,0 0 0 0 0,0 0 1 0 0,0 0-1 0 0,0 0 0 0 0,0 1 1 0 0,0-1-1 0 0,0 0 0 0 0,1 0 1 0 0,-1 0-1 0 0,0 0 0 0 0,0 0 1 0 0,1 0-1 0 0,-1 0 0 0 0,1 0 1 0 0,-1 0-1 0 0,1 0 0 0 0,-1 0 1 0 0,1 0-1 0 0,1 1 0 0 0,-2-2 75 0 0,0 0-1 0 0,0 1 0 0 0,1-1 0 0 0,-1 0 0 0 0,0 1 1 0 0,0-1-1 0 0,0 0 0 0 0,1 1 0 0 0,-1-1 0 0 0,0 0 0 0 0,0 0 1 0 0,1 1-1 0 0,-1-1 0 0 0,0 0 0 0 0,1 0 0 0 0,-1 1 0 0 0,0-1 1 0 0,1 0-1 0 0,-1 0 0 0 0,0 0 0 0 0,1 0 0 0 0,-1 0 1 0 0,0 0-1 0 0,1 1 0 0 0,-1-1 0 0 0,0 0 0 0 0,1 0 0 0 0,-1 0 1 0 0,1 0-1 0 0,-1 0 0 0 0,0 0 0 0 0,1 0 0 0 0,-1-1 1 0 0,0 1-1 0 0,1 0 0 0 0,-1 0 0 0 0,0 0 0 0 0,1 0 0 0 0,-1 0 1 0 0,0-1-1 0 0,1 1 0 0 0,-1 0 0 0 0,0 0 0 0 0,1-1 0 0 0,10-14-2607 0 0,-8 9 2211 0 0,9-5-1666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7:30.6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293 168 1168 0 0,'1'0'170'0'0,"-1"1"0"0"0,0-1 0 0 0,0 0 0 0 0,0 1-1 0 0,1-1 1 0 0,-1 0 0 0 0,0 0 0 0 0,0 1 0 0 0,1-1 0 0 0,-1 0 0 0 0,0 0-1 0 0,0 1 1 0 0,1-1 0 0 0,-1 0 0 0 0,0 0 0 0 0,1 0 0 0 0,-1 0-1 0 0,0 1 1 0 0,1-1 0 0 0,-1 0 0 0 0,0 0 0 0 0,1 0 0 0 0,-1 0-1 0 0,0 0 1 0 0,1 0 0 0 0,-1 0 0 0 0,0 0 0 0 0,1 0 0 0 0,-1 0 0 0 0,0 0-1 0 0,1 0 1 0 0,-1 0 0 0 0,1 0 0 0 0,-1 0 0 0 0,0-1 0 0 0,1 1-1 0 0,2-14 3943 0 0,-7-18-563 0 0,0 24-3201 0 0,1 1 0 0 0,-1-1 0 0 0,0 1 0 0 0,-1 0 1 0 0,1 0-1 0 0,-1 0 0 0 0,-1 1 0 0 0,1 0 0 0 0,-1 0 0 0 0,-1 0 1 0 0,1 1-1 0 0,-1-1 0 0 0,1 2 0 0 0,-1-1 0 0 0,-1 1 1 0 0,-11-6-1 0 0,12 7-302 0 0,0 1-1 0 0,0-1 1 0 0,0 1 0 0 0,0 0 0 0 0,0 0-1 0 0,0 1 1 0 0,-1 0 0 0 0,1 0 0 0 0,0 1 0 0 0,-1 0-1 0 0,1 0 1 0 0,0 1 0 0 0,-1 0 0 0 0,1 0-1 0 0,0 1 1 0 0,0 0 0 0 0,0 0 0 0 0,0 0 0 0 0,-7 5-1 0 0,10-5-66 0 0,0 1 0 0 0,1 0 0 0 0,-1 0 0 0 0,1 0 0 0 0,0 0 0 0 0,0 1 0 0 0,0-1 0 0 0,1 1 0 0 0,-1 0 0 0 0,1 0 0 0 0,0 0 0 0 0,0 0 0 0 0,0 0 0 0 0,0 0 0 0 0,1 1-1 0 0,0-1 1 0 0,0 1 0 0 0,0-1 0 0 0,0 1 0 0 0,1-1 0 0 0,-1 1 0 0 0,1-1 0 0 0,1 1 0 0 0,-1-1 0 0 0,0 1 0 0 0,1-1 0 0 0,0 1 0 0 0,0-1 0 0 0,1 0 0 0 0,-1 1 0 0 0,1-1 0 0 0,3 6 0 0 0,-4-6-19 0 0,1 1 1 0 0,0 0 0 0 0,0-1 0 0 0,1 1 0 0 0,0-1 0 0 0,-1 0 0 0 0,1 0 0 0 0,1 0 0 0 0,-1 0 0 0 0,1-1 0 0 0,-1 1 0 0 0,1-1 0 0 0,0 0 0 0 0,0 0 0 0 0,0 0 0 0 0,1 0 0 0 0,-1-1 0 0 0,1 0 0 0 0,-1 0 0 0 0,1 0 0 0 0,0-1 0 0 0,0 1 0 0 0,0-1 0 0 0,-1 0 0 0 0,1 0 0 0 0,0-1 0 0 0,0 0 0 0 0,1 0 0 0 0,7 0 0 0 0,-4-3 129 0 0,-1 0 1 0 0,1 0-1 0 0,-1 0 0 0 0,0-1 1 0 0,0 0-1 0 0,0-1 1 0 0,-1 0-1 0 0,1 0 1 0 0,-1-1-1 0 0,-1 1 1 0 0,1-2-1 0 0,-1 1 1 0 0,0-1-1 0 0,0 0 0 0 0,0 0 1 0 0,-1 0-1 0 0,-1-1 1 0 0,1 0-1 0 0,-1 0 1 0 0,0 0-1 0 0,-1 0 1 0 0,0-1-1 0 0,0 1 1 0 0,-1-1-1 0 0,0 0 0 0 0,-1 0 1 0 0,0 0-1 0 0,0-12 1 0 0,-1 22-66 0 0,0-1 1 0 0,0 0 0 0 0,0 0-1 0 0,0 0 1 0 0,0 0 0 0 0,0 0-1 0 0,0 0 1 0 0,0 0 0 0 0,0 0-1 0 0,0 0 1 0 0,0 1-1 0 0,0-1 1 0 0,0 0 0 0 0,0 0-1 0 0,0 0 1 0 0,0 0 0 0 0,-1 0-1 0 0,1 0 1 0 0,0 0-1 0 0,0 0 1 0 0,0 0 0 0 0,0 0-1 0 0,0 0 1 0 0,0 0 0 0 0,0 0-1 0 0,0 0 1 0 0,0 0-1 0 0,-1 0 1 0 0,1 0 0 0 0,0 0-1 0 0,0 0 1 0 0,0 0 0 0 0,0 0-1 0 0,0 0 1 0 0,0 0 0 0 0,0 0-1 0 0,0 0 1 0 0,-1 0-1 0 0,1 0 1 0 0,0 0 0 0 0,0 0-1 0 0,0 0 1 0 0,0 0 0 0 0,0 0-1 0 0,0 0 1 0 0,0 0-1 0 0,0 0 1 0 0,0 0 0 0 0,0 0-1 0 0,-1-1 1 0 0,1 1 0 0 0,-9 18 351 0 0,-8 24-307 0 0,9-12-56 0 0,1 1-1 0 0,2 0 0 0 0,1 0 0 0 0,1 1 1 0 0,1-1-1 0 0,3 1 0 0 0,5 52 1 0 0,10 9-307 0 0,33 111 1 0 0,-27-122-1529 0 0,24 166 1 0 0,-47-221 617 0 0,1-27 1094 0 0,0 1 1 0 0,0-1-1 0 0,0 0 1 0 0,0 0-1 0 0,0 1 1 0 0,0-1-1 0 0,-1 0 1 0 0,1 0-1 0 0,0 1 1 0 0,0-1-1 0 0,0 0 1 0 0,0 0-1 0 0,0 0 1 0 0,-1 1-1 0 0,1-1 1 0 0,0 0-1 0 0,0 0 1 0 0,0 0-1 0 0,0 1 0 0 0,-1-1 1 0 0,1 0-1 0 0,0 0 1 0 0,0 0-1 0 0,-1 0 1 0 0,1 0-1 0 0,0 0 1 0 0,0 0-1 0 0,-1 1 1 0 0,1-1-1 0 0,0 0 1 0 0,0 0-1 0 0,-1 0 1 0 0,1 0-1 0 0,0 0 1 0 0,0 0-1 0 0,-1 0 1 0 0,1 0-1 0 0,0 0 1 0 0,0 0-1 0 0,-1 0 1 0 0,1-1-1 0 0,-3-1-596 0 0,1 0 1 0 0,0 0-1 0 0,0 0 0 0 0,0 0 1 0 0,0-1-1 0 0,0 1 1 0 0,0-1-1 0 0,1 1 0 0 0,-1-1 1 0 0,1 0-1 0 0,-2-5 0 0 0,-6-14-3444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3:41.6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97 5713 0 0,'0'1'153'0'0,"1"0"-1"0"0,0-1 1 0 0,-1 1 0 0 0,1 0-1 0 0,0 0 1 0 0,-1-1 0 0 0,1 1-1 0 0,0 0 1 0 0,0-1-1 0 0,0 1 1 0 0,0-1 0 0 0,0 1-1 0 0,0-1 1 0 0,0 0-1 0 0,0 1 1 0 0,0-1 0 0 0,0 0-1 0 0,0 0 1 0 0,0 1-1 0 0,0-1 1 0 0,0 0 0 0 0,0 0-1 0 0,0 0 1 0 0,0 0 0 0 0,0-1-1 0 0,0 1 1 0 0,0 0-1 0 0,0 0 1 0 0,0 0 0 0 0,0-1-1 0 0,0 1 1 0 0,0-1-1 0 0,0 1 1 0 0,0-1 0 0 0,0 1-1 0 0,-1-1 1 0 0,1 1 0 0 0,0-1-1 0 0,0 0 1 0 0,0 1-1 0 0,-1-1 1 0 0,1 0 0 0 0,0-1-1 0 0,41-38 785 0 0,-36 33-214 0 0,3-2-322 0 0,-6 4-182 0 0,0 1 0 0 0,1 0 0 0 0,0 0 0 0 0,0 0 0 0 0,0 1 0 0 0,1 0 0 0 0,-1-1 0 0 0,1 1 1 0 0,9-4-1 0 0,-14 7-196 0 0,1 1 0 0 0,0-1 0 0 0,-1 0 0 0 0,1 1 0 0 0,-1-1 0 0 0,1 1 1 0 0,0-1-1 0 0,-1 1 0 0 0,1-1 0 0 0,-1 1 0 0 0,1-1 0 0 0,-1 1 0 0 0,0 0 1 0 0,1-1-1 0 0,-1 1 0 0 0,1 0 0 0 0,-1-1 0 0 0,0 1 0 0 0,0 0 0 0 0,1-1 1 0 0,-1 1-1 0 0,0 0 0 0 0,0-1 0 0 0,0 1 0 0 0,0 0 0 0 0,0 0 0 0 0,0-1 1 0 0,0 1-1 0 0,0 0 0 0 0,0 0 0 0 0,0-1 0 0 0,0 1 0 0 0,-1 0 0 0 0,1-1 1 0 0,-1 2-1 0 0,-4 33-21 0 0,5-33 21 0 0,-19 78-1927 0 0,-54 138 0 0 0,79-236 1130 0 0,-2 3 987 0 0,1 1 0 0 0,0 0 0 0 0,10-17 0 0 0,-14 29-64 0 0,0 0 1 0 0,-1 0-1 0 0,1 1 1 0 0,1-1-1 0 0,-1 0 1 0 0,0 0-1 0 0,0 1 1 0 0,1-1-1 0 0,-1 1 1 0 0,1-1-1 0 0,-1 1 1 0 0,1-1-1 0 0,-1 1 1 0 0,1 0-1 0 0,0 0 1 0 0,0 0-1 0 0,0 0 1 0 0,0 0-1 0 0,0 0 1 0 0,0 1-1 0 0,0-1 1 0 0,0 1-1 0 0,0-1 1 0 0,0 1-1 0 0,0 0 1 0 0,0-1-1 0 0,0 1 1 0 0,0 0-1 0 0,0 1 1 0 0,0-1-1 0 0,3 1 1 0 0,-2 0-78 0 0,-1 0 0 0 0,0 1 0 0 0,0 0 0 0 0,0-1 0 0 0,1 1 0 0 0,-2 0 0 0 0,1 0 0 0 0,0 0 0 0 0,0 0 0 0 0,-1 0 0 0 0,1 1 0 0 0,-1-1 0 0 0,2 4 0 0 0,14 17-2587 0 0,-16-22 2099 0 0,0 0-1 0 0,0 0 1 0 0,0 0-1 0 0,0 0 1 0 0,0 0-1 0 0,0 0 1 0 0,0-1-1 0 0,1 1 1 0 0,-1-1-1 0 0,0 1 1 0 0,0-1 0 0 0,1 1-1 0 0,-1-1 1 0 0,0 0-1 0 0,1 1 1 0 0,-1-1-1 0 0,2 0 1 0 0,5-5-4299 0 0,-5-1 1321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3:42.0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4441 0 0,'14'189'6313'0'0,"-14"-143"-6955"0"0,1-10-1088 0 0,-1 1 1 0 0,-8 53 0 0 0,6-86 320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3:42.3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4313 0 0,'0'2'406'0'0,"0"-1"-1"0"0,0 1 1 0 0,0 0 0 0 0,1-1 0 0 0,-1 1-1 0 0,0-1 1 0 0,1 1 0 0 0,-1-1-1 0 0,1 1 1 0 0,0-1 0 0 0,-1 1 0 0 0,1-1-1 0 0,0 1 1 0 0,0-1 0 0 0,0 0-1 0 0,2 2 1 0 0,22 11 1831 0 0,-20-13-2198 0 0,0-1 0 0 0,0 1 0 0 0,0-1 0 0 0,0 0 0 0 0,0 0 0 0 0,0 0 0 0 0,-1 0-1 0 0,1-1 1 0 0,10-3 0 0 0,3-4-1412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3:42.6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75 5761 0 0,'7'-6'5432'0'0,"25"-18"-2147"0"0,-24 17-2635 0 0,0 1 1 0 0,1 1-1 0 0,0 0 1 0 0,0 0 0 0 0,0 1-1 0 0,20-7 1 0 0,-26 10-607 0 0,-1 1 1 0 0,1 0 0 0 0,-1 0-1 0 0,1 0 1 0 0,-1 0-1 0 0,1 0 1 0 0,-1 0-1 0 0,1 1 1 0 0,-1-1 0 0 0,1 1-1 0 0,-1-1 1 0 0,1 1-1 0 0,-1 0 1 0 0,0 0 0 0 0,1 0-1 0 0,-1 1 1 0 0,0-1-1 0 0,0 0 1 0 0,0 1 0 0 0,0-1-1 0 0,0 1 1 0 0,0 0-1 0 0,0 0 1 0 0,-1 0 0 0 0,1 0-1 0 0,-1 0 1 0 0,1 0-1 0 0,-1 0 1 0 0,0 0-1 0 0,0 0 1 0 0,0 1 0 0 0,0-1-1 0 0,0 1 1 0 0,0 2-1 0 0,8 25-1027 0 0,-7 1-3484 0 0,-2-28 3928 0 0,0 0 0 0 0,-1 0 0 0 0,1 0 0 0 0,-1 0 0 0 0,0 0 0 0 0,0-1 0 0 0,0 1 0 0 0,0 0 0 0 0,-1-1 0 0 0,1 1 0 0 0,-1-1 0 0 0,1 1 0 0 0,-1-1 0 0 0,0 0 0 0 0,0 1 0 0 0,0-1 0 0 0,0 0 0 0 0,0 0 0 0 0,-4 2 0 0 0,-3 2-2463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3:43.0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61 4337 0 0,'13'-10'7982'0'0,"22"-2"-3992"0"0,-18 6-2547 0 0,8-7-444 0 0,-24 12-952 0 0,-1 1 0 0 0,1 0-1 0 0,0 0 1 0 0,0-1 0 0 0,-1 1-1 0 0,1 0 1 0 0,0-1 0 0 0,-1 1-1 0 0,1 0 1 0 0,-1-1 0 0 0,1 1 0 0 0,0-1-1 0 0,-1 1 1 0 0,1-1 0 0 0,-1 1-1 0 0,1-1 1 0 0,-1 0 0 0 0,0 1 0 0 0,1-1-1 0 0,-1 0 1 0 0,0 1 0 0 0,1-1-1 0 0,-1 0 1 0 0,0 1 0 0 0,0-1-1 0 0,1 0 1 0 0,-1 1 0 0 0,0-1 0 0 0,0 0-1 0 0,0 0 1 0 0,0 0 0 0 0,-1 0-24 0 0,-1 1 1 0 0,1 0 0 0 0,0 0-1 0 0,0 0 1 0 0,0 0 0 0 0,-1 0-1 0 0,1 0 1 0 0,0 0 0 0 0,0 0-1 0 0,-1 0 1 0 0,1 1 0 0 0,0-1-1 0 0,0 0 1 0 0,0 1 0 0 0,0-1-1 0 0,-1 1 1 0 0,1-1-1 0 0,0 1 1 0 0,0 0 0 0 0,0 0-1 0 0,0-1 1 0 0,0 1 0 0 0,-1 1-1 0 0,-24 20-394 0 0,19-15 79 0 0,0 2 0 0 0,1-1 1 0 0,0 1-1 0 0,0 0 1 0 0,1 0-1 0 0,0 1 0 0 0,1-1 1 0 0,0 1-1 0 0,0 0 0 0 0,1 1 1 0 0,-2 11-1 0 0,4-19 333 0 0,0 1 0 0 0,1-1 0 0 0,-1 1 0 0 0,1-1 0 0 0,0 1 0 0 0,0-1 0 0 0,0 1 0 0 0,0-1 0 0 0,1 1 0 0 0,0-1 0 0 0,-1 0 0 0 0,1 1 0 0 0,0-1 0 0 0,1 0 0 0 0,-1 1 0 0 0,1-1 0 0 0,-1 0 0 0 0,1 0 0 0 0,0 0 0 0 0,0-1 0 0 0,0 1 0 0 0,0 0 0 0 0,1-1 0 0 0,-1 1 0 0 0,1-1 0 0 0,-1 0 0 0 0,1 0 0 0 0,0 0 0 0 0,0 0 0 0 0,0 0 0 0 0,0 0 0 0 0,0-1 0 0 0,1 0 0 0 0,-1 0 0 0 0,0 0 0 0 0,1 0 0 0 0,5 1 0 0 0,-4-1 119 0 0,0 0 0 0 0,-1-1-1 0 0,1 0 1 0 0,0 0 0 0 0,0 0 0 0 0,-1 0 0 0 0,1 0 0 0 0,0-1-1 0 0,-1 0 1 0 0,1 0 0 0 0,0-1 0 0 0,-1 1 0 0 0,1-1 0 0 0,-1 0-1 0 0,0 0 1 0 0,0 0 0 0 0,0-1 0 0 0,0 1 0 0 0,0-1 0 0 0,0 0-1 0 0,-1 0 1 0 0,1-1 0 0 0,5-6 0 0 0,-3 3-665 0 0,-1-1 1 0 0,1 0-1 0 0,-1 0 0 0 0,5-13 1 0 0,2-8-4390 0 0,-3-1-3382 0 0,-5 19 3601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3:43.4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70 1 5153 0 0,'-3'1'381'0'0,"1"1"1"0"0,0 0-1 0 0,-1-1 0 0 0,1 1 1 0 0,0 0-1 0 0,0 0 0 0 0,0 1 0 0 0,1-1 1 0 0,-1 0-1 0 0,0 1 0 0 0,1-1 1 0 0,0 1-1 0 0,-2 3 0 0 0,-15 37 402 0 0,17-42-697 0 0,-4 15 115 0 0,0 0 0 0 0,1 0 0 0 0,-3 23 0 0 0,7-34-167 0 0,-1 0 0 0 0,0 0 0 0 0,1 0 1 0 0,0 0-1 0 0,1 0 0 0 0,-1 0 1 0 0,1 0-1 0 0,0 0 0 0 0,0 0 0 0 0,0 0 1 0 0,1 0-1 0 0,-1 0 0 0 0,1-1 0 0 0,1 1 1 0 0,2 5-1 0 0,-4-9-27 0 0,0 1-1 0 0,0-1 1 0 0,0 0 0 0 0,0 0 0 0 0,1 0-1 0 0,-1 0 1 0 0,0 0 0 0 0,0 0-1 0 0,1 0 1 0 0,-1-1 0 0 0,0 1-1 0 0,1 0 1 0 0,-1-1 0 0 0,0 1-1 0 0,1-1 1 0 0,-1 1 0 0 0,1-1-1 0 0,-1 0 1 0 0,1 1 0 0 0,-1-1 0 0 0,1 0-1 0 0,0 0 1 0 0,-1 0 0 0 0,1 0-1 0 0,1-1 1 0 0,1 0 25 0 0,-1-1 0 0 0,1 1 0 0 0,-1-1 0 0 0,1 0 0 0 0,-1 1 1 0 0,0-2-1 0 0,0 1 0 0 0,0 0 0 0 0,0 0 0 0 0,3-5 0 0 0,3-2 229 0 0,-1-1-1 0 0,0 0 0 0 0,-1-1 1 0 0,0 0-1 0 0,7-15 1 0 0,-12 21-22 0 0,0-1 1 0 0,0 0 0 0 0,0 0-1 0 0,-1 0 1 0 0,0 0 0 0 0,0 0-1 0 0,-1 0 1 0 0,1-1-1 0 0,-1 1 1 0 0,0 0 0 0 0,-1 0-1 0 0,0 0 1 0 0,0 0-1 0 0,-2-9 1 0 0,1 11-175 0 0,1 1 0 0 0,-1-1-1 0 0,1 1 1 0 0,-1-1 0 0 0,0 1 0 0 0,0 0 0 0 0,-1 0-1 0 0,1 0 1 0 0,-1 0 0 0 0,-4-4 0 0 0,4 5-307 0 0,0 0 1 0 0,0 0-1 0 0,0 0 0 0 0,-1 0 1 0 0,1 0-1 0 0,-1 1 1 0 0,1-1-1 0 0,-1 1 1 0 0,0 0-1 0 0,1 0 1 0 0,-9-1-1 0 0,10 2-544 0 0,-1 0 1 0 0,0 1-1 0 0,1-1 0 0 0,-1 0 0 0 0,0 1 0 0 0,1-1 0 0 0,-1 1 1 0 0,1 0-1 0 0,-1 0 0 0 0,1 0 0 0 0,-1 0 0 0 0,-2 2 1 0 0,-1 1-3226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3:43.7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4041 0 0,'22'39'7749'0'0,"-10"9"-4753"0"0,-5 54-3735 0 0,-4-44 1176 0 0,2-18-801 0 0,3 28-1273 0 0,-13-28-3134 0 0,1-35 1397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3:44.1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36 3553 0 0,'-8'-19'6802'0'0,"12"29"-1571"0"0,-2-9-5142 0 0,0 0 0 0 0,0 0-1 0 0,0 0 1 0 0,0-1 0 0 0,1 1 0 0 0,-1 0 0 0 0,0-1-1 0 0,1 0 1 0 0,-1 1 0 0 0,0-1 0 0 0,1 0 0 0 0,-1 0 0 0 0,0 0-1 0 0,1-1 1 0 0,-1 1 0 0 0,0 0 0 0 0,1-1 0 0 0,-1 0-1 0 0,0 1 1 0 0,5-3 0 0 0,23-10-708 0 0,-12-1-3680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3:44.4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 5225 0 0,'-7'61'4839'0'0,"6"-48"-4991"0"0,1-1-1 0 0,0 1 0 0 0,0-1 1 0 0,1 1-1 0 0,5 18 1 0 0,-6-29 220 0 0,1 0 1 0 0,0-1 0 0 0,1 1-1 0 0,-1 0 1 0 0,0-1 0 0 0,0 1 0 0 0,1-1-1 0 0,-1 0 1 0 0,0 1 0 0 0,1-1-1 0 0,0 0 1 0 0,-1 0 0 0 0,1 0-1 0 0,0 0 1 0 0,-1 0 0 0 0,1 0 0 0 0,0 0-1 0 0,0-1 1 0 0,0 1 0 0 0,0 0-1 0 0,0-1 1 0 0,0 0 0 0 0,0 1 0 0 0,0-1-1 0 0,0 0 1 0 0,0 0 0 0 0,0 0-1 0 0,0-1 1 0 0,3 0 0 0 0,67-12 3010 0 0,-59 10-2490 0 0,19-4-169 0 0,59-16 1180 0 0,-85 21-2536 0 0,0 0 1 0 0,-1-1-1 0 0,0 0 0 0 0,1 0 1 0 0,-1 0-1 0 0,0 0 0 0 0,6-7 1 0 0,-7 6-2221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3:44.8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 0 5337 0 0,'-7'36'7478'0'0,"6"24"-5648"0"0,0-7-1398 0 0,0-43-548 0 0,-10 104 811 0 0,-3-39-5190 0 0,16-96-467 0 0,-1-4 3294 0 0,3-26 568 0 0,0 25 824 0 0,11-51 383 0 0,4 31 2902 0 0,-18 47-2847 0 0,0-1 1 0 0,-1 0-1 0 0,1 0 1 0 0,-1 0-1 0 0,1 1 1 0 0,0-1-1 0 0,-1 0 1 0 0,1 0-1 0 0,-1 1 1 0 0,1-1-1 0 0,-1 1 1 0 0,1-1-1 0 0,-1 0 1 0 0,1 1-1 0 0,-1-1 1 0 0,0 1-1 0 0,1-1 1 0 0,-1 1-1 0 0,0-1 1 0 0,1 1-1 0 0,-1-1 1 0 0,0 1-1 0 0,0 0 1 0 0,1-1-1 0 0,-1 1 1 0 0,0-1-1 0 0,0 1 1 0 0,0 0-1 0 0,0-1 1 0 0,0 1-1 0 0,0-1 1 0 0,0 1-1 0 0,0 1 1 0 0,11 30 934 0 0,-10-29-882 0 0,3 14-18 0 0,10 30 434 0 0,-13-45-740 0 0,0 0 0 0 0,-1 0 0 0 0,1 0-1 0 0,0 0 1 0 0,0 0 0 0 0,0-1 0 0 0,0 1 0 0 0,1 0-1 0 0,-1-1 1 0 0,0 1 0 0 0,1-1 0 0 0,-1 1-1 0 0,1-1 1 0 0,0 0 0 0 0,-1 1 0 0 0,1-1 0 0 0,0 0-1 0 0,2 1 1 0 0,-3-2-65 0 0,0 0-1 0 0,0 0 1 0 0,0 0 0 0 0,0 0-1 0 0,-1 0 1 0 0,1 0 0 0 0,0-1-1 0 0,0 1 1 0 0,0 0 0 0 0,0 0-1 0 0,-1-1 1 0 0,1 1 0 0 0,0-1-1 0 0,0 1 1 0 0,-1 0-1 0 0,1-1 1 0 0,0 1 0 0 0,-1-1-1 0 0,1 0 1 0 0,0 1 0 0 0,-1-1-1 0 0,1 0 1 0 0,-1 1 0 0 0,1-1-1 0 0,-1 0 1 0 0,0 1-1 0 0,1-1 1 0 0,-1 0 0 0 0,1 0-1 0 0,-1 0 1 0 0,0 1 0 0 0,1-3-1 0 0,4-6-1555 0 0,2 4-927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3:45.2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1 5225 0 0,'-19'69'4677'0'0,"1"40"-4296"0"0,9-56-653 0 0,9-41-1242 0 0,6-35 1249 0 0,9-41 1062 0 0,-14 54-404 0 0,4-31 461 0 0,-5 39-731 0 0,1 1 0 0 0,-1 0-1 0 0,0-1 1 0 0,0 1 0 0 0,1 0 0 0 0,-1 0-1 0 0,0 0 1 0 0,1-1 0 0 0,-1 1-1 0 0,1 0 1 0 0,0 0 0 0 0,-1 0 0 0 0,1 0-1 0 0,0 0 1 0 0,0 0 0 0 0,0 0-1 0 0,-1 0 1 0 0,1 0 0 0 0,0 0 0 0 0,0 0-1 0 0,0 1 1 0 0,0-1 0 0 0,2 0-1 0 0,2 3 207 0 0,0 0 0 0 0,0 1-1 0 0,0 0 1 0 0,-1 0-1 0 0,1 0 1 0 0,-1 1-1 0 0,0-1 1 0 0,0 1-1 0 0,0 0 1 0 0,0 0-1 0 0,3 6 1 0 0,0-2-128 0 0,-2-3-493 0 0,23 22 1186 0 0,-26-26-1178 0 0,-1 1 0 0 0,1-1 0 0 0,-1 0-1 0 0,1 0 1 0 0,-1-1 0 0 0,1 1-1 0 0,-1 0 1 0 0,1 0 0 0 0,0-1-1 0 0,-1 1 1 0 0,1-1 0 0 0,0 0-1 0 0,0 1 1 0 0,-1-1 0 0 0,1 0-1 0 0,0 0 1 0 0,0 0 0 0 0,2 0-1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3:45.5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53 4937 0 0,'-1'0'181'0'0,"1"1"1"0"0,-1-1-1 0 0,0 0 0 0 0,0 1 0 0 0,0-1 1 0 0,1 1-1 0 0,-1-1 0 0 0,0 1 0 0 0,1-1 1 0 0,-1 1-1 0 0,0 0 0 0 0,1-1 0 0 0,-1 1 1 0 0,1 0-1 0 0,-1-1 0 0 0,1 1 0 0 0,-1 0 1 0 0,1 0-1 0 0,0 0 0 0 0,-1-1 0 0 0,1 1 1 0 0,0 1-1 0 0,11 8 2395 0 0,31-6 282 0 0,153-46 3047 0 0,-15 3-5743 0 0,-169 38-343 0 0,-3 6-4945 0 0,-8-4 4668 0 0,0 0 0 0 0,0 0 0 0 0,-1 0 0 0 0,1 0-1 0 0,0 0 1 0 0,0 0 0 0 0,-1 0 0 0 0,1 0 0 0 0,-1-1 0 0 0,1 1-1 0 0,0 0 1 0 0,-1 0 0 0 0,0 0 0 0 0,1-1 0 0 0,-1 1-1 0 0,1 0 1 0 0,-1-1 0 0 0,0 1 0 0 0,0 0 0 0 0,-1 0 0 0 0,-4 5-3381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3:45.9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1 3425 0 0,'-2'2'803'0'0,"0"1"-1"0"0,0 0 1 0 0,0-1 0 0 0,0 1 0 0 0,0 0-1 0 0,1 0 1 0 0,-1 0 0 0 0,1 0 0 0 0,-2 6 0 0 0,-2 34 2694 0 0,7-21-3333 0 0,1 0 1 0 0,5 25 0 0 0,0-8 404 0 0,3-1-1736 0 0,-11-38 1104 0 0,1-1-750 0 0,-1 1 751 0 0,0 0-1 0 0,0 0 1 0 0,0 0-1 0 0,0 0 1 0 0,1 0-1 0 0,-1 0 1 0 0,0 0-1 0 0,0 0 0 0 0,0 0 1 0 0,0 0-1 0 0,0 0 1 0 0,0 0-1 0 0,0 0 1 0 0,0 0-1 0 0,0 0 1 0 0,1 0-1 0 0,-1 0 1 0 0,0 1-1 0 0,0-1 0 0 0,0 0 1 0 0,0 0-1 0 0,0 0 1 0 0,1 1-751 0 0,-1-1 750 0 0,0 0 1 0 0,0 0-1 0 0,0 0 1 0 0,0 0-1 0 0,0 0 0 0 0,0 0 1 0 0,0 0-1 0 0,0 1 1 0 0,-3-24-3976 0 0,-8-21 209 0 0,8 30 1516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3:46.2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44 2937 0 0,'18'-2'7639'0'0,"3"7"-3477"0"0,-18-4-3862 0 0,0 0 0 0 0,0 0 0 0 0,0 0 0 0 0,0 0 0 0 0,0-1 0 0 0,1 1 0 0 0,-1-1-1 0 0,0 0 1 0 0,0 0 0 0 0,1 0 0 0 0,3-1 0 0 0,40-23 1788 0 0,-41 20-1820 0 0,1 0-1 0 0,-1 0 1 0 0,1 1-1 0 0,0 0 1 0 0,0 0-1 0 0,0 1 1 0 0,9-3-1 0 0,-14 5-234 0 0,0 0 0 0 0,0 0 0 0 0,0 1 0 0 0,0-1 0 0 0,0 0 0 0 0,1 1 0 0 0,-1-1-1 0 0,0 1 1 0 0,0 0 0 0 0,0-1 0 0 0,0 1 0 0 0,0 0 0 0 0,-1 0 0 0 0,1 1 0 0 0,0-1 0 0 0,0 0 0 0 0,-1 0-1 0 0,1 1 1 0 0,-1-1 0 0 0,1 1 0 0 0,-1 0 0 0 0,1-1 0 0 0,-1 1 0 0 0,0 0 0 0 0,0 0 0 0 0,0 0-1 0 0,0 0 1 0 0,0-1 0 0 0,0 2 0 0 0,0 1 0 0 0,4 7-427 0 0,15 36 84 0 0,-16-24-2735 0 0,-4-22 2657 0 0,0 0-1 0 0,-1 0 1 0 0,1 0-1 0 0,0 0 1 0 0,0 0 0 0 0,0-1-1 0 0,0 1 1 0 0,-1 0-1 0 0,1 0 1 0 0,0 0-1 0 0,-1 0 1 0 0,1-1 0 0 0,-1 1-1 0 0,1 0 1 0 0,-1-1-1 0 0,1 1 1 0 0,-1 0-1 0 0,-1 0 1 0 0,-8 2-5103 0 0,4-2 951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3:46.5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89 4681 0 0,'-2'3'682'0'0,"0"0"0"0"0,0 0 0 0 0,0 0 0 0 0,0 0 0 0 0,1 0 0 0 0,0 0 0 0 0,-1 1-1 0 0,1-1 1 0 0,0 0 0 0 0,0 1 0 0 0,0 6 0 0 0,1-10-573 0 0,0 1 0 0 0,0-1 0 0 0,0 0 0 0 0,0 1 1 0 0,1-1-1 0 0,-1 1 0 0 0,0-1 0 0 0,0 0 0 0 0,0 1 0 0 0,1-1 0 0 0,-1 1 0 0 0,0-1 0 0 0,0 0 0 0 0,1 0 0 0 0,-1 1 0 0 0,0-1 0 0 0,1 0 0 0 0,-1 1 0 0 0,0-1 0 0 0,1 0 1 0 0,-1 0-1 0 0,1 0 0 0 0,-1 1 0 0 0,0-1 0 0 0,1 0 0 0 0,-1 0 0 0 0,1 0 0 0 0,-1 0 0 0 0,0 0 0 0 0,1 0 0 0 0,0 0 0 0 0,28-6 2196 0 0,-2-7-294 0 0,46-30 1 0 0,8-3-3370 0 0,-23 24-8509 0 0,-58 22 9747 0 0,0 0 0 0 0,1 0 0 0 0,-1 0 0 0 0,0-1-1 0 0,0 1 1 0 0,0 0 0 0 0,1 0 0 0 0,-1 0 0 0 0,0 0 0 0 0,0-1 0 0 0,0 1-1 0 0,0 0 1 0 0,0 0 0 0 0,0 0 0 0 0,1-1 0 0 0,-1 1 0 0 0,0 0 0 0 0,0 0-1 0 0,0 0 1 0 0,0-1 0 0 0,0 1 0 0 0,0 0 0 0 0,0 0 0 0 0,0-1 0 0 0,0 1 0 0 0,0 0-1 0 0,0 0 1 0 0,0 0 0 0 0,0-1 0 0 0,0 1 0 0 0,0 0 0 0 0,0 0 0 0 0,0-1-1 0 0,0 1 1 0 0,-1 0 0 0 0,1 0 0 0 0,0 0 0 0 0,0-1 0 0 0,0 1 0 0 0,0 0-1 0 0,0 0 1 0 0,-1-1 0 0 0,0-2-1251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3:47.3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0 4353 0 0,'-8'4'8629'0'0,"3"11"-5551"0"0,1 23-3011 0 0,3-33 700 0 0,-13 413 307 0 0,14-408-1146 0 0,1-1 668 0 0,1-1-4951 0 0,-2-8 4147 0 0,1 0 1 0 0,-1 0-1 0 0,0 0 0 0 0,1 0 1 0 0,-1 0-1 0 0,0 0 1 0 0,1 0-1 0 0,-1 0 0 0 0,0 0 1 0 0,1 0-1 0 0,-1-1 1 0 0,0 1-1 0 0,0 0 1 0 0,1 0-1 0 0,-1 0 0 0 0,0 0 1 0 0,1 0-1 0 0,-1-1 1 0 0,0 1-1 0 0,0 0 0 0 0,2-2-1452 0 0,-2 2 1452 0 0,0 0 0 0 0,0-1 1 0 0,0 1-1 0 0,1 0 1 0 0,-1-1-1 0 0,0 1 1 0 0,0 0-1 0 0,0-1 0 0 0,0 1 1 0 0,0 0-1 0 0,0 0 1 0 0,0-1-1 0 0,0 1 0 0 0,0 0 1 0 0,0-1-1 0 0,0 1 1 0 0,1-6-2949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3:47.7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 7794 0 0,'-7'26'10188'0'0,"5"-17"-8326"0"0,2-34-16513 0 0,0 15 10650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3:48.6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326 9 6057 0 0,'-1'0'163'0'0,"1"-1"0"0"0,0 1 0 0 0,0-1 0 0 0,0 1 0 0 0,-1 0-1 0 0,1-1 1 0 0,0 1 0 0 0,0-1 0 0 0,-1 1 0 0 0,1 0 0 0 0,0-1-1 0 0,-1 1 1 0 0,1 0 0 0 0,0-1 0 0 0,-1 1 0 0 0,1 0 0 0 0,-1-1-1 0 0,1 1 1 0 0,0 0 0 0 0,-1 0 0 0 0,1 0 0 0 0,-1-1 0 0 0,1 1 0 0 0,-1 0-1 0 0,1 0 1 0 0,-1 0 0 0 0,1 0 0 0 0,-1 0 0 0 0,1 0 0 0 0,-1 0-1 0 0,1 0 1 0 0,-1 0 0 0 0,1 0 0 0 0,-1 0 0 0 0,1 0 0 0 0,-1 0 0 0 0,1 1-1 0 0,-1-1 1 0 0,1 0 0 0 0,0 0 0 0 0,-1 0 0 0 0,1 1 0 0 0,-1-1-1 0 0,-7 28 1652 0 0,8 50-2830 0 0,1-71 1502 0 0,12 207-381 0 0,4 126 362 0 0,-19-319-421 0 0,2-21-46 0 0,0 0 1 0 0,0 0 0 0 0,0 0-1 0 0,0 0 1 0 0,0 0-1 0 0,0 0 1 0 0,0 0-1 0 0,0 1 1 0 0,0-1 0 0 0,0 0-1 0 0,0 0 1 0 0,0 0-1 0 0,0 0 1 0 0,0 0-1 0 0,-1 0 1 0 0,1 0 0 0 0,0 0-1 0 0,0 0 1 0 0,0 1-1 0 0,0-1 1 0 0,0 0 0 0 0,0 0-1 0 0,0 0 1 0 0,0 0-1 0 0,0 0 1 0 0,0 0-1 0 0,0 0 1 0 0,0 0 0 0 0,-1 0-1 0 0,1 0 1 0 0,0 0-1 0 0,0 0 1 0 0,0 0-1 0 0,0 0 1 0 0,0 0 0 0 0,0 0-1 0 0,0 0 1 0 0,0 0-1 0 0,-1 0 1 0 0,1 0-1 0 0,0 0 1 0 0,0 0 0 0 0,0 0-1 0 0,0 0 1 0 0,0 0-1 0 0,0 0 1 0 0,0 0 0 0 0,0 0-1 0 0,-1 0 1 0 0,1 0-1 0 0,0 0 1 0 0,0 0-1 0 0,0 0 1 0 0,0 0 0 0 0,0 0-1 0 0,0-1 1 0 0,0 1-1 0 0,0 0 1 0 0,0 0-1 0 0,0 0 1 0 0,0 0 0 0 0,0 0-1 0 0,0 0 1 0 0,-1 0-1 0 0,1 0 1 0 0,-13-31 126 0 0,1 3 119 0 0,7 19-194 0 0,-4-9 62 0 0,-1 1 0 0 0,-1 0-1 0 0,-1 1 1 0 0,0 0 0 0 0,-20-20 0 0 0,30 34-96 0 0,-1 0 0 0 0,1-1 0 0 0,-1 1 0 0 0,0 0 0 0 0,0 0 0 0 0,0 1 0 0 0,0-1-1 0 0,0 1 1 0 0,0-1 0 0 0,0 1 0 0 0,-1 0 0 0 0,1 0 0 0 0,-1 0 0 0 0,1 1 0 0 0,0-1 0 0 0,-1 1 0 0 0,1 0 0 0 0,-1 0 0 0 0,1 0 0 0 0,-1 0 0 0 0,1 1 0 0 0,0-1 0 0 0,-1 1 0 0 0,1 0 0 0 0,0 0 0 0 0,-1 0 0 0 0,1 0 0 0 0,0 1 0 0 0,0 0 0 0 0,0-1 0 0 0,0 1 0 0 0,0 0 0 0 0,0 0-1 0 0,1 0 1 0 0,-1 1 0 0 0,1-1 0 0 0,-1 1 0 0 0,-2 4 0 0 0,-5 5-51 0 0,1 0 0 0 0,0 1 0 0 0,1 0 0 0 0,1 0-1 0 0,0 1 1 0 0,0 0 0 0 0,2 0 0 0 0,-1 0 0 0 0,2 1-1 0 0,0 0 1 0 0,1 0 0 0 0,0 0 0 0 0,2 0 0 0 0,-1 1 0 0 0,2-1-1 0 0,1 20 1 0 0,-1-33 13 0 0,1 0 0 0 0,-1 0 0 0 0,1 0 1 0 0,-1 0-1 0 0,1 0 0 0 0,0 0 0 0 0,-1 0 0 0 0,1 0 0 0 0,0 0 0 0 0,0 0 0 0 0,0-1 0 0 0,1 1 0 0 0,-1 0 0 0 0,0-1 1 0 0,1 1-1 0 0,-1-1 0 0 0,1 1 0 0 0,-1-1 0 0 0,1 0 0 0 0,0 0 0 0 0,0 0 0 0 0,-1 1 0 0 0,1-2 0 0 0,0 1 0 0 0,0 0 0 0 0,0 0 1 0 0,0-1-1 0 0,0 1 0 0 0,0-1 0 0 0,0 1 0 0 0,0-1 0 0 0,0 0 0 0 0,0 0 0 0 0,1 0 0 0 0,2 0 0 0 0,8-2-127 0 0,1 0 0 0 0,0-1 0 0 0,-1 0 0 0 0,22-9 0 0 0,13-3-604 0 0,2 9-216 0 0,-39 5 1012 0 0,1 1 1 0 0,-1-2 0 0 0,0 1 0 0 0,0-2-1 0 0,0 1 1 0 0,0-1 0 0 0,0-1-1 0 0,0 0 1 0 0,-1-1 0 0 0,0 0 0 0 0,0 0-1 0 0,0-1 1 0 0,-1-1 0 0 0,12-8 0 0 0,-8 2 792 0 0,2 0-24 0 0,-1-1 1 0 0,0-1 0 0 0,23-32 0 0 0,-35 45-703 0 0,0-1 0 0 0,0 0 0 0 0,-1 1 0 0 0,1-1 0 0 0,0 0 0 0 0,-1 0-1 0 0,0 0 1 0 0,0 0 0 0 0,0 0 0 0 0,0-1 0 0 0,0 1 0 0 0,-1 0 0 0 0,1 0 0 0 0,-1-1 0 0 0,0 1 0 0 0,0 0 0 0 0,0-1 0 0 0,0 1 0 0 0,-1 0 0 0 0,1 0 0 0 0,-1-1 0 0 0,0 1 0 0 0,0 0 0 0 0,0 0 0 0 0,-1 0 0 0 0,1 0 0 0 0,-1 0 0 0 0,1 0 0 0 0,-1 0 0 0 0,0 1 0 0 0,-3-5 0 0 0,4 6-86 0 0,-1-1 0 0 0,1 1 0 0 0,0-1 0 0 0,0 1 0 0 0,-1 0 1 0 0,1 0-1 0 0,0 0 0 0 0,-1-1 0 0 0,1 1 0 0 0,-1 1 0 0 0,0-1 0 0 0,1 0 0 0 0,-1 0 0 0 0,0 0 1 0 0,0 1-1 0 0,1-1 0 0 0,-1 1 0 0 0,0 0 0 0 0,0-1 0 0 0,0 1 0 0 0,1 0 0 0 0,-1 0 0 0 0,0 0 1 0 0,0 0-1 0 0,0 1 0 0 0,0-1 0 0 0,1 0 0 0 0,-1 1 0 0 0,0-1 0 0 0,0 1 0 0 0,1-1 0 0 0,-1 1 0 0 0,0 0 1 0 0,1 0-1 0 0,-1 0 0 0 0,1 0 0 0 0,-1 0 0 0 0,1 0 0 0 0,-1 1 0 0 0,1-1 0 0 0,0 0 0 0 0,-1 1 1 0 0,1-1-1 0 0,-1 2 0 0 0,-2 3-58 0 0,1 0 0 0 0,-1 0 0 0 0,1 0 0 0 0,1 0 0 0 0,-1 0 0 0 0,1 1 0 0 0,0 0 0 0 0,0-1 0 0 0,1 1 0 0 0,-1 11 0 0 0,1 5-218 0 0,1 0 0 0 0,2 0 0 0 0,0-1-1 0 0,1 1 1 0 0,11 35 0 0 0,-13-51 230 0 0,1 1-1 0 0,1-1 0 0 0,0 0 1 0 0,0 0-1 0 0,0 0 0 0 0,1 0 0 0 0,0 0 1 0 0,0-1-1 0 0,0 0 0 0 0,1 0 1 0 0,0 0-1 0 0,0 0 0 0 0,1-1 1 0 0,0 0-1 0 0,0 0 0 0 0,0 0 1 0 0,0-1-1 0 0,1 0 0 0 0,-1 0 0 0 0,11 3 1 0 0,-14-6 32 0 0,0 0 0 0 0,0 0 0 0 0,0 0 0 0 0,0-1 0 0 0,0 0 0 0 0,0 0 0 0 0,0 0 0 0 0,1 0 0 0 0,-1 0 0 0 0,0 0 0 0 0,0-1 0 0 0,0 1 1 0 0,0-1-1 0 0,0 0 0 0 0,0 0 0 0 0,0 0 0 0 0,0-1 0 0 0,2-1 0 0 0,0 0 25 0 0,0-1-1 0 0,-1 1 1 0 0,1-1 0 0 0,-1 0 0 0 0,0 0-1 0 0,0-1 1 0 0,-1 1 0 0 0,1-1 0 0 0,2-6 0 0 0,2-4-11 0 0,0-1 1 0 0,-2 0 0 0 0,0 0 0 0 0,0-1-1 0 0,4-27 1 0 0,-1-36-3968 0 0,-11-1-7357 0 0,1 63 7010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3:49.0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1 8394 0 0,'-2'5'596'0'0,"-1"1"0"0"0,1 0 0 0 0,0 0 0 0 0,1 0 0 0 0,0 0 0 0 0,0 1 0 0 0,0-1 0 0 0,0 0 0 0 0,1 9 0 0 0,6 63-1256 0 0,-3-46 724 0 0,58 341-5177 0 0,-50-319 2257 0 0,-12-50 212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3:49.4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38 245 3521 0 0,'-11'-30'2285'0'0,"-12"-42"589"0"0,22 68-2688 0 0,0 0 0 0 0,0 0 0 0 0,1 0-1 0 0,-1 1 1 0 0,1-1 0 0 0,0 0 0 0 0,0 0 0 0 0,1 0 0 0 0,-1 0 0 0 0,1 0-1 0 0,0 0 1 0 0,0 0 0 0 0,0 0 0 0 0,2-6 0 0 0,1 6 211 0 0,0 0 1 0 0,0-1-1 0 0,0 1 1 0 0,0 0-1 0 0,1 1 1 0 0,-1-1-1 0 0,1 1 1 0 0,0 0-1 0 0,0 0 1 0 0,9-3-1 0 0,59-21 1813 0 0,-65 24-2089 0 0,-6 2-73 0 0,0 0 0 0 0,0 1 0 0 0,0-1 0 0 0,0 1 0 0 0,0-1 0 0 0,0 1 0 0 0,0 0 0 0 0,0 0 0 0 0,0 0 0 0 0,0 0 1 0 0,0 0-1 0 0,0 0 0 0 0,2 1 0 0 0,-3 0-5 0 0,0-1 0 0 0,0 0 0 0 0,0 1 0 0 0,-1-1 0 0 0,1 1 0 0 0,0-1 0 0 0,0 1 0 0 0,-1 0 0 0 0,1-1 0 0 0,-1 1-1 0 0,1 0 1 0 0,0-1 0 0 0,-1 1 0 0 0,1 0 0 0 0,-1 0 0 0 0,0 0 0 0 0,1-1 0 0 0,-1 1 0 0 0,0 0 0 0 0,1 2 0 0 0,0 3 100 0 0,-1 1 0 0 0,1-1 0 0 0,-2 1 0 0 0,1-1 0 0 0,-1 1-1 0 0,-2 10 1 0 0,1-4-319 0 0,-44 187-2796 0 0,18-88-4314 0 0,28-140 613 0 0,3 11 4130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3:49.7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19 191 4401 0 0,'-2'2'398'0'0,"0"0"1"0"0,1 0-1 0 0,-1 0 0 0 0,1 0 1 0 0,-1 0-1 0 0,1 0 0 0 0,0 0 0 0 0,0 1 1 0 0,0-1-1 0 0,0 0 0 0 0,0 1 1 0 0,0-1-1 0 0,1 1 0 0 0,-1-1 1 0 0,1 1-1 0 0,-1-1 0 0 0,1 1 1 0 0,0-1-1 0 0,0 1 0 0 0,0-1 1 0 0,1 1-1 0 0,0 3 0 0 0,0-4-76 0 0,1 1 0 0 0,-1-1 0 0 0,1 0-1 0 0,0 1 1 0 0,0-1 0 0 0,0 0 0 0 0,0 0-1 0 0,0 0 1 0 0,0-1 0 0 0,0 1 0 0 0,1 0-1 0 0,-1-1 1 0 0,0 0 0 0 0,1 1 0 0 0,0-1-1 0 0,4 1 1 0 0,8 3 78 0 0,-1-1-1 0 0,1-1 0 0 0,1-1 0 0 0,-1 0 1 0 0,0-1-1 0 0,18-1 0 0 0,-13-1-535 0 0,0-1 0 0 0,-1-1 0 0 0,28-8 0 0 0,6-11-2576 0 0,-50 20 2018 0 0,1 0 1 0 0,-1-1-1 0 0,1 1 0 0 0,-1-1 0 0 0,0 0 0 0 0,0 0 1 0 0,0 0-1 0 0,-1 0 0 0 0,5-7 0 0 0,-1-16-4430 0 0,-8 10 791 0 0</inkml:trace>
  <inkml:trace contextRef="#ctx0" brushRef="#br0" timeOffset="1">173 0 9682 0 0,'11'48'4247'0'0,"6"78"0"0"0,-8 48-4622 0 0,7 61-5884 0 0,-16-229 5828 0 0,1 0-120 0 0,-1-1-1 0 0,1 1 0 0 0,0-1 0 0 0,1 1 0 0 0,-1-1 1 0 0,1 1-1 0 0,0-1 0 0 0,3 5 0 0 0,-5-10 501 0 0,0 0 0 0 0,1 0-514 0 0,-1 0 514 0 0,0 0-1 0 0,0 0 1 0 0,0 0 0 0 0,0 0-1 0 0,0 0 1 0 0,1 0 0 0 0,-1 0-1 0 0,0 0 1 0 0,0 0 0 0 0,0 0-1 0 0,0 0 1 0 0,0 0 0 0 0,0 0-1 0 0,0 0 1 0 0,0 0-1 0 0,0 0 1 0 0,0 0 0 0 0,0 0-1 0 0,0 0 1 0 0,1 0 0 0 0,-1 0-1 0 0,0 0 1 0 0,0 0 0 0 0,0 1-565 0 0,1-3-212 0 0,2-5-1366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3:50.1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6665 0 0,'2'8'6530'0'0,"5"27"-5218"0"0,70 514-3407 0 0,-71-521 438 0 0,-3-27 543 0 0,0-17 1235 0 0,-1-19 1338 0 0,0 1 260 0 0,9-47 0 0 0,-9 72-1389 0 0,0 1 1 0 0,0 0 0 0 0,1 0 0 0 0,0 0-1 0 0,0 0 1 0 0,1 0 0 0 0,0 1 0 0 0,0-1 0 0 0,0 1-1 0 0,1 0 1 0 0,6-6 0 0 0,-10 11-267 0 0,1 1 0 0 0,-1 0 0 0 0,0-1-1 0 0,1 1 1 0 0,-1 0 0 0 0,1-1 0 0 0,0 1 0 0 0,-1 0 0 0 0,1 0 0 0 0,0 1 0 0 0,0-1 0 0 0,-1 0-1 0 0,1 0 1 0 0,0 1 0 0 0,0-1 0 0 0,0 1 0 0 0,0 0 0 0 0,0-1 0 0 0,0 1 0 0 0,0 0-1 0 0,0 0 1 0 0,0 0 0 0 0,3 1 0 0 0,-3 0-18 0 0,1 0-1 0 0,-1 1 1 0 0,1-1-1 0 0,-1 1 0 0 0,1-1 1 0 0,-1 1-1 0 0,0 0 1 0 0,0 0-1 0 0,0 0 1 0 0,0 0-1 0 0,0 0 1 0 0,0 0-1 0 0,-1 1 1 0 0,2 2-1 0 0,4 8 32 0 0,0 1 0 0 0,-1 0 0 0 0,-1-1-1 0 0,6 29 1 0 0,-1 1-1049 0 0,6 68-1 0 0,-15-92-1472 0 0,-1 0-1 0 0,0 0 1 0 0,-5 26 0 0 0,4-37-364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3:53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 2817 0 0,'0'0'252'0'0,"-1"0"0"0"0,0 1 1 0 0,1-1-1 0 0,-1 0 0 0 0,1 1 1 0 0,-1-1-1 0 0,1 1 0 0 0,-1-1 1 0 0,1 1-1 0 0,-1-1 0 0 0,1 1 1 0 0,-1-1-1 0 0,1 1 0 0 0,0 0 1 0 0,-1-1-1 0 0,1 1 0 0 0,0-1 1 0 0,-1 1-1 0 0,1 0 0 0 0,0-1 1 0 0,0 1-1 0 0,0 0 0 0 0,0-1 1 0 0,-1 1-1 0 0,1 0 0 0 0,0-1 0 0 0,0 1 1 0 0,0 0-1 0 0,1 0 0 0 0,-1-1 1 0 0,0 1-1 0 0,0 0 0 0 0,0-1 1 0 0,0 1-1 0 0,1-1 0 0 0,-1 1 1 0 0,0 0-1 0 0,1-1 0 0 0,-1 1 1 0 0,0 0-1 0 0,1-1 0 0 0,0 2 1 0 0,13 2 2430 0 0,3-13-4733 0 0,-6-5-7806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3:53.4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6057 0 0,'2'18'10046'0'0,"6"-4"-7525"0"0,3-11-5812 0 0,3-17-4096 0 0,-11 4 3581 0 0,-2 4 874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13:53.7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 4113 0 0,'3'-2'848'0'0,"-1"1"0"0"0,1 0 0 0 0,0 0 0 0 0,0 0 0 0 0,0 0-1 0 0,0 0 1 0 0,-1 1 0 0 0,1-1 0 0 0,0 1 0 0 0,5-1 0 0 0,-7 1-677 0 0,0 0-1 0 0,0 0 1 0 0,0 0 0 0 0,0 0-1 0 0,0 0 1 0 0,-1 0-1 0 0,1 1 1 0 0,0-1 0 0 0,0 0-1 0 0,0 0 1 0 0,0 1-1 0 0,0-1 1 0 0,-1 0 0 0 0,1 1-1 0 0,0-1 1 0 0,0 1-1 0 0,0-1 1 0 0,-1 1 0 0 0,1-1-1 0 0,0 1 1 0 0,-1-1-1 0 0,1 1 1 0 0,-1 0 0 0 0,1 0-1 0 0,-1-1 1 0 0,1 1-1 0 0,-1 0 1 0 0,1 0 0 0 0,-1-1-1 0 0,1 1 1 0 0,-1 0-1 0 0,0 0 1 0 0,0 0 0 0 0,1 0-1 0 0,-1 0 1 0 0,0-1-1 0 0,0 3 1 0 0,-4-25-18230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26:30.4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321 140 2248 0 0,'0'-2'475'0'0,"-1"0"0"0"0,1 0 0 0 0,0 0 0 0 0,0 0 0 0 0,0 0-1 0 0,0 0 1 0 0,0 0 0 0 0,0 0 0 0 0,0 0 0 0 0,0 0-1 0 0,1 0 1 0 0,0-2 0 0 0,0 3-226 0 0,-1-1 1 0 0,1 1-1 0 0,-1 0 1 0 0,0 0-1 0 0,1-1 1 0 0,-1 1-1 0 0,0 0 1 0 0,0 0-1 0 0,0-1 1 0 0,0 1-1 0 0,0 0 1 0 0,0-1-1 0 0,0 1 1 0 0,-1 0-1 0 0,1 0 1 0 0,0-1-1 0 0,-1 1 1 0 0,1 0-1 0 0,-1 0 1 0 0,1 0-1 0 0,-1 0 1 0 0,0 0-1 0 0,1-1 1 0 0,-1 1-1 0 0,0 0 1 0 0,0 0-1 0 0,0 1 1 0 0,1-1-1 0 0,-1 0 1 0 0,0 0-1 0 0,0 0 1 0 0,-1 1-1 0 0,1-1 1 0 0,-2-1-1 0 0,-12-8 375 0 0,-1 0 0 0 0,0 1-1 0 0,0 0 1 0 0,-1 2 0 0 0,0 0 0 0 0,-34-10 0 0 0,46 16-617 0 0,0 1 0 0 0,1-1 0 0 0,-1 0 0 0 0,0 1 1 0 0,1 0-1 0 0,-1 0 0 0 0,0 1 0 0 0,1-1 1 0 0,-1 1-1 0 0,1 0 0 0 0,-1 0 0 0 0,1 1 0 0 0,-1-1 1 0 0,1 1-1 0 0,0 0 0 0 0,-1 0 0 0 0,1 0 1 0 0,0 1-1 0 0,1 0 0 0 0,-1-1 0 0 0,0 1 0 0 0,1 0 1 0 0,-1 1-1 0 0,1-1 0 0 0,0 1 0 0 0,0-1 1 0 0,1 1-1 0 0,-1 0 0 0 0,1 0 0 0 0,0 0 1 0 0,0 1-1 0 0,-3 7 0 0 0,-2 7-11 0 0,1 2-1 0 0,1-1 1 0 0,1 1 0 0 0,0-1 0 0 0,2 1-1 0 0,0 0 1 0 0,2 24 0 0 0,3 8 15 0 0,14 86 0 0 0,-14-127-7 0 0,-1-1-1 0 0,2 1 1 0 0,0-1 0 0 0,0 0-1 0 0,1 0 1 0 0,0 0 0 0 0,1-1-1 0 0,0 0 1 0 0,0 0 0 0 0,12 13-1 0 0,-15-20 1 0 0,-1 0-1 0 0,1 0 1 0 0,0 0 0 0 0,0 0-1 0 0,0-1 1 0 0,1 0-1 0 0,-1 1 1 0 0,1-1 0 0 0,-1 0-1 0 0,1-1 1 0 0,0 1-1 0 0,-1-1 1 0 0,1 1 0 0 0,0-1-1 0 0,0 0 1 0 0,0-1-1 0 0,0 1 1 0 0,0-1 0 0 0,0 1-1 0 0,0-1 1 0 0,0 0-1 0 0,0-1 1 0 0,0 1 0 0 0,0-1-1 0 0,0 0 1 0 0,0 0-1 0 0,0 0 1 0 0,0 0 0 0 0,0-1-1 0 0,-1 0 1 0 0,1 1-1 0 0,0-1 1 0 0,4-4 0 0 0,3-2-781 0 0,0 0 0 0 0,-1-1 1 0 0,0 0-1 0 0,16-19 0 0 0,-21 21-1358 0 0,1 0 0 0 0,-1-1-1 0 0,-1 0 1 0 0,7-13-1 0 0,-8 12-344 0 0,-7 5-812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26:31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212 41 1960 0 0,'0'-2'620'0'0,"0"0"0"0"0,-1 0-1 0 0,1 0 1 0 0,-1 0 0 0 0,0-1-1 0 0,0 1 1 0 0,0 0 0 0 0,0 0-1 0 0,0 0 1 0 0,0 1-1 0 0,0-1 1 0 0,0 0 0 0 0,-1 0-1 0 0,1 1 1 0 0,-1-1 0 0 0,0 0-1 0 0,1 1 1 0 0,-1 0 0 0 0,0-1-1 0 0,-2 0 1 0 0,2 1-380 0 0,-1 1 0 0 0,1 0 1 0 0,0 0-1 0 0,0 0 0 0 0,-1 0 0 0 0,1 0 0 0 0,0 1 1 0 0,0-1-1 0 0,-1 1 0 0 0,1-1 0 0 0,0 1 1 0 0,0 0-1 0 0,0 0 0 0 0,0 0 0 0 0,0 0 0 0 0,0 0 1 0 0,0 0-1 0 0,0 0 0 0 0,0 1 0 0 0,-2 2 1 0 0,-8 6-151 0 0,0 0 0 0 0,0 1 0 0 0,1 1 0 0 0,1 0 0 0 0,0 1-1 0 0,0 0 1 0 0,2 0 0 0 0,-1 1 0 0 0,2 0 0 0 0,0 0 0 0 0,0 1 0 0 0,-3 15 0 0 0,6-20-196 0 0,2 0 0 0 0,-1-1 0 0 0,1 1 0 0 0,1 0 1 0 0,0 1-1 0 0,0-1 0 0 0,1 0 0 0 0,0 0 0 0 0,1 0 0 0 0,0 0 0 0 0,1 0 0 0 0,0 0 0 0 0,0 0 0 0 0,1 0 0 0 0,1 0 0 0 0,-1-1 0 0 0,2 0 0 0 0,-1 1 0 0 0,11 14 0 0 0,-13-21 93 0 0,0 0-1 0 0,-1-1 1 0 0,1 1 0 0 0,0-1-1 0 0,0 0 1 0 0,1 0 0 0 0,-1 1-1 0 0,0-2 1 0 0,1 1 0 0 0,-1 0-1 0 0,1 0 1 0 0,0-1 0 0 0,-1 1-1 0 0,1-1 1 0 0,0 0 0 0 0,0 0-1 0 0,0 0 1 0 0,0 0 0 0 0,0 0-1 0 0,0-1 1 0 0,0 0 0 0 0,0 1-1 0 0,0-1 1 0 0,0 0-1 0 0,0 0 1 0 0,0-1 0 0 0,0 1-1 0 0,0-1 1 0 0,0 1 0 0 0,0-1-1 0 0,0 0 1 0 0,0 0 0 0 0,0 0-1 0 0,0-1 1 0 0,-1 1 0 0 0,1-1-1 0 0,0 1 1 0 0,-1-1 0 0 0,1 0-1 0 0,-1 0 1 0 0,3-3 0 0 0,4-3 59 0 0,-1 0-1 0 0,0-1 1 0 0,-1 0 0 0 0,0-1 0 0 0,-1 1 0 0 0,1-1 0 0 0,-2 0 0 0 0,1-1 0 0 0,5-17 0 0 0,-6 11 184 0 0,0 1 1 0 0,-1-1 0 0 0,-1 1-1 0 0,-1-1 1 0 0,0 0 0 0 0,-1 0-1 0 0,-1 0 1 0 0,-1 0-1 0 0,0 0 1 0 0,-2 0 0 0 0,1 1-1 0 0,-2-1 1 0 0,0 1 0 0 0,-1-1-1 0 0,-1 1 1 0 0,-10-21 0 0 0,16 37-222 0 0,0 0 0 0 0,0 0 0 0 0,0 0 0 0 0,0 0 0 0 0,0-1 0 0 0,0 1 0 0 0,0 0 0 0 0,0 0 0 0 0,0 0 0 0 0,0 0 0 0 0,0 0 0 0 0,0-1 1 0 0,-1 1-1 0 0,1 0 0 0 0,0 0 0 0 0,0 0 0 0 0,0 0 0 0 0,0 0 0 0 0,0-1 0 0 0,0 1 0 0 0,0 0 0 0 0,0 0 0 0 0,0 0 0 0 0,-1 0 0 0 0,1 0 1 0 0,0 0-1 0 0,0 0 0 0 0,0 0 0 0 0,0-1 0 0 0,0 1 0 0 0,0 0 0 0 0,-1 0 0 0 0,1 0 0 0 0,0 0 0 0 0,0 0 0 0 0,0 0 0 0 0,0 0 0 0 0,0 0 1 0 0,-1 0-1 0 0,1 0 0 0 0,0 0 0 0 0,0 0 0 0 0,0 0 0 0 0,0 0 0 0 0,-1 0 0 0 0,1 0 0 0 0,0 0 0 0 0,0 0 0 0 0,0 0 0 0 0,0 0 0 0 0,0 0 1 0 0,-1 1-1 0 0,1-1 0 0 0,0 0 0 0 0,0 0 0 0 0,0 0 0 0 0,0 0 0 0 0,0 0 0 0 0,0 0 0 0 0,0 0 0 0 0,-1 0 0 0 0,1 1 0 0 0,0-1 0 0 0,0 0 0 0 0,0 0 1 0 0,-3 17 178 0 0,3 19-151 0 0,4-16-183 0 0,1 1 0 0 0,1-1 0 0 0,0 0 1 0 0,2-1-1 0 0,0 0 0 0 0,1 0 1 0 0,1 0-1 0 0,1-1 0 0 0,0-1 0 0 0,2 0 1 0 0,0 0-1 0 0,0-1 0 0 0,19 15 0 0 0,-13-17 214 0 0,14 2-6603 0 0,-32-16 6292 0 0,0 1 0 0 0,0-1 0 0 0,0 0 0 0 0,0 0 0 0 0,0 0 0 0 0,0 0 0 0 0,0 0 0 0 0,0 0-1 0 0,0 0 1 0 0,0 0 0 0 0,0 0 0 0 0,0 0 0 0 0,0 0 0 0 0,0-1 0 0 0,0 1 0 0 0,0 0 0 0 0,0-1 0 0 0,0 1-1 0 0,0-1 1 0 0,0 1 0 0 0,0-1 0 0 0,0 0 0 0 0,-1 1 0 0 0,1-1 0 0 0,0 0 0 0 0,0 1 0 0 0,-1-1 0 0 0,1 0 0 0 0,0 0-1 0 0,-1 0 1 0 0,1 0 0 0 0,-1 1 0 0 0,1-1 0 0 0,-1 0 0 0 0,1 0 0 0 0,-1 0 0 0 0,0 0 0 0 0,0 0 0 0 0,1 0-1 0 0,-1 0 1 0 0,0 0 0 0 0,0 0 0 0 0,0 0 0 0 0,0-1 0 0 0,0 1 0 0 0,0 0 0 0 0,0 0 0 0 0,-1 0 0 0 0,1 0-1 0 0,0 0 1 0 0,-1-1 0 0 0,2-9-1528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26:31.3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83 2208 0 0,'0'1'370'0'0,"0"0"-1"0"0,0 0 1 0 0,1 1-1 0 0,-1-1 1 0 0,0 0-1 0 0,0 0 1 0 0,1 0 0 0 0,-1 0-1 0 0,0 0 1 0 0,1 0-1 0 0,-1 0 1 0 0,1 0-1 0 0,-1 0 1 0 0,1 0-1 0 0,0 0 1 0 0,-1 0-1 0 0,1 0 1 0 0,0 0-1 0 0,0 0 1 0 0,0-1-1 0 0,0 1 1 0 0,-1 0-1 0 0,1-1 1 0 0,2 2-1 0 0,0-1 227 0 0,0 0-1 0 0,0 0 1 0 0,0 0-1 0 0,0 0 1 0 0,1-1-1 0 0,-1 1 1 0 0,0-1-1 0 0,6 0 1 0 0,61-9 2981 0 0,-69 8-3558 0 0,105-31 1000 0 0,-31 7-3417 0 0,-69 23 2251 0 0,18-8-7230 0 0,-23 9 7057 0 0,-1 1 0 0 0,1-1 0 0 0,-1 0 0 0 0,1 0 0 0 0,-1 0-1 0 0,1 0 1 0 0,-1 0 0 0 0,0 0 0 0 0,1 0 0 0 0,-1 0 0 0 0,0 0 0 0 0,0 0 0 0 0,0 0 0 0 0,0 0 0 0 0,0 0 0 0 0,0 0-1 0 0,0 0 1 0 0,0 0 0 0 0,0 0 0 0 0,0 0 0 0 0,-1 0 0 0 0,1 0 0 0 0,0 0 0 0 0,-1-1 0 0 0,-2-8-2193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26:31.6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81 6 2441 0 0,'-2'-3'1938'0'0,"2"3"-1615"0"0,-1 0 0 0 0,1 0 0 0 0,-1-1 0 0 0,1 1 0 0 0,-1 0 0 0 0,1 0 0 0 0,0 0 0 0 0,-1-1 0 0 0,1 1 0 0 0,-1 0 0 0 0,1 0 0 0 0,-1 0 0 0 0,1 0 0 0 0,-1 0 0 0 0,1 0 0 0 0,-1 0 0 0 0,1 0 0 0 0,-1 0 0 0 0,1 0 0 0 0,-1 0 0 0 0,1 0 0 0 0,-1 0 0 0 0,1 1 0 0 0,-1-1 0 0 0,1 0 0 0 0,0 0 0 0 0,-2 1 0 0 0,-10 17 3525 0 0,-4 34-3696 0 0,15-44 624 0 0,-10 31-652 0 0,3 2 1 0 0,1-1-1 0 0,2 1 1 0 0,2 0-1 0 0,2 0 1 0 0,1 0-1 0 0,7 48 1 0 0,-6-82-128 0 0,1-1 1 0 0,-1 1-1 0 0,1-1 1 0 0,0 1-1 0 0,1-1 1 0 0,-1 0-1 0 0,1 0 1 0 0,1 0-1 0 0,-1 0 1 0 0,1 0-1 0 0,0-1 1 0 0,0 0-1 0 0,1 0 1 0 0,-1 0-1 0 0,1 0 1 0 0,9 6-1 0 0,-9-8 100 0 0,0 0 1 0 0,0 0-1 0 0,1-1 0 0 0,-1 0 0 0 0,1 0 1 0 0,-1-1-1 0 0,1 1 0 0 0,0-1 0 0 0,0 0 0 0 0,-1-1 1 0 0,1 1-1 0 0,0-1 0 0 0,0 0 0 0 0,0-1 0 0 0,0 1 1 0 0,-1-1-1 0 0,1-1 0 0 0,0 1 0 0 0,7-3 1 0 0,-9 2 50 0 0,63-24 1252 0 0,-64 25-1403 0 0,0-1 1 0 0,0 1-1 0 0,0-1 0 0 0,0 0 0 0 0,0 0 1 0 0,0 0-1 0 0,0 0 0 0 0,0 0 0 0 0,-1-1 1 0 0,1 1-1 0 0,-1-1 0 0 0,0 0 0 0 0,0 1 0 0 0,0-1 1 0 0,0 0-1 0 0,0 0 0 0 0,1-4 0 0 0,-3 6-579 0 0,0 0-1 0 0,0 0 1 0 0,-1 0-1 0 0,1-1 1 0 0,0 1-1 0 0,0 0 1 0 0,-1 0-1 0 0,1 0 1 0 0,0 0-1 0 0,-1 0 1 0 0,1 0-1 0 0,-1-1 1 0 0,0 1-1 0 0,1 0 1 0 0,-1 1-1 0 0,0-1 1 0 0,0 0-1 0 0,-1-1 1 0 0,-4-7-4757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26:32.8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266 62 3305 0 0,'0'-2'308'0'0,"0"-1"-1"0"0,0 1 1 0 0,0 0 0 0 0,0-1 0 0 0,-1 1 0 0 0,1-1-1 0 0,-1 1 1 0 0,1 0 0 0 0,-1-1 0 0 0,0 1 0 0 0,0 0-1 0 0,0 0 1 0 0,0-1 0 0 0,0 1 0 0 0,0 0 0 0 0,-1 0-1 0 0,1 0 1 0 0,-1 1 0 0 0,1-1 0 0 0,-1 0 0 0 0,0 0-1 0 0,1 1 1 0 0,-1-1 0 0 0,0 1 0 0 0,0 0 0 0 0,0-1-1 0 0,-1 1 1 0 0,-2-1 0 0 0,1 1-85 0 0,-1 0 0 0 0,0 0-1 0 0,1 1 1 0 0,-1-1 0 0 0,0 1 0 0 0,0 0-1 0 0,1 0 1 0 0,-1 1 0 0 0,0 0 0 0 0,1 0 0 0 0,-1 0-1 0 0,1 0 1 0 0,-1 1 0 0 0,-4 1 0 0 0,-5 4-2 0 0,0 0 0 0 0,1 0-1 0 0,0 2 1 0 0,0-1 0 0 0,1 2 0 0 0,-16 15 0 0 0,24-22-222 0 0,0 1 1 0 0,0 0-1 0 0,0 0 0 0 0,0 1 0 0 0,1-1 1 0 0,0 1-1 0 0,-1 0 0 0 0,2 0 0 0 0,-1 0 1 0 0,1 0-1 0 0,0 0 0 0 0,0 0 1 0 0,0 1-1 0 0,1-1 0 0 0,-1 1 0 0 0,1-1 1 0 0,1 1-1 0 0,-1-1 0 0 0,1 1 0 0 0,1 9 1 0 0,0-11-10 0 0,1 1 1 0 0,0-1 0 0 0,0 0 0 0 0,0 0 0 0 0,1 0 0 0 0,0 0-1 0 0,0 0 1 0 0,0 0 0 0 0,0-1 0 0 0,0 1 0 0 0,1-1-1 0 0,-1 0 1 0 0,1 0 0 0 0,0 0 0 0 0,0-1 0 0 0,6 4 0 0 0,11 5 6 0 0,45 17 1 0 0,-43-19 19 0 0,-13-5 7 0 0,-1 1 0 0 0,1 0 0 0 0,-1 0 1 0 0,-1 0-1 0 0,1 1 0 0 0,-1 1 0 0 0,0-1 1 0 0,0 1-1 0 0,-1 1 0 0 0,0-1 0 0 0,7 10 1 0 0,-12-14-33 0 0,0 0 0 0 0,0 1-1 0 0,-1-1 1 0 0,1 1 0 0 0,-1-1 0 0 0,1 1 0 0 0,-1 0 0 0 0,0-1 0 0 0,-1 1 0 0 0,1 0 0 0 0,0 0 0 0 0,-1 0 0 0 0,0-1 0 0 0,0 1 0 0 0,0 0 0 0 0,-1 0 0 0 0,1 0 0 0 0,-1 0 0 0 0,0-1 0 0 0,0 1 0 0 0,0 0 0 0 0,-1-1-1 0 0,1 1 1 0 0,-1-1 0 0 0,0 1 0 0 0,0-1 0 0 0,0 0 0 0 0,0 0 0 0 0,0 0 0 0 0,-1 0 0 0 0,0 0 0 0 0,-4 4 0 0 0,-4 3-406 0 0,-1-1 0 0 0,1 0 0 0 0,-2 0 0 0 0,1-2 0 0 0,-22 11 1 0 0,26-14-82 0 0,0-1 0 0 0,1 1 0 0 0,-1-2 0 0 0,0 1 0 0 0,-1-1 0 0 0,1 0 0 0 0,0-1 0 0 0,-1 0 0 0 0,1-1 0 0 0,-1 1 0 0 0,-9-2 0 0 0,17 1 371 0 0,0-1 0 0 0,1 1 1 0 0,-1 0-1 0 0,0-1 0 0 0,1 1 1 0 0,-1 0-1 0 0,0-1 0 0 0,1 1 0 0 0,-1-1 1 0 0,1 1-1 0 0,-1-1 0 0 0,1 1 1 0 0,-1-1-1 0 0,1 0 0 0 0,-1 1 0 0 0,1-1 1 0 0,-1 1-1 0 0,1-1 0 0 0,0 0 1 0 0,0 0-1 0 0,-1 1 0 0 0,1-1 0 0 0,0 0 1 0 0,0 1-1 0 0,0-1 0 0 0,0 0 1 0 0,0 0-1 0 0,0 1 0 0 0,0-1 0 0 0,0 0 1 0 0,0 0-1 0 0,0 1 0 0 0,0-1 1 0 0,0 0-1 0 0,0 0 0 0 0,1 1 0 0 0,-1-1 1 0 0,0 0-1 0 0,0 1 0 0 0,1-2 1 0 0,17-37-476 0 0,-13 28 301 0 0,6-12-235 0 0,3 0-927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26:33.2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 0 1528 0 0,'3'0'275'0'0,"1"0"-1"0"0,-1 1 0 0 0,0-1 1 0 0,0 0-1 0 0,0 1 1 0 0,1 0-1 0 0,-1-1 0 0 0,0 1 1 0 0,0 1-1 0 0,0-1 0 0 0,4 2 1 0 0,-6-2-1 0 0,0 0 1 0 0,0 0-1 0 0,0 0 1 0 0,0 0-1 0 0,0 0 0 0 0,0 0 1 0 0,0 1-1 0 0,0-1 1 0 0,0 0-1 0 0,0 0 1 0 0,0 1-1 0 0,-1-1 1 0 0,1 1-1 0 0,-1-1 1 0 0,1 0-1 0 0,-1 1 1 0 0,1 2-1 0 0,-1 0 130 0 0,0 0 1 0 0,0 1-1 0 0,-1-1 1 0 0,0 0-1 0 0,0 0 0 0 0,0-1 1 0 0,0 1-1 0 0,0 0 0 0 0,-1 0 1 0 0,0 0-1 0 0,1-1 1 0 0,-2 1-1 0 0,1-1 0 0 0,0 0 1 0 0,-1 1-1 0 0,-3 3 1 0 0,-4 5-45 0 0,1 0 0 0 0,0 1 0 0 0,1 0 0 0 0,0 0 0 0 0,1 1 1 0 0,0 0-1 0 0,2 0 0 0 0,-6 19 0 0 0,9-26-422 0 0,0 0 0 0 0,1 1 0 0 0,-1-1 0 0 0,2 0 0 0 0,-1 0 1 0 0,1 1-1 0 0,0-1 0 0 0,1 0 0 0 0,-1 1 0 0 0,1-1 0 0 0,1 0 0 0 0,0 0 0 0 0,0 0 0 0 0,0 0 0 0 0,1 0 0 0 0,0 0 0 0 0,0-1 0 0 0,0 1 1 0 0,8 8-1 0 0,-10-12 32 0 0,1 0 1 0 0,0-1-1 0 0,0 1 1 0 0,1-1-1 0 0,-1 0 0 0 0,0 0 1 0 0,1 0-1 0 0,-1 0 1 0 0,1 0-1 0 0,0 0 1 0 0,0 0-1 0 0,-1-1 1 0 0,1 0-1 0 0,0 1 1 0 0,0-1-1 0 0,0 0 1 0 0,1-1-1 0 0,-1 1 1 0 0,0 0-1 0 0,0-1 0 0 0,0 0 1 0 0,1 0-1 0 0,-1 0 1 0 0,0 0-1 0 0,0 0 1 0 0,0-1-1 0 0,1 1 1 0 0,-1-1-1 0 0,0 0 1 0 0,0 0-1 0 0,0 0 1 0 0,0 0-1 0 0,4-3 1 0 0,-1 0 35 0 0,0 0 0 0 0,-1 0 1 0 0,0 0-1 0 0,0-1 0 0 0,-1 1 1 0 0,1-1-1 0 0,-1 0 0 0 0,0-1 1 0 0,0 1-1 0 0,-1-1 0 0 0,1 0 0 0 0,-1 0 1 0 0,0 0-1 0 0,-1 0 0 0 0,3-9 1 0 0,-2 1 198 0 0,0 0 0 0 0,-1 0 0 0 0,0 0 1 0 0,-2 0-1 0 0,1 0 0 0 0,-2-1 0 0 0,0 1 1 0 0,0 0-1 0 0,-2 0 0 0 0,0 0 0 0 0,0 0 1 0 0,-1 1-1 0 0,-1-1 0 0 0,0 1 0 0 0,-1 0 0 0 0,0 0 1 0 0,-16-22-1 0 0,22 34-187 0 0,0 1-1 0 0,0 0 1 0 0,0-1 0 0 0,0 1-1 0 0,-1 0 1 0 0,1-1 0 0 0,0 1-1 0 0,0 0 1 0 0,0-1 0 0 0,-1 1-1 0 0,1 0 1 0 0,0-1 0 0 0,0 1-1 0 0,-1 0 1 0 0,1-1 0 0 0,0 1-1 0 0,-1 0 1 0 0,1 0 0 0 0,0-1-1 0 0,-1 1 1 0 0,1 0 0 0 0,0 0-1 0 0,-1 0 1 0 0,1 0 0 0 0,0-1-1 0 0,-1 1 1 0 0,1 0 0 0 0,-1 0-1 0 0,1 0 1 0 0,0 0 0 0 0,-1 0-1 0 0,1 0 1 0 0,-1 0 0 0 0,1 0-1 0 0,0 0 1 0 0,-1 0 0 0 0,1 0-1 0 0,-1 0 1 0 0,1 0 0 0 0,0 1-1 0 0,-1-1 1 0 0,1 0 0 0 0,-1 0-1 0 0,0 21 297 0 0,9 28-173 0 0,2-16-111 0 0,2-1 0 0 0,21 45 1 0 0,-27-65-511 0 0,1-1 0 0 0,0 0 0 0 0,0 0 0 0 0,1 0 0 0 0,0-1 0 0 0,1 0 0 0 0,0-1 0 0 0,1 0 0 0 0,17 13 0 0 0,-25-21 75 0 0,0 0 1 0 0,0 0-1 0 0,0 0 0 0 0,-1 0 1 0 0,1 0-1 0 0,0 0 0 0 0,0-1 1 0 0,0 1-1 0 0,1-1 0 0 0,-1 1 1 0 0,0-1-1 0 0,0 0 0 0 0,0 0 1 0 0,0 0-1 0 0,0 0 0 0 0,0 0 1 0 0,0 0-1 0 0,0 0 0 0 0,1-1 1 0 0,-1 1-1 0 0,0-1 0 0 0,0 0 0 0 0,0 1 1 0 0,-1-1-1 0 0,1 0 0 0 0,0 0 1 0 0,0-1-1 0 0,0 1 0 0 0,-1 0 1 0 0,1 0-1 0 0,0-1 0 0 0,-1 1 1 0 0,1-1-1 0 0,-1 1 0 0 0,0-1 1 0 0,0 0-1 0 0,2-3 0 0 0,3-3-1450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26:33.8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27 2817 0 0,'-10'-27'4930'0'0,"14"44"504"0"0,31 138-1028 0 0,-25-102-4144 0 0,-3 1 0 0 0,2 75 0 0 0,8-328 1839 0 0,-17 197-2047 0 0,9-56 1162 0 0,-9 56-1152 0 0,0 0 0 0 0,1-1 0 0 0,-1 1 0 0 0,1 0 0 0 0,0 0 0 0 0,0 0 0 0 0,0 0 1 0 0,0 0-1 0 0,0 0 0 0 0,0 0 0 0 0,0 0 0 0 0,1 0 0 0 0,-1 0 0 0 0,1 1 0 0 0,-1-1 0 0 0,1 0 0 0 0,0 1 0 0 0,0-1 0 0 0,-1 1 0 0 0,1 0 0 0 0,4-2 0 0 0,-4 3-52 0 0,0 0 0 0 0,0 0 0 0 0,0 0 0 0 0,0 0 0 0 0,-1 1 0 0 0,1-1-1 0 0,0 1 1 0 0,0-1 0 0 0,-1 1 0 0 0,1 0 0 0 0,0 0 0 0 0,-1 0 0 0 0,1 0 0 0 0,-1 0 0 0 0,1 0 0 0 0,-1 0 0 0 0,1 0 0 0 0,-1 1 0 0 0,0-1 0 0 0,0 0-1 0 0,0 1 1 0 0,0-1 0 0 0,0 1 0 0 0,0-1 0 0 0,1 3 0 0 0,24 49 81 0 0,-22-43-64 0 0,32 98-704 0 0,-34-111 610 0 0,1 0-1 0 0,-1 0 1 0 0,0 0-1 0 0,0 0 1 0 0,0 0-1 0 0,0-1 1 0 0,-1 1-1 0 0,2-6 1 0 0,12-66 267 0 0,-15 64-88 0 0,2-1-1 0 0,-1 1 0 0 0,2 0 0 0 0,-1 0 0 0 0,2 0 1 0 0,-1 1-1 0 0,11-21 0 0 0,-14 30-95 0 0,0 0 0 0 0,1 1 0 0 0,-1-1-1 0 0,1 0 1 0 0,-1 0 0 0 0,1 1 0 0 0,-1-1 0 0 0,1 0-1 0 0,-1 1 1 0 0,1-1 0 0 0,0 1 0 0 0,-1-1 0 0 0,1 1 0 0 0,0-1-1 0 0,0 1 1 0 0,-1-1 0 0 0,1 1 0 0 0,0 0 0 0 0,0-1 0 0 0,0 1-1 0 0,-1 0 1 0 0,1 0 0 0 0,0-1 0 0 0,0 1 0 0 0,0 0 0 0 0,0 0-1 0 0,-1 0 1 0 0,1 0 0 0 0,0 0 0 0 0,0 0 0 0 0,2 1 0 0 0,-1 0 4 0 0,0 0 1 0 0,0 1-1 0 0,-1-1 1 0 0,1 0-1 0 0,0 1 1 0 0,0-1-1 0 0,-1 1 0 0 0,1 0 1 0 0,-1 0-1 0 0,1 0 1 0 0,1 3-1 0 0,3 5-9 0 0,-1 0 0 0 0,-1 0 0 0 0,1 1-1 0 0,2 11 1 0 0,0 10-759 0 0,-1 0-1 0 0,1 34 1 0 0,-5-22-3976 0 0,-1 0-5430 0 0,-3-50 6115 0 0,2 0 1670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26:34.2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 2529 0 0,'0'0'125'0'0,"0"0"1"0"0,0-1-1 0 0,0 1 1 0 0,0 0-1 0 0,1 0 1 0 0,-1-1 0 0 0,0 1-1 0 0,0 0 1 0 0,0 0-1 0 0,0-1 1 0 0,1 1 0 0 0,-1 0-1 0 0,0 0 1 0 0,0 0-1 0 0,1 0 1 0 0,-1-1 0 0 0,0 1-1 0 0,0 0 1 0 0,1 0-1 0 0,-1 0 1 0 0,0 0-1 0 0,0 0 1 0 0,1 0 0 0 0,-1 0-1 0 0,0 0 1 0 0,1 0-1 0 0,-1-1 1 0 0,0 1 0 0 0,0 0-1 0 0,1 0 1 0 0,-1 1-1 0 0,0-1 1 0 0,1 0-1 0 0,-1 0 1 0 0,0 0 0 0 0,0 0-1 0 0,1 0 1 0 0,-1 0-1 0 0,0 0 1 0 0,0 0 0 0 0,1 1-1 0 0,-1-1 1 0 0,0 0-1 0 0,0 0 1 0 0,1 0 0 0 0,9 17 3481 0 0,1 22-183 0 0,27 204 789 0 0,-15-80-4927 0 0,-20-143 418 0 0,33 156-4169 0 0,-31-158 3496 0 0,1 1 1 0 0,1-1-1 0 0,1 0 1 0 0,0 0-1 0 0,1-1 1 0 0,1 0-1 0 0,13 16 1 0 0,-12-23-475 0 0,-7-14 11 0 0,-6-20 132 0 0,-1 7-204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26:34.5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62 305 2176 0 0,'-16'-46'706'0'0,"1"6"410"0"0,-8-42 0 0 0,20 69-122 0 0,1 0 1 0 0,0 1-1 0 0,1-1 1 0 0,1-17-1 0 0,1 28-754 0 0,-1 0-1 0 0,1 0 1 0 0,-1-1-1 0 0,1 1 1 0 0,0 0-1 0 0,0 0 0 0 0,0 0 1 0 0,0 0-1 0 0,1 0 1 0 0,-1 0-1 0 0,0 1 1 0 0,1-1-1 0 0,-1 0 1 0 0,1 1-1 0 0,0-1 1 0 0,-1 1-1 0 0,1-1 1 0 0,0 1-1 0 0,0 0 1 0 0,0 0-1 0 0,0 0 1 0 0,0 0-1 0 0,0 0 0 0 0,0 0 1 0 0,1 0-1 0 0,-1 1 1 0 0,4-1-1 0 0,10-2 285 0 0,-1 0 0 0 0,1 1 0 0 0,16 1 0 0 0,-10 0 53 0 0,-12-1-327 0 0,1 1 0 0 0,0 1 0 0 0,0 0 0 0 0,0 1 0 0 0,0 0 0 0 0,0 0 0 0 0,0 2 0 0 0,18 5 0 0 0,-26-7-198 0 0,1 1 0 0 0,-1 0 0 0 0,0 0 0 0 0,0 0 0 0 0,0 0 0 0 0,0 1 0 0 0,0-1 0 0 0,0 1 0 0 0,-1 0-1 0 0,1-1 1 0 0,-1 1 0 0 0,1 1 0 0 0,-1-1 0 0 0,0 0 0 0 0,-1 0 0 0 0,1 1 0 0 0,0-1 0 0 0,-1 1 0 0 0,0 0-1 0 0,0-1 1 0 0,0 1 0 0 0,0 0 0 0 0,-1 0 0 0 0,1-1 0 0 0,-1 1 0 0 0,0 0 0 0 0,0 0 0 0 0,-1 5 0 0 0,-2 15-322 0 0,0 0 1 0 0,-2-1-1 0 0,0 0 1 0 0,-1 0-1 0 0,-2-1 0 0 0,0 1 1 0 0,-17 30-1 0 0,10-25-2315 0 0,-2 0-1 0 0,-31 40 1 0 0,47-66 2251 0 0,0-1-1 0 0,-1 1 1 0 0,1-1 0 0 0,0 1 0 0 0,0-1 0 0 0,-1 0 0 0 0,1 1-1 0 0,-1-1 1 0 0,1 0 0 0 0,-1 0 0 0 0,0 0 0 0 0,1 0 0 0 0,-1 0-1 0 0,0-1 1 0 0,0 1 0 0 0,-2 0 0 0 0,-3-8-2845 0 0,8-14 2173 0 0,1 10 744 0 0,3-12 25 0 0,0 0 0 0 0,1 1 0 0 0,11-26 0 0 0,0 24-1138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26:34.8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2497 0 0,'4'1'387'0'0,"-1"1"1"0"0,0-1-1 0 0,0 1 1 0 0,0 0-1 0 0,0-1 1 0 0,0 1-1 0 0,0 1 1 0 0,0-1-1 0 0,-1 0 1 0 0,1 1-1 0 0,-1-1 1 0 0,0 1-1 0 0,1 0 1 0 0,-1 0-1 0 0,-1 0 1 0 0,1 0-1 0 0,0 0 1 0 0,-1 0-1 0 0,1 0 1 0 0,-1 1-1 0 0,1 4 1 0 0,4 11 663 0 0,-1 0 1 0 0,3 29-1 0 0,-6-40-719 0 0,37 342 3879 0 0,-31-233-6855 0 0,-3 0-4562 0 0,-5-110 6419 0 0,2 19-1801 0 0,-2-25 2481 0 0,0-1 1 0 0,0 1 0 0 0,0 0-1 0 0,0-1 1 0 0,0 1 0 0 0,0-1 0 0 0,0 1-1 0 0,1-1 1 0 0,-1 1 0 0 0,0-1 0 0 0,0 1-1 0 0,1-1 1 0 0,-1 1 0 0 0,0-1-1 0 0,1 1 1 0 0,-1-1 0 0 0,1 1 0 0 0,-1-1-1 0 0,0 1 1 0 0,1-1 0 0 0,-1 0 0 0 0,1 1-1 0 0,-1-1 1 0 0,1 0 0 0 0,-1 1-1 0 0,1-1 1 0 0,-1 0 0 0 0,1 0 0 0 0,-1 0-1 0 0,2 1 1 0 0,10 2-1381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26:35.2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1 209 2064 0 0,'28'33'1615'0'0,"-23"-26"-1068"0"0,1 0 0 0 0,-1-1 0 0 0,1 1 0 0 0,0-1 0 0 0,1-1 0 0 0,12 10 0 0 0,-16-14-314 0 0,-1 0 1 0 0,1 0-1 0 0,0 0 0 0 0,0 0 0 0 0,0 0 1 0 0,0-1-1 0 0,1 1 0 0 0,-1-1 1 0 0,0 0-1 0 0,0 0 0 0 0,0 0 0 0 0,0 0 1 0 0,0 0-1 0 0,0-1 0 0 0,0 1 1 0 0,0-1-1 0 0,0 0 0 0 0,0 0 0 0 0,0 0 1 0 0,0 0-1 0 0,0-1 0 0 0,0 1 1 0 0,3-4-1 0 0,11-6 1199 0 0,0 0 0 0 0,-1-2 0 0 0,15-14 0 0 0,-23 21-1217 0 0,-1-1 0 0 0,-1 0 1 0 0,1-1-1 0 0,-1 0 0 0 0,-1 0 1 0 0,1 0-1 0 0,-1-1 0 0 0,4-11 0 0 0,-7 16-190 0 0,-1-1-1 0 0,1 1 0 0 0,-1-1 0 0 0,-1 1 0 0 0,1-1 0 0 0,-1 0 0 0 0,1 1 0 0 0,-1-1 0 0 0,-1 1 0 0 0,1-1 0 0 0,-1 0 0 0 0,1 1 0 0 0,-1-1 0 0 0,-1 1 0 0 0,1-1 0 0 0,-1 1 0 0 0,1 0 0 0 0,-1-1 0 0 0,0 1 1 0 0,-1 0-1 0 0,1 0 0 0 0,-1 1 0 0 0,0-1 0 0 0,0 0 0 0 0,0 1 0 0 0,0 0 0 0 0,-1-1 0 0 0,1 1 0 0 0,-1 1 0 0 0,0-1 0 0 0,0 0 0 0 0,0 1 0 0 0,0 0 0 0 0,0 0 0 0 0,0 0 0 0 0,-1 1 0 0 0,1-1 0 0 0,0 1 1 0 0,-1 0-1 0 0,0 0 0 0 0,1 1 0 0 0,-1-1 0 0 0,1 1 0 0 0,-1 0 0 0 0,0 0 0 0 0,1 1 0 0 0,-1-1 0 0 0,0 1 0 0 0,1 0 0 0 0,-1 0 0 0 0,1 1 0 0 0,0-1 0 0 0,-1 1 0 0 0,-4 3 0 0 0,2-2-108 0 0,0 1-1 0 0,0 0 0 0 0,1 1 0 0 0,-1-1 0 0 0,1 2 0 0 0,0-1 0 0 0,0 0 1 0 0,1 1-1 0 0,0 0 0 0 0,0 1 0 0 0,0-1 0 0 0,1 1 0 0 0,-1 0 1 0 0,2 0-1 0 0,-1 0 0 0 0,1 0 0 0 0,0 1 0 0 0,1-1 0 0 0,-1 1 1 0 0,2 0-1 0 0,-1 0 0 0 0,1 0 0 0 0,0 0 0 0 0,1-1 0 0 0,0 1 0 0 0,0 0 1 0 0,0 0-1 0 0,1 0 0 0 0,1 0 0 0 0,1 9 0 0 0,0-6 32 0 0,0 1 0 0 0,1-1 0 0 0,0 1 0 0 0,0-1 0 0 0,1-1 0 0 0,1 1 0 0 0,-1-1 0 0 0,2 0 0 0 0,0 0 0 0 0,0 0 0 0 0,0-1 0 0 0,1 0 0 0 0,1-1 0 0 0,0 0 0 0 0,0 0 0 0 0,0-1 0 0 0,1 0 0 0 0,0-1 0 0 0,19 10 0 0 0,-21-13 185 0 0,-1 0-1 0 0,0-1 1 0 0,1 0-1 0 0,-1 0 0 0 0,1 0 1 0 0,0-1-1 0 0,-1 0 1 0 0,1-1-1 0 0,0 0 1 0 0,0 0-1 0 0,-1-1 1 0 0,1 0-1 0 0,0 0 0 0 0,10-3 1 0 0,-8 0 95 0 0,0-1 0 0 0,0 0 0 0 0,0-1 1 0 0,-1 0-1 0 0,0 0 0 0 0,0-1 0 0 0,0 0 0 0 0,-1-1 1 0 0,10-10-1 0 0,-7 6 162 0 0,0 0 1 0 0,-1 0-1 0 0,10-17 1 0 0,-3-9-3036 0 0,-13 18-2798 0 0,-4-1-3992 0 0,-1 12 4643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3:26:43.9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242 1 1032 0 0,'2'0'2248'0'0,"9"11"6971"0"0,-11-11-8839 0 0,1 1-1 0 0,-1-1 0 0 0,0 1 1 0 0,1-1-1 0 0,-1 1 1 0 0,0 0-1 0 0,1-1 0 0 0,-1 1 1 0 0,0 0-1 0 0,0-1 0 0 0,0 1 1 0 0,0 0-1 0 0,0-1 0 0 0,0 1 1 0 0,0 0-1 0 0,0-1 1 0 0,0 1-1 0 0,0 0 0 0 0,0 0 1 0 0,0-1-1 0 0,0 1 0 0 0,0 0 1 0 0,-1-1-1 0 0,1 2 0 0 0,-15 8 2330 0 0,9-7-2571 0 0,1 0 0 0 0,-1 1 0 0 0,1 0 1 0 0,-1 0-1 0 0,1 0 0 0 0,1 0 0 0 0,-1 1 0 0 0,0-1 0 0 0,1 1 1 0 0,-6 9-1 0 0,-36 63-211 0 0,30-48 164 0 0,-60 131-91 0 0,53-106 16 0 0,12-34-111 0 0,2 3 456 0 0,10-21-330 0 0,0 0-1 0 0,-1-1 1 0 0,1 1 0 0 0,0 0 0 0 0,0-1 0 0 0,0 1 0 0 0,0-1 0 0 0,0 0-1 0 0,0 1 1 0 0,0-1 0 0 0,1 0 0 0 0,-1 1 0 0 0,0-1 0 0 0,1 0 0 0 0,-1 0 0 0 0,3 1-1 0 0,92 79 246 0 0,-10-6-217 0 0,-40-42-51 0 0,-13-9 1 0 0,52 47 0 0 0,-101-73-5140 0 0,-9-11-4990 0 0,5-18 2396 0 0,11 15 4193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4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4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465253-F894-4766-A7B5-C4D0424424AC}" type="datetimeFigureOut">
              <a:rPr lang="ko-KR" altLang="en-US" smtClean="0"/>
              <a:t>2023-09-15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739775"/>
            <a:ext cx="4935537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688007"/>
            <a:ext cx="5388610" cy="444127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4301"/>
            <a:ext cx="2918831" cy="49347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3" y="9374301"/>
            <a:ext cx="2918831" cy="49347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EA1A73-968F-4445-8E1D-DDF699978D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254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362200"/>
            <a:ext cx="9144000" cy="55245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noProof="0" dirty="0"/>
              <a:t>마스터 제목 스타일 편집</a:t>
            </a:r>
            <a:endParaRPr lang="en-US" altLang="ko-KR" noProof="0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2895600"/>
            <a:ext cx="9144000" cy="381000"/>
          </a:xfrm>
        </p:spPr>
        <p:txBody>
          <a:bodyPr/>
          <a:lstStyle>
            <a:lvl1pPr marL="0" indent="0" algn="ctr"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noProof="0"/>
              <a:t>마스터 부제목 스타일 편집</a:t>
            </a:r>
            <a:endParaRPr lang="en-US" altLang="ko-KR" noProof="0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0" y="6613525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b="0">
                <a:latin typeface="Arial Black" pitchFamily="34" charset="0"/>
              </a:defRPr>
            </a:lvl1pPr>
          </a:lstStyle>
          <a:p>
            <a:endParaRPr lang="en-US" altLang="ko-KR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613525"/>
            <a:ext cx="2895600" cy="168275"/>
          </a:xfrm>
          <a:prstGeom prst="rect">
            <a:avLst/>
          </a:prstGeom>
        </p:spPr>
        <p:txBody>
          <a:bodyPr/>
          <a:lstStyle>
            <a:lvl1pPr>
              <a:defRPr b="0">
                <a:latin typeface="Arial Black" pitchFamily="34" charset="0"/>
              </a:defRPr>
            </a:lvl1pPr>
          </a:lstStyle>
          <a:p>
            <a:endParaRPr lang="en-US" altLang="ko-KR"/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0400" y="6613525"/>
            <a:ext cx="2133600" cy="168275"/>
          </a:xfrm>
        </p:spPr>
        <p:txBody>
          <a:bodyPr/>
          <a:lstStyle>
            <a:lvl1pPr>
              <a:defRPr b="0">
                <a:latin typeface="Arial Black" pitchFamily="34" charset="0"/>
              </a:defRPr>
            </a:lvl1pPr>
          </a:lstStyle>
          <a:p>
            <a:fld id="{F4CA1244-127F-4AE9-B94C-FCD20DDA4623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  <p:transition spd="med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auto">
          <a:xfrm>
            <a:off x="0" y="764704"/>
            <a:ext cx="9144000" cy="576064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0"/>
            <a:ext cx="8892480" cy="762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나눔고딕 ExtraBold" pitchFamily="50" charset="-127"/>
                <a:ea typeface="나눔고딕 ExtraBold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553200"/>
            <a:ext cx="2133600" cy="1968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581775"/>
            <a:ext cx="2895600" cy="1682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466718-9871-48D1-8615-539A36B7E64B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28600" y="990600"/>
            <a:ext cx="8663880" cy="5105400"/>
          </a:xfrm>
        </p:spPr>
        <p:txBody>
          <a:bodyPr/>
          <a:lstStyle>
            <a:lvl1pPr>
              <a:lnSpc>
                <a:spcPct val="150000"/>
              </a:lnSpc>
              <a:buSzPct val="100000"/>
              <a:buFontTx/>
              <a:buBlip>
                <a:blip r:embed="rId2"/>
              </a:buBlip>
              <a:defRPr>
                <a:solidFill>
                  <a:srgbClr val="006600"/>
                </a:solidFill>
                <a:latin typeface="나눔고딕 ExtraBold" pitchFamily="50" charset="-127"/>
                <a:ea typeface="나눔고딕 ExtraBold" pitchFamily="50" charset="-127"/>
              </a:defRPr>
            </a:lvl1pPr>
            <a:lvl2pPr>
              <a:lnSpc>
                <a:spcPct val="150000"/>
              </a:lnSpc>
              <a:buSzPct val="100000"/>
              <a:buFontTx/>
              <a:buBlip>
                <a:blip r:embed="rId3"/>
              </a:buBlip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2pPr>
            <a:lvl3pPr marL="1200150" indent="-285750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나눔고딕" pitchFamily="50" charset="-127"/>
              <a:buChar char="›"/>
              <a:defRPr sz="14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3pPr>
            <a:lvl4pPr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나눔고딕" pitchFamily="50" charset="-127"/>
              <a:buChar char="→"/>
              <a:defRPr sz="12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4pPr>
            <a:lvl5pPr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나눔고딕" pitchFamily="50" charset="-127"/>
              <a:buChar char="→"/>
              <a:defRPr sz="12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96485448"/>
      </p:ext>
    </p:extLst>
  </p:cSld>
  <p:clrMapOvr>
    <a:masterClrMapping/>
  </p:clrMapOvr>
  <p:transition spd="med">
    <p:fade thruBlk="1"/>
  </p:transition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ko-KR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90600"/>
            <a:ext cx="82296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81775"/>
            <a:ext cx="21336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0">
                <a:solidFill>
                  <a:schemeClr val="tx1"/>
                </a:solidFill>
                <a:latin typeface="+mn-lt"/>
                <a:ea typeface="굴림" charset="-127"/>
              </a:defRPr>
            </a:lvl1pPr>
          </a:lstStyle>
          <a:p>
            <a:fld id="{8852A43B-D703-4961-BED6-7872C571D2FD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>
    <p:fade thruBlk="1"/>
  </p:transition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SzPct val="200000"/>
        <a:defRPr>
          <a:solidFill>
            <a:schemeClr val="tx1"/>
          </a:solidFill>
          <a:latin typeface="+mn-lt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600">
          <a:solidFill>
            <a:schemeClr val="tx1"/>
          </a:solidFill>
          <a:latin typeface="+mn-lt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117" Type="http://schemas.openxmlformats.org/officeDocument/2006/relationships/image" Target="../media/image62.png"/><Relationship Id="rId21" Type="http://schemas.openxmlformats.org/officeDocument/2006/relationships/image" Target="../media/image14.png"/><Relationship Id="rId42" Type="http://schemas.openxmlformats.org/officeDocument/2006/relationships/customXml" Target="../ink/ink21.xml"/><Relationship Id="rId47" Type="http://schemas.openxmlformats.org/officeDocument/2006/relationships/image" Target="../media/image27.png"/><Relationship Id="rId63" Type="http://schemas.openxmlformats.org/officeDocument/2006/relationships/image" Target="../media/image35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48.png"/><Relationship Id="rId112" Type="http://schemas.openxmlformats.org/officeDocument/2006/relationships/customXml" Target="../ink/ink56.xml"/><Relationship Id="rId133" Type="http://schemas.openxmlformats.org/officeDocument/2006/relationships/image" Target="../media/image70.png"/><Relationship Id="rId138" Type="http://schemas.openxmlformats.org/officeDocument/2006/relationships/customXml" Target="../ink/ink69.xml"/><Relationship Id="rId16" Type="http://schemas.openxmlformats.org/officeDocument/2006/relationships/customXml" Target="../ink/ink8.xml"/><Relationship Id="rId107" Type="http://schemas.openxmlformats.org/officeDocument/2006/relationships/image" Target="../media/image57.png"/><Relationship Id="rId11" Type="http://schemas.openxmlformats.org/officeDocument/2006/relationships/image" Target="../media/image9.png"/><Relationship Id="rId32" Type="http://schemas.openxmlformats.org/officeDocument/2006/relationships/customXml" Target="../ink/ink16.xml"/><Relationship Id="rId37" Type="http://schemas.openxmlformats.org/officeDocument/2006/relationships/image" Target="../media/image22.png"/><Relationship Id="rId53" Type="http://schemas.openxmlformats.org/officeDocument/2006/relationships/image" Target="../media/image30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43.png"/><Relationship Id="rId102" Type="http://schemas.openxmlformats.org/officeDocument/2006/relationships/customXml" Target="../ink/ink51.xml"/><Relationship Id="rId123" Type="http://schemas.openxmlformats.org/officeDocument/2006/relationships/image" Target="../media/image65.png"/><Relationship Id="rId128" Type="http://schemas.openxmlformats.org/officeDocument/2006/relationships/customXml" Target="../ink/ink64.xml"/><Relationship Id="rId144" Type="http://schemas.openxmlformats.org/officeDocument/2006/relationships/customXml" Target="../ink/ink72.xml"/><Relationship Id="rId149" Type="http://schemas.openxmlformats.org/officeDocument/2006/relationships/image" Target="../media/image78.png"/><Relationship Id="rId5" Type="http://schemas.openxmlformats.org/officeDocument/2006/relationships/image" Target="../media/image6.png"/><Relationship Id="rId90" Type="http://schemas.openxmlformats.org/officeDocument/2006/relationships/customXml" Target="../ink/ink45.xml"/><Relationship Id="rId95" Type="http://schemas.openxmlformats.org/officeDocument/2006/relationships/image" Target="../media/image51.png"/><Relationship Id="rId22" Type="http://schemas.openxmlformats.org/officeDocument/2006/relationships/customXml" Target="../ink/ink11.xml"/><Relationship Id="rId27" Type="http://schemas.openxmlformats.org/officeDocument/2006/relationships/image" Target="../media/image17.png"/><Relationship Id="rId43" Type="http://schemas.openxmlformats.org/officeDocument/2006/relationships/image" Target="../media/image25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8.png"/><Relationship Id="rId113" Type="http://schemas.openxmlformats.org/officeDocument/2006/relationships/image" Target="../media/image60.png"/><Relationship Id="rId118" Type="http://schemas.openxmlformats.org/officeDocument/2006/relationships/customXml" Target="../ink/ink59.xml"/><Relationship Id="rId134" Type="http://schemas.openxmlformats.org/officeDocument/2006/relationships/customXml" Target="../ink/ink67.xml"/><Relationship Id="rId139" Type="http://schemas.openxmlformats.org/officeDocument/2006/relationships/image" Target="../media/image73.png"/><Relationship Id="rId80" Type="http://schemas.openxmlformats.org/officeDocument/2006/relationships/customXml" Target="../ink/ink40.xml"/><Relationship Id="rId85" Type="http://schemas.openxmlformats.org/officeDocument/2006/relationships/image" Target="../media/image46.png"/><Relationship Id="rId150" Type="http://schemas.openxmlformats.org/officeDocument/2006/relationships/customXml" Target="../ink/ink75.xml"/><Relationship Id="rId12" Type="http://schemas.openxmlformats.org/officeDocument/2006/relationships/customXml" Target="../ink/ink6.xm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0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33.png"/><Relationship Id="rId67" Type="http://schemas.openxmlformats.org/officeDocument/2006/relationships/image" Target="../media/image37.png"/><Relationship Id="rId103" Type="http://schemas.openxmlformats.org/officeDocument/2006/relationships/image" Target="../media/image55.png"/><Relationship Id="rId108" Type="http://schemas.openxmlformats.org/officeDocument/2006/relationships/customXml" Target="../ink/ink54.xml"/><Relationship Id="rId116" Type="http://schemas.openxmlformats.org/officeDocument/2006/relationships/customXml" Target="../ink/ink58.xml"/><Relationship Id="rId124" Type="http://schemas.openxmlformats.org/officeDocument/2006/relationships/customXml" Target="../ink/ink62.xml"/><Relationship Id="rId129" Type="http://schemas.openxmlformats.org/officeDocument/2006/relationships/image" Target="../media/image68.png"/><Relationship Id="rId137" Type="http://schemas.openxmlformats.org/officeDocument/2006/relationships/image" Target="../media/image72.png"/><Relationship Id="rId20" Type="http://schemas.openxmlformats.org/officeDocument/2006/relationships/customXml" Target="../ink/ink10.xml"/><Relationship Id="rId41" Type="http://schemas.openxmlformats.org/officeDocument/2006/relationships/image" Target="../media/image24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75" Type="http://schemas.openxmlformats.org/officeDocument/2006/relationships/image" Target="../media/image41.png"/><Relationship Id="rId83" Type="http://schemas.openxmlformats.org/officeDocument/2006/relationships/image" Target="../media/image45.png"/><Relationship Id="rId88" Type="http://schemas.openxmlformats.org/officeDocument/2006/relationships/customXml" Target="../ink/ink44.xml"/><Relationship Id="rId91" Type="http://schemas.openxmlformats.org/officeDocument/2006/relationships/image" Target="../media/image49.png"/><Relationship Id="rId96" Type="http://schemas.openxmlformats.org/officeDocument/2006/relationships/customXml" Target="../ink/ink48.xml"/><Relationship Id="rId111" Type="http://schemas.openxmlformats.org/officeDocument/2006/relationships/image" Target="../media/image59.png"/><Relationship Id="rId132" Type="http://schemas.openxmlformats.org/officeDocument/2006/relationships/customXml" Target="../ink/ink66.xml"/><Relationship Id="rId140" Type="http://schemas.openxmlformats.org/officeDocument/2006/relationships/customXml" Target="../ink/ink70.xml"/><Relationship Id="rId145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8.png"/><Relationship Id="rId57" Type="http://schemas.openxmlformats.org/officeDocument/2006/relationships/image" Target="../media/image32.png"/><Relationship Id="rId106" Type="http://schemas.openxmlformats.org/officeDocument/2006/relationships/customXml" Target="../ink/ink53.xml"/><Relationship Id="rId114" Type="http://schemas.openxmlformats.org/officeDocument/2006/relationships/customXml" Target="../ink/ink57.xml"/><Relationship Id="rId119" Type="http://schemas.openxmlformats.org/officeDocument/2006/relationships/image" Target="../media/image63.png"/><Relationship Id="rId127" Type="http://schemas.openxmlformats.org/officeDocument/2006/relationships/image" Target="../media/image67.png"/><Relationship Id="rId10" Type="http://schemas.openxmlformats.org/officeDocument/2006/relationships/customXml" Target="../ink/ink5.xml"/><Relationship Id="rId31" Type="http://schemas.openxmlformats.org/officeDocument/2006/relationships/image" Target="../media/image19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6.png"/><Relationship Id="rId73" Type="http://schemas.openxmlformats.org/officeDocument/2006/relationships/image" Target="../media/image40.png"/><Relationship Id="rId78" Type="http://schemas.openxmlformats.org/officeDocument/2006/relationships/customXml" Target="../ink/ink39.xml"/><Relationship Id="rId81" Type="http://schemas.openxmlformats.org/officeDocument/2006/relationships/image" Target="../media/image44.png"/><Relationship Id="rId86" Type="http://schemas.openxmlformats.org/officeDocument/2006/relationships/customXml" Target="../ink/ink43.xml"/><Relationship Id="rId94" Type="http://schemas.openxmlformats.org/officeDocument/2006/relationships/customXml" Target="../ink/ink47.xml"/><Relationship Id="rId99" Type="http://schemas.openxmlformats.org/officeDocument/2006/relationships/image" Target="../media/image53.png"/><Relationship Id="rId101" Type="http://schemas.openxmlformats.org/officeDocument/2006/relationships/image" Target="../media/image54.png"/><Relationship Id="rId122" Type="http://schemas.openxmlformats.org/officeDocument/2006/relationships/customXml" Target="../ink/ink61.xml"/><Relationship Id="rId130" Type="http://schemas.openxmlformats.org/officeDocument/2006/relationships/customXml" Target="../ink/ink65.xml"/><Relationship Id="rId135" Type="http://schemas.openxmlformats.org/officeDocument/2006/relationships/image" Target="../media/image71.png"/><Relationship Id="rId143" Type="http://schemas.openxmlformats.org/officeDocument/2006/relationships/image" Target="../media/image75.png"/><Relationship Id="rId148" Type="http://schemas.openxmlformats.org/officeDocument/2006/relationships/customXml" Target="../ink/ink74.xml"/><Relationship Id="rId151" Type="http://schemas.openxmlformats.org/officeDocument/2006/relationships/image" Target="../media/image79.png"/><Relationship Id="rId4" Type="http://schemas.openxmlformats.org/officeDocument/2006/relationships/customXml" Target="../ink/ink2.xml"/><Relationship Id="rId9" Type="http://schemas.openxmlformats.org/officeDocument/2006/relationships/image" Target="../media/image8.png"/><Relationship Id="rId13" Type="http://schemas.openxmlformats.org/officeDocument/2006/relationships/image" Target="../media/image10.png"/><Relationship Id="rId18" Type="http://schemas.openxmlformats.org/officeDocument/2006/relationships/customXml" Target="../ink/ink9.xml"/><Relationship Id="rId39" Type="http://schemas.openxmlformats.org/officeDocument/2006/relationships/image" Target="../media/image23.png"/><Relationship Id="rId109" Type="http://schemas.openxmlformats.org/officeDocument/2006/relationships/image" Target="../media/image58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31.png"/><Relationship Id="rId76" Type="http://schemas.openxmlformats.org/officeDocument/2006/relationships/customXml" Target="../ink/ink38.xml"/><Relationship Id="rId97" Type="http://schemas.openxmlformats.org/officeDocument/2006/relationships/image" Target="../media/image52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125" Type="http://schemas.openxmlformats.org/officeDocument/2006/relationships/image" Target="../media/image66.png"/><Relationship Id="rId141" Type="http://schemas.openxmlformats.org/officeDocument/2006/relationships/image" Target="../media/image74.png"/><Relationship Id="rId146" Type="http://schemas.openxmlformats.org/officeDocument/2006/relationships/customXml" Target="../ink/ink73.xml"/><Relationship Id="rId7" Type="http://schemas.openxmlformats.org/officeDocument/2006/relationships/image" Target="../media/image7.png"/><Relationship Id="rId71" Type="http://schemas.openxmlformats.org/officeDocument/2006/relationships/image" Target="../media/image39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8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6.png"/><Relationship Id="rId66" Type="http://schemas.openxmlformats.org/officeDocument/2006/relationships/customXml" Target="../ink/ink33.xml"/><Relationship Id="rId87" Type="http://schemas.openxmlformats.org/officeDocument/2006/relationships/image" Target="../media/image47.png"/><Relationship Id="rId110" Type="http://schemas.openxmlformats.org/officeDocument/2006/relationships/customXml" Target="../ink/ink55.xml"/><Relationship Id="rId115" Type="http://schemas.openxmlformats.org/officeDocument/2006/relationships/image" Target="../media/image61.png"/><Relationship Id="rId131" Type="http://schemas.openxmlformats.org/officeDocument/2006/relationships/image" Target="../media/image69.png"/><Relationship Id="rId136" Type="http://schemas.openxmlformats.org/officeDocument/2006/relationships/customXml" Target="../ink/ink68.xml"/><Relationship Id="rId61" Type="http://schemas.openxmlformats.org/officeDocument/2006/relationships/image" Target="../media/image34.png"/><Relationship Id="rId82" Type="http://schemas.openxmlformats.org/officeDocument/2006/relationships/customXml" Target="../ink/ink41.xml"/><Relationship Id="rId19" Type="http://schemas.openxmlformats.org/officeDocument/2006/relationships/image" Target="../media/image13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21.png"/><Relationship Id="rId56" Type="http://schemas.openxmlformats.org/officeDocument/2006/relationships/customXml" Target="../ink/ink28.xml"/><Relationship Id="rId77" Type="http://schemas.openxmlformats.org/officeDocument/2006/relationships/image" Target="../media/image42.png"/><Relationship Id="rId100" Type="http://schemas.openxmlformats.org/officeDocument/2006/relationships/customXml" Target="../ink/ink50.xml"/><Relationship Id="rId105" Type="http://schemas.openxmlformats.org/officeDocument/2006/relationships/image" Target="../media/image56.png"/><Relationship Id="rId126" Type="http://schemas.openxmlformats.org/officeDocument/2006/relationships/customXml" Target="../ink/ink63.xml"/><Relationship Id="rId147" Type="http://schemas.openxmlformats.org/officeDocument/2006/relationships/image" Target="../media/image77.png"/><Relationship Id="rId8" Type="http://schemas.openxmlformats.org/officeDocument/2006/relationships/customXml" Target="../ink/ink4.xml"/><Relationship Id="rId51" Type="http://schemas.openxmlformats.org/officeDocument/2006/relationships/image" Target="../media/image29.png"/><Relationship Id="rId72" Type="http://schemas.openxmlformats.org/officeDocument/2006/relationships/customXml" Target="../ink/ink36.xml"/><Relationship Id="rId93" Type="http://schemas.openxmlformats.org/officeDocument/2006/relationships/image" Target="../media/image50.png"/><Relationship Id="rId98" Type="http://schemas.openxmlformats.org/officeDocument/2006/relationships/customXml" Target="../ink/ink49.xml"/><Relationship Id="rId121" Type="http://schemas.openxmlformats.org/officeDocument/2006/relationships/image" Target="../media/image64.png"/><Relationship Id="rId142" Type="http://schemas.openxmlformats.org/officeDocument/2006/relationships/customXml" Target="../ink/ink71.xml"/><Relationship Id="rId3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79.xml"/><Relationship Id="rId13" Type="http://schemas.openxmlformats.org/officeDocument/2006/relationships/image" Target="../media/image85.png"/><Relationship Id="rId18" Type="http://schemas.openxmlformats.org/officeDocument/2006/relationships/customXml" Target="../ink/ink84.xml"/><Relationship Id="rId26" Type="http://schemas.openxmlformats.org/officeDocument/2006/relationships/customXml" Target="../ink/ink88.xml"/><Relationship Id="rId3" Type="http://schemas.openxmlformats.org/officeDocument/2006/relationships/image" Target="../media/image80.png"/><Relationship Id="rId21" Type="http://schemas.openxmlformats.org/officeDocument/2006/relationships/image" Target="../media/image89.png"/><Relationship Id="rId7" Type="http://schemas.openxmlformats.org/officeDocument/2006/relationships/image" Target="../media/image82.png"/><Relationship Id="rId12" Type="http://schemas.openxmlformats.org/officeDocument/2006/relationships/customXml" Target="../ink/ink81.xml"/><Relationship Id="rId17" Type="http://schemas.openxmlformats.org/officeDocument/2006/relationships/image" Target="../media/image87.png"/><Relationship Id="rId25" Type="http://schemas.openxmlformats.org/officeDocument/2006/relationships/image" Target="../media/image91.png"/><Relationship Id="rId2" Type="http://schemas.openxmlformats.org/officeDocument/2006/relationships/customXml" Target="../ink/ink76.xml"/><Relationship Id="rId16" Type="http://schemas.openxmlformats.org/officeDocument/2006/relationships/customXml" Target="../ink/ink83.xml"/><Relationship Id="rId20" Type="http://schemas.openxmlformats.org/officeDocument/2006/relationships/customXml" Target="../ink/ink85.xml"/><Relationship Id="rId29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8.xml"/><Relationship Id="rId11" Type="http://schemas.openxmlformats.org/officeDocument/2006/relationships/image" Target="../media/image84.png"/><Relationship Id="rId24" Type="http://schemas.openxmlformats.org/officeDocument/2006/relationships/customXml" Target="../ink/ink87.xml"/><Relationship Id="rId5" Type="http://schemas.openxmlformats.org/officeDocument/2006/relationships/image" Target="../media/image81.png"/><Relationship Id="rId15" Type="http://schemas.openxmlformats.org/officeDocument/2006/relationships/image" Target="../media/image86.png"/><Relationship Id="rId23" Type="http://schemas.openxmlformats.org/officeDocument/2006/relationships/image" Target="../media/image90.png"/><Relationship Id="rId28" Type="http://schemas.openxmlformats.org/officeDocument/2006/relationships/customXml" Target="../ink/ink89.xml"/><Relationship Id="rId10" Type="http://schemas.openxmlformats.org/officeDocument/2006/relationships/customXml" Target="../ink/ink80.xml"/><Relationship Id="rId19" Type="http://schemas.openxmlformats.org/officeDocument/2006/relationships/image" Target="../media/image88.png"/><Relationship Id="rId4" Type="http://schemas.openxmlformats.org/officeDocument/2006/relationships/customXml" Target="../ink/ink77.xml"/><Relationship Id="rId9" Type="http://schemas.openxmlformats.org/officeDocument/2006/relationships/image" Target="../media/image83.png"/><Relationship Id="rId14" Type="http://schemas.openxmlformats.org/officeDocument/2006/relationships/customXml" Target="../ink/ink82.xml"/><Relationship Id="rId22" Type="http://schemas.openxmlformats.org/officeDocument/2006/relationships/customXml" Target="../ink/ink86.xml"/><Relationship Id="rId27" Type="http://schemas.openxmlformats.org/officeDocument/2006/relationships/image" Target="../media/image9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95.xml"/><Relationship Id="rId18" Type="http://schemas.openxmlformats.org/officeDocument/2006/relationships/image" Target="../media/image102.png"/><Relationship Id="rId26" Type="http://schemas.openxmlformats.org/officeDocument/2006/relationships/image" Target="../media/image106.png"/><Relationship Id="rId39" Type="http://schemas.openxmlformats.org/officeDocument/2006/relationships/customXml" Target="../ink/ink108.xml"/><Relationship Id="rId3" Type="http://schemas.openxmlformats.org/officeDocument/2006/relationships/customXml" Target="../ink/ink90.xml"/><Relationship Id="rId21" Type="http://schemas.openxmlformats.org/officeDocument/2006/relationships/customXml" Target="../ink/ink99.xml"/><Relationship Id="rId34" Type="http://schemas.openxmlformats.org/officeDocument/2006/relationships/image" Target="../media/image110.png"/><Relationship Id="rId42" Type="http://schemas.openxmlformats.org/officeDocument/2006/relationships/image" Target="../media/image114.png"/><Relationship Id="rId47" Type="http://schemas.openxmlformats.org/officeDocument/2006/relationships/customXml" Target="../ink/ink112.xml"/><Relationship Id="rId50" Type="http://schemas.openxmlformats.org/officeDocument/2006/relationships/image" Target="../media/image118.png"/><Relationship Id="rId7" Type="http://schemas.openxmlformats.org/officeDocument/2006/relationships/customXml" Target="../ink/ink92.xml"/><Relationship Id="rId12" Type="http://schemas.openxmlformats.org/officeDocument/2006/relationships/image" Target="../media/image99.png"/><Relationship Id="rId17" Type="http://schemas.openxmlformats.org/officeDocument/2006/relationships/customXml" Target="../ink/ink97.xml"/><Relationship Id="rId25" Type="http://schemas.openxmlformats.org/officeDocument/2006/relationships/customXml" Target="../ink/ink101.xml"/><Relationship Id="rId33" Type="http://schemas.openxmlformats.org/officeDocument/2006/relationships/customXml" Target="../ink/ink105.xml"/><Relationship Id="rId38" Type="http://schemas.openxmlformats.org/officeDocument/2006/relationships/image" Target="../media/image112.png"/><Relationship Id="rId46" Type="http://schemas.openxmlformats.org/officeDocument/2006/relationships/image" Target="../media/image116.png"/><Relationship Id="rId2" Type="http://schemas.openxmlformats.org/officeDocument/2006/relationships/image" Target="../media/image94.png"/><Relationship Id="rId16" Type="http://schemas.openxmlformats.org/officeDocument/2006/relationships/image" Target="../media/image101.png"/><Relationship Id="rId20" Type="http://schemas.openxmlformats.org/officeDocument/2006/relationships/image" Target="../media/image103.png"/><Relationship Id="rId29" Type="http://schemas.openxmlformats.org/officeDocument/2006/relationships/customXml" Target="../ink/ink103.xml"/><Relationship Id="rId41" Type="http://schemas.openxmlformats.org/officeDocument/2006/relationships/customXml" Target="../ink/ink10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11" Type="http://schemas.openxmlformats.org/officeDocument/2006/relationships/customXml" Target="../ink/ink94.xml"/><Relationship Id="rId24" Type="http://schemas.openxmlformats.org/officeDocument/2006/relationships/image" Target="../media/image105.png"/><Relationship Id="rId32" Type="http://schemas.openxmlformats.org/officeDocument/2006/relationships/image" Target="../media/image109.png"/><Relationship Id="rId37" Type="http://schemas.openxmlformats.org/officeDocument/2006/relationships/customXml" Target="../ink/ink107.xml"/><Relationship Id="rId40" Type="http://schemas.openxmlformats.org/officeDocument/2006/relationships/image" Target="../media/image113.png"/><Relationship Id="rId45" Type="http://schemas.openxmlformats.org/officeDocument/2006/relationships/customXml" Target="../ink/ink111.xml"/><Relationship Id="rId5" Type="http://schemas.openxmlformats.org/officeDocument/2006/relationships/customXml" Target="../ink/ink91.xml"/><Relationship Id="rId15" Type="http://schemas.openxmlformats.org/officeDocument/2006/relationships/customXml" Target="../ink/ink96.xml"/><Relationship Id="rId23" Type="http://schemas.openxmlformats.org/officeDocument/2006/relationships/customXml" Target="../ink/ink100.xml"/><Relationship Id="rId28" Type="http://schemas.openxmlformats.org/officeDocument/2006/relationships/image" Target="../media/image107.png"/><Relationship Id="rId36" Type="http://schemas.openxmlformats.org/officeDocument/2006/relationships/image" Target="../media/image111.png"/><Relationship Id="rId49" Type="http://schemas.openxmlformats.org/officeDocument/2006/relationships/customXml" Target="../ink/ink113.xml"/><Relationship Id="rId10" Type="http://schemas.openxmlformats.org/officeDocument/2006/relationships/image" Target="../media/image98.png"/><Relationship Id="rId19" Type="http://schemas.openxmlformats.org/officeDocument/2006/relationships/customXml" Target="../ink/ink98.xml"/><Relationship Id="rId31" Type="http://schemas.openxmlformats.org/officeDocument/2006/relationships/customXml" Target="../ink/ink104.xml"/><Relationship Id="rId44" Type="http://schemas.openxmlformats.org/officeDocument/2006/relationships/image" Target="../media/image115.png"/><Relationship Id="rId52" Type="http://schemas.openxmlformats.org/officeDocument/2006/relationships/image" Target="../media/image119.png"/><Relationship Id="rId4" Type="http://schemas.openxmlformats.org/officeDocument/2006/relationships/image" Target="../media/image95.png"/><Relationship Id="rId9" Type="http://schemas.openxmlformats.org/officeDocument/2006/relationships/customXml" Target="../ink/ink93.xml"/><Relationship Id="rId14" Type="http://schemas.openxmlformats.org/officeDocument/2006/relationships/image" Target="../media/image100.png"/><Relationship Id="rId22" Type="http://schemas.openxmlformats.org/officeDocument/2006/relationships/image" Target="../media/image104.png"/><Relationship Id="rId27" Type="http://schemas.openxmlformats.org/officeDocument/2006/relationships/customXml" Target="../ink/ink102.xml"/><Relationship Id="rId30" Type="http://schemas.openxmlformats.org/officeDocument/2006/relationships/image" Target="../media/image108.png"/><Relationship Id="rId35" Type="http://schemas.openxmlformats.org/officeDocument/2006/relationships/customXml" Target="../ink/ink106.xml"/><Relationship Id="rId43" Type="http://schemas.openxmlformats.org/officeDocument/2006/relationships/customXml" Target="../ink/ink110.xml"/><Relationship Id="rId48" Type="http://schemas.openxmlformats.org/officeDocument/2006/relationships/image" Target="../media/image117.png"/><Relationship Id="rId8" Type="http://schemas.openxmlformats.org/officeDocument/2006/relationships/image" Target="../media/image97.png"/><Relationship Id="rId51" Type="http://schemas.openxmlformats.org/officeDocument/2006/relationships/customXml" Target="../ink/ink11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8.xml"/><Relationship Id="rId13" Type="http://schemas.openxmlformats.org/officeDocument/2006/relationships/image" Target="../media/image125.png"/><Relationship Id="rId18" Type="http://schemas.openxmlformats.org/officeDocument/2006/relationships/customXml" Target="../ink/ink123.xml"/><Relationship Id="rId3" Type="http://schemas.openxmlformats.org/officeDocument/2006/relationships/image" Target="../media/image120.png"/><Relationship Id="rId21" Type="http://schemas.openxmlformats.org/officeDocument/2006/relationships/image" Target="../media/image129.png"/><Relationship Id="rId7" Type="http://schemas.openxmlformats.org/officeDocument/2006/relationships/image" Target="../media/image122.png"/><Relationship Id="rId12" Type="http://schemas.openxmlformats.org/officeDocument/2006/relationships/customXml" Target="../ink/ink120.xml"/><Relationship Id="rId17" Type="http://schemas.openxmlformats.org/officeDocument/2006/relationships/image" Target="../media/image127.png"/><Relationship Id="rId25" Type="http://schemas.openxmlformats.org/officeDocument/2006/relationships/image" Target="../media/image131.png"/><Relationship Id="rId2" Type="http://schemas.openxmlformats.org/officeDocument/2006/relationships/customXml" Target="../ink/ink115.xml"/><Relationship Id="rId16" Type="http://schemas.openxmlformats.org/officeDocument/2006/relationships/customXml" Target="../ink/ink122.xml"/><Relationship Id="rId20" Type="http://schemas.openxmlformats.org/officeDocument/2006/relationships/customXml" Target="../ink/ink12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7.xml"/><Relationship Id="rId11" Type="http://schemas.openxmlformats.org/officeDocument/2006/relationships/image" Target="../media/image124.png"/><Relationship Id="rId24" Type="http://schemas.openxmlformats.org/officeDocument/2006/relationships/customXml" Target="../ink/ink126.xml"/><Relationship Id="rId5" Type="http://schemas.openxmlformats.org/officeDocument/2006/relationships/image" Target="../media/image121.png"/><Relationship Id="rId15" Type="http://schemas.openxmlformats.org/officeDocument/2006/relationships/image" Target="../media/image126.png"/><Relationship Id="rId23" Type="http://schemas.openxmlformats.org/officeDocument/2006/relationships/image" Target="../media/image130.png"/><Relationship Id="rId10" Type="http://schemas.openxmlformats.org/officeDocument/2006/relationships/customXml" Target="../ink/ink119.xml"/><Relationship Id="rId19" Type="http://schemas.openxmlformats.org/officeDocument/2006/relationships/image" Target="../media/image128.png"/><Relationship Id="rId4" Type="http://schemas.openxmlformats.org/officeDocument/2006/relationships/customXml" Target="../ink/ink116.xml"/><Relationship Id="rId9" Type="http://schemas.openxmlformats.org/officeDocument/2006/relationships/image" Target="../media/image123.png"/><Relationship Id="rId14" Type="http://schemas.openxmlformats.org/officeDocument/2006/relationships/customXml" Target="../ink/ink121.xml"/><Relationship Id="rId22" Type="http://schemas.openxmlformats.org/officeDocument/2006/relationships/customXml" Target="../ink/ink1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31640" y="3356992"/>
            <a:ext cx="6480720" cy="7920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ko-KR" altLang="en-US" sz="4000" b="1" dirty="0">
                <a:latin typeface="나눔고딕 ExtraBold" pitchFamily="50" charset="-127"/>
                <a:ea typeface="나눔고딕 ExtraBold" pitchFamily="50" charset="-127"/>
              </a:rPr>
              <a:t>리눅스 사용법 </a:t>
            </a:r>
            <a:r>
              <a:rPr lang="en-US" altLang="ko-KR" sz="4000" b="1" dirty="0">
                <a:latin typeface="나눔고딕 ExtraBold" pitchFamily="50" charset="-127"/>
                <a:ea typeface="나눔고딕 ExtraBold" pitchFamily="50" charset="-127"/>
              </a:rPr>
              <a:t>(2)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1187624" y="1966799"/>
            <a:ext cx="6480720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</a:pPr>
            <a:r>
              <a:rPr lang="ko-KR" altLang="en-US" sz="4000" b="1" kern="0" dirty="0">
                <a:latin typeface="나눔고딕 ExtraBold" pitchFamily="50" charset="-127"/>
                <a:ea typeface="나눔고딕 ExtraBold" pitchFamily="50" charset="-127"/>
              </a:rPr>
              <a:t>실습 </a:t>
            </a:r>
            <a:r>
              <a:rPr lang="en-US" altLang="ko-KR" sz="4000" b="1" kern="0" dirty="0">
                <a:latin typeface="나눔고딕 ExtraBold" pitchFamily="50" charset="-127"/>
                <a:ea typeface="나눔고딕 ExtraBold" pitchFamily="50" charset="-127"/>
              </a:rPr>
              <a:t>2</a:t>
            </a:r>
          </a:p>
        </p:txBody>
      </p:sp>
    </p:spTree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파일의 종류와 특징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28600" y="980728"/>
            <a:ext cx="8663880" cy="5115272"/>
          </a:xfrm>
        </p:spPr>
        <p:txBody>
          <a:bodyPr/>
          <a:lstStyle/>
          <a:p>
            <a:r>
              <a:rPr lang="ko-KR" altLang="en-US" dirty="0"/>
              <a:t>파일의</a:t>
            </a:r>
            <a:r>
              <a:rPr lang="en-US" altLang="ko-KR" dirty="0"/>
              <a:t> </a:t>
            </a:r>
            <a:r>
              <a:rPr lang="ko-KR" altLang="en-US" dirty="0"/>
              <a:t>종류</a:t>
            </a:r>
          </a:p>
          <a:p>
            <a:pPr lvl="1"/>
            <a:r>
              <a:rPr lang="ko-KR" altLang="en-US" dirty="0"/>
              <a:t>일반 파일</a:t>
            </a:r>
            <a:endParaRPr lang="en-US" altLang="ko-KR" dirty="0"/>
          </a:p>
          <a:p>
            <a:pPr lvl="2"/>
            <a:r>
              <a:rPr lang="ko-KR" altLang="en-US" dirty="0"/>
              <a:t>데이터를 저장하는 데 주로 사용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 err="1"/>
              <a:t>디렉토리</a:t>
            </a:r>
            <a:endParaRPr lang="en-US" altLang="ko-KR" dirty="0"/>
          </a:p>
          <a:p>
            <a:pPr lvl="2"/>
            <a:r>
              <a:rPr lang="ko-KR" altLang="en-US" dirty="0"/>
              <a:t>파일을 효과적으로 관리하기 위해 디렉터리를 사용</a:t>
            </a:r>
            <a:r>
              <a:rPr lang="en-US" altLang="ko-KR" dirty="0"/>
              <a:t>. </a:t>
            </a:r>
            <a:r>
              <a:rPr lang="ko-KR" altLang="en-US" dirty="0"/>
              <a:t>디렉터리도 </a:t>
            </a:r>
            <a:r>
              <a:rPr lang="en-US" altLang="ko-KR" dirty="0"/>
              <a:t>(</a:t>
            </a:r>
            <a:r>
              <a:rPr lang="ko-KR" altLang="en-US" dirty="0"/>
              <a:t>특수</a:t>
            </a:r>
            <a:r>
              <a:rPr lang="en-US" altLang="ko-KR" dirty="0"/>
              <a:t>) </a:t>
            </a:r>
            <a:r>
              <a:rPr lang="ko-KR" altLang="en-US" dirty="0"/>
              <a:t>파일로 취급</a:t>
            </a:r>
            <a:endParaRPr lang="en-US" altLang="ko-KR" dirty="0"/>
          </a:p>
          <a:p>
            <a:pPr lvl="2"/>
            <a:r>
              <a:rPr lang="ko-KR" altLang="en-US" dirty="0"/>
              <a:t>디렉터리 파일에는 해당 디렉터리에 저장된 파일이나 하위 디렉터리에 대한 정보가 저장</a:t>
            </a:r>
            <a:endParaRPr lang="en-US" altLang="ko-KR" dirty="0"/>
          </a:p>
          <a:p>
            <a:pPr lvl="2"/>
            <a:endParaRPr lang="en-US" altLang="ko-KR" sz="600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6718-9871-48D1-8615-539A36B7E64B}" type="slidenum">
              <a:rPr lang="en-US" altLang="ko-KR" smtClean="0"/>
              <a:pPr/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96712255"/>
      </p:ext>
    </p:extLst>
  </p:cSld>
  <p:clrMapOvr>
    <a:masterClrMapping/>
  </p:clrMapOvr>
  <p:transition spd="med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및 </a:t>
            </a:r>
            <a:r>
              <a:rPr lang="ko-KR" altLang="en-US" dirty="0" err="1"/>
              <a:t>디렉토리</a:t>
            </a:r>
            <a:r>
              <a:rPr lang="ko-KR" altLang="en-US" dirty="0"/>
              <a:t> 관리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ko-KR" dirty="0" err="1"/>
              <a:t>ls</a:t>
            </a:r>
            <a:r>
              <a:rPr lang="en-US" altLang="ko-KR" dirty="0"/>
              <a:t>  (List Contents of Directory)</a:t>
            </a:r>
          </a:p>
          <a:p>
            <a:pPr lvl="2"/>
            <a:r>
              <a:rPr lang="ko-KR" altLang="en-US" dirty="0"/>
              <a:t>특정 </a:t>
            </a:r>
            <a:r>
              <a:rPr lang="ko-KR" altLang="en-US" dirty="0" err="1"/>
              <a:t>디렉토리의</a:t>
            </a:r>
            <a:r>
              <a:rPr lang="ko-KR" altLang="en-US" dirty="0"/>
              <a:t> 파일 리스트를 확인하는 명령</a:t>
            </a:r>
            <a:endParaRPr lang="en-US" altLang="ko-KR" dirty="0"/>
          </a:p>
          <a:p>
            <a:pPr lvl="2"/>
            <a:r>
              <a:rPr lang="en-US" altLang="ko-KR" dirty="0" err="1"/>
              <a:t>ls</a:t>
            </a:r>
            <a:r>
              <a:rPr lang="en-US" altLang="ko-KR" dirty="0"/>
              <a:t> </a:t>
            </a:r>
            <a:r>
              <a:rPr lang="ko-KR" altLang="en-US" dirty="0"/>
              <a:t>명령의 사용법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marL="914400" lvl="2" indent="0">
              <a:buNone/>
            </a:pPr>
            <a:r>
              <a:rPr lang="en-US" altLang="ko-KR" sz="1800" b="1" dirty="0"/>
              <a:t>① ls  -a</a:t>
            </a:r>
          </a:p>
          <a:p>
            <a:pPr lvl="3"/>
            <a:r>
              <a:rPr lang="en-US" altLang="ko-KR" sz="1400" dirty="0"/>
              <a:t>all</a:t>
            </a:r>
            <a:r>
              <a:rPr lang="ko-KR" altLang="en-US" sz="1400" dirty="0"/>
              <a:t>의 뜻</a:t>
            </a:r>
            <a:endParaRPr lang="en-US" altLang="ko-KR" sz="1400" dirty="0"/>
          </a:p>
          <a:p>
            <a:pPr lvl="3"/>
            <a:r>
              <a:rPr lang="ko-KR" altLang="en-US" sz="1400" dirty="0"/>
              <a:t>시스템에 숨겨져서 일반 사용자에게 보이지 않는 파일을 포함한 모든 파일과 </a:t>
            </a:r>
            <a:r>
              <a:rPr lang="ko-KR" altLang="en-US" sz="1400" dirty="0" err="1"/>
              <a:t>디렉토리</a:t>
            </a:r>
            <a:r>
              <a:rPr lang="ko-KR" altLang="en-US" sz="1400" dirty="0"/>
              <a:t> 이름을 화면에 보여줌</a:t>
            </a:r>
            <a:endParaRPr lang="en-US" altLang="ko-KR" sz="1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6718-9871-48D1-8615-539A36B7E64B}" type="slidenum">
              <a:rPr lang="en-US" altLang="ko-KR" smtClean="0"/>
              <a:pPr/>
              <a:t>3</a:t>
            </a:fld>
            <a:endParaRPr lang="en-US" altLang="ko-KR"/>
          </a:p>
        </p:txBody>
      </p:sp>
      <p:sp>
        <p:nvSpPr>
          <p:cNvPr id="6" name="모서리가 둥근 직사각형 5"/>
          <p:cNvSpPr/>
          <p:nvPr/>
        </p:nvSpPr>
        <p:spPr bwMode="auto">
          <a:xfrm>
            <a:off x="1331640" y="2334697"/>
            <a:ext cx="4104456" cy="360040"/>
          </a:xfrm>
          <a:prstGeom prst="roundRect">
            <a:avLst>
              <a:gd name="adj" fmla="val 24053"/>
            </a:avLst>
          </a:prstGeom>
          <a:solidFill>
            <a:schemeClr val="bg1"/>
          </a:solidFill>
          <a:ln w="2857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ls  [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옵션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[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디렉토리 또는 파일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903" y="4509120"/>
            <a:ext cx="5760640" cy="108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918504"/>
      </p:ext>
    </p:extLst>
  </p:cSld>
  <p:clrMapOvr>
    <a:masterClrMapping/>
  </p:clrMapOvr>
  <p:transition spd="med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및 </a:t>
            </a:r>
            <a:r>
              <a:rPr lang="ko-KR" altLang="en-US" dirty="0" err="1"/>
              <a:t>디렉토리</a:t>
            </a:r>
            <a:r>
              <a:rPr lang="ko-KR" altLang="en-US" dirty="0"/>
              <a:t> 관리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836712"/>
            <a:ext cx="8663880" cy="5105400"/>
          </a:xfrm>
        </p:spPr>
        <p:txBody>
          <a:bodyPr/>
          <a:lstStyle/>
          <a:p>
            <a:pPr marL="914400" lvl="2" indent="0">
              <a:buNone/>
            </a:pPr>
            <a:r>
              <a:rPr lang="ko-KR" altLang="en-US" sz="1800" b="1" dirty="0"/>
              <a:t>② </a:t>
            </a:r>
            <a:r>
              <a:rPr lang="en-US" altLang="ko-KR" sz="1800" b="1" dirty="0"/>
              <a:t>ls  -l</a:t>
            </a:r>
          </a:p>
          <a:p>
            <a:pPr lvl="3"/>
            <a:r>
              <a:rPr lang="en-US" altLang="ko-KR" sz="1400" dirty="0"/>
              <a:t>long</a:t>
            </a:r>
            <a:r>
              <a:rPr lang="ko-KR" altLang="en-US" sz="1400" dirty="0"/>
              <a:t>이라는 의미</a:t>
            </a:r>
            <a:r>
              <a:rPr lang="en-US" altLang="ko-KR" sz="1400" dirty="0"/>
              <a:t>. </a:t>
            </a:r>
          </a:p>
          <a:p>
            <a:pPr lvl="3"/>
            <a:r>
              <a:rPr lang="ko-KR" altLang="en-US" sz="1400" dirty="0"/>
              <a:t>파일 및 </a:t>
            </a:r>
            <a:r>
              <a:rPr lang="ko-KR" altLang="en-US" sz="1400" dirty="0" err="1"/>
              <a:t>디렉토리</a:t>
            </a:r>
            <a:r>
              <a:rPr lang="ko-KR" altLang="en-US" sz="1400" dirty="0"/>
              <a:t> 표시</a:t>
            </a:r>
            <a:r>
              <a:rPr lang="en-US" altLang="ko-KR" sz="1400" dirty="0"/>
              <a:t>, </a:t>
            </a:r>
            <a:r>
              <a:rPr lang="ko-KR" altLang="en-US" sz="1400" dirty="0"/>
              <a:t>접근에 대한 허가사항</a:t>
            </a:r>
            <a:r>
              <a:rPr lang="en-US" altLang="ko-KR" sz="1400" dirty="0"/>
              <a:t>, </a:t>
            </a:r>
            <a:r>
              <a:rPr lang="ko-KR" altLang="en-US" sz="1400" dirty="0"/>
              <a:t>링크 수</a:t>
            </a:r>
            <a:r>
              <a:rPr lang="en-US" altLang="ko-KR" sz="1400" dirty="0"/>
              <a:t>, </a:t>
            </a:r>
            <a:r>
              <a:rPr lang="ko-KR" altLang="en-US" sz="1400" dirty="0"/>
              <a:t>사용자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등록명</a:t>
            </a:r>
            <a:r>
              <a:rPr lang="en-US" altLang="ko-KR" sz="1400" dirty="0"/>
              <a:t>(</a:t>
            </a:r>
            <a:r>
              <a:rPr lang="ko-KR" altLang="en-US" sz="1400" dirty="0" err="1"/>
              <a:t>그룹명</a:t>
            </a:r>
            <a:r>
              <a:rPr lang="en-US" altLang="ko-KR" sz="1400" dirty="0"/>
              <a:t>)</a:t>
            </a:r>
            <a:r>
              <a:rPr lang="ko-KR" altLang="en-US" sz="1400" dirty="0"/>
              <a:t>과 파일의 크기 및 최종적으로 수정된 시간 등을 세부적으로 나열</a:t>
            </a:r>
            <a:endParaRPr lang="en-US" altLang="ko-KR" sz="1400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6718-9871-48D1-8615-539A36B7E64B}" type="slidenum">
              <a:rPr lang="en-US" altLang="ko-KR" smtClean="0"/>
              <a:pPr/>
              <a:t>4</a:t>
            </a:fld>
            <a:endParaRPr lang="en-US" altLang="ko-KR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327"/>
          <a:stretch/>
        </p:blipFill>
        <p:spPr>
          <a:xfrm>
            <a:off x="1331640" y="2636912"/>
            <a:ext cx="7354349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543966"/>
      </p:ext>
    </p:extLst>
  </p:cSld>
  <p:clrMapOvr>
    <a:masterClrMapping/>
  </p:clrMapOvr>
  <p:transition spd="med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및 </a:t>
            </a:r>
            <a:r>
              <a:rPr lang="ko-KR" altLang="en-US" dirty="0" err="1"/>
              <a:t>디렉토리</a:t>
            </a:r>
            <a:r>
              <a:rPr lang="ko-KR" altLang="en-US" dirty="0"/>
              <a:t> 관리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디렉터리 계층 구조</a:t>
            </a:r>
            <a:endParaRPr lang="en-US" altLang="ko-KR" dirty="0"/>
          </a:p>
          <a:p>
            <a:pPr lvl="1"/>
            <a:r>
              <a:rPr lang="ko-KR" altLang="en-US" dirty="0"/>
              <a:t>파일을 효율적으로 관리하기 위해 디렉터리를 계층적으로 구성 </a:t>
            </a:r>
            <a:r>
              <a:rPr lang="en-US" altLang="ko-KR" dirty="0"/>
              <a:t>-&gt;</a:t>
            </a:r>
            <a:r>
              <a:rPr lang="ko-KR" altLang="en-US" dirty="0"/>
              <a:t> 트리</a:t>
            </a:r>
            <a:r>
              <a:rPr lang="en-US" altLang="ko-KR" dirty="0"/>
              <a:t>(tree) </a:t>
            </a:r>
            <a:r>
              <a:rPr lang="ko-KR" altLang="en-US" dirty="0"/>
              <a:t>구조</a:t>
            </a:r>
            <a:endParaRPr lang="en-US" altLang="ko-KR" dirty="0"/>
          </a:p>
          <a:p>
            <a:pPr lvl="1"/>
            <a:r>
              <a:rPr lang="ko-KR" altLang="en-US" dirty="0"/>
              <a:t>모든 디렉터리의 출발점은 루트</a:t>
            </a:r>
            <a:r>
              <a:rPr lang="en-US" altLang="ko-KR" dirty="0"/>
              <a:t>(root, </a:t>
            </a:r>
            <a:r>
              <a:rPr lang="ko-KR" altLang="en-US" dirty="0"/>
              <a:t>뿌리</a:t>
            </a:r>
            <a:r>
              <a:rPr lang="en-US" altLang="ko-KR" dirty="0"/>
              <a:t>) </a:t>
            </a:r>
            <a:r>
              <a:rPr lang="ko-KR" altLang="en-US" dirty="0"/>
              <a:t>디렉터리이며</a:t>
            </a:r>
            <a:r>
              <a:rPr lang="en-US" altLang="ko-KR" dirty="0"/>
              <a:t>, </a:t>
            </a:r>
            <a:r>
              <a:rPr lang="ko-KR" altLang="en-US" dirty="0"/>
              <a:t> 빗금</a:t>
            </a:r>
            <a:r>
              <a:rPr lang="en-US" altLang="ko-KR" dirty="0"/>
              <a:t>(/, </a:t>
            </a:r>
            <a:r>
              <a:rPr lang="ko-KR" altLang="en-US" dirty="0"/>
              <a:t>슬래시</a:t>
            </a:r>
            <a:r>
              <a:rPr lang="en-US" altLang="ko-KR" dirty="0"/>
              <a:t>)</a:t>
            </a:r>
            <a:r>
              <a:rPr lang="ko-KR" altLang="en-US" dirty="0"/>
              <a:t>으로 표시</a:t>
            </a:r>
            <a:endParaRPr lang="en-US" altLang="ko-KR" dirty="0"/>
          </a:p>
          <a:p>
            <a:pPr lvl="1"/>
            <a:r>
              <a:rPr lang="ko-KR" altLang="en-US" dirty="0"/>
              <a:t>하위 디렉터리</a:t>
            </a:r>
            <a:r>
              <a:rPr lang="en-US" altLang="ko-KR" dirty="0"/>
              <a:t>(</a:t>
            </a:r>
            <a:r>
              <a:rPr lang="ko-KR" altLang="en-US" dirty="0"/>
              <a:t>서브 디렉터리</a:t>
            </a:r>
            <a:r>
              <a:rPr lang="en-US" altLang="ko-KR" dirty="0"/>
              <a:t>): </a:t>
            </a:r>
            <a:r>
              <a:rPr lang="ko-KR" altLang="en-US" dirty="0"/>
              <a:t>디렉터리 아래에 있는 디렉터리 </a:t>
            </a:r>
            <a:r>
              <a:rPr lang="en-US" altLang="ko-KR" dirty="0"/>
              <a:t>(bin, </a:t>
            </a:r>
            <a:r>
              <a:rPr lang="en-US" altLang="ko-KR" dirty="0" err="1"/>
              <a:t>etc</a:t>
            </a:r>
            <a:r>
              <a:rPr lang="en-US" altLang="ko-KR" dirty="0"/>
              <a:t>, </a:t>
            </a:r>
            <a:r>
              <a:rPr lang="en-US" altLang="ko-KR" dirty="0" err="1"/>
              <a:t>usr</a:t>
            </a:r>
            <a:r>
              <a:rPr lang="en-US" altLang="ko-KR" dirty="0"/>
              <a:t>, home, boot) </a:t>
            </a:r>
          </a:p>
          <a:p>
            <a:pPr lvl="1"/>
            <a:r>
              <a:rPr lang="ko-KR" altLang="en-US" dirty="0"/>
              <a:t>상위 디렉터리</a:t>
            </a:r>
            <a:r>
              <a:rPr lang="en-US" altLang="ko-KR" dirty="0"/>
              <a:t>(</a:t>
            </a:r>
            <a:r>
              <a:rPr lang="ko-KR" altLang="en-US" dirty="0"/>
              <a:t>부모 디렉터리</a:t>
            </a:r>
            <a:r>
              <a:rPr lang="en-US" altLang="ko-KR" dirty="0"/>
              <a:t>): ‘..’</a:t>
            </a:r>
            <a:r>
              <a:rPr lang="ko-KR" altLang="en-US" dirty="0"/>
              <a:t>으로 표시</a:t>
            </a:r>
            <a:endParaRPr lang="en-US" altLang="ko-KR" dirty="0"/>
          </a:p>
          <a:p>
            <a:pPr lvl="1"/>
            <a:r>
              <a:rPr lang="ko-KR" altLang="en-US" dirty="0"/>
              <a:t>루트 디렉터리를 제외하고 모든 디렉터리에는 부모 디렉터리가 있음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6718-9871-48D1-8615-539A36B7E64B}" type="slidenum">
              <a:rPr lang="en-US" altLang="ko-KR" smtClean="0"/>
              <a:pPr/>
              <a:t>5</a:t>
            </a:fld>
            <a:endParaRPr lang="en-US" altLang="ko-KR"/>
          </a:p>
        </p:txBody>
      </p:sp>
      <p:grpSp>
        <p:nvGrpSpPr>
          <p:cNvPr id="6" name="그룹 5"/>
          <p:cNvGrpSpPr/>
          <p:nvPr/>
        </p:nvGrpSpPr>
        <p:grpSpPr>
          <a:xfrm>
            <a:off x="1403648" y="4221088"/>
            <a:ext cx="6949380" cy="2001417"/>
            <a:chOff x="755576" y="764704"/>
            <a:chExt cx="8136904" cy="2844316"/>
          </a:xfrm>
        </p:grpSpPr>
        <p:sp>
          <p:nvSpPr>
            <p:cNvPr id="7" name="모서리가 둥근 직사각형 6"/>
            <p:cNvSpPr/>
            <p:nvPr/>
          </p:nvSpPr>
          <p:spPr>
            <a:xfrm>
              <a:off x="3053482" y="764704"/>
              <a:ext cx="792088" cy="39604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/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1829346" y="1664804"/>
              <a:ext cx="792088" cy="39604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</a:rPr>
                <a:t>etc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3053482" y="1664804"/>
              <a:ext cx="792088" cy="39604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</a:rPr>
                <a:t>usr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4133602" y="1664804"/>
              <a:ext cx="792088" cy="39604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home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5213722" y="1664804"/>
              <a:ext cx="792088" cy="39604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boot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꺾인 연결선 11"/>
            <p:cNvCxnSpPr>
              <a:stCxn id="34" idx="0"/>
            </p:cNvCxnSpPr>
            <p:nvPr/>
          </p:nvCxnSpPr>
          <p:spPr>
            <a:xfrm rot="16200000" flipH="1">
              <a:off x="3958600" y="-1135826"/>
              <a:ext cx="27199" cy="5641161"/>
            </a:xfrm>
            <a:prstGeom prst="bentConnector3">
              <a:avLst>
                <a:gd name="adj1" fmla="val -119442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>
              <a:stCxn id="7" idx="2"/>
            </p:cNvCxnSpPr>
            <p:nvPr/>
          </p:nvCxnSpPr>
          <p:spPr>
            <a:xfrm>
              <a:off x="3449526" y="1160748"/>
              <a:ext cx="0" cy="18002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>
              <a:stCxn id="8" idx="0"/>
            </p:cNvCxnSpPr>
            <p:nvPr/>
          </p:nvCxnSpPr>
          <p:spPr>
            <a:xfrm flipV="1">
              <a:off x="2225390" y="1412776"/>
              <a:ext cx="0" cy="2520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>
              <a:stCxn id="9" idx="0"/>
              <a:endCxn id="7" idx="2"/>
            </p:cNvCxnSpPr>
            <p:nvPr/>
          </p:nvCxnSpPr>
          <p:spPr>
            <a:xfrm flipV="1">
              <a:off x="3449526" y="1160748"/>
              <a:ext cx="0" cy="5040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>
              <a:stCxn id="10" idx="0"/>
            </p:cNvCxnSpPr>
            <p:nvPr/>
          </p:nvCxnSpPr>
          <p:spPr>
            <a:xfrm flipV="1">
              <a:off x="4529646" y="1412776"/>
              <a:ext cx="0" cy="2520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모서리가 둥근 직사각형 16"/>
            <p:cNvSpPr/>
            <p:nvPr/>
          </p:nvSpPr>
          <p:spPr>
            <a:xfrm>
              <a:off x="2621434" y="2564904"/>
              <a:ext cx="792088" cy="39604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bin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8" name="모서리가 둥근 직사각형 17"/>
            <p:cNvSpPr/>
            <p:nvPr/>
          </p:nvSpPr>
          <p:spPr>
            <a:xfrm>
              <a:off x="3485530" y="2564904"/>
              <a:ext cx="792088" cy="39604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lib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꺾인 연결선 18"/>
            <p:cNvCxnSpPr>
              <a:stCxn id="17" idx="0"/>
              <a:endCxn id="18" idx="0"/>
            </p:cNvCxnSpPr>
            <p:nvPr/>
          </p:nvCxnSpPr>
          <p:spPr>
            <a:xfrm rot="5400000" flipH="1" flipV="1">
              <a:off x="3449526" y="2132856"/>
              <a:ext cx="12700" cy="864096"/>
            </a:xfrm>
            <a:prstGeom prst="bentConnector3">
              <a:avLst>
                <a:gd name="adj1" fmla="val 180000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>
              <a:endCxn id="9" idx="2"/>
            </p:cNvCxnSpPr>
            <p:nvPr/>
          </p:nvCxnSpPr>
          <p:spPr>
            <a:xfrm flipH="1" flipV="1">
              <a:off x="3449526" y="2060848"/>
              <a:ext cx="635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>
              <a:endCxn id="10" idx="2"/>
            </p:cNvCxnSpPr>
            <p:nvPr/>
          </p:nvCxnSpPr>
          <p:spPr>
            <a:xfrm flipV="1">
              <a:off x="4529646" y="2060848"/>
              <a:ext cx="0" cy="4977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모서리가 둥근 직사각형 21"/>
            <p:cNvSpPr/>
            <p:nvPr/>
          </p:nvSpPr>
          <p:spPr>
            <a:xfrm>
              <a:off x="4349626" y="2564904"/>
              <a:ext cx="792088" cy="39604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user1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3" name="모서리가 접힌 도형 22"/>
            <p:cNvSpPr/>
            <p:nvPr/>
          </p:nvSpPr>
          <p:spPr>
            <a:xfrm>
              <a:off x="821234" y="2344421"/>
              <a:ext cx="648072" cy="360040"/>
            </a:xfrm>
            <a:prstGeom prst="foldedCorner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</a:rPr>
                <a:t>ls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4" name="모서리가 접힌 도형 23"/>
            <p:cNvSpPr/>
            <p:nvPr/>
          </p:nvSpPr>
          <p:spPr>
            <a:xfrm>
              <a:off x="1901354" y="2309701"/>
              <a:ext cx="648072" cy="360040"/>
            </a:xfrm>
            <a:prstGeom prst="foldedCorner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hosts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25" name="직선 연결선 24"/>
            <p:cNvCxnSpPr>
              <a:stCxn id="8" idx="2"/>
              <a:endCxn id="24" idx="0"/>
            </p:cNvCxnSpPr>
            <p:nvPr/>
          </p:nvCxnSpPr>
          <p:spPr>
            <a:xfrm>
              <a:off x="2225390" y="2060848"/>
              <a:ext cx="0" cy="24885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/>
            <p:cNvCxnSpPr>
              <a:endCxn id="23" idx="0"/>
            </p:cNvCxnSpPr>
            <p:nvPr/>
          </p:nvCxnSpPr>
          <p:spPr>
            <a:xfrm>
              <a:off x="1145270" y="2060848"/>
              <a:ext cx="0" cy="28357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모서리가 둥근 직사각형 26"/>
            <p:cNvSpPr/>
            <p:nvPr/>
          </p:nvSpPr>
          <p:spPr>
            <a:xfrm>
              <a:off x="4349626" y="3212976"/>
              <a:ext cx="792088" cy="39604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다운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로드</a:t>
              </a:r>
            </a:p>
          </p:txBody>
        </p:sp>
        <p:cxnSp>
          <p:nvCxnSpPr>
            <p:cNvPr id="28" name="직선 연결선 27"/>
            <p:cNvCxnSpPr>
              <a:stCxn id="22" idx="2"/>
              <a:endCxn id="27" idx="0"/>
            </p:cNvCxnSpPr>
            <p:nvPr/>
          </p:nvCxnSpPr>
          <p:spPr>
            <a:xfrm>
              <a:off x="4745670" y="2960948"/>
              <a:ext cx="0" cy="2520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모서리가 둥근 직사각형 28"/>
            <p:cNvSpPr/>
            <p:nvPr/>
          </p:nvSpPr>
          <p:spPr>
            <a:xfrm>
              <a:off x="7074277" y="2438281"/>
              <a:ext cx="792088" cy="39604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</a:rPr>
                <a:t>tmp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0" name="모서리가 접힌 도형 29"/>
            <p:cNvSpPr/>
            <p:nvPr/>
          </p:nvSpPr>
          <p:spPr>
            <a:xfrm>
              <a:off x="7074277" y="2964873"/>
              <a:ext cx="648072" cy="360040"/>
            </a:xfrm>
            <a:prstGeom prst="foldedCorner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</a:rPr>
                <a:t>ls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938373" y="2503928"/>
              <a:ext cx="816839" cy="3499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디렉터리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938373" y="3007985"/>
              <a:ext cx="516530" cy="3499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파일</a:t>
              </a: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6966266" y="2276874"/>
              <a:ext cx="1926214" cy="1255423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34" name="모서리가 둥근 직사각형 33"/>
            <p:cNvSpPr/>
            <p:nvPr/>
          </p:nvSpPr>
          <p:spPr>
            <a:xfrm>
              <a:off x="755576" y="1671155"/>
              <a:ext cx="792088" cy="39604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bin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35" name="직선 연결선 34"/>
            <p:cNvCxnSpPr/>
            <p:nvPr/>
          </p:nvCxnSpPr>
          <p:spPr>
            <a:xfrm flipV="1">
              <a:off x="5573762" y="1412776"/>
              <a:ext cx="0" cy="2520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모서리가 접힌 도형 35"/>
            <p:cNvSpPr/>
            <p:nvPr/>
          </p:nvSpPr>
          <p:spPr>
            <a:xfrm>
              <a:off x="5285730" y="2305900"/>
              <a:ext cx="720080" cy="360040"/>
            </a:xfrm>
            <a:prstGeom prst="foldedCorner">
              <a:avLst/>
            </a:prstGeom>
            <a:noFill/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>
                  <a:solidFill>
                    <a:schemeClr val="tx1"/>
                  </a:solidFill>
                </a:rPr>
                <a:t>vmlinuz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cxnSp>
          <p:nvCxnSpPr>
            <p:cNvPr id="37" name="직선 연결선 36"/>
            <p:cNvCxnSpPr/>
            <p:nvPr/>
          </p:nvCxnSpPr>
          <p:spPr>
            <a:xfrm flipV="1">
              <a:off x="5573762" y="2060848"/>
              <a:ext cx="0" cy="2520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모서리가 둥근 직사각형 37"/>
            <p:cNvSpPr/>
            <p:nvPr/>
          </p:nvSpPr>
          <p:spPr>
            <a:xfrm>
              <a:off x="6378734" y="1705871"/>
              <a:ext cx="792088" cy="396043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</a:rPr>
                <a:t>tmp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9" name="잉크 38">
                <a:extLst>
                  <a:ext uri="{FF2B5EF4-FFF2-40B4-BE49-F238E27FC236}">
                    <a16:creationId xmlns:a16="http://schemas.microsoft.com/office/drawing/2014/main" id="{1FDA5A0D-592E-B39B-3E9B-48D1C1E35F24}"/>
                  </a:ext>
                </a:extLst>
              </p14:cNvPr>
              <p14:cNvContentPartPr/>
              <p14:nvPr/>
            </p14:nvContentPartPr>
            <p14:xfrm>
              <a:off x="3240281" y="2168696"/>
              <a:ext cx="499320" cy="47520"/>
            </p14:xfrm>
          </p:contentPart>
        </mc:Choice>
        <mc:Fallback>
          <p:pic>
            <p:nvPicPr>
              <p:cNvPr id="39" name="잉크 38">
                <a:extLst>
                  <a:ext uri="{FF2B5EF4-FFF2-40B4-BE49-F238E27FC236}">
                    <a16:creationId xmlns:a16="http://schemas.microsoft.com/office/drawing/2014/main" id="{1FDA5A0D-592E-B39B-3E9B-48D1C1E35F2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04281" y="2096696"/>
                <a:ext cx="57096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0" name="잉크 39">
                <a:extLst>
                  <a:ext uri="{FF2B5EF4-FFF2-40B4-BE49-F238E27FC236}">
                    <a16:creationId xmlns:a16="http://schemas.microsoft.com/office/drawing/2014/main" id="{D711AC72-AE2E-3AE2-D29A-E48C34BF3644}"/>
                  </a:ext>
                </a:extLst>
              </p14:cNvPr>
              <p14:cNvContentPartPr/>
              <p14:nvPr/>
            </p14:nvContentPartPr>
            <p14:xfrm>
              <a:off x="6603401" y="1713296"/>
              <a:ext cx="1404000" cy="68760"/>
            </p14:xfrm>
          </p:contentPart>
        </mc:Choice>
        <mc:Fallback>
          <p:pic>
            <p:nvPicPr>
              <p:cNvPr id="40" name="잉크 39">
                <a:extLst>
                  <a:ext uri="{FF2B5EF4-FFF2-40B4-BE49-F238E27FC236}">
                    <a16:creationId xmlns:a16="http://schemas.microsoft.com/office/drawing/2014/main" id="{D711AC72-AE2E-3AE2-D29A-E48C34BF364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67761" y="1641656"/>
                <a:ext cx="147564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1" name="잉크 40">
                <a:extLst>
                  <a:ext uri="{FF2B5EF4-FFF2-40B4-BE49-F238E27FC236}">
                    <a16:creationId xmlns:a16="http://schemas.microsoft.com/office/drawing/2014/main" id="{8A054287-2105-57AE-EC12-D9982D9EF053}"/>
                  </a:ext>
                </a:extLst>
              </p14:cNvPr>
              <p14:cNvContentPartPr/>
              <p14:nvPr/>
            </p14:nvContentPartPr>
            <p14:xfrm>
              <a:off x="4901321" y="1714376"/>
              <a:ext cx="650160" cy="28440"/>
            </p14:xfrm>
          </p:contentPart>
        </mc:Choice>
        <mc:Fallback>
          <p:pic>
            <p:nvPicPr>
              <p:cNvPr id="41" name="잉크 40">
                <a:extLst>
                  <a:ext uri="{FF2B5EF4-FFF2-40B4-BE49-F238E27FC236}">
                    <a16:creationId xmlns:a16="http://schemas.microsoft.com/office/drawing/2014/main" id="{8A054287-2105-57AE-EC12-D9982D9EF05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65321" y="1642736"/>
                <a:ext cx="72180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2" name="잉크 41">
                <a:extLst>
                  <a:ext uri="{FF2B5EF4-FFF2-40B4-BE49-F238E27FC236}">
                    <a16:creationId xmlns:a16="http://schemas.microsoft.com/office/drawing/2014/main" id="{20794E3D-9DBC-3B86-0367-D53093A5AA58}"/>
                  </a:ext>
                </a:extLst>
              </p14:cNvPr>
              <p14:cNvContentPartPr/>
              <p14:nvPr/>
            </p14:nvContentPartPr>
            <p14:xfrm>
              <a:off x="6490721" y="2151056"/>
              <a:ext cx="960840" cy="32760"/>
            </p14:xfrm>
          </p:contentPart>
        </mc:Choice>
        <mc:Fallback>
          <p:pic>
            <p:nvPicPr>
              <p:cNvPr id="42" name="잉크 41">
                <a:extLst>
                  <a:ext uri="{FF2B5EF4-FFF2-40B4-BE49-F238E27FC236}">
                    <a16:creationId xmlns:a16="http://schemas.microsoft.com/office/drawing/2014/main" id="{20794E3D-9DBC-3B86-0367-D53093A5AA5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454721" y="2079416"/>
                <a:ext cx="103248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43" name="잉크 42">
                <a:extLst>
                  <a:ext uri="{FF2B5EF4-FFF2-40B4-BE49-F238E27FC236}">
                    <a16:creationId xmlns:a16="http://schemas.microsoft.com/office/drawing/2014/main" id="{56DA305E-CA24-5F41-681D-BA18E90D70EB}"/>
                  </a:ext>
                </a:extLst>
              </p14:cNvPr>
              <p14:cNvContentPartPr/>
              <p14:nvPr/>
            </p14:nvContentPartPr>
            <p14:xfrm>
              <a:off x="1045361" y="3326816"/>
              <a:ext cx="441720" cy="68760"/>
            </p14:xfrm>
          </p:contentPart>
        </mc:Choice>
        <mc:Fallback>
          <p:pic>
            <p:nvPicPr>
              <p:cNvPr id="43" name="잉크 42">
                <a:extLst>
                  <a:ext uri="{FF2B5EF4-FFF2-40B4-BE49-F238E27FC236}">
                    <a16:creationId xmlns:a16="http://schemas.microsoft.com/office/drawing/2014/main" id="{56DA305E-CA24-5F41-681D-BA18E90D70E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09721" y="3255176"/>
                <a:ext cx="51336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4" name="잉크 43">
                <a:extLst>
                  <a:ext uri="{FF2B5EF4-FFF2-40B4-BE49-F238E27FC236}">
                    <a16:creationId xmlns:a16="http://schemas.microsoft.com/office/drawing/2014/main" id="{186659DA-D093-CE2B-24F5-919644C6498C}"/>
                  </a:ext>
                </a:extLst>
              </p14:cNvPr>
              <p14:cNvContentPartPr/>
              <p14:nvPr/>
            </p14:nvContentPartPr>
            <p14:xfrm>
              <a:off x="3754361" y="3389816"/>
              <a:ext cx="2160" cy="2160"/>
            </p14:xfrm>
          </p:contentPart>
        </mc:Choice>
        <mc:Fallback>
          <p:pic>
            <p:nvPicPr>
              <p:cNvPr id="44" name="잉크 43">
                <a:extLst>
                  <a:ext uri="{FF2B5EF4-FFF2-40B4-BE49-F238E27FC236}">
                    <a16:creationId xmlns:a16="http://schemas.microsoft.com/office/drawing/2014/main" id="{186659DA-D093-CE2B-24F5-919644C6498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718721" y="3318176"/>
                <a:ext cx="7380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45" name="잉크 44">
                <a:extLst>
                  <a:ext uri="{FF2B5EF4-FFF2-40B4-BE49-F238E27FC236}">
                    <a16:creationId xmlns:a16="http://schemas.microsoft.com/office/drawing/2014/main" id="{A1249197-F1F9-E5A8-2243-9BCCC9AFE679}"/>
                  </a:ext>
                </a:extLst>
              </p14:cNvPr>
              <p14:cNvContentPartPr/>
              <p14:nvPr/>
            </p14:nvContentPartPr>
            <p14:xfrm>
              <a:off x="3689561" y="3395216"/>
              <a:ext cx="271080" cy="57600"/>
            </p14:xfrm>
          </p:contentPart>
        </mc:Choice>
        <mc:Fallback>
          <p:pic>
            <p:nvPicPr>
              <p:cNvPr id="45" name="잉크 44">
                <a:extLst>
                  <a:ext uri="{FF2B5EF4-FFF2-40B4-BE49-F238E27FC236}">
                    <a16:creationId xmlns:a16="http://schemas.microsoft.com/office/drawing/2014/main" id="{A1249197-F1F9-E5A8-2243-9BCCC9AFE67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653561" y="3323216"/>
                <a:ext cx="34272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6" name="잉크 45">
                <a:extLst>
                  <a:ext uri="{FF2B5EF4-FFF2-40B4-BE49-F238E27FC236}">
                    <a16:creationId xmlns:a16="http://schemas.microsoft.com/office/drawing/2014/main" id="{4B50FBBF-3B45-B03F-D3E4-3075E32EDEC4}"/>
                  </a:ext>
                </a:extLst>
              </p14:cNvPr>
              <p14:cNvContentPartPr/>
              <p14:nvPr/>
            </p14:nvContentPartPr>
            <p14:xfrm>
              <a:off x="6887081" y="2729216"/>
              <a:ext cx="326520" cy="27000"/>
            </p14:xfrm>
          </p:contentPart>
        </mc:Choice>
        <mc:Fallback>
          <p:pic>
            <p:nvPicPr>
              <p:cNvPr id="46" name="잉크 45">
                <a:extLst>
                  <a:ext uri="{FF2B5EF4-FFF2-40B4-BE49-F238E27FC236}">
                    <a16:creationId xmlns:a16="http://schemas.microsoft.com/office/drawing/2014/main" id="{4B50FBBF-3B45-B03F-D3E4-3075E32EDEC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878081" y="2720576"/>
                <a:ext cx="344160" cy="4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그룹 68">
            <a:extLst>
              <a:ext uri="{FF2B5EF4-FFF2-40B4-BE49-F238E27FC236}">
                <a16:creationId xmlns:a16="http://schemas.microsoft.com/office/drawing/2014/main" id="{202294A4-35AD-A109-E0B6-7B681B224E97}"/>
              </a:ext>
            </a:extLst>
          </p:cNvPr>
          <p:cNvGrpSpPr/>
          <p:nvPr/>
        </p:nvGrpSpPr>
        <p:grpSpPr>
          <a:xfrm>
            <a:off x="6789521" y="2786816"/>
            <a:ext cx="1747440" cy="525240"/>
            <a:chOff x="6789521" y="2786816"/>
            <a:chExt cx="1747440" cy="52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CCC0CE34-6069-1690-A4D0-31801117AF21}"/>
                    </a:ext>
                  </a:extLst>
                </p14:cNvPr>
                <p14:cNvContentPartPr/>
                <p14:nvPr/>
              </p14:nvContentPartPr>
              <p14:xfrm>
                <a:off x="6789521" y="2840456"/>
                <a:ext cx="206640" cy="227160"/>
              </p14:xfrm>
            </p:contentPart>
          </mc:Choice>
          <mc:Fallback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CCC0CE34-6069-1690-A4D0-31801117AF2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780881" y="2831816"/>
                  <a:ext cx="2242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48" name="잉크 47">
                  <a:extLst>
                    <a:ext uri="{FF2B5EF4-FFF2-40B4-BE49-F238E27FC236}">
                      <a16:creationId xmlns:a16="http://schemas.microsoft.com/office/drawing/2014/main" id="{7ED38436-6374-55CE-A48D-5BD65D1EE800}"/>
                    </a:ext>
                  </a:extLst>
                </p14:cNvPr>
                <p14:cNvContentPartPr/>
                <p14:nvPr/>
              </p14:nvContentPartPr>
              <p14:xfrm>
                <a:off x="6986081" y="2957816"/>
                <a:ext cx="92160" cy="120960"/>
              </p14:xfrm>
            </p:contentPart>
          </mc:Choice>
          <mc:Fallback>
            <p:pic>
              <p:nvPicPr>
                <p:cNvPr id="48" name="잉크 47">
                  <a:extLst>
                    <a:ext uri="{FF2B5EF4-FFF2-40B4-BE49-F238E27FC236}">
                      <a16:creationId xmlns:a16="http://schemas.microsoft.com/office/drawing/2014/main" id="{7ED38436-6374-55CE-A48D-5BD65D1EE80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977081" y="2949176"/>
                  <a:ext cx="1098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7C14C935-E82F-1224-FDCE-90EE654F48F5}"/>
                    </a:ext>
                  </a:extLst>
                </p14:cNvPr>
                <p14:cNvContentPartPr/>
                <p14:nvPr/>
              </p14:nvContentPartPr>
              <p14:xfrm>
                <a:off x="7169681" y="2786816"/>
                <a:ext cx="193320" cy="268560"/>
              </p14:xfrm>
            </p:contentPart>
          </mc:Choice>
          <mc:Fallback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7C14C935-E82F-1224-FDCE-90EE654F48F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161041" y="2778176"/>
                  <a:ext cx="2109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01C47576-B24D-D2E6-2E9C-C213B8020C8C}"/>
                    </a:ext>
                  </a:extLst>
                </p14:cNvPr>
                <p14:cNvContentPartPr/>
                <p14:nvPr/>
              </p14:nvContentPartPr>
              <p14:xfrm>
                <a:off x="7441841" y="2993456"/>
                <a:ext cx="109080" cy="192600"/>
              </p14:xfrm>
            </p:contentPart>
          </mc:Choice>
          <mc:Fallback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01C47576-B24D-D2E6-2E9C-C213B8020C8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433201" y="2984816"/>
                  <a:ext cx="1267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51" name="잉크 50">
                  <a:extLst>
                    <a:ext uri="{FF2B5EF4-FFF2-40B4-BE49-F238E27FC236}">
                      <a16:creationId xmlns:a16="http://schemas.microsoft.com/office/drawing/2014/main" id="{935B2E0A-B17D-720D-14FB-73522714B730}"/>
                    </a:ext>
                  </a:extLst>
                </p14:cNvPr>
                <p14:cNvContentPartPr/>
                <p14:nvPr/>
              </p14:nvContentPartPr>
              <p14:xfrm>
                <a:off x="7553081" y="3027656"/>
                <a:ext cx="9000" cy="172440"/>
              </p14:xfrm>
            </p:contentPart>
          </mc:Choice>
          <mc:Fallback>
            <p:pic>
              <p:nvPicPr>
                <p:cNvPr id="51" name="잉크 50">
                  <a:extLst>
                    <a:ext uri="{FF2B5EF4-FFF2-40B4-BE49-F238E27FC236}">
                      <a16:creationId xmlns:a16="http://schemas.microsoft.com/office/drawing/2014/main" id="{935B2E0A-B17D-720D-14FB-73522714B73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544441" y="3018656"/>
                  <a:ext cx="266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D2AC1203-11C8-6108-DF8F-9044CA25CE83}"/>
                    </a:ext>
                  </a:extLst>
                </p14:cNvPr>
                <p14:cNvContentPartPr/>
                <p14:nvPr/>
              </p14:nvContentPartPr>
              <p14:xfrm>
                <a:off x="7617881" y="3033416"/>
                <a:ext cx="103680" cy="105840"/>
              </p14:xfrm>
            </p:contentPart>
          </mc:Choice>
          <mc:Fallback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D2AC1203-11C8-6108-DF8F-9044CA25CE8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608881" y="3024416"/>
                  <a:ext cx="1213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9B7BBF5E-F63A-DA26-CF36-AB8FA91B0CBB}"/>
                    </a:ext>
                  </a:extLst>
                </p14:cNvPr>
                <p14:cNvContentPartPr/>
                <p14:nvPr/>
              </p14:nvContentPartPr>
              <p14:xfrm>
                <a:off x="7580801" y="3162296"/>
                <a:ext cx="192960" cy="45720"/>
              </p14:xfrm>
            </p:contentPart>
          </mc:Choice>
          <mc:Fallback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9B7BBF5E-F63A-DA26-CF36-AB8FA91B0CB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572161" y="3153656"/>
                  <a:ext cx="2106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54" name="잉크 53">
                  <a:extLst>
                    <a:ext uri="{FF2B5EF4-FFF2-40B4-BE49-F238E27FC236}">
                      <a16:creationId xmlns:a16="http://schemas.microsoft.com/office/drawing/2014/main" id="{F72DDD44-659C-AE83-4860-979B91A033EA}"/>
                    </a:ext>
                  </a:extLst>
                </p14:cNvPr>
                <p14:cNvContentPartPr/>
                <p14:nvPr/>
              </p14:nvContentPartPr>
              <p14:xfrm>
                <a:off x="7774121" y="3014336"/>
                <a:ext cx="117360" cy="141840"/>
              </p14:xfrm>
            </p:contentPart>
          </mc:Choice>
          <mc:Fallback>
            <p:pic>
              <p:nvPicPr>
                <p:cNvPr id="54" name="잉크 53">
                  <a:extLst>
                    <a:ext uri="{FF2B5EF4-FFF2-40B4-BE49-F238E27FC236}">
                      <a16:creationId xmlns:a16="http://schemas.microsoft.com/office/drawing/2014/main" id="{F72DDD44-659C-AE83-4860-979B91A033E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765481" y="3005696"/>
                  <a:ext cx="1350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55" name="잉크 54">
                  <a:extLst>
                    <a:ext uri="{FF2B5EF4-FFF2-40B4-BE49-F238E27FC236}">
                      <a16:creationId xmlns:a16="http://schemas.microsoft.com/office/drawing/2014/main" id="{328BB844-D549-36BD-F580-8D509B4DD96C}"/>
                    </a:ext>
                  </a:extLst>
                </p14:cNvPr>
                <p14:cNvContentPartPr/>
                <p14:nvPr/>
              </p14:nvContentPartPr>
              <p14:xfrm>
                <a:off x="7781681" y="3089936"/>
                <a:ext cx="83520" cy="11880"/>
              </p14:xfrm>
            </p:contentPart>
          </mc:Choice>
          <mc:Fallback>
            <p:pic>
              <p:nvPicPr>
                <p:cNvPr id="55" name="잉크 54">
                  <a:extLst>
                    <a:ext uri="{FF2B5EF4-FFF2-40B4-BE49-F238E27FC236}">
                      <a16:creationId xmlns:a16="http://schemas.microsoft.com/office/drawing/2014/main" id="{328BB844-D549-36BD-F580-8D509B4DD96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772681" y="3081296"/>
                  <a:ext cx="1011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56" name="잉크 55">
                  <a:extLst>
                    <a:ext uri="{FF2B5EF4-FFF2-40B4-BE49-F238E27FC236}">
                      <a16:creationId xmlns:a16="http://schemas.microsoft.com/office/drawing/2014/main" id="{FA654B5C-83C4-7176-C6BF-F1D79858450B}"/>
                    </a:ext>
                  </a:extLst>
                </p14:cNvPr>
                <p14:cNvContentPartPr/>
                <p14:nvPr/>
              </p14:nvContentPartPr>
              <p14:xfrm>
                <a:off x="7909841" y="3065456"/>
                <a:ext cx="46440" cy="96480"/>
              </p14:xfrm>
            </p:contentPart>
          </mc:Choice>
          <mc:Fallback>
            <p:pic>
              <p:nvPicPr>
                <p:cNvPr id="56" name="잉크 55">
                  <a:extLst>
                    <a:ext uri="{FF2B5EF4-FFF2-40B4-BE49-F238E27FC236}">
                      <a16:creationId xmlns:a16="http://schemas.microsoft.com/office/drawing/2014/main" id="{FA654B5C-83C4-7176-C6BF-F1D79858450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900841" y="3056816"/>
                  <a:ext cx="640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57" name="잉크 56">
                  <a:extLst>
                    <a:ext uri="{FF2B5EF4-FFF2-40B4-BE49-F238E27FC236}">
                      <a16:creationId xmlns:a16="http://schemas.microsoft.com/office/drawing/2014/main" id="{7BC29675-34B5-5F8E-DD5E-82E8BF1DCB46}"/>
                    </a:ext>
                  </a:extLst>
                </p14:cNvPr>
                <p14:cNvContentPartPr/>
                <p14:nvPr/>
              </p14:nvContentPartPr>
              <p14:xfrm>
                <a:off x="7982201" y="3015416"/>
                <a:ext cx="20520" cy="158760"/>
              </p14:xfrm>
            </p:contentPart>
          </mc:Choice>
          <mc:Fallback>
            <p:pic>
              <p:nvPicPr>
                <p:cNvPr id="57" name="잉크 56">
                  <a:extLst>
                    <a:ext uri="{FF2B5EF4-FFF2-40B4-BE49-F238E27FC236}">
                      <a16:creationId xmlns:a16="http://schemas.microsoft.com/office/drawing/2014/main" id="{7BC29675-34B5-5F8E-DD5E-82E8BF1DCB4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973561" y="3006776"/>
                  <a:ext cx="381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F35D2FF1-2ADC-EA2F-A773-A8FD0BDEF38E}"/>
                    </a:ext>
                  </a:extLst>
                </p14:cNvPr>
                <p14:cNvContentPartPr/>
                <p14:nvPr/>
              </p14:nvContentPartPr>
              <p14:xfrm>
                <a:off x="7885361" y="3179216"/>
                <a:ext cx="142560" cy="79200"/>
              </p14:xfrm>
            </p:contentPart>
          </mc:Choice>
          <mc:Fallback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F35D2FF1-2ADC-EA2F-A773-A8FD0BDEF38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876361" y="3170216"/>
                  <a:ext cx="1602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59" name="잉크 58">
                  <a:extLst>
                    <a:ext uri="{FF2B5EF4-FFF2-40B4-BE49-F238E27FC236}">
                      <a16:creationId xmlns:a16="http://schemas.microsoft.com/office/drawing/2014/main" id="{48035118-26E2-BB0C-8BA9-9998283011F8}"/>
                    </a:ext>
                  </a:extLst>
                </p14:cNvPr>
                <p14:cNvContentPartPr/>
                <p14:nvPr/>
              </p14:nvContentPartPr>
              <p14:xfrm>
                <a:off x="7869521" y="3239696"/>
                <a:ext cx="136440" cy="23040"/>
              </p14:xfrm>
            </p:contentPart>
          </mc:Choice>
          <mc:Fallback>
            <p:pic>
              <p:nvPicPr>
                <p:cNvPr id="59" name="잉크 58">
                  <a:extLst>
                    <a:ext uri="{FF2B5EF4-FFF2-40B4-BE49-F238E27FC236}">
                      <a16:creationId xmlns:a16="http://schemas.microsoft.com/office/drawing/2014/main" id="{48035118-26E2-BB0C-8BA9-9998283011F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860881" y="3231056"/>
                  <a:ext cx="1540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60" name="잉크 59">
                  <a:extLst>
                    <a:ext uri="{FF2B5EF4-FFF2-40B4-BE49-F238E27FC236}">
                      <a16:creationId xmlns:a16="http://schemas.microsoft.com/office/drawing/2014/main" id="{4F8E7D35-C033-9BA3-ECAD-EA174B2C9FE4}"/>
                    </a:ext>
                  </a:extLst>
                </p14:cNvPr>
                <p14:cNvContentPartPr/>
                <p14:nvPr/>
              </p14:nvContentPartPr>
              <p14:xfrm>
                <a:off x="8149601" y="3048896"/>
                <a:ext cx="52920" cy="150480"/>
              </p14:xfrm>
            </p:contentPart>
          </mc:Choice>
          <mc:Fallback>
            <p:pic>
              <p:nvPicPr>
                <p:cNvPr id="60" name="잉크 59">
                  <a:extLst>
                    <a:ext uri="{FF2B5EF4-FFF2-40B4-BE49-F238E27FC236}">
                      <a16:creationId xmlns:a16="http://schemas.microsoft.com/office/drawing/2014/main" id="{4F8E7D35-C033-9BA3-ECAD-EA174B2C9FE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140961" y="3040256"/>
                  <a:ext cx="705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61" name="잉크 60">
                  <a:extLst>
                    <a:ext uri="{FF2B5EF4-FFF2-40B4-BE49-F238E27FC236}">
                      <a16:creationId xmlns:a16="http://schemas.microsoft.com/office/drawing/2014/main" id="{64E03C20-0A21-517A-9A26-D0A16758ACFA}"/>
                    </a:ext>
                  </a:extLst>
                </p14:cNvPr>
                <p14:cNvContentPartPr/>
                <p14:nvPr/>
              </p14:nvContentPartPr>
              <p14:xfrm>
                <a:off x="8176241" y="3126296"/>
                <a:ext cx="68760" cy="49320"/>
              </p14:xfrm>
            </p:contentPart>
          </mc:Choice>
          <mc:Fallback>
            <p:pic>
              <p:nvPicPr>
                <p:cNvPr id="61" name="잉크 60">
                  <a:extLst>
                    <a:ext uri="{FF2B5EF4-FFF2-40B4-BE49-F238E27FC236}">
                      <a16:creationId xmlns:a16="http://schemas.microsoft.com/office/drawing/2014/main" id="{64E03C20-0A21-517A-9A26-D0A16758ACF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167601" y="3117296"/>
                  <a:ext cx="864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62" name="잉크 61">
                  <a:extLst>
                    <a:ext uri="{FF2B5EF4-FFF2-40B4-BE49-F238E27FC236}">
                      <a16:creationId xmlns:a16="http://schemas.microsoft.com/office/drawing/2014/main" id="{C80A352A-E064-A9B8-BF0B-548508F87543}"/>
                    </a:ext>
                  </a:extLst>
                </p14:cNvPr>
                <p14:cNvContentPartPr/>
                <p14:nvPr/>
              </p14:nvContentPartPr>
              <p14:xfrm>
                <a:off x="8202161" y="3053216"/>
                <a:ext cx="93960" cy="136800"/>
              </p14:xfrm>
            </p:contentPart>
          </mc:Choice>
          <mc:Fallback>
            <p:pic>
              <p:nvPicPr>
                <p:cNvPr id="62" name="잉크 61">
                  <a:extLst>
                    <a:ext uri="{FF2B5EF4-FFF2-40B4-BE49-F238E27FC236}">
                      <a16:creationId xmlns:a16="http://schemas.microsoft.com/office/drawing/2014/main" id="{C80A352A-E064-A9B8-BF0B-548508F8754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193161" y="3044576"/>
                  <a:ext cx="1116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63" name="잉크 62">
                  <a:extLst>
                    <a:ext uri="{FF2B5EF4-FFF2-40B4-BE49-F238E27FC236}">
                      <a16:creationId xmlns:a16="http://schemas.microsoft.com/office/drawing/2014/main" id="{8EB0AE75-202E-5653-FC61-93C132310CDA}"/>
                    </a:ext>
                  </a:extLst>
                </p14:cNvPr>
                <p14:cNvContentPartPr/>
                <p14:nvPr/>
              </p14:nvContentPartPr>
              <p14:xfrm>
                <a:off x="8160761" y="3210176"/>
                <a:ext cx="187920" cy="95760"/>
              </p14:xfrm>
            </p:contentPart>
          </mc:Choice>
          <mc:Fallback>
            <p:pic>
              <p:nvPicPr>
                <p:cNvPr id="63" name="잉크 62">
                  <a:extLst>
                    <a:ext uri="{FF2B5EF4-FFF2-40B4-BE49-F238E27FC236}">
                      <a16:creationId xmlns:a16="http://schemas.microsoft.com/office/drawing/2014/main" id="{8EB0AE75-202E-5653-FC61-93C132310CD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151761" y="3201176"/>
                  <a:ext cx="2055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65" name="잉크 64">
                  <a:extLst>
                    <a:ext uri="{FF2B5EF4-FFF2-40B4-BE49-F238E27FC236}">
                      <a16:creationId xmlns:a16="http://schemas.microsoft.com/office/drawing/2014/main" id="{FC7D88A5-BE16-FD71-5E55-97CB4B3A8795}"/>
                    </a:ext>
                  </a:extLst>
                </p14:cNvPr>
                <p14:cNvContentPartPr/>
                <p14:nvPr/>
              </p14:nvContentPartPr>
              <p14:xfrm>
                <a:off x="8345801" y="3092816"/>
                <a:ext cx="109440" cy="155520"/>
              </p14:xfrm>
            </p:contentPart>
          </mc:Choice>
          <mc:Fallback>
            <p:pic>
              <p:nvPicPr>
                <p:cNvPr id="65" name="잉크 64">
                  <a:extLst>
                    <a:ext uri="{FF2B5EF4-FFF2-40B4-BE49-F238E27FC236}">
                      <a16:creationId xmlns:a16="http://schemas.microsoft.com/office/drawing/2014/main" id="{FC7D88A5-BE16-FD71-5E55-97CB4B3A879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336801" y="3084176"/>
                  <a:ext cx="1270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66" name="잉크 65">
                  <a:extLst>
                    <a:ext uri="{FF2B5EF4-FFF2-40B4-BE49-F238E27FC236}">
                      <a16:creationId xmlns:a16="http://schemas.microsoft.com/office/drawing/2014/main" id="{84DEEB67-D010-E201-7E96-742C731610F2}"/>
                    </a:ext>
                  </a:extLst>
                </p14:cNvPr>
                <p14:cNvContentPartPr/>
                <p14:nvPr/>
              </p14:nvContentPartPr>
              <p14:xfrm>
                <a:off x="8411681" y="3120176"/>
                <a:ext cx="86040" cy="43560"/>
              </p14:xfrm>
            </p:contentPart>
          </mc:Choice>
          <mc:Fallback>
            <p:pic>
              <p:nvPicPr>
                <p:cNvPr id="66" name="잉크 65">
                  <a:extLst>
                    <a:ext uri="{FF2B5EF4-FFF2-40B4-BE49-F238E27FC236}">
                      <a16:creationId xmlns:a16="http://schemas.microsoft.com/office/drawing/2014/main" id="{84DEEB67-D010-E201-7E96-742C731610F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402681" y="3111536"/>
                  <a:ext cx="1036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7" name="잉크 66">
                  <a:extLst>
                    <a:ext uri="{FF2B5EF4-FFF2-40B4-BE49-F238E27FC236}">
                      <a16:creationId xmlns:a16="http://schemas.microsoft.com/office/drawing/2014/main" id="{1C6AD7F7-AE5D-712B-C057-CE6F93072DBA}"/>
                    </a:ext>
                  </a:extLst>
                </p14:cNvPr>
                <p14:cNvContentPartPr/>
                <p14:nvPr/>
              </p14:nvContentPartPr>
              <p14:xfrm>
                <a:off x="8493401" y="3062936"/>
                <a:ext cx="14400" cy="140400"/>
              </p14:xfrm>
            </p:contentPart>
          </mc:Choice>
          <mc:Fallback>
            <p:pic>
              <p:nvPicPr>
                <p:cNvPr id="67" name="잉크 66">
                  <a:extLst>
                    <a:ext uri="{FF2B5EF4-FFF2-40B4-BE49-F238E27FC236}">
                      <a16:creationId xmlns:a16="http://schemas.microsoft.com/office/drawing/2014/main" id="{1C6AD7F7-AE5D-712B-C057-CE6F93072DB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484401" y="3053936"/>
                  <a:ext cx="320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68" name="잉크 67">
                  <a:extLst>
                    <a:ext uri="{FF2B5EF4-FFF2-40B4-BE49-F238E27FC236}">
                      <a16:creationId xmlns:a16="http://schemas.microsoft.com/office/drawing/2014/main" id="{B6151823-48BC-59E3-35D4-06E775AB8BED}"/>
                    </a:ext>
                  </a:extLst>
                </p14:cNvPr>
                <p14:cNvContentPartPr/>
                <p14:nvPr/>
              </p14:nvContentPartPr>
              <p14:xfrm>
                <a:off x="8418521" y="3239696"/>
                <a:ext cx="118440" cy="72360"/>
              </p14:xfrm>
            </p:contentPart>
          </mc:Choice>
          <mc:Fallback>
            <p:pic>
              <p:nvPicPr>
                <p:cNvPr id="68" name="잉크 67">
                  <a:extLst>
                    <a:ext uri="{FF2B5EF4-FFF2-40B4-BE49-F238E27FC236}">
                      <a16:creationId xmlns:a16="http://schemas.microsoft.com/office/drawing/2014/main" id="{B6151823-48BC-59E3-35D4-06E775AB8BE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409881" y="3231056"/>
                  <a:ext cx="136080" cy="90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70" name="잉크 69">
                <a:extLst>
                  <a:ext uri="{FF2B5EF4-FFF2-40B4-BE49-F238E27FC236}">
                    <a16:creationId xmlns:a16="http://schemas.microsoft.com/office/drawing/2014/main" id="{94582502-B618-D6BE-B678-4D8A8CAF3B18}"/>
                  </a:ext>
                </a:extLst>
              </p14:cNvPr>
              <p14:cNvContentPartPr/>
              <p14:nvPr/>
            </p14:nvContentPartPr>
            <p14:xfrm>
              <a:off x="4543121" y="5621456"/>
              <a:ext cx="526320" cy="40320"/>
            </p14:xfrm>
          </p:contentPart>
        </mc:Choice>
        <mc:Fallback>
          <p:pic>
            <p:nvPicPr>
              <p:cNvPr id="70" name="잉크 69">
                <a:extLst>
                  <a:ext uri="{FF2B5EF4-FFF2-40B4-BE49-F238E27FC236}">
                    <a16:creationId xmlns:a16="http://schemas.microsoft.com/office/drawing/2014/main" id="{94582502-B618-D6BE-B678-4D8A8CAF3B1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507481" y="5549816"/>
                <a:ext cx="597960" cy="18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F5E77316-8EF3-E9BC-3F72-6BEF0633D08F}"/>
              </a:ext>
            </a:extLst>
          </p:cNvPr>
          <p:cNvGrpSpPr/>
          <p:nvPr/>
        </p:nvGrpSpPr>
        <p:grpSpPr>
          <a:xfrm>
            <a:off x="4781081" y="3981656"/>
            <a:ext cx="1789560" cy="996120"/>
            <a:chOff x="4781081" y="3981656"/>
            <a:chExt cx="1789560" cy="99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95" name="잉크 94">
                  <a:extLst>
                    <a:ext uri="{FF2B5EF4-FFF2-40B4-BE49-F238E27FC236}">
                      <a16:creationId xmlns:a16="http://schemas.microsoft.com/office/drawing/2014/main" id="{F8851934-8ACD-95F8-63F2-2B63337C84C2}"/>
                    </a:ext>
                  </a:extLst>
                </p14:cNvPr>
                <p14:cNvContentPartPr/>
                <p14:nvPr/>
              </p14:nvContentPartPr>
              <p14:xfrm>
                <a:off x="4781081" y="4414376"/>
                <a:ext cx="209880" cy="563400"/>
              </p14:xfrm>
            </p:contentPart>
          </mc:Choice>
          <mc:Fallback>
            <p:pic>
              <p:nvPicPr>
                <p:cNvPr id="95" name="잉크 94">
                  <a:extLst>
                    <a:ext uri="{FF2B5EF4-FFF2-40B4-BE49-F238E27FC236}">
                      <a16:creationId xmlns:a16="http://schemas.microsoft.com/office/drawing/2014/main" id="{F8851934-8ACD-95F8-63F2-2B63337C84C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772441" y="4405736"/>
                  <a:ext cx="227520" cy="58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96" name="잉크 95">
                  <a:extLst>
                    <a:ext uri="{FF2B5EF4-FFF2-40B4-BE49-F238E27FC236}">
                      <a16:creationId xmlns:a16="http://schemas.microsoft.com/office/drawing/2014/main" id="{6C2D5AF7-23A2-08D3-C50D-35A7F71CC2D3}"/>
                    </a:ext>
                  </a:extLst>
                </p14:cNvPr>
                <p14:cNvContentPartPr/>
                <p14:nvPr/>
              </p14:nvContentPartPr>
              <p14:xfrm>
                <a:off x="4941281" y="4163456"/>
                <a:ext cx="200160" cy="220320"/>
              </p14:xfrm>
            </p:contentPart>
          </mc:Choice>
          <mc:Fallback>
            <p:pic>
              <p:nvPicPr>
                <p:cNvPr id="96" name="잉크 95">
                  <a:extLst>
                    <a:ext uri="{FF2B5EF4-FFF2-40B4-BE49-F238E27FC236}">
                      <a16:creationId xmlns:a16="http://schemas.microsoft.com/office/drawing/2014/main" id="{6C2D5AF7-23A2-08D3-C50D-35A7F71CC2D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932641" y="4154456"/>
                  <a:ext cx="2178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97" name="잉크 96">
                  <a:extLst>
                    <a:ext uri="{FF2B5EF4-FFF2-40B4-BE49-F238E27FC236}">
                      <a16:creationId xmlns:a16="http://schemas.microsoft.com/office/drawing/2014/main" id="{D6E86AE1-1598-49B4-B578-78E3300E1EA3}"/>
                    </a:ext>
                  </a:extLst>
                </p14:cNvPr>
                <p14:cNvContentPartPr/>
                <p14:nvPr/>
              </p14:nvContentPartPr>
              <p14:xfrm>
                <a:off x="5130641" y="4239776"/>
                <a:ext cx="222120" cy="154800"/>
              </p14:xfrm>
            </p:contentPart>
          </mc:Choice>
          <mc:Fallback>
            <p:pic>
              <p:nvPicPr>
                <p:cNvPr id="97" name="잉크 96">
                  <a:extLst>
                    <a:ext uri="{FF2B5EF4-FFF2-40B4-BE49-F238E27FC236}">
                      <a16:creationId xmlns:a16="http://schemas.microsoft.com/office/drawing/2014/main" id="{D6E86AE1-1598-49B4-B578-78E3300E1EA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121641" y="4231136"/>
                  <a:ext cx="2397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99" name="잉크 98">
                  <a:extLst>
                    <a:ext uri="{FF2B5EF4-FFF2-40B4-BE49-F238E27FC236}">
                      <a16:creationId xmlns:a16="http://schemas.microsoft.com/office/drawing/2014/main" id="{B7C118D9-7367-96A8-6CB6-A4011A615C3E}"/>
                    </a:ext>
                  </a:extLst>
                </p14:cNvPr>
                <p14:cNvContentPartPr/>
                <p14:nvPr/>
              </p14:nvContentPartPr>
              <p14:xfrm>
                <a:off x="5415041" y="4172816"/>
                <a:ext cx="107280" cy="131760"/>
              </p14:xfrm>
            </p:contentPart>
          </mc:Choice>
          <mc:Fallback>
            <p:pic>
              <p:nvPicPr>
                <p:cNvPr id="99" name="잉크 98">
                  <a:extLst>
                    <a:ext uri="{FF2B5EF4-FFF2-40B4-BE49-F238E27FC236}">
                      <a16:creationId xmlns:a16="http://schemas.microsoft.com/office/drawing/2014/main" id="{B7C118D9-7367-96A8-6CB6-A4011A615C3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406041" y="4164176"/>
                  <a:ext cx="1249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00" name="잉크 99">
                  <a:extLst>
                    <a:ext uri="{FF2B5EF4-FFF2-40B4-BE49-F238E27FC236}">
                      <a16:creationId xmlns:a16="http://schemas.microsoft.com/office/drawing/2014/main" id="{6B775FF5-EC5C-36A0-6816-266AF9A40A15}"/>
                    </a:ext>
                  </a:extLst>
                </p14:cNvPr>
                <p14:cNvContentPartPr/>
                <p14:nvPr/>
              </p14:nvContentPartPr>
              <p14:xfrm>
                <a:off x="5535641" y="4148696"/>
                <a:ext cx="47160" cy="222840"/>
              </p14:xfrm>
            </p:contentPart>
          </mc:Choice>
          <mc:Fallback>
            <p:pic>
              <p:nvPicPr>
                <p:cNvPr id="100" name="잉크 99">
                  <a:extLst>
                    <a:ext uri="{FF2B5EF4-FFF2-40B4-BE49-F238E27FC236}">
                      <a16:creationId xmlns:a16="http://schemas.microsoft.com/office/drawing/2014/main" id="{6B775FF5-EC5C-36A0-6816-266AF9A40A1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527001" y="4140056"/>
                  <a:ext cx="648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01" name="잉크 100">
                  <a:extLst>
                    <a:ext uri="{FF2B5EF4-FFF2-40B4-BE49-F238E27FC236}">
                      <a16:creationId xmlns:a16="http://schemas.microsoft.com/office/drawing/2014/main" id="{2B3A66EA-7AE5-D925-AA20-27EA9F4EFC77}"/>
                    </a:ext>
                  </a:extLst>
                </p14:cNvPr>
                <p14:cNvContentPartPr/>
                <p14:nvPr/>
              </p14:nvContentPartPr>
              <p14:xfrm>
                <a:off x="5569121" y="4156976"/>
                <a:ext cx="150120" cy="145080"/>
              </p14:xfrm>
            </p:contentPart>
          </mc:Choice>
          <mc:Fallback>
            <p:pic>
              <p:nvPicPr>
                <p:cNvPr id="101" name="잉크 100">
                  <a:extLst>
                    <a:ext uri="{FF2B5EF4-FFF2-40B4-BE49-F238E27FC236}">
                      <a16:creationId xmlns:a16="http://schemas.microsoft.com/office/drawing/2014/main" id="{2B3A66EA-7AE5-D925-AA20-27EA9F4EFC7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560481" y="4148336"/>
                  <a:ext cx="1677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02" name="잉크 101">
                  <a:extLst>
                    <a:ext uri="{FF2B5EF4-FFF2-40B4-BE49-F238E27FC236}">
                      <a16:creationId xmlns:a16="http://schemas.microsoft.com/office/drawing/2014/main" id="{1CA79045-F42D-170A-F67D-BA67AF3F519D}"/>
                    </a:ext>
                  </a:extLst>
                </p14:cNvPr>
                <p14:cNvContentPartPr/>
                <p14:nvPr/>
              </p14:nvContentPartPr>
              <p14:xfrm>
                <a:off x="5739041" y="4130336"/>
                <a:ext cx="18360" cy="119880"/>
              </p14:xfrm>
            </p:contentPart>
          </mc:Choice>
          <mc:Fallback>
            <p:pic>
              <p:nvPicPr>
                <p:cNvPr id="102" name="잉크 101">
                  <a:extLst>
                    <a:ext uri="{FF2B5EF4-FFF2-40B4-BE49-F238E27FC236}">
                      <a16:creationId xmlns:a16="http://schemas.microsoft.com/office/drawing/2014/main" id="{1CA79045-F42D-170A-F67D-BA67AF3F519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730401" y="4121336"/>
                  <a:ext cx="360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03" name="잉크 102">
                  <a:extLst>
                    <a:ext uri="{FF2B5EF4-FFF2-40B4-BE49-F238E27FC236}">
                      <a16:creationId xmlns:a16="http://schemas.microsoft.com/office/drawing/2014/main" id="{0184B699-E728-F4B1-B44C-73D7541FB3AB}"/>
                    </a:ext>
                  </a:extLst>
                </p14:cNvPr>
                <p14:cNvContentPartPr/>
                <p14:nvPr/>
              </p14:nvContentPartPr>
              <p14:xfrm>
                <a:off x="5698361" y="4263176"/>
                <a:ext cx="79920" cy="91440"/>
              </p14:xfrm>
            </p:contentPart>
          </mc:Choice>
          <mc:Fallback>
            <p:pic>
              <p:nvPicPr>
                <p:cNvPr id="103" name="잉크 102">
                  <a:extLst>
                    <a:ext uri="{FF2B5EF4-FFF2-40B4-BE49-F238E27FC236}">
                      <a16:creationId xmlns:a16="http://schemas.microsoft.com/office/drawing/2014/main" id="{0184B699-E728-F4B1-B44C-73D7541FB3A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689721" y="4254176"/>
                  <a:ext cx="975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04" name="잉크 103">
                  <a:extLst>
                    <a:ext uri="{FF2B5EF4-FFF2-40B4-BE49-F238E27FC236}">
                      <a16:creationId xmlns:a16="http://schemas.microsoft.com/office/drawing/2014/main" id="{A46D40E4-60D3-B263-E399-E9C9615BAF1E}"/>
                    </a:ext>
                  </a:extLst>
                </p14:cNvPr>
                <p14:cNvContentPartPr/>
                <p14:nvPr/>
              </p14:nvContentPartPr>
              <p14:xfrm>
                <a:off x="5782601" y="4146176"/>
                <a:ext cx="92880" cy="138600"/>
              </p14:xfrm>
            </p:contentPart>
          </mc:Choice>
          <mc:Fallback>
            <p:pic>
              <p:nvPicPr>
                <p:cNvPr id="104" name="잉크 103">
                  <a:extLst>
                    <a:ext uri="{FF2B5EF4-FFF2-40B4-BE49-F238E27FC236}">
                      <a16:creationId xmlns:a16="http://schemas.microsoft.com/office/drawing/2014/main" id="{A46D40E4-60D3-B263-E399-E9C9615BAF1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773601" y="4137176"/>
                  <a:ext cx="1105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05" name="잉크 104">
                  <a:extLst>
                    <a:ext uri="{FF2B5EF4-FFF2-40B4-BE49-F238E27FC236}">
                      <a16:creationId xmlns:a16="http://schemas.microsoft.com/office/drawing/2014/main" id="{50DF3FAF-89B4-A88F-A65C-EBEB6D887C75}"/>
                    </a:ext>
                  </a:extLst>
                </p14:cNvPr>
                <p14:cNvContentPartPr/>
                <p14:nvPr/>
              </p14:nvContentPartPr>
              <p14:xfrm>
                <a:off x="5816081" y="4192256"/>
                <a:ext cx="67320" cy="18720"/>
              </p14:xfrm>
            </p:contentPart>
          </mc:Choice>
          <mc:Fallback>
            <p:pic>
              <p:nvPicPr>
                <p:cNvPr id="105" name="잉크 104">
                  <a:extLst>
                    <a:ext uri="{FF2B5EF4-FFF2-40B4-BE49-F238E27FC236}">
                      <a16:creationId xmlns:a16="http://schemas.microsoft.com/office/drawing/2014/main" id="{50DF3FAF-89B4-A88F-A65C-EBEB6D887C7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807081" y="4183616"/>
                  <a:ext cx="849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06" name="잉크 105">
                  <a:extLst>
                    <a:ext uri="{FF2B5EF4-FFF2-40B4-BE49-F238E27FC236}">
                      <a16:creationId xmlns:a16="http://schemas.microsoft.com/office/drawing/2014/main" id="{C8E750B6-8BB4-1D87-A05E-8B63C93A3BF3}"/>
                    </a:ext>
                  </a:extLst>
                </p14:cNvPr>
                <p14:cNvContentPartPr/>
                <p14:nvPr/>
              </p14:nvContentPartPr>
              <p14:xfrm>
                <a:off x="5891681" y="4101176"/>
                <a:ext cx="97560" cy="222120"/>
              </p14:xfrm>
            </p:contentPart>
          </mc:Choice>
          <mc:Fallback>
            <p:pic>
              <p:nvPicPr>
                <p:cNvPr id="106" name="잉크 105">
                  <a:extLst>
                    <a:ext uri="{FF2B5EF4-FFF2-40B4-BE49-F238E27FC236}">
                      <a16:creationId xmlns:a16="http://schemas.microsoft.com/office/drawing/2014/main" id="{C8E750B6-8BB4-1D87-A05E-8B63C93A3BF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882681" y="4092176"/>
                  <a:ext cx="1152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07" name="잉크 106">
                  <a:extLst>
                    <a:ext uri="{FF2B5EF4-FFF2-40B4-BE49-F238E27FC236}">
                      <a16:creationId xmlns:a16="http://schemas.microsoft.com/office/drawing/2014/main" id="{FAFCD439-AC27-A49B-CE5E-B3DA0F76E674}"/>
                    </a:ext>
                  </a:extLst>
                </p14:cNvPr>
                <p14:cNvContentPartPr/>
                <p14:nvPr/>
              </p14:nvContentPartPr>
              <p14:xfrm>
                <a:off x="5965481" y="4087856"/>
                <a:ext cx="176040" cy="219960"/>
              </p14:xfrm>
            </p:contentPart>
          </mc:Choice>
          <mc:Fallback>
            <p:pic>
              <p:nvPicPr>
                <p:cNvPr id="107" name="잉크 106">
                  <a:extLst>
                    <a:ext uri="{FF2B5EF4-FFF2-40B4-BE49-F238E27FC236}">
                      <a16:creationId xmlns:a16="http://schemas.microsoft.com/office/drawing/2014/main" id="{FAFCD439-AC27-A49B-CE5E-B3DA0F76E67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956841" y="4079216"/>
                  <a:ext cx="1936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08" name="잉크 107">
                  <a:extLst>
                    <a:ext uri="{FF2B5EF4-FFF2-40B4-BE49-F238E27FC236}">
                      <a16:creationId xmlns:a16="http://schemas.microsoft.com/office/drawing/2014/main" id="{731A371A-E3C0-3BAA-F885-3A44D465E951}"/>
                    </a:ext>
                  </a:extLst>
                </p14:cNvPr>
                <p14:cNvContentPartPr/>
                <p14:nvPr/>
              </p14:nvContentPartPr>
              <p14:xfrm>
                <a:off x="6193721" y="4049696"/>
                <a:ext cx="142200" cy="218160"/>
              </p14:xfrm>
            </p:contentPart>
          </mc:Choice>
          <mc:Fallback>
            <p:pic>
              <p:nvPicPr>
                <p:cNvPr id="108" name="잉크 107">
                  <a:extLst>
                    <a:ext uri="{FF2B5EF4-FFF2-40B4-BE49-F238E27FC236}">
                      <a16:creationId xmlns:a16="http://schemas.microsoft.com/office/drawing/2014/main" id="{731A371A-E3C0-3BAA-F885-3A44D465E95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185081" y="4041056"/>
                  <a:ext cx="1598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09" name="잉크 108">
                  <a:extLst>
                    <a:ext uri="{FF2B5EF4-FFF2-40B4-BE49-F238E27FC236}">
                      <a16:creationId xmlns:a16="http://schemas.microsoft.com/office/drawing/2014/main" id="{81BF267F-5D1C-CF2A-E98E-5650D5EB6EEF}"/>
                    </a:ext>
                  </a:extLst>
                </p14:cNvPr>
                <p14:cNvContentPartPr/>
                <p14:nvPr/>
              </p14:nvContentPartPr>
              <p14:xfrm>
                <a:off x="6319721" y="4046096"/>
                <a:ext cx="183600" cy="136080"/>
              </p14:xfrm>
            </p:contentPart>
          </mc:Choice>
          <mc:Fallback>
            <p:pic>
              <p:nvPicPr>
                <p:cNvPr id="109" name="잉크 108">
                  <a:extLst>
                    <a:ext uri="{FF2B5EF4-FFF2-40B4-BE49-F238E27FC236}">
                      <a16:creationId xmlns:a16="http://schemas.microsoft.com/office/drawing/2014/main" id="{81BF267F-5D1C-CF2A-E98E-5650D5EB6EE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310721" y="4037096"/>
                  <a:ext cx="2012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10" name="잉크 109">
                  <a:extLst>
                    <a:ext uri="{FF2B5EF4-FFF2-40B4-BE49-F238E27FC236}">
                      <a16:creationId xmlns:a16="http://schemas.microsoft.com/office/drawing/2014/main" id="{4DE7AD04-E00E-EB8C-F411-1B4FB1F12806}"/>
                    </a:ext>
                  </a:extLst>
                </p14:cNvPr>
                <p14:cNvContentPartPr/>
                <p14:nvPr/>
              </p14:nvContentPartPr>
              <p14:xfrm>
                <a:off x="6382721" y="4025936"/>
                <a:ext cx="66600" cy="228960"/>
              </p14:xfrm>
            </p:contentPart>
          </mc:Choice>
          <mc:Fallback>
            <p:pic>
              <p:nvPicPr>
                <p:cNvPr id="110" name="잉크 109">
                  <a:extLst>
                    <a:ext uri="{FF2B5EF4-FFF2-40B4-BE49-F238E27FC236}">
                      <a16:creationId xmlns:a16="http://schemas.microsoft.com/office/drawing/2014/main" id="{4DE7AD04-E00E-EB8C-F411-1B4FB1F1280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374081" y="4017296"/>
                  <a:ext cx="842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11" name="잉크 110">
                  <a:extLst>
                    <a:ext uri="{FF2B5EF4-FFF2-40B4-BE49-F238E27FC236}">
                      <a16:creationId xmlns:a16="http://schemas.microsoft.com/office/drawing/2014/main" id="{0C8EDDDC-39E5-0CF3-681B-71404E19C2C2}"/>
                    </a:ext>
                  </a:extLst>
                </p14:cNvPr>
                <p14:cNvContentPartPr/>
                <p14:nvPr/>
              </p14:nvContentPartPr>
              <p14:xfrm>
                <a:off x="6469481" y="3981656"/>
                <a:ext cx="101160" cy="324360"/>
              </p14:xfrm>
            </p:contentPart>
          </mc:Choice>
          <mc:Fallback>
            <p:pic>
              <p:nvPicPr>
                <p:cNvPr id="111" name="잉크 110">
                  <a:extLst>
                    <a:ext uri="{FF2B5EF4-FFF2-40B4-BE49-F238E27FC236}">
                      <a16:creationId xmlns:a16="http://schemas.microsoft.com/office/drawing/2014/main" id="{0C8EDDDC-39E5-0CF3-681B-71404E19C2C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460841" y="3972656"/>
                  <a:ext cx="118800" cy="34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23628EE3-513C-3BB7-3A8E-88E53E797113}"/>
              </a:ext>
            </a:extLst>
          </p:cNvPr>
          <p:cNvGrpSpPr/>
          <p:nvPr/>
        </p:nvGrpSpPr>
        <p:grpSpPr>
          <a:xfrm>
            <a:off x="5097521" y="5618216"/>
            <a:ext cx="1564920" cy="929160"/>
            <a:chOff x="5097521" y="5618216"/>
            <a:chExt cx="1564920" cy="92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1" name="잉크 70">
                  <a:extLst>
                    <a:ext uri="{FF2B5EF4-FFF2-40B4-BE49-F238E27FC236}">
                      <a16:creationId xmlns:a16="http://schemas.microsoft.com/office/drawing/2014/main" id="{8FED457B-5F26-77A2-6A28-187DF30CA310}"/>
                    </a:ext>
                  </a:extLst>
                </p14:cNvPr>
                <p14:cNvContentPartPr/>
                <p14:nvPr/>
              </p14:nvContentPartPr>
              <p14:xfrm>
                <a:off x="5097521" y="5618216"/>
                <a:ext cx="282240" cy="305640"/>
              </p14:xfrm>
            </p:contentPart>
          </mc:Choice>
          <mc:Fallback>
            <p:pic>
              <p:nvPicPr>
                <p:cNvPr id="71" name="잉크 70">
                  <a:extLst>
                    <a:ext uri="{FF2B5EF4-FFF2-40B4-BE49-F238E27FC236}">
                      <a16:creationId xmlns:a16="http://schemas.microsoft.com/office/drawing/2014/main" id="{8FED457B-5F26-77A2-6A28-187DF30CA31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088881" y="5609216"/>
                  <a:ext cx="29988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2" name="잉크 71">
                  <a:extLst>
                    <a:ext uri="{FF2B5EF4-FFF2-40B4-BE49-F238E27FC236}">
                      <a16:creationId xmlns:a16="http://schemas.microsoft.com/office/drawing/2014/main" id="{CE98704F-E4D6-8AEA-2378-3C1277BE5309}"/>
                    </a:ext>
                  </a:extLst>
                </p14:cNvPr>
                <p14:cNvContentPartPr/>
                <p14:nvPr/>
              </p14:nvContentPartPr>
              <p14:xfrm>
                <a:off x="5476601" y="5891456"/>
                <a:ext cx="119520" cy="176400"/>
              </p14:xfrm>
            </p:contentPart>
          </mc:Choice>
          <mc:Fallback>
            <p:pic>
              <p:nvPicPr>
                <p:cNvPr id="72" name="잉크 71">
                  <a:extLst>
                    <a:ext uri="{FF2B5EF4-FFF2-40B4-BE49-F238E27FC236}">
                      <a16:creationId xmlns:a16="http://schemas.microsoft.com/office/drawing/2014/main" id="{CE98704F-E4D6-8AEA-2378-3C1277BE530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467601" y="5882456"/>
                  <a:ext cx="1371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3" name="잉크 72">
                  <a:extLst>
                    <a:ext uri="{FF2B5EF4-FFF2-40B4-BE49-F238E27FC236}">
                      <a16:creationId xmlns:a16="http://schemas.microsoft.com/office/drawing/2014/main" id="{B1D8BAE5-C6AF-FA8E-C98F-5FD782F82EFB}"/>
                    </a:ext>
                  </a:extLst>
                </p14:cNvPr>
                <p14:cNvContentPartPr/>
                <p14:nvPr/>
              </p14:nvContentPartPr>
              <p14:xfrm>
                <a:off x="5589641" y="5890016"/>
                <a:ext cx="102600" cy="117720"/>
              </p14:xfrm>
            </p:contentPart>
          </mc:Choice>
          <mc:Fallback>
            <p:pic>
              <p:nvPicPr>
                <p:cNvPr id="73" name="잉크 72">
                  <a:extLst>
                    <a:ext uri="{FF2B5EF4-FFF2-40B4-BE49-F238E27FC236}">
                      <a16:creationId xmlns:a16="http://schemas.microsoft.com/office/drawing/2014/main" id="{B1D8BAE5-C6AF-FA8E-C98F-5FD782F82EF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581001" y="5881376"/>
                  <a:ext cx="1202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4" name="잉크 73">
                  <a:extLst>
                    <a:ext uri="{FF2B5EF4-FFF2-40B4-BE49-F238E27FC236}">
                      <a16:creationId xmlns:a16="http://schemas.microsoft.com/office/drawing/2014/main" id="{9A3418A2-8DC8-29D5-0916-8A6C55380091}"/>
                    </a:ext>
                  </a:extLst>
                </p14:cNvPr>
                <p14:cNvContentPartPr/>
                <p14:nvPr/>
              </p14:nvContentPartPr>
              <p14:xfrm>
                <a:off x="5689001" y="5843576"/>
                <a:ext cx="135000" cy="143280"/>
              </p14:xfrm>
            </p:contentPart>
          </mc:Choice>
          <mc:Fallback>
            <p:pic>
              <p:nvPicPr>
                <p:cNvPr id="74" name="잉크 73">
                  <a:extLst>
                    <a:ext uri="{FF2B5EF4-FFF2-40B4-BE49-F238E27FC236}">
                      <a16:creationId xmlns:a16="http://schemas.microsoft.com/office/drawing/2014/main" id="{9A3418A2-8DC8-29D5-0916-8A6C5538009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680001" y="5834576"/>
                  <a:ext cx="1526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5" name="잉크 74">
                  <a:extLst>
                    <a:ext uri="{FF2B5EF4-FFF2-40B4-BE49-F238E27FC236}">
                      <a16:creationId xmlns:a16="http://schemas.microsoft.com/office/drawing/2014/main" id="{5591B4EE-9A00-4E3B-5235-F110431BAEBF}"/>
                    </a:ext>
                  </a:extLst>
                </p14:cNvPr>
                <p14:cNvContentPartPr/>
                <p14:nvPr/>
              </p14:nvContentPartPr>
              <p14:xfrm>
                <a:off x="5840561" y="5793176"/>
                <a:ext cx="65160" cy="210240"/>
              </p14:xfrm>
            </p:contentPart>
          </mc:Choice>
          <mc:Fallback>
            <p:pic>
              <p:nvPicPr>
                <p:cNvPr id="75" name="잉크 74">
                  <a:extLst>
                    <a:ext uri="{FF2B5EF4-FFF2-40B4-BE49-F238E27FC236}">
                      <a16:creationId xmlns:a16="http://schemas.microsoft.com/office/drawing/2014/main" id="{5591B4EE-9A00-4E3B-5235-F110431BAEB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831921" y="5784536"/>
                  <a:ext cx="828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6" name="잉크 75">
                  <a:extLst>
                    <a:ext uri="{FF2B5EF4-FFF2-40B4-BE49-F238E27FC236}">
                      <a16:creationId xmlns:a16="http://schemas.microsoft.com/office/drawing/2014/main" id="{4B630020-63E8-6460-DBF2-E70E4798CA93}"/>
                    </a:ext>
                  </a:extLst>
                </p14:cNvPr>
                <p14:cNvContentPartPr/>
                <p14:nvPr/>
              </p14:nvContentPartPr>
              <p14:xfrm>
                <a:off x="5928401" y="5766176"/>
                <a:ext cx="77760" cy="193680"/>
              </p14:xfrm>
            </p:contentPart>
          </mc:Choice>
          <mc:Fallback>
            <p:pic>
              <p:nvPicPr>
                <p:cNvPr id="76" name="잉크 75">
                  <a:extLst>
                    <a:ext uri="{FF2B5EF4-FFF2-40B4-BE49-F238E27FC236}">
                      <a16:creationId xmlns:a16="http://schemas.microsoft.com/office/drawing/2014/main" id="{4B630020-63E8-6460-DBF2-E70E4798CA9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919401" y="5757536"/>
                  <a:ext cx="954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7" name="잉크 76">
                  <a:extLst>
                    <a:ext uri="{FF2B5EF4-FFF2-40B4-BE49-F238E27FC236}">
                      <a16:creationId xmlns:a16="http://schemas.microsoft.com/office/drawing/2014/main" id="{746239BF-E84E-002A-E140-383DDE3B0F56}"/>
                    </a:ext>
                  </a:extLst>
                </p14:cNvPr>
                <p14:cNvContentPartPr/>
                <p14:nvPr/>
              </p14:nvContentPartPr>
              <p14:xfrm>
                <a:off x="6001121" y="5750336"/>
                <a:ext cx="101520" cy="191160"/>
              </p14:xfrm>
            </p:contentPart>
          </mc:Choice>
          <mc:Fallback>
            <p:pic>
              <p:nvPicPr>
                <p:cNvPr id="77" name="잉크 76">
                  <a:extLst>
                    <a:ext uri="{FF2B5EF4-FFF2-40B4-BE49-F238E27FC236}">
                      <a16:creationId xmlns:a16="http://schemas.microsoft.com/office/drawing/2014/main" id="{746239BF-E84E-002A-E140-383DDE3B0F5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992121" y="5741336"/>
                  <a:ext cx="1191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8" name="잉크 77">
                  <a:extLst>
                    <a:ext uri="{FF2B5EF4-FFF2-40B4-BE49-F238E27FC236}">
                      <a16:creationId xmlns:a16="http://schemas.microsoft.com/office/drawing/2014/main" id="{6C066C72-B295-3773-92C5-B295BF69B324}"/>
                    </a:ext>
                  </a:extLst>
                </p14:cNvPr>
                <p14:cNvContentPartPr/>
                <p14:nvPr/>
              </p14:nvContentPartPr>
              <p14:xfrm>
                <a:off x="6087161" y="5724416"/>
                <a:ext cx="147960" cy="175680"/>
              </p14:xfrm>
            </p:contentPart>
          </mc:Choice>
          <mc:Fallback>
            <p:pic>
              <p:nvPicPr>
                <p:cNvPr id="78" name="잉크 77">
                  <a:extLst>
                    <a:ext uri="{FF2B5EF4-FFF2-40B4-BE49-F238E27FC236}">
                      <a16:creationId xmlns:a16="http://schemas.microsoft.com/office/drawing/2014/main" id="{6C066C72-B295-3773-92C5-B295BF69B32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078161" y="5715776"/>
                  <a:ext cx="1656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9" name="잉크 78">
                  <a:extLst>
                    <a:ext uri="{FF2B5EF4-FFF2-40B4-BE49-F238E27FC236}">
                      <a16:creationId xmlns:a16="http://schemas.microsoft.com/office/drawing/2014/main" id="{66765289-61EE-F36B-F8B4-4EE72BC00AA3}"/>
                    </a:ext>
                  </a:extLst>
                </p14:cNvPr>
                <p14:cNvContentPartPr/>
                <p14:nvPr/>
              </p14:nvContentPartPr>
              <p14:xfrm>
                <a:off x="6203801" y="5655296"/>
                <a:ext cx="171720" cy="238320"/>
              </p14:xfrm>
            </p:contentPart>
          </mc:Choice>
          <mc:Fallback>
            <p:pic>
              <p:nvPicPr>
                <p:cNvPr id="79" name="잉크 78">
                  <a:extLst>
                    <a:ext uri="{FF2B5EF4-FFF2-40B4-BE49-F238E27FC236}">
                      <a16:creationId xmlns:a16="http://schemas.microsoft.com/office/drawing/2014/main" id="{66765289-61EE-F36B-F8B4-4EE72BC00AA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195161" y="5646296"/>
                  <a:ext cx="1893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1" name="잉크 80">
                  <a:extLst>
                    <a:ext uri="{FF2B5EF4-FFF2-40B4-BE49-F238E27FC236}">
                      <a16:creationId xmlns:a16="http://schemas.microsoft.com/office/drawing/2014/main" id="{3F17CDC3-6372-722C-9E38-B26407B75006}"/>
                    </a:ext>
                  </a:extLst>
                </p14:cNvPr>
                <p14:cNvContentPartPr/>
                <p14:nvPr/>
              </p14:nvContentPartPr>
              <p14:xfrm>
                <a:off x="5429801" y="6239936"/>
                <a:ext cx="70920" cy="139320"/>
              </p14:xfrm>
            </p:contentPart>
          </mc:Choice>
          <mc:Fallback>
            <p:pic>
              <p:nvPicPr>
                <p:cNvPr id="81" name="잉크 80">
                  <a:extLst>
                    <a:ext uri="{FF2B5EF4-FFF2-40B4-BE49-F238E27FC236}">
                      <a16:creationId xmlns:a16="http://schemas.microsoft.com/office/drawing/2014/main" id="{3F17CDC3-6372-722C-9E38-B26407B7500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421161" y="6230936"/>
                  <a:ext cx="885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2" name="잉크 81">
                  <a:extLst>
                    <a:ext uri="{FF2B5EF4-FFF2-40B4-BE49-F238E27FC236}">
                      <a16:creationId xmlns:a16="http://schemas.microsoft.com/office/drawing/2014/main" id="{AF8D95B3-971B-8BE0-F296-EE7A07B2B6E6}"/>
                    </a:ext>
                  </a:extLst>
                </p14:cNvPr>
                <p14:cNvContentPartPr/>
                <p14:nvPr/>
              </p14:nvContentPartPr>
              <p14:xfrm>
                <a:off x="5472641" y="6236696"/>
                <a:ext cx="92880" cy="20160"/>
              </p14:xfrm>
            </p:contentPart>
          </mc:Choice>
          <mc:Fallback>
            <p:pic>
              <p:nvPicPr>
                <p:cNvPr id="82" name="잉크 81">
                  <a:extLst>
                    <a:ext uri="{FF2B5EF4-FFF2-40B4-BE49-F238E27FC236}">
                      <a16:creationId xmlns:a16="http://schemas.microsoft.com/office/drawing/2014/main" id="{AF8D95B3-971B-8BE0-F296-EE7A07B2B6E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464001" y="6228056"/>
                  <a:ext cx="1105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3" name="잉크 82">
                  <a:extLst>
                    <a:ext uri="{FF2B5EF4-FFF2-40B4-BE49-F238E27FC236}">
                      <a16:creationId xmlns:a16="http://schemas.microsoft.com/office/drawing/2014/main" id="{11A1F170-642D-063F-F820-AC54EB4439F5}"/>
                    </a:ext>
                  </a:extLst>
                </p14:cNvPr>
                <p14:cNvContentPartPr/>
                <p14:nvPr/>
              </p14:nvContentPartPr>
              <p14:xfrm>
                <a:off x="5515121" y="6187376"/>
                <a:ext cx="110160" cy="186120"/>
              </p14:xfrm>
            </p:contentPart>
          </mc:Choice>
          <mc:Fallback>
            <p:pic>
              <p:nvPicPr>
                <p:cNvPr id="83" name="잉크 82">
                  <a:extLst>
                    <a:ext uri="{FF2B5EF4-FFF2-40B4-BE49-F238E27FC236}">
                      <a16:creationId xmlns:a16="http://schemas.microsoft.com/office/drawing/2014/main" id="{11A1F170-642D-063F-F820-AC54EB4439F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506121" y="6178376"/>
                  <a:ext cx="1278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4" name="잉크 83">
                  <a:extLst>
                    <a:ext uri="{FF2B5EF4-FFF2-40B4-BE49-F238E27FC236}">
                      <a16:creationId xmlns:a16="http://schemas.microsoft.com/office/drawing/2014/main" id="{5B5C19E4-AE16-432C-A36D-35CA31489DE2}"/>
                    </a:ext>
                  </a:extLst>
                </p14:cNvPr>
                <p14:cNvContentPartPr/>
                <p14:nvPr/>
              </p14:nvContentPartPr>
              <p14:xfrm>
                <a:off x="5625281" y="6199256"/>
                <a:ext cx="119160" cy="138600"/>
              </p14:xfrm>
            </p:contentPart>
          </mc:Choice>
          <mc:Fallback>
            <p:pic>
              <p:nvPicPr>
                <p:cNvPr id="84" name="잉크 83">
                  <a:extLst>
                    <a:ext uri="{FF2B5EF4-FFF2-40B4-BE49-F238E27FC236}">
                      <a16:creationId xmlns:a16="http://schemas.microsoft.com/office/drawing/2014/main" id="{5B5C19E4-AE16-432C-A36D-35CA31489DE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616281" y="6190616"/>
                  <a:ext cx="1368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5" name="잉크 84">
                  <a:extLst>
                    <a:ext uri="{FF2B5EF4-FFF2-40B4-BE49-F238E27FC236}">
                      <a16:creationId xmlns:a16="http://schemas.microsoft.com/office/drawing/2014/main" id="{0388432A-942F-E216-5EA0-D82B71A9DD82}"/>
                    </a:ext>
                  </a:extLst>
                </p14:cNvPr>
                <p14:cNvContentPartPr/>
                <p14:nvPr/>
              </p14:nvContentPartPr>
              <p14:xfrm>
                <a:off x="5763881" y="6144176"/>
                <a:ext cx="79920" cy="189360"/>
              </p14:xfrm>
            </p:contentPart>
          </mc:Choice>
          <mc:Fallback>
            <p:pic>
              <p:nvPicPr>
                <p:cNvPr id="85" name="잉크 84">
                  <a:extLst>
                    <a:ext uri="{FF2B5EF4-FFF2-40B4-BE49-F238E27FC236}">
                      <a16:creationId xmlns:a16="http://schemas.microsoft.com/office/drawing/2014/main" id="{0388432A-942F-E216-5EA0-D82B71A9DD8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754881" y="6135176"/>
                  <a:ext cx="975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6" name="잉크 85">
                  <a:extLst>
                    <a:ext uri="{FF2B5EF4-FFF2-40B4-BE49-F238E27FC236}">
                      <a16:creationId xmlns:a16="http://schemas.microsoft.com/office/drawing/2014/main" id="{AD89DB9A-F679-7ED0-21CF-1665CD6E01F5}"/>
                    </a:ext>
                  </a:extLst>
                </p14:cNvPr>
                <p14:cNvContentPartPr/>
                <p14:nvPr/>
              </p14:nvContentPartPr>
              <p14:xfrm>
                <a:off x="5840561" y="6166136"/>
                <a:ext cx="113400" cy="126000"/>
              </p14:xfrm>
            </p:contentPart>
          </mc:Choice>
          <mc:Fallback>
            <p:pic>
              <p:nvPicPr>
                <p:cNvPr id="86" name="잉크 85">
                  <a:extLst>
                    <a:ext uri="{FF2B5EF4-FFF2-40B4-BE49-F238E27FC236}">
                      <a16:creationId xmlns:a16="http://schemas.microsoft.com/office/drawing/2014/main" id="{AD89DB9A-F679-7ED0-21CF-1665CD6E01F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831921" y="6157136"/>
                  <a:ext cx="1310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7" name="잉크 86">
                  <a:extLst>
                    <a:ext uri="{FF2B5EF4-FFF2-40B4-BE49-F238E27FC236}">
                      <a16:creationId xmlns:a16="http://schemas.microsoft.com/office/drawing/2014/main" id="{909272C6-EC7D-337C-E978-8A4FFFC2E05C}"/>
                    </a:ext>
                  </a:extLst>
                </p14:cNvPr>
                <p14:cNvContentPartPr/>
                <p14:nvPr/>
              </p14:nvContentPartPr>
              <p14:xfrm>
                <a:off x="5952521" y="6143096"/>
                <a:ext cx="59760" cy="147600"/>
              </p14:xfrm>
            </p:contentPart>
          </mc:Choice>
          <mc:Fallback>
            <p:pic>
              <p:nvPicPr>
                <p:cNvPr id="87" name="잉크 86">
                  <a:extLst>
                    <a:ext uri="{FF2B5EF4-FFF2-40B4-BE49-F238E27FC236}">
                      <a16:creationId xmlns:a16="http://schemas.microsoft.com/office/drawing/2014/main" id="{909272C6-EC7D-337C-E978-8A4FFFC2E05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943881" y="6134456"/>
                  <a:ext cx="774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8" name="잉크 87">
                  <a:extLst>
                    <a:ext uri="{FF2B5EF4-FFF2-40B4-BE49-F238E27FC236}">
                      <a16:creationId xmlns:a16="http://schemas.microsoft.com/office/drawing/2014/main" id="{C2BFDA11-ADC0-4A2E-4EBC-CE19563B4288}"/>
                    </a:ext>
                  </a:extLst>
                </p14:cNvPr>
                <p14:cNvContentPartPr/>
                <p14:nvPr/>
              </p14:nvContentPartPr>
              <p14:xfrm>
                <a:off x="6000401" y="6168656"/>
                <a:ext cx="68760" cy="49320"/>
              </p14:xfrm>
            </p:contentPart>
          </mc:Choice>
          <mc:Fallback>
            <p:pic>
              <p:nvPicPr>
                <p:cNvPr id="88" name="잉크 87">
                  <a:extLst>
                    <a:ext uri="{FF2B5EF4-FFF2-40B4-BE49-F238E27FC236}">
                      <a16:creationId xmlns:a16="http://schemas.microsoft.com/office/drawing/2014/main" id="{C2BFDA11-ADC0-4A2E-4EBC-CE19563B428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991761" y="6159656"/>
                  <a:ext cx="864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9" name="잉크 88">
                  <a:extLst>
                    <a:ext uri="{FF2B5EF4-FFF2-40B4-BE49-F238E27FC236}">
                      <a16:creationId xmlns:a16="http://schemas.microsoft.com/office/drawing/2014/main" id="{718A9378-2EB0-1EE8-AA69-79B619BC18F2}"/>
                    </a:ext>
                  </a:extLst>
                </p14:cNvPr>
                <p14:cNvContentPartPr/>
                <p14:nvPr/>
              </p14:nvContentPartPr>
              <p14:xfrm>
                <a:off x="6071681" y="6043016"/>
                <a:ext cx="252360" cy="200160"/>
              </p14:xfrm>
            </p:contentPart>
          </mc:Choice>
          <mc:Fallback>
            <p:pic>
              <p:nvPicPr>
                <p:cNvPr id="89" name="잉크 88">
                  <a:extLst>
                    <a:ext uri="{FF2B5EF4-FFF2-40B4-BE49-F238E27FC236}">
                      <a16:creationId xmlns:a16="http://schemas.microsoft.com/office/drawing/2014/main" id="{718A9378-2EB0-1EE8-AA69-79B619BC18F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062681" y="6034376"/>
                  <a:ext cx="2700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0" name="잉크 89">
                  <a:extLst>
                    <a:ext uri="{FF2B5EF4-FFF2-40B4-BE49-F238E27FC236}">
                      <a16:creationId xmlns:a16="http://schemas.microsoft.com/office/drawing/2014/main" id="{448BF5B9-476F-B43A-B72A-EE6007DE56A7}"/>
                    </a:ext>
                  </a:extLst>
                </p14:cNvPr>
                <p14:cNvContentPartPr/>
                <p14:nvPr/>
              </p14:nvContentPartPr>
              <p14:xfrm>
                <a:off x="6307841" y="5978576"/>
                <a:ext cx="270720" cy="206640"/>
              </p14:xfrm>
            </p:contentPart>
          </mc:Choice>
          <mc:Fallback>
            <p:pic>
              <p:nvPicPr>
                <p:cNvPr id="90" name="잉크 89">
                  <a:extLst>
                    <a:ext uri="{FF2B5EF4-FFF2-40B4-BE49-F238E27FC236}">
                      <a16:creationId xmlns:a16="http://schemas.microsoft.com/office/drawing/2014/main" id="{448BF5B9-476F-B43A-B72A-EE6007DE56A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299201" y="5969576"/>
                  <a:ext cx="2883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1" name="잉크 90">
                  <a:extLst>
                    <a:ext uri="{FF2B5EF4-FFF2-40B4-BE49-F238E27FC236}">
                      <a16:creationId xmlns:a16="http://schemas.microsoft.com/office/drawing/2014/main" id="{CECF310C-F58B-78BD-6982-9703B89512E4}"/>
                    </a:ext>
                  </a:extLst>
                </p14:cNvPr>
                <p14:cNvContentPartPr/>
                <p14:nvPr/>
              </p14:nvContentPartPr>
              <p14:xfrm>
                <a:off x="6577121" y="5863016"/>
                <a:ext cx="55080" cy="144360"/>
              </p14:xfrm>
            </p:contentPart>
          </mc:Choice>
          <mc:Fallback>
            <p:pic>
              <p:nvPicPr>
                <p:cNvPr id="91" name="잉크 90">
                  <a:extLst>
                    <a:ext uri="{FF2B5EF4-FFF2-40B4-BE49-F238E27FC236}">
                      <a16:creationId xmlns:a16="http://schemas.microsoft.com/office/drawing/2014/main" id="{CECF310C-F58B-78BD-6982-9703B89512E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568121" y="5854016"/>
                  <a:ext cx="727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3" name="잉크 92">
                  <a:extLst>
                    <a:ext uri="{FF2B5EF4-FFF2-40B4-BE49-F238E27FC236}">
                      <a16:creationId xmlns:a16="http://schemas.microsoft.com/office/drawing/2014/main" id="{910297A5-1999-A23C-BBC7-4895F487A784}"/>
                    </a:ext>
                  </a:extLst>
                </p14:cNvPr>
                <p14:cNvContentPartPr/>
                <p14:nvPr/>
              </p14:nvContentPartPr>
              <p14:xfrm>
                <a:off x="6644441" y="6019616"/>
                <a:ext cx="18000" cy="28440"/>
              </p14:xfrm>
            </p:contentPart>
          </mc:Choice>
          <mc:Fallback>
            <p:pic>
              <p:nvPicPr>
                <p:cNvPr id="93" name="잉크 92">
                  <a:extLst>
                    <a:ext uri="{FF2B5EF4-FFF2-40B4-BE49-F238E27FC236}">
                      <a16:creationId xmlns:a16="http://schemas.microsoft.com/office/drawing/2014/main" id="{910297A5-1999-A23C-BBC7-4895F487A78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635801" y="6010616"/>
                  <a:ext cx="356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13" name="잉크 112">
                  <a:extLst>
                    <a:ext uri="{FF2B5EF4-FFF2-40B4-BE49-F238E27FC236}">
                      <a16:creationId xmlns:a16="http://schemas.microsoft.com/office/drawing/2014/main" id="{9E448DD2-635F-7A38-3C1A-0F4FD5CE12B2}"/>
                    </a:ext>
                  </a:extLst>
                </p14:cNvPr>
                <p14:cNvContentPartPr/>
                <p14:nvPr/>
              </p14:nvContentPartPr>
              <p14:xfrm>
                <a:off x="5911481" y="6196736"/>
                <a:ext cx="524520" cy="198000"/>
              </p14:xfrm>
            </p:contentPart>
          </mc:Choice>
          <mc:Fallback>
            <p:pic>
              <p:nvPicPr>
                <p:cNvPr id="113" name="잉크 112">
                  <a:extLst>
                    <a:ext uri="{FF2B5EF4-FFF2-40B4-BE49-F238E27FC236}">
                      <a16:creationId xmlns:a16="http://schemas.microsoft.com/office/drawing/2014/main" id="{9E448DD2-635F-7A38-3C1A-0F4FD5CE12B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902481" y="6187736"/>
                  <a:ext cx="5421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14" name="잉크 113">
                  <a:extLst>
                    <a:ext uri="{FF2B5EF4-FFF2-40B4-BE49-F238E27FC236}">
                      <a16:creationId xmlns:a16="http://schemas.microsoft.com/office/drawing/2014/main" id="{E60B869D-0CDC-5124-83C3-3385DB382E96}"/>
                    </a:ext>
                  </a:extLst>
                </p14:cNvPr>
                <p14:cNvContentPartPr/>
                <p14:nvPr/>
              </p14:nvContentPartPr>
              <p14:xfrm>
                <a:off x="6013721" y="6388256"/>
                <a:ext cx="90000" cy="159120"/>
              </p14:xfrm>
            </p:contentPart>
          </mc:Choice>
          <mc:Fallback>
            <p:pic>
              <p:nvPicPr>
                <p:cNvPr id="114" name="잉크 113">
                  <a:extLst>
                    <a:ext uri="{FF2B5EF4-FFF2-40B4-BE49-F238E27FC236}">
                      <a16:creationId xmlns:a16="http://schemas.microsoft.com/office/drawing/2014/main" id="{E60B869D-0CDC-5124-83C3-3385DB382E9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005081" y="6379256"/>
                  <a:ext cx="1076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15" name="잉크 114">
                  <a:extLst>
                    <a:ext uri="{FF2B5EF4-FFF2-40B4-BE49-F238E27FC236}">
                      <a16:creationId xmlns:a16="http://schemas.microsoft.com/office/drawing/2014/main" id="{45CA7985-D5C8-305A-5C2F-81D8A9CDA5D1}"/>
                    </a:ext>
                  </a:extLst>
                </p14:cNvPr>
                <p14:cNvContentPartPr/>
                <p14:nvPr/>
              </p14:nvContentPartPr>
              <p14:xfrm>
                <a:off x="6102281" y="6372056"/>
                <a:ext cx="81000" cy="40320"/>
              </p14:xfrm>
            </p:contentPart>
          </mc:Choice>
          <mc:Fallback>
            <p:pic>
              <p:nvPicPr>
                <p:cNvPr id="115" name="잉크 114">
                  <a:extLst>
                    <a:ext uri="{FF2B5EF4-FFF2-40B4-BE49-F238E27FC236}">
                      <a16:creationId xmlns:a16="http://schemas.microsoft.com/office/drawing/2014/main" id="{45CA7985-D5C8-305A-5C2F-81D8A9CDA5D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093281" y="6363416"/>
                  <a:ext cx="986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16" name="잉크 115">
                  <a:extLst>
                    <a:ext uri="{FF2B5EF4-FFF2-40B4-BE49-F238E27FC236}">
                      <a16:creationId xmlns:a16="http://schemas.microsoft.com/office/drawing/2014/main" id="{AF9B1779-2386-74A9-E898-9D78D9F75338}"/>
                    </a:ext>
                  </a:extLst>
                </p14:cNvPr>
                <p14:cNvContentPartPr/>
                <p14:nvPr/>
              </p14:nvContentPartPr>
              <p14:xfrm>
                <a:off x="6102281" y="6354056"/>
                <a:ext cx="99360" cy="158760"/>
              </p14:xfrm>
            </p:contentPart>
          </mc:Choice>
          <mc:Fallback>
            <p:pic>
              <p:nvPicPr>
                <p:cNvPr id="116" name="잉크 115">
                  <a:extLst>
                    <a:ext uri="{FF2B5EF4-FFF2-40B4-BE49-F238E27FC236}">
                      <a16:creationId xmlns:a16="http://schemas.microsoft.com/office/drawing/2014/main" id="{AF9B1779-2386-74A9-E898-9D78D9F7533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093641" y="6345056"/>
                  <a:ext cx="1170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17" name="잉크 116">
                  <a:extLst>
                    <a:ext uri="{FF2B5EF4-FFF2-40B4-BE49-F238E27FC236}">
                      <a16:creationId xmlns:a16="http://schemas.microsoft.com/office/drawing/2014/main" id="{8ED72052-6736-470A-27F3-CDB90F50480D}"/>
                    </a:ext>
                  </a:extLst>
                </p14:cNvPr>
                <p14:cNvContentPartPr/>
                <p14:nvPr/>
              </p14:nvContentPartPr>
              <p14:xfrm>
                <a:off x="6204161" y="6355136"/>
                <a:ext cx="49320" cy="185760"/>
              </p14:xfrm>
            </p:contentPart>
          </mc:Choice>
          <mc:Fallback>
            <p:pic>
              <p:nvPicPr>
                <p:cNvPr id="117" name="잉크 116">
                  <a:extLst>
                    <a:ext uri="{FF2B5EF4-FFF2-40B4-BE49-F238E27FC236}">
                      <a16:creationId xmlns:a16="http://schemas.microsoft.com/office/drawing/2014/main" id="{8ED72052-6736-470A-27F3-CDB90F50480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195161" y="6346136"/>
                  <a:ext cx="669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18" name="잉크 117">
                  <a:extLst>
                    <a:ext uri="{FF2B5EF4-FFF2-40B4-BE49-F238E27FC236}">
                      <a16:creationId xmlns:a16="http://schemas.microsoft.com/office/drawing/2014/main" id="{AB5692B3-84F2-7D27-57B8-F2C2298B5013}"/>
                    </a:ext>
                  </a:extLst>
                </p14:cNvPr>
                <p14:cNvContentPartPr/>
                <p14:nvPr/>
              </p14:nvContentPartPr>
              <p14:xfrm>
                <a:off x="6262841" y="6341816"/>
                <a:ext cx="122760" cy="126000"/>
              </p14:xfrm>
            </p:contentPart>
          </mc:Choice>
          <mc:Fallback>
            <p:pic>
              <p:nvPicPr>
                <p:cNvPr id="118" name="잉크 117">
                  <a:extLst>
                    <a:ext uri="{FF2B5EF4-FFF2-40B4-BE49-F238E27FC236}">
                      <a16:creationId xmlns:a16="http://schemas.microsoft.com/office/drawing/2014/main" id="{AB5692B3-84F2-7D27-57B8-F2C2298B501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253841" y="6333176"/>
                  <a:ext cx="1404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19" name="잉크 118">
                  <a:extLst>
                    <a:ext uri="{FF2B5EF4-FFF2-40B4-BE49-F238E27FC236}">
                      <a16:creationId xmlns:a16="http://schemas.microsoft.com/office/drawing/2014/main" id="{934C0BDB-6EFD-C8F4-B848-0F0E38317401}"/>
                    </a:ext>
                  </a:extLst>
                </p14:cNvPr>
                <p14:cNvContentPartPr/>
                <p14:nvPr/>
              </p14:nvContentPartPr>
              <p14:xfrm>
                <a:off x="6352841" y="6274856"/>
                <a:ext cx="83160" cy="126000"/>
              </p14:xfrm>
            </p:contentPart>
          </mc:Choice>
          <mc:Fallback>
            <p:pic>
              <p:nvPicPr>
                <p:cNvPr id="119" name="잉크 118">
                  <a:extLst>
                    <a:ext uri="{FF2B5EF4-FFF2-40B4-BE49-F238E27FC236}">
                      <a16:creationId xmlns:a16="http://schemas.microsoft.com/office/drawing/2014/main" id="{934C0BDB-6EFD-C8F4-B848-0F0E3831740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343841" y="6266216"/>
                  <a:ext cx="1008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20" name="잉크 119">
                  <a:extLst>
                    <a:ext uri="{FF2B5EF4-FFF2-40B4-BE49-F238E27FC236}">
                      <a16:creationId xmlns:a16="http://schemas.microsoft.com/office/drawing/2014/main" id="{FF86C51C-4E4B-28BA-CC83-AA9B16430245}"/>
                    </a:ext>
                  </a:extLst>
                </p14:cNvPr>
                <p14:cNvContentPartPr/>
                <p14:nvPr/>
              </p14:nvContentPartPr>
              <p14:xfrm>
                <a:off x="6396041" y="6408776"/>
                <a:ext cx="92520" cy="77040"/>
              </p14:xfrm>
            </p:contentPart>
          </mc:Choice>
          <mc:Fallback>
            <p:pic>
              <p:nvPicPr>
                <p:cNvPr id="120" name="잉크 119">
                  <a:extLst>
                    <a:ext uri="{FF2B5EF4-FFF2-40B4-BE49-F238E27FC236}">
                      <a16:creationId xmlns:a16="http://schemas.microsoft.com/office/drawing/2014/main" id="{FF86C51C-4E4B-28BA-CC83-AA9B1643024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387041" y="6400136"/>
                  <a:ext cx="110160" cy="94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36532332"/>
      </p:ext>
    </p:extLst>
  </p:cSld>
  <p:clrMapOvr>
    <a:masterClrMapping/>
  </p:clrMapOvr>
  <p:transition spd="med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및 </a:t>
            </a:r>
            <a:r>
              <a:rPr lang="ko-KR" altLang="en-US" dirty="0" err="1"/>
              <a:t>디렉토리</a:t>
            </a:r>
            <a:r>
              <a:rPr lang="ko-KR" altLang="en-US" dirty="0"/>
              <a:t> 관리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28600" y="1124744"/>
            <a:ext cx="8663880" cy="5328592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ko-KR" altLang="en-US" dirty="0"/>
              <a:t>작업 디렉터리 </a:t>
            </a:r>
            <a:r>
              <a:rPr lang="en-US" altLang="ko-KR" dirty="0"/>
              <a:t>(</a:t>
            </a:r>
            <a:r>
              <a:rPr lang="ko-KR" altLang="en-US" dirty="0"/>
              <a:t>또는 현재 </a:t>
            </a:r>
            <a:r>
              <a:rPr lang="ko-KR" altLang="en-US" dirty="0" err="1"/>
              <a:t>디렉토리</a:t>
            </a:r>
            <a:r>
              <a:rPr lang="en-US" altLang="ko-KR" dirty="0"/>
              <a:t>)</a:t>
            </a:r>
          </a:p>
          <a:p>
            <a:pPr lvl="1">
              <a:spcBef>
                <a:spcPct val="0"/>
              </a:spcBef>
            </a:pPr>
            <a:r>
              <a:rPr lang="ko-KR" altLang="en-US" dirty="0"/>
              <a:t>현재 사용 중인 디렉터리 </a:t>
            </a:r>
            <a:r>
              <a:rPr lang="en-US" altLang="ko-KR" dirty="0"/>
              <a:t>(working directory or current directory)</a:t>
            </a:r>
          </a:p>
          <a:p>
            <a:pPr lvl="1">
              <a:spcBef>
                <a:spcPct val="0"/>
              </a:spcBef>
            </a:pPr>
            <a:r>
              <a:rPr lang="ko-KR" altLang="en-US" dirty="0"/>
              <a:t>현재 디렉터리는</a:t>
            </a:r>
            <a:r>
              <a:rPr lang="en-US" altLang="ko-KR" dirty="0"/>
              <a:t> ‘.’ </a:t>
            </a:r>
            <a:r>
              <a:rPr lang="ko-KR" altLang="en-US" dirty="0"/>
              <a:t>기호로 표시</a:t>
            </a:r>
            <a:endParaRPr lang="en-US" altLang="ko-KR" dirty="0"/>
          </a:p>
          <a:p>
            <a:pPr lvl="1">
              <a:spcBef>
                <a:spcPct val="0"/>
              </a:spcBef>
            </a:pPr>
            <a:r>
              <a:rPr lang="ko-KR" altLang="en-US" dirty="0"/>
              <a:t>현재 디렉터리의 위치는 </a:t>
            </a:r>
            <a:r>
              <a:rPr lang="en-US" altLang="ko-KR" dirty="0" err="1"/>
              <a:t>pwd</a:t>
            </a:r>
            <a:r>
              <a:rPr lang="en-US" altLang="ko-KR" dirty="0"/>
              <a:t> </a:t>
            </a:r>
            <a:r>
              <a:rPr lang="ko-KR" altLang="en-US" dirty="0"/>
              <a:t>명령으로 확인</a:t>
            </a:r>
            <a:endParaRPr lang="en-US" altLang="ko-KR" dirty="0"/>
          </a:p>
          <a:p>
            <a:pPr>
              <a:spcBef>
                <a:spcPct val="0"/>
              </a:spcBef>
            </a:pPr>
            <a:endParaRPr lang="en-US" altLang="ko-KR" dirty="0"/>
          </a:p>
          <a:p>
            <a:pPr>
              <a:spcBef>
                <a:spcPct val="0"/>
              </a:spcBef>
            </a:pPr>
            <a:r>
              <a:rPr lang="ko-KR" altLang="en-US" dirty="0"/>
              <a:t>계정 홈 디렉터리</a:t>
            </a:r>
            <a:endParaRPr lang="en-US" altLang="ko-KR" dirty="0"/>
          </a:p>
          <a:p>
            <a:pPr lvl="1">
              <a:spcBef>
                <a:spcPct val="0"/>
              </a:spcBef>
            </a:pPr>
            <a:r>
              <a:rPr lang="ko-KR" altLang="en-US" dirty="0"/>
              <a:t>각 사용자에게 할당된 디렉터리로 처음 사용자 계정을 만들 때 지정</a:t>
            </a:r>
          </a:p>
          <a:p>
            <a:pPr lvl="1">
              <a:spcBef>
                <a:spcPct val="0"/>
              </a:spcBef>
            </a:pPr>
            <a:r>
              <a:rPr lang="ko-KR" altLang="en-US" dirty="0"/>
              <a:t>사용자는 자신의 홈 디렉터리 아래에 파일이나 서브 디렉터리를 생성하며 작업 가능</a:t>
            </a:r>
          </a:p>
          <a:p>
            <a:pPr lvl="1">
              <a:spcBef>
                <a:spcPct val="0"/>
              </a:spcBef>
            </a:pPr>
            <a:r>
              <a:rPr lang="ko-KR" altLang="en-US" dirty="0"/>
              <a:t>계정 홈 디렉터리는 ‘</a:t>
            </a:r>
            <a:r>
              <a:rPr lang="en-US" altLang="ko-KR" dirty="0"/>
              <a:t>~’ </a:t>
            </a:r>
            <a:r>
              <a:rPr lang="ko-KR" altLang="en-US" dirty="0"/>
              <a:t>기호로 표시 </a:t>
            </a:r>
            <a:r>
              <a:rPr lang="en-US" altLang="ko-KR" dirty="0"/>
              <a:t>: ~user1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6718-9871-48D1-8615-539A36B7E64B}" type="slidenum">
              <a:rPr lang="en-US" altLang="ko-KR" smtClean="0"/>
              <a:pPr/>
              <a:t>6</a:t>
            </a:fld>
            <a:endParaRPr lang="en-US" altLang="ko-KR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D9674403-C9AC-1944-2132-9FDC4DD9CDE5}"/>
                  </a:ext>
                </a:extLst>
              </p14:cNvPr>
              <p14:cNvContentPartPr/>
              <p14:nvPr/>
            </p14:nvContentPartPr>
            <p14:xfrm>
              <a:off x="1028441" y="2170496"/>
              <a:ext cx="494280" cy="5436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D9674403-C9AC-1944-2132-9FDC4DD9CDE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2801" y="2098496"/>
                <a:ext cx="56592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7561A453-CDB6-1C8A-FF68-021F9EE1117F}"/>
                  </a:ext>
                </a:extLst>
              </p14:cNvPr>
              <p14:cNvContentPartPr/>
              <p14:nvPr/>
            </p14:nvContentPartPr>
            <p14:xfrm>
              <a:off x="2459081" y="2242496"/>
              <a:ext cx="241560" cy="2844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7561A453-CDB6-1C8A-FF68-021F9EE1117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23081" y="2170496"/>
                <a:ext cx="31320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DFC9AF7F-D884-D4A1-5D26-258B009B0444}"/>
                  </a:ext>
                </a:extLst>
              </p14:cNvPr>
              <p14:cNvContentPartPr/>
              <p14:nvPr/>
            </p14:nvContentPartPr>
            <p14:xfrm>
              <a:off x="5081593" y="4573833"/>
              <a:ext cx="112320" cy="19116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DFC9AF7F-D884-D4A1-5D26-258B009B044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72593" y="4565193"/>
                <a:ext cx="12996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6E1204F1-7A9D-45F8-75EE-93A59A10FF49}"/>
                  </a:ext>
                </a:extLst>
              </p14:cNvPr>
              <p14:cNvContentPartPr/>
              <p14:nvPr/>
            </p14:nvContentPartPr>
            <p14:xfrm>
              <a:off x="5234233" y="4471953"/>
              <a:ext cx="123120" cy="32832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6E1204F1-7A9D-45F8-75EE-93A59A10FF4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225593" y="4462953"/>
                <a:ext cx="140760" cy="34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6619A0D5-DE6D-C82C-3D5E-21447C779442}"/>
                  </a:ext>
                </a:extLst>
              </p14:cNvPr>
              <p14:cNvContentPartPr/>
              <p14:nvPr/>
            </p14:nvContentPartPr>
            <p14:xfrm>
              <a:off x="5669473" y="4694073"/>
              <a:ext cx="24480" cy="55800"/>
            </p14:xfrm>
          </p:contentPart>
        </mc:Choice>
        <mc:Fallback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6619A0D5-DE6D-C82C-3D5E-21447C77944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660473" y="4685433"/>
                <a:ext cx="4212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4044D4BB-A74E-E7D3-416D-F90CC07778B9}"/>
                  </a:ext>
                </a:extLst>
              </p14:cNvPr>
              <p14:cNvContentPartPr/>
              <p14:nvPr/>
            </p14:nvContentPartPr>
            <p14:xfrm>
              <a:off x="5802313" y="4521633"/>
              <a:ext cx="87120" cy="268200"/>
            </p14:xfrm>
          </p:contentPart>
        </mc:Choice>
        <mc:Fallback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4044D4BB-A74E-E7D3-416D-F90CC07778B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793313" y="4512993"/>
                <a:ext cx="10476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F2C86A13-ECD8-39A4-E424-57067901F60D}"/>
                  </a:ext>
                </a:extLst>
              </p14:cNvPr>
              <p14:cNvContentPartPr/>
              <p14:nvPr/>
            </p14:nvContentPartPr>
            <p14:xfrm>
              <a:off x="5940553" y="4646193"/>
              <a:ext cx="142560" cy="147240"/>
            </p14:xfrm>
          </p:contentPart>
        </mc:Choice>
        <mc:Fallback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F2C86A13-ECD8-39A4-E424-57067901F60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931553" y="4637193"/>
                <a:ext cx="16020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89C3B5DD-7EF0-D5D2-9B3E-22D30ABA5CB2}"/>
                  </a:ext>
                </a:extLst>
              </p14:cNvPr>
              <p14:cNvContentPartPr/>
              <p14:nvPr/>
            </p14:nvContentPartPr>
            <p14:xfrm>
              <a:off x="6106513" y="4674273"/>
              <a:ext cx="97560" cy="113040"/>
            </p14:xfrm>
          </p:contentPart>
        </mc:Choice>
        <mc:Fallback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89C3B5DD-7EF0-D5D2-9B3E-22D30ABA5CB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097513" y="4665633"/>
                <a:ext cx="11520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93A51510-4D88-DA24-DDEB-37DB21348FB9}"/>
                  </a:ext>
                </a:extLst>
              </p14:cNvPr>
              <p14:cNvContentPartPr/>
              <p14:nvPr/>
            </p14:nvContentPartPr>
            <p14:xfrm>
              <a:off x="6244033" y="4628913"/>
              <a:ext cx="151200" cy="148320"/>
            </p14:xfrm>
          </p:contentPart>
        </mc:Choice>
        <mc:Fallback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93A51510-4D88-DA24-DDEB-37DB21348FB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235393" y="4620273"/>
                <a:ext cx="16884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6E6234CE-95CC-4B1A-1E51-2C144AAD9A17}"/>
                  </a:ext>
                </a:extLst>
              </p14:cNvPr>
              <p14:cNvContentPartPr/>
              <p14:nvPr/>
            </p14:nvContentPartPr>
            <p14:xfrm>
              <a:off x="6423313" y="4587153"/>
              <a:ext cx="41400" cy="239760"/>
            </p14:xfrm>
          </p:contentPart>
        </mc:Choice>
        <mc:Fallback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6E6234CE-95CC-4B1A-1E51-2C144AAD9A1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414313" y="4578153"/>
                <a:ext cx="5904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3B92D9E3-31EC-4220-E4FF-1935046AFE1B}"/>
                  </a:ext>
                </a:extLst>
              </p14:cNvPr>
              <p14:cNvContentPartPr/>
              <p14:nvPr/>
            </p14:nvContentPartPr>
            <p14:xfrm>
              <a:off x="6569473" y="4568073"/>
              <a:ext cx="46080" cy="237960"/>
            </p14:xfrm>
          </p:contentPart>
        </mc:Choice>
        <mc:Fallback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3B92D9E3-31EC-4220-E4FF-1935046AFE1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560833" y="4559073"/>
                <a:ext cx="6372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C05750A5-2522-1294-F149-BC9056BA6785}"/>
                  </a:ext>
                </a:extLst>
              </p14:cNvPr>
              <p14:cNvContentPartPr/>
              <p14:nvPr/>
            </p14:nvContentPartPr>
            <p14:xfrm>
              <a:off x="6677113" y="4537833"/>
              <a:ext cx="114120" cy="227520"/>
            </p14:xfrm>
          </p:contentPart>
        </mc:Choice>
        <mc:Fallback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C05750A5-2522-1294-F149-BC9056BA678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668473" y="4529193"/>
                <a:ext cx="13176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5CEF9A14-FDC1-CD2A-9464-CAB1A640D25D}"/>
                  </a:ext>
                </a:extLst>
              </p14:cNvPr>
              <p14:cNvContentPartPr/>
              <p14:nvPr/>
            </p14:nvContentPartPr>
            <p14:xfrm>
              <a:off x="6808513" y="4604073"/>
              <a:ext cx="150840" cy="180360"/>
            </p14:xfrm>
          </p:contentPart>
        </mc:Choice>
        <mc:Fallback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5CEF9A14-FDC1-CD2A-9464-CAB1A640D25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799873" y="4595073"/>
                <a:ext cx="16848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9D06C9B9-158A-BB52-0A2B-E100F2BF4505}"/>
                  </a:ext>
                </a:extLst>
              </p14:cNvPr>
              <p14:cNvContentPartPr/>
              <p14:nvPr/>
            </p14:nvContentPartPr>
            <p14:xfrm>
              <a:off x="6962593" y="4584993"/>
              <a:ext cx="135000" cy="380880"/>
            </p14:xfrm>
          </p:contentPart>
        </mc:Choice>
        <mc:Fallback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9D06C9B9-158A-BB52-0A2B-E100F2BF450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953593" y="4575993"/>
                <a:ext cx="152640" cy="39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38242438"/>
      </p:ext>
    </p:extLst>
  </p:cSld>
  <p:clrMapOvr>
    <a:masterClrMapping/>
  </p:clrMapOvr>
  <p:transition spd="med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및 </a:t>
            </a:r>
            <a:r>
              <a:rPr lang="ko-KR" altLang="en-US" dirty="0" err="1"/>
              <a:t>디렉토리</a:t>
            </a:r>
            <a:r>
              <a:rPr lang="ko-KR" altLang="en-US" dirty="0"/>
              <a:t> 관리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디렉토리 위치 변경 명령</a:t>
            </a:r>
          </a:p>
          <a:p>
            <a:pPr lvl="1"/>
            <a:r>
              <a:rPr lang="en-US" altLang="ko-KR" dirty="0"/>
              <a:t>cd  (Change working Directory)</a:t>
            </a:r>
          </a:p>
          <a:p>
            <a:pPr lvl="2"/>
            <a:r>
              <a:rPr lang="ko-KR" altLang="en-US" dirty="0"/>
              <a:t>현재의 작업 </a:t>
            </a:r>
            <a:r>
              <a:rPr lang="ko-KR" altLang="en-US" dirty="0" err="1"/>
              <a:t>디렉토리에서</a:t>
            </a:r>
            <a:r>
              <a:rPr lang="ko-KR" altLang="en-US" dirty="0"/>
              <a:t> 새로운 작업 </a:t>
            </a:r>
            <a:r>
              <a:rPr lang="ko-KR" altLang="en-US" dirty="0" err="1"/>
              <a:t>디렉토리로</a:t>
            </a:r>
            <a:r>
              <a:rPr lang="ko-KR" altLang="en-US" dirty="0"/>
              <a:t> </a:t>
            </a:r>
            <a:r>
              <a:rPr lang="ko-KR" altLang="en-US" dirty="0" err="1"/>
              <a:t>디렉토리를</a:t>
            </a:r>
            <a:r>
              <a:rPr lang="ko-KR" altLang="en-US" dirty="0"/>
              <a:t> 변경</a:t>
            </a:r>
            <a:endParaRPr lang="en-US" altLang="ko-KR" dirty="0"/>
          </a:p>
          <a:p>
            <a:pPr lvl="2"/>
            <a:r>
              <a:rPr lang="ko-KR" altLang="en-US" dirty="0"/>
              <a:t>상대경로 표시방법 </a:t>
            </a:r>
            <a:endParaRPr lang="en-US" altLang="ko-KR" dirty="0"/>
          </a:p>
          <a:p>
            <a:pPr lvl="3"/>
            <a:r>
              <a:rPr lang="ko-KR" altLang="en-US" dirty="0"/>
              <a:t>현재 자신이 위치한 </a:t>
            </a:r>
            <a:r>
              <a:rPr lang="ko-KR" altLang="en-US" dirty="0" err="1"/>
              <a:t>디렉토리로부터</a:t>
            </a:r>
            <a:r>
              <a:rPr lang="ko-KR" altLang="en-US" dirty="0"/>
              <a:t> 시작하는 경로명을 지정하는 방법</a:t>
            </a:r>
            <a:endParaRPr lang="en-US" altLang="ko-KR" dirty="0"/>
          </a:p>
          <a:p>
            <a:pPr lvl="2"/>
            <a:r>
              <a:rPr lang="ko-KR" altLang="en-US" dirty="0"/>
              <a:t>절대경로 표시방법</a:t>
            </a:r>
            <a:endParaRPr lang="en-US" altLang="ko-KR" dirty="0"/>
          </a:p>
          <a:p>
            <a:pPr lvl="3"/>
            <a:r>
              <a:rPr lang="ko-KR" altLang="en-US" dirty="0"/>
              <a:t>루트</a:t>
            </a:r>
            <a:r>
              <a:rPr lang="en-US" altLang="ko-KR" dirty="0"/>
              <a:t>(/) </a:t>
            </a:r>
            <a:r>
              <a:rPr lang="ko-KR" altLang="en-US" dirty="0" err="1"/>
              <a:t>디렉토리로부터</a:t>
            </a:r>
            <a:r>
              <a:rPr lang="ko-KR" altLang="en-US" dirty="0"/>
              <a:t> 시작하는 경로명을 지정하는 방법</a:t>
            </a:r>
            <a:endParaRPr lang="en-US" altLang="ko-KR" dirty="0"/>
          </a:p>
          <a:p>
            <a:pPr lvl="2"/>
            <a:r>
              <a:rPr lang="en-US" altLang="ko-KR" dirty="0"/>
              <a:t>cd </a:t>
            </a:r>
            <a:r>
              <a:rPr lang="ko-KR" altLang="en-US" dirty="0"/>
              <a:t>명령의 사용법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6718-9871-48D1-8615-539A36B7E64B}" type="slidenum">
              <a:rPr lang="en-US" altLang="ko-KR" smtClean="0"/>
              <a:pPr/>
              <a:t>7</a:t>
            </a:fld>
            <a:endParaRPr lang="en-US" altLang="ko-KR"/>
          </a:p>
        </p:txBody>
      </p:sp>
      <p:sp>
        <p:nvSpPr>
          <p:cNvPr id="7" name="모서리가 둥근 직사각형 6"/>
          <p:cNvSpPr/>
          <p:nvPr/>
        </p:nvSpPr>
        <p:spPr bwMode="auto">
          <a:xfrm>
            <a:off x="1547664" y="4149080"/>
            <a:ext cx="4104456" cy="360040"/>
          </a:xfrm>
          <a:prstGeom prst="roundRect">
            <a:avLst>
              <a:gd name="adj" fmla="val 24053"/>
            </a:avLst>
          </a:prstGeom>
          <a:solidFill>
            <a:schemeClr val="bg1"/>
          </a:solidFill>
          <a:ln w="2857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cd  [</a:t>
            </a:r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변경하고자하는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디렉토리명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807751996"/>
      </p:ext>
    </p:extLst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및 </a:t>
            </a:r>
            <a:r>
              <a:rPr lang="ko-KR" altLang="en-US" dirty="0" err="1"/>
              <a:t>디렉토리</a:t>
            </a:r>
            <a:r>
              <a:rPr lang="ko-KR" altLang="en-US" dirty="0"/>
              <a:t> 관리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ko-KR" dirty="0"/>
              <a:t>cd  (Change working Directory)</a:t>
            </a:r>
          </a:p>
          <a:p>
            <a:pPr marL="914400" lvl="2" indent="0">
              <a:buNone/>
            </a:pPr>
            <a:r>
              <a:rPr lang="ko-KR" altLang="en-US" dirty="0"/>
              <a:t>① 상위 </a:t>
            </a:r>
            <a:r>
              <a:rPr lang="ko-KR" altLang="en-US" dirty="0" err="1"/>
              <a:t>디렉토리로</a:t>
            </a:r>
            <a:r>
              <a:rPr lang="ko-KR" altLang="en-US" dirty="0"/>
              <a:t> 이동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marL="914400" lvl="2" indent="0">
              <a:buNone/>
            </a:pPr>
            <a:r>
              <a:rPr lang="en-US" altLang="ko-KR" dirty="0"/>
              <a:t>② </a:t>
            </a:r>
            <a:r>
              <a:rPr lang="ko-KR" altLang="en-US" dirty="0"/>
              <a:t>하위 </a:t>
            </a:r>
            <a:r>
              <a:rPr lang="ko-KR" altLang="en-US" dirty="0" err="1"/>
              <a:t>디렉토리로</a:t>
            </a:r>
            <a:r>
              <a:rPr lang="ko-KR" altLang="en-US" dirty="0"/>
              <a:t> 이동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marL="914400" lvl="2" indent="0">
              <a:buNone/>
            </a:pPr>
            <a:r>
              <a:rPr lang="en-US" altLang="ko-KR" dirty="0"/>
              <a:t>③ </a:t>
            </a:r>
            <a:r>
              <a:rPr lang="ko-KR" altLang="en-US" dirty="0"/>
              <a:t>절대 경로 사용</a:t>
            </a:r>
          </a:p>
          <a:p>
            <a:pPr lvl="3"/>
            <a:r>
              <a:rPr lang="ko-KR" altLang="en-US" dirty="0"/>
              <a:t>절대 경로의 기준은 언제나 ‘</a:t>
            </a:r>
            <a:r>
              <a:rPr lang="en-US" altLang="ko-KR" dirty="0"/>
              <a:t>/’ (</a:t>
            </a:r>
            <a:r>
              <a:rPr lang="ko-KR" altLang="en-US" dirty="0"/>
              <a:t>루트 </a:t>
            </a:r>
            <a:r>
              <a:rPr lang="ko-KR" altLang="en-US" dirty="0" err="1"/>
              <a:t>디렉토리</a:t>
            </a:r>
            <a:r>
              <a:rPr lang="en-US" altLang="ko-KR" dirty="0"/>
              <a:t>)</a:t>
            </a:r>
            <a:r>
              <a:rPr lang="ko-KR" altLang="en-US" dirty="0"/>
              <a:t>에서 시작해야 한다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6718-9871-48D1-8615-539A36B7E64B}" type="slidenum">
              <a:rPr lang="en-US" altLang="ko-KR" smtClean="0"/>
              <a:pPr/>
              <a:t>8</a:t>
            </a:fld>
            <a:endParaRPr lang="en-US" altLang="ko-KR"/>
          </a:p>
        </p:txBody>
      </p:sp>
      <p:sp>
        <p:nvSpPr>
          <p:cNvPr id="7" name="모서리가 둥근 직사각형 6"/>
          <p:cNvSpPr/>
          <p:nvPr/>
        </p:nvSpPr>
        <p:spPr bwMode="auto">
          <a:xfrm>
            <a:off x="1435729" y="1808819"/>
            <a:ext cx="3096344" cy="360040"/>
          </a:xfrm>
          <a:prstGeom prst="roundRect">
            <a:avLst>
              <a:gd name="adj" fmla="val 24053"/>
            </a:avLst>
          </a:prstGeom>
          <a:solidFill>
            <a:schemeClr val="bg1"/>
          </a:solidFill>
          <a:ln w="2857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cd  ..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2" y="1988839"/>
            <a:ext cx="3690850" cy="1809707"/>
          </a:xfrm>
          <a:prstGeom prst="rect">
            <a:avLst/>
          </a:prstGeom>
        </p:spPr>
      </p:pic>
      <p:sp>
        <p:nvSpPr>
          <p:cNvPr id="8" name="모서리가 둥근 직사각형 7"/>
          <p:cNvSpPr/>
          <p:nvPr/>
        </p:nvSpPr>
        <p:spPr bwMode="auto">
          <a:xfrm>
            <a:off x="1435729" y="2893692"/>
            <a:ext cx="3096344" cy="1440160"/>
          </a:xfrm>
          <a:prstGeom prst="roundRect">
            <a:avLst>
              <a:gd name="adj" fmla="val 7592"/>
            </a:avLst>
          </a:prstGeom>
          <a:solidFill>
            <a:schemeClr val="bg1"/>
          </a:solidFill>
          <a:ln w="2857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pwd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/home</a:t>
            </a: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cd  ./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sooyounlee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pwd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/home/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sooyounlee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모서리가 둥근 직사각형 8"/>
          <p:cNvSpPr/>
          <p:nvPr/>
        </p:nvSpPr>
        <p:spPr bwMode="auto">
          <a:xfrm>
            <a:off x="1482337" y="5521619"/>
            <a:ext cx="3161671" cy="360040"/>
          </a:xfrm>
          <a:prstGeom prst="roundRect">
            <a:avLst>
              <a:gd name="adj" fmla="val 24053"/>
            </a:avLst>
          </a:prstGeom>
          <a:solidFill>
            <a:schemeClr val="bg1"/>
          </a:solidFill>
          <a:ln w="2857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cd   /home/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nipark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/sub</a:t>
            </a:r>
          </a:p>
        </p:txBody>
      </p:sp>
      <p:sp>
        <p:nvSpPr>
          <p:cNvPr id="6" name="직사각형 5"/>
          <p:cNvSpPr/>
          <p:nvPr/>
        </p:nvSpPr>
        <p:spPr bwMode="auto">
          <a:xfrm>
            <a:off x="6228183" y="2168860"/>
            <a:ext cx="660307" cy="359652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1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home</a:t>
            </a:r>
            <a:endParaRPr kumimoji="0" lang="ko-KR" altLang="en-US" sz="11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8172400" y="2011079"/>
            <a:ext cx="738522" cy="337607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1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sub</a:t>
            </a:r>
            <a:endParaRPr kumimoji="0" lang="ko-KR" altLang="en-US" sz="11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5FD7FBC9-454A-1C16-A37B-12BA05035811}"/>
              </a:ext>
            </a:extLst>
          </p:cNvPr>
          <p:cNvGrpSpPr/>
          <p:nvPr/>
        </p:nvGrpSpPr>
        <p:grpSpPr>
          <a:xfrm>
            <a:off x="2698200" y="4678884"/>
            <a:ext cx="175680" cy="338400"/>
            <a:chOff x="2698200" y="4678884"/>
            <a:chExt cx="175680" cy="33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7F177110-1FBA-1C87-9808-5D5068551BCF}"/>
                    </a:ext>
                  </a:extLst>
                </p14:cNvPr>
                <p14:cNvContentPartPr/>
                <p14:nvPr/>
              </p14:nvContentPartPr>
              <p14:xfrm>
                <a:off x="2698200" y="4711284"/>
                <a:ext cx="82080" cy="12924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7F177110-1FBA-1C87-9808-5D5068551BC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689560" y="4702284"/>
                  <a:ext cx="997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106EA267-AA86-4364-BC49-2A4C1B7C70E1}"/>
                    </a:ext>
                  </a:extLst>
                </p14:cNvPr>
                <p14:cNvContentPartPr/>
                <p14:nvPr/>
              </p14:nvContentPartPr>
              <p14:xfrm>
                <a:off x="2806920" y="4678884"/>
                <a:ext cx="6120" cy="14508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106EA267-AA86-4364-BC49-2A4C1B7C70E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798280" y="4670244"/>
                  <a:ext cx="237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148C1382-19F9-30C2-872B-2B58914CCAFB}"/>
                    </a:ext>
                  </a:extLst>
                </p14:cNvPr>
                <p14:cNvContentPartPr/>
                <p14:nvPr/>
              </p14:nvContentPartPr>
              <p14:xfrm>
                <a:off x="2808360" y="4735044"/>
                <a:ext cx="41040" cy="1584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148C1382-19F9-30C2-872B-2B58914CCAF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799360" y="4726044"/>
                  <a:ext cx="586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788667A0-B829-766A-8C1F-53918E726F7F}"/>
                    </a:ext>
                  </a:extLst>
                </p14:cNvPr>
                <p14:cNvContentPartPr/>
                <p14:nvPr/>
              </p14:nvContentPartPr>
              <p14:xfrm>
                <a:off x="2769840" y="4863924"/>
                <a:ext cx="72360" cy="6012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788667A0-B829-766A-8C1F-53918E726F7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760840" y="4855284"/>
                  <a:ext cx="900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838B606A-FFE8-4C4D-A53E-4B5B75959C83}"/>
                    </a:ext>
                  </a:extLst>
                </p14:cNvPr>
                <p14:cNvContentPartPr/>
                <p14:nvPr/>
              </p14:nvContentPartPr>
              <p14:xfrm>
                <a:off x="2787840" y="4924044"/>
                <a:ext cx="86040" cy="9324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838B606A-FFE8-4C4D-A53E-4B5B75959C8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779200" y="4915404"/>
                  <a:ext cx="103680" cy="11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06B5E83C-6E5A-F4B9-CA88-BC7DAD70AD7C}"/>
              </a:ext>
            </a:extLst>
          </p:cNvPr>
          <p:cNvGrpSpPr/>
          <p:nvPr/>
        </p:nvGrpSpPr>
        <p:grpSpPr>
          <a:xfrm>
            <a:off x="3028320" y="4732524"/>
            <a:ext cx="224640" cy="240840"/>
            <a:chOff x="3028320" y="4732524"/>
            <a:chExt cx="224640" cy="24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D7A96630-96D3-88FD-9B51-6EC3B6762DE8}"/>
                    </a:ext>
                  </a:extLst>
                </p14:cNvPr>
                <p14:cNvContentPartPr/>
                <p14:nvPr/>
              </p14:nvContentPartPr>
              <p14:xfrm>
                <a:off x="3028320" y="4783284"/>
                <a:ext cx="57600" cy="9540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D7A96630-96D3-88FD-9B51-6EC3B6762DE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019320" y="4774644"/>
                  <a:ext cx="752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646FF333-C3EE-44E6-DC32-34D87F5FDA83}"/>
                    </a:ext>
                  </a:extLst>
                </p14:cNvPr>
                <p14:cNvContentPartPr/>
                <p14:nvPr/>
              </p14:nvContentPartPr>
              <p14:xfrm>
                <a:off x="3145320" y="4732524"/>
                <a:ext cx="20520" cy="14472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646FF333-C3EE-44E6-DC32-34D87F5FDA8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136320" y="4723884"/>
                  <a:ext cx="381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4EB61FDF-F637-9151-6797-167EAED4A9C7}"/>
                    </a:ext>
                  </a:extLst>
                </p14:cNvPr>
                <p14:cNvContentPartPr/>
                <p14:nvPr/>
              </p14:nvContentPartPr>
              <p14:xfrm>
                <a:off x="3167280" y="4784364"/>
                <a:ext cx="37800" cy="1296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4EB61FDF-F637-9151-6797-167EAED4A9C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158280" y="4775724"/>
                  <a:ext cx="554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3B67AB6C-F00F-C223-B407-8B396101DD1A}"/>
                    </a:ext>
                  </a:extLst>
                </p14:cNvPr>
                <p14:cNvContentPartPr/>
                <p14:nvPr/>
              </p14:nvContentPartPr>
              <p14:xfrm>
                <a:off x="3137400" y="4907484"/>
                <a:ext cx="115560" cy="6588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3B67AB6C-F00F-C223-B407-8B396101DD1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128760" y="4898844"/>
                  <a:ext cx="13320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6026AAF4-B937-5090-C1F7-959EF6F7C6FE}"/>
              </a:ext>
            </a:extLst>
          </p:cNvPr>
          <p:cNvGrpSpPr/>
          <p:nvPr/>
        </p:nvGrpSpPr>
        <p:grpSpPr>
          <a:xfrm>
            <a:off x="3406320" y="4745844"/>
            <a:ext cx="161280" cy="277560"/>
            <a:chOff x="3406320" y="4745844"/>
            <a:chExt cx="161280" cy="27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71DC3CCF-EC36-F5E9-84AD-4650295AE5CC}"/>
                    </a:ext>
                  </a:extLst>
                </p14:cNvPr>
                <p14:cNvContentPartPr/>
                <p14:nvPr/>
              </p14:nvContentPartPr>
              <p14:xfrm>
                <a:off x="3413520" y="4745844"/>
                <a:ext cx="54000" cy="125640"/>
              </p14:xfrm>
            </p:contentPart>
          </mc:Choice>
          <mc:Fallback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71DC3CCF-EC36-F5E9-84AD-4650295AE5C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404880" y="4736844"/>
                  <a:ext cx="716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7ECA8DEC-1C45-B46B-5B54-863C8154AC2B}"/>
                    </a:ext>
                  </a:extLst>
                </p14:cNvPr>
                <p14:cNvContentPartPr/>
                <p14:nvPr/>
              </p14:nvContentPartPr>
              <p14:xfrm>
                <a:off x="3465720" y="4769244"/>
                <a:ext cx="63000" cy="88200"/>
              </p14:xfrm>
            </p:contentPart>
          </mc:Choice>
          <mc:Fallback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7ECA8DEC-1C45-B46B-5B54-863C8154AC2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457080" y="4760604"/>
                  <a:ext cx="806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2D3E2117-806A-D6E2-24C8-EAE413A4653E}"/>
                    </a:ext>
                  </a:extLst>
                </p14:cNvPr>
                <p14:cNvContentPartPr/>
                <p14:nvPr/>
              </p14:nvContentPartPr>
              <p14:xfrm>
                <a:off x="3406320" y="4860684"/>
                <a:ext cx="161280" cy="29880"/>
              </p14:xfrm>
            </p:contentPart>
          </mc:Choice>
          <mc:Fallback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2D3E2117-806A-D6E2-24C8-EAE413A4653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397680" y="4851684"/>
                  <a:ext cx="1789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DB937B5B-2FED-9529-9A01-071B18C3D442}"/>
                    </a:ext>
                  </a:extLst>
                </p14:cNvPr>
                <p14:cNvContentPartPr/>
                <p14:nvPr/>
              </p14:nvContentPartPr>
              <p14:xfrm>
                <a:off x="3444480" y="4934124"/>
                <a:ext cx="13320" cy="89280"/>
              </p14:xfrm>
            </p:contentPart>
          </mc:Choice>
          <mc:Fallback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DB937B5B-2FED-9529-9A01-071B18C3D44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435480" y="4925484"/>
                  <a:ext cx="309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59D3818B-27AE-9062-5FD4-E6D898700CC8}"/>
                    </a:ext>
                  </a:extLst>
                </p14:cNvPr>
                <p14:cNvContentPartPr/>
                <p14:nvPr/>
              </p14:nvContentPartPr>
              <p14:xfrm>
                <a:off x="3449520" y="4936644"/>
                <a:ext cx="97560" cy="50400"/>
              </p14:xfrm>
            </p:contentPart>
          </mc:Choice>
          <mc:Fallback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59D3818B-27AE-9062-5FD4-E6D898700CC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440520" y="4927644"/>
                  <a:ext cx="1152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CC960586-9325-715E-9152-D54354656759}"/>
                    </a:ext>
                  </a:extLst>
                </p14:cNvPr>
                <p14:cNvContentPartPr/>
                <p14:nvPr/>
              </p14:nvContentPartPr>
              <p14:xfrm>
                <a:off x="3457440" y="4967964"/>
                <a:ext cx="101520" cy="51480"/>
              </p14:xfrm>
            </p:contentPart>
          </mc:Choice>
          <mc:Fallback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CC960586-9325-715E-9152-D5435465675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448800" y="4958964"/>
                  <a:ext cx="119160" cy="6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4CE704A8-757C-252F-F7A9-15704E5D6BF0}"/>
              </a:ext>
            </a:extLst>
          </p:cNvPr>
          <p:cNvGrpSpPr/>
          <p:nvPr/>
        </p:nvGrpSpPr>
        <p:grpSpPr>
          <a:xfrm>
            <a:off x="3731400" y="4719204"/>
            <a:ext cx="12600" cy="266400"/>
            <a:chOff x="3731400" y="4719204"/>
            <a:chExt cx="12600" cy="26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7ACBC46A-8764-4DC0-EC67-F9F8F4E0DAA6}"/>
                    </a:ext>
                  </a:extLst>
                </p14:cNvPr>
                <p14:cNvContentPartPr/>
                <p14:nvPr/>
              </p14:nvContentPartPr>
              <p14:xfrm>
                <a:off x="3731400" y="4719204"/>
                <a:ext cx="11880" cy="182880"/>
              </p14:xfrm>
            </p:contentPart>
          </mc:Choice>
          <mc:Fallback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7ACBC46A-8764-4DC0-EC67-F9F8F4E0DAA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722400" y="4710204"/>
                  <a:ext cx="295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C8EB1AAC-F5A6-D40F-31A0-68CACDDD91CB}"/>
                    </a:ext>
                  </a:extLst>
                </p14:cNvPr>
                <p14:cNvContentPartPr/>
                <p14:nvPr/>
              </p14:nvContentPartPr>
              <p14:xfrm>
                <a:off x="3740400" y="4972644"/>
                <a:ext cx="3600" cy="12960"/>
              </p14:xfrm>
            </p:contentPart>
          </mc:Choice>
          <mc:Fallback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C8EB1AAC-F5A6-D40F-31A0-68CACDDD91C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731400" y="4964004"/>
                  <a:ext cx="2124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69E7B0B0-6E46-B30C-71FF-13AF719DE10A}"/>
              </a:ext>
            </a:extLst>
          </p:cNvPr>
          <p:cNvGrpSpPr/>
          <p:nvPr/>
        </p:nvGrpSpPr>
        <p:grpSpPr>
          <a:xfrm>
            <a:off x="4070520" y="4673484"/>
            <a:ext cx="608400" cy="377640"/>
            <a:chOff x="4070520" y="4673484"/>
            <a:chExt cx="608400" cy="37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E49DE224-0BE3-366F-FED9-22BE3C68DFE8}"/>
                    </a:ext>
                  </a:extLst>
                </p14:cNvPr>
                <p14:cNvContentPartPr/>
                <p14:nvPr/>
              </p14:nvContentPartPr>
              <p14:xfrm>
                <a:off x="4070520" y="4673484"/>
                <a:ext cx="247680" cy="321840"/>
              </p14:xfrm>
            </p:contentPart>
          </mc:Choice>
          <mc:Fallback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E49DE224-0BE3-366F-FED9-22BE3C68DFE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061880" y="4664844"/>
                  <a:ext cx="26532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C024CCBD-E67D-0778-CA7E-5F0DB556BF4B}"/>
                    </a:ext>
                  </a:extLst>
                </p14:cNvPr>
                <p14:cNvContentPartPr/>
                <p14:nvPr/>
              </p14:nvContentPartPr>
              <p14:xfrm>
                <a:off x="4358880" y="4830804"/>
                <a:ext cx="29160" cy="220320"/>
              </p14:xfrm>
            </p:contentPart>
          </mc:Choice>
          <mc:Fallback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C024CCBD-E67D-0778-CA7E-5F0DB556BF4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349880" y="4822164"/>
                  <a:ext cx="468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9AF63574-3A03-78E5-33F0-AFED5B8729EB}"/>
                    </a:ext>
                  </a:extLst>
                </p14:cNvPr>
                <p14:cNvContentPartPr/>
                <p14:nvPr/>
              </p14:nvContentPartPr>
              <p14:xfrm>
                <a:off x="4357440" y="4841964"/>
                <a:ext cx="69120" cy="143640"/>
              </p14:xfrm>
            </p:contentPart>
          </mc:Choice>
          <mc:Fallback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9AF63574-3A03-78E5-33F0-AFED5B8729E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348440" y="4833324"/>
                  <a:ext cx="867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10215667-5C1C-2F72-F6C5-D628790C8F7B}"/>
                    </a:ext>
                  </a:extLst>
                </p14:cNvPr>
                <p14:cNvContentPartPr/>
                <p14:nvPr/>
              </p14:nvContentPartPr>
              <p14:xfrm>
                <a:off x="4449240" y="4748724"/>
                <a:ext cx="131760" cy="232200"/>
              </p14:xfrm>
            </p:contentPart>
          </mc:Choice>
          <mc:Fallback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10215667-5C1C-2F72-F6C5-D628790C8F7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440240" y="4739724"/>
                  <a:ext cx="1494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26483F2F-34E8-5F4C-97F8-9DE9D118B4BF}"/>
                    </a:ext>
                  </a:extLst>
                </p14:cNvPr>
                <p14:cNvContentPartPr/>
                <p14:nvPr/>
              </p14:nvContentPartPr>
              <p14:xfrm>
                <a:off x="4570200" y="4703004"/>
                <a:ext cx="108720" cy="262800"/>
              </p14:xfrm>
            </p:contentPart>
          </mc:Choice>
          <mc:Fallback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26483F2F-34E8-5F4C-97F8-9DE9D118B4B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561560" y="4694004"/>
                  <a:ext cx="126360" cy="28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2CA59C1A-6815-5772-B072-C508B9F5C254}"/>
              </a:ext>
            </a:extLst>
          </p:cNvPr>
          <p:cNvGrpSpPr/>
          <p:nvPr/>
        </p:nvGrpSpPr>
        <p:grpSpPr>
          <a:xfrm>
            <a:off x="4824720" y="4923324"/>
            <a:ext cx="248760" cy="28080"/>
            <a:chOff x="4824720" y="4923324"/>
            <a:chExt cx="248760" cy="2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91EF8969-1BAE-28C0-F27C-F42C5A919A08}"/>
                    </a:ext>
                  </a:extLst>
                </p14:cNvPr>
                <p14:cNvContentPartPr/>
                <p14:nvPr/>
              </p14:nvContentPartPr>
              <p14:xfrm>
                <a:off x="4824720" y="4932324"/>
                <a:ext cx="17280" cy="11160"/>
              </p14:xfrm>
            </p:contentPart>
          </mc:Choice>
          <mc:Fallback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91EF8969-1BAE-28C0-F27C-F42C5A919A0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815720" y="4923684"/>
                  <a:ext cx="349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1" name="잉크 50">
                  <a:extLst>
                    <a:ext uri="{FF2B5EF4-FFF2-40B4-BE49-F238E27FC236}">
                      <a16:creationId xmlns:a16="http://schemas.microsoft.com/office/drawing/2014/main" id="{89FF3B7E-9E57-4DCA-0B84-26B036A7BF21}"/>
                    </a:ext>
                  </a:extLst>
                </p14:cNvPr>
                <p14:cNvContentPartPr/>
                <p14:nvPr/>
              </p14:nvContentPartPr>
              <p14:xfrm>
                <a:off x="4952160" y="4938444"/>
                <a:ext cx="14760" cy="12960"/>
              </p14:xfrm>
            </p:contentPart>
          </mc:Choice>
          <mc:Fallback>
            <p:pic>
              <p:nvPicPr>
                <p:cNvPr id="51" name="잉크 50">
                  <a:extLst>
                    <a:ext uri="{FF2B5EF4-FFF2-40B4-BE49-F238E27FC236}">
                      <a16:creationId xmlns:a16="http://schemas.microsoft.com/office/drawing/2014/main" id="{89FF3B7E-9E57-4DCA-0B84-26B036A7BF2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943520" y="4929444"/>
                  <a:ext cx="324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12787F85-3ED6-FE72-5850-275C57974456}"/>
                    </a:ext>
                  </a:extLst>
                </p14:cNvPr>
                <p14:cNvContentPartPr/>
                <p14:nvPr/>
              </p14:nvContentPartPr>
              <p14:xfrm>
                <a:off x="5051520" y="4923324"/>
                <a:ext cx="21960" cy="7920"/>
              </p14:xfrm>
            </p:contentPart>
          </mc:Choice>
          <mc:Fallback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12787F85-3ED6-FE72-5850-275C5797445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042520" y="4914324"/>
                  <a:ext cx="39600" cy="25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6995393"/>
      </p:ext>
    </p:extLst>
  </p:cSld>
  <p:clrMapOvr>
    <a:masterClrMapping/>
  </p:clrMapOvr>
  <p:transition spd="med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및 </a:t>
            </a:r>
            <a:r>
              <a:rPr lang="ko-KR" altLang="en-US" dirty="0" err="1"/>
              <a:t>디렉토리</a:t>
            </a:r>
            <a:r>
              <a:rPr lang="ko-KR" altLang="en-US" dirty="0"/>
              <a:t> 상태 출력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ko-KR" dirty="0"/>
              <a:t>cat  (Concatenate)</a:t>
            </a:r>
          </a:p>
          <a:p>
            <a:pPr lvl="2"/>
            <a:r>
              <a:rPr lang="ko-KR" altLang="en-US" dirty="0"/>
              <a:t>새로운 파일에 텍스트 문자를 저장하는 방법</a:t>
            </a:r>
            <a:endParaRPr lang="en-US" altLang="ko-KR" dirty="0"/>
          </a:p>
          <a:p>
            <a:pPr lvl="2"/>
            <a:r>
              <a:rPr lang="en-US" altLang="ko-KR" dirty="0"/>
              <a:t>&lt;Ctrl&gt; + &lt;D&gt; </a:t>
            </a:r>
            <a:r>
              <a:rPr lang="ko-KR" altLang="en-US" dirty="0"/>
              <a:t>를 누름으로써 문자 입력을 종료 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기존 파일에 저장된 내용 확인 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6718-9871-48D1-8615-539A36B7E64B}" type="slidenum">
              <a:rPr lang="en-US" altLang="ko-KR" smtClean="0"/>
              <a:pPr/>
              <a:t>9</a:t>
            </a:fld>
            <a:endParaRPr lang="en-US" altLang="ko-KR"/>
          </a:p>
        </p:txBody>
      </p:sp>
      <p:sp>
        <p:nvSpPr>
          <p:cNvPr id="8" name="모서리가 둥근 직사각형 7"/>
          <p:cNvSpPr/>
          <p:nvPr/>
        </p:nvSpPr>
        <p:spPr bwMode="auto">
          <a:xfrm>
            <a:off x="1547664" y="2276872"/>
            <a:ext cx="4104456" cy="1152128"/>
          </a:xfrm>
          <a:prstGeom prst="roundRect">
            <a:avLst>
              <a:gd name="adj" fmla="val 9356"/>
            </a:avLst>
          </a:prstGeom>
          <a:solidFill>
            <a:schemeClr val="bg1"/>
          </a:solidFill>
          <a:ln w="2857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cat   </a:t>
            </a:r>
            <a:r>
              <a:rPr lang="en-US" altLang="ko-KR" sz="1600" b="1" dirty="0">
                <a:solidFill>
                  <a:srgbClr val="FF0000"/>
                </a:solidFill>
              </a:rPr>
              <a:t>&gt;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sample</a:t>
            </a: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This is a sample text</a:t>
            </a: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 love Linux system</a:t>
            </a: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&lt;CTRL&gt; + &lt;D&gt;</a:t>
            </a:r>
          </a:p>
        </p:txBody>
      </p:sp>
      <p:sp>
        <p:nvSpPr>
          <p:cNvPr id="9" name="모서리가 둥근 직사각형 8"/>
          <p:cNvSpPr/>
          <p:nvPr/>
        </p:nvSpPr>
        <p:spPr bwMode="auto">
          <a:xfrm>
            <a:off x="1547664" y="4077072"/>
            <a:ext cx="4104456" cy="898748"/>
          </a:xfrm>
          <a:prstGeom prst="roundRect">
            <a:avLst>
              <a:gd name="adj" fmla="val 9356"/>
            </a:avLst>
          </a:prstGeom>
          <a:solidFill>
            <a:schemeClr val="bg1"/>
          </a:solidFill>
          <a:ln w="2857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cat  sample</a:t>
            </a: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This is a sample text</a:t>
            </a: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 love Linux system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DC287EC-4596-1BBB-1B79-DDE771D3FA42}"/>
              </a:ext>
            </a:extLst>
          </p:cNvPr>
          <p:cNvGrpSpPr/>
          <p:nvPr/>
        </p:nvGrpSpPr>
        <p:grpSpPr>
          <a:xfrm>
            <a:off x="4046302" y="3673428"/>
            <a:ext cx="441360" cy="239400"/>
            <a:chOff x="4046302" y="3673428"/>
            <a:chExt cx="441360" cy="23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796A5371-44BA-B918-D5D8-F531F814A0AC}"/>
                    </a:ext>
                  </a:extLst>
                </p14:cNvPr>
                <p14:cNvContentPartPr/>
                <p14:nvPr/>
              </p14:nvContentPartPr>
              <p14:xfrm>
                <a:off x="4046302" y="3673428"/>
                <a:ext cx="117360" cy="22500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796A5371-44BA-B918-D5D8-F531F814A0A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037302" y="3664428"/>
                  <a:ext cx="1350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C97437AB-00DA-F3FC-EE1D-9D333DAD45F4}"/>
                    </a:ext>
                  </a:extLst>
                </p14:cNvPr>
                <p14:cNvContentPartPr/>
                <p14:nvPr/>
              </p14:nvContentPartPr>
              <p14:xfrm>
                <a:off x="4202542" y="3751908"/>
                <a:ext cx="156240" cy="16092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C97437AB-00DA-F3FC-EE1D-9D333DAD45F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193542" y="3743268"/>
                  <a:ext cx="1738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9E306EAE-9FA8-1422-27AD-D50F7F760C25}"/>
                    </a:ext>
                  </a:extLst>
                </p14:cNvPr>
                <p14:cNvContentPartPr/>
                <p14:nvPr/>
              </p14:nvContentPartPr>
              <p14:xfrm>
                <a:off x="4337542" y="3752628"/>
                <a:ext cx="121320" cy="4140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9E306EAE-9FA8-1422-27AD-D50F7F760C2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328542" y="3743628"/>
                  <a:ext cx="1389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A687ACEF-D4DF-D4FC-C00A-8670AE73E90D}"/>
                    </a:ext>
                  </a:extLst>
                </p14:cNvPr>
                <p14:cNvContentPartPr/>
                <p14:nvPr/>
              </p14:nvContentPartPr>
              <p14:xfrm>
                <a:off x="4376422" y="3676668"/>
                <a:ext cx="111240" cy="20880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A687ACEF-D4DF-D4FC-C00A-8670AE73E90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367782" y="3668028"/>
                  <a:ext cx="128880" cy="22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CAC8BF5-A548-46A7-B21A-0DD849709A16}"/>
              </a:ext>
            </a:extLst>
          </p:cNvPr>
          <p:cNvGrpSpPr/>
          <p:nvPr/>
        </p:nvGrpSpPr>
        <p:grpSpPr>
          <a:xfrm>
            <a:off x="4872142" y="3624468"/>
            <a:ext cx="863280" cy="402120"/>
            <a:chOff x="4872142" y="3624468"/>
            <a:chExt cx="863280" cy="40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E8B5A622-1871-B865-AA3E-A59122EA8137}"/>
                    </a:ext>
                  </a:extLst>
                </p14:cNvPr>
                <p14:cNvContentPartPr/>
                <p14:nvPr/>
              </p14:nvContentPartPr>
              <p14:xfrm>
                <a:off x="4872142" y="3713028"/>
                <a:ext cx="104760" cy="21456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E8B5A622-1871-B865-AA3E-A59122EA813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863502" y="3704028"/>
                  <a:ext cx="1224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1D39F237-C5F9-9246-2AC6-931611FD5ADF}"/>
                    </a:ext>
                  </a:extLst>
                </p14:cNvPr>
                <p14:cNvContentPartPr/>
                <p14:nvPr/>
              </p14:nvContentPartPr>
              <p14:xfrm>
                <a:off x="5007862" y="3758028"/>
                <a:ext cx="135720" cy="15372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1D39F237-C5F9-9246-2AC6-931611FD5AD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99222" y="3749028"/>
                  <a:ext cx="1533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63E65B69-27A2-26E4-A935-5D9FF87D5119}"/>
                    </a:ext>
                  </a:extLst>
                </p14:cNvPr>
                <p14:cNvContentPartPr/>
                <p14:nvPr/>
              </p14:nvContentPartPr>
              <p14:xfrm>
                <a:off x="5135302" y="3770628"/>
                <a:ext cx="139320" cy="14724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63E65B69-27A2-26E4-A935-5D9FF87D511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126302" y="3761628"/>
                  <a:ext cx="1569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1D07E033-6005-1161-6385-7A34526A5D5C}"/>
                    </a:ext>
                  </a:extLst>
                </p14:cNvPr>
                <p14:cNvContentPartPr/>
                <p14:nvPr/>
              </p14:nvContentPartPr>
              <p14:xfrm>
                <a:off x="5311342" y="3728508"/>
                <a:ext cx="80640" cy="29808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1D07E033-6005-1161-6385-7A34526A5D5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302702" y="3719508"/>
                  <a:ext cx="982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996B7860-1FBA-FA39-19A1-4BFC1E8573A0}"/>
                    </a:ext>
                  </a:extLst>
                </p14:cNvPr>
                <p14:cNvContentPartPr/>
                <p14:nvPr/>
              </p14:nvContentPartPr>
              <p14:xfrm>
                <a:off x="5310622" y="3725988"/>
                <a:ext cx="114120" cy="16848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996B7860-1FBA-FA39-19A1-4BFC1E8573A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301622" y="3716988"/>
                  <a:ext cx="1317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E1E2DFAF-428B-FC2B-1BAD-283890C9DB38}"/>
                    </a:ext>
                  </a:extLst>
                </p14:cNvPr>
                <p14:cNvContentPartPr/>
                <p14:nvPr/>
              </p14:nvContentPartPr>
              <p14:xfrm>
                <a:off x="5474062" y="3624468"/>
                <a:ext cx="54720" cy="28332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E1E2DFAF-428B-FC2B-1BAD-283890C9DB3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465062" y="3615468"/>
                  <a:ext cx="723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DADE1557-AD06-7222-AAE9-5FABAB01755D}"/>
                    </a:ext>
                  </a:extLst>
                </p14:cNvPr>
                <p14:cNvContentPartPr/>
                <p14:nvPr/>
              </p14:nvContentPartPr>
              <p14:xfrm>
                <a:off x="5553982" y="3706908"/>
                <a:ext cx="181440" cy="15912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DADE1557-AD06-7222-AAE9-5FABAB01755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545342" y="3697908"/>
                  <a:ext cx="199080" cy="17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1" name="잉크 20">
                <a:extLst>
                  <a:ext uri="{FF2B5EF4-FFF2-40B4-BE49-F238E27FC236}">
                    <a16:creationId xmlns:a16="http://schemas.microsoft.com/office/drawing/2014/main" id="{F85A85D0-E9D5-2145-3CC2-8F9596763DCA}"/>
                  </a:ext>
                </a:extLst>
              </p14:cNvPr>
              <p14:cNvContentPartPr/>
              <p14:nvPr/>
            </p14:nvContentPartPr>
            <p14:xfrm>
              <a:off x="4565062" y="3652908"/>
              <a:ext cx="132120" cy="275400"/>
            </p14:xfrm>
          </p:contentPart>
        </mc:Choice>
        <mc:Fallback>
          <p:pic>
            <p:nvPicPr>
              <p:cNvPr id="21" name="잉크 20">
                <a:extLst>
                  <a:ext uri="{FF2B5EF4-FFF2-40B4-BE49-F238E27FC236}">
                    <a16:creationId xmlns:a16="http://schemas.microsoft.com/office/drawing/2014/main" id="{F85A85D0-E9D5-2145-3CC2-8F9596763DC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556062" y="3644268"/>
                <a:ext cx="149760" cy="29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9046589"/>
      </p:ext>
    </p:extLst>
  </p:cSld>
  <p:clrMapOvr>
    <a:masterClrMapping/>
  </p:clrMapOvr>
  <p:transition spd="med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ko-KR" altLang="en-US"/>
              <a:t>과제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866383" y="6293743"/>
            <a:ext cx="2133600" cy="136525"/>
          </a:xfrm>
        </p:spPr>
        <p:txBody>
          <a:bodyPr/>
          <a:lstStyle/>
          <a:p>
            <a:fld id="{65466718-9871-48D1-8615-539A36B7E64B}" type="slidenum">
              <a:rPr lang="en-US" altLang="ko-KR" smtClean="0"/>
              <a:pPr/>
              <a:t>10</a:t>
            </a:fld>
            <a:endParaRPr lang="en-US" altLang="ko-KR"/>
          </a:p>
        </p:txBody>
      </p:sp>
      <p:sp>
        <p:nvSpPr>
          <p:cNvPr id="5" name="TextBox 4"/>
          <p:cNvSpPr txBox="1"/>
          <p:nvPr/>
        </p:nvSpPr>
        <p:spPr>
          <a:xfrm>
            <a:off x="251520" y="980728"/>
            <a:ext cx="864096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pwd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명령어를 사용하여 현재 디렉토리를 확인한다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그리고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절대경로를 사용하여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/</a:t>
            </a:r>
            <a:r>
              <a:rPr lang="en-US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usr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/bin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디렉토리로 이동하고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이동이 잘 수행되었는지 </a:t>
            </a:r>
            <a:r>
              <a:rPr lang="en-US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pwd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명령어로 확인하다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상대경로를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사용하여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/</a:t>
            </a:r>
            <a:r>
              <a:rPr lang="en-US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usr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/lib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디렉토리로 이동하고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실행 결과를 </a:t>
            </a:r>
            <a:r>
              <a:rPr lang="en-US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pwd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명령어로 확인한다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상대경로를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사용하여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/home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디렉토리로 이동하고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실행 결과를 확인한다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~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기호를 사용하여 계정 홈 디렉토리로 이동하고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실행 결과를 확인한다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계정 홈 디렉토리에서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cat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명령으로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sample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이라는 파일을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생성하시오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그리고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cat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명령으로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sample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파일에 저장된 내용을 출력한다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계정 홈 디렉토리에서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“ls”, “ls  –a”, “ls  –l”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명령어들을 각각 실행한다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위의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1~6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번 실행 결과 이미지를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캡쳐하여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이클래스에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제출하고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en-US" altLang="ko-KR" u="sng" dirty="0">
                <a:latin typeface="굴림" panose="020B0600000101010101" pitchFamily="50" charset="-127"/>
                <a:ea typeface="굴림" panose="020B0600000101010101" pitchFamily="50" charset="-127"/>
              </a:rPr>
              <a:t>6</a:t>
            </a:r>
            <a:r>
              <a:rPr lang="ko-KR" altLang="en-US" u="sng" dirty="0">
                <a:latin typeface="굴림" panose="020B0600000101010101" pitchFamily="50" charset="-127"/>
                <a:ea typeface="굴림" panose="020B0600000101010101" pitchFamily="50" charset="-127"/>
              </a:rPr>
              <a:t>번 실습의 명령어들의 동작 차이점에 대해서 설명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하는 내용을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이클래스에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제출한다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8151674"/>
      </p:ext>
    </p:extLst>
  </p:cSld>
  <p:clrMapOvr>
    <a:masterClrMapping/>
  </p:clrMapOvr>
  <p:transition spd="med">
    <p:fade thruBlk="1"/>
  </p:transition>
</p:sld>
</file>

<file path=ppt/theme/theme1.xml><?xml version="1.0" encoding="utf-8"?>
<a:theme xmlns:a="http://schemas.openxmlformats.org/drawingml/2006/main" name="techtropolis">
  <a:themeElements>
    <a:clrScheme name="silly_mi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illy_mime">
      <a:majorFont>
        <a:latin typeface="Franklin Gothic Medium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illy_mi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techtropolis</Template>
  <TotalTime>995</TotalTime>
  <Words>608</Words>
  <Application>Microsoft Office PowerPoint</Application>
  <PresentationFormat>화면 슬라이드 쇼(4:3)</PresentationFormat>
  <Paragraphs>140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9" baseType="lpstr">
      <vt:lpstr>굴림</vt:lpstr>
      <vt:lpstr>나눔고딕</vt:lpstr>
      <vt:lpstr>나눔고딕 ExtraBold</vt:lpstr>
      <vt:lpstr>맑은 고딕</vt:lpstr>
      <vt:lpstr>Arial</vt:lpstr>
      <vt:lpstr>Arial Black</vt:lpstr>
      <vt:lpstr>Franklin Gothic Medium</vt:lpstr>
      <vt:lpstr>Tahoma</vt:lpstr>
      <vt:lpstr>techtropolis</vt:lpstr>
      <vt:lpstr>PowerPoint 프레젠테이션</vt:lpstr>
      <vt:lpstr>파일의 종류와 특징</vt:lpstr>
      <vt:lpstr>파일 및 디렉토리 관리</vt:lpstr>
      <vt:lpstr>파일 및 디렉토리 관리</vt:lpstr>
      <vt:lpstr>파일 및 디렉토리 관리</vt:lpstr>
      <vt:lpstr>파일 및 디렉토리 관리</vt:lpstr>
      <vt:lpstr>파일 및 디렉토리 관리</vt:lpstr>
      <vt:lpstr>파일 및 디렉토리 관리</vt:lpstr>
      <vt:lpstr>파일 및 디렉토리 상태 출력</vt:lpstr>
      <vt:lpstr>실습 과제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Techtropolis</dc:title>
  <dc:creator>Namil</dc:creator>
  <cp:lastModifiedBy>김현진</cp:lastModifiedBy>
  <cp:revision>126</cp:revision>
  <cp:lastPrinted>2019-09-14T13:41:49Z</cp:lastPrinted>
  <dcterms:created xsi:type="dcterms:W3CDTF">2011-06-15T00:21:10Z</dcterms:created>
  <dcterms:modified xsi:type="dcterms:W3CDTF">2023-09-15T03:26:45Z</dcterms:modified>
</cp:coreProperties>
</file>