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2" r:id="rId6"/>
    <p:sldId id="261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>
        <p:scale>
          <a:sx n="87" d="100"/>
          <a:sy n="87" d="100"/>
        </p:scale>
        <p:origin x="10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6.1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1 137 3961 0 0,'58'-9'3565'0'0,"30"-24"-3134"0"0,-46 17 393 0 0,-9 3-423 0 0,128-52 743 0 0,-291 107-1077 0 0,65-21-66 0 0,46-15 129 0 0,-1 0-1 0 0,1 1 1 0 0,-36 20 0 0 0,52-25-113 0 0,0 1 1 0 0,1 0-1 0 0,-1-1 0 0 0,0 1 0 0 0,1 1 1 0 0,0-1-1 0 0,0 0 0 0 0,0 1 0 0 0,0-1 1 0 0,0 1-1 0 0,1-1 0 0 0,0 1 0 0 0,-1 0 1 0 0,1-1-1 0 0,1 1 0 0 0,-1 0 0 0 0,0 0 1 0 0,1 0-1 0 0,0 0 0 0 0,0 5 1 0 0,1 14 10 0 0,1 0 1 0 0,6 30 0 0 0,-4-28-7 0 0,-3-19-13 0 0,7 56 29 0 0,23 80-1 0 0,-27-126 28 0 0,1 0 0 0 0,1 0 0 0 0,0-1 0 0 0,1 1 0 0 0,1-1 1 0 0,0-1-1 0 0,1 0 0 0 0,1 0 0 0 0,0 0 0 0 0,15 13 0 0 0,-22-24-32 0 0,0-1 1 0 0,0 1-1 0 0,0-1 1 0 0,1 0-1 0 0,-1 0 1 0 0,1 0-1 0 0,-1 0 1 0 0,1-1-1 0 0,0 1 1 0 0,0-1-1 0 0,-1 0 1 0 0,1 0-1 0 0,0-1 0 0 0,0 1 1 0 0,0-1-1 0 0,0 0 1 0 0,0 0-1 0 0,0 0 1 0 0,0 0-1 0 0,7-2 1 0 0,4-2 172 0 0,0-1 1 0 0,0-1-1 0 0,0 0 1 0 0,14-8-1 0 0,27-11 99 0 0,-12 12-2353 0 0,-25 8 22 0 0,0-1-1 0 0,23-10 1 0 0,-45 12-1029 0 0,-1 4 749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6.5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1 223 4785 0 0,'2'1'239'0'0,"0"0"0"0"0,0 0 1 0 0,0 0-1 0 0,0 0 0 0 0,0 0 0 0 0,0-1 0 0 0,0 1 0 0 0,0 0 1 0 0,0-1-1 0 0,1 0 0 0 0,-1 1 0 0 0,0-1 0 0 0,0 0 0 0 0,0 0 0 0 0,1 0 1 0 0,-1-1-1 0 0,0 1 0 0 0,0-1 0 0 0,0 1 0 0 0,4-2 0 0 0,48-17-153 0 0,-42 14 167 0 0,24-12-706 0 0,0-2-1 0 0,-1-2 1 0 0,33-25-1 0 0,40-24-3216 0 0,-75 45 1111 0 0,-25 20 960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6.9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2985 0 0,'4'69'4098'0'0,"12"37"-2255"0"0,0-3-860 0 0,-11-40-656 0 0,11 69 30 0 0,-14-118-540 0 0,1 0 0 0 0,1 0 1 0 0,0-1-1 0 0,1 1 0 0 0,1-1 1 0 0,12 23-1 0 0,-17-35 102 0 0,0 1 0 0 0,0 0 0 0 0,0-1 0 0 0,0 1 1 0 0,0-1-1 0 0,0 1 0 0 0,0-1 0 0 0,0 1 0 0 0,1-1 0 0 0,-1 0 0 0 0,1 0 0 0 0,-1 1 0 0 0,1-1 1 0 0,-1 0-1 0 0,1 0 0 0 0,0-1 0 0 0,-1 1 0 0 0,1 0 0 0 0,0 0 0 0 0,-1-1 0 0 0,1 1 0 0 0,0-1 1 0 0,4 1-1 0 0,-6-1 38 0 0,1-1 0 0 0,-1 1 1 0 0,1 0-1 0 0,-1-1 0 0 0,1 1 1 0 0,0 0-1 0 0,-1-1 0 0 0,1 1 1 0 0,-1-1-1 0 0,1 1 0 0 0,-1-1 1 0 0,0 1-1 0 0,1-1 0 0 0,-1 1 1 0 0,0-1-1 0 0,1 0 0 0 0,-1 1 1 0 0,0-1-1 0 0,1 1 0 0 0,-1-1 1 0 0,0 0-1 0 0,0 1 0 0 0,0-2 1 0 0,-1-28-463 0 0,-12-19-31 0 0,-24-61 0 0 0,21 66 1400 0 0,-21-88 0 0 0,37 131-814 0 0,-1 1 1 0 0,1 0-1 0 0,0-1 1 0 0,0 1-1 0 0,0-1 0 0 0,-1 1 1 0 0,1 0-1 0 0,0-1 1 0 0,0 1-1 0 0,0-1 0 0 0,0 1 1 0 0,0-1-1 0 0,0 1 0 0 0,0-1 1 0 0,0 1-1 0 0,0-1 1 0 0,0 1-1 0 0,0-1 0 0 0,0 1 1 0 0,0 0-1 0 0,0-1 1 0 0,1 1-1 0 0,-1-1 0 0 0,0 1 1 0 0,0-1-1 0 0,0 1 0 0 0,1 0 1 0 0,-1-1-1 0 0,0 1 1 0 0,1 0-1 0 0,-1-1 0 0 0,0 1 1 0 0,1 0-1 0 0,-1-1 1 0 0,0 1-1 0 0,1 0 0 0 0,-1-1 1 0 0,1 1-1 0 0,18 6 1365 0 0,0 2-1378 0 0,-4-6-367 0 0,0 0 0 0 0,0-1 0 0 0,0 0 1 0 0,0-1-1 0 0,0-1 0 0 0,0-1 0 0 0,0 0 1 0 0,0 0-1 0 0,0-2 0 0 0,-1 0 0 0 0,18-7 0 0 0,-13 3-184 0 0,1 0 0 0 0,-1-1 0 0 0,-1-1 0 0 0,1-1 0 0 0,-2-1 0 0 0,0 0 0 0 0,24-22 0 0 0,-28 20 234 0 0,-2 0-591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7.4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229 195 712 0 0,'-4'-2'104'0'0,"0"1"0"0"0,0-1-1 0 0,0 1 1 0 0,0 0 0 0 0,0 1 0 0 0,0-1 0 0 0,-1 1-1 0 0,1 0 1 0 0,0 0 0 0 0,0 0 0 0 0,0 0-1 0 0,-1 1 1 0 0,1 0 0 0 0,0 0 0 0 0,0 0 0 0 0,0 0-1 0 0,0 0 1 0 0,0 1 0 0 0,1 0 0 0 0,-1 0-1 0 0,0 0 1 0 0,1 0 0 0 0,-1 1 0 0 0,1-1 0 0 0,0 1-1 0 0,0 0 1 0 0,0 0 0 0 0,0 0 0 0 0,0 0-1 0 0,1 1 1 0 0,-4 5 0 0 0,0 0 90 0 0,0 1 1 0 0,1 0-1 0 0,1 0 0 0 0,0 0 1 0 0,0 1-1 0 0,1-1 0 0 0,0 1 1 0 0,1 0-1 0 0,0 0 0 0 0,-1 21 1 0 0,4-16-34 0 0,0 0 0 0 0,1 0 0 0 0,1 0 0 0 0,1-1 0 0 0,0 1 0 0 0,0-1 0 0 0,2 0 0 0 0,0 0 0 0 0,1 0 0 0 0,0-1 0 0 0,1 0 0 0 0,16 21 0 0 0,-20-29-113 0 0,0-1 0 0 0,0 1 0 0 0,1-1 0 0 0,0-1 1 0 0,0 1-1 0 0,1-1 0 0 0,-1 1 0 0 0,1-2 0 0 0,0 1 1 0 0,0 0-1 0 0,0-1 0 0 0,0-1 0 0 0,1 1 0 0 0,-1-1 1 0 0,1 0-1 0 0,0 0 0 0 0,0-1 0 0 0,-1 1 0 0 0,1-2 1 0 0,0 1-1 0 0,0-1 0 0 0,0 0 0 0 0,0 0 0 0 0,0-1 1 0 0,0 0-1 0 0,-1 0 0 0 0,1-1 0 0 0,0 0 0 0 0,-1 0 1 0 0,1 0-1 0 0,8-5 0 0 0,-7 3 26 0 0,-1 0 0 0 0,1-1-1 0 0,-1 0 1 0 0,0 0 0 0 0,0 0 0 0 0,-1-1-1 0 0,0 0 1 0 0,0 0 0 0 0,0-1 0 0 0,0 1-1 0 0,-1-1 1 0 0,-1-1 0 0 0,1 1 0 0 0,4-12-1 0 0,-7 15-37 0 0,0-1-1 0 0,-1 0 1 0 0,1 0-1 0 0,-1 1 1 0 0,-1-1-1 0 0,1 0 0 0 0,-1 0 1 0 0,1 0-1 0 0,-1 0 1 0 0,-1 0-1 0 0,1 0 1 0 0,-1 0-1 0 0,0 0 1 0 0,0 0-1 0 0,0 1 0 0 0,-1-1 1 0 0,0 0-1 0 0,0 1 1 0 0,0-1-1 0 0,0 1 1 0 0,-1-1-1 0 0,1 1 0 0 0,-1 0 1 0 0,0 0-1 0 0,0 1 1 0 0,-6-6-1 0 0,-6-5-160 0 0,0 1 0 0 0,-2 0 0 0 0,1 1 0 0 0,-2 1 0 0 0,1 1 0 0 0,-1 0 0 0 0,-1 1-1 0 0,0 1 1 0 0,0 1 0 0 0,-31-8 0 0 0,24 10-1196 0 0,-1 0-1 0 0,1 2 1 0 0,-1 1 0 0 0,-36 1-1 0 0,40 3-1476 0 0</inkml:trace>
  <inkml:trace contextRef="#ctx0" brushRef="#br0" timeOffset="1">501 1 2825 0 0,'-4'7'444'0'0,"0"1"1"0"0,0 1 0 0 0,1-1 0 0 0,1 1-1 0 0,-1-1 1 0 0,1 1 0 0 0,1 0-1 0 0,-1-1 1 0 0,2 1 0 0 0,-1 0 0 0 0,2 15-1 0 0,2 16-95 0 0,10 48 0 0 0,-10-69 142 0 0,16 85-215 0 0,56 172 0 0 0,-47-198-2751 0 0,44 84 0 0 0,-37-103-434 0 0,-26-50 1322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7.9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1 142 2192 0 0,'38'-2'1251'0'0,"-1"-1"0"0"0,1-2 0 0 0,-1-1 1 0 0,46-14-1 0 0,-14-2-830 0 0,84-38 1 0 0,-125 42-552 0 0,-19 13-700 0 0,-21 18-142 0 0,-1-1 887 0 0,-1-2 0 0 0,0 0 0 0 0,0 0 0 0 0,-1-1 0 0 0,0-1 0 0 0,-18 7 0 0 0,12-5 412 0 0,0 1 0 0 0,-27 18 1 0 0,45-27-251 0 0,1 1 0 0 0,-1-1 1 0 0,1 1-1 0 0,-1 0 0 0 0,1 0 1 0 0,0 0-1 0 0,0 0 0 0 0,0 1 0 0 0,1-1 1 0 0,-1 0-1 0 0,1 1 0 0 0,0-1 1 0 0,0 1-1 0 0,0 0 0 0 0,0-1 1 0 0,0 1-1 0 0,1 0 0 0 0,0-1 1 0 0,0 1-1 0 0,0 0 0 0 0,1 5 1 0 0,1 11 187 0 0,1-1 1 0 0,11 37-1 0 0,-6-26-124 0 0,-7-26-147 0 0,24 84-59 0 0,-23-81-170 0 0,1 0 0 0 0,0-1-1 0 0,0 1 1 0 0,0-1-1 0 0,1 0 1 0 0,0 0 0 0 0,0 0-1 0 0,1-1 1 0 0,-1 1 0 0 0,9 6-1 0 0,-13-12 152 0 0,1 1 0 0 0,0-1-1 0 0,-1 1 1 0 0,1-1-1 0 0,-1 1 1 0 0,1-1 0 0 0,0 1-1 0 0,-1-1 1 0 0,1 0-1 0 0,0 1 1 0 0,0-1 0 0 0,-1 0-1 0 0,1 0 1 0 0,0 0-1 0 0,0 1 1 0 0,-1-1 0 0 0,1 0-1 0 0,0 0 1 0 0,0 0-1 0 0,-1 0 1 0 0,1 0 0 0 0,0 0-1 0 0,0-1 1 0 0,-1 1-1 0 0,1 0 1 0 0,0 0 0 0 0,0-1-1 0 0,-1 1 1 0 0,1 0-1 0 0,0-1 1 0 0,-1 1 0 0 0,1 0-1 0 0,0-1 1 0 0,-1 1-1 0 0,1-1 1 0 0,-1 1 0 0 0,1-1-1 0 0,-1 1 1 0 0,1-1-1 0 0,-1 0 1 0 0,1 1 0 0 0,-1-1-1 0 0,1 0 1 0 0,-1 1-1 0 0,0-1 1 0 0,1 0 0 0 0,-1 1-1 0 0,0-1 1 0 0,0 0-1 0 0,0 0 1 0 0,1-1 0 0 0,4-38-1456 0 0,-5 22 176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8.3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288 145 1384 0 0,'17'84'5508'0'0,"2"2"-4588"0"0,-16-74-773 0 0,2 11-123 0 0,-1 0-1 0 0,-1 1 0 0 0,-1-1 1 0 0,-1 40-1 0 0,-2-56-44 0 0,0 1 0 0 0,0-1 0 0 0,-1 0 1 0 0,0 0-1 0 0,-1 0 0 0 0,1 0 0 0 0,-1 0 0 0 0,0 0 0 0 0,-1-1 0 0 0,0 1 1 0 0,0-1-1 0 0,0 0 0 0 0,-1 0 0 0 0,0-1 0 0 0,0 1 0 0 0,0-1 1 0 0,-1 0-1 0 0,0-1 0 0 0,-6 5 0 0 0,3-3 72 0 0,0 0 0 0 0,0-1 0 0 0,0 0 0 0 0,-1-1 0 0 0,0 0 0 0 0,1-1 1 0 0,-1 0-1 0 0,-1 0 0 0 0,1-1 0 0 0,0 0 0 0 0,0-1 0 0 0,-1 0 0 0 0,1-1 0 0 0,-1 0 0 0 0,1 0 0 0 0,-1-1 0 0 0,1-1 0 0 0,0 0 1 0 0,0 0-1 0 0,-1-1 0 0 0,1 0 0 0 0,-16-8 0 0 0,8 1 715 0 0,19 2 210 0 0,29-5 549 0 0,-19 9-1426 0 0,228-72 1522 0 0,-78 32-2927 0 0,-152 42 724 0 0,-1-1 0 0 0,1 0 1 0 0,-1 0-1 0 0,1-1 0 0 0,-1 0 0 0 0,0 0 1 0 0,-1-1-1 0 0,1 0 0 0 0,-1 0 1 0 0,0-1-1 0 0,0 0 0 0 0,0 0 0 0 0,-1-1 1 0 0,0 0-1 0 0,6-8 0 0 0,-4 1-1777 0 0</inkml:trace>
  <inkml:trace contextRef="#ctx0" brushRef="#br0" timeOffset="1">596 1 2889 0 0,'0'-1'108'0'0,"1"1"0"0"0,-1 0 0 0 0,1 0 1 0 0,-1 0-1 0 0,0 0 0 0 0,1 0 0 0 0,-1 0 1 0 0,1 1-1 0 0,-1-1 0 0 0,0 0 0 0 0,1 0 1 0 0,-1 0-1 0 0,1 0 0 0 0,-1 0 0 0 0,0 0 1 0 0,1 1-1 0 0,-1-1 0 0 0,0 0 0 0 0,1 0 1 0 0,-1 1-1 0 0,0-1 0 0 0,1 0 0 0 0,-1 1 1 0 0,0-1-1 0 0,0 0 0 0 0,1 0 0 0 0,-1 1 1 0 0,0-1-1 0 0,0 1 0 0 0,0-1 0 0 0,1 0 1 0 0,-1 1-1 0 0,0-1 0 0 0,0 0 0 0 0,0 1 1 0 0,0-1-1 0 0,0 1 0 0 0,0-1 0 0 0,0 1 1 0 0,0 0-1 0 0,7 20 1279 0 0,6 51 163 0 0,5 78 0 0 0,-1-4-1391 0 0,-12-112-278 0 0,16 80-1001 0 0,-18-102 312 0 0,1 0 0 0 0,0-1 1 0 0,1 1-1 0 0,0-1 0 0 0,1 0 0 0 0,0 0 0 0 0,9 11 1 0 0,-7-13-530 0 0,10 1-622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8.8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143 1 1872 0 0,'-10'5'432'0'0,"0"0"-1"0"0,0 2 1 0 0,0-1-1 0 0,1 1 1 0 0,0 0-1 0 0,1 1 1 0 0,-1 0-1 0 0,2 1 1 0 0,-1 0-1 0 0,1 0 1 0 0,0 0-1 0 0,1 1 1 0 0,0 0-1 0 0,-8 20 1 0 0,12-25-381 0 0,-1-1 0 0 0,2 1 0 0 0,-1 0 1 0 0,1 0-1 0 0,0 0 0 0 0,0 0 0 0 0,0 0 0 0 0,0 1 0 0 0,1-1 1 0 0,0 0-1 0 0,0 0 0 0 0,1 0 0 0 0,-1 1 0 0 0,1-1 0 0 0,0 0 1 0 0,0 0-1 0 0,1 0 0 0 0,0 0 0 0 0,0-1 0 0 0,0 1 0 0 0,0 0 0 0 0,1-1 1 0 0,-1 1-1 0 0,1-1 0 0 0,0 0 0 0 0,1 0 0 0 0,-1 0 0 0 0,1 0 1 0 0,0-1-1 0 0,0 1 0 0 0,0-1 0 0 0,0 0 0 0 0,0 0 0 0 0,9 4 0 0 0,-5-4 86 0 0,1 0-1 0 0,-1-1 0 0 0,1 0 1 0 0,-1 0-1 0 0,1-1 0 0 0,0 0 0 0 0,-1 0 1 0 0,1-1-1 0 0,0 0 0 0 0,0 0 0 0 0,-1-1 1 0 0,1-1-1 0 0,0 1 0 0 0,-1-1 1 0 0,1-1-1 0 0,-1 1 0 0 0,0-2 0 0 0,13-6 1 0 0,-8 4 124 0 0,0-1 0 0 0,0 0 0 0 0,-1-1 0 0 0,-1 0 0 0 0,1-1 0 0 0,-1 0 0 0 0,-1-1 0 0 0,0 0 0 0 0,0-1 1 0 0,14-19-1 0 0,-23 27-202 0 0,1 0-1 0 0,0 1 1 0 0,-1-1 0 0 0,0 0 0 0 0,0 0 0 0 0,1 0 0 0 0,-2 0-1 0 0,1 0 1 0 0,0 0 0 0 0,-1 0 0 0 0,1 0 0 0 0,-1 0 0 0 0,0-1 0 0 0,0 1-1 0 0,0 0 1 0 0,0 0 0 0 0,-1 0 0 0 0,1 0 0 0 0,-1 0 0 0 0,0 0 0 0 0,0 0-1 0 0,0 0 1 0 0,0 0 0 0 0,-1 0 0 0 0,1 0 0 0 0,-1 1 0 0 0,1-1 0 0 0,-1 1-1 0 0,0-1 1 0 0,0 1 0 0 0,0-1 0 0 0,0 1 0 0 0,-1 0 0 0 0,1 0-1 0 0,-1 0 1 0 0,1 0 0 0 0,-1 1 0 0 0,0-1 0 0 0,-4-1 0 0 0,-2-2-119 0 0,0 1 0 0 0,1 0 0 0 0,-2 1 0 0 0,1 0 1 0 0,0 0-1 0 0,0 1 0 0 0,-1 1 0 0 0,0-1 0 0 0,1 1 0 0 0,-1 1 1 0 0,1 0-1 0 0,-12 1 0 0 0,6 3-826 0 0,1 0-1 0 0,-1 0 1 0 0,1 1-1 0 0,-17 9 1 0 0,-37 13-7049 0 0,51-21 4369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2.1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630 3 7082 0 0,'-15'7'397'0'0,"0"1"1"0"0,0 0 0 0 0,1 1-1 0 0,0 1 1 0 0,0 0 0 0 0,-13 14-1 0 0,-72 79-331 0 0,63-63 268 0 0,-62 67 122 0 0,5 4 0 0 0,-82 128 0 0 0,161-203-534 0 0,14-24-63 0 0,15-21-4 0 0,-4-3 140 0 0,-1 0 0 0 0,-1-1 1 0 0,0 0-1 0 0,-1 0 0 0 0,12-25 0 0 0,27-81-1 0 0,-23 56-42 0 0,17-44-46 0 0,68-149-201 0 0,-106 249 362 0 0,1 1 0 0 0,0 0 1 0 0,0 0-1 0 0,0 0 0 0 0,0 0 0 0 0,1 1 1 0 0,0 0-1 0 0,0 0 0 0 0,11-8 0 0 0,-15 12-41 0 0,0 0 0 0 0,1 1 0 0 0,-1-1 1 0 0,1 0-1 0 0,-1 1 0 0 0,1-1 0 0 0,-1 1 0 0 0,1 0 0 0 0,-1-1 0 0 0,1 1 0 0 0,-1 0 0 0 0,1 0 0 0 0,-1 0 0 0 0,1 0 0 0 0,-1 0 0 0 0,1 0 0 0 0,-1 1 0 0 0,1-1 0 0 0,2 1 0 0 0,-2 0-2 0 0,1 1-1 0 0,-1-1 1 0 0,0 1 0 0 0,0 0 0 0 0,0 0 0 0 0,0 0 0 0 0,0 0 0 0 0,0 0 0 0 0,0 0 0 0 0,-1 0-1 0 0,1 1 1 0 0,-1-1 0 0 0,1 0 0 0 0,1 6 0 0 0,9 22 526 0 0,-1 2 0 0 0,-2-1 0 0 0,11 66 0 0 0,6 26 145 0 0,-11-75-600 0 0,1-1 1 0 0,3 0-1 0 0,1-1 0 0 0,35 56 0 0 0,-41-80-202 0 0,1 0-1 0 0,2-1 0 0 0,0 0 0 0 0,1-1 0 0 0,1-1 0 0 0,0-1 0 0 0,2-1 0 0 0,0 0 0 0 0,43 24 0 0 0,-42-35-3343 0 0,-32-10-3478 0 0,2 4 5608 0 0,10 8-746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2.6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668 45 3137 0 0,'-2'-12'1017'0'0,"-5"-18"2981"0"0,0 27-2297 0 0,-3 17-897 0 0,-84 222 2459 0 0,60-140-2465 0 0,-195 599 1435 0 0,192-548-2178 0 0,6 2 0 0 0,-21 275 0 0 0,49-368-38 0 0,8 86 0 0 0,-4-124-17 0 0,2 0-1 0 0,0 0 1 0 0,1 0 0 0 0,1-1 0 0 0,0 0 0 0 0,2 0 0 0 0,0 0 0 0 0,15 27 0 0 0,-19-40-6 0 0,-1 0 1 0 0,1-1-1 0 0,0 1 1 0 0,0-1-1 0 0,0 0 0 0 0,0 0 1 0 0,0 0-1 0 0,1 0 1 0 0,-1 0-1 0 0,1-1 0 0 0,0 1 1 0 0,0-1-1 0 0,0 0 1 0 0,0 0-1 0 0,0-1 1 0 0,1 1-1 0 0,-1-1 0 0 0,7 1 1 0 0,-4-1 21 0 0,0-1 0 0 0,0 0-1 0 0,-1-1 1 0 0,1 0 0 0 0,0 0 0 0 0,0 0 0 0 0,-1-1 0 0 0,1 0 0 0 0,-1 0 0 0 0,1 0 0 0 0,6-5-1 0 0,5-3 88 0 0,0-1 0 0 0,0-1 0 0 0,-1-1 0 0 0,0 0 0 0 0,-1-2-1 0 0,25-28 1 0 0,-22 19 109 0 0,0 0-1 0 0,-2-1 1 0 0,-1-1-1 0 0,22-47 1 0 0,-32 59-28 0 0,-1 0 1 0 0,0 0 0 0 0,-1 0 0 0 0,0 0 0 0 0,-1-1 0 0 0,-1 0-1 0 0,0 1 1 0 0,-1-1 0 0 0,0 0 0 0 0,-2 0 0 0 0,-2-24 0 0 0,2 34-144 0 0,0 1 0 0 0,0-1 1 0 0,0 1-1 0 0,0 0 0 0 0,-1 0 1 0 0,1-1-1 0 0,-1 1 1 0 0,0 0-1 0 0,-1 0 0 0 0,1 1 1 0 0,-1-1-1 0 0,1 0 0 0 0,-1 1 1 0 0,0 0-1 0 0,0-1 1 0 0,-1 1-1 0 0,1 1 0 0 0,-1-1 1 0 0,1 0-1 0 0,-1 1 0 0 0,0 0 1 0 0,0-1-1 0 0,0 2 1 0 0,0-1-1 0 0,-1 0 0 0 0,1 1 1 0 0,0 0-1 0 0,-1 0 0 0 0,1 0 1 0 0,0 0-1 0 0,-1 1 0 0 0,1 0 1 0 0,-7 0-1 0 0,1 1-16 0 0,0 0-1 0 0,0 1 1 0 0,0 0-1 0 0,0 1 1 0 0,0 0-1 0 0,0 0 1 0 0,1 1-1 0 0,0 0 1 0 0,0 1-1 0 0,0 0 1 0 0,0 1-1 0 0,1 0 1 0 0,-14 12-1 0 0,-4 9-12 0 0,1 1 0 0 0,2 1 0 0 0,1 1 0 0 0,1 0 0 0 0,2 2 0 0 0,-15 34 0 0 0,-4 18 2 0 0,-33 110 0 0 0,47-112 6 0 0,3 2-1 0 0,-13 117 1 0 0,3 172-51 0 0,26-286-63 0 0,-3-13-1762 0 0,-2-26-7798 0 0,12-61-812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3.4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239 4 5465 0 0,'-34'-2'3656'0'0,"26"2"-3089"0"0,0-1 0 0 0,0 1 0 0 0,0 0-1 0 0,0 1 1 0 0,-13 2 0 0 0,17-2-469 0 0,0 1 1 0 0,0 0-1 0 0,1-1 1 0 0,-1 1-1 0 0,0 1 0 0 0,1-1 1 0 0,-1 0-1 0 0,1 1 0 0 0,0 0 1 0 0,0 0-1 0 0,0 0 1 0 0,0 0-1 0 0,1 0 0 0 0,-4 6 1 0 0,-5 10 74 0 0,1 0-1 0 0,1 1 1 0 0,0 0 0 0 0,2 1 0 0 0,0 0 0 0 0,2 0 0 0 0,0 1 0 0 0,1-1-1 0 0,2 1 1 0 0,0 0 0 0 0,1 0 0 0 0,1 0 0 0 0,1-1 0 0 0,1 1 0 0 0,9 39 0 0 0,-9-54-167 0 0,0-1 0 0 0,0 1 0 0 0,1-1 0 0 0,0 0 1 0 0,0 1-1 0 0,0-1 0 0 0,1-1 0 0 0,0 1 0 0 0,0 0 0 0 0,1-1 1 0 0,0 0-1 0 0,0 0 0 0 0,0 0 0 0 0,0-1 0 0 0,1 0 1 0 0,11 7-1 0 0,-13-9-5 0 0,1 0 0 0 0,0 0 1 0 0,0-1-1 0 0,-1 0 0 0 0,1 0 1 0 0,0 0-1 0 0,0 0 0 0 0,0-1 1 0 0,0 0-1 0 0,0 0 1 0 0,0 0-1 0 0,0-1 0 0 0,0 1 1 0 0,0-1-1 0 0,0 0 0 0 0,0-1 1 0 0,0 1-1 0 0,-1-1 0 0 0,1 0 1 0 0,-1 0-1 0 0,1-1 0 0 0,-1 1 1 0 0,8-7-1 0 0,-6 4 44 0 0,0 0 0 0 0,-1 0 0 0 0,1-1 0 0 0,-1 0 0 0 0,0 0 0 0 0,-1 0 0 0 0,1-1 0 0 0,-1 1 0 0 0,-1-1 0 0 0,1 0-1 0 0,-1 0 1 0 0,0 0 0 0 0,-1-1 0 0 0,1 1 0 0 0,-2-1 0 0 0,1 0 0 0 0,-1 1 0 0 0,0-1 0 0 0,-1 0 0 0 0,1 0 0 0 0,-2 1 0 0 0,1-1 0 0 0,-1 0 0 0 0,0 0 0 0 0,-1 1 0 0 0,0-1 0 0 0,0 1 0 0 0,0-1 0 0 0,-1 1 0 0 0,0 0 0 0 0,-1 0 0 0 0,0 0 0 0 0,0 0 0 0 0,0 1-1 0 0,-1 0 1 0 0,0-1 0 0 0,0 2 0 0 0,0-1 0 0 0,-1 1 0 0 0,0-1 0 0 0,0 2 0 0 0,0-1 0 0 0,-1 1 0 0 0,-7-5 0 0 0,9 7-287 0 0,1 1 0 0 0,-1-1 1 0 0,0 1-1 0 0,1-1 0 0 0,-1 1 0 0 0,0 1 0 0 0,0-1 0 0 0,0 1 0 0 0,0 0 1 0 0,0 0-1 0 0,0 0 0 0 0,0 1 0 0 0,0 0 0 0 0,1-1 0 0 0,-1 2 1 0 0,0-1-1 0 0,0 1 0 0 0,1-1 0 0 0,-1 1 0 0 0,-7 5 0 0 0,-1 1-1531 0 0,0 1-1 0 0,1 0 1 0 0,0 0 0 0 0,1 2-1 0 0,-15 14 1 0 0,17-9-664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3.8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85 1 5489 0 0,'21'35'6662'0'0,"-19"-30"-6405"0"0,1 1-1 0 0,-1 0 1 0 0,0 0-1 0 0,-1 0 1 0 0,1 1-1 0 0,-1-1 1 0 0,0 10-1 0 0,1 339 2311 0 0,-5-168-2340 0 0,5-145-357 0 0,-1-30-369 0 0,0 0 0 0 0,0 0 0 0 0,-1 0 0 0 0,-1 0 0 0 0,0 1 0 0 0,-1-1 0 0 0,-3 13 0 0 0,-2-36-3817 0 0,-4-20 2769 0 0,-41-106-880 0 0,10 28 2296 0 0,40 91 597 0 0,10 14 474 0 0,26 19 1191 0 0,-11-3-1460 0 0,-11-8-648 0 0,1 0-1 0 0,0-1 1 0 0,0-1 0 0 0,0 0 0 0 0,1 0-1 0 0,-1-2 1 0 0,0 0 0 0 0,1 0-1 0 0,-1-1 1 0 0,0-1 0 0 0,0 0 0 0 0,0 0-1 0 0,0-2 1 0 0,0 0 0 0 0,0 0 0 0 0,-1-1-1 0 0,0-1 1 0 0,0 0 0 0 0,0 0 0 0 0,17-13-1 0 0,-29 18-150 0 0,1 1-1 0 0,0-1 0 0 0,0 0 0 0 0,-1 1 0 0 0,1-1 1 0 0,0 0-1 0 0,-1 0 0 0 0,1 1 0 0 0,-1-1 1 0 0,1 0-1 0 0,-1 0 0 0 0,1 0 0 0 0,-1 0 1 0 0,1 0-1 0 0,-1 1 0 0 0,0-1 0 0 0,1 0 1 0 0,-1 0-1 0 0,0 0 0 0 0,0 0 0 0 0,0 0 1 0 0,0 0-1 0 0,0 0 0 0 0,0 0 0 0 0,0 0 0 0 0,0 0 1 0 0,0 0-1 0 0,-1 0 0 0 0,1 0 0 0 0,0 0 1 0 0,-1 0-1 0 0,1 0 0 0 0,0 0 0 0 0,-1 0 1 0 0,1 1-1 0 0,-1-1 0 0 0,0 0 0 0 0,1 0 1 0 0,-1 0-1 0 0,1 1 0 0 0,-1-1 0 0 0,0 0 1 0 0,0 1-1 0 0,1-1 0 0 0,-1 1 0 0 0,0-1 0 0 0,0 1 1 0 0,-1-1-1 0 0,-9-5-2141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4.1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67 1 2729 0 0,'-3'6'451'0'0,"-12"22"744"0"0,2 0 1 0 0,-13 44 0 0 0,24-65-993 0 0,0 1 0 0 0,0 0 0 0 0,0 0 0 0 0,1 0 1 0 0,1 0-1 0 0,-1 0 0 0 0,1 0 0 0 0,1 0 0 0 0,-1 0 0 0 0,1 0 0 0 0,1 0 0 0 0,-1 0 0 0 0,1 0 0 0 0,7 14 0 0 0,-7-19-50 0 0,0 0 0 0 0,1 0 0 0 0,-1 0 0 0 0,1 0 0 0 0,0 0 0 0 0,0-1 0 0 0,0 1 0 0 0,0-1 0 0 0,0 0 0 0 0,1 0 1 0 0,-1 0-1 0 0,1 0 0 0 0,-1-1 0 0 0,1 0 0 0 0,0 1 0 0 0,-1-1 0 0 0,1 0 0 0 0,0-1 0 0 0,0 1 0 0 0,0-1 0 0 0,0 0 0 0 0,0 0 0 0 0,-1 0 0 0 0,1 0 1 0 0,0 0-1 0 0,6-3 0 0 0,13 0 570 0 0,-1-2 1 0 0,-1 0 0 0 0,26-11 0 0 0,319-117 1973 0 0,-348 126-4457 0 0,-16 6 504 0 0,1 0 0 0 0,-1-1 0 0 0,1 1-1 0 0,-1-1 1 0 0,0 1 0 0 0,0-1 0 0 0,0 0 0 0 0,0 0 0 0 0,0 0 0 0 0,0 0 0 0 0,2-3 0 0 0,-1-3-1113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4.5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10 6169 0 0,'-3'-10'5239'0'0,"3"15"-3027"0"0,3 18-1693 0 0,-4 175 7 0 0,3-87-7140 0 0,-2-110 6510 0 0,0-1 0 0 0,0 0 0 0 0,0 1 0 0 0,0-1 1 0 0,0 0-1 0 0,0 1 0 0 0,-1-1 0 0 0,1 0 0 0 0,0 0 0 0 0,0 1 0 0 0,0-1 0 0 0,0 0 0 0 0,-1 0 0 0 0,1 1 1 0 0,0-1-1 0 0,0 0 0 0 0,-1 0 0 0 0,1 1 0 0 0,0-1 0 0 0,0 0 0 0 0,-1 0 0 0 0,1 0 0 0 0,0 0 0 0 0,-1 0 0 0 0,1 1 1 0 0,0-1-1 0 0,-1 0 0 0 0,1 0 0 0 0,0 0 0 0 0,-1 0 0 0 0,1 0 0 0 0,0 0 0 0 0,0 0 0 0 0,-1 0 0 0 0,1 0 1 0 0,0 0-1 0 0,-1 0 0 0 0,1 0 0 0 0,0 0 0 0 0,-1-1 0 0 0,1 1 0 0 0,0 0 0 0 0,-1 0 0 0 0,1 0 0 0 0,0 0 1 0 0,0 0-1 0 0,-1-1 0 0 0,1 1 0 0 0,0 0 0 0 0,0 0 0 0 0,-1 0 0 0 0,1-1 0 0 0,0 1 0 0 0,0 0 0 0 0,-1-1 0 0 0,-4-3-1824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5.0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26 150 4209 0 0,'-2'1'386'0'0,"0"1"1"0"0,-1 0 0 0 0,2 0-1 0 0,-1 0 1 0 0,0 0-1 0 0,0 0 1 0 0,1 0-1 0 0,-1 0 1 0 0,1 0-1 0 0,-1 1 1 0 0,1-1 0 0 0,0 1-1 0 0,0-1 1 0 0,0 1-1 0 0,-1 4 1 0 0,2-6-329 0 0,0 0 0 0 0,0-1 0 0 0,0 1 0 0 0,0-1 0 0 0,1 1 0 0 0,-1 0 0 0 0,0-1 0 0 0,0 1 1 0 0,0 0-1 0 0,1-1 0 0 0,-1 1 0 0 0,0-1 0 0 0,1 1 0 0 0,-1 0 0 0 0,0-1 0 0 0,1 1 0 0 0,-1-1 0 0 0,1 1 0 0 0,-1-1 0 0 0,1 0 1 0 0,-1 1-1 0 0,1-1 0 0 0,-1 1 0 0 0,2-1 0 0 0,26 4 1093 0 0,-10-5-646 0 0,-1-2-1 0 0,1 0 0 0 0,-1-1 0 0 0,1-1 0 0 0,-1 0 0 0 0,28-15 0 0 0,92-58 103 0 0,-18 8-2349 0 0,-117 69 1637 0 0,34-13-3026 0 0,-35 14 2950 0 0,-1-1 0 0 0,1 1 0 0 0,0 0 0 0 0,-1-1 0 0 0,1 1 0 0 0,0 0 0 0 0,0 0 0 0 0,0 0 0 0 0,-1 0-1 0 0,1 0 1 0 0,0 0 0 0 0,0 0 0 0 0,0 0 0 0 0,-1 0 0 0 0,1 0 0 0 0,0 0 0 0 0,0 0 0 0 0,-1 1 0 0 0,1-1 0 0 0,0 0 0 0 0,0 0 0 0 0,-1 1 0 0 0,1-1 0 0 0,0 1 0 0 0,-1-1 0 0 0,1 1 0 0 0,0-1 0 0 0,-1 1 0 0 0,1-1 0 0 0,-1 1 0 0 0,1-1 0 0 0,-1 1 0 0 0,1 0 0 0 0,-1-1 0 0 0,1 1 0 0 0,-1 0 0 0 0,0-1 0 0 0,1 1 0 0 0,-1 0 0 0 0,0 0 0 0 0,1 1 0 0 0,-6 8-1758 0 0,1-5 1092 0 0,1 8-663 0 0</inkml:trace>
  <inkml:trace contextRef="#ctx0" brushRef="#br0" timeOffset="1">286 350 2849 0 0,'-5'7'659'0'0,"0"1"0"0"0,1 0 1 0 0,0 0-1 0 0,0 1 0 0 0,1-1 0 0 0,0 1 1 0 0,0 0-1 0 0,-1 9 0 0 0,4-16-613 0 0,0 0-1 0 0,-1 0 0 0 0,1 0 0 0 0,0 0 1 0 0,0 0-1 0 0,1 0 0 0 0,-1 0 0 0 0,0 0 1 0 0,0 0-1 0 0,1 0 0 0 0,0-1 0 0 0,-1 1 0 0 0,1 0 1 0 0,0 0-1 0 0,0 0 0 0 0,0-1 0 0 0,0 1 1 0 0,0 0-1 0 0,0-1 0 0 0,0 1 0 0 0,0-1 1 0 0,1 0-1 0 0,-1 1 0 0 0,1-1 0 0 0,-1 0 1 0 0,1 0-1 0 0,-1 0 0 0 0,1 0 0 0 0,0 0 1 0 0,-1 0-1 0 0,1 0 0 0 0,0 0 0 0 0,0-1 1 0 0,0 1-1 0 0,0-1 0 0 0,0 1 0 0 0,-1-1 1 0 0,1 0-1 0 0,0 0 0 0 0,0 0 0 0 0,0 0 0 0 0,0 0 1 0 0,4-1-1 0 0,5 0 244 0 0,1 0 0 0 0,-1-1-1 0 0,1-1 1 0 0,-1 0 0 0 0,0 0 0 0 0,0-1 0 0 0,0-1 0 0 0,0 0-1 0 0,-1 0 1 0 0,0-1 0 0 0,18-13 0 0 0,-21 15-106 0 0,-1-1 1 0 0,0 0-1 0 0,0 0 0 0 0,-1-1 1 0 0,1 1-1 0 0,-1-1 0 0 0,0 0 1 0 0,-1-1-1 0 0,1 1 0 0 0,-1-1 1 0 0,-1 0-1 0 0,1 0 0 0 0,-1 0 1 0 0,0 0-1 0 0,-1-1 0 0 0,0 1 1 0 0,0-1-1 0 0,1-13 0 0 0,-3 17-151 0 0,0 1 0 0 0,-1-1 0 0 0,0 1 0 0 0,1-1 0 0 0,-1 1 0 0 0,-1-1 0 0 0,1 1 0 0 0,0 0 0 0 0,-1 0 0 0 0,0 0 0 0 0,1 0 0 0 0,-1 0 0 0 0,0 0 0 0 0,-1 0 0 0 0,1 0 0 0 0,0 1 0 0 0,-1-1 0 0 0,0 1 0 0 0,1 0 0 0 0,-1 0-1 0 0,0 0 1 0 0,0 0 0 0 0,0 0 0 0 0,0 1 0 0 0,-1-1 0 0 0,1 1 0 0 0,0 0 0 0 0,-7-2 0 0 0,6 2-320 0 0,-1 0 0 0 0,0 0-1 0 0,1 0 1 0 0,-1 1 0 0 0,0-1 0 0 0,1 1-1 0 0,-1 0 1 0 0,0 1 0 0 0,0-1 0 0 0,1 1 0 0 0,-1 0-1 0 0,0 0 1 0 0,1 0 0 0 0,-1 1 0 0 0,1 0-1 0 0,0-1 1 0 0,-1 2 0 0 0,1-1 0 0 0,0 0-1 0 0,0 1 1 0 0,-4 3 0 0 0,-40 45-8018 0 0,38-40 5384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5.4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1 4009 0 0,'-2'2'4476'0'0,"-8"10"-2948"0"0,9 12-1134 0 0,1-1 0 0 0,1 0-1 0 0,1 0 1 0 0,10 45 0 0 0,32 88-211 0 0,-35-127-1068 0 0,2 0 0 0 0,1-1 0 0 0,26 44 0 0 0,-25-59-2471 0 0,-10-26 1303 0 0,-9-29 470 0 0,6 39 1481 0 0,2-5-989 0 0</inkml:trace>
  <inkml:trace contextRef="#ctx0" brushRef="#br0" timeOffset="1">29 179 1336 0 0,'0'0'44'0'0,"0"0"-1"0"0,-1 0 1 0 0,1 0-1 0 0,0 0 1 0 0,0-1-1 0 0,0 1 1 0 0,0 0-1 0 0,0 0 1 0 0,-1 0-1 0 0,1 0 1 0 0,0 0-1 0 0,0 0 1 0 0,0 0-1 0 0,0 0 1 0 0,0 0-1 0 0,0-1 1 0 0,-1 1 0 0 0,1 0-1 0 0,0 0 1 0 0,0 0-1 0 0,0 0 1 0 0,0 0-1 0 0,0-1 1 0 0,0 1-1 0 0,0 0 1 0 0,0 0-1 0 0,0 0 1 0 0,0 0-1 0 0,0 0 1 0 0,0-1-1 0 0,0 1 1 0 0,0 0-1 0 0,0 0 1 0 0,0 0-1 0 0,0 0 1 0 0,0-1-1 0 0,0 1 1 0 0,0 0-1 0 0,0 0 1 0 0,0 0-1 0 0,0 0 1 0 0,0 0-1 0 0,0-1 1 0 0,0 1-1 0 0,0 0 1 0 0,0 0-1 0 0,0 0 1 0 0,1 0-1 0 0,-1 0 1 0 0,0 0-1 0 0,0-1 1 0 0,0 1-1 0 0,0 0 1 0 0,0 0-1 0 0,0 0 1 0 0,1 0 0 0 0,-1 0-1 0 0,0 0 1 0 0,0 0-1 0 0,0 0 1 0 0,0 0-1 0 0,1-1 1 0 0,15 2 2005 0 0,20 8 719 0 0,-26-7-2413 0 0,0 1 1 0 0,0-1-1 0 0,0-1 0 0 0,0 0 0 0 0,17 0 1 0 0,-23-1-533 0 0,1-1 1 0 0,-1 1 0 0 0,1-1-1 0 0,-1 1 1 0 0,1-2 0 0 0,-1 1-1 0 0,1 0 1 0 0,-1-1 0 0 0,0 0-1 0 0,0 0 1 0 0,1 0 0 0 0,-1 0-1 0 0,-1-1 1 0 0,8-5 0 0 0,-11 7-98 0 0,1-1 0 0 0,0 0-1 0 0,0 0 1 0 0,-1 0 0 0 0,1 0 0 0 0,-1 0 0 0 0,1 0 0 0 0,-1 0 0 0 0,0 0-1 0 0,0 0 1 0 0,0 0 0 0 0,0 0 0 0 0,0 0 0 0 0,-1 0 0 0 0,1 0 0 0 0,0 0 0 0 0,-1 0-1 0 0,0 0 1 0 0,-1-2 0 0 0,1-1-52 0 0,0-8-1631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5.8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28 6593 0 0,'-5'12'1369'0'0,"1"1"0"0"0,1 0 0 0 0,-3 20 0 0 0,1 44-121 0 0,7-41-1291 0 0,2 0 0 0 0,9 43 0 0 0,-12-75 10 0 0,0-1 0 0 0,0 1 0 0 0,0 0 1 0 0,0-1-1 0 0,1 1 0 0 0,0 0 0 0 0,-1-1 0 0 0,1 0 0 0 0,1 1 0 0 0,2 3 0 0 0,-5-7-7 0 0,1 0-1 0 0,-1 1 0 0 0,1-1 0 0 0,-1 1 1 0 0,1-1-1 0 0,-1 0 0 0 0,1 1 1 0 0,-1-1-1 0 0,1 0 0 0 0,-1 0 0 0 0,1 1 1 0 0,-1-1-1 0 0,1 0 0 0 0,0 0 1 0 0,-1 0-1 0 0,1 0 0 0 0,-1 0 1 0 0,1 0-1 0 0,0 0 0 0 0,-1 0 0 0 0,1 0 1 0 0,-1 0-1 0 0,1 0 0 0 0,0 0 1 0 0,0-1-1 0 0,1 1-72 0 0,-1-1 1 0 0,0 0-1 0 0,1-1 1 0 0,-1 1-1 0 0,0 0 1 0 0,0 0 0 0 0,0 0-1 0 0,0-1 1 0 0,0 1-1 0 0,0-1 1 0 0,0 1-1 0 0,0 0 1 0 0,0-1-1 0 0,0-1 1 0 0,2-5-301 0 0,0-1 0 0 0,-1 1 0 0 0,0 0-1 0 0,0-1 1 0 0,-1 0 0 0 0,0 1 0 0 0,0-1 0 0 0,-1 0 0 0 0,0 1 0 0 0,-1-1 0 0 0,0 0 0 0 0,0 1 0 0 0,-5-17 0 0 0,-4-8 187 0 0,-2 1 0 0 0,-20-39 0 0 0,3 6 1734 0 0,28 64-1412 0 0,1 1-1 0 0,0-1 1 0 0,0 1 0 0 0,0-1 0 0 0,0 1 0 0 0,0-1 0 0 0,1 0-1 0 0,-1 1 1 0 0,0-1 0 0 0,0 1 0 0 0,0-1 0 0 0,0 1 0 0 0,1-1 0 0 0,-1 1-1 0 0,0-1 1 0 0,0 1 0 0 0,1-1 0 0 0,-1 1 0 0 0,0-1 0 0 0,1 1-1 0 0,-1 0 1 0 0,1-1 0 0 0,-1 1 0 0 0,0-1 0 0 0,1 1 0 0 0,-1 0-1 0 0,1-1 1 0 0,-1 1 0 0 0,1 0 0 0 0,-1 0 0 0 0,1-1 0 0 0,-1 1 0 0 0,1 0-1 0 0,0 0 1 0 0,-1 0 0 0 0,1 0 0 0 0,-1 0 0 0 0,1 0 0 0 0,-1 0-1 0 0,1 0 1 0 0,-1 0 0 0 0,1 0 0 0 0,0 0 0 0 0,-1 0 0 0 0,1 0-1 0 0,-1 0 1 0 0,1 0 0 0 0,-1 1 0 0 0,2-1 0 0 0,35 5 3525 0 0,-34-4-3226 0 0,71 5 3007 0 0,-56-6-2974 0 0,-1 1 0 0 0,0 1 0 0 0,35 7 1 0 0,-50-7-425 0 0,1-1 1 0 0,0 0-1 0 0,0 1 1 0 0,-1-1-1 0 0,1 1 1 0 0,-1 0-1 0 0,1 0 1 0 0,-1 0-1 0 0,0 0 1 0 0,0 0 0 0 0,0 1-1 0 0,0-1 1 0 0,0 1-1 0 0,0-1 1 0 0,-1 1-1 0 0,1 0 1 0 0,-1 0-1 0 0,1-1 1 0 0,-1 1-1 0 0,0 0 1 0 0,-1 0-1 0 0,1 0 1 0 0,0 0-1 0 0,-1 0 1 0 0,0 0-1 0 0,1 1 1 0 0,-1-1-1 0 0,0 0 1 0 0,-1 0 0 0 0,1 0-1 0 0,-2 6 1 0 0,1 1-249 0 0,-1-1 0 0 0,-1 1 0 0 0,1 0 1 0 0,-1-1-1 0 0,-1 0 0 0 0,0 1 1 0 0,0-2-1 0 0,-10 16 0 0 0,2-9 83 0 0,-1-1 0 0 0,-1-1 0 0 0,0-1-1 0 0,0 0 1 0 0,-2 0 0 0 0,1-2 0 0 0,-1 0-1 0 0,-1 0 1 0 0,1-2 0 0 0,-29 11 0 0 0,45-19 181 0 0,0 0 1 0 0,-1 0 0 0 0,1 0-1 0 0,0 0 1 0 0,-1 0 0 0 0,1 0-1 0 0,0 0 1 0 0,0 0 0 0 0,-1 0-1 0 0,1 0 1 0 0,0 0 0 0 0,-1 0-1 0 0,1 1 1 0 0,0-1 0 0 0,0 0-1 0 0,-1 0 1 0 0,1 0 0 0 0,0 0-1 0 0,0 1 1 0 0,-1-1 0 0 0,1 0-1 0 0,0 0 1 0 0,0 1 0 0 0,0-1-1 0 0,0 0 1 0 0,-1 0 0 0 0,1 1-1 0 0,0-1 1 0 0,0 0 0 0 0,0 1-1 0 0,0-1 1 0 0,0 0 0 0 0,0 0-1 0 0,0 1 1 0 0,0-1 0 0 0,0 0-1 0 0,0 1 1 0 0,0 0 0 0 0,12 4 1028 0 0,19 0 482 0 0,-13-7-1258 0 0,-1-1 0 0 0,0 0 0 0 0,0-1 0 0 0,-1-1 0 0 0,1-1 0 0 0,16-8 0 0 0,-23 9-780 0 0,-1 1 1 0 0,-1-2 0 0 0,1 1 0 0 0,-1-1-1 0 0,0 0 1 0 0,0-1 0 0 0,7-7 0 0 0,-13 10-420 0 0,1 1 0 0 0,-1-1 0 0 0,0 1 0 0 0,0-1 0 0 0,0 0 1 0 0,-1 1-1 0 0,1-1 0 0 0,-1 0 0 0 0,0 0 0 0 0,0 0 1 0 0,0 0-1 0 0,-1-1 0 0 0,1-3 0 0 0,2-6-1756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6.3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59 5649 0 0,'-12'12'8827'0'0,"38"-21"-6157"0"0,-3 2-1927 0 0,46-16 606 0 0,13-2-1171 0 0,-26 19-3033 0 0,-93 15-5604 0 0,14-2 6256 0 0,-33 11-838 0 0,49-15 3282 0 0,1 0-1 0 0,-1 1 0 0 0,1 0 0 0 0,0 0 1 0 0,-9 8-1 0 0,12-9 43 0 0,0 0-1 0 0,0 0 1 0 0,0 1 0 0 0,1-1-1 0 0,-1 1 1 0 0,1-1 0 0 0,0 1-1 0 0,0 0 1 0 0,0 0 0 0 0,1 0-1 0 0,0 0 1 0 0,-1 0 0 0 0,1 0-1 0 0,0 1 1 0 0,1-1-1 0 0,-1 0 1 0 0,1 0 0 0 0,0 1-1 0 0,0-1 1 0 0,0 0 0 0 0,1 0-1 0 0,-1 1 1 0 0,1-1 0 0 0,3 8-1 0 0,-4-9-130 0 0,2 1-1 0 0,-1-1 0 0 0,0 1 0 0 0,1-1 0 0 0,-1 0 0 0 0,1 0 0 0 0,0 1 0 0 0,0-1 0 0 0,0-1 0 0 0,0 1 0 0 0,1 0 0 0 0,-1 0 0 0 0,1-1 1 0 0,0 1-1 0 0,0-1 0 0 0,0 0 0 0 0,0 0 0 0 0,0 0 0 0 0,0 0 0 0 0,6 2 0 0 0,-3-3-17 0 0,0 1-1 0 0,0-1 1 0 0,0 0-1 0 0,0-1 1 0 0,0 1-1 0 0,0-1 1 0 0,0 0-1 0 0,0-1 1 0 0,0 0-1 0 0,1 0 1 0 0,9-2-1 0 0,-7 0-356 0 0,1 0-1 0 0,-1 0 1 0 0,1-1-1 0 0,-1-1 1 0 0,0 1-1 0 0,-1-1 1 0 0,1-1-1 0 0,-1 1 1 0 0,0-1-1 0 0,0-1 1 0 0,-1 0-1 0 0,0 0 1 0 0,0 0-1 0 0,-1-1 1 0 0,8-10-1 0 0,-12 13-567 0 0,0 0-1 0 0,-1-1 0 0 0,1 1 0 0 0,-1 0 0 0 0,0-1 0 0 0,0 1 1 0 0,-1 0-1 0 0,1-1 0 0 0,-1 1 0 0 0,-1-11 0 0 0,1-17-1704 0 0,4 23 1377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6.7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68 115 736 0 0,'-15'-26'1412'0'0,"-15"-27"1457"0"0,8 18 2049 0 0,21 49 748 0 0,9 68-4791 0 0,35 168-471 0 0,-3-85-5728 0 0,-30-120 1635 0 0,-8-16-2332 0 0,-3-24 4335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7.1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33 3 5121 0 0,'-2'1'243'0'0,"-1"0"-1"0"0,1 1 1 0 0,0-1-1 0 0,0 1 0 0 0,0 0 1 0 0,0 0-1 0 0,0 0 1 0 0,0 0-1 0 0,1 0 1 0 0,-1 0-1 0 0,1 0 1 0 0,-1 1-1 0 0,1-1 1 0 0,0 0-1 0 0,0 1 1 0 0,0-1-1 0 0,0 1 1 0 0,0-1-1 0 0,1 1 0 0 0,-1-1 1 0 0,1 5-1 0 0,0-3-70 0 0,0 1-1 0 0,0 0 0 0 0,1 0 1 0 0,0 0-1 0 0,0-1 0 0 0,0 1 0 0 0,1-1 1 0 0,-1 1-1 0 0,1-1 0 0 0,0 1 1 0 0,4 4-1 0 0,-2-1 67 0 0,1-1 0 0 0,0 0 0 0 0,0-1 0 0 0,1 1 0 0 0,-1-1 0 0 0,1 0 0 0 0,1 0 0 0 0,-1-1 0 0 0,1 0 0 0 0,0 0 0 0 0,0-1 0 0 0,1 0 0 0 0,11 5 0 0 0,-8-6 38 0 0,-1-2 1 0 0,1 1-1 0 0,0-1 0 0 0,0-1 0 0 0,0 0 0 0 0,0-1 0 0 0,0 0 0 0 0,-1 0 0 0 0,1-1 0 0 0,0-1 0 0 0,10-3 1 0 0,19-8 356 0 0,59-31 0 0 0,-19 8-320 0 0,-24 8-447 0 0,-28 2-5219 0 0,-27 26 5031 0 0,-1 0 0 0 0,0 0 0 0 0,0 0 0 0 0,0 0 1 0 0,0 0-1 0 0,0 0 0 0 0,0 0 0 0 0,0 1 0 0 0,0-1 1 0 0,0 0-1 0 0,0 0 0 0 0,0 0 0 0 0,0 0 0 0 0,-1 0 1 0 0,1 0-1 0 0,0 0 0 0 0,-1 1 0 0 0,1-1 0 0 0,-1 0 1 0 0,1 0-1 0 0,-1 0 0 0 0,1 1 0 0 0,-1-1 0 0 0,1 0 1 0 0,-1 1-1 0 0,-1-2 0 0 0,-1-2-804 0 0,-2-6-2940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7.8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46 290 1856 0 0,'-3'1'289'0'0,"0"0"0"0"0,0 0-1 0 0,0 0 1 0 0,1 0 0 0 0,-1 1-1 0 0,0-1 1 0 0,1 1 0 0 0,-1 0-1 0 0,1 0 1 0 0,-1 0 0 0 0,1 0-1 0 0,0 0 1 0 0,-3 4-1 0 0,4-4-210 0 0,0 0 0 0 0,0 0 0 0 0,0 0 0 0 0,1 1 0 0 0,-1-1 0 0 0,0 0 0 0 0,1 0-1 0 0,0 1 1 0 0,-1-1 0 0 0,1 0 0 0 0,0 1 0 0 0,0-1 0 0 0,0 1 0 0 0,1-1 0 0 0,-1 0-1 0 0,1 0 1 0 0,-1 1 0 0 0,1-1 0 0 0,0 0 0 0 0,-1 0 0 0 0,1 0 0 0 0,2 3 0 0 0,0 1 42 0 0,1 0 1 0 0,0 0-1 0 0,1 0 1 0 0,-1 0-1 0 0,1-1 1 0 0,0 0 0 0 0,0 0-1 0 0,1 0 1 0 0,-1-1-1 0 0,1 0 1 0 0,0 0 0 0 0,0 0-1 0 0,11 4 1 0 0,-4-4 146 0 0,1-1 1 0 0,-1 0-1 0 0,1-1 0 0 0,0-1 1 0 0,0 0-1 0 0,0-1 1 0 0,0 0-1 0 0,0-1 1 0 0,0-1-1 0 0,0 0 1 0 0,0 0-1 0 0,-1-2 1 0 0,1 0-1 0 0,-1 0 0 0 0,0-1 1 0 0,20-11-1 0 0,-17 8-41 0 0,0-1-1 0 0,0-1 0 0 0,-1 0 0 0 0,0-1 0 0 0,-1-1 0 0 0,0 0 0 0 0,-1-1 1 0 0,0 0-1 0 0,-1-1 0 0 0,-1 0 0 0 0,0-1 0 0 0,11-20 0 0 0,-19 28-133 0 0,1 0 0 0 0,-2 0 0 0 0,1 0 0 0 0,-1 0 0 0 0,0 0 0 0 0,0-1 0 0 0,-1 1-1 0 0,0-1 1 0 0,-1 1 0 0 0,1-1 0 0 0,-1 1 0 0 0,-1-1 0 0 0,0 1 0 0 0,0-1 0 0 0,0 1 0 0 0,-1 0 0 0 0,0-1-1 0 0,0 1 1 0 0,-1 0 0 0 0,1 0 0 0 0,-5-6 0 0 0,3 7-96 0 0,0 0-1 0 0,0 1 1 0 0,-1 0-1 0 0,1 0 1 0 0,-1 0-1 0 0,0 0 1 0 0,0 1-1 0 0,-1 0 1 0 0,0 0 0 0 0,1 0-1 0 0,-1 1 1 0 0,0-1-1 0 0,-1 1 1 0 0,1 1-1 0 0,0 0 1 0 0,-1-1-1 0 0,0 2 1 0 0,1-1 0 0 0,-1 1-1 0 0,0 0 1 0 0,0 1-1 0 0,0-1 1 0 0,-7 2-1 0 0,5-1-47 0 0,1 1 0 0 0,-1 0 0 0 0,1 0 1 0 0,-1 1-1 0 0,1 0 0 0 0,0 0 0 0 0,-1 1 0 0 0,1 0 0 0 0,0 1 0 0 0,1 0 0 0 0,-1 0 0 0 0,1 0 0 0 0,0 1 0 0 0,0 0 0 0 0,-9 9 0 0 0,7-5 5 0 0,1 1 0 0 0,0 0 0 0 0,1 0 0 0 0,0 1 0 0 0,1 0 0 0 0,0 0 0 0 0,1 0 0 0 0,0 1 0 0 0,-6 20 0 0 0,4-4-18 0 0,2 0 1 0 0,1 0-1 0 0,1 0 1 0 0,1 1-1 0 0,1-1 1 0 0,2 0 0 0 0,1 1-1 0 0,10 47 1 0 0,-9-59 54 0 0,2-1 1 0 0,0 0 0 0 0,0 0-1 0 0,2 0 1 0 0,0-1-1 0 0,1 1 1 0 0,0-2 0 0 0,1 1-1 0 0,1-2 1 0 0,19 23 0 0 0,-23-30 23 0 0,1 1 1 0 0,0-2 0 0 0,0 1 0 0 0,0-1-1 0 0,1 0 1 0 0,0 0 0 0 0,0-1 0 0 0,0 0-1 0 0,0-1 1 0 0,1 0 0 0 0,0 0 0 0 0,-1 0-1 0 0,1-1 1 0 0,0-1 0 0 0,0 0 0 0 0,0 0-1 0 0,0 0 1 0 0,0-1 0 0 0,0-1 0 0 0,0 1-1 0 0,14-4 1 0 0,-11 1 8 0 0,1 0-1 0 0,-1-1 1 0 0,1-1 0 0 0,-1 0 0 0 0,-1 0-1 0 0,1-1 1 0 0,-1-1 0 0 0,14-10 0 0 0,-9 5-558 0 0,-2-1 0 0 0,0 0 0 0 0,-1-1 1 0 0,0-1-1 0 0,13-18 0 0 0,-10 8-1036 0 0,0-1-1 0 0,-2-1 1 0 0,0-1-1 0 0,-2 0 1 0 0,-1 0-1 0 0,13-60 1 0 0,-14 48 101 0 0,2 2 55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8.2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4 1768 0 0,'0'-1'94'0'0,"0"1"-1"0"0,-1 0 0 0 0,1 0 0 0 0,0-1 1 0 0,0 1-1 0 0,0 0 0 0 0,-1 0 0 0 0,1 0 1 0 0,0-1-1 0 0,0 1 0 0 0,-1 0 0 0 0,1 0 0 0 0,0 0 1 0 0,-1 0-1 0 0,1 0 0 0 0,0 0 0 0 0,0 0 1 0 0,-1-1-1 0 0,1 1 0 0 0,0 0 0 0 0,-1 0 1 0 0,1 0-1 0 0,0 0 0 0 0,-1 0 0 0 0,1 0 1 0 0,0 0-1 0 0,-1 1 0 0 0,1-1 0 0 0,0 0 0 0 0,0 0 1 0 0,-1 0-1 0 0,1 0 0 0 0,0 0 0 0 0,-1 0 1 0 0,1 0-1 0 0,0 1 0 0 0,0-1 0 0 0,-1 0 1 0 0,1 0-1 0 0,0 0 0 0 0,0 1 0 0 0,0-1 1 0 0,-1 0-1 0 0,1 0 0 0 0,0 1 0 0 0,0-1 1 0 0,0 0-1 0 0,0 0 0 0 0,-1 1 0 0 0,1-1 0 0 0,0 0 1 0 0,0 1-1 0 0,0-1 0 0 0,0 0 0 0 0,0 1 1 0 0,0-1-1 0 0,0 1 0 0 0,-5 32 2345 0 0,5 40-187 0 0,36 218 1947 0 0,-10-115-3123 0 0,-16-75 530 0 0,-4-182-1296 0 0,-6 70-331 0 0,-1-22 221 0 0,2 0-1 0 0,1 1 0 0 0,2-1 1 0 0,9-42-1 0 0,-11 67-162 0 0,0 1 0 0 0,1-1 0 0 0,-1 1 1 0 0,1 0-1 0 0,1-1 0 0 0,0 2 0 0 0,0-1 0 0 0,0 0 0 0 0,1 1 0 0 0,-1 0 1 0 0,2 0-1 0 0,-1 0 0 0 0,1 0 0 0 0,0 1 0 0 0,0 0 0 0 0,0 0 1 0 0,1 1-1 0 0,-1 0 0 0 0,1 0 0 0 0,0 0 0 0 0,0 1 0 0 0,1 0 1 0 0,13-3-1 0 0,-4 3-529 0 0,-1 1 1 0 0,1 1 0 0 0,-1 0-1 0 0,24 3 1 0 0,14-1-4761 0 0,0-7-3969 0 0,-30-8 6192 0 0,-14 14 2235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8.6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42 856 0 0,'-22'-17'1041'0'0,"18"13"-692"0"0,0 1 1 0 0,0 0-1 0 0,0 0 1 0 0,-1 0-1 0 0,1 0 1 0 0,-8-2 0 0 0,13 47 5015 0 0,13 23-3042 0 0,26 79 1 0 0,6 21-92 0 0,-30-69 143 0 0,-16-125-1896 0 0,1-1-1 0 0,4-29 1 0 0,-3 35-407 0 0,1-5-70 0 0,2 0-1 0 0,0 1 0 0 0,17-50 1 0 0,-19 68-18 0 0,0 1-1 0 0,1-1 1 0 0,1 1 0 0 0,0 0-1 0 0,0 0 1 0 0,0 0 0 0 0,1 1 0 0 0,1 0-1 0 0,-1 0 1 0 0,1 0 0 0 0,1 1-1 0 0,-1 0 1 0 0,1 0 0 0 0,10-6-1 0 0,-11 11-300 0 0,0-1-1 0 0,0 1 0 0 0,0 0 1 0 0,0 1-1 0 0,0-1 1 0 0,0 2-1 0 0,1-1 0 0 0,-1 1 1 0 0,0 0-1 0 0,1 0 0 0 0,-1 1 1 0 0,0 0-1 0 0,0 0 0 0 0,11 4 1 0 0,-11-3-590 0 0,0 0 1 0 0,0-1-1 0 0,0 0 0 0 0,1 0 1 0 0,-1 0-1 0 0,0-1 1 0 0,0 0-1 0 0,1-1 0 0 0,-1 0 1 0 0,0 0-1 0 0,0 0 0 0 0,0-1 1 0 0,13-4-1 0 0,-1-1-1372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9.0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270 126 2072 0 0,'-45'28'1438'0'0,"0"-2"0"0"0,-2-1-1 0 0,-61 21 1 0 0,107-45-1374 0 0,-1-1 0 0 0,1 0 0 0 0,0 1 1 0 0,0-1-1 0 0,-1 1 0 0 0,1 0 0 0 0,0-1 0 0 0,0 1 0 0 0,0 0 0 0 0,0 0 0 0 0,0 0 0 0 0,0 0 1 0 0,0 0-1 0 0,0 0 0 0 0,0 0 0 0 0,0 0 0 0 0,1 0 0 0 0,-1 0 0 0 0,0 0 0 0 0,1 0 1 0 0,-1 1-1 0 0,1-1 0 0 0,-1 0 0 0 0,1 0 0 0 0,0 1 0 0 0,-1-1 0 0 0,1 0 0 0 0,0 1 1 0 0,0 1-1 0 0,0 0-28 0 0,1 1 0 0 0,0-1 0 0 0,0 0 0 0 0,0 0 0 0 0,1 1 1 0 0,-1-1-1 0 0,1 0 0 0 0,-1 0 0 0 0,1 0 0 0 0,0 0 0 0 0,3 3 1 0 0,6 6-7 0 0,0 0 0 0 0,0-1 0 0 0,2 0 0 0 0,14 9 1 0 0,-20-14 171 0 0,1-1 1 0 0,0-1 0 0 0,0 0 0 0 0,1 0-1 0 0,-1 0 1 0 0,1-1 0 0 0,0-1 0 0 0,0 1 0 0 0,0-1-1 0 0,0-1 1 0 0,0 0 0 0 0,0 0 0 0 0,1-1-1 0 0,-1 0 1 0 0,0 0 0 0 0,0-1 0 0 0,1 0 0 0 0,-1-1-1 0 0,12-3 1 0 0,-14 2 40 0 0,1-1 0 0 0,0 1-1 0 0,-1-1 1 0 0,0-1 0 0 0,0 1 0 0 0,0-1 0 0 0,0 0-1 0 0,-1-1 1 0 0,1 0 0 0 0,-2 0 0 0 0,1 0-1 0 0,-1-1 1 0 0,0 1 0 0 0,0-1 0 0 0,0 0 0 0 0,-1-1-1 0 0,-1 1 1 0 0,1-1 0 0 0,-1 0 0 0 0,0 0-1 0 0,2-11 1 0 0,-3 8-61 0 0,0-1-1 0 0,-1 1 0 0 0,-1 0 0 0 0,0-1 1 0 0,0 1-1 0 0,-1 0 0 0 0,-1-1 1 0 0,0 1-1 0 0,0 0 0 0 0,-1 0 1 0 0,-1 0-1 0 0,1 1 0 0 0,-2-1 0 0 0,-6-11 1 0 0,8 16-164 0 0,0-1 0 0 0,-1 1 0 0 0,0-1 0 0 0,0 1 0 0 0,-1 1 0 0 0,0-1 0 0 0,0 0 0 0 0,0 1 0 0 0,-1 0 0 0 0,0 1 0 0 0,1-1 0 0 0,-2 1 0 0 0,1 0 0 0 0,0 0 0 0 0,-1 1 0 0 0,0 0 0 0 0,0 0 0 0 0,0 0 0 0 0,0 1 0 0 0,0 0 0 0 0,0 1 0 0 0,-9-1 0 0 0,3 1-303 0 0,0 2 0 0 0,0 0 1 0 0,0 0-1 0 0,0 1 0 0 0,1 1 0 0 0,-1 0 0 0 0,1 1 0 0 0,-15 6 0 0 0,22-8-192 0 0,-1 1-1 0 0,1 0 0 0 0,0 0 0 0 0,0 1 0 0 0,0-1 0 0 0,1 1 1 0 0,-1 0-1 0 0,-6 8 0 0 0,9-9-212 0 0,0 1 0 0 0,-1-1 0 0 0,1 1 0 0 0,1-1 0 0 0,-1 1 0 0 0,0 0 0 0 0,1 0 0 0 0,0 0 0 0 0,0 0 0 0 0,0 0 1 0 0,0 0-1 0 0,1 0 0 0 0,-1 7 0 0 0,2 0-1700 0 0,6 1-559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40:09.5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3673 0 0,'8'7'3612'0'0,"-6"-6"-3201"0"0,-1 1-1 0 0,1-1 1 0 0,-1 0-1 0 0,1 1 1 0 0,-1 0-1 0 0,0-1 1 0 0,0 1-1 0 0,1 0 1 0 0,-1-1-1 0 0,-1 1 1 0 0,1 0-1 0 0,0 0 1 0 0,0 0-1 0 0,0 2 1 0 0,37 192 4160 0 0,-12-49-4217 0 0,2-34-286 0 0,-12-55-31 0 0,-2 1 1 0 0,11 117-1 0 0,-25-166-39 0 0,-1 0 0 0 0,0-1 0 0 0,-1 1 0 0 0,0 0 0 0 0,-3 9 0 0 0,4-17-12 0 0,1 0 0 0 0,-1 0 1 0 0,0 0-1 0 0,0-1 0 0 0,1 1 0 0 0,-1-1 1 0 0,0 1-1 0 0,-1 0 0 0 0,1-1 1 0 0,0 0-1 0 0,0 1 0 0 0,-1-1 0 0 0,1 0 1 0 0,-3 2-1 0 0,3-2-6 0 0,0-1-1 0 0,0 0 1 0 0,0 0-1 0 0,0 0 1 0 0,0 0-1 0 0,0 0 1 0 0,0 0-1 0 0,0 0 1 0 0,0 0 0 0 0,-1 0-1 0 0,1 0 1 0 0,0-1-1 0 0,0 1 1 0 0,0 0-1 0 0,0-1 1 0 0,0 1-1 0 0,1-1 1 0 0,-1 1 0 0 0,0-1-1 0 0,0 1 1 0 0,0-1-1 0 0,0 0 1 0 0,0 0-1 0 0,1 1 1 0 0,-1-1-1 0 0,0 0 1 0 0,1 0 0 0 0,-2-1-1 0 0,-3-6 27 0 0,0 0 0 0 0,0 0 0 0 0,1 0 0 0 0,0-1 0 0 0,0 1 0 0 0,1-1 0 0 0,0 0 0 0 0,1 0 0 0 0,0 0 0 0 0,0-1 0 0 0,1 1 0 0 0,0-13 0 0 0,0-16 521 0 0,6-61-1 0 0,-3 72-300 0 0,2 0 0 0 0,1 1-1 0 0,1 0 1 0 0,1 0 0 0 0,2 0 0 0 0,0 1 0 0 0,1 1-1 0 0,2-1 1 0 0,14-22 0 0 0,-14 30-79 0 0,0 1 0 0 0,1 0 0 0 0,0 0 0 0 0,2 1-1 0 0,-1 1 1 0 0,2 1 0 0 0,0 0 0 0 0,0 1 0 0 0,2 0 0 0 0,-1 2 0 0 0,1 0 0 0 0,27-11 0 0 0,-41 20-177 0 0,13-6 106 0 0,0 1 0 0 0,30-7 0 0 0,-43 12-152 0 0,-1 0 0 0 0,1 1 0 0 0,-1-1 0 0 0,0 1 0 0 0,1 0 0 0 0,-1 0 0 0 0,1 0 0 0 0,-1 0 0 0 0,1 0 0 0 0,-1 1 0 0 0,1 0 0 0 0,-1 0 0 0 0,0 0 0 0 0,1 0 0 0 0,-1 0 0 0 0,0 1 0 0 0,0-1 0 0 0,0 1 0 0 0,0 0 0 0 0,0 0 0 0 0,3 3 0 0 0,-4-3-97 0 0,-1-1 0 0 0,0 1-1 0 0,0 0 1 0 0,0 0 0 0 0,-1 0 0 0 0,1 0 0 0 0,0 0 0 0 0,-1 0 0 0 0,1 0-1 0 0,-1 0 1 0 0,0 0 0 0 0,1 0 0 0 0,-1 0 0 0 0,0 0 0 0 0,0 0-1 0 0,-1 0 1 0 0,1 0 0 0 0,0 0 0 0 0,-1 3 0 0 0,-16 45-3519 0 0,5-17-1124 0 0,5-16-487 0 0,8-9 2071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0.8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4217 0 0,'-2'15'4724'0'0,"-2"61"-2893"0"0,20 193 486 0 0,-10-222-3008 0 0,3 0-1 0 0,2-1 1 0 0,27 75 0 0 0,-38-121 640 0 0,0 0 1 0 0,0 0 0 0 0,0 1 0 0 0,0-1 0 0 0,-1 0 0 0 0,1 0 0 0 0,0 1-1 0 0,0-1 1 0 0,0 0 0 0 0,0 0 0 0 0,1 0 0 0 0,-1 1 0 0 0,0-1 0 0 0,0 0 0 0 0,0 0-1 0 0,0 1 1 0 0,0-1 0 0 0,0 0 0 0 0,0 0 0 0 0,0 0 0 0 0,0 0 0 0 0,0 1 0 0 0,1-1-1 0 0,-1 0 1 0 0,0 0 0 0 0,0 0 0 0 0,0 0 0 0 0,0 1 0 0 0,0-1 0 0 0,1 0-1 0 0,-1 0 1 0 0,0 0 0 0 0,0 0 0 0 0,0 0 0 0 0,1 0 0 0 0,-1 0 0 0 0,0 1 0 0 0,0-1-1 0 0,0 0 1 0 0,1 0 0 0 0,-1 0 0 0 0,0 0 0 0 0,0 0 0 0 0,1 0 0 0 0,-1 0 0 0 0,0 0-1 0 0,0 0 1 0 0,0 0 0 0 0,1 0 0 0 0,-1 0 0 0 0,0 0 0 0 0,0-1 0 0 0,0 1-1 0 0,1 0 1 0 0,-1 0 0 0 0,0 0 0 0 0,0 0 0 0 0,0 0 0 0 0,1-1 0 0 0,5-17-1479 0 0,-2-27 204 0 0,-4 29 1009 0 0,-1 0-1 0 0,-1 0 0 0 0,-1 0 1 0 0,0 1-1 0 0,0-1 0 0 0,-2 1 1 0 0,0-1-1 0 0,-13-25 0 0 0,6 15-895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1.2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11 373 1320 0 0,'-1'1'133'0'0,"-1"1"0"0"0,1 0 0 0 0,0-1 0 0 0,0 1-1 0 0,1 0 1 0 0,-1 0 0 0 0,0 0 0 0 0,1 0 0 0 0,-1 0-1 0 0,1 0 1 0 0,-1 0 0 0 0,1 0 0 0 0,0 0 0 0 0,0 0-1 0 0,0 0 1 0 0,0 0 0 0 0,0 0 0 0 0,1 0 0 0 0,-1 0-1 0 0,0 0 1 0 0,1 0 0 0 0,0 0 0 0 0,-1 0 0 0 0,1 0-1 0 0,0 0 1 0 0,0-1 0 0 0,0 1 0 0 0,0 0 0 0 0,0 0 0 0 0,1-1-1 0 0,-1 1 1 0 0,2 1 0 0 0,0-1 27 0 0,1 0 0 0 0,-1-1 0 0 0,1 0 0 0 0,-1 1 0 0 0,1-1 0 0 0,-1 0 1 0 0,1 0-1 0 0,-1-1 0 0 0,1 1 0 0 0,0-1 0 0 0,0 0 0 0 0,-1 0 0 0 0,1 0 0 0 0,0-1 0 0 0,-1 1 0 0 0,1-1 0 0 0,4-1 1 0 0,31-10-85 0 0,0-2 1 0 0,-1-1-1 0 0,53-32 1 0 0,-40 22-2560 0 0,-49 23 2209 0 0,1 1 0 0 0,0 0 0 0 0,-1-1 0 0 0,0 1 1 0 0,1-1-1 0 0,-1 0 0 0 0,0 0 0 0 0,0 0 0 0 0,0 0 0 0 0,0 0 0 0 0,0 0 0 0 0,0-1 0 0 0,-1 1 1 0 0,1 0-1 0 0,0-4 0 0 0,6-4-1296 0 0</inkml:trace>
  <inkml:trace contextRef="#ctx0" brushRef="#br0" timeOffset="1">467 1 2905 0 0,'-1'4'409'0'0,"1"0"1"0"0,-1 0-1 0 0,1 1 1 0 0,0-1 0 0 0,1 1-1 0 0,-1-1 1 0 0,1 0-1 0 0,0 0 1 0 0,2 7-1 0 0,1 12 691 0 0,7 109 1421 0 0,3 38-1901 0 0,-7-1-3349 0 0,-12-119 170 0 0,5-48 2412 0 0,-1 0 1 0 0,1-1-1 0 0,-1 1 0 0 0,0-1 1 0 0,1 1-1 0 0,-1-1 1 0 0,0 1-1 0 0,0-1 0 0 0,0 0 1 0 0,0 1-1 0 0,0-1 0 0 0,0 0 1 0 0,0 0-1 0 0,0 1 0 0 0,0-1 1 0 0,-1 0-1 0 0,1 0 0 0 0,0-1 1 0 0,-1 1-1 0 0,1 0 1 0 0,-1 0-1 0 0,1-1 0 0 0,-1 1 1 0 0,1 0-1 0 0,-1-1 0 0 0,0 0 1 0 0,-1 1-1 0 0,-7 1-1284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1.6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 53 2873 0 0,'-2'2'349'0'0,"-27"42"2584"0"0,28-42-2759 0 0,0 1 1 0 0,-1-1 0 0 0,1 1 0 0 0,0-1-1 0 0,1 1 1 0 0,-1-1 0 0 0,0 1 0 0 0,1 0 0 0 0,-1-1-1 0 0,1 1 1 0 0,0 0 0 0 0,0-1 0 0 0,0 1 0 0 0,0 0-1 0 0,1-1 1 0 0,0 6 0 0 0,0-7-122 0 0,0 0 1 0 0,0-1-1 0 0,0 1 0 0 0,0-1 1 0 0,0 1-1 0 0,-1-1 1 0 0,1 1-1 0 0,0-1 0 0 0,0 1 1 0 0,0-1-1 0 0,0 0 1 0 0,0 0-1 0 0,0 0 0 0 0,0 1 1 0 0,0-1-1 0 0,0 0 0 0 0,0 0 1 0 0,1 0-1 0 0,-1 0 1 0 0,0-1-1 0 0,0 1 0 0 0,0 0 1 0 0,0 0-1 0 0,0-1 1 0 0,0 1-1 0 0,0 0 0 0 0,-1-1 1 0 0,1 1-1 0 0,2-2 0 0 0,31-13 662 0 0,-33 14-665 0 0,70-39 903 0 0,-51 26-588 0 0,1 2-1 0 0,-1 0 1 0 0,2 2 0 0 0,0 0 0 0 0,0 1 0 0 0,0 2 0 0 0,1 0 0 0 0,33-5 0 0 0,-54 12-338 0 0,0 0 0 0 0,-1 0 0 0 0,1 0 0 0 0,0 0 0 0 0,-1 0 0 0 0,1 0 0 0 0,-1 0 0 0 0,1 1 0 0 0,0-1 0 0 0,-1 1 1 0 0,1-1-1 0 0,-1 1 0 0 0,1 0 0 0 0,-1 0 0 0 0,1-1 0 0 0,-1 1 0 0 0,0 0 0 0 0,0 0 0 0 0,1 0 0 0 0,-1 1 0 0 0,0-1 0 0 0,0 0 0 0 0,0 0 1 0 0,1 2-1 0 0,0 1 13 0 0,0 0 1 0 0,0 0 0 0 0,-1 0 0 0 0,1 0 0 0 0,-1 0 0 0 0,0 0 0 0 0,0 1 0 0 0,0-1-1 0 0,-1 5 1 0 0,1 12-52 0 0,-2 0-1 0 0,-5 40 1 0 0,5-55-52 0 0,-1 11-84 0 0,-5 23-3185 0 0,7-39 3078 0 0,-1 0 1 0 0,1 0-1 0 0,-1 0 1 0 0,0-1-1 0 0,1 1 1 0 0,-1 0-1 0 0,0 0 1 0 0,1-1-1 0 0,-1 1 1 0 0,0 0-1 0 0,0-1 1 0 0,1 1-1 0 0,-1-1 1 0 0,0 1-1 0 0,0-1 1 0 0,0 1-1 0 0,0-1 1 0 0,0 0-1 0 0,0 1 1 0 0,0-1-1 0 0,0 0 1 0 0,0 0-1 0 0,0 0 1 0 0,0 0-1 0 0,0 0 1 0 0,0 0-1 0 0,0 0 1 0 0,0 0-1 0 0,0 0 1 0 0,0 0-1 0 0,0-1 1 0 0,0 1-1 0 0,0 0 1 0 0,0-1-1 0 0,-1 0 1 0 0,-9-2-1177 0 0,3 3-628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2.0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18 201 3449 0 0,'-2'1'215'0'0,"1"0"1"0"0,-1 0 0 0 0,1 1-1 0 0,0-1 1 0 0,0 0-1 0 0,-1 1 1 0 0,1-1 0 0 0,0 1-1 0 0,0 0 1 0 0,0-1-1 0 0,1 1 1 0 0,-1 0 0 0 0,0 0-1 0 0,1-1 1 0 0,-1 1 0 0 0,0 3-1 0 0,1-4-106 0 0,1 0 0 0 0,-1-1 0 0 0,0 1 0 0 0,1 0-1 0 0,-1-1 1 0 0,0 1 0 0 0,1-1 0 0 0,-1 1 0 0 0,1 0 0 0 0,-1-1 0 0 0,1 1 0 0 0,-1-1-1 0 0,1 1 1 0 0,0-1 0 0 0,-1 0 0 0 0,1 1 0 0 0,-1-1 0 0 0,1 0 0 0 0,0 1 0 0 0,-1-1-1 0 0,1 0 1 0 0,0 0 0 0 0,0 1 0 0 0,-1-1 0 0 0,1 0 0 0 0,0 0 0 0 0,1 0-1 0 0,6 1 308 0 0,0-1 0 0 0,0-1-1 0 0,1 1 1 0 0,-1-1 0 0 0,0 0-1 0 0,9-3 1 0 0,60-21 990 0 0,144-66 1 0 0,13-6-1434 0 0,-161 75-5062 0 0,-102 33-312 0 0,-42 27 1409 0 0,47-25 2760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2.3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54 26 776 0 0,'-35'26'2839'0'0,"34"-26"-2677"0"0,0 1 0 0 0,-1 0 0 0 0,1 0 1 0 0,0 0-1 0 0,0 1 0 0 0,-1-1 0 0 0,1 0 0 0 0,0 0 1 0 0,0 1-1 0 0,0-1 0 0 0,1 0 0 0 0,-1 1 0 0 0,0-1 1 0 0,0 1-1 0 0,1-1 0 0 0,-1 1 0 0 0,1-1 1 0 0,-1 1-1 0 0,1 0 0 0 0,0-1 0 0 0,0 1 0 0 0,-1 3 1 0 0,3-4 17 0 0,-1 0 1 0 0,1 1 0 0 0,-1-1-1 0 0,1 0 1 0 0,-1 0 0 0 0,1 0 0 0 0,0 0-1 0 0,0 0 1 0 0,-1 0 0 0 0,1 0-1 0 0,0-1 1 0 0,0 1 0 0 0,0-1 0 0 0,0 1-1 0 0,0-1 1 0 0,0 0 0 0 0,0 1-1 0 0,-1-1 1 0 0,1 0 0 0 0,2-1 0 0 0,44-1 1165 0 0,-45 2-1221 0 0,36-6 503 0 0,-1-1 0 0 0,0-2 0 0 0,0-2 1 0 0,-1-1-1 0 0,-1-2 0 0 0,41-21 0 0 0,-76 34-615 0 0,-1 1 0 0 0,1-1 0 0 0,-1 1 0 0 0,1 0 1 0 0,0 0-1 0 0,-1-1 0 0 0,1 1 0 0 0,0 0 0 0 0,-1 0 0 0 0,1 0 0 0 0,0 0 0 0 0,-1 0 1 0 0,1 0-1 0 0,0 0 0 0 0,-1 0 0 0 0,1 0 0 0 0,0 0 0 0 0,-1 0 0 0 0,1 0 0 0 0,0 0 1 0 0,-1 1-1 0 0,1-1 0 0 0,-1 0 0 0 0,1 0 0 0 0,0 1 0 0 0,-1-1 0 0 0,1 0 0 0 0,-1 1 1 0 0,1-1-1 0 0,-1 1 0 0 0,1-1 0 0 0,-1 1 0 0 0,1-1 0 0 0,-1 1 0 0 0,1-1 0 0 0,-1 1 1 0 0,0-1-1 0 0,1 1 0 0 0,-1-1 0 0 0,0 1 0 0 0,0 0 0 0 0,1-1 0 0 0,-1 1 0 0 0,0 0 1 0 0,0-1-1 0 0,0 1 0 0 0,0-1 0 0 0,0 1 0 0 0,0 0 0 0 0,0 0 0 0 0,0-1 0 0 0,0 1 1 0 0,0 0-1 0 0,0-1 0 0 0,0 1 0 0 0,-1 0 0 0 0,-5 54 67 0 0,4-39-19 0 0,-21 162-1387 0 0,2-61-7188 0 0,20-112 4765 0 0,14 7 744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2.7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117 1 4137 0 0,'-6'52'5166'0'0,"-17"36"-3333"0"0,2-4-1046 0 0,-9 88-347 0 0,0-1-3721 0 0,31-186-958 0 0,-3-19 2162 0 0,1-1 1459 0 0,-3-202 278 0 0,4 237 406 0 0,0-1-1 0 0,-1 0 0 0 0,1 1 0 0 0,0-1 0 0 0,0 0 1 0 0,0 1-1 0 0,0-1 0 0 0,0 0 0 0 0,0 0 1 0 0,1 1-1 0 0,-1-1 0 0 0,0 0 0 0 0,0 1 0 0 0,0-1 1 0 0,1 1-1 0 0,-1-1 0 0 0,0 0 0 0 0,1 1 1 0 0,-1-1-1 0 0,0 1 0 0 0,1-1 0 0 0,-1 1 0 0 0,1-1 1 0 0,-1 1-1 0 0,1-1 0 0 0,-1 1 0 0 0,1-1 0 0 0,-1 1 1 0 0,1 0-1 0 0,-1-1 0 0 0,1 1 0 0 0,0 0 1 0 0,0-1-1 0 0,22 9 1951 0 0,18 27 365 0 0,6 16-1233 0 0,89 86-151 0 0,-119-122-1473 0 0,1-1 0 0 0,1-1 1 0 0,0-1-1 0 0,0-1 0 0 0,1 0 0 0 0,33 12 1 0 0,-50-22 254 0 0,1 0 1 0 0,0 0 0 0 0,-1 0 0 0 0,1-1 0 0 0,0 1-1 0 0,0-1 1 0 0,0 0 0 0 0,6-1 0 0 0,-9 1 146 0 0,0 0 1 0 0,0 0 0 0 0,1 0 0 0 0,-1-1-1 0 0,0 1 1 0 0,0 0 0 0 0,0-1 0 0 0,0 1-1 0 0,0-1 1 0 0,0 1 0 0 0,0-1-1 0 0,0 0 1 0 0,0 1 0 0 0,0-1 0 0 0,-1 0-1 0 0,1 0 1 0 0,0 1 0 0 0,0-1 0 0 0,-1 0-1 0 0,1 0 1 0 0,0 0 0 0 0,-1 0-1 0 0,1 0 1 0 0,-1 0 0 0 0,1 0 0 0 0,-1 0-1 0 0,1 0 1 0 0,-1 0 0 0 0,0-1 0 0 0,0 1-1 0 0,0 0 1 0 0,1 0 0 0 0,-1 0 0 0 0,0-1-1 0 0,-2-19-858 0 0,5 2-491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33.1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2377 0 0,'12'170'3264'0'0,"0"-26"-2340"0"0,1 147-1067 0 0,21-2-4001 0 0,-30-270 3428 0 0,1-2-518 0 0</inkml:trace>
  <inkml:trace contextRef="#ctx0" brushRef="#br0" timeOffset="1">13 391 2489 0 0,'5'1'717'0'0,"1"1"0"0"0,-1 0 1 0 0,1 0-1 0 0,-1 0 0 0 0,0 1 1 0 0,0-1-1 0 0,0 1 0 0 0,7 6 1 0 0,8 4 386 0 0,-6-6-903 0 0,1-1 0 0 0,0-1 1 0 0,0 0-1 0 0,0-1 0 0 0,0-1 0 0 0,1 0 0 0 0,-1-1 1 0 0,1-1-1 0 0,0-1 0 0 0,-1 0 0 0 0,1 0 1 0 0,20-5-1 0 0,18-5-1786 0 0,0-2 0 0 0,58-22-1 0 0,-111 34 1552 0 0,53-24-3567 0 0,-28 12 535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5.8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1 146 2601 0 0,'1'-8'484'0'0,"0"0"0"0"0,0 0 0 0 0,1 1 0 0 0,0-1 0 0 0,1 1 0 0 0,-1-1 0 0 0,6-9 0 0 0,-4 9 162 0 0,0 1-1 0 0,-1-1 1 0 0,-1 1 0 0 0,1-1-1 0 0,-1 0 1 0 0,-1 0 0 0 0,2-13-1 0 0,17 486 2316 0 0,-25-437-2830 0 0,4-16 61 0 0,22-28 84 0 0,6-7-79 0 0,2 1 0 0 0,0 2 1 0 0,2 0-1 0 0,0 3 0 0 0,1 0 0 0 0,1 2 1 0 0,45-14-1 0 0,-35 15-1221 0 0,2 2 0 0 0,84-10 0 0 0,-129 22 892 0 0,1-1 0 0 0,-1 1 0 0 0,1 0 0 0 0,0 0 0 0 0,-1 0 0 0 0,1-1 0 0 0,-1 1 0 0 0,1 0-1 0 0,0 0 1 0 0,-1 0 0 0 0,1 0 0 0 0,0 0 0 0 0,-1 0 0 0 0,1 0 0 0 0,0 0 0 0 0,-1 1 0 0 0,1-1 0 0 0,-1 0 0 0 0,1 0 0 0 0,0 0-1 0 0,-1 1 1 0 0,1-1 0 0 0,-1 0 0 0 0,1 1 0 0 0,-1-1 0 0 0,1 0 0 0 0,-1 1 0 0 0,1-1 0 0 0,-1 1 0 0 0,1-1 0 0 0,-1 1 0 0 0,1-1-1 0 0,-1 1 1 0 0,0-1 0 0 0,1 1 0 0 0,-1-1 0 0 0,0 1 0 0 0,0 0 0 0 0,1-1 0 0 0,-1 1 0 0 0,0-1 0 0 0,0 1 0 0 0,0 0-1 0 0,0-1 1 0 0,0 1 0 0 0,0 0 0 0 0,0-1 0 0 0,0 1 0 0 0,0 0 0 0 0,0-1 0 0 0,0 1 0 0 0,0-1 0 0 0,0 1 0 0 0,-1 1 0 0 0,-17 30-4265 0 0,10-17 2730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6.2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15 743 2937 0 0,'-2'-5'232'0'0,"-1"1"1"0"0,1 0 0 0 0,1-1 0 0 0,-1 1 0 0 0,1-1-1 0 0,0 1 1 0 0,0-1 0 0 0,0 0 0 0 0,1 0 0 0 0,-1 1-1 0 0,1-1 1 0 0,0 0 0 0 0,0 0 0 0 0,1 1 0 0 0,0-1-1 0 0,0 0 1 0 0,0 1 0 0 0,0-1 0 0 0,1 0 0 0 0,-1 1 0 0 0,4-6-1 0 0,6-15 416 0 0,2 1 0 0 0,22-34-1 0 0,-24 41-168 0 0,22-35 154 0 0,2 2 0 0 0,3 2 0 0 0,1 1 0 0 0,66-60 0 0 0,-86 89-522 0 0,1 1 1 0 0,1 1 0 0 0,1 1 0 0 0,0 0 0 0 0,1 2-1 0 0,0 1 1 0 0,1 1 0 0 0,1 1 0 0 0,-1 1 0 0 0,2 1-1 0 0,-1 1 1 0 0,48-6 0 0 0,-57 12-82 0 0,-1 0 0 0 0,1 1 0 0 0,-1 1 0 0 0,1 1 1 0 0,-1 0-1 0 0,0 1 0 0 0,0 1 0 0 0,0 0 0 0 0,0 1 0 0 0,0 0 0 0 0,27 15 0 0 0,-32-13-22 0 0,0-1 0 0 0,-1 2 0 0 0,1-1 0 0 0,-1 1 0 0 0,-1 0 0 0 0,1 1 0 0 0,-1 0 0 0 0,-1 1 0 0 0,0-1 0 0 0,0 1-1 0 0,-1 1 1 0 0,0-1 0 0 0,-1 1 0 0 0,0 0 0 0 0,6 21 0 0 0,1 74-731 0 0,-8-108 629 0 0,-1-1 1 0 0,1 1-1 0 0,-1-1 0 0 0,0 0 0 0 0,0 0 0 0 0,0 0 1 0 0,0 0-1 0 0,3-5 0 0 0,13-18 62 0 0,0 2-1 0 0,1 1 1 0 0,2 0 0 0 0,0 2-1 0 0,1 0 1 0 0,2 2 0 0 0,46-29-1 0 0,-33 28 78 0 0,1 2 1 0 0,1 2-1 0 0,1 1 0 0 0,0 3 0 0 0,0 1 0 0 0,2 2 1 0 0,55-5-1 0 0,-20 8 92 0 0,0 3 1 0 0,0 4 0 0 0,90 12-1 0 0,-52 8-93 0 0,14 2-564 0 0,-114-21-223 0 0,0-1 1 0 0,0-1-1 0 0,0 0 1 0 0,0-1-1 0 0,30-6 1 0 0,-42 6 238 0 0,0 0 0 0 0,1-1 1 0 0,-1 0-1 0 0,0 0 0 0 0,0 0 1 0 0,0-1-1 0 0,0 1 0 0 0,0-1 0 0 0,5-5 1 0 0,5-3-2289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6.9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1 3577 0 0,'0'0'120'0'0,"-1"-1"0"0"0,1 1 1 0 0,0 0-1 0 0,0 0 0 0 0,-1 0 0 0 0,1 0 1 0 0,0 0-1 0 0,0 0 0 0 0,-1 0 0 0 0,1 0 1 0 0,0 0-1 0 0,0 1 0 0 0,0-1 0 0 0,-1 0 1 0 0,1 0-1 0 0,0 0 0 0 0,0 0 0 0 0,-1 0 1 0 0,1 0-1 0 0,0 0 0 0 0,0 1 0 0 0,0-1 1 0 0,-1 0-1 0 0,1 0 0 0 0,0 0 1 0 0,0 0-1 0 0,0 1 0 0 0,0-1 0 0 0,-1 0 1 0 0,1 0-1 0 0,0 0 0 0 0,0 1 0 0 0,0-1 1 0 0,0 0-1 0 0,0 0 0 0 0,0 1 0 0 0,0-1 1 0 0,0 0-1 0 0,0 0 0 0 0,0 1 0 0 0,0-1 1 0 0,0 0-1 0 0,0 0 0 0 0,0 1 0 0 0,0-1 1 0 0,-7 26 1085 0 0,-3 30-1300 0 0,7-27 32 0 0,1 0 0 0 0,3 34 0 0 0,5 17-3729 0 0,-6-79 3672 0 0,0 0 0 0 0,0 0 0 0 0,0-1 0 0 0,0 1 0 0 0,0 0-1 0 0,0 0 1 0 0,0 0 0 0 0,0 0 0 0 0,0-1 0 0 0,-1 1 0 0 0,1 0 0 0 0,0 0 0 0 0,0-1 0 0 0,-1 1 0 0 0,1 0-1 0 0,0 0 1 0 0,-1-1 0 0 0,1 1 0 0 0,-1 0 0 0 0,1-1 0 0 0,-1 1 0 0 0,1-1 0 0 0,-1 1 0 0 0,0 0 0 0 0,1-1 0 0 0,-1 1-1 0 0,0-1 1 0 0,1 0 0 0 0,-1 1 0 0 0,0-1 0 0 0,1 0 0 0 0,-3 1 0 0 0,-1 0-1603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7.4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21 149 2024 0 0,'-19'12'2520'0'0,"19"-12"-2459"0"0,-1 1 0 0 0,1-1 0 0 0,0 0 0 0 0,0 1 0 0 0,0-1 0 0 0,0 1 0 0 0,0-1 0 0 0,0 1-1 0 0,0-1 1 0 0,0 0 0 0 0,0 1 0 0 0,0-1 0 0 0,0 1 0 0 0,0-1 0 0 0,0 1 0 0 0,0-1 0 0 0,1 0 0 0 0,-1 1 0 0 0,0-1 0 0 0,0 1 0 0 0,0-1 0 0 0,1 0-1 0 0,-1 1 1 0 0,0-1 0 0 0,0 0 0 0 0,1 1 0 0 0,-1-1 0 0 0,0 0 0 0 0,1 1 0 0 0,1 0 93 0 0,0 1-1 0 0,1-1 1 0 0,-1 1 0 0 0,1-1-1 0 0,-1 0 1 0 0,1 0 0 0 0,-1 0-1 0 0,1 0 1 0 0,-1-1 0 0 0,1 1-1 0 0,0-1 1 0 0,-1 1 0 0 0,4-1-1 0 0,12-3 319 0 0,0 0 1 0 0,0-2-1 0 0,0 0 0 0 0,-1 0 0 0 0,0-2 0 0 0,0 0 1 0 0,31-20-1 0 0,-17 12-121 0 0,158-93 2627 0 0,-193 111-2882 0 0,0 1-1 0 0,0 0 1 0 0,1 0 0 0 0,-1 0-1 0 0,1 0 1 0 0,-5 7 0 0 0,-5 7-173 0 0,-36 34-457 0 0,18-20 2 0 0,2 2 1 0 0,0 1-1 0 0,-28 47 1 0 0,57-82 519 0 0,0 0 1 0 0,0 0-1 0 0,0 0 0 0 0,0 0 1 0 0,0 0-1 0 0,0 0 1 0 0,0 0-1 0 0,0 0 0 0 0,0-1 1 0 0,0 1-1 0 0,0 0 1 0 0,1 0-1 0 0,-1 0 0 0 0,0 0 1 0 0,0 0-1 0 0,0 0 0 0 0,0 0 1 0 0,0 0-1 0 0,0 0 1 0 0,0 0-1 0 0,0 0 0 0 0,0 0 1 0 0,1 0-1 0 0,-1 0 1 0 0,0 0-1 0 0,0 0 0 0 0,0 0 1 0 0,0 0-1 0 0,0 0 0 0 0,0 0 1 0 0,0 0-1 0 0,0 0 1 0 0,1 0-1 0 0,-1 0 0 0 0,0 0 1 0 0,0 0-1 0 0,0 0 1 0 0,0 0-1 0 0,0 0 0 0 0,0 0 1 0 0,0 0-1 0 0,0 1 0 0 0,0-1 1 0 0,0 0-1 0 0,1 0 1 0 0,-1 0-1 0 0,0 0 0 0 0,0 0 1 0 0,0 0-1 0 0,0 0 1 0 0,0 0-1 0 0,0 0 0 0 0,0 0 1 0 0,0 1-1 0 0,0-1 0 0 0,17-11-29 0 0,18-14 470 0 0,-28 19-321 0 0,1 1 0 0 0,1 0 1 0 0,-1 0-1 0 0,1 0 0 0 0,-1 1 0 0 0,1 1 0 0 0,1 0 0 0 0,-1 0 1 0 0,0 0-1 0 0,1 1 0 0 0,-1 1 0 0 0,14-1 0 0 0,5 2-2 0 0,1 1 0 0 0,51 9 0 0 0,-34-3-123 0 0,-33-5 621 0 0,18 4-4710 0 0,-34 1 669 0 0,-19 4 731 0 0,13-8 1926 0 0,-11 8-715 0 0,10 12-352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7.8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10 184 2753 0 0,'-1'1'145'0'0,"0"0"1"0"0,0 1 0 0 0,0-1 0 0 0,0 1 0 0 0,0 0 0 0 0,1-1-1 0 0,-1 1 1 0 0,1-1 0 0 0,-1 1 0 0 0,1 0 0 0 0,-1 0 0 0 0,1-1 0 0 0,0 3-1 0 0,0-3-67 0 0,0-1 0 0 0,0 1-1 0 0,0 0 1 0 0,1-1-1 0 0,-1 1 1 0 0,0-1 0 0 0,0 1-1 0 0,1-1 1 0 0,-1 1-1 0 0,0 0 1 0 0,1-1 0 0 0,-1 1-1 0 0,1-1 1 0 0,-1 0-1 0 0,0 1 1 0 0,1-1 0 0 0,-1 1-1 0 0,1-1 1 0 0,0 0-1 0 0,-1 1 1 0 0,1-1 0 0 0,-1 0-1 0 0,1 1 1 0 0,0-1-1 0 0,5 1 280 0 0,0 0 0 0 0,0 0-1 0 0,-1 0 1 0 0,1-1-1 0 0,0 0 1 0 0,8-1 0 0 0,-11 1-302 0 0,49-5 555 0 0,0-2 1 0 0,0-2-1 0 0,-1-3 0 0 0,0-2 0 0 0,-1-2 1 0 0,0-3-1 0 0,74-38 0 0 0,-119 54-578 0 0,3 0 31 0 0,0-1 0 0 0,0 0-1 0 0,-1 0 1 0 0,1-1 0 0 0,-1 0 0 0 0,0-1 0 0 0,0 1 0 0 0,-1-1 0 0 0,0 0 0 0 0,0-1 0 0 0,6-7 0 0 0,-12 14-49 0 0,0-1-1 0 0,0 1 0 0 0,0 0 1 0 0,0 0-1 0 0,1-1 1 0 0,-1 1-1 0 0,0 0 0 0 0,0 0 1 0 0,0-1-1 0 0,0 1 0 0 0,0 0 1 0 0,0-1-1 0 0,0 1 1 0 0,0 0-1 0 0,0-1 0 0 0,0 1 1 0 0,0 0-1 0 0,0 0 1 0 0,0-1-1 0 0,0 1 0 0 0,0 0 1 0 0,0-1-1 0 0,0 1 0 0 0,0 0 1 0 0,-1 0-1 0 0,1-1 1 0 0,0 1-1 0 0,0 0 0 0 0,0-1 1 0 0,0 1-1 0 0,-1 0 1 0 0,1 0-1 0 0,0 0 0 0 0,0-1 1 0 0,0 1-1 0 0,-1 0 1 0 0,1 0-1 0 0,0 0 0 0 0,0-1 1 0 0,-1 1-1 0 0,1 0 0 0 0,0 0 1 0 0,-1 0-1 0 0,-18 0 228 0 0,-18 11-215 0 0,30-7-46 0 0,0 0-1 0 0,1 0 1 0 0,-1 1-1 0 0,1-1 1 0 0,0 2-1 0 0,0-1 1 0 0,0 1-1 0 0,1 0 1 0 0,0 0-1 0 0,0 0 1 0 0,1 0-1 0 0,0 1 1 0 0,0 0-1 0 0,0 0 1 0 0,1 0-1 0 0,0 1 1 0 0,0-1-1 0 0,1 1 0 0 0,0-1 1 0 0,0 1-1 0 0,1 0 1 0 0,-1 15-1 0 0,0 14-54 0 0,2 0 0 0 0,1 0 0 0 0,9 55 0 0 0,-9-84 63 0 0,1 4-77 0 0,19 116-1168 0 0,-18-116 775 0 0,0 0 1 0 0,1 0-1 0 0,1 0 0 0 0,0 0 1 0 0,1-1-1 0 0,0 0 0 0 0,0 0 1 0 0,9 11-1 0 0,-15-21 409 0 0,0-1 1 0 0,1 1-1 0 0,-1-1 1 0 0,0 1-1 0 0,1 0 1 0 0,-1-1-1 0 0,0 1 1 0 0,1-1-1 0 0,-1 1 1 0 0,0-1-1 0 0,1 1 1 0 0,-1-1-1 0 0,1 1 1 0 0,-1-1-1 0 0,1 1 1 0 0,0-1-1 0 0,-1 0 0 0 0,1 1 1 0 0,-1-1-1 0 0,1 0 1 0 0,0 1-1 0 0,-1-1 1 0 0,1 0-1 0 0,-1 0 1 0 0,1 0-1 0 0,0 0 1 0 0,-1 0-1 0 0,1 1 1 0 0,0-1-1 0 0,-1 0 1 0 0,1-1-1 0 0,0 1 1 0 0,-1 0-1 0 0,1 0 0 0 0,0 0 1 0 0,-1 0-1 0 0,1 0 1 0 0,0-1-1 0 0,-1 1 1 0 0,1 0-1 0 0,0 0 1 0 0,-1-1-1 0 0,1 1 1 0 0,-1-1-1 0 0,1 1 1 0 0,-1 0-1 0 0,1-1 1 0 0,-1 1-1 0 0,1-1 1 0 0,0 0-1 0 0,11-34-2557 0 0,-8 12 517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8.2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0 141 3185 0 0,'6'-5'431'0'0,"1"1"-1"0"0,-1 0 1 0 0,1 0 0 0 0,0 1 0 0 0,0 0 0 0 0,0 0 0 0 0,12-2-1 0 0,23-11 427 0 0,145-75 5273 0 0,-187 91-6087 0 0,1-1 1 0 0,-1 1-1 0 0,0 0 1 0 0,0 0-1 0 0,1 0 1 0 0,-1-1-1 0 0,0 1 1 0 0,1 0-1 0 0,-1 0 1 0 0,0 0 0 0 0,1 0-1 0 0,-1 0 1 0 0,0 0-1 0 0,1 0 1 0 0,-1 0-1 0 0,0-1 1 0 0,1 1-1 0 0,-1 0 1 0 0,1 1-1 0 0,-1-1 1 0 0,0 0 0 0 0,1 0-1 0 0,-1 0 1 0 0,0 0-1 0 0,1 0 1 0 0,-1 0-1 0 0,0 0 1 0 0,1 0-1 0 0,-1 1 1 0 0,0-1-1 0 0,1 0 1 0 0,-1 0 0 0 0,0 0-1 0 0,0 1 1 0 0,1-1-1 0 0,-1 0 1 0 0,0 0-1 0 0,0 1 1 0 0,1-1-1 0 0,-1 1 1 0 0,-1 19 686 0 0,-20 32-622 0 0,17-42 8 0 0,-38 89-133 0 0,-19 50-1123 0 0,31-48-2535 0 0,29-98 3354 0 0,1 0-1 0 0,-1 0 0 0 0,1-1 1 0 0,0 1-1 0 0,0 0 1 0 0,0 0-1 0 0,0 0 1 0 0,0-1-1 0 0,2 6 0 0 0,-2-7 235 0 0,0-1-1 0 0,1 1 0 0 0,-1-1 1 0 0,0 1-1 0 0,1-1 0 0 0,-1 1 1 0 0,0-1-1 0 0,1 1 0 0 0,-1-1 1 0 0,1 0-1 0 0,-1 1 0 0 0,1-1 1 0 0,-1 1-1 0 0,1-1 0 0 0,-1 0 1 0 0,1 0-1 0 0,-1 1 0 0 0,1-1 1 0 0,-1 0-1 0 0,1 0 0 0 0,0 0 0 0 0,-1 1 1 0 0,1-1-1 0 0,-1 0 0 0 0,1 0 1 0 0,0 0-1 0 0,-1 0 0 0 0,1 0 1 0 0,-1 0-1 0 0,1 0 0 0 0,0-1 1 0 0,-1 1-1 0 0,1 0 0 0 0,-1 0 1 0 0,1 0-1 0 0,-1 0 0 0 0,1-1 1 0 0,0 1-1 0 0,-1 0 0 0 0,1-1 1 0 0,-1 1-1 0 0,0 0 0 0 0,1-1 1 0 0,-1 1-1 0 0,1-1 0 0 0,-1 1 1 0 0,1-1-1 0 0,-1 1 0 0 0,0 0 1 0 0,1-1-1 0 0,-1 0 0 0 0,15-9-985 0 0,14 7-844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2:39:48.7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60 1752 0 0,'0'-5'349'0'0,"5"-49"2587"0"0,-2 53-1393 0 0,0 11-623 0 0,0 11 179 0 0,48 453 3287 0 0,-20-327-4272 0 0,-25-128-293 0 0,0 1-1 0 0,2-1 1 0 0,0-1 0 0 0,1 1 0 0 0,14 21 0 0 0,-22-39 82 0 0,0 0 0 0 0,-1 1 0 0 0,1-1 0 0 0,0 0 0 0 0,0 1 0 0 0,0-1 0 0 0,0 0 0 0 0,0 0 0 0 0,0 0 0 0 0,1 0 0 0 0,-1 0 0 0 0,0 0 0 0 0,0 0 0 0 0,1-1 0 0 0,-1 1 0 0 0,0 0 0 0 0,1-1 0 0 0,-1 1 0 0 0,3 0 0 0 0,-3-1-11 0 0,0-1 1 0 0,-1 1-1 0 0,1 0 0 0 0,0-1 1 0 0,-1 1-1 0 0,1-1 1 0 0,0 1-1 0 0,-1-1 0 0 0,1 1 1 0 0,0-1-1 0 0,-1 1 0 0 0,1-1 1 0 0,-1 0-1 0 0,1 1 1 0 0,-1-1-1 0 0,1 0 0 0 0,-1 0 1 0 0,0 1-1 0 0,1-1 1 0 0,-1 0-1 0 0,0 0 0 0 0,0 1 1 0 0,0-1-1 0 0,1 0 1 0 0,-1-1-1 0 0,1-5-439 0 0,0-1-1 0 0,0 1 1 0 0,-1-1 0 0 0,0 1 0 0 0,0-1 0 0 0,-2-13-1 0 0,-6-10-631 0 0,3 2-577 0 0</inkml:trace>
  <inkml:trace contextRef="#ctx0" brushRef="#br0" timeOffset="1">44 278 1904 0 0,'35'0'4375'0'0,"-5"1"-1222"0"0,45-4 0 0 0,76-25-777 0 0,-124 22-3212 0 0,-1-2 1 0 0,1-2-1 0 0,35-16 0 0 0,-60 25 639 0 0,-1 0 0 0 0,1 1 0 0 0,0-1 0 0 0,-1 0 0 0 0,1 0 0 0 0,0 0 0 0 0,-1 0 0 0 0,0 0 0 0 0,1-1-1 0 0,-1 1 1 0 0,0 0 0 0 0,1 0 0 0 0,-1-1 0 0 0,0 1 0 0 0,0-1 0 0 0,0 0 0 0 0,0 1 0 0 0,0-1-1 0 0,-1 1 1 0 0,1-1 0 0 0,0 0 0 0 0,-1 0 0 0 0,1 1 0 0 0,-1-1 0 0 0,0 0 0 0 0,0 0 0 0 0,1 0-1 0 0,-1 0 1 0 0,0 1 0 0 0,-1-1 0 0 0,1 0 0 0 0,0 0 0 0 0,0 0 0 0 0,-1 1 0 0 0,1-1 0 0 0,-1 0-1 0 0,0 0 1 0 0,1 1 0 0 0,-3-4 0 0 0,-1-12-2697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37.5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21 1464 0 0,'-26'-21'8421'0'0,"31"43"-5755"0"0,12 33-782 0 0,-3-11-1454 0 0,-1 2 0 0 0,11 74 0 0 0,-20-80-358 0 0,15 104 148 0 0,-19-143-218 0 0,0-1-1 0 0,0 1 1 0 0,0 0 0 0 0,0-1 0 0 0,0 1-1 0 0,1 0 1 0 0,-1 0 0 0 0,0-1 0 0 0,0 1-1 0 0,0 0 1 0 0,1-1 0 0 0,-1 1 0 0 0,0 0 0 0 0,1-1-1 0 0,-1 1 1 0 0,1-1 0 0 0,-1 1 0 0 0,1 0-1 0 0,-1-1 1 0 0,1 1 0 0 0,-1-1 0 0 0,1 0-1 0 0,-1 1 1 0 0,1-1 0 0 0,1 1 0 0 0,9-13 41 0 0,8-37 88 0 0,-17 42-79 0 0,9-22 169 0 0,1 1 1 0 0,1 0 0 0 0,1 0-1 0 0,1 2 1 0 0,2 0 0 0 0,0 1-1 0 0,2 0 1 0 0,1 2-1 0 0,1 0 1 0 0,35-29 0 0 0,-52 48-241 0 0,0 0 0 0 0,1 0 0 0 0,0 1 1 0 0,0 0-1 0 0,0 0 0 0 0,0 0 1 0 0,0 1-1 0 0,1-1 0 0 0,-1 1 0 0 0,1 1 1 0 0,-1-1-1 0 0,1 1 0 0 0,0 0 0 0 0,0 0 1 0 0,-1 0-1 0 0,1 1 0 0 0,0 0 0 0 0,0 0 1 0 0,6 2-1 0 0,-12-3-74 0 0,0 1 0 0 0,-1 0 1 0 0,1 0-1 0 0,0 0 0 0 0,0 0 0 0 0,0 0 1 0 0,0 0-1 0 0,0 0 0 0 0,-1 0 0 0 0,1 0 1 0 0,0 0-1 0 0,0 0 0 0 0,0 0 0 0 0,0 0 0 0 0,0 0 1 0 0,-1 0-1 0 0,1 1 0 0 0,0-1 0 0 0,0 0 1 0 0,0 0-1 0 0,0 0 0 0 0,0 0 0 0 0,-1 0 1 0 0,1 0-1 0 0,0 0 0 0 0,0 0 0 0 0,0 0 1 0 0,0 0-1 0 0,0 1 0 0 0,0-1 0 0 0,0 0 0 0 0,0 0 1 0 0,-1 0-1 0 0,1 0 0 0 0,0 0 0 0 0,0 1 1 0 0,0-1-1 0 0,0 0 0 0 0,0 0 0 0 0,0 0 1 0 0,0 0-1 0 0,0 0 0 0 0,0 1 0 0 0,0-1 1 0 0,0 0-1 0 0,0 0 0 0 0,0 0 0 0 0,0 0 0 0 0,0 0 1 0 0,0 1-1 0 0,0-1 0 0 0,0 0 0 0 0,0 0 1 0 0,0 0-1 0 0,0 0 0 0 0,1 0 0 0 0,-1 1 1 0 0,0-1-1 0 0,0 0 0 0 0,0 0 0 0 0,0 0 1 0 0,0 0-1 0 0,0 0 0 0 0,0 0 0 0 0,1 1 0 0 0,-21 5-5580 0 0,11-3 3805 0 0,4 0 1393 0 0,4-4 449 0 0,1 1 1 0 0,0 0 0 0 0,0 0-1 0 0,0 0 1 0 0,0 0-1 0 0,0 0 1 0 0,-1 0-1 0 0,1 0 1 0 0,0 0 0 0 0,0 0-1 0 0,0 1 1 0 0,0-1-1 0 0,0 0 1 0 0,-1 0-1 0 0,1 0 1 0 0,0 0 0 0 0,0 0-1 0 0,0 0 1 0 0,0 0-1 0 0,0 0 1 0 0,0 0-1 0 0,-1 0 1 0 0,1 0 0 0 0,0 0-1 0 0,0 1 1 0 0,0-1-1 0 0,0 0 1 0 0,0 0-1 0 0,0 0 1 0 0,0 0 0 0 0,0 0-1 0 0,0 0 1 0 0,0 1-1 0 0,0-1 1 0 0,-1 0-1 0 0,1 0 1 0 0,0 0 0 0 0,0 0-1 0 0,0 0 1 0 0,0 1-1 0 0,0-1 1 0 0,0 0-1 0 0,0 0 1 0 0,0 0 0 0 0,0 0-1 0 0,0 0 1 0 0,0 1-1 0 0,0-1 1 0 0,1 0-1 0 0,-1 0 1 0 0,0 0 0 0 0,0 0-1 0 0,0 0 1 0 0,0 1-1 0 0,0-1 1 0 0,1 3-620 0 0,-3 2-1011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38.2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137 1224 2857 0 0,'-7'-3'308'0'0,"-1"-1"-1"0"0,1 0 1 0 0,0-1 0 0 0,0 1 0 0 0,0-1 0 0 0,1-1 0 0 0,-1 1 0 0 0,1-1 0 0 0,1 0 0 0 0,-1-1 0 0 0,1 1-1 0 0,0-1 1 0 0,1 0 0 0 0,0 0 0 0 0,-5-11 0 0 0,2 3 17 0 0,1 0 1 0 0,1-1-1 0 0,0 0 0 0 0,1 0 0 0 0,1 0 1 0 0,0-1-1 0 0,1 1 0 0 0,1-1 0 0 0,1 0 1 0 0,0 1-1 0 0,1-1 0 0 0,1 1 1 0 0,0-1-1 0 0,2 1 0 0 0,-1 0 0 0 0,2 0 1 0 0,0 0-1 0 0,13-24 0 0 0,-2 6-88 0 0,2 2-1 0 0,1 0 0 0 0,2 1 1 0 0,1 2-1 0 0,1 0 0 0 0,2 1 1 0 0,37-33-1 0 0,-55 54-200 0 0,1 0 1 0 0,0 1-1 0 0,0 0 0 0 0,0 0 0 0 0,1 1 1 0 0,-1 0-1 0 0,1 0 0 0 0,0 1 0 0 0,1 1 1 0 0,-1-1-1 0 0,1 1 0 0 0,0 1 0 0 0,-1 0 1 0 0,1 0-1 0 0,0 1 0 0 0,0 0 0 0 0,0 1 1 0 0,0 0-1 0 0,0 1 0 0 0,0 0 0 0 0,0 0 0 0 0,0 1 1 0 0,0 0-1 0 0,0 1 0 0 0,-1 0 0 0 0,1 1 1 0 0,-1 0-1 0 0,0 0 0 0 0,0 1 0 0 0,-1 0 1 0 0,1 0-1 0 0,-1 1 0 0 0,0 0 0 0 0,-1 1 1 0 0,1 0-1 0 0,-1 0 0 0 0,-1 1 0 0 0,7 7 1 0 0,-10-9-16 0 0,1 0 0 0 0,-1 0 0 0 0,-1 0 0 0 0,1 1 0 0 0,-1-1 0 0 0,0 0 0 0 0,-1 1 0 0 0,1-1 0 0 0,-1 1 0 0 0,-1 0 0 0 0,1-1 0 0 0,-1 1 0 0 0,0 0 0 0 0,-1 0 0 0 0,0-1 0 0 0,0 1 0 0 0,0-1 0 0 0,0 1 0 0 0,-1-1 0 0 0,-1 1 0 0 0,1-1 0 0 0,-1 0 0 0 0,-5 10 0 0 0,6-12-28 0 0,0-1 0 0 0,0 1 0 0 0,-1-1 0 0 0,1 0 0 0 0,-1 0 0 0 0,1 0 0 0 0,-1 0 0 0 0,0 0 0 0 0,0 0 0 0 0,-1-1 0 0 0,1 1 0 0 0,0-1 0 0 0,-1 0 0 0 0,1 0 0 0 0,-1-1 0 0 0,0 1 0 0 0,0-1 0 0 0,1 1 0 0 0,-1-1 0 0 0,0 0 0 0 0,0-1 0 0 0,0 1 0 0 0,0-1 0 0 0,-1 1 0 0 0,1-1 0 0 0,0 0 0 0 0,0-1 0 0 0,0 1 0 0 0,0-1 0 0 0,0 0 0 0 0,0 0 0 0 0,0 0 0 0 0,1 0 0 0 0,-1-1 0 0 0,0 0 0 0 0,0 1 0 0 0,1-1 0 0 0,-1-1 0 0 0,-3-2 0 0 0,2 1 14 0 0,-1 0 0 0 0,1 0 0 0 0,0 0 1 0 0,0-1-1 0 0,0 0 0 0 0,1 0 0 0 0,-1 0 0 0 0,1-1 1 0 0,1 0-1 0 0,-1 1 0 0 0,1-1 0 0 0,0-1 0 0 0,0 1 1 0 0,-3-11-1 0 0,4 7 1 0 0,0-1 0 0 0,0 1 0 0 0,1 0 0 0 0,1-1 0 0 0,0 1 0 0 0,0-1-1 0 0,1 1 1 0 0,4-19 0 0 0,2 0 13 0 0,2 1 0 0 0,2-1 0 0 0,0 1 0 0 0,2 1 0 0 0,27-45 0 0 0,-21 46 100 0 0,0 0 0 0 0,2 1 0 0 0,1 1 0 0 0,0 1 0 0 0,2 1 0 0 0,1 1 0 0 0,0 1 0 0 0,2 2 0 0 0,0 0 0 0 0,1 2 0 0 0,0 1 0 0 0,2 1 0 0 0,0 1 0 0 0,0 2 0 0 0,1 1 0 0 0,55-10 0 0 0,-82 19-111 0 0,1 0 1 0 0,0 0 0 0 0,0 1-1 0 0,0-1 1 0 0,0 1 0 0 0,0 0-1 0 0,0 1 1 0 0,0-1-1 0 0,0 1 1 0 0,0 0 0 0 0,-1 0-1 0 0,1 1 1 0 0,0-1 0 0 0,-1 1-1 0 0,1 0 1 0 0,5 3 0 0 0,19 25-6235 0 0,-19-14-5955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38.8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1968 0 0,'-5'19'5281'0'0,"9"23"-2682"0"0,-2-24-1607 0 0,2 75 1228 0 0,13 146-1924 0 0,-8-216-2382 0 0,-27-37-6631 0 0,13 10 7004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39.5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62 165 1416 0 0,'-61'10'5479'0'0,"94"-32"-2697"0"0,113-47 1293 0 0,10-4-1593 0 0,-152 71-2322 0 0,0 1-1 0 0,1-1 1 0 0,-1 1 0 0 0,1-1-1 0 0,-1 1 1 0 0,1 1-1 0 0,0-1 1 0 0,8 0 0 0 0,-12 2-123 0 0,0-1-1 0 0,0 1 1 0 0,0-1 0 0 0,1 1 0 0 0,-1 0 0 0 0,0-1 0 0 0,0 1 0 0 0,0 0 0 0 0,0 0 0 0 0,-1 0 0 0 0,1 0 0 0 0,0 0 0 0 0,0 0 0 0 0,0 0 0 0 0,-1 0-1 0 0,1 0 1 0 0,-1 0 0 0 0,1 0 0 0 0,-1 1 0 0 0,1-1 0 0 0,-1 0 0 0 0,1 0 0 0 0,-1 0 0 0 0,0 1 0 0 0,0-1 0 0 0,0 0 0 0 0,0 0 0 0 0,0 1 0 0 0,0-1-1 0 0,0 0 1 0 0,0 1 0 0 0,0-1 0 0 0,-1 0 0 0 0,1 0 0 0 0,-1 2 0 0 0,-4 24-6 0 0,-1 0 1 0 0,-2-1-1 0 0,0 0 0 0 0,-2-1 0 0 0,-14 27 0 0 0,9-17-279 0 0,5-13 13 0 0,-4 9-1418 0 0,1 1-1 0 0,-15 63 1 0 0,46-140-1981 0 0,7-18 3672 0 0,-14 25-82 0 0,-5 17 53 0 0,0 0 1 0 0,1 1-1 0 0,1 0 0 0 0,1 0 0 0 0,12-20 1 0 0,-20 39 93 0 0,0 0 0 0 0,0-1 0 0 0,0 1 0 0 0,0 0 1 0 0,0 0-1 0 0,0 0 0 0 0,0-1 0 0 0,1 1 0 0 0,-1 0 1 0 0,0 1-1 0 0,1-1 0 0 0,-1 0 0 0 0,1 0 0 0 0,-1 0 1 0 0,1 1-1 0 0,-1-1 0 0 0,1 1 0 0 0,0 0 1 0 0,-1-1-1 0 0,1 1 0 0 0,0 0 0 0 0,-1 0 0 0 0,1 0 1 0 0,0 0-1 0 0,-1 0 0 0 0,1 0 0 0 0,-1 0 0 0 0,1 1 1 0 0,0-1-1 0 0,-1 0 0 0 0,1 1 0 0 0,-1 0 0 0 0,1-1 1 0 0,2 3-1 0 0,5 2 548 0 0,0 1-1 0 0,0 1 1 0 0,-1 0 0 0 0,13 12 0 0 0,11 9-676 0 0,-17-17-118 0 0,0 0 0 0 0,1-2-1 0 0,0 0 1 0 0,1 0 0 0 0,0-2 0 0 0,0 0 0 0 0,33 8-1 0 0,-48-15-271 0 0,1 0-1 0 0,-1 0 0 0 0,0 0 0 0 0,0 0 0 0 0,1-1 0 0 0,-1 1 0 0 0,0-1 0 0 0,0 1 0 0 0,1-1 1 0 0,-1 0-1 0 0,0 0 0 0 0,0 0 0 0 0,4-2 0 0 0,-6 2 262 0 0,1 1 1 0 0,0-1-1 0 0,-1 0 1 0 0,1 1-1 0 0,-1-1 1 0 0,1 0-1 0 0,-1 0 1 0 0,1 1-1 0 0,-1-1 0 0 0,1 0 1 0 0,-1 0-1 0 0,0 0 1 0 0,1 0-1 0 0,-1 0 1 0 0,0 0-1 0 0,0 1 0 0 0,0-1 1 0 0,0 0-1 0 0,0 0 1 0 0,0 0-1 0 0,0 0 1 0 0,0 0-1 0 0,0 0 1 0 0,0 0-1 0 0,0 0 0 0 0,0 0 1 0 0,-1 0-1 0 0,1 1 1 0 0,0-1-1 0 0,-1 0 1 0 0,1 0-1 0 0,-1 0 0 0 0,1 0 1 0 0,-1 1-1 0 0,1-1 1 0 0,-1 0-1 0 0,0 1 1 0 0,1-1-1 0 0,-1 0 1 0 0,0 1-1 0 0,0-2 0 0 0,-19-18-944 0 0,9 12-691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39.8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3113 0 0,'15'82'4485'0'0,"9"74"-1182"0"0,-9-76-2507 0 0,-3-2-3214 0 0,-20-97-2773 0 0,-15-11 3930 0 0,21 28 897 0 0,-5-5-1323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0.2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27 220 2024 0 0,'-9'0'-195'0'0,"-8"0"4642"0"0,37-6-13 0 0,28-4-1715 0 0,67-25-1 0 0,116-68-1469 0 0,-223 99-1262 0 0,0 0 1 0 0,0 1-1 0 0,0-1 1 0 0,0 2-1 0 0,0-1 1 0 0,0 1-1 0 0,1 0 1 0 0,-1 1-1 0 0,1 0 1 0 0,0 0-1 0 0,-1 1 1 0 0,15 1-1 0 0,-32-29-14231 0 0,6 16 12311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0.9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50 2673 0 0,'-16'10'1229'0'0,"23"-2"166"0"0,33-2 884 0 0,-21-9-1550 0 0,0-1 0 0 0,0-1 0 0 0,-1-1 0 0 0,34-14 0 0 0,-32 11-223 0 0,1 1 1 0 0,1 1-1 0 0,23-5 1 0 0,-44 12-459 0 0,0 0 0 0 0,0 0 0 0 0,0 0 1 0 0,0 0-1 0 0,0 0 0 0 0,0 0 0 0 0,0 0 1 0 0,0 1-1 0 0,-1-1 0 0 0,1 0 0 0 0,0 0 0 0 0,0 1 1 0 0,0-1-1 0 0,0 0 0 0 0,0 1 0 0 0,-1-1 1 0 0,1 1-1 0 0,0-1 0 0 0,0 1 0 0 0,-1-1 0 0 0,1 1 1 0 0,0 0-1 0 0,-1-1 0 0 0,1 1 0 0 0,-1 0 1 0 0,1 0-1 0 0,-1-1 0 0 0,1 1 0 0 0,-1 0 0 0 0,1 0 1 0 0,-1 0-1 0 0,0 0 0 0 0,1-1 0 0 0,-1 1 1 0 0,0 2-1 0 0,5 42 987 0 0,0-7-407 0 0,29 27-365 0 0,-15-31-265 0 0,-2 1 0 0 0,24 67-1 0 0,-31-67-280 0 0,23 67-879 0 0,-30-94 486 0 0,0 0 0 0 0,1 0 0 0 0,0 0 0 0 0,1 0 0 0 0,0-1 0 0 0,0 0 0 0 0,1 0 0 0 0,0 0 0 0 0,8 7 0 0 0,-13-13 562 0 0,-1-1 0 0 0,1 1 0 0 0,-1-1 0 0 0,1 0 0 0 0,0 0 0 0 0,-1 1 0 0 0,1-1 0 0 0,0 0 0 0 0,0 0 0 0 0,-1 0 0 0 0,1 0 0 0 0,0 0 0 0 0,-1 0 0 0 0,1 0 0 0 0,0 0 0 0 0,0 0 0 0 0,-1 0 0 0 0,1 0 0 0 0,0 0 0 0 0,-1 0 0 0 0,1-1 0 0 0,0 1 0 0 0,-1 0 0 0 0,1-1 0 0 0,0 1 0 0 0,-1 0 0 0 0,1-1 0 0 0,-1 1 0 0 0,1-1 0 0 0,-1 1 0 0 0,1-1 0 0 0,-1 1 0 0 0,1-1 0 0 0,-1 1 0 0 0,1-1 0 0 0,-1 1 0 0 0,1-1 0 0 0,-1 0 0 0 0,0 1 0 0 0,0-1 0 0 0,1 0 0 0 0,-1 1 0 0 0,0-1 0 0 0,0 0 0 0 0,1 0 0 0 0,2-6-281 0 0,4 4-1535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1.3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0 2761 0 0,'-2'10'557'0'0,"0"-1"1"0"0,1 1-1 0 0,0 0 1 0 0,1 0 0 0 0,0 0-1 0 0,0-1 1 0 0,1 1 0 0 0,0 0-1 0 0,4 14 1 0 0,4 10 1376 0 0,16 42 0 0 0,45 97-972 0 0,26 74-2281 0 0,-94-238 739 0 0,0-2-143 0 0,-1-1 1 0 0,1 0-1 0 0,0 0 1 0 0,0 0-1 0 0,1 0 1 0 0,0-1-1 0 0,0 1 1 0 0,6 9-1 0 0,-8-15 685 0 0,-1 0 1 0 0,0-1-1 0 0,0 1 0 0 0,1 0 1 0 0,-1 0-1 0 0,0 0 0 0 0,0-1 0 0 0,1 1 1 0 0,-1 0-1 0 0,0 0 0 0 0,0-1 1 0 0,0 1-1 0 0,0 0 0 0 0,1 0 1 0 0,-1-1-1 0 0,0 1 0 0 0,0 0 0 0 0,0-1 1 0 0,0 1-1 0 0,0 0 0 0 0,0-1 1 0 0,0 1-1 0 0,0 0 0 0 0,0 0 1 0 0,0-1-1 0 0,0 1 0 0 0,0 0 0 0 0,0-1 1 0 0,0 1-1 0 0,0 0 0 0 0,0-1 1 0 0,0 1-1 0 0,0 0 0 0 0,0 0 1 0 0,0-1-1 0 0,-1 1 0 0 0,1 0 0 0 0,0-1 1 0 0,0 1-1 0 0,-1 0 0 0 0,-2-14-612 0 0,2 1-1103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1.6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0 3105 0 0,'0'0'137'0'0,"-1"0"-1"0"0,1 0 1 0 0,-1 0 0 0 0,0 0 0 0 0,1 1 0 0 0,-1-1 0 0 0,1 0 0 0 0,-1 0 0 0 0,1 0 0 0 0,-1 1-1 0 0,0-1 1 0 0,1 0 0 0 0,-1 0 0 0 0,1 1 0 0 0,0-1 0 0 0,-1 0 0 0 0,1 1 0 0 0,-1-1-1 0 0,1 1 1 0 0,-1-1 0 0 0,1 1 0 0 0,0-1 0 0 0,-1 1 0 0 0,1-1 0 0 0,0 1 0 0 0,0-1 0 0 0,-1 1-1 0 0,1-1 1 0 0,0 1 0 0 0,0 0 0 0 0,-1 26 1780 0 0,16 36-838 0 0,-11-52-554 0 0,-2-1-616 0 0,7 20 847 0 0,19 49 0 0 0,-24-71-1611 0 0,0 0 0 0 0,0 0 0 0 0,1 0 0 0 0,1 0 0 0 0,-1-1 0 0 0,7 7 0 0 0,-11-11-1068 0 0,-5-5 880 0 0,-4-2 142 0 0,3 3-777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2.0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0 200 2497 0 0,'21'-1'2613'0'0,"0"0"0"0"0,38-9 0 0 0,90-34 307 0 0,-87 24-1921 0 0,-42 14-1317 0 0,8-3 985 0 0,41-17 0 0 0,-26 0-2168 0 0,-39 23 855 0 0,-1 0 0 0 0,0 0-1 0 0,-1 0 1 0 0,1 0 0 0 0,0 0 0 0 0,-1 0 0 0 0,0-1 0 0 0,4-6 0 0 0,-6 9 545 0 0,1 1 0 0 0,-1-1 0 0 0,0 0 0 0 0,0 1 0 0 0,0-1 0 0 0,0 0 0 0 0,0 1 0 0 0,0-1 0 0 0,0 0-1 0 0,0 1 1 0 0,0-1 0 0 0,0 0 0 0 0,0 1 0 0 0,0-1 0 0 0,0 0 0 0 0,0 1 0 0 0,-1-1 0 0 0,1 0 0 0 0,0 1 0 0 0,0-1 0 0 0,-1 1 0 0 0,1-1 0 0 0,0 1 0 0 0,-1-1 0 0 0,1 0 0 0 0,-1 1 0 0 0,1 0-1 0 0,-1-1 1 0 0,1 1 0 0 0,-1-1 0 0 0,1 1 0 0 0,-1-1 0 0 0,1 1 0 0 0,-1 0 0 0 0,0-1 0 0 0,1 1 0 0 0,-1 0 0 0 0,1 0 0 0 0,-1 0 0 0 0,0-1 0 0 0,1 1 0 0 0,-1 0 0 0 0,0 0 0 0 0,1 0 0 0 0,-1 0-1 0 0,0 0 1 0 0,1 0 0 0 0,-2 0 0 0 0,-15 2-1438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2.4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97 0 3041 0 0,'-10'22'581'0'0,"4"-9"-223"0"0,0-1 0 0 0,-1 0 0 0 0,-11 15 0 0 0,14-21-328 0 0,0-1-1 0 0,1 1 1 0 0,-1 0-1 0 0,1 0 0 0 0,1 0 1 0 0,-1 0-1 0 0,1 0 0 0 0,0 1 1 0 0,0-1-1 0 0,1 0 0 0 0,0 1 1 0 0,0 0-1 0 0,1 12 0 0 0,0-16-9 0 0,0-1-1 0 0,1 1 1 0 0,-1-1-1 0 0,1 1 1 0 0,-1 0-1 0 0,1-1 0 0 0,0 1 1 0 0,0-1-1 0 0,0 1 1 0 0,1-1-1 0 0,-1 0 1 0 0,1 0-1 0 0,-1 1 0 0 0,1-1 1 0 0,0 0-1 0 0,-1 0 1 0 0,1 0-1 0 0,0-1 0 0 0,0 1 1 0 0,0 0-1 0 0,1-1 1 0 0,-1 1-1 0 0,0-1 1 0 0,1 0-1 0 0,-1 0 0 0 0,1 0 1 0 0,-1 0-1 0 0,1 0 1 0 0,-1 0-1 0 0,1-1 0 0 0,0 0 1 0 0,-1 1-1 0 0,1-1 1 0 0,0 0-1 0 0,-1 0 1 0 0,5-1-1 0 0,4 1 294 0 0,0-1 0 0 0,0-1 0 0 0,0 0 0 0 0,-1-1 1 0 0,1 0-1 0 0,0 0 0 0 0,-1-1 0 0 0,0-1 0 0 0,0 1 0 0 0,0-2 0 0 0,-1 1 0 0 0,0-1 0 0 0,0-1 0 0 0,0 0 1 0 0,-1 0-1 0 0,1-1 0 0 0,11-14 0 0 0,-19 20-218 0 0,1 0 1 0 0,-1 0-1 0 0,1 0 1 0 0,-1 0-1 0 0,0 0 0 0 0,0 0 1 0 0,0 0-1 0 0,0 0 1 0 0,0-1-1 0 0,-1 1 1 0 0,1 0-1 0 0,-1-1 0 0 0,1 1 1 0 0,-1 0-1 0 0,0-1 1 0 0,0 1-1 0 0,0 0 1 0 0,0-1-1 0 0,0 1 0 0 0,-1-1 1 0 0,1 1-1 0 0,-2-4 1 0 0,1 3-18 0 0,-1 0 1 0 0,0 1-1 0 0,0-1 1 0 0,0 0-1 0 0,0 0 1 0 0,-1 1-1 0 0,1 0 1 0 0,-1-1-1 0 0,0 1 1 0 0,1 0 0 0 0,-1 0-1 0 0,0 0 1 0 0,-6-2-1 0 0,-2-1-83 0 0,-1 0 1 0 0,0 1-1 0 0,0 1 0 0 0,0 0 1 0 0,0 0-1 0 0,0 2 0 0 0,-19-2 1 0 0,16 3-631 0 0,0 1 1 0 0,0 1 0 0 0,-16 3 0 0 0,28-5 257 0 0,0 1 0 0 0,0-1 0 0 0,0 1 1 0 0,0 0-1 0 0,0 0 0 0 0,0 0 0 0 0,0 0 0 0 0,1 1 1 0 0,-1-1-1 0 0,0 1 0 0 0,1 0 0 0 0,-1-1 0 0 0,1 1 1 0 0,-1 0-1 0 0,1 1 0 0 0,0-1 0 0 0,0 0 0 0 0,0 1 1 0 0,0-1-1 0 0,0 1 0 0 0,-2 4 0 0 0,3-1-666 0 0,2 0-1084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3.0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170 0 2529 0 0,'7'25'3683'0'0,"7"47"1"0"0,-13-59-3525 0 0,1 0 1 0 0,0 1-1 0 0,1-1 1 0 0,1 0-1 0 0,0 0 1 0 0,0 0-1 0 0,1-1 0 0 0,1 0 1 0 0,0 0-1 0 0,1 0 1 0 0,14 19-1 0 0,-18-28-150 0 0,-1-1 0 0 0,1 1 0 0 0,-1 0 0 0 0,0 0 0 0 0,0-1 0 0 0,0 1 0 0 0,-1 0-1 0 0,1 1 1 0 0,-1-1 0 0 0,0 0 0 0 0,1 0 0 0 0,-1 5 0 0 0,-1-7-36 0 0,0 0 1 0 0,0 1-1 0 0,-1-1 0 0 0,1 0 1 0 0,-1 0-1 0 0,0 1 0 0 0,1-1 1 0 0,-1 0-1 0 0,0 0 0 0 0,1 0 1 0 0,-1 0-1 0 0,0 0 0 0 0,0 0 1 0 0,0 0-1 0 0,0 0 0 0 0,0 0 1 0 0,0 0-1 0 0,0-1 0 0 0,0 1 1 0 0,-1 0-1 0 0,1-1 0 0 0,0 1 1 0 0,0-1-1 0 0,-1 1 0 0 0,1-1 1 0 0,0 1-1 0 0,-1-1 0 0 0,1 0 1 0 0,0 0-1 0 0,-1 0 0 0 0,1 0 1 0 0,0 0-1 0 0,-2 0 0 0 0,-23 3-256 0 0,1-2 0 0 0,-1-1 0 0 0,1-1 1 0 0,0-1-1 0 0,-31-6 0 0 0,40 5 572 0 0,14 3-211 0 0,0 0 0 0 0,0 0 0 0 0,0 0 0 0 0,0 0 0 0 0,0 0 0 0 0,0 1 0 0 0,1-1 0 0 0,-1 0 0 0 0,0 1 0 0 0,0-1 0 0 0,0 1 0 0 0,1 0 0 0 0,-1 0 0 0 0,0-1 0 0 0,0 1 0 0 0,1 0 0 0 0,-1 1 0 0 0,1-1 0 0 0,-1 0 0 0 0,1 0 0 0 0,0 1 0 0 0,-1-1 0 0 0,1 0 0 0 0,0 1 0 0 0,0-1 0 0 0,0 1 1 0 0,-2 3-1 0 0,45-11 1994 0 0,35-13 316 0 0,138-56 1 0 0,-164 55-2177 0 0,-23 8-72 0 0,42-25 0 0 0,23-11 68 0 0,-62 45-296 0 0,-24 3-2561 0 0,-28-34-10093 0 0,0 14 11739 0 0,9 6-939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3.3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0 3673 0 0,'0'0'111'0'0,"0"0"0"0"0,0 0 0 0 0,-1 0 0 0 0,1 0 0 0 0,0 0-1 0 0,0 0 1 0 0,-1 0 0 0 0,1 0 0 0 0,0 0 0 0 0,0 1 0 0 0,0-1 0 0 0,-1 0 0 0 0,1 0 0 0 0,0 0 0 0 0,0 0 0 0 0,0 0 0 0 0,-1 0 0 0 0,1 1 0 0 0,0-1 0 0 0,0 0 0 0 0,0 0 0 0 0,0 0 0 0 0,-1 1 0 0 0,1-1-1 0 0,0 0 1 0 0,0 0 0 0 0,0 0 0 0 0,0 1 0 0 0,0-1 0 0 0,0 0 0 0 0,0 0 0 0 0,0 0 0 0 0,0 1 0 0 0,-1-1 0 0 0,1 0 0 0 0,0 0 0 0 0,0 1 0 0 0,0-1 0 0 0,0 0 0 0 0,0 0 0 0 0,1 1 0 0 0,-1-1 0 0 0,-1 23 1565 0 0,3 20-494 0 0,9 34-635 0 0,2-1 0 0 0,30 94 0 0 0,70 141-4768 0 0,-107-296 3676 0 0,-5-11 229 0 0,0 1 0 0 0,0-1 0 0 0,1 1 0 0 0,-1-1 0 0 0,1 0 0 0 0,0 0 0 0 0,1 0 1 0 0,-1 0-1 0 0,1 0 0 0 0,-1-1 0 0 0,1 1 0 0 0,6 5 0 0 0,-12-51-1215 0 0,2 24 402 0 0,-1 0-89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3.7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29 132 2008 0 0,'-29'-9'2805'0'0,"47"14"2687"0"0,7 0-3864 0 0,1-1 0 0 0,-1-2-1 0 0,32 0 1 0 0,-37-2-1372 0 0,1-1 0 0 0,-1-1 0 0 0,0-1 0 0 0,0-1-1 0 0,0 0 1 0 0,0-2 0 0 0,37-15 0 0 0,-52 18-575 0 0,1 0 0 0 0,-1 0 0 0 0,0 0 0 0 0,0-1 0 0 0,0 1 0 0 0,0-1 0 0 0,7-9 0 0 0,-11 12-95 0 0,1-1 1 0 0,-1 1-1 0 0,0-1 0 0 0,0 1 0 0 0,-1-1 0 0 0,1 0 0 0 0,0 0 0 0 0,-1 1 0 0 0,1-1 0 0 0,-1 0 1 0 0,1 0-1 0 0,-1 0 0 0 0,0 0 0 0 0,0 1 0 0 0,0-1 0 0 0,0 0 0 0 0,0 0 0 0 0,0 0 0 0 0,0 0 0 0 0,-1 0 1 0 0,1 0-1 0 0,-1 1 0 0 0,1-1 0 0 0,-1 0 0 0 0,0 0 0 0 0,0 1 0 0 0,-1-4 0 0 0,-5-7-2876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5.0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 88 2897 0 0,'-9'6'356'0'0,"-26"17"2868"0"0,35-23-3200 0 0,0 0 1 0 0,0 0-1 0 0,0 0 0 0 0,0 0 1 0 0,0 0-1 0 0,0 0 1 0 0,0 0-1 0 0,1 0 0 0 0,-1 0 1 0 0,0 0-1 0 0,0 0 0 0 0,0 0 1 0 0,0 0-1 0 0,0 0 0 0 0,0 0 1 0 0,0 0-1 0 0,1 0 1 0 0,-1 0-1 0 0,0 0 0 0 0,0 0 1 0 0,0 0-1 0 0,0 0 0 0 0,0 0 1 0 0,0 0-1 0 0,0 0 0 0 0,0 0 1 0 0,1 0-1 0 0,-1 0 1 0 0,0 0-1 0 0,0 0 0 0 0,0 0 1 0 0,0 0-1 0 0,0 1 0 0 0,0-1 1 0 0,0 0-1 0 0,0 0 0 0 0,0 0 1 0 0,0 0-1 0 0,0 0 1 0 0,0 0-1 0 0,0 0 0 0 0,0 0 1 0 0,1 1-1 0 0,-1-1 0 0 0,0 0 1 0 0,0 0-1 0 0,0 0 1 0 0,0 0-1 0 0,0 0 0 0 0,0 0 1 0 0,0 0-1 0 0,0 1 0 0 0,0-1 1 0 0,0 0-1 0 0,-1 0 0 0 0,1 0 1 0 0,0 0-1 0 0,0 0 1 0 0,0 0-1 0 0,0 0 0 0 0,0 0 1 0 0,0 1-1 0 0,0-1 0 0 0,0 0 1 0 0,0 0-1 0 0,27-5 841 0 0,10-7 21 0 0,-1 0 0 0 0,56-30 1 0 0,15-5 911 0 0,-107 46-1754 0 0,0 1 1 0 0,0 0-1 0 0,1 0 1 0 0,-1 0-1 0 0,0-1 1 0 0,1 1-1 0 0,-1 0 1 0 0,0 0-1 0 0,0 0 1 0 0,1 0-1 0 0,-1 0 1 0 0,0 0-1 0 0,1 0 1 0 0,-1-1-1 0 0,0 1 1 0 0,1 0-1 0 0,-1 0 1 0 0,0 0-1 0 0,1 1 1 0 0,-1-1-1 0 0,0 0 1 0 0,1 0-1 0 0,-1 0 1 0 0,0 0-1 0 0,1 0 1 0 0,-1 0-1 0 0,0 0 1 0 0,1 0-1 0 0,-1 1 1 0 0,0-1-1 0 0,0 0 1 0 0,1 0-1 0 0,-1 0 1 0 0,0 1-1 0 0,0-1 1 0 0,1 0-1 0 0,-1 0 1 0 0,0 1-1 0 0,0-1 1 0 0,0 0-1 0 0,1 0 1 0 0,-1 1-1 0 0,0-1 1 0 0,0 1-1 0 0,-4 20 703 0 0,-22 32-769 0 0,20-43 170 0 0,-116 272-1497 0 0,114-259 1110 0 0,2-7-141 0 0,0-1 0 0 0,0 0 1 0 0,-12 18-1 0 0,34-56 385 0 0,0 0 0 0 0,1 2 1 0 0,1 0-1 0 0,1 1 0 0 0,1 1 1 0 0,1 1-1 0 0,38-26 0 0 0,-55 41 125 0 0,0 0 0 0 0,-1 1-1 0 0,1 0 1 0 0,1 0 0 0 0,-1 0-1 0 0,0 1 1 0 0,0-1-1 0 0,1 1 1 0 0,-1 0 0 0 0,1 0-1 0 0,-1 1 1 0 0,1-1 0 0 0,-1 1-1 0 0,7 0 1 0 0,-2 2-71 0 0,-1 0 1 0 0,0 1-1 0 0,0 0 1 0 0,0 0-1 0 0,0 0 1 0 0,13 10-1 0 0,54 30-1008 0 0,68 36-7477 0 0,-128-74 6539 0 0,-16-15 410 0 0,1 4-482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5.7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46 222 3009 0 0,'-2'-1'330'0'0,"0"-1"0"0"0,0 1 0 0 0,0-1 0 0 0,0 1 0 0 0,0 0 0 0 0,0 0 0 0 0,0 0 0 0 0,-1 0 1 0 0,1 0-1 0 0,0 1 0 0 0,-1-1 0 0 0,1 1 0 0 0,-4-1 0 0 0,5 2-231 0 0,0-1 0 0 0,1 1-1 0 0,-1 0 1 0 0,0-1 0 0 0,0 1 0 0 0,0 0 0 0 0,1 0-1 0 0,-1 0 1 0 0,0 0 0 0 0,1 0 0 0 0,-1 0 0 0 0,1-1-1 0 0,-1 1 1 0 0,1 0 0 0 0,-1 1 0 0 0,1-1 0 0 0,0 0-1 0 0,0 0 1 0 0,-1 0 0 0 0,1 0 0 0 0,0 0 0 0 0,0 0 0 0 0,0 0-1 0 0,0 0 1 0 0,0 0 0 0 0,0 0 0 0 0,1 1 0 0 0,-1-1-1 0 0,0 0 1 0 0,1 1 0 0 0,3 38 252 0 0,2 1 0 0 0,1-2 0 0 0,14 41 0 0 0,45 115-1511 0 0,-57-170 747 0 0,-9-23 323 0 0,5 11-1003 0 0,0-1-1 0 0,0 1 0 0 0,9 14 1 0 0,-11-31 763 0 0,0 0 0 0 0,-1 0 1 0 0,1 0-1 0 0,-1 0 0 0 0,0-1 1 0 0,0 1-1 0 0,1-7 0 0 0,0 2 361 0 0,-1-1 0 0 0,0 1 0 0 0,0-1 0 0 0,-1 1 0 0 0,-1-1-1 0 0,1 1 1 0 0,-2-1 0 0 0,1 0 0 0 0,-1 1 0 0 0,-1-1 0 0 0,0 1 0 0 0,0-1 0 0 0,-1 1 0 0 0,0 0-1 0 0,0 0 1 0 0,-1 0 0 0 0,0 1 0 0 0,-1-1 0 0 0,0 1 0 0 0,0 0 0 0 0,-1 0 0 0 0,0 1 0 0 0,-13-13 0 0 0,-5-1 571 0 0,18 17-343 0 0,1 0 1 0 0,-1-1-1 0 0,1 0 1 0 0,0 0-1 0 0,0 0 1 0 0,0 0-1 0 0,1-1 1 0 0,-6-9 0 0 0,12 13-81 0 0,1 1 1 0 0,-1-1 0 0 0,1 1 0 0 0,-1 0 0 0 0,1 0 0 0 0,0 0 0 0 0,-1 1 0 0 0,1-1 0 0 0,0 1 0 0 0,0-1 0 0 0,0 1-1 0 0,5 0 1 0 0,-2 0 95 0 0,6-2-213 0 0,0-1 0 0 0,0 0 0 0 0,0 0 0 0 0,0-1 0 0 0,0-1 0 0 0,-1 0 0 0 0,1 0 0 0 0,-1-1 0 0 0,-1 0 0 0 0,1-1 1 0 0,13-12-1 0 0,-16 11-681 0 0,-1 0 1 0 0,1 0 0 0 0,-1-1 0 0 0,-1 0 0 0 0,0 0 0 0 0,0 0 0 0 0,0-1 0 0 0,4-11 0 0 0,1-5 408 0 0,1 2-1 0 0,1 0 0 0 0,1 0 1 0 0,1 1-1 0 0,1 1 1 0 0,1 1-1 0 0,29-28 1 0 0,-75 69 2048 0 0,22-15-1364 0 0,-1 1 0 0 0,1 1 0 0 0,1 0-1 0 0,-13 15 1 0 0,14-13-353 0 0,0 1 0 0 0,1 1 0 0 0,0-1 0 0 0,1 1 0 0 0,0 0-1 0 0,0 0 1 0 0,1 0 0 0 0,1 0 0 0 0,0 0 0 0 0,0 0 0 0 0,1 0 0 0 0,2 17-1 0 0,-2-25-113 0 0,1 1-1 0 0,-1-1 0 0 0,1 1 0 0 0,-1-1 1 0 0,1 0-1 0 0,0 1 0 0 0,1-1 0 0 0,-1 0 1 0 0,1 0-1 0 0,-1 0 0 0 0,1 0 1 0 0,0 0-1 0 0,0 0 0 0 0,0 0 0 0 0,0 0 1 0 0,1-1-1 0 0,-1 1 0 0 0,1-1 0 0 0,-1 0 1 0 0,1 0-1 0 0,0 0 0 0 0,0 0 0 0 0,0 0 1 0 0,0 0-1 0 0,0-1 0 0 0,1 0 0 0 0,-1 1 1 0 0,0-1-1 0 0,1-1 0 0 0,-1 1 0 0 0,0 0 1 0 0,1-1-1 0 0,-1 1 0 0 0,1-1 1 0 0,-1 0-1 0 0,1-1 0 0 0,-1 1 0 0 0,1 0 1 0 0,-1-1-1 0 0,1 0 0 0 0,-1 0 0 0 0,7-2 1 0 0,0 0 197 0 0,1-1 1 0 0,-1 1 0 0 0,0-2-1 0 0,0 0 1 0 0,0 0 0 0 0,-1 0-1 0 0,14-12 1 0 0,-18 14-35 0 0,-1-1 1 0 0,1 0-1 0 0,-1 0 1 0 0,-1 0-1 0 0,1-1 1 0 0,0 1-1 0 0,-1-1 1 0 0,0 0-1 0 0,0 0 1 0 0,-1 0-1 0 0,1 0 1 0 0,-1-1-1 0 0,0 1 1 0 0,-1-1-1 0 0,1 1 1 0 0,0-8-1 0 0,-2 11-138 0 0,0 1 0 0 0,0-1 0 0 0,0 0-1 0 0,0 1 1 0 0,0-1 0 0 0,0 1 0 0 0,-1-1-1 0 0,1 0 1 0 0,-1 1 0 0 0,1-1 0 0 0,-1 1 0 0 0,0-1-1 0 0,1 1 1 0 0,-1 0 0 0 0,0-1 0 0 0,0 1-1 0 0,0 0 1 0 0,0-1 0 0 0,0 1 0 0 0,0 0 0 0 0,0 0-1 0 0,0 0 1 0 0,-1 0 0 0 0,1 0 0 0 0,0 0-1 0 0,-1 0 1 0 0,1 1 0 0 0,-1-1 0 0 0,1 0-1 0 0,-1 1 1 0 0,1-1 0 0 0,-1 1 0 0 0,1 0 0 0 0,-1-1-1 0 0,0 1 1 0 0,1 0 0 0 0,-1 0 0 0 0,1 0-1 0 0,-1 0 1 0 0,-2 0 0 0 0,-3 0-445 0 0,0 1 0 0 0,-1-1 0 0 0,1 1 0 0 0,1 1 1 0 0,-1-1-1 0 0,0 1 0 0 0,-13 5 0 0 0,-58 23-8338 0 0,68-24 6658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6.2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0 300 2625 0 0,'43'-18'2258'0'0,"1"2"1"0"0,87-20-1 0 0,-52 16-1847 0 0,-71 18-426 0 0,135-44 253 0 0,-130 40-325 0 0,0 1-1 0 0,0-2 1 0 0,-1 1 0 0 0,0-2 0 0 0,0 0-1 0 0,-1 0 1 0 0,0-1 0 0 0,15-16 0 0 0,-24 24-26 0 0,-1-1 1 0 0,1 1 0 0 0,-1-1-1 0 0,0 1 1 0 0,0-1 0 0 0,0 1-1 0 0,0-1 1 0 0,0 0 0 0 0,0 1-1 0 0,0-1 1 0 0,-1 0-1 0 0,1 0 1 0 0,0 0 0 0 0,-1 1-1 0 0,0-1 1 0 0,1 0 0 0 0,-1 0-1 0 0,0 0 1 0 0,0 0 0 0 0,0 0-1 0 0,0 0 1 0 0,0 0 0 0 0,-1 0-1 0 0,1 0 1 0 0,0 1 0 0 0,-1-1-1 0 0,0 0 1 0 0,1 0 0 0 0,-1 0-1 0 0,0 1 1 0 0,0-1 0 0 0,0 0-1 0 0,0 1 1 0 0,0-1 0 0 0,-2-1-1 0 0,1 1 42 0 0,0 1-1 0 0,0-1 1 0 0,-1 1-1 0 0,1-1 0 0 0,0 1 1 0 0,-1 0-1 0 0,1 0 1 0 0,-1 0-1 0 0,0 0 1 0 0,1 0-1 0 0,-1 1 1 0 0,0-1-1 0 0,1 1 0 0 0,-1 0 1 0 0,0 0-1 0 0,0 0 1 0 0,1 0-1 0 0,-1 0 1 0 0,0 1-1 0 0,0-1 1 0 0,1 1-1 0 0,-1-1 0 0 0,0 1 1 0 0,-2 2-1 0 0,-8 3 67 0 0,0 0-1 0 0,0 1 0 0 0,0 1 0 0 0,1 0 0 0 0,1 1 1 0 0,-1 0-1 0 0,1 1 0 0 0,1 0 0 0 0,-17 22 0 0 0,21-26 124 0 0,1 1-1 0 0,1 0 0 0 0,-1 0 0 0 0,1 1 0 0 0,1-1 1 0 0,-1 1-1 0 0,1 0 0 0 0,0 0 0 0 0,1 0 0 0 0,0 0 0 0 0,0 1 1 0 0,1-1-1 0 0,0 1 0 0 0,1-1 0 0 0,0 0 0 0 0,0 1 0 0 0,0-1 1 0 0,3 12-1 0 0,8 23 352 0 0,2 1 0 0 0,34 78 0 0 0,-36-99-992 0 0,2 0 0 0 0,1-1 0 0 0,26 34-1 0 0,-23-39-455 0 0,-13-15 228 0 0,-5-10-283 0 0,1 1-580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6.5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0 328 2769 0 0,'0'1'70'0'0,"0"-1"0"0"0,0 1 1 0 0,1 0-1 0 0,-1-1 1 0 0,0 1-1 0 0,0 0 1 0 0,0-1-1 0 0,0 1 1 0 0,1-1-1 0 0,-1 1 0 0 0,0-1 1 0 0,0 1-1 0 0,1 0 1 0 0,-1-1-1 0 0,1 1 1 0 0,-1-1-1 0 0,0 1 0 0 0,1-1 1 0 0,-1 0-1 0 0,1 1 1 0 0,-1-1-1 0 0,1 1 1 0 0,-1-1-1 0 0,1 0 1 0 0,-1 1-1 0 0,1-1 0 0 0,0 0 1 0 0,-1 0-1 0 0,1 0 1 0 0,-1 1-1 0 0,1-1 1 0 0,0 0-1 0 0,30-1 1501 0 0,26-17-209 0 0,-42 11-1348 0 0,0-1 0 0 0,0 0 0 0 0,-1-1-1 0 0,0-1 1 0 0,16-12 0 0 0,-23 14-337 0 0,0 1-1 0 0,0-1 1 0 0,-1-1-1 0 0,0 1 1 0 0,0-1-1 0 0,-1 0 1 0 0,0 0-1 0 0,0 0 1 0 0,5-19-1 0 0,-4 10-71 0 0,-1 0 0 0 0,-1 0 0 0 0,-1 0 0 0 0,-1 0-1 0 0,1-27 1 0 0,-2 24-1300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6.9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0 2961 0 0,'0'0'116'0'0,"0"0"0"0"0,-1 0 0 0 0,1 0 0 0 0,-1 0 0 0 0,1 0 0 0 0,-1 0 0 0 0,1 0 1 0 0,0 0-1 0 0,-1 0 0 0 0,1 1 0 0 0,-1-1 0 0 0,1 0 0 0 0,0 0 0 0 0,-1 0 0 0 0,1 0 0 0 0,0 1 1 0 0,-1-1-1 0 0,1 0 0 0 0,0 0 0 0 0,-1 1 0 0 0,1-1 0 0 0,0 0 0 0 0,-1 1 0 0 0,1-1 1 0 0,0 0-1 0 0,0 1 0 0 0,0-1 0 0 0,-1 0 0 0 0,1 1 0 0 0,0-1 0 0 0,0 0 0 0 0,0 1 0 0 0,0-1 1 0 0,0 1-1 0 0,-1 0 0 0 0,6 20 1975 0 0,22 30-920 0 0,-20-39-725 0 0,79 163 16 0 0,-36-55-7756 0 0,-51-117 6040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7.2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92 2569 0 0,'1'4'159'0'0,"0"0"0"0"0,0 0 1 0 0,0 0-1 0 0,0 0 1 0 0,1-1-1 0 0,-1 1 1 0 0,1-1-1 0 0,0 1 0 0 0,0-1 1 0 0,1 1-1 0 0,-1-1 1 0 0,5 5-1 0 0,38 37 955 0 0,-39-40-902 0 0,-1 0 29 0 0,1 0 0 0 0,1-1 0 0 0,-1 0 0 0 0,0 0 0 0 0,1-1 0 0 0,0 0 1 0 0,0 0-1 0 0,0 0 0 0 0,0-1 0 0 0,0 0 0 0 0,0 0 0 0 0,1-1 0 0 0,-1 0 1 0 0,1 0-1 0 0,-1-1 0 0 0,1 0 0 0 0,-1 0 0 0 0,1-1 0 0 0,-1 0 0 0 0,1 0 1 0 0,-1-1-1 0 0,13-4 0 0 0,1-2 353 0 0,1 0 0 0 0,-2-2 0 0 0,1 0 0 0 0,-1-2 0 0 0,-1 0 0 0 0,22-18 0 0 0,-36 27-679 0 0,0-1-1 0 0,-1 1 0 0 0,0-1 0 0 0,1 0 0 0 0,-2 0 1 0 0,1-1-1 0 0,0 1 0 0 0,-1-1 0 0 0,5-8 0 0 0,-7 10-491 0 0,0 0-1 0 0,0-1 1 0 0,-1 1 0 0 0,1 0-1 0 0,-1-1 1 0 0,0 1-1 0 0,0 0 1 0 0,0-1-1 0 0,0 1 1 0 0,-1 0 0 0 0,1 0-1 0 0,-1-1 1 0 0,0 1-1 0 0,0 0 1 0 0,0 0-1 0 0,0 0 1 0 0,-3-5 0 0 0,-1-4-541 0 0,0 0-1056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7.6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167 20 2809 0 0,'-8'-2'138'0'0,"-1"0"0"0"0,1 0 0 0 0,-1 0 0 0 0,0 1 0 0 0,0 1 0 0 0,0 0 0 0 0,1 0 0 0 0,-1 0 0 0 0,0 1 0 0 0,-10 3 0 0 0,16-3-133 0 0,-1 1 0 0 0,0-1 1 0 0,1 1-1 0 0,0 0 0 0 0,-1 0 1 0 0,1 0-1 0 0,0 1 1 0 0,0-1-1 0 0,1 1 0 0 0,-1 0 1 0 0,0-1-1 0 0,1 1 0 0 0,-1 0 1 0 0,1 1-1 0 0,0-1 1 0 0,0 0-1 0 0,1 1 0 0 0,-1-1 1 0 0,0 1-1 0 0,1-1 0 0 0,0 1 1 0 0,0 0-1 0 0,0 0 1 0 0,1-1-1 0 0,-1 7 0 0 0,0-3-19 0 0,0 1-1 0 0,1-1 0 0 0,0 0 1 0 0,1 0-1 0 0,-1 1 1 0 0,1-1-1 0 0,1 0 1 0 0,-1 0-1 0 0,1 0 0 0 0,0 0 1 0 0,1 0-1 0 0,0-1 1 0 0,0 1-1 0 0,0-1 0 0 0,1 1 1 0 0,0-1-1 0 0,0 0 1 0 0,1-1-1 0 0,0 1 0 0 0,0-1 1 0 0,9 9-1 0 0,-9-10 96 0 0,1-1 0 0 0,-1 1-1 0 0,1-1 1 0 0,-1 0 0 0 0,1 0-1 0 0,0 0 1 0 0,0-1 0 0 0,0 0-1 0 0,0 0 1 0 0,1 0 0 0 0,-1-1 0 0 0,0 0-1 0 0,1-1 1 0 0,-1 1 0 0 0,1-1-1 0 0,-1 0 1 0 0,1-1 0 0 0,-1 1-1 0 0,1-1 1 0 0,-1-1 0 0 0,0 1 0 0 0,0-1-1 0 0,0 0 1 0 0,11-5 0 0 0,-12 4 71 0 0,0 0 0 0 0,0 0 0 0 0,0-1 0 0 0,-1 1 0 0 0,1-1 0 0 0,-1 0 0 0 0,0 0 0 0 0,0 0 0 0 0,0-1 0 0 0,-1 1 0 0 0,0-1 0 0 0,0 0 0 0 0,0 0 0 0 0,0 0 0 0 0,-1 0 0 0 0,0-1 0 0 0,0 1 0 0 0,0-1 0 0 0,-1 1 0 0 0,0-1 0 0 0,0 0 0 0 0,0 1 0 0 0,0-1 0 0 0,-1 0 0 0 0,0 0 0 0 0,-1 1 0 0 0,1-1 0 0 0,-1 0 0 0 0,0 1 0 0 0,0-1 0 0 0,-1 0 0 0 0,0 1 0 0 0,0 0 0 0 0,0-1 0 0 0,-1 1 0 0 0,1 0 0 0 0,-1 0 0 0 0,0 0 0 0 0,-1 1 0 0 0,1-1 0 0 0,-1 1 0 0 0,0-1 0 0 0,0 1 0 0 0,0 1 0 0 0,-1-1 0 0 0,1 0 0 0 0,-1 1 0 0 0,-8-4 0 0 0,1 2-1182 0 0,1 2 0 0 0,-1-1 0 0 0,-24-3 0 0 0,-15-4-4213 0 0,42 10 4210 0 0,0 2-1094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8.0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0 276 4145 0 0,'67'-29'4465'0'0,"36"-5"-2302"0"0,-45 15-1882 0 0,-52 17-323 0 0,27-9 83 0 0,59-28 1 0 0,-84 36-380 0 0,-1-1 0 0 0,0 0 0 0 0,0-1 1 0 0,0 0-1 0 0,-1 0 0 0 0,1 0 0 0 0,-1-1 0 0 0,-1 0 1 0 0,1 0-1 0 0,-1 0 0 0 0,0-1 0 0 0,0 1 1 0 0,-1-1-1 0 0,4-8 0 0 0,-7 10 7 0 0,0 1 0 0 0,0-1 0 0 0,0 1 0 0 0,-1-1 1 0 0,0 1-1 0 0,-1-10 0 0 0,1 4-318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8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64 2721 0 0,'-14'-35'3689'0'0,"12"16"-1650"0"0,2 18-1955 0 0,0 1 0 0 0,0-1 0 0 0,0 1 0 0 0,1 0 0 0 0,-1-1 0 0 0,0 1 0 0 0,0-1 1 0 0,0 1-1 0 0,0 0 0 0 0,0-1 0 0 0,1 1 0 0 0,-1 0 0 0 0,0-1 0 0 0,0 1 0 0 0,1 0 1 0 0,-1-1-1 0 0,0 1 0 0 0,1 0 0 0 0,-1 0 0 0 0,0-1 0 0 0,1 1 0 0 0,-1 0 1 0 0,0 0-1 0 0,1 0 0 0 0,-1-1 0 0 0,0 1 0 0 0,1 0 0 0 0,-1 0 0 0 0,1 0 0 0 0,-1 0 1 0 0,0 0-1 0 0,1 0 0 0 0,-1 0 0 0 0,1 0 0 0 0,1 2 124 0 0,-1 0-1 0 0,1 1 1 0 0,-1-1 0 0 0,1 1-1 0 0,-1-1 1 0 0,0 1 0 0 0,0 0 0 0 0,0-1-1 0 0,-1 1 1 0 0,1 0 0 0 0,-1-1-1 0 0,1 1 1 0 0,-1 0 0 0 0,0 4-1 0 0,1-2-23 0 0,42 236 836 0 0,-32-194-1083 0 0,2-1 0 0 0,2 0-1 0 0,23 46 1 0 0,-33-79-386 0 0,1-1 0 0 0,0 0 0 0 0,1-1 0 0 0,1 1 0 0 0,0-1 0 0 0,0-1 0 0 0,1 1 0 0 0,0-2 0 0 0,1 1 0 0 0,17 12 0 0 0,-26-21 298 0 0,-1-1 1 0 0,1 1 0 0 0,-1-1 0 0 0,1 1 0 0 0,0-1 0 0 0,-1 0 0 0 0,1 1 0 0 0,0-1 0 0 0,0 0-1 0 0,-1 1 1 0 0,1-1 0 0 0,0 0 0 0 0,0 0 0 0 0,-1 0 0 0 0,1 0 0 0 0,0 0 0 0 0,0 0 0 0 0,0 0-1 0 0,-1 0 1 0 0,1 0 0 0 0,0 0 0 0 0,0 0 0 0 0,-1 0 0 0 0,1-1 0 0 0,0 1 0 0 0,0 0-1 0 0,-1-1 1 0 0,1 1 0 0 0,0-1 0 0 0,0 0 18 0 0,0 0-1 0 0,-1 0 1 0 0,1 0-1 0 0,0-1 1 0 0,-1 1-1 0 0,0 0 1 0 0,1 0-1 0 0,-1-1 1 0 0,0 1-1 0 0,0 0 1 0 0,1 0-1 0 0,-1-1 1 0 0,0 1 0 0 0,0 0-1 0 0,-1-2 1 0 0,-9-45-1187 0 0,5 29-403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8.7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0 193 2841 0 0,'1'-1'177'0'0,"-1"-1"1"0"0,0 1-1 0 0,1 0 1 0 0,-1-1-1 0 0,1 1 1 0 0,0 0-1 0 0,-1-1 1 0 0,1 1-1 0 0,0 0 1 0 0,0 0-1 0 0,0 0 1 0 0,0-1-1 0 0,0 1 1 0 0,0 0-1 0 0,0 0 1 0 0,0 1-1 0 0,0-1 1 0 0,0 0-1 0 0,1 0 1 0 0,-1 0 0 0 0,0 1-1 0 0,3-2 1 0 0,38-13 1802 0 0,-23 8-1339 0 0,76-35 2217 0 0,94-58 0 0 0,-188 100-2840 0 0,-1 0 1 0 0,1-1-1 0 0,-1 1 1 0 0,1 0-1 0 0,0-1 1 0 0,-1 1-1 0 0,1 0 1 0 0,0 0 0 0 0,-1 0-1 0 0,1-1 1 0 0,0 1-1 0 0,-1 0 1 0 0,1 0-1 0 0,0 0 1 0 0,-1 0-1 0 0,1 0 1 0 0,0 0-1 0 0,-1 0 1 0 0,1 0 0 0 0,0 1-1 0 0,-1-1 1 0 0,1 0-1 0 0,0 0 1 0 0,-1 0-1 0 0,1 1 1 0 0,-1-1-1 0 0,1 0 1 0 0,0 1 0 0 0,-1-1-1 0 0,1 1 1 0 0,-1-1-1 0 0,1 0 1 0 0,-1 1-1 0 0,1-1 1 0 0,-1 1-1 0 0,1 0 1 0 0,-1-1 0 0 0,0 1-1 0 0,1-1 1 0 0,-1 1-1 0 0,0 0 1 0 0,1-1-1 0 0,-1 1 1 0 0,0-1-1 0 0,0 1 1 0 0,0 0-1 0 0,0-1 1 0 0,0 1 0 0 0,1 0-1 0 0,-1 0 1 0 0,5 49 697 0 0,-3-25-551 0 0,18 57-166 0 0,43 107 1 0 0,-9-28-1340 0 0,-49-144 1017 0 0,0 1-427 0 0,0-1 0 0 0,1 0 0 0 0,0-1 0 0 0,2 0 0 0 0,13 25 0 0 0,-20-41 629 0 0,-1 1 0 0 0,0-1 1 0 0,0 0-1 0 0,1 1 0 0 0,-1-1 1 0 0,0 1-1 0 0,1-1 0 0 0,-1 1 1 0 0,0-1-1 0 0,1 0 0 0 0,-1 1 1 0 0,1-1-1 0 0,-1 0 0 0 0,1 1 1 0 0,-1-1-1 0 0,0 0 0 0 0,1 1 1 0 0,-1-1-1 0 0,1 0 0 0 0,0 0 1 0 0,-1 0-1 0 0,1 0 0 0 0,-1 1 1 0 0,1-1-1 0 0,-1 0 0 0 0,1 0 1 0 0,-1 0-1 0 0,1 0 0 0 0,-1 0 1 0 0,1 0-1 0 0,-1-1 0 0 0,1 1 1 0 0,0 0-1 0 0,-1 0 0 0 0,1 0 1 0 0,0-1-1 0 0,12-19-1908 0 0,0-36 1144 0 0,-13 54 813 0 0,2-13-154 0 0,-1 0 0 0 0,-1-1 0 0 0,0 1 0 0 0,-3-18 0 0 0,3 7-1405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9.4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58 170 1736 0 0,'-8'-24'1320'0'0,"-20"-44"0"0"0,9 30 2262 0 0,16 33-2735 0 0,18 40 4496 0 0,6 36-4147 0 0,3 7-1181 0 0,50 152-860 0 0,-32-75-5290 0 0,-50-198 2106 0 0,0-27 2718 0 0,-6-37 1557 0 0,11 88-243 0 0,-1-1 411 0 0,0 0 0 0 0,0-1-1 0 0,-2 1 1 0 0,-1 1 0 0 0,0-1 0 0 0,-2 1 0 0 0,-16-29 0 0 0,15 41 1129 0 0,7 16-145 0 0,3-8-1312 0 0,0 1 0 0 0,0 0 0 0 0,0 0 0 0 0,1-1 0 0 0,-1 1 0 0 0,0 0 0 0 0,1-1 0 0 0,-1 1 0 0 0,1 0 0 0 0,0-1 1 0 0,0 1-1 0 0,-1-1 0 0 0,1 1 0 0 0,0-1 0 0 0,2 3 0 0 0,-1-3-59 0 0,-1 0 1 0 0,0 0-1 0 0,1 0 1 0 0,-1 0-1 0 0,1 0 1 0 0,-1 0-1 0 0,1-1 0 0 0,0 1 1 0 0,-1 0-1 0 0,1-1 1 0 0,0 1-1 0 0,-1-1 0 0 0,1 0 1 0 0,0 0-1 0 0,0 1 1 0 0,-1-1-1 0 0,1 0 1 0 0,0-1-1 0 0,-1 1 0 0 0,1 0 1 0 0,0 0-1 0 0,0-1 1 0 0,-1 1-1 0 0,4-2 1 0 0,-1 0-20 0 0,0 0 1 0 0,0-1-1 0 0,0 1 1 0 0,-1-1 0 0 0,1 0-1 0 0,-1 0 1 0 0,1-1 0 0 0,-1 1-1 0 0,3-5 1 0 0,4-6-112 0 0,-1 0 1 0 0,0 0-1 0 0,-1-1 0 0 0,7-20 1 0 0,-13 29 100 0 0,0 0 1 0 0,0 0 0 0 0,-1 0 0 0 0,1-1-1 0 0,-1-11 1 0 0,0 16 12 0 0,-1 1-1 0 0,0-1 1 0 0,0 0 0 0 0,0 0-1 0 0,-1 0 1 0 0,1 1 0 0 0,0-1-1 0 0,-1 0 1 0 0,1 0 0 0 0,-1 1-1 0 0,0-1 1 0 0,1 0 0 0 0,-1 1-1 0 0,0-1 1 0 0,0 0 0 0 0,0 1-1 0 0,0 0 1 0 0,0-1-1 0 0,-1 1 1 0 0,1-1 0 0 0,0 1-1 0 0,0 0 1 0 0,-1 0 0 0 0,-2-2-1 0 0,5 10 766 0 0,0-1-1 0 0,-1 0 1 0 0,2 0-1 0 0,-1 1 1 0 0,5 9-1 0 0,22 65 626 0 0,32 108-845 0 0,-35-58-502 0 0,-6-23-1606 0 0,1-37-2561 0 0,-17-65-352 0 0,3-33-670 0 0,-3-47 5549 0 0,-3 56-1798 0 0,3-9-71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49.9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50 2817 0 0,'-28'-49'4451'0'0,"25"59"-339"0"0,3 17-2739 0 0,27 180 945 0 0,-2-39-3213 0 0,-22-142 238 0 0,1 34-4691 0 0,-2-126 1075 0 0,0 31 4173 0 0,-1 0 1 0 0,-2-1 0 0 0,-1 1 0 0 0,-2 0-1 0 0,-14-56 1 0 0,7 59 264 0 0,6 20 184 0 0,0 1 1 0 0,1-2 0 0 0,1 1 0 0 0,0 0-1 0 0,-2-22 1 0 0,9 46 300 0 0,1-1 0 0 0,0 0 1 0 0,0 0-1 0 0,1-1 0 0 0,0 1 0 0 0,1-1 0 0 0,14 16 0 0 0,-15-18-471 0 0,1-1 0 0 0,1 0 0 0 0,-1 0 0 0 0,1-1 0 0 0,0 0 0 0 0,1-1 0 0 0,-1 1 0 0 0,1-2 0 0 0,0 1 0 0 0,0-1 0 0 0,0 0 0 0 0,1-1 0 0 0,15 3 0 0 0,-12-3-238 0 0,-1-1-1 0 0,1-1 1 0 0,0 0-1 0 0,0 0 1 0 0,0-2-1 0 0,0 1 0 0 0,0-2 1 0 0,0 0-1 0 0,-1 0 1 0 0,15-5-1 0 0,-25 6-188 0 0,-1 1 0 0 0,0 0 0 0 0,1-1 0 0 0,-1 0-1 0 0,0 1 1 0 0,0-1 0 0 0,1 0 0 0 0,-1 1 0 0 0,0-1-1 0 0,0 0 1 0 0,0 0 0 0 0,0 0 0 0 0,0 0 0 0 0,0 0 0 0 0,0 0-1 0 0,0-1 1 0 0,0 1 0 0 0,-1 0 0 0 0,1 0 0 0 0,0-1-1 0 0,-1 1 1 0 0,1-2 0 0 0,-1 2 113 0 0,0 0 1 0 0,0 0-1 0 0,0 0 1 0 0,0 0-1 0 0,0 0 1 0 0,0 0-1 0 0,0 0 1 0 0,-1 0-1 0 0,1 0 1 0 0,0 0-1 0 0,-1 0 1 0 0,1 0-1 0 0,-1 1 1 0 0,1-1-1 0 0,-1 0 1 0 0,1 0-1 0 0,-1 0 1 0 0,0 1-1 0 0,1-1 1 0 0,-1 0-1 0 0,0 1 1 0 0,0-1-1 0 0,1 0 1 0 0,-1 1-1 0 0,0-1 1 0 0,0 1-1 0 0,0-1 1 0 0,0 1-1 0 0,0 0 1 0 0,-2-1-1 0 0,-7-2-1652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0.4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0 128 2809 0 0,'2'2'168'0'0,"0"0"0"0"0,0 0 1 0 0,0 0-1 0 0,0-1 0 0 0,0 1 1 0 0,0 0-1 0 0,0-1 0 0 0,0 0 1 0 0,0 1-1 0 0,1-1 1 0 0,-1 0-1 0 0,1 0 0 0 0,-1 0 1 0 0,1-1-1 0 0,-1 1 0 0 0,1-1 1 0 0,-1 1-1 0 0,1-1 0 0 0,0 0 1 0 0,-1 0-1 0 0,1 0 1 0 0,4-1-1 0 0,63-8 2510 0 0,-65 8-2515 0 0,73-18 1251 0 0,135-50 1 0 0,-210 67-1507 0 0,1 1 0 0 0,-1-1 0 0 0,0 0 1 0 0,0 0-1 0 0,0-1 0 0 0,-1 1 0 0 0,1-1 1 0 0,4-5-1 0 0,-6 8 77 0 0,-1-1-1 0 0,1 1 1 0 0,-1 0 0 0 0,0-1-1 0 0,1 0 1 0 0,-1 1 0 0 0,0-1 0 0 0,1 1-1 0 0,-1-1 1 0 0,0 1 0 0 0,1-1-1 0 0,-1 0 1 0 0,0 1 0 0 0,0-1 0 0 0,0 0-1 0 0,0 1 1 0 0,0-1 0 0 0,0 0-1 0 0,1 1 1 0 0,-2-1 0 0 0,1 0 0 0 0,0 1-1 0 0,0-1 1 0 0,0 0 0 0 0,0 1-1 0 0,0-1 1 0 0,0 0 0 0 0,-1 1 0 0 0,1-1-1 0 0,0 1 1 0 0,-1-1 0 0 0,1 1-1 0 0,0-1 1 0 0,-1 0 0 0 0,1 1 0 0 0,-1-1-1 0 0,1 1 1 0 0,0-1 0 0 0,-1 1-1 0 0,1 0 1 0 0,-1-1 0 0 0,0 1 0 0 0,1 0-1 0 0,-1-1 1 0 0,1 1 0 0 0,-1 0 0 0 0,0-1-1 0 0,1 1 1 0 0,-1 0 0 0 0,1 0-1 0 0,-1 0 1 0 0,0 0 0 0 0,1 0 0 0 0,-1-1-1 0 0,-1 1 1 0 0,0 0 3 0 0,0 1-1 0 0,0-1 1 0 0,0 0 0 0 0,-1 0 0 0 0,1 1-1 0 0,0-1 1 0 0,0 1 0 0 0,0 0 0 0 0,0-1-1 0 0,0 1 1 0 0,0 0 0 0 0,0 0-1 0 0,0 1 1 0 0,0-1 0 0 0,1 0 0 0 0,-1 1-1 0 0,0-1 1 0 0,1 1 0 0 0,-1-1 0 0 0,1 1-1 0 0,-1 0 1 0 0,1-1 0 0 0,0 1-1 0 0,0 0 1 0 0,0 0 0 0 0,0 0 0 0 0,0 0-1 0 0,0 0 1 0 0,0 0 0 0 0,0 4 0 0 0,-3 4-64 0 0,0 0 1 0 0,1 0 0 0 0,1 0 0 0 0,0 0 0 0 0,-1 12 0 0 0,3-9 38 0 0,1 1 0 0 0,0-1 0 0 0,1 0 0 0 0,1 0 0 0 0,0 0 0 0 0,1-1 0 0 0,0 1 0 0 0,1-1 0 0 0,0 0 0 0 0,1 0 0 0 0,1 0 0 0 0,11 16 0 0 0,12 12 201 0 0,63 69-1 0 0,-92-108-162 0 0,6 6-88 0 0,26 26-625 0 0,-9-19-2841 0 0,-18-59-182 0 0,-8 32 2385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0.9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91 2336 0 0,'4'-1'355'0'0,"-1"0"-1"0"0,0 0 0 0 0,1 0 0 0 0,-1 0 1 0 0,1 0-1 0 0,-1 1 0 0 0,1 0 0 0 0,5 0 1 0 0,11-2 897 0 0,18-7 699 0 0,73-14 1905 0 0,-90 19-3473 0 0,0-1 0 0 0,33-12 0 0 0,30-7 567 0 0,-83 24-907 0 0,0 0 0 0 0,-1 0 0 0 0,1 0 0 0 0,-1 0 0 0 0,1 0 0 0 0,-1 0 0 0 0,1 0 0 0 0,-1 0 0 0 0,1 0 0 0 0,-1 1 0 0 0,1-1 0 0 0,-1 0 0 0 0,1 0 0 0 0,-1 1 1 0 0,1-1-1 0 0,-1 0 0 0 0,1 0 0 0 0,-1 1 0 0 0,1-1 0 0 0,-1 1 0 0 0,0-1 0 0 0,1 0 0 0 0,-1 1 0 0 0,0-1 0 0 0,1 1 0 0 0,-1-1 0 0 0,0 1 0 0 0,1-1 0 0 0,-1 1 0 0 0,0 0 0 0 0,6 25 418 0 0,-7 29-366 0 0,1-53-48 0 0,-29 325-5431 0 0,29-319 4661 0 0,0 0 1 0 0,0-1-1 0 0,1 1 1 0 0,0 0-1 0 0,3 10 1 0 0,-4-17 580 0 0,1 0-1 0 0,-1 0 1 0 0,0 0 0 0 0,1 0-1 0 0,-1 1 1 0 0,1-1 0 0 0,-1 0-1 0 0,1 0 1 0 0,-1-1 0 0 0,1 1 0 0 0,0 0-1 0 0,-1 0 1 0 0,1 0 0 0 0,0 0-1 0 0,0 0 1 0 0,0-1 0 0 0,0 1 0 0 0,1 0-1 0 0,-1 0 108 0 0,0-1-1 0 0,0-1 0 0 0,0 1 1 0 0,0 0-1 0 0,0 0 0 0 0,0 0 1 0 0,0 0-1 0 0,0-1 0 0 0,0 1 1 0 0,0 0-1 0 0,0-1 0 0 0,0 1 1 0 0,0-1-1 0 0,0 1 0 0 0,0-1 1 0 0,0 0-1 0 0,-1 1 0 0 0,1-1 1 0 0,0 0-1 0 0,0 0 0 0 0,-1 1 1 0 0,1-1-1 0 0,0 0 0 0 0,-1 0 1 0 0,1-1-1 0 0,12-10-485 0 0,16 3-1180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1.3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3769 0 0,'9'16'7056'0'0,"1"17"-3824"0"0,11 52-2526 0 0,-11-42-79 0 0,19 77-597 0 0,43 161-661 0 0,-5-102-6703 0 0,-68-179 7267 0 0,1 1 0 0 0,0-1 0 0 0,0 0 0 0 0,0 0 1 0 0,0 1-1 0 0,0-1 0 0 0,0 0 0 0 0,0 0 0 0 0,0 1 0 0 0,0-1 0 0 0,0 0 0 0 0,1 0 0 0 0,-1 1 1 0 0,0-1-1 0 0,0 0 0 0 0,0 0 0 0 0,0 0 0 0 0,0 1 0 0 0,0-1 0 0 0,0 0 0 0 0,1 0 0 0 0,-1 0 1 0 0,0 1-1 0 0,0-1 0 0 0,0 0 0 0 0,0 0 0 0 0,1 0 0 0 0,-1 0 0 0 0,0 1 0 0 0,0-1 1 0 0,1 0-1 0 0,-1 0 0 0 0,0 0 0 0 0,0 0 0 0 0,0 0 0 0 0,1 0 0 0 0,-1 0 0 0 0,0 0 0 0 0,0 0 1 0 0,1 0-1 0 0,-1 0 0 0 0,0 0 0 0 0,0 0 0 0 0,1 0 0 0 0,-1 0 0 0 0,0 0 0 0 0,0 0 1 0 0,1 0-1 0 0,2-15-978 0 0,-5-26 665 0 0,-5 14-477 0 0,4 2-591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1.6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4 2072 0 0,'-1'0'49'0'0,"1"-1"-1"0"0,-1 1 0 0 0,1 0 1 0 0,0-1-1 0 0,-1 1 1 0 0,1 0-1 0 0,0 0 0 0 0,-1-1 1 0 0,1 1-1 0 0,-1 0 0 0 0,1 0 1 0 0,-1 0-1 0 0,1-1 0 0 0,-1 1 1 0 0,1 0-1 0 0,-1 0 0 0 0,1 0 1 0 0,-1 0-1 0 0,1 0 0 0 0,-1 0 1 0 0,1 0-1 0 0,-1 0 1 0 0,1 0-1 0 0,-1 0 0 0 0,1 0 1 0 0,-1 1-1 0 0,1-1 0 0 0,0 0 1 0 0,-1 0-1 0 0,1 0 0 0 0,-1 1 1 0 0,1-1-1 0 0,-1 0 0 0 0,1 0 1 0 0,0 1-1 0 0,-1-1 0 0 0,1 0 1 0 0,-1 1-1 0 0,1-1 1 0 0,0 0-1 0 0,0 1 0 0 0,-1-1 1 0 0,1 1-1 0 0,0-1 0 0 0,0 1 1 0 0,-1-1-1 0 0,1 0 0 0 0,0 1 1 0 0,0-1-1 0 0,0 1 0 0 0,0-1 1 0 0,0 1-1 0 0,0-1 0 0 0,0 1 1 0 0,-1-1-1 0 0,1 1 1 0 0,1-1-1 0 0,-1 1 0 0 0,0-1 1 0 0,0 1-1 0 0,0-1 0 0 0,0 1 1 0 0,0-1-1 0 0,1 1 0 0 0,16 29 3996 0 0,-10-23-3289 0 0,1 0 1 0 0,0-1-1 0 0,0-1 0 0 0,1 1 0 0 0,0-1 0 0 0,16 6 0 0 0,-17-7-622 0 0,1-1 0 0 0,0 0 0 0 0,0 0 1 0 0,0-1-1 0 0,0 0 0 0 0,0-1 0 0 0,0 0 0 0 0,1-1 0 0 0,-1 1 0 0 0,0-2 0 0 0,0 1 0 0 0,17-4 0 0 0,9-13-942 0 0,-30 14-9 0 0,0 0 0 0 0,-1-1 1 0 0,1 1-1 0 0,-1-1 0 0 0,0 0 0 0 0,0 0 1 0 0,0-1-1 0 0,-1 1 0 0 0,1-1 0 0 0,-1 0 0 0 0,0 1 1 0 0,-1-2-1 0 0,1 1 0 0 0,1-6 0 0 0,2-2-1509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2.63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0 118 2745 0 0,'28'-13'6149'0'0,"-10"8"-5569"0"0,-1 0 1 0 0,0 0-1 0 0,0-2 0 0 0,-1 0 1 0 0,24-15-1 0 0,-20 12-1172 0 0,0 0 1 0 0,39-14-1 0 0,-49 23-481 0 0,3-2-2739 0 0,-13 3 3771 0 0,0 0 0 0 0,0 0 0 0 0,0 1 0 0 0,0-1 1 0 0,-1 0-1 0 0,1 0 0 0 0,0 0 0 0 0,0 0 0 0 0,0 0 0 0 0,0 0 0 0 0,0 0 0 0 0,-1 0 0 0 0,1 0 0 0 0,0 0 0 0 0,0 0 0 0 0,0 0 1 0 0,0 0-1 0 0,0 0 0 0 0,-1 0 0 0 0,1 0 0 0 0,0-1 0 0 0,0 1 0 0 0,0 0 0 0 0,0 0 0 0 0,0 0 0 0 0,0 0 0 0 0,-1 0 0 0 0,1 0 1 0 0,0 0-1 0 0,0 0 0 0 0,0 0 0 0 0,0 0 0 0 0,0-1 0 0 0,0 1 0 0 0,0 0 0 0 0,0 0 0 0 0,-1 0 0 0 0,1 0 0 0 0,0 0 1 0 0,0 0-1 0 0,0-1 0 0 0,0 1 0 0 0,0 0 0 0 0,0 0 0 0 0,0 0 0 0 0,0 0 0 0 0,0 0 0 0 0,0-1 0 0 0,0 1 0 0 0,0 0 0 0 0,0 0 1 0 0,0 0-1 0 0,0 0 0 0 0,0 0 0 0 0,0-1 0 0 0,0 1 0 0 0,0 0 0 0 0,0 0 0 0 0,0 0 0 0 0,1 0 0 0 0,-1 0 0 0 0,0 0 1 0 0,0-1-1 0 0,0 1 0 0 0,0 0 0 0 0,0 0 0 0 0,0 0 0 0 0,-3-1-1861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2.9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0 220 3201 0 0,'35'-7'4041'0'0,"19"-13"-413"0"0,16-6-1893 0 0,115-58-1 0 0,-127 47-3234 0 0,18-9-7594 0 0,-68 48 8378 0 0,12 12-921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3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80 0 2825 0 0,'-7'9'182'0'0,"-1"0"0"0"0,2 1 1 0 0,-1-1-1 0 0,1 1 1 0 0,1 0-1 0 0,-1 1 0 0 0,2 0 1 0 0,0 0-1 0 0,-5 19 1 0 0,6-21-121 0 0,1 0 1 0 0,1 0-1 0 0,-1 0 1 0 0,1 0-1 0 0,1 0 1 0 0,0 0-1 0 0,0 0 1 0 0,1 0-1 0 0,0 0 1 0 0,1 0-1 0 0,-1 0 1 0 0,7 17-1 0 0,-5-22-49 0 0,-1-1 0 0 0,0 1-1 0 0,1 0 1 0 0,0-1 0 0 0,0 0 0 0 0,0 0 0 0 0,0 0-1 0 0,1 0 1 0 0,-1 0 0 0 0,1-1 0 0 0,-1 1-1 0 0,1-1 1 0 0,0 0 0 0 0,0 0 0 0 0,0 0-1 0 0,0-1 1 0 0,0 1 0 0 0,1-1 0 0 0,-1 0 0 0 0,0-1-1 0 0,1 1 1 0 0,-1-1 0 0 0,0 1 0 0 0,1-1-1 0 0,6-1 1 0 0,6 0 427 0 0,-1-1-1 0 0,1-1 1 0 0,-1 0 0 0 0,0-1-1 0 0,24-9 1 0 0,-36 11-330 0 0,0 0 1 0 0,0-1-1 0 0,-1 0 0 0 0,1 0 1 0 0,0 0-1 0 0,-1 0 0 0 0,0 0 1 0 0,0-1-1 0 0,0 0 0 0 0,0 1 0 0 0,0-1 1 0 0,-1 0-1 0 0,0 0 0 0 0,1 0 1 0 0,-2-1-1 0 0,1 1 0 0 0,0 0 1 0 0,-1-1-1 0 0,0 0 0 0 0,0 1 0 0 0,0-1 1 0 0,-1 1-1 0 0,1-1 0 0 0,-1 0 1 0 0,0 1-1 0 0,-1-1 0 0 0,1 0 1 0 0,-1 1-1 0 0,0-1 0 0 0,0 1 0 0 0,0-1 1 0 0,-1 1-1 0 0,1-1 0 0 0,-1 1 1 0 0,0 0-1 0 0,0 0 0 0 0,-1 0 1 0 0,1 0-1 0 0,-1 0 0 0 0,-3-3 0 0 0,2 4-66 0 0,0 0 0 0 0,0 1-1 0 0,0 0 1 0 0,0 0-1 0 0,0 0 1 0 0,0 0-1 0 0,-1 1 1 0 0,1 0-1 0 0,0 0 1 0 0,-1 0-1 0 0,1 0 1 0 0,-1 1 0 0 0,1-1-1 0 0,-1 1 1 0 0,1 0-1 0 0,-8 2 1 0 0,-11 1-270 0 0,0 1 1 0 0,-24 7 0 0 0,-1 1-954 0 0,44-12 907 0 0,1 1 61 0 0,0 0 0 0 0,1 0-1 0 0,-1-1 1 0 0,0 1 0 0 0,1-1 0 0 0,-1 0 0 0 0,0 0-1 0 0,0 0 1 0 0,1 0 0 0 0,-1 0 0 0 0,0-1-1 0 0,1 1 1 0 0,-1-1 0 0 0,0 0 0 0 0,1 0 0 0 0,-5-1-1 0 0,8 0 2 0 0,1 0 0 0 0,-1 0-1 0 0,0 0 1 0 0,1 1 0 0 0,-1-1-1 0 0,1 1 1 0 0,0-1 0 0 0,0 1 0 0 0,0 0-1 0 0,-1 0 1 0 0,1 0 0 0 0,0 0-1 0 0,4-1 1 0 0,-3 0-78 0 0,55-42-1571 0 0,-33 24-58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3.7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0 3825 0 0,'0'0'198'0'0,"-1"0"0"0"0,0 0 0 0 0,0 0 1 0 0,1 0-1 0 0,-1 0 0 0 0,0 0 0 0 0,0 1 0 0 0,1-1 1 0 0,-1 0-1 0 0,0 0 0 0 0,1 1 0 0 0,-1-1 0 0 0,0 0 1 0 0,1 1-1 0 0,-1-1 0 0 0,0 0 0 0 0,1 1 0 0 0,-1-1 1 0 0,1 1-1 0 0,-1-1 0 0 0,1 1 0 0 0,-1 0 0 0 0,1-1 1 0 0,-1 1-1 0 0,1-1 0 0 0,0 1 0 0 0,-1 1 0 0 0,0 23 1859 0 0,20 35-2242 0 0,-13-45 593 0 0,69 181-1778 0 0,-61-167 58 0 0,0-1-1 0 0,2-1 1 0 0,2 0-1 0 0,32 39 1 0 0,-38-59 759 0 0,-2-5-270 0 0,12 9-747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4.0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90 2513 0 0,'0'0'57'0'0,"-1"0"-1"0"0,1 0 1 0 0,-1 0 0 0 0,0 0 0 0 0,1 0 0 0 0,-1 0 0 0 0,1 0 0 0 0,-1 0 0 0 0,1 0 0 0 0,-1 0 0 0 0,0 0 0 0 0,1 0 0 0 0,-1 1 0 0 0,1-1 0 0 0,-1 0 0 0 0,1 0 0 0 0,-1 1 0 0 0,1-1 0 0 0,-1 0 0 0 0,1 1 0 0 0,-1-1 0 0 0,1 0 0 0 0,-1 1 0 0 0,1-1 0 0 0,0 1 0 0 0,-1-1 0 0 0,1 1 0 0 0,0-1 0 0 0,-1 1 0 0 0,0 0-1 0 0,7 17 1982 0 0,-3-15-1760 0 0,-1 0 0 0 0,0 0 1 0 0,1 0-1 0 0,-1 0 0 0 0,1 0 1 0 0,0-1-1 0 0,0 1 1 0 0,0-1-1 0 0,6 3 0 0 0,5-2-99 0 0,-1 0 0 0 0,1-1-1 0 0,0 0 1 0 0,0-1 0 0 0,0-1-1 0 0,0-1 1 0 0,0 0 0 0 0,0 0-1 0 0,0-1 1 0 0,0-1 0 0 0,-1-1 0 0 0,22-7-1 0 0,-23 7-765 0 0,-1-1-1 0 0,1-1 0 0 0,-1 1 1 0 0,0-2-1 0 0,-1 0 0 0 0,1 0 1 0 0,-1-1-1 0 0,14-13 0 0 0,-21 17 234 0 0,0 0 1 0 0,-1 0-1 0 0,1 0 0 0 0,-1 0 0 0 0,0-1 0 0 0,0 1 0 0 0,0-1 0 0 0,2-8 1 0 0,1-4-1628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4.4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3689 0 0,'4'13'506'0'0,"1"0"-1"0"0,0 0 1 0 0,1-1 0 0 0,0 1-1 0 0,1-1 1 0 0,13 17 0 0 0,15 31-756 0 0,-17-18-637 0 0,-2 2 1 0 0,-2 1-1 0 0,16 89 1 0 0,-29-130 870 0 0,0 0 0 0 0,0 1 0 0 0,0-1 1 0 0,0 1-1 0 0,1-1 0 0 0,-1 0 0 0 0,1 0 0 0 0,0 0 1 0 0,0 0-1 0 0,5 6 0 0 0,-7-9 22 0 0,1-1-1 0 0,0 0 0 0 0,-1 1 1 0 0,1-1-1 0 0,0 1 1 0 0,-1-1-1 0 0,1 0 1 0 0,0 1-1 0 0,-1-1 1 0 0,1 0-1 0 0,0 0 0 0 0,0 0 1 0 0,-1 1-1 0 0,1-1 1 0 0,0 0-1 0 0,0 0 1 0 0,-1 0-1 0 0,1 0 0 0 0,0 0 1 0 0,0 0-1 0 0,-1-1 1 0 0,1 1-1 0 0,1 0 1 0 0,24-20 197 0 0,1-6 557 0 0,2 1 0 0 0,0 1 0 0 0,1 2 0 0 0,60-33-1 0 0,-34 21-1291 0 0,-53 32 386 0 0,-1 0 0 0 0,1 0 0 0 0,0 0 0 0 0,-1-1 0 0 0,1 1 0 0 0,-1 0 0 0 0,0-1 0 0 0,1 0 0 0 0,-1 0 0 0 0,-1 1 0 0 0,1-1 0 0 0,0 0 0 0 0,-1-1 0 0 0,1 1 0 0 0,-1 0 0 0 0,0 0 0 0 0,0-1 0 0 0,0 1 0 0 0,-1 0 0 0 0,1-1 0 0 0,-1 1 0 0 0,0-1 0 0 0,0 1 0 0 0,0-1 0 0 0,0 1 0 0 0,-1 0 0 0 0,1-1 0 0 0,-1 1 0 0 0,0 0 0 0 0,-2-6 0 0 0,1-5-1516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4.8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8 3185 0 0,'-15'-3'4765'0'0,"18"16"-2735"0"0,24 27-1704 0 0,-20-31-7 0 0,112 211-1087 0 0,-36-57-4063 0 0,-74-146 3719 0 0,-9-17 1067 0 0,0 0-1 0 0,0 0 1 0 0,0 0 0 0 0,0 0-1 0 0,-1 0 1 0 0,1 0 0 0 0,0 0-1 0 0,0 0 1 0 0,0 0 0 0 0,0 0-1 0 0,0 0 1 0 0,0 0 0 0 0,-1 0-1 0 0,1 0 1 0 0,0 0 0 0 0,0 0-1 0 0,0 0 1 0 0,0 0 0 0 0,0 0-1 0 0,0 0 1 0 0,-1 0 0 0 0,1 0-1 0 0,0 0 1 0 0,0 0 0 0 0,0 1-1 0 0,0-1 1 0 0,0 0 0 0 0,0 0-1 0 0,0 0 1 0 0,0 0 0 0 0,0 0-1 0 0,-1 1 1 0 0,-2-6-1637 0 0</inkml:trace>
  <inkml:trace contextRef="#ctx0" brushRef="#br0" timeOffset="1">77 112 2208 0 0,'-3'0'248'0'0,"-30"2"391"0"0,32-2-616 0 0,0 0-1 0 0,0 1 1 0 0,0-1 0 0 0,0 0-1 0 0,0 0 1 0 0,-1 1-1 0 0,1-1 1 0 0,0 1 0 0 0,0-1-1 0 0,0 1 1 0 0,0-1 0 0 0,0 1-1 0 0,0 0 1 0 0,0-1-1 0 0,0 1 1 0 0,1 0 0 0 0,-1 0-1 0 0,0 0 1 0 0,0-1 0 0 0,0 1-1 0 0,1 0 1 0 0,-1 0-1 0 0,0 2 1 0 0,1-2 81 0 0,0 0 1 0 0,1 0-1 0 0,-1 0 1 0 0,1 1-1 0 0,-1-1 0 0 0,1 0 1 0 0,-1-1-1 0 0,1 1 0 0 0,-1 0 1 0 0,1 0-1 0 0,0 0 0 0 0,0 0 1 0 0,0 0-1 0 0,-1-1 0 0 0,1 1 1 0 0,0 0-1 0 0,0-1 0 0 0,0 1 1 0 0,0-1-1 0 0,0 1 0 0 0,0-1 1 0 0,0 1-1 0 0,0-1 1 0 0,0 0-1 0 0,0 1 0 0 0,2-1 1 0 0,30 10 2008 0 0,-32-10-2073 0 0,21 5 910 0 0,0-2 1 0 0,0 0 0 0 0,26 0-1 0 0,-41-3-1028 0 0,1 0-1 0 0,-1 0 0 0 0,0-1 0 0 0,1 0 0 0 0,-1 0 0 0 0,0 0 0 0 0,0-1 0 0 0,0 0 0 0 0,0-1 0 0 0,0 0 0 0 0,0 0 0 0 0,-1 0 0 0 0,9-6 0 0 0,-11 4-443 0 0,-1 0 0 0 0,0 0 0 0 0,0 0 0 0 0,0 0 0 0 0,-1 0 0 0 0,0 0 0 0 0,0-1 0 0 0,0 1 0 0 0,-1-1 0 0 0,0 1 0 0 0,0-1 0 0 0,0 0 0 0 0,0 1 0 0 0,-1-9 0 0 0,4-22-251 0 0,3 15-986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5.4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2 2713 0 0,'0'0'58'0'0,"0"0"1"0"0,0 0 0 0 0,0 0 0 0 0,0 0 0 0 0,-1-1 0 0 0,1 1 0 0 0,0 0 0 0 0,0 0 0 0 0,0 0 0 0 0,0 0-1 0 0,-1 0 1 0 0,1 0 0 0 0,0 0 0 0 0,0 0 0 0 0,0 0 0 0 0,-1 0 0 0 0,1 0 0 0 0,0 0 0 0 0,0 0 0 0 0,0 0-1 0 0,-1 0 1 0 0,1 0 0 0 0,0 0 0 0 0,0 0 0 0 0,0 0 0 0 0,-1 0 0 0 0,1 0 0 0 0,0 0 0 0 0,0 0-1 0 0,0 1 1 0 0,-1-1 0 0 0,1 0 0 0 0,0 0 0 0 0,0 0 0 0 0,0 0 0 0 0,0 0 0 0 0,0 0 0 0 0,-1 1 0 0 0,1-1-1 0 0,0 0 1 0 0,0 0 0 0 0,0 0 0 0 0,0 0 0 0 0,0 1 0 0 0,0-1 0 0 0,0 0 0 0 0,0 0 0 0 0,0 0 0 0 0,0 1-1 0 0,0-1 1 0 0,0 0 0 0 0,0 0 0 0 0,0 0 0 0 0,0 1 0 0 0,0-1 0 0 0,0 0 0 0 0,0 0 0 0 0,0 0-1 0 0,0 1 1 0 0,0-1 0 0 0,0 0 0 0 0,0 0 0 0 0,0 0 0 0 0,0 1 0 0 0,18 13 2541 0 0,42 18 306 0 0,-46-25-2204 0 0,120 53 1635 0 0,-17-9-1725 0 0,-116-51-616 0 0,0 0 0 0 0,0 0 1 0 0,0 1-1 0 0,0-1 0 0 0,0 0 0 0 0,0 1 1 0 0,0-1-1 0 0,-1 1 0 0 0,1-1 0 0 0,0 1 1 0 0,0-1-1 0 0,0 1 0 0 0,-1 0 0 0 0,1-1 1 0 0,0 1-1 0 0,-1 0 0 0 0,1-1 0 0 0,-1 1 0 0 0,1 0 1 0 0,-1 0-1 0 0,1 0 0 0 0,-1 0 0 0 0,1-1 1 0 0,-1 1-1 0 0,0 0 0 0 0,1 0 0 0 0,-1 0 1 0 0,0 0-1 0 0,0 0 0 0 0,0 0 0 0 0,0 0 1 0 0,0 2-1 0 0,-1-2-65 0 0,0 1 0 0 0,-1 0 0 0 0,1-1 0 0 0,0 1 0 0 0,-1-1 0 0 0,1 1 0 0 0,-1-1 0 0 0,0 0 0 0 0,0 0 1 0 0,1 1-1 0 0,-1-1 0 0 0,0 0 0 0 0,0-1 0 0 0,-2 2 0 0 0,-11 4-304 0 0,0-1 0 0 0,-1-1 0 0 0,-17 3 0 0 0,20-5 198 0 0,1 1 0 0 0,-1 0 0 0 0,1 1 0 0 0,0 0 0 0 0,0 1 0 0 0,0 0 0 0 0,1 1 0 0 0,-19 13 0 0 0,26-17 50 0 0,0 1 0 0 0,0 0 0 0 0,1 0 0 0 0,-1 1 0 0 0,1-1 0 0 0,-1 1 0 0 0,1 0 0 0 0,1 0 0 0 0,-1 0 0 0 0,0 0 0 0 0,1 0 0 0 0,0 1 0 0 0,0-1 0 0 0,0 1 0 0 0,1-1 0 0 0,-1 1 0 0 0,1 0 0 0 0,0 0 0 0 0,1-1 0 0 0,-1 1 0 0 0,1 0 0 0 0,0 0 0 0 0,0 0 0 0 0,0 0 0 0 0,1 0 0 0 0,1 5 0 0 0,-1-6 187 0 0,1 0 1 0 0,-1 0-1 0 0,1 0 1 0 0,0 0-1 0 0,1 0 1 0 0,-1 0-1 0 0,1-1 1 0 0,-1 1-1 0 0,1-1 1 0 0,0 0-1 0 0,1 0 1 0 0,-1 0-1 0 0,0 0 1 0 0,1 0-1 0 0,-1-1 1 0 0,1 0-1 0 0,0 1 1 0 0,0-1-1 0 0,0-1 1 0 0,0 1-1 0 0,0-1 1 0 0,1 1-1 0 0,-1-1 1 0 0,0 0-1 0 0,1-1 1 0 0,-1 1 0 0 0,6-1-1 0 0,10 2 431 0 0,0-1 1 0 0,0-2-1 0 0,0 0 0 0 0,30-5 1 0 0,-27 1-144 0 0,0 0 0 0 0,0-1 0 0 0,22-9 0 0 0,-36 11-392 0 0,-1 0 0 0 0,1 0 1 0 0,0-1-1 0 0,-1 0 0 0 0,0 0 1 0 0,0-1-1 0 0,-1 0 0 0 0,1 0 1 0 0,-1-1-1 0 0,6-8 0 0 0,-12 14-288 0 0,-1 0 0 0 0,1 0 0 0 0,-1 0 0 0 0,0 0 0 0 0,1 0 0 0 0,-1 0 0 0 0,0 0 0 0 0,0 0-1 0 0,1 0 1 0 0,-1 0 0 0 0,0 0 0 0 0,0 0 0 0 0,0 0 0 0 0,0-1 0 0 0,0 1 0 0 0,-1 0 0 0 0,1 0 0 0 0,0 0 0 0 0,0 0 0 0 0,-1 0-1 0 0,0-1 1 0 0,-1-8-2269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5.7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12 3193 0 0,'0'0'62'0'0,"0"0"0"0"0,0-1 0 0 0,0 1 0 0 0,0-1 0 0 0,0 1 0 0 0,0 0 1 0 0,0-1-1 0 0,0 1 0 0 0,0 0 0 0 0,0-1 0 0 0,0 1 0 0 0,0 0 0 0 0,0-1 0 0 0,0 1 0 0 0,0 0 1 0 0,0-1-1 0 0,0 1 0 0 0,0 0 0 0 0,0-1 0 0 0,1 1 0 0 0,-1 0 0 0 0,0-1 0 0 0,0 1 1 0 0,0 0-1 0 0,1-1 0 0 0,-1 1 0 0 0,0 0 0 0 0,0 0 0 0 0,1-1 0 0 0,-1 1 0 0 0,0 0 0 0 0,0 0 1 0 0,1 0-1 0 0,-1-1 0 0 0,0 1 0 0 0,1 0 0 0 0,-1 0 0 0 0,1 0 0 0 0,11 9 1213 0 0,9 20-391 0 0,6 31-513 0 0,21 74 0 0 0,-32-84-1080 0 0,3-1 0 0 0,46 91 0 0 0,-62-136 505 0 0,0 0 0 0 0,-1-1 0 0 0,1 1 0 0 0,1 0 0 0 0,-1-1 0 0 0,0 0 0 0 0,1 0 0 0 0,7 5 0 0 0,-10-7 169 0 0,-1-1 0 0 0,0 0-1 0 0,1 1 1 0 0,-1-1 0 0 0,1 0-1 0 0,-1 0 1 0 0,1 0 0 0 0,-1 0-1 0 0,1 1 1 0 0,-1-1 0 0 0,0 0-1 0 0,1 0 1 0 0,-1 0 0 0 0,1 0-1 0 0,-1 0 1 0 0,1 0 0 0 0,-1 0-1 0 0,1 0 1 0 0,-1 0 0 0 0,1 0-1 0 0,-1-1 1 0 0,1 1 0 0 0,-1 0 0 0 0,1 0-1 0 0,-1 0 1 0 0,1-1 0 0 0,-1 1-1 0 0,0 0 1 0 0,1 0 0 0 0,0-1-1 0 0,0-1 18 0 0,-1 1 1 0 0,1-1-1 0 0,-1 0 0 0 0,1 1 0 0 0,-1-1 0 0 0,1 0 0 0 0,-1 1 0 0 0,0-1 0 0 0,0 0 0 0 0,0 1 1 0 0,0-1-1 0 0,0 0 0 0 0,0 1 0 0 0,-1-4 0 0 0,-1-4-200 0 0,0 0 0 0 0,0 0 0 0 0,-1 0 0 0 0,-1 0 1 0 0,1 0-1 0 0,-1 0 0 0 0,-7-10 0 0 0,-2-5-1005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6.1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27 144 1920 0 0,'-1'1'86'0'0,"-1"-1"-1"0"0,0 1 1 0 0,0 0-1 0 0,0-1 0 0 0,0 1 1 0 0,1 0-1 0 0,-1 0 1 0 0,0 0-1 0 0,1 0 0 0 0,-1 1 1 0 0,1-1-1 0 0,-1 0 1 0 0,0 2-1 0 0,1-2-30 0 0,1-1-1 0 0,0 1 1 0 0,0-1-1 0 0,0 1 1 0 0,-1-1-1 0 0,1 1 1 0 0,0-1 0 0 0,0 1-1 0 0,0 0 1 0 0,0-1-1 0 0,0 1 1 0 0,0-1 0 0 0,0 1-1 0 0,0-1 1 0 0,0 1-1 0 0,0-1 1 0 0,0 1-1 0 0,0 0 1 0 0,1-1 0 0 0,-1 1-1 0 0,0-1 1 0 0,0 1-1 0 0,1-1 1 0 0,-1 1 0 0 0,0-1-1 0 0,0 1 1 0 0,1-1-1 0 0,0 1 1 0 0,1 1 196 0 0,1 1 1 0 0,0-1-1 0 0,-1 0 0 0 0,1-1 0 0 0,0 1 1 0 0,0 0-1 0 0,0-1 0 0 0,1 0 1 0 0,-1 1-1 0 0,0-1 0 0 0,0-1 0 0 0,7 2 1 0 0,3 0 216 0 0,0-1 0 0 0,1-1 0 0 0,-1 0-1 0 0,26-3 1 0 0,-26 0-705 0 0,1 0 0 0 0,-1 0 0 0 0,1-1-1 0 0,22-11 1 0 0,-27 11-83 0 0,-1 0 1 0 0,0-1-1 0 0,0 0 0 0 0,0-1 0 0 0,0 1 1 0 0,-1-1-1 0 0,0-1 0 0 0,-1 1 0 0 0,1-1 1 0 0,-1 0-1 0 0,0-1 0 0 0,-1 0 0 0 0,0 1 0 0 0,0-2 1 0 0,-1 1-1 0 0,0 0 0 0 0,6-18 0 0 0,-6-5-360 0 0,14 34-715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6.5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2945 0 0,'0'0'86'0'0,"0"0"0"0"0,0 0 0 0 0,0 0 0 0 0,0 0 0 0 0,0 0 0 0 0,-1 0 0 0 0,1 0 0 0 0,0 0 0 0 0,0 0 0 0 0,0 1 0 0 0,0-1 0 0 0,0 0 0 0 0,-1 0 0 0 0,1 0 0 0 0,0 0 0 0 0,0 0 0 0 0,0 0 0 0 0,0 0 0 0 0,0 0 0 0 0,0 0 0 0 0,0 1 0 0 0,-1-1 0 0 0,1 0 0 0 0,0 0 0 0 0,0 0 0 0 0,0 0 0 0 0,0 0 0 0 0,0 1 0 0 0,0-1 0 0 0,0 0 0 0 0,0 0 0 0 0,0 0 0 0 0,0 0 0 0 0,0 0 1 0 0,0 1-1 0 0,0-1 0 0 0,0 0 0 0 0,0 0 0 0 0,0 0 0 0 0,0 0 0 0 0,0 0 0 0 0,0 1 0 0 0,0-1 0 0 0,0 0 0 0 0,0 0 0 0 0,0 0 0 0 0,0 0 0 0 0,0 0 0 0 0,0 1 0 0 0,0-1 0 0 0,1 0 0 0 0,-1 0 0 0 0,0 0 0 0 0,0 0 0 0 0,0 0 0 0 0,0 0 0 0 0,0 1 0 0 0,7 19 1514 0 0,10 22-968 0 0,72 181-2779 0 0,-89-223 2115 0 0,1 1-1 0 0,-1-1 1 0 0,1 0-1 0 0,0 1 1 0 0,-1-1 0 0 0,1 0-1 0 0,0 0 1 0 0,-1 0-1 0 0,1 1 1 0 0,-1-1-1 0 0,1 0 1 0 0,0 0 0 0 0,-1 0-1 0 0,1 0 1 0 0,0 0-1 0 0,-1 0 1 0 0,1 0 0 0 0,0 0-1 0 0,-1 0 1 0 0,1-1-1 0 0,0 1 1 0 0,-1 0 0 0 0,1 0-1 0 0,0-1 1 0 0,-1 1-1 0 0,1 0 1 0 0,-1-1-1 0 0,1 1 1 0 0,0-1 0 0 0,28-13 368 0 0,-20 9-103 0 0,43-18 1164 0 0,-28 12-707 0 0,1 0 0 0 0,-1 2 0 0 0,2 1 0 0 0,37-8 0 0 0,-51 15 268 0 0,29-8-4428 0 0,-40 9 3328 0 0,0 0 0 0 0,-1 0 0 0 0,1-1 1 0 0,-1 1-1 0 0,1 0 0 0 0,-1-1 0 0 0,1 1 0 0 0,0 0 0 0 0,-1-1 0 0 0,1 1 0 0 0,-1-1 0 0 0,0 1 0 0 0,1-1 0 0 0,-1 1 0 0 0,1-1 0 0 0,-1 1 1 0 0,0-1-1 0 0,1 1 0 0 0,-1-1 0 0 0,0 0 0 0 0,0 1 0 0 0,1-1 0 0 0,-1 0 0 0 0,0 1 0 0 0,0-1 0 0 0,0 0 0 0 0,0 1 0 0 0,0-1 0 0 0,0 0 1 0 0,0 1-1 0 0,0-1 0 0 0,0 1 0 0 0,0-1 0 0 0,0 0 0 0 0,0 1 0 0 0,-1-1 0 0 0,1 0 0 0 0,0 1 0 0 0,0-1 0 0 0,-1 1 0 0 0,1-1 0 0 0,0 0 1 0 0,-1 1-1 0 0,1-1 0 0 0,-1 1 0 0 0,1-1 0 0 0,-1 1 0 0 0,1-1 0 0 0,-1 1 0 0 0,1 0 0 0 0,-1-1 0 0 0,-4-4-1589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6.9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0 136 2328 0 0,'1'2'174'0'0,"0"0"0"0"0,0 0 0 0 0,0 0 0 0 0,1-1 0 0 0,-1 1 0 0 0,0 0 0 0 0,1-1 0 0 0,-1 1 0 0 0,1-1 0 0 0,-1 1 0 0 0,1-1 0 0 0,0 0 0 0 0,0 1 0 0 0,0-1 0 0 0,-1 0 0 0 0,1 0 0 0 0,0-1 0 0 0,0 1 0 0 0,0 0 0 0 0,0-1 0 0 0,1 1 0 0 0,-1-1 0 0 0,0 1 0 0 0,0-1 0 0 0,0 0 0 0 0,3 0 0 0 0,9 0 308 0 0,0-1 1 0 0,0 0-1 0 0,15-3 1 0 0,-5 0 184 0 0,2 1-691 0 0,-1-1-1 0 0,0-1 0 0 0,0-1 0 0 0,-1-1 1 0 0,0-2-1 0 0,0 0 0 0 0,-1-2 0 0 0,43-25 1 0 0,-64 35-219 0 0,0 0 0 0 0,0-1 0 0 0,-1 1 0 0 0,1 0 0 0 0,0-1 0 0 0,0 0 0 0 0,-1 1 0 0 0,1-1 0 0 0,-1 0 1 0 0,0 0-1 0 0,1 0 0 0 0,-1 0 0 0 0,0 0 0 0 0,0 0 0 0 0,0 0 0 0 0,-1 0 0 0 0,1 0 0 0 0,0-1 0 0 0,-1 1 0 0 0,1 0 0 0 0,-1 0 1 0 0,0-1-1 0 0,0 1 0 0 0,0 0 0 0 0,0-1 0 0 0,-1-2 0 0 0,-1-6-1679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7.2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2705 0 0,'8'25'562'0'0,"-2"-7"51"0"0,0 0 1 0 0,0 0 0 0 0,2 0 0 0 0,0-1 0 0 0,13 20-1 0 0,-18-33-424 0 0,0-1 0 0 0,-1 0 0 0 0,1 1 0 0 0,0-1 0 0 0,0 0-1 0 0,1 0 1 0 0,-1-1 0 0 0,1 1 0 0 0,-1-1 0 0 0,1 0-1 0 0,0 0 1 0 0,0 0 0 0 0,0 0 0 0 0,0-1 0 0 0,0 1 0 0 0,0-1-1 0 0,0 0 1 0 0,0 0 0 0 0,1-1 0 0 0,-1 1 0 0 0,0-1 0 0 0,1 0-1 0 0,-1 0 1 0 0,0 0 0 0 0,1-1 0 0 0,-1 0 0 0 0,0 0-1 0 0,8-2 1 0 0,278-100 2114 0 0,-275 99-2727 0 0,14-4 1398 0 0,-22 3-3358 0 0,-33-12-7416 0 0,16 12 7586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7.7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53 19 1096 0 0,'-32'-7'1711'0'0,"15"9"-1369"0"0,17-2-314 0 0,-1 0 1 0 0,1 1 0 0 0,0-1 0 0 0,0 0-1 0 0,-1 0 1 0 0,1 0 0 0 0,0 1-1 0 0,0-1 1 0 0,0 0 0 0 0,-1 0 0 0 0,1 1-1 0 0,0-1 1 0 0,0 0 0 0 0,0 0 0 0 0,0 1-1 0 0,0-1 1 0 0,-1 0 0 0 0,1 1 0 0 0,0-1-1 0 0,0 0 1 0 0,0 0 0 0 0,0 1 0 0 0,0-1-1 0 0,0 0 1 0 0,0 1 0 0 0,0-1 0 0 0,0 0-1 0 0,0 1 1 0 0,0-1 0 0 0,0 0 0 0 0,0 1-1 0 0,0-1 1 0 0,1 0 0 0 0,-1 0 0 0 0,0 1-1 0 0,0-1 1 0 0,0 0 0 0 0,0 1 0 0 0,1-1-1 0 0,3 2 376 0 0,0-1 0 0 0,0 1 0 0 0,1-1 0 0 0,-1 0 0 0 0,0 0 0 0 0,1-1 0 0 0,-1 1 0 0 0,6-1 0 0 0,0 1 415 0 0,13 3 492 0 0,73 6 1314 0 0,-90-9-2555 0 0,1-1-1 0 0,0 0 0 0 0,-1-1 1 0 0,1 1-1 0 0,0-2 0 0 0,-1 1 1 0 0,1 0-1 0 0,-1-1 1 0 0,0 0-1 0 0,1-1 0 0 0,7-4 1 0 0,-14 7-77 0 0,0 0 0 0 0,1 0 1 0 0,-1 0-1 0 0,0 0 0 0 0,0-1 1 0 0,0 1-1 0 0,0 0 0 0 0,0 0 1 0 0,1 0-1 0 0,-1 0 0 0 0,0-1 1 0 0,0 1-1 0 0,0 0 1 0 0,0 0-1 0 0,0 0 0 0 0,0-1 1 0 0,0 1-1 0 0,0 0 0 0 0,0 0 1 0 0,0 0-1 0 0,0-1 0 0 0,0 1 1 0 0,0 0-1 0 0,0 0 0 0 0,0 0 1 0 0,0-1-1 0 0,0 1 1 0 0,0 0-1 0 0,0 0 0 0 0,0 0 1 0 0,0 0-1 0 0,0-1 0 0 0,0 1 1 0 0,0 0-1 0 0,0 0 0 0 0,0 0 1 0 0,-1-1-1 0 0,1 1 0 0 0,0 0 1 0 0,0 0-1 0 0,0 0 1 0 0,0 0-1 0 0,0 0 0 0 0,-1-1 1 0 0,1 1-1 0 0,0 0 0 0 0,0 0 1 0 0,0 0-1 0 0,0 0 0 0 0,-1 0 1 0 0,1 0-1 0 0,-18-9-401 0 0,-19-2-17 0 0,32 10 348 0 0,0 0 0 0 0,0 1 1 0 0,0-1-1 0 0,0 1 0 0 0,-1 0 1 0 0,1 1-1 0 0,0-1 1 0 0,0 1-1 0 0,0 0 0 0 0,0 0 1 0 0,0 1-1 0 0,0-1 0 0 0,0 1 1 0 0,0 0-1 0 0,1 1 1 0 0,-1-1-1 0 0,1 1 0 0 0,-1 0 1 0 0,1 0-1 0 0,0 0 0 0 0,0 1 1 0 0,0-1-1 0 0,1 1 1 0 0,-1 0-1 0 0,1 0 0 0 0,0 0 1 0 0,0 1-1 0 0,0-1 0 0 0,1 1 1 0 0,0-1-1 0 0,0 1 0 0 0,0 0 1 0 0,0 0-1 0 0,1 0 1 0 0,-1 0-1 0 0,0 6 0 0 0,0 0 28 0 0,-1 0 0 0 0,1 0 0 0 0,1 0 0 0 0,0 0 0 0 0,0 0-1 0 0,1 0 1 0 0,1 0 0 0 0,-1 0 0 0 0,2 0 0 0 0,2 12 0 0 0,-2-19 117 0 0,-1 0 1 0 0,1 0-1 0 0,0-1 1 0 0,0 1 0 0 0,0 0-1 0 0,0-1 1 0 0,1 1 0 0 0,-1-1-1 0 0,1 0 1 0 0,0 0 0 0 0,0 0-1 0 0,0 0 1 0 0,1 0 0 0 0,-1-1-1 0 0,0 0 1 0 0,1 1 0 0 0,0-1-1 0 0,-1 0 1 0 0,1-1 0 0 0,0 1-1 0 0,0-1 1 0 0,0 0 0 0 0,0 0-1 0 0,1 0 1 0 0,-1 0 0 0 0,0-1-1 0 0,0 1 1 0 0,0-1 0 0 0,8-1-1 0 0,-2 2 132 0 0,0-1-1 0 0,1-1 1 0 0,-1 0-1 0 0,0 0 1 0 0,0-1-1 0 0,0 0 1 0 0,0-1-1 0 0,10-4 1 0 0,-16 5-400 0 0,-1 0 0 0 0,1 0 1 0 0,-1 0-1 0 0,0-1 1 0 0,0 1-1 0 0,0-1 1 0 0,0 0-1 0 0,-1 0 1 0 0,1 0-1 0 0,-1 0 1 0 0,1-1-1 0 0,-1 1 0 0 0,0-1 1 0 0,-1 1-1 0 0,1-1 1 0 0,-1 0-1 0 0,1 1 1 0 0,-1-1-1 0 0,0 0 1 0 0,0 0-1 0 0,-1 0 0 0 0,1 0 1 0 0,-1-6-1 0 0,0-2-681 0 0,0 0 0 0 0,-1 0-1 0 0,0 0 1 0 0,-5-16 0 0 0,-2-33-1319 0 0,8 49 974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8.3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42 2521 0 0,'1'-1'89'0'0,"-1"0"0"0"0,1 0 0 0 0,-1 0 0 0 0,0 0 0 0 0,1 0 0 0 0,0 1 0 0 0,-1-1 0 0 0,1 0 0 0 0,-1 0 1 0 0,1 0-1 0 0,0 1 0 0 0,0-1 0 0 0,0 0 0 0 0,-1 1 0 0 0,1-1 0 0 0,0 0 0 0 0,0 1 0 0 0,0-1 1 0 0,0 1-1 0 0,0 0 0 0 0,0-1 0 0 0,0 1 0 0 0,0 0 0 0 0,0-1 0 0 0,0 1 0 0 0,0 0 0 0 0,0 0 0 0 0,0 0 1 0 0,0 0-1 0 0,0 0 0 0 0,0 0 0 0 0,1 0 0 0 0,43 2 2710 0 0,-37-1-2246 0 0,30 2 1087 0 0,-12-1-872 0 0,0 0 0 0 0,27-3 0 0 0,-44 0-611 0 0,-1 0 0 0 0,1 0 0 0 0,0-1 0 0 0,0-1 0 0 0,-1 0 0 0 0,0 0 0 0 0,1 0 0 0 0,-1-1 0 0 0,13-8 0 0 0,-24 21 87 0 0,0 0 0 0 0,-1 0 0 0 0,0 0 0 0 0,0 0-1 0 0,-1 0 1 0 0,-8 10 0 0 0,-27 15-1399 0 0,34-31 914 0 0,1 1 0 0 0,-1 0-1 0 0,1 0 1 0 0,0 1 0 0 0,0-1 0 0 0,1 1-1 0 0,-1 0 1 0 0,1 1 0 0 0,0-1 0 0 0,-4 9-1 0 0,7-12 203 0 0,1 0 1 0 0,-1 0-1 0 0,1 1 0 0 0,0-1 0 0 0,0 0 1 0 0,0 1-1 0 0,0-1 0 0 0,0 0 0 0 0,0 1 0 0 0,1-1 1 0 0,-1 0-1 0 0,1 0 0 0 0,0 1 0 0 0,-1-1 0 0 0,1 0 1 0 0,0 0-1 0 0,0 0 0 0 0,1 0 0 0 0,-1 0 0 0 0,0 0 1 0 0,1 0-1 0 0,2 2 0 0 0,-2 0 0 0 0,1-1 1 0 0,0 0-1 0 0,0 0 1 0 0,0 0-1 0 0,1-1 1 0 0,-1 1-1 0 0,1-1 1 0 0,-1 0-1 0 0,1 0 0 0 0,0 0 1 0 0,5 2-1 0 0,0-4 177 0 0,0 0 0 0 0,-1-1 0 0 0,1 0 0 0 0,-1 0 0 0 0,1-1 0 0 0,-1-1 0 0 0,0 1 0 0 0,0-1 0 0 0,0 0 0 0 0,13-8 0 0 0,11-2 535 0 0,-20 8-605 0 0,0 1-1 0 0,1 1 0 0 0,-1 0 0 0 0,26-2 1 0 0,-50 2-7475 0 0,-16-4 4639 0 0,19 4 2084 0 0,1 2-1023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2:59.1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0 330 2793 0 0,'47'-11'2760'0'0,"152"-41"4514"0"0,-106 26-5990 0 0,106-47-1 0 0,-185 67-1294 0 0,25-11-110 0 0,69-40 0 0 0,-106 56-140 0 0,0-1 0 0 0,1 1 1 0 0,-1-1-1 0 0,0 0 0 0 0,0 0 1 0 0,0 0-1 0 0,0 0 0 0 0,0 0 1 0 0,-1 0-1 0 0,1-1 0 0 0,0 1 1 0 0,-1 0-1 0 0,0-1 0 0 0,0 1 1 0 0,1-1-1 0 0,-1 0 0 0 0,-1 1 1 0 0,1-1-1 0 0,0 0 1 0 0,0-3-1 0 0,-2 4 75 0 0,1 0 0 0 0,-1 0-1 0 0,1 0 1 0 0,-1 0 0 0 0,0 1 0 0 0,1-1 0 0 0,-1 0 0 0 0,0 1 0 0 0,0-1-1 0 0,0 0 1 0 0,-1 1 0 0 0,1-1 0 0 0,0 1 0 0 0,0 0 0 0 0,-1-1-1 0 0,1 1 1 0 0,-1 0 0 0 0,1 0 0 0 0,-1 0 0 0 0,0 0 0 0 0,1 0 0 0 0,-1 0-1 0 0,0 1 1 0 0,0-1 0 0 0,0 0 0 0 0,1 1 0 0 0,-1 0 0 0 0,0-1 0 0 0,0 1-1 0 0,0 0 1 0 0,-3 0 0 0 0,-1-1 132 0 0,-1 1-1 0 0,1 0 1 0 0,0 0-1 0 0,-1 1 1 0 0,1 0 0 0 0,0 0-1 0 0,0 0 1 0 0,-1 1-1 0 0,1 0 1 0 0,0 0-1 0 0,1 0 1 0 0,-1 1 0 0 0,0 0-1 0 0,1 0 1 0 0,-1 1-1 0 0,1-1 1 0 0,0 1-1 0 0,0 0 1 0 0,0 1 0 0 0,1-1-1 0 0,-6 8 1 0 0,1-1 345 0 0,0 0-1 0 0,2 0 1 0 0,-1 1 0 0 0,1 0 0 0 0,1 1 0 0 0,0-1 0 0 0,1 1 0 0 0,-6 25-1 0 0,-25 95 4841 0 0,-36 60-5211 0 0,46-108-6715 0 0,55-164 6637 0 0,-13 38 198 0 0,-2-1 0 0 0,10-47 1 0 0,-20 21-186 0 0,-4 51 938 0 0,0 14 214 0 0,1 5 546 0 0,1 5-1060 0 0,0 0-1 0 0,1 0 0 0 0,0-1 1 0 0,0 1-1 0 0,0-1 0 0 0,1 0 1 0 0,0 0-1 0 0,0 0 0 0 0,1 0 1 0 0,-1-1-1 0 0,1 1 0 0 0,1-1 1 0 0,7 5-1 0 0,8 7 384 0 0,1-1-1 0 0,28 15 1 0 0,-34-22-624 0 0,1 0 0 0 0,0-2 0 0 0,0 0 0 0 0,26 7 0 0 0,-38-12-285 0 0,0-1 0 0 0,0 0 0 0 0,0 0 1 0 0,0 0-1 0 0,0 0 0 0 0,0-1 0 0 0,0 0 0 0 0,0 0 0 0 0,0 0 0 0 0,0-1 1 0 0,0 0-1 0 0,0 0 0 0 0,0 0 0 0 0,0 0 0 0 0,0-1 0 0 0,-1 0 0 0 0,1 0 1 0 0,0 0-1 0 0,-1-1 0 0 0,0 1 0 0 0,6-5 0 0 0,-8 3-633 0 0,1-1-1 0 0,0 1 0 0 0,-1-1 1 0 0,0 0-1 0 0,0 0 0 0 0,0 0 1 0 0,-1 0-1 0 0,1 0 0 0 0,-1 0 1 0 0,0 0-1 0 0,-1 0 0 0 0,1-1 1 0 0,-1 1-1 0 0,0 0 0 0 0,-1 0 1 0 0,1-1-1 0 0,-2-5 0 0 0,1-4-189 0 0,1-6-1734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17.6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276 113 3337 0 0,'7'-11'7707'0'0,"-6"1"-3911"0"0,-13-14-1140 0 0,11 23-2490 0 0,-2-5 35 0 0,0 1-1 0 0,-1 1 0 0 0,0-1 0 0 0,0 1 0 0 0,0-1 1 0 0,-1 1-1 0 0,1 0 0 0 0,-1 1 0 0 0,0-1 0 0 0,0 1 0 0 0,0 0 1 0 0,-1 0-1 0 0,1 0 0 0 0,-9-2 0 0 0,8 4-206 0 0,-1-1 0 0 0,0 1 0 0 0,0 0 0 0 0,0 0 0 0 0,0 1 0 0 0,0 0 0 0 0,0 0 0 0 0,0 1 0 0 0,0 0 0 0 0,0 0 0 0 0,0 1 0 0 0,1 0 0 0 0,-1 0 0 0 0,0 0 0 0 0,1 1 0 0 0,0 0 0 0 0,-1 0-1 0 0,1 1 1 0 0,-7 5 0 0 0,11-8-7 0 0,-4 3-27 0 0,-1 1 0 0 0,1 0-1 0 0,0 0 1 0 0,1 0-1 0 0,-11 12 1 0 0,16-16 31 0 0,-1 1 0 0 0,0-1 0 0 0,0 0 0 0 0,1 0 1 0 0,-1 1-1 0 0,1-1 0 0 0,-1 1 0 0 0,1-1 0 0 0,0 0 1 0 0,0 1-1 0 0,-1-1 0 0 0,1 1 0 0 0,0-1 0 0 0,0 1 1 0 0,0-1-1 0 0,0 0 0 0 0,1 1 0 0 0,-1-1 0 0 0,0 1 0 0 0,1-1 1 0 0,-1 0-1 0 0,1 1 0 0 0,-1-1 0 0 0,1 0 0 0 0,-1 1 1 0 0,1-1-1 0 0,0 0 0 0 0,0 0 0 0 0,0 0 0 0 0,0 0 1 0 0,0 0-1 0 0,0 0 0 0 0,0 0 0 0 0,0 0 0 0 0,0 0 0 0 0,0 0 1 0 0,0 0-1 0 0,1 0 0 0 0,0 0 0 0 0,62 36-201 0 0,-43-26 204 0 0,-1 1-1 0 0,0 0 1 0 0,-1 2-1 0 0,36 31 1 0 0,-52-42 15 0 0,0 1 0 0 0,1 0 0 0 0,-1-1 0 0 0,-1 1 0 0 0,1 1 0 0 0,0-1 0 0 0,-1 0 0 0 0,0 0 0 0 0,0 1 0 0 0,0 0 0 0 0,-1-1 0 0 0,0 1 0 0 0,0 0 0 0 0,0 0 0 0 0,0-1 0 0 0,-1 1 0 0 0,1 0 0 0 0,-1 0 0 0 0,0 0 0 0 0,-1 0 0 0 0,1 0 0 0 0,-1 0 0 0 0,0-1 0 0 0,-1 1 0 0 0,1 0 0 0 0,-1-1 0 0 0,1 1 0 0 0,-2-1 0 0 0,-2 6 0 0 0,1-5-29 0 0,1 0 0 0 0,-1-1 0 0 0,0 1 0 0 0,-1-1 0 0 0,1 0 0 0 0,-1 0 0 0 0,0-1 0 0 0,0 1 0 0 0,0-1 0 0 0,0 0 0 0 0,-1 0 0 0 0,1-1 0 0 0,-1 0 0 0 0,0 0 0 0 0,1 0 0 0 0,-10 1 0 0 0,10-1-198 0 0,0-1 1 0 0,1 0 0 0 0,-1-1-1 0 0,0 1 1 0 0,1-1 0 0 0,-1 0 0 0 0,0 0-1 0 0,0 0 1 0 0,1-1 0 0 0,-1 0-1 0 0,0 1 1 0 0,1-2 0 0 0,-1 1 0 0 0,0-1-1 0 0,1 1 1 0 0,0-1 0 0 0,-1 0-1 0 0,1-1 1 0 0,0 1 0 0 0,0-1-1 0 0,-5-4 1 0 0,7 3-642 0 0,-1 0 0 0 0,0-1 1 0 0,1 0-1 0 0,0 1 0 0 0,0-1 0 0 0,0 0 0 0 0,1 0 0 0 0,0 0 1 0 0,0 0-1 0 0,-1-8 0 0 0,3-6-3105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18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1 168 2160 0 0,'4'4'559'0'0,"1"-1"0"0"0,0 1 1 0 0,0 0-1 0 0,0-1 0 0 0,1 0 0 0 0,-1-1 0 0 0,1 1 0 0 0,-1-1 0 0 0,1 0 0 0 0,0 0 0 0 0,0-1 0 0 0,12 2 0 0 0,-9-2-194 0 0,1 0 1 0 0,-1-1-1 0 0,1 0 1 0 0,-1-1-1 0 0,0 0 1 0 0,1-1 0 0 0,-1 0-1 0 0,13-4 1 0 0,-16 4-230 0 0,0-1 1 0 0,0 1-1 0 0,0-1 1 0 0,0 0 0 0 0,0-1-1 0 0,-1 0 1 0 0,0 1-1 0 0,1-2 1 0 0,-1 1-1 0 0,-1-1 1 0 0,1 1 0 0 0,3-7-1 0 0,-5 8 7 0 0,-1-1-1 0 0,0 0 1 0 0,0 0-1 0 0,0 0 0 0 0,0-1 1 0 0,-1 1-1 0 0,1 0 1 0 0,-1 0-1 0 0,-1-1 1 0 0,1 1-1 0 0,0-1 1 0 0,-1 1-1 0 0,0-1 0 0 0,0 1 1 0 0,0-1-1 0 0,-1 1 1 0 0,0 0-1 0 0,-2-9 1 0 0,3 10-107 0 0,0 1 0 0 0,-1 0 0 0 0,1-1 0 0 0,-1 1 0 0 0,1 0 0 0 0,-1 0 0 0 0,0-1 0 0 0,0 1 0 0 0,0 0 0 0 0,0 0 0 0 0,-1 0 0 0 0,1 0 0 0 0,-1 0 0 0 0,1 0 0 0 0,-1 1 0 0 0,1-1 0 0 0,-1 0 0 0 0,0 1 0 0 0,0-1 0 0 0,0 1 0 0 0,0 0 0 0 0,0-1 0 0 0,0 1 0 0 0,0 0 0 0 0,0 0 0 0 0,-1 1 0 0 0,1-1 0 0 0,0 0 0 0 0,-1 1 0 0 0,1-1 0 0 0,0 1 0 0 0,-1 0 0 0 0,1 0 0 0 0,0 0 0 0 0,-1 0 0 0 0,1 0 0 0 0,-1 0 0 0 0,1 1 0 0 0,0-1 0 0 0,-1 1 0 0 0,1 0 0 0 0,0-1 0 0 0,0 1 0 0 0,0 0 0 0 0,-5 3 0 0 0,1-1-34 0 0,-1 1 1 0 0,0 1 0 0 0,1-1 0 0 0,0 1 0 0 0,0 0-1 0 0,1 1 1 0 0,-1-1 0 0 0,1 1 0 0 0,0 0 0 0 0,0 1-1 0 0,1-1 1 0 0,0 1 0 0 0,-4 8 0 0 0,4-4-26 0 0,1-1 0 0 0,0 1 0 0 0,1 0 0 0 0,0 0-1 0 0,1 0 1 0 0,0 0 0 0 0,1 0 0 0 0,0 0 0 0 0,1 0 0 0 0,0 0 0 0 0,0 0 0 0 0,1 0 0 0 0,1 0 0 0 0,4 11 0 0 0,-5-17-7 0 0,0 1-1 0 0,0 0 1 0 0,1 0-1 0 0,0-1 1 0 0,1 1-1 0 0,-1-1 1 0 0,1 0-1 0 0,0 0 1 0 0,0 0-1 0 0,0-1 1 0 0,1 1 0 0 0,0-1-1 0 0,0 0 1 0 0,0-1-1 0 0,0 1 1 0 0,0-1-1 0 0,1 0 1 0 0,-1 0-1 0 0,1-1 1 0 0,0 1-1 0 0,0-1 1 0 0,0-1-1 0 0,0 1 1 0 0,0-1 0 0 0,13 1-1 0 0,-9-1-305 0 0,1-1-1 0 0,-1 0 1 0 0,0-1 0 0 0,1 0-1 0 0,-1-1 1 0 0,0 0-1 0 0,0-1 1 0 0,12-4 0 0 0,-18 5-82 0 0,-1 1 0 0 0,0-1 0 0 0,0 1 0 0 0,1-1 0 0 0,-1 0 0 0 0,0-1-1 0 0,-1 1 1 0 0,1 0 0 0 0,0-1 0 0 0,-1 0 0 0 0,1 1 0 0 0,-1-1 0 0 0,0 0 0 0 0,0 0 0 0 0,0 0 0 0 0,0-1 0 0 0,-1 1 0 0 0,1 0 0 0 0,-1-1 0 0 0,0 1 0 0 0,0-1 0 0 0,0 1 0 0 0,0-1 0 0 0,-1 1 0 0 0,1-1 0 0 0,-1-5 0 0 0,1-66-2362 0 0,1 59 2213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18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25 128 0 0,'-2'-21'2215'0'0,"2"21"-2110"0"0,0 0 0 0 0,0 0 0 0 0,0-1 0 0 0,0 1 0 0 0,0 0 0 0 0,0 0 0 0 0,1 0 0 0 0,-1-1 0 0 0,0 1 0 0 0,0 0 0 0 0,0 0 0 0 0,0 0 0 0 0,0 0 0 0 0,0 0 0 0 0,0-1-1 0 0,1 1 1 0 0,-1 0 0 0 0,0 0 0 0 0,0 0 0 0 0,0 0 0 0 0,0 0 0 0 0,1 0 0 0 0,-1 0 0 0 0,0-1 0 0 0,0 1 0 0 0,0 0 0 0 0,1 0 0 0 0,-1 0 0 0 0,0 0 0 0 0,0 0 0 0 0,0 0 0 0 0,1 0 0 0 0,-1 0 0 0 0,0 0 0 0 0,0 0-1 0 0,0 0 1 0 0,1 0 0 0 0,-1 0 0 0 0,0 0 0 0 0,0 0 0 0 0,0 0 0 0 0,1 1 0 0 0,0 0 223 0 0,1 0 0 0 0,0 0 0 0 0,-1 1 0 0 0,0-1 0 0 0,1 1 0 0 0,-1-1 0 0 0,0 1 0 0 0,0 0 0 0 0,0-1 0 0 0,0 1 0 0 0,0 0 0 0 0,0 0 0 0 0,0-1 0 0 0,-1 1 0 0 0,2 3 0 0 0,30 131 4277 0 0,-3 71-2625 0 0,-26-191-1883 0 0,0-15-255 0 0,4-24-349 0 0,-3 7 458 0 0,14-62 7 0 0,12-37 86 0 0,-26 103 13 0 0,1 0 0 0 0,0 0 0 0 0,0 1 0 0 0,2-1 0 0 0,-1 1 0 0 0,16-19 0 0 0,-22 30-47 0 0,1-1 1 0 0,-1 0-1 0 0,1 1 0 0 0,-1-1 0 0 0,1 0 1 0 0,-1 1-1 0 0,1-1 0 0 0,-1 1 0 0 0,1-1 0 0 0,-1 1 1 0 0,1-1-1 0 0,-1 1 0 0 0,1 0 0 0 0,0-1 0 0 0,-1 1 1 0 0,1 0-1 0 0,0-1 0 0 0,0 1 0 0 0,-1 0 0 0 0,1 0 1 0 0,0 0-1 0 0,-1 0 0 0 0,1 0 0 0 0,0-1 0 0 0,0 1 1 0 0,-1 0-1 0 0,1 1 0 0 0,0-1 0 0 0,0 0 1 0 0,-1 0-1 0 0,1 0 0 0 0,0 0 0 0 0,0 1 0 0 0,0-1 1 0 0,1 2 1 0 0,-1-1 1 0 0,1 1 0 0 0,-1 0 0 0 0,0-1-1 0 0,0 1 1 0 0,0 0 0 0 0,0 0 0 0 0,0 0-1 0 0,0 0 1 0 0,0 0 0 0 0,0 0 0 0 0,0 2-1 0 0,9 60 36 0 0,-9-24-76 0 0,-1-22 24 0 0,0-1-1 0 0,2 0 1 0 0,0 1-1 0 0,7 28 0 0 0,-9-46-2 0 0,0 0 0 0 0,0 0 0 0 0,0 1 0 0 0,0-1-1 0 0,0 0 1 0 0,0 0 0 0 0,0 1 0 0 0,0-1-1 0 0,0 0 1 0 0,0 0 0 0 0,0 1 0 0 0,0-1 0 0 0,0 0-1 0 0,0 0 1 0 0,1 0 0 0 0,-1 1 0 0 0,0-1-1 0 0,0 0 1 0 0,0 0 0 0 0,0 0 0 0 0,1 1 0 0 0,-1-1-1 0 0,0 0 1 0 0,0 0 0 0 0,0 0 0 0 0,1 0 0 0 0,-1 1-1 0 0,0-1 1 0 0,0 0 0 0 0,0 0 0 0 0,1 0-1 0 0,-1 0 1 0 0,0 0 0 0 0,0 0 0 0 0,1 0 0 0 0,-1 0-1 0 0,0 0 1 0 0,0 0 0 0 0,1 0 0 0 0,-1 0 0 0 0,0 0-1 0 0,0 0 1 0 0,1 0 0 0 0,-1 0 0 0 0,0 0-1 0 0,0 0 1 0 0,1 0 0 0 0,-1 0 0 0 0,0 0 0 0 0,0-1-1 0 0,1 1 1 0 0,10-17-79 0 0,7-29 235 0 0,-17 43-141 0 0,10-32 117 0 0,16-40 143 0 0,-25 70-216 0 0,0 0 0 0 0,1 0 1 0 0,-1 0-1 0 0,1 1 0 0 0,1-1 0 0 0,-1 1 0 0 0,0 0 0 0 0,1 0 1 0 0,0 0-1 0 0,0 0 0 0 0,7-4 0 0 0,-10 7-23 0 0,1 0 0 0 0,-1 0-1 0 0,1 1 1 0 0,0-1 0 0 0,-1 0 0 0 0,1 1-1 0 0,0-1 1 0 0,-1 1 0 0 0,1 0-1 0 0,0-1 1 0 0,0 1 0 0 0,-1 0 0 0 0,1 0-1 0 0,0 0 1 0 0,0 0 0 0 0,0 1-1 0 0,-1-1 1 0 0,1 0 0 0 0,0 1 0 0 0,0-1-1 0 0,-1 1 1 0 0,3 1 0 0 0,0 0 13 0 0,-1 0 0 0 0,0 0 1 0 0,0 1-1 0 0,0-1 0 0 0,0 1 0 0 0,0 0 1 0 0,0 0-1 0 0,-1 0 0 0 0,4 6 1 0 0,2 5 43 0 0,-1 0 0 0 0,0 1 1 0 0,-1-1-1 0 0,4 17 0 0 0,-5-15-265 0 0,0 0 1 0 0,0 0-1 0 0,-2 1 0 0 0,0 0 1 0 0,-1 0-1 0 0,-1 0 0 0 0,0 0 1 0 0,-3 17-1 0 0,2-33 51 0 0,1-1-1 0 0,-1 0 1 0 0,0 1 0 0 0,0-1-1 0 0,0 1 1 0 0,0-1 0 0 0,-1 1-1 0 0,1-1 1 0 0,0 0 0 0 0,0 1-1 0 0,0-1 1 0 0,0 0 0 0 0,0 1-1 0 0,0-1 1 0 0,-1 1 0 0 0,1-1-1 0 0,0 0 1 0 0,0 1 0 0 0,-1-1-1 0 0,1 0 1 0 0,0 1 0 0 0,0-1-1 0 0,-1 0 1 0 0,1 0 0 0 0,0 1-1 0 0,-1-1 1 0 0,1 0 0 0 0,0 0-1 0 0,-1 1 1 0 0,1-1 0 0 0,0 0-1 0 0,-1 0 1 0 0,1 0 0 0 0,-1 0-1 0 0,1 0 1 0 0,0 0 0 0 0,-1 0-1 0 0,1 0 1 0 0,-1 1 0 0 0,1-1-1 0 0,-1-1 1 0 0,1 1 0 0 0,0 0 0 0 0,-1 0-1 0 0,1 0 1 0 0,-1 0 0 0 0,1 0-1 0 0,-1 0 1 0 0,-12-14-7838 0 0,12 8 4005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19.0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66 3929 0 0,'0'-1'337'0'0,"-1"0"1"0"0,1 1-1 0 0,0-1 1 0 0,0 1-1 0 0,0-1 0 0 0,0 1 1 0 0,0-1-1 0 0,0 0 1 0 0,0 1-1 0 0,0-1 1 0 0,0 1-1 0 0,0-1 0 0 0,0 1 1 0 0,0-1-1 0 0,0 1 1 0 0,1-1-1 0 0,-1 0 1 0 0,0 1-1 0 0,0-1 0 0 0,1 1 1 0 0,-1-1-1 0 0,0 1 1 0 0,1-1-1 0 0,-1 1 1 0 0,1-1-1 0 0,16-13 2466 0 0,21-3-1334 0 0,-10 11-313 0 0,0 1-1 0 0,55-3 0 0 0,-56 8-1111 0 0,-1 0 0 0 0,1 2 0 0 0,31 7 0 0 0,-52-7-498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19.7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251 93 3497 0 0,'-7'-11'1560'0'0,"3"2"-566"0"0,-1 0-1 0 0,-1 1 0 0 0,0 0 1 0 0,0 0-1 0 0,-1 0 0 0 0,-8-8 1 0 0,12 14-868 0 0,0 0 1 0 0,1 0-1 0 0,-1 1 1 0 0,0-1 0 0 0,0 1-1 0 0,0 0 1 0 0,0 0-1 0 0,-1 0 1 0 0,1 0-1 0 0,0 0 1 0 0,0 1 0 0 0,0 0-1 0 0,-1-1 1 0 0,1 1-1 0 0,0 0 1 0 0,-1 1 0 0 0,1-1-1 0 0,0 0 1 0 0,0 1-1 0 0,0 0 1 0 0,-1 0-1 0 0,1 0 1 0 0,-6 3 0 0 0,2-1-49 0 0,-1 1 0 0 0,1 1 0 0 0,0-1 0 0 0,0 1 0 0 0,0 1 0 0 0,1-1 1 0 0,-7 8-1 0 0,11-11-68 0 0,-1 0-1 0 0,1 1 1 0 0,0-1 0 0 0,0 1 0 0 0,0 0 0 0 0,0-1 0 0 0,0 1 0 0 0,1 0-1 0 0,-1 0 1 0 0,1 0 0 0 0,0 1 0 0 0,-1-1 0 0 0,1 0 0 0 0,1 0 0 0 0,-1 1-1 0 0,1-1 1 0 0,-1 0 0 0 0,1 1 0 0 0,0-1 0 0 0,0 6 0 0 0,1-7-6 0 0,1 0 0 0 0,-1-1 0 0 0,0 1 0 0 0,0-1 0 0 0,1 1 1 0 0,-1-1-1 0 0,0 1 0 0 0,1-1 0 0 0,0 0 0 0 0,-1 0 0 0 0,1 1 0 0 0,0-1 0 0 0,-1-1 1 0 0,1 1-1 0 0,0 0 0 0 0,0 0 0 0 0,3 0 0 0 0,42 12 200 0 0,-35-10-133 0 0,-3-1 17 0 0,0 1-1 0 0,0 0 1 0 0,0 1 0 0 0,-1 0-1 0 0,1 0 1 0 0,-1 1-1 0 0,0 0 1 0 0,-1 0-1 0 0,1 1 1 0 0,-1 0 0 0 0,0 0-1 0 0,-1 1 1 0 0,1 0-1 0 0,-2 0 1 0 0,11 15 0 0 0,-13-17-30 0 0,0 1 0 0 0,-1-1 0 0 0,1 1 1 0 0,-1-1-1 0 0,0 1 0 0 0,-1 0 1 0 0,1 0-1 0 0,-1 0 0 0 0,-1 0 0 0 0,1 0 1 0 0,-1 0-1 0 0,0 0 0 0 0,0 0 0 0 0,-1 1 1 0 0,1-1-1 0 0,-1 0 0 0 0,-1 0 1 0 0,1-1-1 0 0,-1 1 0 0 0,0 0 0 0 0,-1 0 1 0 0,1-1-1 0 0,-1 0 0 0 0,0 1 0 0 0,-6 7 1 0 0,7-10-71 0 0,-1 0 0 0 0,0 0 1 0 0,0 0-1 0 0,0 0 0 0 0,0 0 1 0 0,0-1-1 0 0,0 0 0 0 0,-1 1 1 0 0,1-1-1 0 0,-1 0 0 0 0,0 0 1 0 0,1-1-1 0 0,-1 1 0 0 0,0-1 1 0 0,0 0-1 0 0,0 0 0 0 0,0 0 1 0 0,0-1-1 0 0,0 1 0 0 0,0-1 1 0 0,-1 0-1 0 0,1 0 0 0 0,0 0 0 0 0,0-1 1 0 0,0 0-1 0 0,0 1 0 0 0,0-1 1 0 0,0-1-1 0 0,0 1 0 0 0,0-1 1 0 0,1 1-1 0 0,-1-1 0 0 0,-3-2 1 0 0,-1 0-357 0 0,1-1 0 0 0,-1 0 0 0 0,1 0 1 0 0,0 0-1 0 0,1-1 0 0 0,-11-11 0 0 0,12 12-313 0 0,1-1-1 0 0,0 1 1 0 0,0-1-1 0 0,0 0 1 0 0,1 0-1 0 0,0 0 1 0 0,0-1 0 0 0,-2-8-1 0 0,-8-21-5176 0 0,12 19 2538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0.0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6681 0 0,'1'1'489'0'0,"0"0"-1"0"0,1 0 1 0 0,-1 0-1 0 0,1 0 1 0 0,-1 0 0 0 0,1 0-1 0 0,-1 0 1 0 0,1 0-1 0 0,-1-1 1 0 0,1 1-1 0 0,0 0 1 0 0,-1-1-1 0 0,1 0 1 0 0,0 1-1 0 0,3-1 1 0 0,15-1-1811 0 0,-1 0-8131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0.4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2521 0 0,'-3'44'4943'0'0,"10"27"-2110"0"0,0-8-1218 0 0,-6-10-809 0 0,0 13-870 0 0,4-24-3164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0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200 6 5897 0 0,'-5'-2'931'0'0,"0"1"0"0"0,-1 0-1 0 0,1 0 1 0 0,0 1 0 0 0,0 0-1 0 0,-1 0 1 0 0,1 0 0 0 0,0 1-1 0 0,0-1 1 0 0,-6 2 0 0 0,3 0-768 0 0,0 0 1 0 0,0 1 0 0 0,1-1 0 0 0,-1 1 0 0 0,1 1-1 0 0,0-1 1 0 0,0 1 0 0 0,0 1 0 0 0,1-1-1 0 0,-1 1 1 0 0,1 0 0 0 0,0 1 0 0 0,1-1 0 0 0,-1 1-1 0 0,1 0 1 0 0,0 1 0 0 0,-7 11 0 0 0,10-13-178 0 0,0-1 0 0 0,1 1 1 0 0,-1 0-1 0 0,1 0 0 0 0,0 1 1 0 0,0-1-1 0 0,0 0 0 0 0,1 0 1 0 0,0 0-1 0 0,0 1 0 0 0,0-1 1 0 0,1 0-1 0 0,0 0 0 0 0,0 0 1 0 0,0 0-1 0 0,0 0 0 0 0,1 0 1 0 0,0 0-1 0 0,0 0 0 0 0,0 0 1 0 0,6 8-1 0 0,-6-10-18 0 0,1 0 0 0 0,0 0 0 0 0,0-1 1 0 0,0 1-1 0 0,1-1 0 0 0,-1 1 0 0 0,0-1 0 0 0,1 0 0 0 0,-1 0 0 0 0,1 0 1 0 0,0-1-1 0 0,0 1 0 0 0,0-1 0 0 0,0 0 0 0 0,0 0 0 0 0,0-1 1 0 0,0 1-1 0 0,0-1 0 0 0,0 0 0 0 0,0 0 0 0 0,0 0 0 0 0,0 0 1 0 0,0-1-1 0 0,0 1 0 0 0,0-1 0 0 0,0 0 0 0 0,0-1 0 0 0,4-1 0 0 0,-3 1 29 0 0,0 1-1 0 0,-1-1 0 0 0,1 0 0 0 0,-1 0 0 0 0,0-1 0 0 0,1 1 0 0 0,-1-1 1 0 0,0 0-1 0 0,-1 0 0 0 0,1 0 0 0 0,0-1 0 0 0,-1 1 0 0 0,0-1 0 0 0,0 0 0 0 0,0 0 1 0 0,0 0-1 0 0,-1 0 0 0 0,4-9 0 0 0,-3 5 25 0 0,-1-1 0 0 0,-1 0 1 0 0,1 1-1 0 0,-1-1 0 0 0,-1 0 0 0 0,0 0 1 0 0,0 0-1 0 0,-1 1 0 0 0,-2-15 0 0 0,1 12-54 0 0,-1-7 220 0 0,4 32 115 0 0,31 170-99 0 0,-22-147-200 0 0,-2 1 1 0 0,-2 0 0 0 0,-1 0 0 0 0,-2 0 0 0 0,-1 1 0 0 0,-7 59 0 0 0,5-94-17 0 0,0-1 0 0 0,-1 1 1 0 0,1-1-1 0 0,-1 1 0 0 0,0-1 1 0 0,-1 1-1 0 0,1-1 0 0 0,0 0 0 0 0,-1 1 1 0 0,0-1-1 0 0,0 0 0 0 0,0 0 1 0 0,0 0-1 0 0,0-1 0 0 0,0 1 1 0 0,-1 0-1 0 0,0-1 0 0 0,1 1 0 0 0,-1-1 1 0 0,0 0-1 0 0,0 0 0 0 0,-5 2 1 0 0,4-3 9 0 0,1 0 0 0 0,0-1 0 0 0,-1 1 0 0 0,1-1 0 0 0,-1 0 0 0 0,1 0 0 0 0,-1 0 0 0 0,1 0 0 0 0,-1-1 0 0 0,1 0 0 0 0,-1 1-1 0 0,1-1 1 0 0,0 0 0 0 0,0-1 0 0 0,-1 1 0 0 0,1-1 0 0 0,0 1 0 0 0,0-1 0 0 0,0 0 0 0 0,0 0 0 0 0,1 0 0 0 0,-5-4 0 0 0,0-1 3 0 0,0 0-1 0 0,1-1 0 0 0,0 1 1 0 0,0-1-1 0 0,1 0 0 0 0,0-1 1 0 0,-7-17-1 0 0,10 23 11 0 0,1 0 0 0 0,-1 0 1 0 0,1 0-1 0 0,0-1 0 0 0,0 1 1 0 0,0-1-1 0 0,0 1 0 0 0,1-1 1 0 0,0 1-1 0 0,-1-1 0 0 0,1 1 0 0 0,0-1 1 0 0,1 1-1 0 0,-1-1 0 0 0,1 1 1 0 0,-1 0-1 0 0,1-1 0 0 0,0 1 1 0 0,0-1-1 0 0,1 1 0 0 0,-1 0 0 0 0,1 0 1 0 0,-1 0-1 0 0,5-5 0 0 0,2 2 27 0 0,0 1 0 0 0,1 0 0 0 0,-1 1 0 0 0,1 0 0 0 0,0 0 0 0 0,1 1 0 0 0,-1 0 0 0 0,0 1 0 0 0,12-2 0 0 0,20-7-273 0 0,-21 4-466 0 0,-1-1 1 0 0,23-13 0 0 0,30-28-5688 0 0,-70 47 5898 0 0,1 0 0 0 0,-1 0 0 0 0,0-1 0 0 0,0 1 0 0 0,0-1 0 0 0,-1 1 0 0 0,1-1-1 0 0,-1 1 1 0 0,1-1 0 0 0,-1 0 0 0 0,0 0 0 0 0,0 0 0 0 0,0 0 0 0 0,0 0 0 0 0,0-4 0 0 0,-1 4 174 0 0,7-8-1483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1.1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83 1608 0 0,'-2'-6'1108'0'0,"0"1"-347"0"0,-1-1 0 0 0,2 1 0 0 0,-1-1-1 0 0,1 0 1 0 0,-1 1 0 0 0,1-1 0 0 0,1 0 0 0 0,-1 0 0 0 0,1 0 0 0 0,0 0 0 0 0,1-7 0 0 0,4 12 1918 0 0,-1 12-1571 0 0,1 12-464 0 0,3 47 282 0 0,12 198-61 0 0,-19-263-714 0 0,3-11-85 0 0,7-28-94 0 0,9-50-29 0 0,-13 29 140 0 0,-7 41-37 0 0,1-1 1 0 0,1 0-1 0 0,1 1 1 0 0,0-1-1 0 0,0 1 1 0 0,2 0 0 0 0,0 0-1 0 0,0 0 1 0 0,11-18-1 0 0,-16 32-32 0 0,0-1 1 0 0,0 1-1 0 0,1 0 0 0 0,-1-1 0 0 0,0 1 0 0 0,1-1 0 0 0,-1 1 1 0 0,0 0-1 0 0,1-1 0 0 0,-1 1 0 0 0,0 0 0 0 0,1-1 0 0 0,-1 1 1 0 0,1 0-1 0 0,-1 0 0 0 0,0-1 0 0 0,1 1 0 0 0,-1 0 0 0 0,1 0 1 0 0,-1 0-1 0 0,1 0 0 0 0,-1 0 0 0 0,1 0 0 0 0,-1 0 0 0 0,1 0 0 0 0,-1-1 1 0 0,1 2-1 0 0,-1-1 0 0 0,1 0 0 0 0,-1 0 0 0 0,1 0 0 0 0,-1 0 1 0 0,0 0-1 0 0,1 0 0 0 0,-1 0 0 0 0,1 1 0 0 0,-1-1 0 0 0,1 0 1 0 0,13 20 181 0 0,2 29-253 0 0,-6 14-1350 0 0,-1 0-1 0 0,-1 98 0 0 0,-8-143-1318 0 0,4-34-6787 0 0,5 4 8357 0 0,9 5-363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1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107 348 1584 0 0,'1'-15'3409'0'0,"-1"2"1860"0"0,-15 25-2872 0 0,4 2-1883 0 0,1 0 0 0 0,0 1 0 0 0,1 0 1 0 0,1 1-1 0 0,0 0 0 0 0,-9 28 1 0 0,12-31-481 0 0,1 0 0 0 0,1 1 1 0 0,0-1-1 0 0,1 0 0 0 0,1 1 1 0 0,0 0-1 0 0,0-1 0 0 0,2 1 1 0 0,1 16-1 0 0,-2-28-64 0 0,1 1 0 0 0,-1-1 0 0 0,1 0 1 0 0,-1 1-1 0 0,1-1 0 0 0,0 0 0 0 0,0 1 0 0 0,0-1 0 0 0,0 0 0 0 0,0 0 0 0 0,1 0 0 0 0,-1 0 0 0 0,1 0 0 0 0,-1 0 0 0 0,1 0 1 0 0,0-1-1 0 0,2 3 0 0 0,-2-3 7 0 0,-1 0-1 0 0,1-1 1 0 0,-1 1 0 0 0,1-1 0 0 0,0 1 0 0 0,-1-1 0 0 0,1 0-1 0 0,-1 0 1 0 0,1 0 0 0 0,0 0 0 0 0,-1 0 0 0 0,1 0 0 0 0,-1 0-1 0 0,1 0 1 0 0,0 0 0 0 0,-1-1 0 0 0,1 1 0 0 0,-1-1 0 0 0,4-1-1 0 0,-1 0 0 0 0,0-1-1 0 0,1 0 1 0 0,-1 1-1 0 0,0-2 1 0 0,0 1-1 0 0,-1 0 0 0 0,1-1 1 0 0,-1 0-1 0 0,1 0 1 0 0,-1 0-1 0 0,0 0 1 0 0,-1 0-1 0 0,1-1 0 0 0,-1 1 1 0 0,3-7-1 0 0,-1-8 62 0 0,0 0-1 0 0,-2 0 1 0 0,0 0-1 0 0,0-1 0 0 0,-2 1 1 0 0,-1-1-1 0 0,-2-19 1 0 0,-1-36 701 0 0,7 94-478 0 0,1 0 0 0 0,1 0 1 0 0,1 0-1 0 0,0-1 0 0 0,13 23 0 0 0,-15-31-290 0 0,1-1-1 0 0,1 1 0 0 0,0-1 0 0 0,0 0 0 0 0,1-1 0 0 0,0 0 1 0 0,0 0-1 0 0,1 0 0 0 0,9 6 0 0 0,-15-12-76 0 0,1 0 0 0 0,-1-1 0 0 0,1 0-1 0 0,-1 1 1 0 0,1-1 0 0 0,-1 0 0 0 0,1 0 0 0 0,0 0 0 0 0,0-1 0 0 0,-1 1 0 0 0,1-1 0 0 0,0 1-1 0 0,0-1 1 0 0,0 0 0 0 0,-1 0 0 0 0,5-1 0 0 0,-4 0-167 0 0,0 0 0 0 0,0 0 0 0 0,0 0-1 0 0,0-1 1 0 0,0 1 0 0 0,-1-1 0 0 0,1 0 0 0 0,0 0 0 0 0,-1 0-1 0 0,1 0 1 0 0,-1-1 0 0 0,0 1 0 0 0,0 0 0 0 0,0-1 0 0 0,0 0 0 0 0,0 1-1 0 0,2-5 1 0 0,50-96-5066 0 0,-43 76 4773 0 0,14-51-1 0 0,-19 55 1103 0 0,-2-1-1 0 0,-1 0 1 0 0,0 0 0 0 0,-2 1-1 0 0,-1-1 1 0 0,-1 0 0 0 0,-5-35-1 0 0,4 44 123 0 0,0 2 18 0 0,0 1-1 0 0,0 0 0 0 0,-1 0 1 0 0,0 0-1 0 0,-1 0 0 0 0,-6-12 1 0 0,5 25 1512 0 0,2 12-1073 0 0,-1 15 3 0 0,3 46-649 0 0,4 0 0 0 0,3 1 0 0 0,4-2 0 0 0,37 144 0 0 0,-43-198-1009 0 0,1-1 0 0 0,1 1 0 0 0,1-1 0 0 0,10 21 0 0 0,-17-39 418 0 0,0 0 0 0 0,0-1 0 0 0,0 1 0 0 0,0 0 1 0 0,0 0-1 0 0,0-1 0 0 0,0 1 0 0 0,0 0 1 0 0,0 0-1 0 0,0-1 0 0 0,1 1 0 0 0,-1 0 1 0 0,0 0-1 0 0,0 0 0 0 0,0-1 0 0 0,0 1 1 0 0,0 0-1 0 0,0 0 0 0 0,1 0 0 0 0,-1-1 1 0 0,0 1-1 0 0,0 0 0 0 0,0 0 0 0 0,1 0 1 0 0,-1 0-1 0 0,0-1 0 0 0,0 1 0 0 0,0 0 1 0 0,1 0-1 0 0,-1 0 0 0 0,0 0 0 0 0,0 0 1 0 0,1 0-1 0 0,-1 0 0 0 0,0 0 0 0 0,0 0 1 0 0,1 0-1 0 0,-1 0 0 0 0,0 0 0 0 0,0 0 1 0 0,1 0-1 0 0,-1 0 0 0 0,0 0 0 0 0,0 0 1 0 0,1 0-1 0 0,-1 0 0 0 0,0 0 0 0 0,0 0 1 0 0,1 0-1 0 0,-1 0 0 0 0,0 0 0 0 0,0 1 1 0 0,0-1-1 0 0,1 0 0 0 0,-1 0 0 0 0,0 0 1 0 0,0 0-1 0 0,0 1 0 0 0,1-1 0 0 0,1-26-4657 0 0,-2 25 4079 0 0,3-15-3003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2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1 3713 0 0,'0'0'2215'0'0,"-11"7"6086"0"0,-14 12-5832 0 0,12-3-2139 0 0,1 0 1 0 0,0 1-1 0 0,1 1 0 0 0,1 0 0 0 0,1 0 0 0 0,0 1 0 0 0,2 0 0 0 0,0 1 0 0 0,1 0 1 0 0,1 0-1 0 0,1 0 0 0 0,1 0 0 0 0,0 1 0 0 0,1 34 0 0 0,2-36-543 0 0,1 1 0 0 0,1-1 0 0 0,1 0 0 0 0,1 0 0 0 0,0 0-1 0 0,1 0 1 0 0,2-1 0 0 0,-1 1 0 0 0,2-2 0 0 0,0 1 0 0 0,2-1 0 0 0,0 0-1 0 0,0-1 1 0 0,2 0 0 0 0,21 24 0 0 0,-26-34-147 0 0,1 1 1 0 0,-1-1-1 0 0,1 0 0 0 0,0 0 0 0 0,1-1 1 0 0,-1 0-1 0 0,1-1 0 0 0,0 0 1 0 0,0 0-1 0 0,14 3 0 0 0,-17-5-201 0 0,0-1 0 0 0,0 0 0 0 0,0-1 0 0 0,0 1 1 0 0,0-1-1 0 0,1 0 0 0 0,-1-1 0 0 0,0 1 0 0 0,0-1 0 0 0,0-1 0 0 0,0 1 0 0 0,0-1 0 0 0,0 0 0 0 0,-1 0 0 0 0,1 0 0 0 0,0-1 0 0 0,7-5 0 0 0,9-6-2729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2.6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3945 0 0,'5'1'6947'0'0,"20"10"-4870"0"0,-18-4-1706 0 0,0 0-1 0 0,0 1 1 0 0,0 0-1 0 0,-1 0 1 0 0,0 1-1 0 0,-1-1 0 0 0,0 1 1 0 0,0 1-1 0 0,-1-1 1 0 0,0 1-1 0 0,4 14 0 0 0,2 14 193 0 0,9 61 0 0 0,-12-43-711 0 0,-2 0 0 0 0,-4 105-1 0 0,-5-104-2972 0 0,-15 68 0 0 0,10-96-2217 0 0,8-19 871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8.4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16 6665 0 0,'-2'-2'398'0'0,"0"1"0"0"0,-1 0-1 0 0,1 0 1 0 0,0 0 0 0 0,0 0-1 0 0,-1 0 1 0 0,1 0 0 0 0,-1 1-1 0 0,1-1 1 0 0,0 1 0 0 0,-1-1-1 0 0,1 1 1 0 0,-1 0 0 0 0,1 0-1 0 0,-4 1 1 0 0,-47 5-295 0 0,31-2 718 0 0,11-3-602 0 0,-61 9 988 0 0,68-9-1127 0 0,0 0-1 0 0,0 0 1 0 0,1 0 0 0 0,-1 1-1 0 0,0-1 1 0 0,1 1 0 0 0,-1 0-1 0 0,1 0 1 0 0,0 0 0 0 0,-1 0-1 0 0,1 1 1 0 0,0-1 0 0 0,0 1 0 0 0,1 0-1 0 0,-4 3 1 0 0,6-5-68 0 0,-1 1-1 0 0,1-1 1 0 0,0 0 0 0 0,0 0-1 0 0,0 1 1 0 0,0-1 0 0 0,0 0-1 0 0,0 0 1 0 0,0 1 0 0 0,1-1-1 0 0,-1 0 1 0 0,0 0 0 0 0,1 1-1 0 0,-1-1 1 0 0,1 0 0 0 0,-1 0-1 0 0,1 0 1 0 0,-1 0 0 0 0,1 0-1 0 0,0 0 1 0 0,0 0 0 0 0,-1 0-1 0 0,1 0 1 0 0,0 0 0 0 0,0 0-1 0 0,0 0 1 0 0,0-1 0 0 0,0 1-1 0 0,0 0 1 0 0,0-1 0 0 0,0 1-1 0 0,2 0 1 0 0,41 23 145 0 0,-40-22-127 0 0,15 7 94 0 0,58 31 396 0 0,-72-37-457 0 0,1 1 0 0 0,-1-1 0 0 0,0 2 0 0 0,0-1 0 0 0,0 0 0 0 0,-1 1 0 0 0,0 0 0 0 0,0 0-1 0 0,0 0 1 0 0,6 11 0 0 0,-9-13-44 0 0,-1 1-1 0 0,1 0 1 0 0,0-1 0 0 0,-1 1-1 0 0,0 0 1 0 0,0-1-1 0 0,0 1 1 0 0,0 0 0 0 0,-1-1-1 0 0,1 1 1 0 0,-1-1-1 0 0,0 1 1 0 0,0-1 0 0 0,0 1-1 0 0,-1-1 1 0 0,1 1-1 0 0,-1-1 1 0 0,-2 4 0 0 0,-43 62-724 0 0,34-52 376 0 0,9-11 205 0 0,-2 3-111 0 0,0-1 1 0 0,0 1-1 0 0,0-1 1 0 0,-1 0-1 0 0,-1-1 1 0 0,1 0-1 0 0,-1 0 0 0 0,0 0 1 0 0,-16 9-1 0 0,23-16 211 0 0,1 0 0 0 0,0 0 0 0 0,0 0 0 0 0,-1 0-1 0 0,1 0 1 0 0,0 0 0 0 0,-1 0 0 0 0,1 0 0 0 0,0 0-1 0 0,0 0 1 0 0,-1 0 0 0 0,1 0 0 0 0,0 0 0 0 0,-1 0 0 0 0,1 0-1 0 0,0 0 1 0 0,-1 0 0 0 0,1 0 0 0 0,0 0 0 0 0,0 0-1 0 0,-1 0 1 0 0,1 0 0 0 0,0 0 0 0 0,0-1 0 0 0,-1 1-1 0 0,1 0 1 0 0,0 0 0 0 0,0 0 0 0 0,-1-1 0 0 0,1 1 0 0 0,0 0-1 0 0,0 0 1 0 0,0 0 0 0 0,0-1 0 0 0,-1 1 0 0 0,1 0-1 0 0,0-1 1 0 0,0 1 0 0 0,0 0 0 0 0,-2-18-445 0 0,8-16 74 0 0,0 10 44 0 0,0 0-1 0 0,2 1 0 0 0,1-1 1 0 0,1 2-1 0 0,0-1 0 0 0,2 2 1 0 0,1-1-1 0 0,0 2 0 0 0,24-28 0 0 0,-35 46 403 0 0,0 1-1 0 0,0-1 0 0 0,0 1 0 0 0,0 0 0 0 0,0-1 0 0 0,0 1 0 0 0,1 0 0 0 0,-1 0 0 0 0,0 1 0 0 0,1-1 0 0 0,-1 0 0 0 0,1 1 0 0 0,-1 0 0 0 0,0-1 1 0 0,1 1-1 0 0,-1 0 0 0 0,1 0 0 0 0,-1 0 0 0 0,1 1 0 0 0,-1-1 0 0 0,4 1 0 0 0,57 22 1529 0 0,-22-7-717 0 0,-30-13-556 0 0,1-1 0 0 0,-1-1 0 0 0,1 1 0 0 0,0-2 1 0 0,-1 0-1 0 0,24-2 0 0 0,-30 1-213 0 0,1 1 0 0 0,-1-1-1 0 0,0 0 1 0 0,0-1 0 0 0,0 1 0 0 0,0-1 0 0 0,0 0-1 0 0,0-1 1 0 0,0 1 0 0 0,-1-1 0 0 0,1 0 0 0 0,-1 0 0 0 0,1 0-1 0 0,-1 0 1 0 0,0-1 0 0 0,-1 0 0 0 0,6-6 0 0 0,-8 8-58 0 0,0 1 0 0 0,0-1 1 0 0,0 1-1 0 0,-1-1 1 0 0,1 1-1 0 0,-1-1 0 0 0,1 0 1 0 0,-1 1-1 0 0,1-1 0 0 0,-1 0 1 0 0,0 1-1 0 0,0-1 0 0 0,0 0 1 0 0,0 1-1 0 0,0-1 0 0 0,0 0 1 0 0,0 1-1 0 0,-1-1 0 0 0,1 1 1 0 0,-1-1-1 0 0,1 0 1 0 0,-1 1-1 0 0,0-1 0 0 0,-1-2 1 0 0,0 1 5 0 0,0 0 1 0 0,-1-1-1 0 0,0 1 1 0 0,0 0-1 0 0,0 1 1 0 0,0-1-1 0 0,-1 0 1 0 0,1 1 0 0 0,-1 0-1 0 0,-3-3 1 0 0,1 2-29 0 0,0 0 0 0 0,0 0 0 0 0,0 1 0 0 0,0 0 1 0 0,0 0-1 0 0,-1 0 0 0 0,1 1 0 0 0,-1 0 0 0 0,1 0 1 0 0,-1 0-1 0 0,0 1 0 0 0,1 0 0 0 0,-9 1 0 0 0,12 0-38 0 0,0 0-1 0 0,0 1 0 0 0,0-1 1 0 0,1 0-1 0 0,-1 1 0 0 0,0 0 1 0 0,1-1-1 0 0,-1 1 1 0 0,1 0-1 0 0,0 0 0 0 0,-1 1 1 0 0,1-1-1 0 0,0 0 0 0 0,1 1 1 0 0,-1-1-1 0 0,0 1 0 0 0,-1 3 1 0 0,0 0-10 0 0,1 0 1 0 0,0 0 0 0 0,0 1 0 0 0,1-1 0 0 0,-1 1-1 0 0,2-1 1 0 0,-2 13 0 0 0,3 2-12 0 0,0 0 1 0 0,2 0 0 0 0,0-1-1 0 0,7 23 1 0 0,-5-28 0 0 0,0 0 0 0 0,1 0 0 0 0,0 0 0 0 0,1-1 1 0 0,1 0-1 0 0,0-1 0 0 0,1 0 0 0 0,1 0 0 0 0,11 12 1 0 0,-16-20 12 0 0,0-1 1 0 0,0 1 0 0 0,0-1-1 0 0,0 0 1 0 0,0-1 0 0 0,1 0-1 0 0,0 1 1 0 0,-1-2 0 0 0,1 1 0 0 0,0-1-1 0 0,7 2 1 0 0,-9-3 11 0 0,1 0 0 0 0,-1-1 0 0 0,1 0 0 0 0,-1 0 1 0 0,0 0-1 0 0,1 0 0 0 0,-1-1 0 0 0,1 0 0 0 0,-1 0 0 0 0,0 0 0 0 0,0 0 0 0 0,1 0 0 0 0,-1-1 0 0 0,0 0 1 0 0,0 0-1 0 0,-1 0 0 0 0,7-5 0 0 0,-3 1-27 0 0,0-1-1 0 0,0 0 1 0 0,-1 0 0 0 0,-1 0-1 0 0,1-1 1 0 0,-1 0 0 0 0,0 0-1 0 0,-1 0 1 0 0,0-1 0 0 0,0 1-1 0 0,-1-1 1 0 0,0 0 0 0 0,0 0-1 0 0,-1 0 1 0 0,0-1 0 0 0,-1 1-1 0 0,0 0 1 0 0,-1-14 0 0 0,1-15-56 0 0,-2-1 0 0 0,-2 1 1 0 0,-8-42-1 0 0,8 65 113 0 0,1 8 8 0 0,0 0 0 0 0,1 0 0 0 0,0 0 1 0 0,0 0-1 0 0,1 0 0 0 0,0 0 1 0 0,0 0-1 0 0,0 0 0 0 0,4-13 0 0 0,-3 20 22 0 0,-1 1-1 0 0,1-1 1 0 0,0 0-1 0 0,0 0 0 0 0,-1 1 1 0 0,1-1-1 0 0,0 1 1 0 0,-1-1-1 0 0,1 0 1 0 0,0 1-1 0 0,-1-1 0 0 0,1 1 1 0 0,0 0-1 0 0,-1-1 1 0 0,1 1-1 0 0,-1-1 1 0 0,1 1-1 0 0,-1 0 0 0 0,0 0 1 0 0,1-1-1 0 0,-1 1 1 0 0,1 0-1 0 0,-1-1 1 0 0,0 1-1 0 0,0 0 0 0 0,0 0 1 0 0,1 1-1 0 0,12 25 234 0 0,-1 2-211 0 0,-1 1 0 0 0,-1 0 1 0 0,-2 1-1 0 0,-1 0 0 0 0,-1 0 1 0 0,-2 1-1 0 0,-1 0 0 0 0,-1-1 0 0 0,-2 1 1 0 0,-5 38-1 0 0,17-122-306 0 0,11-61 643 0 0,-20 87-299 0 0,-3 15-35 0 0,0 0 1 0 0,1 0 0 0 0,1 0-1 0 0,0 1 1 0 0,0-1-1 0 0,1 0 1 0 0,0 1 0 0 0,1-1-1 0 0,0 1 1 0 0,9-15-1 0 0,-13 25-56 0 0,0 0-1 0 0,1-1 0 0 0,-1 1 1 0 0,0 0-1 0 0,0-1 1 0 0,1 1-1 0 0,-1 0 0 0 0,0 0 1 0 0,1-1-1 0 0,-1 1 0 0 0,0 0 1 0 0,1 0-1 0 0,-1 0 1 0 0,0-1-1 0 0,1 1 0 0 0,-1 0 1 0 0,0 0-1 0 0,1 0 0 0 0,-1 0 1 0 0,0 0-1 0 0,1 0 0 0 0,-1 0 1 0 0,1 0-1 0 0,-1 0 1 0 0,0 0-1 0 0,1 0 0 0 0,-1 0 1 0 0,0 0-1 0 0,1 0 0 0 0,-1 0 1 0 0,1 0-1 0 0,-1 0 1 0 0,0 0-1 0 0,1 1 0 0 0,-1-1 1 0 0,0 0-1 0 0,1 0 0 0 0,-1 0 1 0 0,1 1-1 0 0,11 17 152 0 0,3 30-153 0 0,-14-44-23 0 0,17 78-122 0 0,-12-52-185 0 0,1 0 1 0 0,1-1-1 0 0,21 51 0 0 0,-29-80 319 0 0,0 0 0 0 0,0 1 0 0 0,0-1 0 0 0,0 0 0 0 0,0 0-1 0 0,0 1 1 0 0,1-1 0 0 0,-1 0 0 0 0,0 0 0 0 0,0 1 0 0 0,0-1-1 0 0,0 0 1 0 0,1 0 0 0 0,-1 0 0 0 0,0 1 0 0 0,0-1 0 0 0,0 0-1 0 0,1 0 1 0 0,-1 0 0 0 0,0 0 0 0 0,0 0 0 0 0,1 1 0 0 0,-1-1-1 0 0,0 0 1 0 0,0 0 0 0 0,1 0 0 0 0,-1 0 0 0 0,0 0 0 0 0,1 0-1 0 0,-1 0 1 0 0,0 0 0 0 0,0 0 0 0 0,1 0 0 0 0,-1 0 0 0 0,0 0-1 0 0,0 0 1 0 0,1 0 0 0 0,-1 0 0 0 0,0 0 0 0 0,1-1 0 0 0,-1 1-1 0 0,0 0 1 0 0,0 0 0 0 0,1 0 0 0 0,11-15-314 0 0,5-23-149 0 0,-16 37 465 0 0,9-29 261 0 0,-1-1 0 0 0,6-45 0 0 0,-10 50-34 0 0,0 1 1 0 0,1-1 0 0 0,2 1 0 0 0,14-33-1 0 0,-22 57-185 0 0,1-1 0 0 0,-1 1-1 0 0,1 0 1 0 0,-1-1 0 0 0,1 1-1 0 0,0-1 1 0 0,0 1 0 0 0,0 0-1 0 0,0 0 1 0 0,0 0 0 0 0,0 0-1 0 0,0-1 1 0 0,0 1 0 0 0,0 0-1 0 0,0 1 1 0 0,1-1 0 0 0,-1 0-1 0 0,0 0 1 0 0,1 1 0 0 0,1-2-1 0 0,-2 2-18 0 0,0 1 0 0 0,0-1 0 0 0,0 0 0 0 0,0 1-1 0 0,0-1 1 0 0,0 1 0 0 0,0-1 0 0 0,-1 1 0 0 0,1-1 0 0 0,0 1-1 0 0,0 0 1 0 0,-1-1 0 0 0,1 1 0 0 0,0 0 0 0 0,-1 0 0 0 0,1-1-1 0 0,0 1 1 0 0,-1 0 0 0 0,1 0 0 0 0,-1 0 0 0 0,0 0-1 0 0,1 0 1 0 0,-1 1 0 0 0,6 12 13 0 0,-2 1 0 0 0,0 0 0 0 0,2 16-1 0 0,-3-17-171 0 0,-3-13 130 0 0,24 122-822 0 0,-17-40-2473 0 0,-7-80 3093 0 0,-1 18-3725 0 0,1-21 3687 0 0,0 1 0 0 0,0-1 1 0 0,0 1-1 0 0,0-1 0 0 0,0 0 0 0 0,-1 1 0 0 0,1-1 0 0 0,0 1 0 0 0,0-1 0 0 0,0 0 0 0 0,0 1 1 0 0,-1-1-1 0 0,1 1 0 0 0,0-1 0 0 0,0 0 0 0 0,-1 1 0 0 0,1-1 0 0 0,0 0 0 0 0,-1 1 0 0 0,1-1 1 0 0,0 0-1 0 0,-1 0 0 0 0,1 1 0 0 0,0-1 0 0 0,-1 0 0 0 0,1 0 0 0 0,-1 0 0 0 0,1 0 0 0 0,0 1 1 0 0,-1-1-1 0 0,0 0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8.8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5425 0 0,'0'3'474'0'0,"-1"1"0"0"0,2-1 0 0 0,-1 1 1 0 0,0 0-1 0 0,1-1 0 0 0,0 1 0 0 0,0-1 0 0 0,0 1 0 0 0,0-1 0 0 0,0 0 0 0 0,1 1 0 0 0,-1-1 1 0 0,1 0-1 0 0,0 0 0 0 0,0 0 0 0 0,0 0 0 0 0,4 4 0 0 0,-2-4-217 0 0,-1-1 1 0 0,0 0-1 0 0,1 0 0 0 0,-1 0 0 0 0,1 0 1 0 0,0 0-1 0 0,0-1 0 0 0,0 0 0 0 0,0 0 1 0 0,0 0-1 0 0,0 0 0 0 0,0 0 0 0 0,5-1 1 0 0,8 0 73 0 0,1-1 0 0 0,-1-1 0 0 0,0 0 1 0 0,0-2-1 0 0,30-9 0 0 0,57-22 233 0 0,-14 4-1461 0 0,-28 14-3931 0 0,-34 8-5905 0 0,-20 10 7807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9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20 3337 0 0,'-12'-19'5342'0'0,"12"19"-5289"0"0,0 0 0 0 0,0 0 0 0 0,0 0 1 0 0,0 0-1 0 0,0 0 0 0 0,0 0 1 0 0,0 0-1 0 0,0 0 0 0 0,0 0 0 0 0,-1-1 1 0 0,1 1-1 0 0,0 0 0 0 0,0 0 1 0 0,0 0-1 0 0,0 0 0 0 0,0 0 0 0 0,0 0 1 0 0,0 0-1 0 0,0 0 0 0 0,-1 0 1 0 0,1 0-1 0 0,0 0 0 0 0,0 0 0 0 0,0 0 1 0 0,0 0-1 0 0,0 0 0 0 0,0 0 1 0 0,0 0-1 0 0,-1 0 0 0 0,1 0 0 0 0,0 1 1 0 0,0-1-1 0 0,0 0 0 0 0,0 0 1 0 0,0 0-1 0 0,0 0 0 0 0,0 0 0 0 0,0 0 1 0 0,0 0-1 0 0,0 0 0 0 0,-1 0 1 0 0,1 0-1 0 0,0 0 0 0 0,0 1 0 0 0,0-1 1 0 0,0 0-1 0 0,0 0 0 0 0,0 0 1 0 0,0 0-1 0 0,0 0 0 0 0,0 0 0 0 0,0 0 1 0 0,0 0-1 0 0,0 1 0 0 0,0-1 1 0 0,0 0-1 0 0,0 0 0 0 0,0 0 0 0 0,0 0 1 0 0,0 0-1 0 0,0 0 0 0 0,0 0 1 0 0,0 1-1 0 0,0-1 0 0 0,0 0 0 0 0,3 37 2759 0 0,0-18-2896 0 0,2 83 779 0 0,-4-60-634 0 0,2-1 0 0 0,1-1-1 0 0,19 80 1 0 0,-23-118-66 0 0,1 1 0 0 0,-1-1 1 0 0,1 1-1 0 0,0-1 0 0 0,0 0 1 0 0,0 1-1 0 0,0-1 0 0 0,1 0 1 0 0,-1 0-1 0 0,0 0 0 0 0,1 0 1 0 0,0 0-1 0 0,-1 0 0 0 0,1 0 1 0 0,0 0-1 0 0,3 1 0 0 0,-4-3 8 0 0,1 0-1 0 0,-1 0 1 0 0,1 0-1 0 0,-1 0 1 0 0,1 0-1 0 0,-1-1 1 0 0,1 1-1 0 0,-1-1 1 0 0,1 1-1 0 0,-1-1 0 0 0,0 0 1 0 0,1 1-1 0 0,-1-1 1 0 0,0 0-1 0 0,0 0 1 0 0,0 0-1 0 0,1 0 1 0 0,-1 0-1 0 0,0 0 1 0 0,0 0-1 0 0,0 0 1 0 0,-1 0-1 0 0,1-1 0 0 0,0 1 1 0 0,0 0-1 0 0,-1-1 1 0 0,1 1-1 0 0,0-2 1 0 0,6-9 21 0 0,0 1 0 0 0,-1-2 0 0 0,-1 1 0 0 0,1-1 0 0 0,-2 1 0 0 0,0-1 0 0 0,4-27 1 0 0,-5 6 149 0 0,-1-62 1 0 0,-2 53 15 0 0,0 43-177 0 0,0 0 0 0 0,0 0 0 0 0,0 0 1 0 0,0 1-1 0 0,0-1 0 0 0,0 0 0 0 0,0 0 1 0 0,0 0-1 0 0,0 0 0 0 0,0 0 0 0 0,0 0 0 0 0,0 0 1 0 0,0 0-1 0 0,0 0 0 0 0,1 0 0 0 0,-1 0 0 0 0,0 0 1 0 0,0 0-1 0 0,0 0 0 0 0,0 0 0 0 0,0 0 0 0 0,0 0 1 0 0,0 0-1 0 0,0 0 0 0 0,0 0 0 0 0,0 0 0 0 0,0 0 1 0 0,0 0-1 0 0,0 0 0 0 0,1 0 0 0 0,-1 0 0 0 0,0 0 1 0 0,0 0-1 0 0,0 0 0 0 0,0 0 0 0 0,0 0 0 0 0,0 0 1 0 0,0 0-1 0 0,0 0 0 0 0,0 0 0 0 0,0 0 0 0 0,0 0 1 0 0,0 0-1 0 0,0-1 0 0 0,7 17 274 0 0,16 43-291 0 0,15 38-141 0 0,-32-84 131 0 0,1-1-1 0 0,1 1 1 0 0,0-1 0 0 0,0-1-1 0 0,1 1 1 0 0,1-1-1 0 0,13 12 1 0 0,-18-19 19 0 0,0 0-1 0 0,0 0 1 0 0,0 0-1 0 0,0-1 1 0 0,0 0-1 0 0,1 0 1 0 0,0 0-1 0 0,0 0 1 0 0,-1-1-1 0 0,1 0 1 0 0,1 0-1 0 0,-1-1 1 0 0,0 0-1 0 0,0 0 1 0 0,1 0-1 0 0,-1-1 1 0 0,0 0-1 0 0,13-1 1 0 0,-16 0 25 0 0,0 0 1 0 0,0 0-1 0 0,-1 0 1 0 0,1 0-1 0 0,0 0 1 0 0,-1-1-1 0 0,1 1 1 0 0,-1-1-1 0 0,1 0 1 0 0,-1 1-1 0 0,0-1 1 0 0,0 0-1 0 0,0 0 1 0 0,0-1-1 0 0,0 1 1 0 0,0 0-1 0 0,-1-1 1 0 0,1 1-1 0 0,-1-1 1 0 0,1 1-1 0 0,-1-1 1 0 0,0 0-1 0 0,0 1 1 0 0,0-1-1 0 0,0 0 1 0 0,-1 0-1 0 0,1 0 1 0 0,-1 0-1 0 0,0 0 1 0 0,0 0-1 0 0,0 0 1 0 0,0 0-1 0 0,0 1 1 0 0,-1-5-1 0 0,-1-9 60 0 0,-1 1-1 0 0,0-1 0 0 0,0 1 0 0 0,-12-28 0 0 0,14 40-90 0 0,-33-78 158 0 0,30 73-205 0 0,0 0 1 0 0,-1 0-1 0 0,0 1 1 0 0,0-1 0 0 0,-1 1-1 0 0,0 1 1 0 0,-11-11-1 0 0,16 16-74 0 0,0 1-1 0 0,0 0 1 0 0,0-1 0 0 0,0 1-1 0 0,0 0 1 0 0,0-1-1 0 0,0 1 1 0 0,0 0-1 0 0,0 0 1 0 0,0 0 0 0 0,0 0-1 0 0,0 0 1 0 0,0 0-1 0 0,0 0 1 0 0,-1 0-1 0 0,1 1 1 0 0,0-1 0 0 0,0 0-1 0 0,0 1 1 0 0,0-1-1 0 0,0 1 1 0 0,0-1-1 0 0,1 1 1 0 0,-1-1 0 0 0,0 1-1 0 0,0 0 1 0 0,0-1-1 0 0,0 1 1 0 0,1 0-1 0 0,-1 0 1 0 0,0-1 0 0 0,0 1-1 0 0,1 0 1 0 0,-1 0-1 0 0,1 0 1 0 0,-1 0-1 0 0,1 0 1 0 0,-1 0 0 0 0,1 0-1 0 0,0 0 1 0 0,-1 0-1 0 0,1 0 1 0 0,0 2-1 0 0,0-3-41 0 0,-1 1 0 0 0,1 0-1 0 0,0 0 1 0 0,-1 0-1 0 0,1 0 1 0 0,0 0-1 0 0,0 0 1 0 0,0 0 0 0 0,0 0-1 0 0,0 0 1 0 0,0-1-1 0 0,0 1 1 0 0,0 0-1 0 0,0 0 1 0 0,1 0 0 0 0,-1 0-1 0 0,0 0 1 0 0,0 0-1 0 0,1 0 1 0 0,-1 0-1 0 0,1-1 1 0 0,-1 1 0 0 0,1 0-1 0 0,-1 0 1 0 0,1 0-1 0 0,-1-1 1 0 0,1 1-1 0 0,0 0 1 0 0,-1-1 0 0 0,1 1-1 0 0,0-1 1 0 0,0 1-1 0 0,-1-1 1 0 0,1 1-1 0 0,0-1 1 0 0,0 1 0 0 0,0-1-1 0 0,0 0 1 0 0,0 1-1 0 0,0-1 1 0 0,-1 0 0 0 0,1 0-1 0 0,0 0 1 0 0,0 0-1 0 0,0 0 1 0 0,0 0-1 0 0,0 0 1 0 0,0 0 0 0 0,0 0-1 0 0,0 0 1 0 0,0 0-1 0 0,0-1 1 0 0,0 1-1 0 0,-1 0 1 0 0,1-1 0 0 0,1 0-1 0 0,58-13-3169 0 0,-34 9 2858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29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52 384 0 0,'22'-10'1071'0'0,"-18"8"-629"0"0,0 0-1 0 0,0 0 1 0 0,0 1-1 0 0,0-1 1 0 0,0 1-1 0 0,0 0 1 0 0,0 0-1 0 0,0 0 1 0 0,1 1-1 0 0,-1-1 1 0 0,4 1-1 0 0,-7 0-281 0 0,-1 1-1 0 0,0-1 0 0 0,0 1 0 0 0,0-1 0 0 0,0 1 1 0 0,1-1-1 0 0,-1 1 0 0 0,0-1 0 0 0,0 1 1 0 0,0 0-1 0 0,0-1 0 0 0,0 1 0 0 0,-1-1 0 0 0,1 1 1 0 0,0-1-1 0 0,0 1 0 0 0,0-1 0 0 0,0 1 0 0 0,0-1 1 0 0,-1 1-1 0 0,1-1 0 0 0,0 1 0 0 0,0-1 0 0 0,-1 0 1 0 0,1 1-1 0 0,0-1 0 0 0,-1 1 0 0 0,1-1 0 0 0,-1 0 1 0 0,1 1-1 0 0,0-1 0 0 0,-1 0 0 0 0,1 1 0 0 0,-1-1 1 0 0,0 0-1 0 0,-21 22 1375 0 0,18-18-973 0 0,-1 3-356 0 0,0 0 0 0 0,1 0 0 0 0,-1 0 0 0 0,1 0 0 0 0,1 1 0 0 0,-1 0-1 0 0,1 0 1 0 0,1 0 0 0 0,0 0 0 0 0,0 0 0 0 0,0 1 0 0 0,0 13-1 0 0,0-10-184 0 0,2 0 0 0 0,-1-1 1 0 0,2 1-1 0 0,0 0 0 0 0,0 0 0 0 0,1 0 0 0 0,0-1 0 0 0,6 18 0 0 0,-6-26-35 0 0,0 1 1 0 0,0 0 0 0 0,0-1-1 0 0,0 1 1 0 0,1-1 0 0 0,-1 1-1 0 0,1-1 1 0 0,0 0 0 0 0,0 0-1 0 0,0-1 1 0 0,0 1 0 0 0,1 0-1 0 0,-1-1 1 0 0,1 0 0 0 0,-1 0-1 0 0,1 0 1 0 0,0 0 0 0 0,0-1-1 0 0,0 0 1 0 0,0 1 0 0 0,0-1 0 0 0,0 0-1 0 0,0-1 1 0 0,0 1 0 0 0,0-1-1 0 0,1 0 1 0 0,6-1 0 0 0,-7 1-13 0 0,0-1 0 0 0,-1 1 1 0 0,1-1-1 0 0,-1 0 1 0 0,1 0-1 0 0,-1-1 0 0 0,0 1 1 0 0,1-1-1 0 0,-1 1 1 0 0,0-1-1 0 0,0 0 0 0 0,0 0 1 0 0,0-1-1 0 0,0 1 1 0 0,-1-1-1 0 0,1 1 0 0 0,-1-1 1 0 0,1 0-1 0 0,-1 0 1 0 0,0 0-1 0 0,0 0 0 0 0,0 0 1 0 0,-1 0-1 0 0,1-1 1 0 0,-1 1-1 0 0,0-1 0 0 0,0 1 1 0 0,0-1-1 0 0,0 1 1 0 0,0-1-1 0 0,-1-6 0 0 0,0-16 35 0 0,-2 1 0 0 0,0 0 0 0 0,-2 0 0 0 0,-14-47 0 0 0,-5-38 870 0 0,65 221 758 0 0,-27-67-1614 0 0,2 4-9 0 0,25 50-1 0 0,-37-85-102 0 0,2-1-1 0 0,0-1 0 0 0,0 1 0 0 0,1-1 1 0 0,1-1-1 0 0,0 1 0 0 0,0-1 1 0 0,1-1-1 0 0,13 10 0 0 0,-23-18 37 0 0,1 0 0 0 0,-1-1 0 0 0,1 1 0 0 0,0-1 0 0 0,-1 1 0 0 0,1-1 0 0 0,0 1 0 0 0,-1-1 0 0 0,1 0 0 0 0,0 1 0 0 0,0-1 0 0 0,-1 0 0 0 0,1 1 0 0 0,0-1 0 0 0,0 0 0 0 0,0 0 0 0 0,-1 0 0 0 0,1 0 0 0 0,0 0 0 0 0,0 0 0 0 0,0 0-1 0 0,0 0 1 0 0,-1 0 0 0 0,1 0 0 0 0,0 0 0 0 0,0 0 0 0 0,0-1 0 0 0,-1 1 0 0 0,1 0 0 0 0,0-1 0 0 0,0 1 0 0 0,-1 0 0 0 0,2-1 0 0 0,-1-1-88 0 0,0 0-1 0 0,0 0 1 0 0,0 0-1 0 0,-1 1 1 0 0,1-1 0 0 0,0 0-1 0 0,-1 0 1 0 0,1 0-1 0 0,-1 0 1 0 0,0 0-1 0 0,0 0 1 0 0,0 0-1 0 0,0-3 1 0 0,0-7-900 0 0,-1-1 0 0 0,-1 1 0 0 0,-5-19 0 0 0,-24-60-4946 0 0,21 59 3110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30.1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4033 0 0,'18'19'6215'0'0,"6"5"-2199"0"0,1-5-3588 0 0,-21-17-624 0 0,-1-1 1 0 0,0 0 0 0 0,0 0 0 0 0,1 0 0 0 0,-1 0-1 0 0,1-1 1 0 0,-1 1 0 0 0,0-1 0 0 0,1 0-1 0 0,-1 0 1 0 0,1 0 0 0 0,-1 0 0 0 0,1-1-1 0 0,-1 1 1 0 0,1-1 0 0 0,-1 0 0 0 0,0 0 0 0 0,5-2-1 0 0,-7 3-57 0 0,-1 0-1 0 0,1-1 0 0 0,0 1 1 0 0,0 0-1 0 0,-1-1 0 0 0,1 1 1 0 0,0-1-1 0 0,0 1 0 0 0,-1-1 0 0 0,1 1 1 0 0,-1-1-1 0 0,1 1 0 0 0,0-1 1 0 0,-1 0-1 0 0,1 1 0 0 0,-1-1 1 0 0,1 0-1 0 0,-1 1 0 0 0,0-1 1 0 0,1 0-1 0 0,-1 0 0 0 0,0 0 1 0 0,1 1-1 0 0,-1-1 0 0 0,0 0 1 0 0,0-1-1 0 0,2-4-2919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30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82 2761 0 0,'-3'17'2147'0'0,"1"1"0"0"0,1-1 0 0 0,1 20 0 0 0,2 2-1315 0 0,12 58 0 0 0,3-30-633 0 0,-16-64-365 0 0,0 0 1 0 0,0 0-1 0 0,1 0 1 0 0,-1 0-1 0 0,1 0 0 0 0,-1-1 1 0 0,1 1-1 0 0,0 0 0 0 0,0-1 1 0 0,0 1-1 0 0,0-1 1 0 0,0 0-1 0 0,1 0 0 0 0,-1 0 1 0 0,1 0-1 0 0,-1 0 0 0 0,1 0 1 0 0,0-1-1 0 0,3 2 0 0 0,-6-3 15 0 0,1 0-1 0 0,0 0 1 0 0,-1 0-1 0 0,1 0 1 0 0,-1 0-1 0 0,1 0 0 0 0,0 0 1 0 0,-1 0-1 0 0,1 0 1 0 0,-1 0-1 0 0,1 0 1 0 0,0 0-1 0 0,-1-1 0 0 0,1 1 1 0 0,-1 0-1 0 0,1 0 1 0 0,-1-1-1 0 0,1 1 1 0 0,-1 0-1 0 0,1-1 1 0 0,-1 1-1 0 0,1-1 0 0 0,-1 1 1 0 0,1 0-1 0 0,-1-1 1 0 0,0 1-1 0 0,1-1 1 0 0,-1 1-1 0 0,0-1 0 0 0,1 0 1 0 0,-1 1-1 0 0,0-2 1 0 0,2-1-721 0 0,6-5-2138 0 0</inkml:trace>
  <inkml:trace contextRef="#ctx0" brushRef="#br0" timeOffset="1">80 72 7682 0 0,'0'0'280'0'0,"0"1"0"0"0,0 0 1 0 0,0 0-1 0 0,0 0 0 0 0,1 0 1 0 0,-1-1-1 0 0,0 1 0 0 0,1 0 1 0 0,-1 0-1 0 0,0-1 0 0 0,1 1 1 0 0,-1 0-1 0 0,1 0 0 0 0,-1-1 1 0 0,1 1-1 0 0,-1-1 0 0 0,1 1 1 0 0,0 0-1 0 0,-1-1 1 0 0,1 1-1 0 0,1 0 0 0 0,21 8 1817 0 0,24-6-893 0 0,-17-7-1189 0 0,-1-1-1 0 0,1-2 1 0 0,-1-1-1 0 0,48-20 1 0 0,-12 5-3667 0 0,-65 23 3395 0 0,1 0 1 0 0,0 0-1 0 0,0 0 1 0 0,0 0-1 0 0,0-1 1 0 0,0 1-1 0 0,0 0 1 0 0,0-1-1 0 0,0 1 1 0 0,-1-1-1 0 0,1 1 0 0 0,0-1 1 0 0,0 1-1 0 0,0-1 1 0 0,-1 1-1 0 0,1-1 1 0 0,0 0-1 0 0,-1 1 1 0 0,1-1-1 0 0,-1 0 1 0 0,1 0-1 0 0,-1 0 1 0 0,1 1-1 0 0,-1-1 0 0 0,1 0 1 0 0,-1 0-1 0 0,0 0 1 0 0,1 0-1 0 0,-1 0 1 0 0,0 0-1 0 0,0 0 1 0 0,0 0-1 0 0,0 1 1 0 0,0-1-1 0 0,0-2 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30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1 6201 0 0,'-2'1'521'0'0,"1"1"0"0"0,0 0-1 0 0,0 0 1 0 0,0 0-1 0 0,0 0 1 0 0,0 0 0 0 0,0 0-1 0 0,1 0 1 0 0,-1 0-1 0 0,1 0 1 0 0,-1 0 0 0 0,1 3-1 0 0,0 54 1783 0 0,1-38-1561 0 0,-5 47-506 0 0,-1 25 112 0 0,6-85-329 0 0,-1 0 0 0 0,1 1 0 0 0,1-1 0 0 0,-1 0 0 0 0,1 0 0 0 0,1 0 0 0 0,-1 0 0 0 0,7 11 0 0 0,-7-16-20 0 0,-1 0-1 0 0,1 0 1 0 0,0-1 0 0 0,1 1 0 0 0,-1 0-1 0 0,0-1 1 0 0,1 0 0 0 0,0 0 0 0 0,-1 0-1 0 0,1 0 1 0 0,0 0 0 0 0,0 0 0 0 0,0-1-1 0 0,0 1 1 0 0,0-1 0 0 0,4 1 0 0 0,0 0-7 0 0,1 0-1 0 0,-1-1 1 0 0,1 0 0 0 0,-1-1 0 0 0,1 1 0 0 0,14-3 0 0 0,-3 0-20 0 0,-1-2-1 0 0,0 0 0 0 0,0-1 1 0 0,0 0-1 0 0,19-10 1 0 0,-26 10-229 0 0,25-15-2585 0 0,-20-1-6102 0 0,-13 17 5531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31.2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115 25 3945 0 0,'-1'-2'446'0'0,"1"1"0"0"0,0 0 0 0 0,-1-1-1 0 0,0 1 1 0 0,1 0 0 0 0,-1-1 0 0 0,0 1 0 0 0,0 0 0 0 0,0 0 0 0 0,1 0 0 0 0,-1 0 0 0 0,0 0 0 0 0,0 0 0 0 0,-1 0 0 0 0,1 0-1 0 0,0 0 1 0 0,0 1 0 0 0,0-1 0 0 0,-1 0 0 0 0,1 1 0 0 0,0-1 0 0 0,-1 1 0 0 0,1-1 0 0 0,0 1 0 0 0,-3-1 0 0 0,2 2-241 0 0,0-1 1 0 0,0 1-1 0 0,1 0 1 0 0,-1 0-1 0 0,0-1 1 0 0,1 1-1 0 0,-1 0 1 0 0,1 0-1 0 0,-1 1 1 0 0,1-1-1 0 0,0 0 1 0 0,-1 0-1 0 0,1 1 1 0 0,0-1-1 0 0,0 1 1 0 0,-2 2-1 0 0,-4 8-69 0 0,0 0 0 0 0,1 0 0 0 0,1 1-1 0 0,-5 14 1 0 0,4-6-166 0 0,0 0 0 0 0,2 0-1 0 0,0 0 1 0 0,2 0 0 0 0,0 0 0 0 0,1 1 0 0 0,1-1-1 0 0,1 1 1 0 0,7 37 0 0 0,-5-47-206 0 0,0 0 1 0 0,0-1-1 0 0,1 1 1 0 0,1-1-1 0 0,0 0 0 0 0,1 0 1 0 0,-1-1-1 0 0,2 0 0 0 0,0 0 1 0 0,0 0-1 0 0,1-1 1 0 0,0 0-1 0 0,0 0 0 0 0,1-1 1 0 0,0 0-1 0 0,1-1 0 0 0,-1 0 1 0 0,2 0-1 0 0,10 5 0 0 0,-16-10-198 0 0,-1 0 0 0 0,1 0 0 0 0,0 0 0 0 0,0-1-1 0 0,0 1 1 0 0,0-1 0 0 0,1-1 0 0 0,-1 1-1 0 0,0-1 1 0 0,0 1 0 0 0,1-1 0 0 0,-1-1-1 0 0,0 1 1 0 0,0-1 0 0 0,0 0 0 0 0,1 0-1 0 0,-1-1 1 0 0,0 1 0 0 0,0-1 0 0 0,-1 0-1 0 0,1-1 1 0 0,8-4 0 0 0,7 2-2723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31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 5161 0 0,'3'-2'700'0'0,"-1"1"0"0"0,1 0-1 0 0,0 0 1 0 0,0 0 0 0 0,0 1 0 0 0,0-1 0 0 0,0 1-1 0 0,0-1 1 0 0,0 1 0 0 0,0 0 0 0 0,0 0-1 0 0,0 1 1 0 0,0-1 0 0 0,3 1 0 0 0,0 1-309 0 0,-1 0 1 0 0,-1-1 0 0 0,1 2-1 0 0,0-1 1 0 0,0 1 0 0 0,-1-1 0 0 0,8 6-1 0 0,-3 0-238 0 0,-1 0 0 0 0,0 0 0 0 0,0 1 0 0 0,0 0 0 0 0,-1 0 0 0 0,10 18 0 0 0,-7-7-41 0 0,0 2 1 0 0,-1 0 0 0 0,-2 0-1 0 0,0 0 1 0 0,-1 1-1 0 0,-1 0 1 0 0,-2 0 0 0 0,0 0-1 0 0,-1 44 1 0 0,-3-27-1134 0 0,-3-1-1 0 0,-1 0 1 0 0,-2 0-1 0 0,-1-1 1 0 0,-15 42-1 0 0,23-79 1052 0 0,-12 27-3761 0 0,12-28 3611 0 0,0 0 1 0 0,0-1-1 0 0,0 1 0 0 0,0 0 1 0 0,0-1-1 0 0,0 1 0 0 0,0 0 0 0 0,-1-1 1 0 0,1 1-1 0 0,0 0 0 0 0,0-1 1 0 0,0 1-1 0 0,0 0 0 0 0,0-1 1 0 0,-1 1-1 0 0,1 0 0 0 0,0 0 1 0 0,0-1-1 0 0,-1 1 0 0 0,1 0 1 0 0,0 0-1 0 0,0-1 0 0 0,-1 1 1 0 0,1 0-1 0 0,0 0 0 0 0,0 0 1 0 0,-1 0-1 0 0,1-1 0 0 0,0 1 1 0 0,-1 0-1 0 0,1 0 0 0 0,0 0 0 0 0,-1 0 1 0 0,1 0-1 0 0,0 0 0 0 0,-1 0 1 0 0,1 0-1 0 0,0 0 0 0 0,-1 0 1 0 0,1 0-1 0 0,0 0 0 0 0,-1 0 1 0 0,1 0-1 0 0,0 0 0 0 0,-1 0 1 0 0,1 0-1 0 0,0 1 0 0 0,-1-1 1 0 0,1 0-1 0 0,0 0 0 0 0,-1 0 1 0 0,1 0-1 0 0,0 1 0 0 0,0-1 1 0 0,-1 0-1 0 0,1 0 0 0 0,0 1 0 0 0,0-1 1 0 0,-1 0-1 0 0,1 0 0 0 0,0 1 1 0 0,0-1-1 0 0,0 0 0 0 0,0 1 1 0 0,-1-1-1 0 0,1 1 0 0 0,-2-9-2411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49.8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351 184 3321 0 0,'-12'-15'11827'0'0,"-6"-13"-8045"0"0,-4-7-3048 0 0,13 24-639 0 0,-1 1 0 0 0,1 0 0 0 0,-2 0 0 0 0,1 1 0 0 0,-1 0 0 0 0,0 1 0 0 0,-18-9 0 0 0,23 14-85 0 0,-1-1-1 0 0,1 1 1 0 0,-1 1 0 0 0,0 0 0 0 0,0 0-1 0 0,0 0 1 0 0,-1 1 0 0 0,1-1-1 0 0,0 2 1 0 0,0-1 0 0 0,-1 1-1 0 0,1 0 1 0 0,0 1 0 0 0,-1 0-1 0 0,-12 3 1 0 0,16-3-41 0 0,0 1 0 0 0,1-1 1 0 0,0 1-1 0 0,-1 0 0 0 0,1 0 0 0 0,0 0 0 0 0,0 0 1 0 0,0 0-1 0 0,0 1 0 0 0,0-1 0 0 0,0 1 0 0 0,1 0 1 0 0,-1 0-1 0 0,1 0 0 0 0,0 0 0 0 0,-2 4 0 0 0,0 0-22 0 0,1 0 0 0 0,1 0 0 0 0,-1 1 0 0 0,1-1 0 0 0,0 1 0 0 0,1-1-1 0 0,-2 15 1 0 0,3-10 11 0 0,-1-1-1 0 0,2 1 1 0 0,0 0 0 0 0,0 0-1 0 0,1 0 1 0 0,0-1 0 0 0,1 1-1 0 0,1-1 1 0 0,-1 0-1 0 0,9 16 1 0 0,-3-15 30 0 0,0 0 0 0 0,1-1-1 0 0,0-1 1 0 0,1 1 0 0 0,0-2 0 0 0,0 1-1 0 0,1-2 1 0 0,26 15 0 0 0,-24-15 56 0 0,0 1-1 0 0,-1 0 1 0 0,0 1 0 0 0,0 0 0 0 0,-1 1-1 0 0,17 20 1 0 0,-27-29-21 0 0,-1 0 1 0 0,0-1-1 0 0,1 1 0 0 0,-1 0 1 0 0,0 0-1 0 0,0 0 0 0 0,0 0 1 0 0,0 0-1 0 0,0 0 0 0 0,0 0 0 0 0,-1 0 1 0 0,1 0-1 0 0,-1 0 0 0 0,1 1 1 0 0,-1-1-1 0 0,0 0 0 0 0,0 0 1 0 0,0 0-1 0 0,0 1 0 0 0,0-1 0 0 0,-1 0 1 0 0,1 0-1 0 0,0 0 0 0 0,-3 5 1 0 0,1-4 14 0 0,-1 0 0 0 0,1 0 0 0 0,-1 0 0 0 0,0 0 0 0 0,0 0 0 0 0,0-1 1 0 0,-1 1-1 0 0,1-1 0 0 0,-1 0 0 0 0,1 0 0 0 0,-1 0 0 0 0,0-1 0 0 0,-4 2 0 0 0,-52 22-1065 0 0,-83 21 1 0 0,143-46 962 0 0,0 0-1 0 0,-1 0 1 0 0,1 1 0 0 0,0-1 0 0 0,0 0 0 0 0,-1 0 0 0 0,1 0 0 0 0,0 0 0 0 0,-1 0 0 0 0,1 0-1 0 0,0 0 1 0 0,-1 0 0 0 0,1 0 0 0 0,0 0 0 0 0,0 0 0 0 0,-1 0 0 0 0,1-1 0 0 0,0 1 0 0 0,-1 0 0 0 0,1 0-1 0 0,0 0 1 0 0,0 0 0 0 0,-1 0 0 0 0,1-1 0 0 0,0 1 0 0 0,0 0 0 0 0,-1 0 0 0 0,1 0 0 0 0,0-1 0 0 0,0 1-1 0 0,0 0 1 0 0,-1 0 0 0 0,1-1 0 0 0,0 1 0 0 0,0 0 0 0 0,0 0 0 0 0,0-1 0 0 0,0 1 0 0 0,-1 0 0 0 0,1-1-1 0 0,0 1 1 0 0,2-19-1786 0 0,14-22-821 0 0,-15 38 2175 0 0,34-98-7106 0 0,-23 77 5123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0.4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1 209 3785 0 0,'12'3'8608'0'0,"25"-8"-7402"0"0,-24 3-191 0 0,-10 2-875 0 0,17-1 463 0 0,1-2 0 0 0,-1 0 0 0 0,0-1-1 0 0,23-7 1 0 0,-38 9-504 0 0,-1 1 0 0 0,0-1 0 0 0,0 0 0 0 0,0 0 0 0 0,-1-1 0 0 0,1 1 0 0 0,0-1 0 0 0,-1 0 0 0 0,0 0 0 0 0,1 0 0 0 0,3-5 0 0 0,-6 6-38 0 0,1-1 0 0 0,-1 1 1 0 0,0-1-1 0 0,0 1 0 0 0,0-1 1 0 0,0 1-1 0 0,0-1 1 0 0,-1 0-1 0 0,1 1 0 0 0,-1-1 1 0 0,0 0-1 0 0,0 0 0 0 0,0 1 1 0 0,0-1-1 0 0,0 0 0 0 0,-1 1 1 0 0,1-1-1 0 0,-1 0 1 0 0,1 1-1 0 0,-3-5 0 0 0,1 2-12 0 0,-1-1 1 0 0,0 0-1 0 0,-1 1 0 0 0,1 0 0 0 0,-1-1 0 0 0,0 1 0 0 0,0 1 1 0 0,-1-1-1 0 0,1 1 0 0 0,-1-1 0 0 0,0 1 0 0 0,0 1 0 0 0,0-1 1 0 0,-1 1-1 0 0,0 0 0 0 0,1 0 0 0 0,-1 1 0 0 0,0-1 0 0 0,-11-2 1 0 0,14 4-48 0 0,0 0 1 0 0,0 1-1 0 0,0-1 1 0 0,0 1-1 0 0,-1-1 1 0 0,1 1-1 0 0,0 0 1 0 0,0 0 0 0 0,0 0-1 0 0,-1 1 1 0 0,1-1-1 0 0,0 1 1 0 0,0 0-1 0 0,0 0 1 0 0,0 0 0 0 0,0 0-1 0 0,0 0 1 0 0,0 1-1 0 0,0-1 1 0 0,0 1-1 0 0,1 0 1 0 0,-1 0-1 0 0,1 0 1 0 0,-1 0 0 0 0,1 0-1 0 0,0 1 1 0 0,0-1-1 0 0,0 1 1 0 0,0-1-1 0 0,0 1 1 0 0,0 0-1 0 0,1-1 1 0 0,0 1 0 0 0,-1 0-1 0 0,1 0 1 0 0,0 0-1 0 0,0 0 1 0 0,1 1-1 0 0,-2 4 1 0 0,-1 8-15 0 0,0 1 0 0 0,1-1 0 0 0,1 1 0 0 0,1 0 0 0 0,0-1-1 0 0,4 27 1 0 0,-2-34 6 0 0,0 0-1 0 0,1 0 1 0 0,0 0-1 0 0,1 0 0 0 0,0 0 1 0 0,0-1-1 0 0,1 1 0 0 0,0-1 1 0 0,1-1-1 0 0,-1 1 0 0 0,2-1 1 0 0,-1 0-1 0 0,8 7 1 0 0,-7-8 18 0 0,-1 0 1 0 0,2 0 0 0 0,-1-1-1 0 0,1 0 1 0 0,-1 0 0 0 0,1-1 0 0 0,1 0-1 0 0,-1-1 1 0 0,1 1 0 0 0,-1-2-1 0 0,1 1 1 0 0,0-1 0 0 0,16 2 0 0 0,-20-4-68 0 0,1 0-1 0 0,-1 0 1 0 0,1-1 0 0 0,-1 0 0 0 0,0 0 0 0 0,1 0 0 0 0,-1-1 0 0 0,0 1 0 0 0,0-1 0 0 0,0 0 0 0 0,0-1 0 0 0,0 1 0 0 0,0-1-1 0 0,0 0 1 0 0,-1 0 0 0 0,0-1 0 0 0,1 0 0 0 0,-1 1 0 0 0,-1-1 0 0 0,1 0 0 0 0,0-1 0 0 0,-1 1 0 0 0,0-1 0 0 0,3-4 0 0 0,3-8-1405 0 0,0 1 1 0 0,-1-1 0 0 0,7-21 0 0 0,-13 31 488 0 0,0-1 0 0 0,0 0 0 0 0,-1 1 0 0 0,1-1 0 0 0,-2 0 0 0 0,1-9 0 0 0,-2 0-1595 0 0,7 11-804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1.1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47 160 2304 0 0,'-4'-3'981'0'0,"0"1"-1"0"0,0-1 1 0 0,0 0-1 0 0,1 0 0 0 0,-1 0 1 0 0,1 0-1 0 0,0-1 1 0 0,0 0-1 0 0,0 1 0 0 0,1-1 1 0 0,-1 0-1 0 0,1 0 1 0 0,-2-5-1 0 0,24 40 1879 0 0,-7 5-2655 0 0,-1 1-1 0 0,-2 0 1 0 0,-1 0-1 0 0,-2 1 1 0 0,-2 0-1 0 0,1 43 1 0 0,-4-70-328 0 0,2-10-190 0 0,-3-2 299 0 0,-1 0 0 0 0,1 0 0 0 0,0 0 0 0 0,-1 0-1 0 0,1 0 1 0 0,-1 0 0 0 0,0 0 0 0 0,1 0 0 0 0,-1 0-1 0 0,0 0 1 0 0,0 0 0 0 0,0 0 0 0 0,1 0 0 0 0,-1 0-1 0 0,0 0 1 0 0,0 0 0 0 0,-1-2 0 0 0,-5-47 166 0 0,2 0 1 0 0,1 0-1 0 0,4 0 1 0 0,1-1-1 0 0,2 1 1 0 0,13-54-1 0 0,-17 103-145 0 0,0 0 0 0 0,0 0-1 0 0,0-1 1 0 0,1 1 0 0 0,-1 0 0 0 0,0 0 0 0 0,1-1-1 0 0,-1 1 1 0 0,1 0 0 0 0,-1 0 0 0 0,1 0-1 0 0,0 0 1 0 0,-1 0 0 0 0,1 0 0 0 0,0 0 0 0 0,0 0-1 0 0,0 0 1 0 0,0 0 0 0 0,0 0 0 0 0,0 0-1 0 0,0 0 1 0 0,0 1 0 0 0,0-1 0 0 0,2 0 0 0 0,-1 1 1 0 0,-1 0 1 0 0,1 0 0 0 0,-1 0-1 0 0,0 1 1 0 0,1-1 0 0 0,-1 1 0 0 0,0-1-1 0 0,1 1 1 0 0,-1-1 0 0 0,0 1-1 0 0,0 0 1 0 0,0-1 0 0 0,1 1 0 0 0,-1 0-1 0 0,0 0 1 0 0,0 0 0 0 0,0 0-1 0 0,1 2 1 0 0,5 5 26 0 0,-1 0 1 0 0,0 1-1 0 0,0 0 0 0 0,7 16 1 0 0,-6-8-19 0 0,0-1 1 0 0,-2 1 0 0 0,0 0-1 0 0,-1 0 1 0 0,-1 0-1 0 0,0 1 1 0 0,-1-1-1 0 0,-1 1 1 0 0,-1 0 0 0 0,-1-1-1 0 0,0 1 1 0 0,-1-1-1 0 0,-8 32 1 0 0,15-69-24 0 0,0-1 0 0 0,2-40 0 0 0,-5 35 116 0 0,2 0 0 0 0,7-29 1 0 0,-11 54-106 0 0,25-72 245 0 0,-22 67-229 0 0,-1 0 1 0 0,1 0 0 0 0,1 0 0 0 0,-1 1 0 0 0,1 0 0 0 0,0-1 0 0 0,0 1-1 0 0,0 1 1 0 0,9-9 0 0 0,-11 12-11 0 0,-1 1 0 0 0,0-1 0 0 0,0 1 0 0 0,0 0 0 0 0,1-1-1 0 0,-1 1 1 0 0,0 0 0 0 0,1 0 0 0 0,-1 0 0 0 0,0 0 0 0 0,0 0 0 0 0,1 0 0 0 0,-1 0 0 0 0,0 0-1 0 0,1 0 1 0 0,-1 1 0 0 0,0-1 0 0 0,0 0 0 0 0,1 1 0 0 0,-1-1 0 0 0,0 1 0 0 0,0 0 0 0 0,0-1 0 0 0,0 1-1 0 0,0 0 1 0 0,0 0 0 0 0,0 0 0 0 0,0-1 0 0 0,0 1 0 0 0,0 0 0 0 0,0 0 0 0 0,0 0 0 0 0,-1 0-1 0 0,1 1 1 0 0,0-1 0 0 0,0 2 0 0 0,25 45 192 0 0,-25-46-192 0 0,14 32-27 0 0,-1 1 0 0 0,-1 0 0 0 0,-2 1 0 0 0,-2 0 0 0 0,-1 1 0 0 0,-2 0 1 0 0,2 41-1 0 0,-14-51-2427 0 0,4-48-4429 0 0,3 17 5885 0 0,0-1-1 0 0,0 1 1 0 0,1 0-1 0 0,0 0 1 0 0,-1 0-1 0 0,1 0 1 0 0,1 0 0 0 0,-1 0-1 0 0,0 0 1 0 0,6-6-1 0 0,5 9-894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1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39 2865 0 0,'-1'-1'219'0'0,"1"1"1"0"0,0 0-1 0 0,-1 0 0 0 0,1-1 1 0 0,0 1-1 0 0,0 0 1 0 0,-1-1-1 0 0,1 1 1 0 0,0 0-1 0 0,0-1 1 0 0,0 1-1 0 0,-1 0 1 0 0,1-1-1 0 0,0 1 1 0 0,0 0-1 0 0,0-1 1 0 0,0 1-1 0 0,0-1 1 0 0,0 1-1 0 0,0 0 1 0 0,0-1-1 0 0,0 1 0 0 0,0-1 1 0 0,0 1-1 0 0,0 0 1 0 0,0-1-1 0 0,0 1 1 0 0,0-1-1 0 0,0 1 1 0 0,0 0-1 0 0,1-1 1 0 0,-1 1-1 0 0,0 0 1 0 0,0-1-1 0 0,0 1 1 0 0,1 0-1 0 0,-1-1 1 0 0,0 1-1 0 0,1-1 0 0 0,19-9 3958 0 0,27 1-876 0 0,162 19-136 0 0,-190-8-4457 0 0,-2 0-6064 0 0,-17-3 7136 0 0,1 1 0 0 0,-1 0 1 0 0,0 0-1 0 0,0-1 0 0 0,1 1 0 0 0,-1 0 1 0 0,0 0-1 0 0,1-1 0 0 0,-1 1 1 0 0,0 0-1 0 0,0-1 0 0 0,0 1 0 0 0,1 0 1 0 0,-1-1-1 0 0,0 1 0 0 0,0 0 0 0 0,0-1 1 0 0,0 1-1 0 0,0 0 0 0 0,0-1 0 0 0,0 1 1 0 0,0-1-1 0 0,0 1 0 0 0,0 0 0 0 0,0-1 1 0 0,0 1-1 0 0,0 0 0 0 0,0-1 0 0 0,0 1 1 0 0,0-1-1 0 0,0 1 0 0 0,0 0 1 0 0,0-1-1 0 0,0 1 0 0 0,-1 0 0 0 0,1-1 1 0 0,0 1-1 0 0,2-5-3700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1.9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 6505 0 0,'4'-7'8520'0'0,"5"35"-6297"0"0,7 45-2046 0 0,20 185 274 0 0,-31-201-813 0 0,-3 1 0 0 0,-8 86 0 0 0,4-128 19 0 0,1-7-93 0 0,-1-1 1 0 0,2 1-1 0 0,-1 0 1 0 0,1-1-1 0 0,0 1 0 0 0,1 0 1 0 0,0 0-1 0 0,3 9 1 0 0,1-28-5076 0 0,-1-11 3140 0 0,-5 1 391 0 0,3 2-165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2.2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59 2345 0 0,'-2'-3'508'0'0,"0"0"0"0"0,0 1 1 0 0,0-1-1 0 0,1 0 1 0 0,-1 0-1 0 0,1 0 1 0 0,0-1-1 0 0,0 1 1 0 0,0 0-1 0 0,0 0 1 0 0,1-1-1 0 0,-1-4 1 0 0,1 7-367 0 0,0 1 1 0 0,0-1-1 0 0,0 0 1 0 0,1 1-1 0 0,-1-1 1 0 0,0 0-1 0 0,0 1 1 0 0,1-1-1 0 0,-1 1 1 0 0,0-1-1 0 0,1 1 1 0 0,-1-1-1 0 0,1 1 1 0 0,-1-1-1 0 0,0 1 1 0 0,1-1-1 0 0,-1 1 1 0 0,1-1-1 0 0,-1 1 1 0 0,1 0-1 0 0,0-1 1 0 0,-1 1-1 0 0,2-1 1 0 0,26 1 1993 0 0,30 7 21 0 0,-47-7-1853 0 0,0 0-1 0 0,0 1 0 0 0,0 1 0 0 0,0 0 1 0 0,0 1-1 0 0,-1 0 0 0 0,1 0 0 0 0,-1 1 0 0 0,0 0 1 0 0,0 1-1 0 0,11 7 0 0 0,-19-10-247 0 0,0 1-1 0 0,0-1 1 0 0,0 1 0 0 0,0-1 0 0 0,-1 1-1 0 0,1-1 1 0 0,-1 1 0 0 0,0 0 0 0 0,0 0-1 0 0,0 0 1 0 0,0 0 0 0 0,0 0 0 0 0,-1 0-1 0 0,1 0 1 0 0,-1 0 0 0 0,0 0 0 0 0,0 0-1 0 0,0 0 1 0 0,0 0 0 0 0,-1 4 0 0 0,-14 66 177 0 0,12-62-213 0 0,-1 4-51 0 0,-8 33-378 0 0,-30 75 0 0 0,35-111 1173 0 0,-6 6-8216 0 0,21-37-6606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2.6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37 416 0 0,'28'-25'14971'0'0,"-42"40"-12782"0"0,4-6-2003 0 0,2 1 1 0 0,-1 1 0 0 0,1 0 0 0 0,1 0-1 0 0,0 0 1 0 0,1 1 0 0 0,0 0-1 0 0,0 0 1 0 0,1 1 0 0 0,-3 14-1 0 0,6-22-197 0 0,1 0-1 0 0,0 0 0 0 0,0 0 0 0 0,1 0 0 0 0,0 0 0 0 0,-1 1 1 0 0,2-1-1 0 0,-1 0 0 0 0,0 0 0 0 0,1 0 0 0 0,0 0 1 0 0,0 0-1 0 0,1 0 0 0 0,0-1 0 0 0,-1 1 0 0 0,1 0 0 0 0,1-1 1 0 0,-1 1-1 0 0,1-1 0 0 0,0 0 0 0 0,0 1 0 0 0,0-1 1 0 0,0-1-1 0 0,1 1 0 0 0,-1 0 0 0 0,1-1 0 0 0,0 0 0 0 0,0 0 1 0 0,8 4-1 0 0,-9-5 20 0 0,1 0-1 0 0,0 0 1 0 0,0 0 0 0 0,0 0 0 0 0,1-1 0 0 0,-1 0 0 0 0,0 0 0 0 0,0 0-1 0 0,1 0 1 0 0,-1-1 0 0 0,1 0 0 0 0,-1 0 0 0 0,0 0 0 0 0,1 0 0 0 0,-1-1-1 0 0,0 1 1 0 0,1-1 0 0 0,-1 0 0 0 0,0 0 0 0 0,0-1 0 0 0,0 0 0 0 0,0 1-1 0 0,0-1 1 0 0,0 0 0 0 0,0-1 0 0 0,0 1 0 0 0,-1-1 0 0 0,1 0-1 0 0,-1 0 1 0 0,0 0 0 0 0,0 0 0 0 0,0 0 0 0 0,3-5 0 0 0,-1 2 95 0 0,-1-1 1 0 0,0 1 0 0 0,0-1 0 0 0,-1 0-1 0 0,1 0 1 0 0,-1 0 0 0 0,-1 0 0 0 0,1-1-1 0 0,-1 1 1 0 0,-1-1 0 0 0,0 1-1 0 0,0-1 1 0 0,0 0 0 0 0,-1 0 0 0 0,0 1-1 0 0,0-1 1 0 0,-1 0 0 0 0,-1-8 0 0 0,-1 5 21 0 0,-1 0 0 0 0,0 0 0 0 0,-1 0 0 0 0,0 0 0 0 0,-1 1 0 0 0,-12-18 0 0 0,17 26-209 0 0,-1-1-1 0 0,0 0 1 0 0,0 1 0 0 0,0 0-1 0 0,0-1 1 0 0,-1 1 0 0 0,1 0-1 0 0,0 0 1 0 0,-1 1 0 0 0,0-1-1 0 0,1 0 1 0 0,-1 1 0 0 0,0-1-1 0 0,0 1 1 0 0,0 0 0 0 0,0 0-1 0 0,0 0 1 0 0,0 1 0 0 0,0-1-1 0 0,0 1 1 0 0,0-1 0 0 0,0 1-1 0 0,-1 0 1 0 0,1 0 0 0 0,0 1-1 0 0,0-1 1 0 0,0 1 0 0 0,0-1-1 0 0,0 1 1 0 0,-3 1 0 0 0,-17 12-1771 0 0,-10 5-2317 0 0,25-19-172 0 0,9-13-2370 0 0,8 3 4441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3.0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1 6097 0 0,'-7'32'7780'0'0,"-11"-1"-3899"0"0,-34 29-2560 0 0,15-17-656 0 0,26-29-638 0 0,-30 45-56 0 0,39-56 22 0 0,0 1 0 0 0,0-1-1 0 0,1 1 1 0 0,-1-1 0 0 0,1 1 0 0 0,0 0-1 0 0,0-1 1 0 0,1 1 0 0 0,-1 0-1 0 0,1 0 1 0 0,-1-1 0 0 0,1 1-1 0 0,0 0 1 0 0,1 0 0 0 0,0 6 0 0 0,0-8-12 0 0,1 1 1 0 0,0-1 0 0 0,-1 0 0 0 0,1 0 0 0 0,0 1 0 0 0,0-1 0 0 0,0 0 0 0 0,0-1 0 0 0,1 1-1 0 0,-1 0 1 0 0,0-1 0 0 0,1 1 0 0 0,-1-1 0 0 0,1 0 0 0 0,0 1 0 0 0,-1-1 0 0 0,1-1 0 0 0,0 1 0 0 0,0 0-1 0 0,-1-1 1 0 0,1 1 0 0 0,0-1 0 0 0,4 0 0 0 0,7 1 20 0 0,0 0 1 0 0,0-1-1 0 0,20-2 0 0 0,-22 0 150 0 0,0 1-1 0 0,1 1 1 0 0,-1 0 0 0 0,1 0 0 0 0,-1 2-1 0 0,0-1 1 0 0,17 5 0 0 0,-26-5-109 0 0,0 0 1 0 0,-1 0 0 0 0,1 0-1 0 0,-1 0 1 0 0,1 0-1 0 0,-1 0 1 0 0,1 0 0 0 0,-1 1-1 0 0,0-1 1 0 0,0 1 0 0 0,0 0-1 0 0,0 0 1 0 0,0 0 0 0 0,0 0-1 0 0,0 0 1 0 0,-1 0 0 0 0,1 0-1 0 0,-1 0 1 0 0,1 1-1 0 0,-1-1 1 0 0,0 1 0 0 0,0-1-1 0 0,0 1 1 0 0,0-1 0 0 0,-1 1-1 0 0,1 0 1 0 0,0-1 0 0 0,-1 1-1 0 0,0 0 1 0 0,0 0 0 0 0,0-1-1 0 0,0 1 1 0 0,0 0 0 0 0,-1-1-1 0 0,1 1 1 0 0,-1 0-1 0 0,1-1 1 0 0,-1 1 0 0 0,-2 3-1 0 0,-3 11-348 0 0,-1 1-1 0 0,-1-1 1 0 0,-1 0-1 0 0,0-1 0 0 0,-1 0 1 0 0,-21 24-1 0 0,31-39 163 0 0,-1 0 0 0 0,1-1-1 0 0,-1 1 1 0 0,1 0-1 0 0,-1 0 1 0 0,0-1 0 0 0,1 1-1 0 0,-1-1 1 0 0,0 1 0 0 0,0 0-1 0 0,1-1 1 0 0,-1 0 0 0 0,0 1-1 0 0,0-1 1 0 0,0 1 0 0 0,0-1-1 0 0,0 0 1 0 0,0 0-1 0 0,1 1 1 0 0,-1-1 0 0 0,-2 0-1 0 0,2 0-59 0 0,1-1 0 0 0,-1 1-1 0 0,0-1 1 0 0,1 1-1 0 0,-1 0 1 0 0,1-1 0 0 0,-1 1-1 0 0,1-1 1 0 0,-1 1-1 0 0,1-1 1 0 0,-1 0-1 0 0,1 1 1 0 0,-1-1 0 0 0,1 0-1 0 0,0 1 1 0 0,0-1-1 0 0,-1 0 1 0 0,1 1 0 0 0,0-1-1 0 0,0 0 1 0 0,-1 0-1 0 0,-2-45-6823 0 0,5 25 3231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3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69 3265 0 0,'-18'6'5928'0'0,"25"-6"-2211"0"0,37-11-130 0 0,-29 8-2324 0 0,41-10 1201 0 0,-29 5-2093 0 0,1 1 0 0 0,-1 1-1 0 0,1 2 1 0 0,0 1 0 0 0,0 1 0 0 0,0 2 0 0 0,55 5-1 0 0,-67-2-733 0 0,27 4-1228 0 0,-17-11-2817 0 0,-26 3 4070 0 0,1 1 1 0 0,-1-1 0 0 0,0 1 0 0 0,1-1-1 0 0,-1 0 1 0 0,1 1 0 0 0,-1-1-1 0 0,0 0 1 0 0,0 1 0 0 0,1-1 0 0 0,-1 0-1 0 0,0 1 1 0 0,0-1 0 0 0,0 0 0 0 0,0 1-1 0 0,0-1 1 0 0,0 0 0 0 0,0 0 0 0 0,0 1-1 0 0,0-1 1 0 0,0 0 0 0 0,0 1-1 0 0,-1-1 1 0 0,1 0 0 0 0,0 1 0 0 0,0-1-1 0 0,-1 0 1 0 0,0 0 0 0 0,-2-7-4406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3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8402 0 0,'8'1'7933'0'0,"-7"-1"-7753"0"0,6 17 1985 0 0,1 15-1608 0 0,23 361 1041 0 0,-29-380-1581 0 0,-1-4-23 0 0,0 0-1 0 0,0 1 1 0 0,1-1 0 0 0,0 0-1 0 0,6 15 1 0 0,-7-22 14 0 0,0-1-1 0 0,0 1 1 0 0,0 0-1 0 0,0-1 1 0 0,0 1-1 0 0,1-1 1 0 0,-1 1-1 0 0,0-1 1 0 0,1 0 0 0 0,-1 1-1 0 0,1-1 1 0 0,-1 0-1 0 0,1 0 1 0 0,-1 0-1 0 0,1 0 1 0 0,0 0-1 0 0,0-1 1 0 0,-1 1-1 0 0,1 0 1 0 0,0-1-1 0 0,0 1 1 0 0,0-1-1 0 0,0 0 1 0 0,0 1 0 0 0,-1-1-1 0 0,1 0 1 0 0,0 0-1 0 0,0-1 1 0 0,0 1-1 0 0,0 0 1 0 0,0 0-1 0 0,0-1 1 0 0,0 0-1 0 0,1 0 1 0 0,30-10 849 0 0,-1-2 1 0 0,43-24-1 0 0,-16 7 49 0 0,-44 22-779 0 0,-12 5-125 0 0,0 1 0 0 0,0 1-1 0 0,0-1 1 0 0,0 0 0 0 0,0 1 0 0 0,0-1 0 0 0,1 1 0 0 0,-1 0 0 0 0,0 0-1 0 0,1 1 1 0 0,-1-1 0 0 0,1 0 0 0 0,-1 1 0 0 0,5 0 0 0 0,-6 2 400 0 0,1 5-5627 0 0,-18-31-8695 0 0,12 11 9448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5.7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32 4313 0 0,'0'-1'389'0'0,"0"0"0"0"0,1 0 1 0 0,-1 0-1 0 0,0 0 0 0 0,0 0 0 0 0,0-1 0 0 0,0 1 0 0 0,0 0 1 0 0,0 0-1 0 0,0 0 0 0 0,0 0 0 0 0,0 0 0 0 0,-1 0 1 0 0,1 0-1 0 0,0 0 0 0 0,-1 0 0 0 0,1 0 0 0 0,0 0 1 0 0,-1 0-1 0 0,1 0 0 0 0,-1 0 0 0 0,0 1 0 0 0,1-1 1 0 0,-1 0-1 0 0,0 0 0 0 0,0 0 0 0 0,1 1 0 0 0,-1-1 1 0 0,0 0-1 0 0,0 1 0 0 0,0-1 0 0 0,0 1 0 0 0,0-1 1 0 0,-1 0-1 0 0,0 2-175 0 0,1-1 0 0 0,-1 1 0 0 0,1 0 1 0 0,-1-1-1 0 0,1 1 0 0 0,-1 0 0 0 0,1 0 1 0 0,0 0-1 0 0,0 0 0 0 0,-1 0 0 0 0,1 0 0 0 0,0 1 1 0 0,0-1-1 0 0,0 0 0 0 0,0 0 0 0 0,0 1 0 0 0,1-1 1 0 0,-1 1-1 0 0,0-1 0 0 0,1 1 0 0 0,-2 1 1 0 0,-7 21-113 0 0,0 0 1 0 0,2 1-1 0 0,0 0 1 0 0,2 0-1 0 0,1 0 1 0 0,1 1 0 0 0,1-1-1 0 0,1 1 1 0 0,1-1-1 0 0,2 1 1 0 0,0 0 0 0 0,2-1-1 0 0,12 45 1 0 0,-12-60-300 0 0,0-1 0 0 0,1 0 0 0 0,0 0 1 0 0,0 0-1 0 0,1 0 0 0 0,0-1 0 0 0,1 0 1 0 0,-1-1-1 0 0,2 1 0 0 0,-1-1 0 0 0,1 0 0 0 0,10 6 1 0 0,12 6-3108 0 0,0-1 0 0 0,39 17 1 0 0,-31-17-2596 0 0,-20-8 1647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9:56.2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40 5385 0 0,'-1'-2'472'0'0,"0"1"1"0"0,1-1-1 0 0,-1 1 0 0 0,0 0 1 0 0,1-1-1 0 0,-1 0 0 0 0,1 1 1 0 0,0-1-1 0 0,0 1 0 0 0,-1-1 0 0 0,1 1 1 0 0,0-1-1 0 0,0 0 0 0 0,1 1 1 0 0,-1-1-1 0 0,0 1 0 0 0,0-1 1 0 0,1 1-1 0 0,-1-1 0 0 0,1 1 0 0 0,-1-1 1 0 0,2-1-1 0 0,-1 3-226 0 0,0-1 1 0 0,0 1-1 0 0,0 0 1 0 0,0-1-1 0 0,0 1 1 0 0,0 0-1 0 0,0 0 0 0 0,0 0 1 0 0,0 0-1 0 0,1 0 1 0 0,-1 0-1 0 0,0 0 0 0 0,0 0 1 0 0,0 1-1 0 0,0-1 1 0 0,0 0-1 0 0,0 1 0 0 0,0-1 1 0 0,0 0-1 0 0,0 1 1 0 0,0-1-1 0 0,2 2 0 0 0,3 2 13 0 0,1 0 0 0 0,-1 0 0 0 0,0 1 0 0 0,0 0 0 0 0,0 0 0 0 0,-1 0 0 0 0,0 1 1 0 0,7 8-1 0 0,0 10-168 0 0,-1 0 1 0 0,-2 1 0 0 0,0-1-1 0 0,-1 2 1 0 0,-2-1-1 0 0,6 41 1 0 0,4 160-272 0 0,-16-211 199 0 0,1 39-251 0 0,-2-44-258 0 0,1-1 0 0 0,-1 0 0 0 0,-1 0 0 0 0,1 0 0 0 0,-2 0 0 0 0,-5 16 0 0 0,8-24 327 0 0,-1-1 0 0 0,1 0 1 0 0,0 1-1 0 0,0-1 1 0 0,0 1-1 0 0,-1-1 0 0 0,1 1 1 0 0,0-1-1 0 0,-1 0 1 0 0,1 1-1 0 0,0-1 1 0 0,-1 0-1 0 0,1 1 0 0 0,0-1 1 0 0,-1 0-1 0 0,1 1 1 0 0,-1-1-1 0 0,1 0 1 0 0,-1 0-1 0 0,1 0 0 0 0,0 1 1 0 0,-1-1-1 0 0,1 0 1 0 0,-1 0-1 0 0,1 0 1 0 0,-1 0-1 0 0,0 0 0 0 0,-15-10-6891 0 0,13 7 6267 0 0,-9-9-5339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4:22:35.9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405 601 1424 0 0,'0'0'97'0'0,"-1"0"1"0"0,1 0-1 0 0,-1-1 0 0 0,1 1 0 0 0,0 0 0 0 0,-1 0 0 0 0,1 0 0 0 0,-1 0 0 0 0,1 0 0 0 0,-1 0 1 0 0,1 0-1 0 0,-1 0 0 0 0,1 0 0 0 0,-1 0 0 0 0,1 0 0 0 0,-1 0 0 0 0,1 0 0 0 0,-1 0 1 0 0,1 0-1 0 0,-1 0 0 0 0,1 1 0 0 0,0-1 0 0 0,-1 0 0 0 0,1 0 0 0 0,-1 1 0 0 0,1-1 0 0 0,0 0 1 0 0,-1 1-1 0 0,1-1 0 0 0,0 0 0 0 0,-1 1 0 0 0,1-1 0 0 0,0 0 0 0 0,-1 1 0 0 0,1-1 1 0 0,0 1-1 0 0,0-1 0 0 0,-1 0 0 0 0,1 1 0 0 0,0-1 0 0 0,0 1 0 0 0,0-1 0 0 0,0 1 1 0 0,0-1-1 0 0,0 1 0 0 0,0-1 0 0 0,0 1 0 0 0,0-1 0 0 0,0 1 0 0 0,0-1 0 0 0,0 1 0 0 0,0 0 1 0 0,0 0 29 0 0,0 0 0 0 0,0 0 0 0 0,-1 1 0 0 0,1-1 1 0 0,0 0-1 0 0,0 0 0 0 0,-1 0 0 0 0,1 0 0 0 0,-1 1 1 0 0,1-1-1 0 0,-1 0 0 0 0,0 0 0 0 0,1 0 0 0 0,-1 0 1 0 0,0 0-1 0 0,0 0 0 0 0,0 0 0 0 0,0-1 0 0 0,1 1 1 0 0,-1 0-1 0 0,-2 1 0 0 0,-19 18 1521 0 0,21-19-1593 0 0,0 0 1 0 0,0 1 0 0 0,0-1 0 0 0,0 0-1 0 0,0 0 1 0 0,0 1 0 0 0,0-1-1 0 0,0 0 1 0 0,0 0 0 0 0,-1-1 0 0 0,1 1-1 0 0,0 0 1 0 0,-1 0 0 0 0,1 0 0 0 0,-1-1-1 0 0,1 1 1 0 0,-1-1 0 0 0,1 1-1 0 0,-1-1 1 0 0,1 0 0 0 0,-1 0 0 0 0,1 1-1 0 0,-1-1 1 0 0,0 0 0 0 0,1 0-1 0 0,-1-1 1 0 0,1 1 0 0 0,-1 0 0 0 0,-1-1-1 0 0,-30-5 386 0 0,24 5-361 0 0,0 0-1 0 0,0 0 0 0 0,0-1 0 0 0,0-1 1 0 0,1 1-1 0 0,-1-1 0 0 0,1-1 0 0 0,-1 0 1 0 0,1 0-1 0 0,0 0 0 0 0,1-1 0 0 0,-1 0 1 0 0,1-1-1 0 0,-8-7 0 0 0,-1-3 30 0 0,1 2-65 0 0,1 0 0 0 0,1 0 1 0 0,0-1-1 0 0,1-1 0 0 0,-14-25 1 0 0,23 34 64 0 0,1 0-1 0 0,0 0 1 0 0,0 0 0 0 0,1 0-1 0 0,0 0 1 0 0,0-15 0 0 0,1 13-4 0 0,-1 0 0 0 0,0 1 0 0 0,-1-1 0 0 0,-3-14-1 0 0,1 8 80 0 0,0 1 0 0 0,2 0 0 0 0,-1-1 0 0 0,2 1-1 0 0,0-1 1 0 0,1 0 0 0 0,3-28 0 0 0,-1-13 107 0 0,0 46-138 0 0,0 1 0 0 0,1 0 0 0 0,0-1 0 0 0,0 1 0 0 0,1 0 0 0 0,0 0 0 0 0,1 1 0 0 0,0-1 0 0 0,0 1 0 0 0,1 0 0 0 0,0 1 0 0 0,13-14 0 0 0,-10 16 87 0 0,1 1 0 0 0,0-1 0 0 0,0 1 1 0 0,0 1-1 0 0,1 0 0 0 0,20-3 1 0 0,-30 6-226 0 0,4-1 83 0 0,0 1 0 0 0,0 0 0 0 0,0 0-1 0 0,0 0 1 0 0,0 1 0 0 0,0 0 0 0 0,8 2-1 0 0,27 3 149 0 0,-9-8 23 0 0,-23 1-234 0 0,0 0 1 0 0,0 0 0 0 0,0 1-1 0 0,1 0 1 0 0,-1 0-1 0 0,0 1 1 0 0,0 0-1 0 0,0 1 1 0 0,0 0-1 0 0,0 0 1 0 0,9 4-1 0 0,-4 5 30 0 0,-1 0 0 0 0,0 0 0 0 0,-1 2 0 0 0,-1-1 0 0 0,0 1 0 0 0,-1 1 0 0 0,0-1 0 0 0,-1 2 0 0 0,10 21 0 0 0,-13-23-49 0 0,0 1 1 0 0,0 0-1 0 0,-1 0 0 0 0,-1 0 1 0 0,-1 0-1 0 0,0 0 1 0 0,0 0-1 0 0,-2 1 0 0 0,0-1 1 0 0,0 1-1 0 0,-1-1 1 0 0,-5 21-1 0 0,2-21 11 0 0,0 1 1 0 0,-1-1-1 0 0,-1 0 0 0 0,-1 0 1 0 0,0-1-1 0 0,0 0 0 0 0,-15 19 0 0 0,-17 32-520 0 0,30-50 111 0 0,-6-3-5129 0 0,13-11 5068 0 0,1 1-1 0 0,0-1 1 0 0,-1 0-1 0 0,1 0 1 0 0,0-1-1 0 0,-1 1 1 0 0,1 0-1 0 0,0 0 1 0 0,-1-1-1 0 0,1 1 1 0 0,0 0-1 0 0,0-1 1 0 0,-1 0-1 0 0,1 1 1 0 0,0-1-1 0 0,0 0 1 0 0,0 1-1 0 0,0-1 1 0 0,0 0-1 0 0,0 0 1 0 0,0 0-1 0 0,0 0 0 0 0,0 0 1 0 0,-1-1-1 0 0,-10-12-4369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7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133 158 2697 0 0,'-29'7'11044'0'0,"35"-13"-9436"0"0,-1 1-1706 0 0,11-13 888 0 0,0-1 1 0 0,-2-1-1 0 0,0-1 0 0 0,-1 1 0 0 0,15-35 0 0 0,-38 71-395 0 0,0 0-1 0 0,-1-1 0 0 0,-1 0 0 0 0,-1-1 1 0 0,0-1-1 0 0,-19 16 0 0 0,15-14-271 0 0,1 0 1 0 0,0 2-1 0 0,1 0 1 0 0,-15 23-1 0 0,26-34-116 0 0,1 1 0 0 0,1 0-1 0 0,-1 0 1 0 0,1 0 0 0 0,0 0 0 0 0,1 0-1 0 0,0 0 1 0 0,0 0 0 0 0,0 12 0 0 0,1-16-12 0 0,-1 0 0 0 0,1 0 0 0 0,1 1 0 0 0,-1-1 0 0 0,0 0 0 0 0,1 1 1 0 0,0-1-1 0 0,-1 0 0 0 0,1 0 0 0 0,0 0 0 0 0,1 0 0 0 0,-1 0 0 0 0,1 0 0 0 0,-1 0 1 0 0,1 0-1 0 0,0 0 0 0 0,0-1 0 0 0,0 1 0 0 0,0-1 0 0 0,1 1 0 0 0,-1-1 0 0 0,1 0 1 0 0,3 2-1 0 0,-4-3-73 0 0,1 0 1 0 0,0 0-1 0 0,0 0 1 0 0,0-1-1 0 0,0 1 1 0 0,0-1 0 0 0,0 0-1 0 0,0 0 1 0 0,0 0-1 0 0,-1 0 1 0 0,1 0-1 0 0,0-1 1 0 0,0 0 0 0 0,0 1-1 0 0,0-1 1 0 0,0 0-1 0 0,-1 0 1 0 0,1 0-1 0 0,0-1 1 0 0,-1 1 0 0 0,1-1-1 0 0,-1 1 1 0 0,1-1-1 0 0,-1 0 1 0 0,3-3-1 0 0,8-6-1796 0 0,-1-2 0 0 0,0 1 0 0 0,11-18 0 0 0,-9 13-2338 0 0,-4-8-1825 0 0,-2 16 3180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7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0 5353 0 0,'-30'11'7659'0'0,"-3"2"-3457"0"0,16-5-3938 0 0,1-1 0 0 0,0 2 0 0 0,0 0 0 0 0,1 1 0 0 0,0 1 0 0 0,1 0 0 0 0,-14 14-1 0 0,26-23-256 0 0,1-1 0 0 0,-1 1-1 0 0,1 0 1 0 0,-1 0-1 0 0,1 0 1 0 0,0 0-1 0 0,0 0 1 0 0,0 0-1 0 0,0 0 1 0 0,0 0-1 0 0,0 0 1 0 0,1 1-1 0 0,-1-1 1 0 0,1 0-1 0 0,-1 0 1 0 0,1 1-1 0 0,0 3 1 0 0,0-4 6 0 0,1 0-1 0 0,-1-1 1 0 0,1 1 0 0 0,-1-1 0 0 0,1 1 0 0 0,0-1-1 0 0,0 1 1 0 0,0-1 0 0 0,0 1 0 0 0,0-1-1 0 0,0 0 1 0 0,0 0 0 0 0,0 1 0 0 0,0-1-1 0 0,1 0 1 0 0,-1 0 0 0 0,0 0 0 0 0,1 0-1 0 0,1 0 1 0 0,1 1 1 0 0,1 0 0 0 0,-1 0 0 0 0,1-1-1 0 0,-1 0 1 0 0,1 0 0 0 0,0 0 0 0 0,-1 0-1 0 0,1-1 1 0 0,0 1 0 0 0,-1-1 0 0 0,1-1-1 0 0,0 1 1 0 0,0-1 0 0 0,-1 1 0 0 0,1-1-1 0 0,5-2 1 0 0,56-29-605 0 0,-25 6-5602 0 0,-50 32-2209 0 0,4 7 9256 0 0,0 0-1 0 0,2 0 0 0 0,0 0 0 0 0,0 0 1 0 0,1 0-1 0 0,1 1 0 0 0,0-1 0 0 0,0 1 1 0 0,4 25-1 0 0,-2-16-1800 0 0,-1-1 0 0 0,-3 29 0 0 0,-10-23-6454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8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77 1704 0 0,'-5'2'721'0'0,"0"0"-1"0"0,0 0 0 0 0,1 0 0 0 0,-1 1 0 0 0,1 0 1 0 0,0-1-1 0 0,-7 7 0 0 0,10-8-459 0 0,-1 0-1 0 0,1-1 1 0 0,0 2-1 0 0,-1-1 1 0 0,1 0-1 0 0,0 0 1 0 0,0 0-1 0 0,0 0 1 0 0,0 1 0 0 0,0-1-1 0 0,0 1 1 0 0,0-1-1 0 0,0 1 1 0 0,1-1-1 0 0,-1 1 1 0 0,0-1-1 0 0,1 1 1 0 0,-1-1 0 0 0,1 1-1 0 0,0 0 1 0 0,-1-1-1 0 0,1 1 1 0 0,0 0-1 0 0,0 0 1 0 0,1 2-1 0 0,0-3-157 0 0,0 0-1 0 0,0 0 1 0 0,0-1-1 0 0,0 1 1 0 0,0 0-1 0 0,1-1 1 0 0,-1 1-1 0 0,0-1 1 0 0,1 1-1 0 0,-1-1 1 0 0,0 0-1 0 0,1 1 1 0 0,-1-1-1 0 0,0 0 1 0 0,1 0-1 0 0,-1 0 1 0 0,1 0-1 0 0,-1 0 1 0 0,0 0-1 0 0,1 0 1 0 0,-1-1-1 0 0,0 1 1 0 0,1-1-1 0 0,-1 1 1 0 0,0 0-1 0 0,1-1 1 0 0,1-1-1 0 0,38-15 786 0 0,-40 16-857 0 0,78-49 725 0 0,-14 6-1821 0 0,-17 23-5055 0 0,-48 21 5984 0 0,0-1 0 0 0,1 1 0 0 0,-1 0 0 0 0,0 0 0 0 0,0 0 0 0 0,0-1 0 0 0,0 1 0 0 0,0 0 0 0 0,0 0 0 0 0,0-1 0 0 0,1 1 0 0 0,-1 0 0 0 0,0 0 0 0 0,0-1 0 0 0,0 1 0 0 0,0 0 0 0 0,0 0 0 0 0,0-1 1 0 0,0 1-1 0 0,0 0 0 0 0,0 0 0 0 0,0-1 0 0 0,0 1 0 0 0,-1 0 0 0 0,1 0 0 0 0,0-1 0 0 0,0 1 0 0 0,0 0 0 0 0,0 0 0 0 0,0 0 0 0 0,0-1 0 0 0,0 1 0 0 0,-1 0 0 0 0,1 0 0 0 0,0 0 0 0 0,0-1 0 0 0,0 1 0 0 0,0 0 0 0 0,-1 0 0 0 0,1 0 0 0 0,0 0 0 0 0,0 0 0 0 0,0-1 0 0 0,-1 1 0 0 0,1 0 0 0 0,0 0 1 0 0,0 0-1 0 0,-1 0 0 0 0,1 0 0 0 0,0 0 0 0 0,0 0 0 0 0,-1 0 0 0 0,0-1-158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8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66 3857 0 0,'14'-6'6604'0'0,"16"-17"-3981"0"0,11-6-1360 0 0,-39 28-1172 0 0,0 0 1 0 0,-1 0-1 0 0,1 0 0 0 0,0 0 0 0 0,-1 1 1 0 0,1-1-1 0 0,0 1 0 0 0,0-1 0 0 0,0 1 1 0 0,-1 0-1 0 0,1 0 0 0 0,0-1 0 0 0,0 1 1 0 0,0 1-1 0 0,0-1 0 0 0,-1 0 0 0 0,1 0 1 0 0,0 1-1 0 0,0-1 0 0 0,0 1 0 0 0,-1-1 1 0 0,1 1-1 0 0,0 0 0 0 0,0 0 0 0 0,-1 0 1 0 0,1 0-1 0 0,1 1 0 0 0,-1 1 57 0 0,1 0 0 0 0,-1 0 0 0 0,-1 0 1 0 0,1 0-1 0 0,0 1 0 0 0,-1-1 0 0 0,1 1 0 0 0,-1-1 0 0 0,0 1 0 0 0,-1-1 0 0 0,1 1 1 0 0,0-1-1 0 0,-1 5 0 0 0,0 59-638 0 0,-8-13-4646 0 0,8-54 5005 0 0,0 0 0 0 0,0 0 0 0 0,0 0 0 0 0,0 1 0 0 0,-1-1 0 0 0,1 0 0 0 0,0 0 1 0 0,0 0-1 0 0,0 0 0 0 0,-1 0 0 0 0,1 0 0 0 0,0 0 0 0 0,0 1 0 0 0,-1-1 0 0 0,1 0 0 0 0,0 0 1 0 0,0 0-1 0 0,-1 0 0 0 0,1 0 0 0 0,0 0 0 0 0,0 0 0 0 0,0 0 0 0 0,-1 0 0 0 0,1 0 1 0 0,0 0-1 0 0,0 0 0 0 0,-1-1 0 0 0,1 1 0 0 0,0 0 0 0 0,0 0 0 0 0,-1 0 0 0 0,1 0 1 0 0,0 0-1 0 0,0 0 0 0 0,0 0 0 0 0,0-1 0 0 0,-1 1 0 0 0,1 0 0 0 0,0 0 0 0 0,0 0 1 0 0,0-1-1 0 0,0 1 0 0 0,-1 0 0 0 0,1 0 0 0 0,0 0 0 0 0,0-1 0 0 0,0 1 0 0 0,0 0 1 0 0,0 0-1 0 0,0 0 0 0 0,0-1 0 0 0,0 1 0 0 0,0 0 0 0 0,0 0 0 0 0,0-1 0 0 0,0 1 1 0 0,0 0-1 0 0,0 0 0 0 0,0-1 0 0 0,0 1 0 0 0,0 0 0 0 0,0 0 0 0 0,0 0 0 0 0,0-1 1 0 0,0 1-1 0 0,0-10-3181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8.8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 4809 0 0,'20'-6'5599'0'0,"20"-18"-4097"0"0,-12 8-81 0 0,-22 13-1163 0 0,1-1 228 0 0,1 0 0 0 0,-1 1 0 0 0,1 0 0 0 0,-1 0-1 0 0,1 1 1 0 0,9-2 0 0 0,-16 4-403 0 0,0 0-1 0 0,1 0 1 0 0,-1 0-1 0 0,1 0 1 0 0,-1 0-1 0 0,1 1 1 0 0,-1-1-1 0 0,0 0 1 0 0,1 1-1 0 0,-1-1 1 0 0,0 1-1 0 0,1 0 1 0 0,-1-1-1 0 0,0 1 1 0 0,0 0 0 0 0,1 0-1 0 0,-1-1 1 0 0,0 1-1 0 0,0 0 1 0 0,0 0-1 0 0,0 0 1 0 0,0 1-1 0 0,0-1 1 0 0,-1 0-1 0 0,1 0 1 0 0,0 0-1 0 0,0 1 1 0 0,-1-1-1 0 0,1 0 1 0 0,-1 1-1 0 0,1-1 1 0 0,-1 0-1 0 0,0 1 1 0 0,1-1 0 0 0,-1 1-1 0 0,0-1 1 0 0,0 1-1 0 0,0-1 1 0 0,0 0-1 0 0,-1 3 1 0 0,4 117-990 0 0,-3-85-6133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9.2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0 3777 0 0,'-5'52'6299'0'0,"4"1"-3485"0"0,-1 16-1365 0 0,3-36-1349 0 0,-1-33-203 0 0,0 1 0 0 0,0 0-1 0 0,0 0 1 0 0,0-1-1 0 0,0 1 1 0 0,0 0 0 0 0,0 0-1 0 0,0-1 1 0 0,0 1-1 0 0,0 0 1 0 0,0 0 0 0 0,1-1-1 0 0,-1 1 1 0 0,0 0-1 0 0,0-1 1 0 0,1 1 0 0 0,-1 0-1 0 0,1-1 1 0 0,-1 1-1 0 0,0-1 1 0 0,1 1 0 0 0,-1 0-1 0 0,1-1 1 0 0,-1 1-1 0 0,1-1 1 0 0,0 0 0 0 0,-1 1-1 0 0,1-1 1 0 0,0 1 0 0 0,-1-1-1 0 0,1 0 1 0 0,0 1-1 0 0,-1-1 1 0 0,1 0 0 0 0,0 0-1 0 0,-1 0 1 0 0,1 1-1 0 0,0-1 1 0 0,0 0 0 0 0,0 0-11 0 0,0-1 0 0 0,0 1 0 0 0,-1 0 0 0 0,1 0 0 0 0,0-1 0 0 0,0 1 0 0 0,-1 0 0 0 0,1-1 1 0 0,0 1-1 0 0,-1-1 0 0 0,1 1 0 0 0,-1-1 0 0 0,1 1 0 0 0,0-1 0 0 0,-1 1 0 0 0,1-1 0 0 0,-1 0 1 0 0,0 1-1 0 0,1-1 0 0 0,-1 0 0 0 0,1 1 0 0 0,-1-1 0 0 0,0 0 0 0 0,0 0 0 0 0,1 1 0 0 0,-1-1 1 0 0,0 0-1 0 0,0 0 0 0 0,0 1 0 0 0,0-1 0 0 0,0 0 0 0 0,0 0 0 0 0,0 1 0 0 0,0-1 0 0 0,0 0 1 0 0,0 0-1 0 0,0 0 0 0 0,0 1 0 0 0,-1-2 0 0 0,-18-31 1877 0 0,7 13 2015 0 0,12 20-3639 0 0,0-1 0 0 0,1 0-1 0 0,-1 1 1 0 0,0-1 0 0 0,1 0 0 0 0,-1 1 0 0 0,0-1-1 0 0,1 1 1 0 0,-1-1 0 0 0,1 1 0 0 0,-1-1-1 0 0,1 1 1 0 0,-1-1 0 0 0,1 1 0 0 0,-1-1 0 0 0,1 1-1 0 0,-1 0 1 0 0,1-1 0 0 0,0 1 0 0 0,-1 0-1 0 0,1-1 1 0 0,0 1 0 0 0,-1 0 0 0 0,1 0 0 0 0,0 0-1 0 0,-1 0 1 0 0,1 0 0 0 0,0 0 0 0 0,-1 0-1 0 0,2 0 1 0 0,31-6 642 0 0,-25 5-525 0 0,9-3-220 0 0,37-4-1337 0 0,-18 12-5371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9.5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78 4473 0 0,'-1'1'166'0'0,"1"0"0"0"0,-1 0 1 0 0,1 0-1 0 0,0 0 0 0 0,-1 0 0 0 0,1 0 0 0 0,0 0 1 0 0,0 0-1 0 0,0 0 0 0 0,0 0 0 0 0,0 1 0 0 0,0-1 1 0 0,0 0-1 0 0,0 0 0 0 0,0 0 0 0 0,1 0 0 0 0,-1 0 1 0 0,0 0-1 0 0,1 0 0 0 0,-1 0 0 0 0,0 0 0 0 0,1 0 1 0 0,0 0-1 0 0,-1 0 0 0 0,1 0 0 0 0,-1 0 0 0 0,2 1 1 0 0,0-1 8 0 0,0 0 0 0 0,0 0 0 0 0,0 0 1 0 0,0-1-1 0 0,0 1 0 0 0,0 0 1 0 0,0-1-1 0 0,0 1 0 0 0,0-1 0 0 0,0 0 1 0 0,0 0-1 0 0,0 0 0 0 0,3 0 1 0 0,3 0 57 0 0,-1-1 1 0 0,1 0 0 0 0,0-1 0 0 0,-1 1 0 0 0,0-2 0 0 0,15-5-1 0 0,-11 1-185 0 0,1-1 1 0 0,-1 0-1 0 0,0 0 0 0 0,-1-2 0 0 0,0 1 0 0 0,0-1 0 0 0,14-21 0 0 0,-23 31-45 0 0,-1 0-1 0 0,0 0 1 0 0,0 0 0 0 0,0 0 0 0 0,0 0 0 0 0,0 0 0 0 0,1 0 0 0 0,-1-1 0 0 0,0 1 0 0 0,0 0 0 0 0,0 0 0 0 0,0 0 0 0 0,0 0 0 0 0,0 0 0 0 0,1 0 0 0 0,-1 0 0 0 0,0-1-1 0 0,0 1 1 0 0,0 0 0 0 0,0 0 0 0 0,0 0 0 0 0,0 0 0 0 0,0-1 0 0 0,0 1 0 0 0,0 0 0 0 0,0 0 0 0 0,0 0 0 0 0,0 0 0 0 0,0-1 0 0 0,0 1 0 0 0,0 0 0 0 0,0 0 0 0 0,0 0 0 0 0,0 0-1 0 0,0 0 1 0 0,0-1 0 0 0,0 1 0 0 0,0 0 0 0 0,0 0 0 0 0,0 0 0 0 0,0 0 0 0 0,0-1 0 0 0,0 1 0 0 0,0 0 0 0 0,0 0 0 0 0,0 0 0 0 0,-1 0 0 0 0,1 0 0 0 0,0 0 0 0 0,0-1-1 0 0,0 1 1 0 0,0 0 0 0 0,0 0 0 0 0,0 0 0 0 0,-1 0 0 0 0,-12 3 121 0 0,-15 11 12 0 0,16-4-109 0 0,-5 2 280 0 0,1 1 1 0 0,-25 27-1 0 0,36-33-258 0 0,0-1 0 0 0,1 0 0 0 0,0 1 0 0 0,0 0 0 0 0,0 0 0 0 0,1 0 0 0 0,0 0 0 0 0,0 1 0 0 0,1 0 0 0 0,-3 13 0 0 0,2 0-56 0 0,0 0 0 0 0,2 1-1 0 0,1 35 1 0 0,0-50 11 0 0,0-1 1 0 0,1 0-1 0 0,0 0 0 0 0,1 0 1 0 0,-1 0-1 0 0,1 0 0 0 0,0 0 0 0 0,1 0 1 0 0,-1-1-1 0 0,1 1 0 0 0,0-1 0 0 0,0 1 1 0 0,1-1-1 0 0,0 0 0 0 0,0 0 0 0 0,0-1 1 0 0,7 6-1 0 0,-10-9 37 0 0,1 0 0 0 0,0 0-1 0 0,-1-1 1 0 0,1 1 0 0 0,0-1 0 0 0,-1 1-1 0 0,1-1 1 0 0,0 0 0 0 0,0 1 0 0 0,-1-1 0 0 0,1 0-1 0 0,0 0 1 0 0,0 0 0 0 0,0-1 0 0 0,-1 1-1 0 0,1 0 1 0 0,0-1 0 0 0,0 1 0 0 0,-1-1 0 0 0,1 1-1 0 0,0-1 1 0 0,-1 0 0 0 0,3-2 0 0 0,44-29 540 0 0,-22 13-457 0 0,-6 11-58 0 0,2-3-1238 0 0,-18 3-2735 0 0,-8-5-3874 0 0,3 9 4649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09.9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96 5729 0 0,'3'-1'7662'0'0,"6"-4"-4373"0"0,-7 3-3143 0 0,0-1 1 0 0,0 1-1 0 0,0 0 1 0 0,1 0 0 0 0,-1 0-1 0 0,1 0 1 0 0,-1 0-1 0 0,1 1 1 0 0,0-1 0 0 0,-1 1-1 0 0,5-2 1 0 0,33-7-2645 0 0,-35 10 1770 0 0,0-1 1 0 0,0 0-1 0 0,0 0 0 0 0,0 0 1 0 0,0 0-1 0 0,0-1 1 0 0,-1 0-1 0 0,1 0 1 0 0,0-1-1 0 0,-1 1 0 0 0,0-1 1 0 0,1 0-1 0 0,5-6 1 0 0,1-4-1158 0 0,-1 1-857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0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7 106 5929 0 0,'-1'1'133'0'0,"1"-1"-1"0"0,-1 1 0 0 0,1 0 1 0 0,-1-1-1 0 0,1 1 0 0 0,-1 0 1 0 0,1-1-1 0 0,0 1 0 0 0,-1 0 1 0 0,1 0-1 0 0,0-1 0 0 0,-1 1 1 0 0,1 0-1 0 0,0 0 0 0 0,0 0 1 0 0,0 0-1 0 0,0-1 0 0 0,0 1 1 0 0,0 0-1 0 0,0 0 0 0 0,0 0 1 0 0,0-1-1 0 0,1 1 0 0 0,-1 0 1 0 0,0 0-1 0 0,0 0 0 0 0,1-1 1 0 0,-1 1-1 0 0,0 0 0 0 0,1 0 1 0 0,-1-1-1 0 0,1 1 0 0 0,-1 0 1 0 0,1-1-1 0 0,-1 1 1 0 0,1-1-1 0 0,0 1 0 0 0,-1 0 1 0 0,1-1-1 0 0,0 0 0 0 0,-1 1 1 0 0,1-1-1 0 0,0 1 0 0 0,0-1 1 0 0,-1 0-1 0 0,1 1 0 0 0,0-1 1 0 0,0 0-1 0 0,-1 0 0 0 0,1 0 1 0 0,0 0-1 0 0,0 1 0 0 0,0-1 1 0 0,0 0-1 0 0,0-1 0 0 0,4 2 39 0 0,0-2 0 0 0,0 1-1 0 0,0 0 1 0 0,0-1 0 0 0,-1 0-1 0 0,1 0 1 0 0,0-1 0 0 0,5-2 0 0 0,1-1 48 0 0,0-1 0 0 0,0 0 0 0 0,-1 0 0 0 0,0-1 1 0 0,0-1-1 0 0,-1 0 0 0 0,0 0 0 0 0,0-1 1 0 0,-1 0-1 0 0,0 0 0 0 0,0-1 0 0 0,7-14 0 0 0,-14 24-190 0 0,-1-1-1 0 0,0 1 1 0 0,0 0 0 0 0,0 0-1 0 0,1-1 1 0 0,-1 1-1 0 0,0 0 1 0 0,0-1-1 0 0,0 1 1 0 0,0 0-1 0 0,0-1 1 0 0,0 1-1 0 0,1 0 1 0 0,-1-1-1 0 0,0 1 1 0 0,0 0-1 0 0,0-1 1 0 0,0 1-1 0 0,0 0 1 0 0,0-1-1 0 0,-1 1 1 0 0,1 0-1 0 0,0-1 1 0 0,0 1-1 0 0,0 0 1 0 0,0-1-1 0 0,0 1 1 0 0,0 0-1 0 0,-1-1 1 0 0,1 1-1 0 0,0 0 1 0 0,0-1-1 0 0,0 1 1 0 0,-1 0-1 0 0,1 0 1 0 0,0-1 0 0 0,0 1-1 0 0,-1 0 1 0 0,1 0-1 0 0,0 0 1 0 0,-1-1-1 0 0,-19 1 560 0 0,-20 11-358 0 0,35-7-230 0 0,1 0 0 0 0,-1 0 0 0 0,0 1 1 0 0,1-1-1 0 0,0 1 0 0 0,0 0 1 0 0,1 0-1 0 0,-1 0 0 0 0,1 0 0 0 0,0 1 1 0 0,0-1-1 0 0,1 1 0 0 0,0 0 1 0 0,0 0-1 0 0,0 0 0 0 0,1 0 1 0 0,-1 0-1 0 0,2 0 0 0 0,-1 1 0 0 0,1-1 1 0 0,0 10-1 0 0,0-4-6 0 0,0 1 0 0 0,1 0 0 0 0,1-1 1 0 0,0 1-1 0 0,0-1 0 0 0,1 0 0 0 0,1 0 0 0 0,0 0 0 0 0,12 22 1 0 0,-15-32 2 0 0,0 0 1 0 0,1 0 0 0 0,-1 0-1 0 0,1-1 1 0 0,-1 1 0 0 0,1 0-1 0 0,0-1 1 0 0,0 0 0 0 0,0 1-1 0 0,0-1 1 0 0,0 0 0 0 0,0 0-1 0 0,0 0 1 0 0,0 0 0 0 0,0 0 0 0 0,0-1-1 0 0,0 1 1 0 0,1-1 0 0 0,-1 1-1 0 0,0-1 1 0 0,1 0 0 0 0,-1 0-1 0 0,0 0 1 0 0,0 0 0 0 0,1 0-1 0 0,-1 0 1 0 0,0-1 0 0 0,1 1-1 0 0,-1-1 1 0 0,0 1 0 0 0,0-1 0 0 0,4-2-1 0 0,8-3-468 0 0,0-1-1 0 0,-1-1 1 0 0,24-16-1 0 0,-22 13-1241 0 0,-10 8 322 0 0,0-1-1 0 0,-1 1 1 0 0,0-1-1 0 0,0 0 1 0 0,0-1-1 0 0,0 1 1 0 0,5-10-1 0 0,-1 7-2098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0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5209 0 0,'-2'9'1152'0'0,"0"0"1"0"0,1 0-1 0 0,1 1 0 0 0,0-1 0 0 0,0 10 1 0 0,17 84 1643 0 0,-7-53-2166 0 0,-2-1-793 0 0,29 87 1 0 0,-24-98-3058 0 0,23 42-1 0 0,-30-71 1479 0 0,-3-10-218 0 0,-2-15-566 0 0,-1 13 2506 0 0,0-9-1763 0 0</inkml:trace>
  <inkml:trace contextRef="#ctx0" brushRef="#br0" timeOffset="1">88 210 3681 0 0,'10'-3'7104'0'0,"23"-3"-5467"0"0,-14 3-1178 0 0,24-2-1771 0 0,-16 11-5513 0 0,-23-3 3529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1.0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0 5545 0 0,'-4'6'1913'0'0,"2"4"-641"0"0,-4 0-400 0 0,4-4-376 0 0,0-2-392 0 0,0-2-400 0 0,0-2-488 0 0,2-6-2409 0 0,-6 4 729 0 0,8-2-257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1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1 158 3601 0 0,'-1'-1'263'0'0,"1"0"1"0"0,0 0 0 0 0,0 0-1 0 0,0 0 1 0 0,0 0 0 0 0,1-1-1 0 0,-1 1 1 0 0,0 0 0 0 0,0 0-1 0 0,1 0 1 0 0,-1 0 0 0 0,0 0-1 0 0,1 0 1 0 0,-1 0-1 0 0,1 0 1 0 0,-1 0 0 0 0,1 0-1 0 0,0 1 1 0 0,-1-1 0 0 0,1 0-1 0 0,0 0 1 0 0,0 0 0 0 0,1 0-1 0 0,24-27 1064 0 0,-24 25-929 0 0,18-16 766 0 0,39-31-1 0 0,-54 46-1050 0 0,0 0 0 0 0,0 1 0 0 0,0 0 0 0 0,1 0 0 0 0,-1 0 0 0 0,1 1 0 0 0,0-1 0 0 0,-1 1 0 0 0,1 1 0 0 0,0-1 0 0 0,0 1 0 0 0,0 0 0 0 0,1 0 0 0 0,10 1 0 0 0,-14 1-9 0 0,1 0-1 0 0,-1 0 1 0 0,0 0-1 0 0,-1 1 1 0 0,1-1-1 0 0,0 1 0 0 0,0 0 1 0 0,-1 0-1 0 0,1 0 1 0 0,-1 0-1 0 0,1 0 1 0 0,-1 1-1 0 0,0-1 1 0 0,0 1-1 0 0,0-1 0 0 0,0 1 1 0 0,0 0-1 0 0,-1 0 1 0 0,1 0-1 0 0,-1 0 1 0 0,0 0-1 0 0,0 0 0 0 0,0 0 1 0 0,0 0-1 0 0,0 6 1 0 0,3 11 311 0 0,-1 0 1 0 0,0 39-1 0 0,-3-44-312 0 0,1 30-435 0 0,4 73 436 0 0,3-39-9224 0 0,-12-67 2488 0 0,4-8 3842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2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0 4481 0 0,'-3'2'373'0'0,"1"0"0"0"0,-1 0-1 0 0,1 0 1 0 0,0 0 0 0 0,0 1 0 0 0,0-1 0 0 0,0 1-1 0 0,0-1 1 0 0,1 1 0 0 0,-1 0 0 0 0,1 0 0 0 0,0 0-1 0 0,0-1 1 0 0,0 1 0 0 0,0 0 0 0 0,0 1 0 0 0,0-1 0 0 0,1 0-1 0 0,0 0 1 0 0,0 0 0 0 0,0 6 0 0 0,0 13 427 0 0,1 0 1 0 0,4 23 0 0 0,-1-17-193 0 0,-2 2-711 0 0,6 46 329 0 0,6-31-6781 0 0,-20-54 1345 0 0,0 1 4257 0 0,6-2-1449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2.4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0 4313 0 0,'-4'21'1912'0'0,"1"1"1"0"0,1-1-1 0 0,1 22 1 0 0,-1 18-344 0 0,1-34-1256 0 0,1-1 0 0 0,4 29 0 0 0,0 18-5019 0 0,-4-72 4488 0 0,0 0 0 0 0,0 0 0 0 0,-1-1 0 0 0,1 1 0 0 0,0 0 0 0 0,0 0 0 0 0,-1-1 0 0 0,1 1 0 0 0,0-1 0 0 0,-1 1 0 0 0,1 0 0 0 0,-1-1 0 0 0,1 1 0 0 0,-1-1 0 0 0,1 1 0 0 0,-1-1 0 0 0,1 1 0 0 0,-1-1 0 0 0,0 1 0 0 0,1-1 0 0 0,-2 1 0 0 0,-1 2-1698 0 0,7 7-81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2.8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23 107 2673 0 0,'-11'5'1433'0'0,"0"1"5575"0"0,27-9-1545 0 0,28-10-2433 0 0,72-33 1 0 0,-10 3-2016 0 0,-98 41-975 0 0,0-1 0 0 0,1 1-1 0 0,-1 0 1 0 0,1 1 0 0 0,0-1 0 0 0,0 2 0 0 0,-1 0-1 0 0,1 0 1 0 0,13 1 0 0 0,17 14-4588 0 0,-32-12 1430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3.2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0 4449 0 0,'-3'4'7128'0'0,"0"10"-3825"0"0,-3 47-3065 0 0,6-52 474 0 0,-10 138-1782 0 0,8-48-6491 0 0,1-95 6813 0 0,3 10-1854 0 0,15 4 121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3.6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21 246 4457 0 0,'-1'0'188'0'0,"0"0"1"0"0,0 0-1 0 0,0 0 0 0 0,1 0 0 0 0,-1 0 1 0 0,0 0-1 0 0,0 0 0 0 0,0 0 1 0 0,1 0-1 0 0,-1-1 0 0 0,0 1 0 0 0,0 0 1 0 0,1-1-1 0 0,-1 1 0 0 0,0 0 1 0 0,1-1-1 0 0,-1 1 0 0 0,0-1 0 0 0,1 1 1 0 0,-1-1-1 0 0,0 0 0 0 0,1 1 1 0 0,-1-1-1 0 0,1 1 0 0 0,-1-1 0 0 0,1 0 1 0 0,0 1-1 0 0,-1-1 0 0 0,1 0 1 0 0,-1-1-1 0 0,24-23 2391 0 0,63-52 48 0 0,-45 39-1671 0 0,51-38 0 0 0,-90 74-921 0 0,0 0-1 0 0,0 1 1 0 0,0-1 0 0 0,0 1 0 0 0,0 0 0 0 0,1 0 0 0 0,-1 0-1 0 0,0 0 1 0 0,0 0 0 0 0,1 0 0 0 0,-1 0 0 0 0,1 1 0 0 0,-1-1-1 0 0,1 1 1 0 0,3-1 0 0 0,-5 2-2 0 0,0 0 0 0 0,0 0 0 0 0,0 0 0 0 0,0 0 0 0 0,0 0 0 0 0,0 1 0 0 0,0-1 0 0 0,0 0 0 0 0,-1 0 0 0 0,1 0 0 0 0,0 1-1 0 0,-1-1 1 0 0,1 1 0 0 0,-1-1 0 0 0,1 0 0 0 0,-1 1 0 0 0,0-1 0 0 0,1 1 0 0 0,-1-1 0 0 0,0 1 0 0 0,0-1 0 0 0,0 0 0 0 0,0 1 0 0 0,0-1 0 0 0,-1 1 0 0 0,1 1 0 0 0,-1 22 72 0 0,-2 0 0 0 0,0-1 1 0 0,-1 1-1 0 0,-13 41 1 0 0,-44 97-442 0 0,12-35-142 0 0,92-230-1188 0 0,-36 86 1898 0 0,1 1 0 0 0,0 1 0 0 0,1-1 0 0 0,0 1 0 0 0,2 1 1 0 0,22-24-1 0 0,-31 36-189 0 0,0-1 0 0 0,0 1 0 0 0,0 0 1 0 0,0 1-1 0 0,0-1 0 0 0,0 0 0 0 0,1 1 1 0 0,-1-1-1 0 0,0 1 0 0 0,1 0 1 0 0,-1-1-1 0 0,0 1 0 0 0,1 0 0 0 0,-1 0 1 0 0,0 1-1 0 0,0-1 0 0 0,1 1 0 0 0,-1-1 1 0 0,0 1-1 0 0,0-1 0 0 0,1 1 0 0 0,-1 0 1 0 0,0 0-1 0 0,0 0 0 0 0,0 0 1 0 0,0 1-1 0 0,0-1 0 0 0,-1 1 0 0 0,4 1 1 0 0,8 9-199 0 0,0-1 0 0 0,23 28 0 0 0,-17-19-1000 0 0,-10-9-64 0 0,15 13-3547 0 0,-7-17-2870 0 0,-13-7 4384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3.9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0 3825 0 0,'-1'0'194'0'0,"1"1"-1"0"0,0-1 1 0 0,-1 0 0 0 0,1 1 0 0 0,0-1-1 0 0,-1 1 1 0 0,1-1 0 0 0,0 0 0 0 0,-1 1-1 0 0,1-1 1 0 0,0 1 0 0 0,0-1 0 0 0,0 1-1 0 0,0-1 1 0 0,-1 1 0 0 0,1-1 0 0 0,0 1-1 0 0,0-1 1 0 0,0 1 0 0 0,0-1 0 0 0,0 1-1 0 0,0-1 1 0 0,0 1 0 0 0,0-1 0 0 0,0 0-1 0 0,0 1 1 0 0,1-1 0 0 0,-1 1 0 0 0,0-1-1 0 0,0 1 1 0 0,0-1 0 0 0,1 1 0 0 0,3 29 516 0 0,-3-22 39 0 0,6 48 558 0 0,28 169 449 0 0,-27-191-3428 0 0,1-1 0 0 0,18 41 0 0 0,-26-95-4447 0 0,-9-45 5890 0 0,-13 4 854 0 0,14 45 745 0 0,1 0-1 0 0,0 0 0 0 0,-5-35 0 0 0,11 51-1149 0 0,0 0 0 0 0,0 0 0 0 0,0 0 0 0 0,0-1-1 0 0,0 1 1 0 0,0 0 0 0 0,0 0 0 0 0,0 0 0 0 0,0 0 0 0 0,1 0-1 0 0,-1 0 1 0 0,0 0 0 0 0,1 0 0 0 0,-1 0 0 0 0,1 0-1 0 0,-1 0 1 0 0,1 0 0 0 0,0 0 0 0 0,-1 1 0 0 0,1-1 0 0 0,0 0-1 0 0,-1 0 1 0 0,1 1 0 0 0,2-2 0 0 0,-1 1 0 0 0,0-1 0 0 0,1 1 1 0 0,-1 1-1 0 0,0-1 0 0 0,1 0 0 0 0,0 0 1 0 0,-1 1-1 0 0,1 0 0 0 0,-1-1 0 0 0,4 1 0 0 0,9 1-215 0 0,-1 0-1 0 0,1 1 0 0 0,14 4 0 0 0,-18-4-205 0 0,-8-1-13 0 0,30 3-4406 0 0,-10-5-3098 0 0,-13 1 4273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4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 3 2320 0 0,'-1'0'238'0'0,"1"-1"-1"0"0,-1 1 0 0 0,1 0 0 0 0,-1 0 0 0 0,1-1 1 0 0,-1 1-1 0 0,1 0 0 0 0,-1 0 0 0 0,1 0 0 0 0,-1-1 0 0 0,0 1 1 0 0,1 0-1 0 0,-1 0 0 0 0,1 0 0 0 0,-1 0 0 0 0,1 0 0 0 0,-1 0 1 0 0,0 0-1 0 0,1 0 0 0 0,-1 0 0 0 0,1 1 0 0 0,-1-1 0 0 0,1 0 1 0 0,-1 0-1 0 0,1 0 0 0 0,-1 1 0 0 0,0-1 0 0 0,1 0 0 0 0,0 1 1 0 0,-2-1-1 0 0,-10 20 3294 0 0,0 29-1667 0 0,12-47-1750 0 0,-42 262 1770 0 0,30-176-3661 0 0,1 1-3417 0 0,9-81 1857 0 0,-3-14-192 0 0,5-2 1148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4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4481 0 0,'0'3'285'0'0,"1"1"-1"0"0,0-1 1 0 0,0 0 0 0 0,0 0-1 0 0,0 0 1 0 0,1 0 0 0 0,-1 0-1 0 0,1 0 1 0 0,0 0 0 0 0,0 0-1 0 0,0-1 1 0 0,0 1 0 0 0,0-1-1 0 0,1 1 1 0 0,-1-1-1 0 0,1 0 1 0 0,-1 0 0 0 0,6 3-1 0 0,54 28 4257 0 0,-52-28-5514 0 0,0-2 0 0 0,1 1 1 0 0,0-1-1 0 0,-1-1 0 0 0,1 0 1 0 0,0-1-1 0 0,21 1 0 0 0,-32-2 879 0 0,1 0 1 0 0,-1 0-1 0 0,1 0 1 0 0,-1-1-1 0 0,0 1 0 0 0,1 0 1 0 0,-1 0-1 0 0,1 0 1 0 0,-1 0-1 0 0,1-1 0 0 0,-1 1 1 0 0,0 0-1 0 0,1 0 1 0 0,-1-1-1 0 0,0 1 0 0 0,1 0 1 0 0,-1-1-1 0 0,0 1 1 0 0,1 0-1 0 0,-1-1 0 0 0,0 1 1 0 0,0-1-1 0 0,1 1 0 0 0,-1 0 1 0 0,0-1-1 0 0,0 1 1 0 0,0-1-1 0 0,1 1 0 0 0,-1-1 1 0 0,0 1-1 0 0,0 0 1 0 0,0-1-1 0 0,0 1 0 0 0,0-1 1 0 0,1-5-943 0 0,8 1-988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5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0 3209 0 0,'-14'46'5075'0'0,"9"32"-2125"0"0,4-54-2216 0 0,1 84-67 0 0,2-95-2106 0 0,-1 0 0 0 0,2 0 0 0 0,5 17 0 0 0,-8-30 1371 0 0,7-14-5857 0 0,0-23 5196 0 0,-7 32 580 0 0,2-2 285 0 0,-1 1-1 0 0,-1-1 1 0 0,1 1-1 0 0,-1-1 1 0 0,0 1-1 0 0,-1-1 1 0 0,1 1-1 0 0,-1-1 1 0 0,-1 1-1 0 0,1-1 1 0 0,-1 1-1 0 0,-3-7 1 0 0,3 5 825 0 0,0-1 1 0 0,0 1-1 0 0,1-1 1 0 0,0 0-1 0 0,1-14 1 0 0,16 23 2990 0 0,20 2-3407 0 0,-13 0-678 0 0,26 3-1292 0 0,-18 9-5798 0 0,-26-11 4736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5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73 3681 0 0,'-5'13'693'0'0,"1"0"0"0"0,1 0 0 0 0,0 1 0 0 0,-1 18 0 0 0,3-28-619 0 0,1-1-1 0 0,0 1 1 0 0,0-1-1 0 0,0 1 1 0 0,0-1-1 0 0,0 0 0 0 0,0 1 1 0 0,1-1-1 0 0,0 1 1 0 0,0-1-1 0 0,0 0 1 0 0,0 1-1 0 0,0-1 0 0 0,1 0 1 0 0,-1 0-1 0 0,1 0 1 0 0,0 0-1 0 0,0 0 1 0 0,0-1-1 0 0,0 1 0 0 0,0 0 1 0 0,5 2-1 0 0,-4-3 10 0 0,1-1 0 0 0,0 0 0 0 0,-1 0 0 0 0,1 0-1 0 0,0 0 1 0 0,0-1 0 0 0,0 1 0 0 0,-1-1 0 0 0,1 0 0 0 0,0 0-1 0 0,0-1 1 0 0,0 1 0 0 0,0-1 0 0 0,-1 0 0 0 0,1 0-1 0 0,0 0 1 0 0,-1 0 0 0 0,1-1 0 0 0,-1 1 0 0 0,1-1 0 0 0,5-4-1 0 0,0 1 273 0 0,1-2 0 0 0,-1 1-1 0 0,0-1 1 0 0,-1-1 0 0 0,1 1-1 0 0,7-11 1 0 0,-9 10-80 0 0,-2 0-1 0 0,1-1 0 0 0,-1 1 1 0 0,0-1-1 0 0,-1 0 1 0 0,0-1-1 0 0,0 1 0 0 0,3-19 1 0 0,-6 26-220 0 0,-1-1 0 0 0,1 1 0 0 0,-1 0 0 0 0,0-1 1 0 0,0 1-1 0 0,0 0 0 0 0,0-1 0 0 0,0 1 0 0 0,0 0 0 0 0,-1-1 0 0 0,1 1 0 0 0,-1 0 1 0 0,0 0-1 0 0,0-1 0 0 0,1 1 0 0 0,-2 0 0 0 0,1 0 0 0 0,0 0 0 0 0,0 0 1 0 0,0 0-1 0 0,-1 0 0 0 0,1 1 0 0 0,-1-1 0 0 0,0 0 0 0 0,0 1 0 0 0,1-1 1 0 0,-1 1-1 0 0,0 0 0 0 0,0-1 0 0 0,0 1 0 0 0,0 0 0 0 0,0 0 0 0 0,-1 0 0 0 0,1 1 1 0 0,0-1-1 0 0,0 0 0 0 0,-1 1 0 0 0,1-1 0 0 0,0 1 0 0 0,-1 0 0 0 0,1 0 1 0 0,0 0-1 0 0,-4 0 0 0 0,-6 0-117 0 0,0 1-1 0 0,0-1 1 0 0,0 2 0 0 0,0 0 0 0 0,0 0 0 0 0,0 1-1 0 0,-17 6 1 0 0,23-6-367 0 0,-1 0-1 0 0,1 0 0 0 0,0 0 1 0 0,0 1-1 0 0,0 0 1 0 0,-7 6-1 0 0,10-7-123 0 0,1 0-1 0 0,-1 0 1 0 0,0 0-1 0 0,1 0 0 0 0,0 0 1 0 0,0 0-1 0 0,0 1 1 0 0,0-1-1 0 0,0 1 1 0 0,1-1-1 0 0,0 1 0 0 0,-2 4 1 0 0,3 0-1730 0 0,4-2-1185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5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99 4057 0 0,'-15'-9'2917'0'0,"15"5"-250"0"0,27 5 1300 0 0,9-1-2923 0 0,-3-9-575 0 0,-1-1 0 0 0,0-1-1 0 0,0-2 1 0 0,43-24 0 0 0,-62 31-367 0 0,-152 88 36 0 0,135-79-149 0 0,0-1 0 0 0,0 1 0 0 0,0 0 0 0 0,1 0 1 0 0,-1 0-1 0 0,1 1 0 0 0,0-1 0 0 0,0 1 0 0 0,0 0 0 0 0,0 0 1 0 0,1 0-1 0 0,-1 0 0 0 0,1 0 0 0 0,0 1 0 0 0,1-1 0 0 0,-1 1 1 0 0,1-1-1 0 0,0 1 0 0 0,0 0 0 0 0,0-1 0 0 0,0 1 1 0 0,1 5-1 0 0,-1 15-46 0 0,1 0 1 0 0,2-1 0 0 0,4 29 0 0 0,0-7-162 0 0,-6-37 155 0 0,10 68-243 0 0,-9-72 310 0 0,1 1 0 0 0,-1-1 0 0 0,1 0 1 0 0,0-1-1 0 0,0 1 0 0 0,0 0 0 0 0,0 0 0 0 0,1-1 0 0 0,0 1 0 0 0,0-1 1 0 0,0 0-1 0 0,5 4 0 0 0,-6-7 33 0 0,-1 0 1 0 0,1 0-1 0 0,0-1 0 0 0,0 1 1 0 0,0-1-1 0 0,-1 1 0 0 0,1-1 1 0 0,0 0-1 0 0,0 0 1 0 0,0 0-1 0 0,0 0 0 0 0,0 0 1 0 0,-1 0-1 0 0,1 0 0 0 0,0-1 1 0 0,0 1-1 0 0,0-1 1 0 0,0 1-1 0 0,-1-1 0 0 0,1 0 1 0 0,0 1-1 0 0,-1-1 1 0 0,1 0-1 0 0,-1 0 0 0 0,1 0 1 0 0,-1-1-1 0 0,3-1 0 0 0,42-37 875 0 0,-43 37-859 0 0,14-14-44 0 0,43-41 879 0 0,-55 54-1249 0 0,1-1 1 0 0,-1 1 0 0 0,1 0 0 0 0,0 0-1 0 0,1 1 1 0 0,-1 0 0 0 0,1 0-1 0 0,11-4 1 0 0,-8 7-7025 0 0,-19-1 2262 0 0,5 2 2673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6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1 106 4481 0 0,'4'-2'7858'0'0,"20"-10"-5602"0"0,119-35 940 0 0,-45 26-8791 0 0,-95 21 5045 0 0,0-1 0 0 0,-1 1 1 0 0,1-1-1 0 0,-1 0 0 0 0,1 0 1 0 0,-1 1-1 0 0,0-2 0 0 0,1 1 0 0 0,-1 0 1 0 0,0 0-1 0 0,0-1 0 0 0,1 0 0 0 0,2-3 1 0 0,3-1-2599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6.6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16 4377 0 0,'-16'51'7347'0'0,"12"6"-4537"0"0,13 58-2180 0 0,-8-106-435 0 0,2 9-634 0 0,0 1 0 0 0,1-1-1 0 0,10 29 1 0 0,18 15-6848 0 0,-31-87 2482 0 0,-2 12 3567 0 0</inkml:trace>
  <inkml:trace contextRef="#ctx0" brushRef="#br0" timeOffset="1">40 218 2008 0 0,'-1'0'163'0'0,"1"-1"-1"0"0,-1 1 1 0 0,1-1-1 0 0,0 1 1 0 0,-1-1-1 0 0,1 0 1 0 0,0 1-1 0 0,0-1 1 0 0,-1 1-1 0 0,1-1 1 0 0,0 0-1 0 0,0 1 1 0 0,0-1-1 0 0,0 0 1 0 0,-1 1-1 0 0,1-1 1 0 0,0 0-1 0 0,0 1 1 0 0,0-1-1 0 0,1 0 1 0 0,-1 1-1 0 0,0-1 1 0 0,0 1-1 0 0,0-1 1 0 0,0 0-1 0 0,1 1 1 0 0,-1-1-1 0 0,0 0 1 0 0,0 1-1 0 0,1-1 1 0 0,-1 1 0 0 0,1-1-1 0 0,-1 1 1 0 0,0-1-1 0 0,1 1 1 0 0,-1-1-1 0 0,1 1 1 0 0,-1 0-1 0 0,1-1 1 0 0,-1 1-1 0 0,1-1 1 0 0,0 1-1 0 0,-1 0 1 0 0,1 0-1 0 0,-1-1 1 0 0,1 1-1 0 0,0 0 1 0 0,-1 0-1 0 0,1 0 1 0 0,0 0-1 0 0,-1 0 1 0 0,1-1-1 0 0,0 1 1 0 0,-1 0-1 0 0,1 1 1 0 0,0-1-1 0 0,-1 0 1 0 0,2 0-1 0 0,29-11 755 0 0,-12-1-877 0 0,-2-1 0 0 0,0-1-1 0 0,-1 0 1 0 0,0-2-1 0 0,-1 1 1 0 0,-1-2 0 0 0,0 0-1 0 0,-1 0 1 0 0,15-30-1 0 0,-27 62 5331 0 0,-1 19-3371 0 0,2 73-1224 0 0,-2-55-712 0 0,2 1 0 0 0,12 64 1 0 0,-9-96-1686 0 0,0 0 1 0 0,11 27-1 0 0,-14-44-1431 0 0,-4-18-5175 0 0,0 6 4627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17.2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24 114 2393 0 0,'-21'-2'4579'0'0,"21"2"-4497"0"0,0-1 0 0 0,-1 1 0 0 0,1 0 0 0 0,0 0 0 0 0,0 0 0 0 0,0 0 0 0 0,0 0 0 0 0,0 0 0 0 0,0 0 0 0 0,-1 0 0 0 0,1-1 0 0 0,0 1 0 0 0,0 0 0 0 0,0 0 0 0 0,0 0 0 0 0,0 0 0 0 0,0 0 0 0 0,0 0 0 0 0,0-1 0 0 0,0 1 0 0 0,0 0 0 0 0,0 0 0 0 0,0 0 0 0 0,0 0 0 0 0,0-1 0 0 0,0 1 0 0 0,0 0 0 0 0,0 0 0 0 0,0 0 0 0 0,0 0 0 0 0,0-1 0 0 0,0 1 0 0 0,0 0 0 0 0,0 0 0 0 0,0 0 0 0 0,0 0 0 0 0,0 0 0 0 0,0-1 0 0 0,0 1 0 0 0,0 0 0 0 0,0 0 0 0 0,0 0 0 0 0,0 0 0 0 0,0 0 0 0 0,1 0 0 0 0,-1-1 0 0 0,0 1 0 0 0,0 0 0 0 0,0 0 0 0 0,32-20 3967 0 0,-26 17-4195 0 0,23-12 1473 0 0,-10 3-551 0 0,1 1 1 0 0,0 1-1 0 0,1 1 0 0 0,0 1 0 0 0,34-8 0 0 0,-53 16-684 0 0,0-1 1 0 0,0 1-1 0 0,0 0 0 0 0,-1 0 0 0 0,1 0 0 0 0,0 1 1 0 0,0-1-1 0 0,-1 0 0 0 0,1 1 0 0 0,0-1 0 0 0,0 1 1 0 0,-1 0-1 0 0,1-1 0 0 0,0 1 0 0 0,-1 0 0 0 0,1 0 1 0 0,-1 0-1 0 0,1 0 0 0 0,-1 0 0 0 0,0 0 0 0 0,1 1 1 0 0,-1-1-1 0 0,0 0 0 0 0,0 1 0 0 0,0-1 0 0 0,0 1 1 0 0,0-1-1 0 0,0 1 0 0 0,0 0 0 0 0,-1-1 0 0 0,1 1 1 0 0,0 0-1 0 0,-1-1 0 0 0,1 4 0 0 0,2 8 62 0 0,-1 0 1 0 0,0 0-1 0 0,0 25 0 0 0,0-11 20 0 0,0 23-103 0 0,-3-38-281 0 0,1 0 0 0 0,1 0 0 0 0,0 0 0 0 0,0 0 1 0 0,2 0-1 0 0,-1-1 0 0 0,7 17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1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0 8026 0 0,'-1'1'241'0'0,"-1"-1"0"0"0,1 1 0 0 0,0-1 0 0 0,0 1 0 0 0,0-1 0 0 0,0 1 0 0 0,0 0 1 0 0,0 0-1 0 0,0 0 0 0 0,0 0 0 0 0,0-1 0 0 0,0 1 0 0 0,1 0 0 0 0,-1 0 0 0 0,0 1 0 0 0,0-1 1 0 0,1 0-1 0 0,-1 0 0 0 0,1 0 0 0 0,-1 0 0 0 0,1 0 0 0 0,0 1 0 0 0,-1 1 0 0 0,-10 38 240 0 0,8-27 139 0 0,-3 10-426 0 0,0 0 1 0 0,2 0-1 0 0,1 0 1 0 0,1 1-1 0 0,1-1 1 0 0,1 1 0 0 0,1-1-1 0 0,2 1 1 0 0,4 24-1 0 0,11-13-778 0 0,-17-35 362 0 0,-1 0 0 0 0,1 0 0 0 0,0 0-1 0 0,-1 0 1 0 0,1 0 0 0 0,0 0 0 0 0,0 0 0 0 0,0 0-1 0 0,0-1 1 0 0,0 1 0 0 0,0 0 0 0 0,0-1 0 0 0,0 1-1 0 0,0 0 1 0 0,0-1 0 0 0,0 1 0 0 0,0-1-1 0 0,1 0 1 0 0,-1 1 0 0 0,0-1 0 0 0,0 0 0 0 0,0 0-1 0 0,1 0 1 0 0,-1 0 0 0 0,0 0 0 0 0,0 0 0 0 0,0 0-1 0 0,3-1 1 0 0,-2-13-6102 0 0,3 5 3354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1.6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0 4113 0 0,'-2'6'969'0'0,"0"-1"1"0"0,1 1-1 0 0,0-1 1 0 0,0 1-1 0 0,1 0 1 0 0,-1 7-1 0 0,9 69 1291 0 0,-4-49-1161 0 0,4 31 196 0 0,-3-29-653 0 0,-1 1 1 0 0,-2-1-1 0 0,-4 55 1 0 0,2-88-658 0 0,-1 1 0 0 0,0-1 0 0 0,0 0 1 0 0,0 0-1 0 0,0 0 0 0 0,0 0 0 0 0,-1 0 1 0 0,1 0-1 0 0,-1 0 0 0 0,1 0 0 0 0,-1-1 1 0 0,0 1-1 0 0,1-1 0 0 0,-1 1 0 0 0,0-1 1 0 0,0 0-1 0 0,0 1 0 0 0,0-1 0 0 0,-1 0 1 0 0,1 0-1 0 0,0 0 0 0 0,0-1 1 0 0,-1 1-1 0 0,1-1 0 0 0,0 1 0 0 0,-1-1 1 0 0,-2 1-1 0 0,-11 1-177 0 0,-1-1 1 0 0,-28 0 0 0 0,35-1 220 0 0,9 0-24 0 0,0 1 1 0 0,0-1-1 0 0,0 0 1 0 0,0 0-1 0 0,0 0 1 0 0,0 0-1 0 0,1 0 1 0 0,-1 0-1 0 0,0 0 1 0 0,0 0-1 0 0,0 0 0 0 0,0 0 1 0 0,0-1-1 0 0,0 1 1 0 0,0 0-1 0 0,1 0 1 0 0,-1-1-1 0 0,0 1 1 0 0,0-1-1 0 0,0 1 1 0 0,1-1-1 0 0,-1 1 0 0 0,0-1 1 0 0,0 0-1 0 0,1 1 1 0 0,-1-1-1 0 0,1 0 1 0 0,-1 1-1 0 0,0-1 1 0 0,1 0-1 0 0,-1 0 0 0 0,1 1 1 0 0,0-1-1 0 0,-1 0 1 0 0,1 0-1 0 0,0 0 1 0 0,-1 0-1 0 0,1 0 1 0 0,0 0-1 0 0,0 1 1 0 0,0-1-1 0 0,0 0 0 0 0,0 0 1 0 0,0 0-1 0 0,0 0 1 0 0,0 0-1 0 0,0 0 1 0 0,0 0-1 0 0,1 0 1 0 0,-1 0-1 0 0,0 1 1 0 0,1-1-1 0 0,-1 0 0 0 0,0 0 1 0 0,1 0-1 0 0,-1 0 1 0 0,1 1-1 0 0,1-2 1 0 0,5-10 23 0 0,0 0 0 0 0,1 1 1 0 0,13-14-1 0 0,-8 9-159 0 0,32-31-3672 0 0,-4 4-5173 0 0,-29 31 5510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1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0 4657 0 0,'-7'32'4074'0'0,"-4"48"0"0"0,5 91-2627 0 0,6-168-1505 0 0,2 32-529 0 0,-2-33 415 0 0,0-1-1 0 0,0 0 1 0 0,0 1 0 0 0,1-1-1 0 0,-1 0 1 0 0,0 0-1 0 0,1 1 1 0 0,-1-1 0 0 0,1 0-1 0 0,-1 0 1 0 0,1 0 0 0 0,0 0-1 0 0,-1 0 1 0 0,1 0-1 0 0,0 0 1 0 0,0 0 0 0 0,0 0-1 0 0,-1 0 1 0 0,1 0 0 0 0,0 0-1 0 0,0 0 1 0 0,1-1-1 0 0,0 2 1 0 0,-1-2-8 0 0,0 0 0 0 0,0-1 1 0 0,-1 1-1 0 0,1 0 0 0 0,0 0 0 0 0,0-1 0 0 0,0 1 0 0 0,0-1 1 0 0,0 1-1 0 0,-1-1 0 0 0,1 1 0 0 0,0-1 0 0 0,0 1 1 0 0,-1-1-1 0 0,1 1 0 0 0,0-1 0 0 0,-1 0 0 0 0,1 0 0 0 0,-1 1 1 0 0,1-1-1 0 0,-1 0 0 0 0,1 0 0 0 0,-1 0 0 0 0,0 1 1 0 0,1-1-1 0 0,-1 0 0 0 0,0 0 0 0 0,1 0 0 0 0,-1 0 0 0 0,0 0 1 0 0,0 0-1 0 0,0 0 0 0 0,0 0 0 0 0,0 1 0 0 0,0-1 1 0 0,0-2-1 0 0,0-35-1466 0 0,-11-12 1563 0 0,3 24 1838 0 0,4 0 3549 0 0,5 29-5113 0 0,-1-1 0 0 0,1 0 0 0 0,-1 0 0 0 0,1 0 0 0 0,0 0 0 0 0,0 0 0 0 0,-1 0 0 0 0,1-1-1 0 0,1 1 1 0 0,-1 0 0 0 0,0 0 0 0 0,0-1 0 0 0,1 1 0 0 0,-1 0 0 0 0,1-1 0 0 0,-1 0 0 0 0,1 1 0 0 0,0-1 0 0 0,-1 0 0 0 0,1 0 0 0 0,0 0 0 0 0,0 0 0 0 0,0 0 0 0 0,2 1-1 0 0,1 0-245 0 0,0 0-1 0 0,0-1 1 0 0,1 1-1 0 0,-1-1 0 0 0,0 0 1 0 0,0 0-1 0 0,1-1 1 0 0,8 1-1 0 0,-1-2-399 0 0,15-3-1656 0 0,-18-6-4617 0 0,-9 19 4306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2.3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36 147 6001 0 0,'-24'18'3756'0'0,"23"-17"-3628"0"0,0-1 0 0 0,0 1 0 0 0,1-1 0 0 0,-1 1 0 0 0,0 0 0 0 0,0 0 0 0 0,1 0 0 0 0,-1-1 0 0 0,0 1 0 0 0,1 0 0 0 0,-1 0 0 0 0,1 0 0 0 0,-1 0 0 0 0,1 0 0 0 0,-1 0 0 0 0,1 0 0 0 0,0 0 0 0 0,0 0 0 0 0,-1 0 0 0 0,1 0 0 0 0,0 0 0 0 0,0 0 0 0 0,0 2 0 0 0,42-30 2061 0 0,-11 4-1436 0 0,8-6-311 0 0,2 0 0 0 0,1 3-1 0 0,48-22 1 0 0,-89 47-433 0 0,0 1-1 0 0,0-1 0 0 0,0 0 1 0 0,0 1-1 0 0,0-1 0 0 0,0 1 0 0 0,0 0 1 0 0,0-1-1 0 0,0 1 0 0 0,0 0 1 0 0,0 0-1 0 0,0-1 0 0 0,0 1 0 0 0,0 0 1 0 0,1 0-1 0 0,-1 0 0 0 0,0 1 0 0 0,0-1 1 0 0,0 0-1 0 0,0 0 0 0 0,0 0 1 0 0,0 1-1 0 0,0-1 0 0 0,0 1 0 0 0,0-1 1 0 0,0 1-1 0 0,0-1 0 0 0,1 2 1 0 0,-1-1 1 0 0,0 1 1 0 0,-1-1-1 0 0,1 1 1 0 0,-1-1-1 0 0,0 1 1 0 0,1 0-1 0 0,-1-1 1 0 0,0 1-1 0 0,0 0 1 0 0,0-1-1 0 0,0 1 1 0 0,0 0-1 0 0,0-1 1 0 0,-1 1-1 0 0,1 0 1 0 0,-1 1-1 0 0,-4 14 6 0 0,-1-1-1 0 0,-12 27 1 0 0,15-37-63 0 0,-21 41-6 0 0,-17 42-30 0 0,38-81 77 0 0,0 1 0 0 0,1 0 1 0 0,0 0-1 0 0,0 0 1 0 0,1 0-1 0 0,0 0 1 0 0,0 0-1 0 0,1 10 0 0 0,0-18 0 0 0,0 0-1 0 0,0 0 0 0 0,0 0 1 0 0,0 0-1 0 0,1 0 0 0 0,-1 0 0 0 0,0 0 1 0 0,1 0-1 0 0,-1 0 0 0 0,0 0 0 0 0,1 0 1 0 0,-1 0-1 0 0,1 0 0 0 0,-1 0 0 0 0,1 0 1 0 0,0-1-1 0 0,-1 1 0 0 0,1 0 1 0 0,0 0-1 0 0,0-1 0 0 0,-1 1 0 0 0,1 0 1 0 0,0-1-1 0 0,0 1 0 0 0,0-1 0 0 0,2 1 1 0 0,-1 0-8 0 0,0-1 0 0 0,0 0 0 0 0,1 1 0 0 0,-1-1 0 0 0,0 0 0 0 0,0-1 0 0 0,1 1 0 0 0,-1 0 1 0 0,0-1-1 0 0,0 1 0 0 0,5-2 0 0 0,5-3-95 0 0,0-1 0 0 0,0 0 1 0 0,14-10-1 0 0,-23 14 52 0 0,32-19-873 0 0,49-34-2757 0 0,-75 49 2548 0 0,-1-1 0 0 0,-1 0 0 0 0,1 0 0 0 0,-1-1 0 0 0,-1 0 0 0 0,1 0 0 0 0,6-12 0 0 0,-1 1-1510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2.7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0 4609 0 0,'-4'4'833'0'0,"1"0"0"0"0,0 0 1 0 0,0 1-1 0 0,0-1 0 0 0,1 1 0 0 0,-1 0 1 0 0,-1 5-1 0 0,-17 69 711 0 0,13-45-677 0 0,4-20-766 0 0,-12 43-676 0 0,3 0 0 0 0,-8 77 1 0 0,21-132 318 0 0,0 0 0 0 0,0 0 0 0 0,0 0 0 0 0,0-1 1 0 0,0 1-1 0 0,0 0 0 0 0,1 0 0 0 0,-1 0 0 0 0,1 0 1 0 0,-1 0-1 0 0,1 0 0 0 0,0-1 0 0 0,0 3 0 0 0,5-5-3451 0 0,-1-17 1185 0 0,-2 3 1308 0 0,2-1 296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3.0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24 984 0 0,'-3'-23'2944'0'0,"3"23"-2889"0"0,0 0 0 0 0,0 0 0 0 0,0 0 0 0 0,0 0 0 0 0,0 0 0 0 0,0 1 0 0 0,0-1 0 0 0,0 0 0 0 0,0 0 55 0 0,0 0-55 0 0,0 0 0 0 0,0 0 0 0 0,0 0 0 0 0,1 0 0 0 0,-1 0 0 0 0,0 0-1 0 0,0 0 1 0 0,0 0 0 0 0,0 0 0 0 0,0 0 0 0 0,0 0 0 0 0,0 0 0 0 0,0 0 0 0 0,0 0 0 0 0,0 0 0 0 0,1 0 0 0 0,-1 0 0 0 0,0 0 0 0 0,0 0 0 0 0,0 0 0 0 0,0 0 0 0 0,0 0 0 0 0,0 0 0 0 0,0 0 0 0 0,0 0 0 0 0,0 0 0 0 0,0 0 0 0 0,1 0 0 0 0,-1 0 0 0 0,0 0 0 0 0,0 0 0 0 0,0 0 0 0 0,0 0 0 0 0,0 0 55 0 0,0 0-55 0 0,0 0 0 0 0,0 0-1 0 0,0 0 1 0 0,0-1 0 0 0,0 1 0 0 0,0 0 0 0 0,0 0 0 0 0,0 0 0 0 0,1 0 0 0 0,-1 0 0 0 0,0 0 0 0 0,19 37 5247 0 0,-3-5-4643 0 0,-11-25-664 0 0,-1-1 0 0 0,1 1 0 0 0,1-1 0 0 0,-1-1 0 0 0,1 1 0 0 0,0-1 0 0 0,0 0-1 0 0,0 0 1 0 0,1-1 0 0 0,0 1 0 0 0,0-1 0 0 0,12 4 0 0 0,-15-6-272 0 0,0-1 0 0 0,-1 0 0 0 0,1-1 0 0 0,0 1 0 0 0,0-1 0 0 0,0 1-1 0 0,0-1 1 0 0,0 0 0 0 0,0 0 0 0 0,0-1 0 0 0,5-1 0 0 0,-5 1-263 0 0,-1 0-1 0 0,1 0 1 0 0,-1-1 0 0 0,0 0-1 0 0,1 0 1 0 0,-1 0 0 0 0,0 0-1 0 0,0 0 1 0 0,-1 0 0 0 0,1-1-1 0 0,0 1 1 0 0,-1-1 0 0 0,5-6-1 0 0,1-1-923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3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0 864 0 0,'-1'8'4104'0'0,"5"15"-3426"0"0,-3-17 15 0 0,15 79 2330 0 0,-7-43-2259 0 0,-2 1-1 0 0,3 61 1 0 0,-10-103-652 0 0,-16-39 243 0 0,15 36-317 0 0,1-1 0 0 0,-1 0 0 0 0,0 0 0 0 0,1 0 0 0 0,0 0-1 0 0,0 0 1 0 0,0 0 0 0 0,0 0 0 0 0,0 0 0 0 0,1 0 0 0 0,-1 0 0 0 0,1 0 0 0 0,0 0 0 0 0,0 0 0 0 0,0 0 0 0 0,0 0 0 0 0,0 1 0 0 0,1-1-1 0 0,-1 0 1 0 0,1 1 0 0 0,3-4 0 0 0,4-5 488 0 0,0 1-1 0 0,2 1 0 0 0,17-15 1 0 0,19-18 649 0 0,-43 38-1054 0 0,1-2 22 0 0,0 1 0 0 0,0-1 0 0 0,-1 0 0 0 0,0 0 0 0 0,0 0 0 0 0,0-1 0 0 0,-1 1 0 0 0,1-1 0 0 0,-2 0 0 0 0,1 0 0 0 0,-1 0 0 0 0,0 0 1 0 0,1-9-1 0 0,-1 58 651 0 0,13 68 0 0 0,-7-65-1489 0 0,3 74 0 0 0,-15-85-2026 0 0,4-34 2431 0 0,-1 1 0 0 0,1 0 0 0 0,0 0 0 0 0,-1-1 0 0 0,1 1 0 0 0,-1 0 0 0 0,1-1 0 0 0,-1 1 0 0 0,1-1 0 0 0,-1 1 0 0 0,1 0-1 0 0,-1-1 1 0 0,0 1 0 0 0,1-1 0 0 0,-1 0 0 0 0,0 1 0 0 0,1-1 0 0 0,-1 1 0 0 0,0-1 0 0 0,1 0 0 0 0,-1 0 0 0 0,0 1 0 0 0,0-1 0 0 0,0 0 0 0 0,1 0 0 0 0,-1 0 0 0 0,0 0 0 0 0,0 0 0 0 0,0 0 0 0 0,1 0 0 0 0,-1 0 0 0 0,0 0 0 0 0,-1-1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3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83 50 5225 0 0,'-1'3'340'0'0,"-4"13"843"0"0,1 0-1 0 0,0 0 0 0 0,1 1 0 0 0,-1 31 0 0 0,4-46-1088 0 0,0 1-1 0 0,1 0 1 0 0,-1-1-1 0 0,0 1 1 0 0,1 0-1 0 0,0-1 1 0 0,-1 1-1 0 0,1-1 1 0 0,0 1-1 0 0,0-1 1 0 0,1 1-1 0 0,-1-1 1 0 0,0 0-1 0 0,1 0 1 0 0,0 1-1 0 0,1 1 1 0 0,0-3-8 0 0,-1 1 1 0 0,0-1-1 0 0,1 0 1 0 0,-1 1-1 0 0,1-1 1 0 0,-1-1-1 0 0,1 1 1 0 0,-1 0 0 0 0,1-1-1 0 0,0 1 1 0 0,-1-1-1 0 0,1 0 1 0 0,0 0-1 0 0,-1 0 1 0 0,1 0-1 0 0,0 0 1 0 0,0 0-1 0 0,-1-1 1 0 0,5-1-1 0 0,4-1 186 0 0,0 0 0 0 0,-1-1 0 0 0,1-1 0 0 0,-1 0 0 0 0,0 0 0 0 0,0-1-1 0 0,-1 0 1 0 0,0 0 0 0 0,13-12 0 0 0,-18 14-161 0 0,0 1 1 0 0,0-1-1 0 0,0 0 0 0 0,0-1 1 0 0,0 1-1 0 0,-1-1 0 0 0,0 1 1 0 0,0-1-1 0 0,0 0 1 0 0,-1 0-1 0 0,1-1 0 0 0,-1 1 1 0 0,-1 0-1 0 0,1-1 0 0 0,-1 1 1 0 0,1-1-1 0 0,-2 1 0 0 0,1-1 1 0 0,-1 0-1 0 0,0-8 1 0 0,0 12-68 0 0,-1 0 1 0 0,1 0-1 0 0,-1 0 1 0 0,1 0-1 0 0,-1 0 1 0 0,0 0-1 0 0,0 1 1 0 0,0-1-1 0 0,0 0 1 0 0,0 1-1 0 0,0-1 1 0 0,-1 0-1 0 0,1 1 1 0 0,0-1-1 0 0,-1 1 1 0 0,1 0 0 0 0,-1 0-1 0 0,0-1 1 0 0,1 1-1 0 0,-1 0 1 0 0,-2 0-1 0 0,-1-1 6 0 0,1 0 0 0 0,-1 0 0 0 0,0 1 0 0 0,0 0 0 0 0,0 0 0 0 0,0 1 0 0 0,0-1 0 0 0,-7 1 0 0 0,-1 1-111 0 0,0 0-1 0 0,-1 1 0 0 0,1 1 1 0 0,1 0-1 0 0,-24 8 1 0 0,26-7-279 0 0,1 1 0 0 0,-1 1 0 0 0,1-1 1 0 0,1 2-1 0 0,-1-1 0 0 0,1 1 0 0 0,-9 9 1 0 0,10-9-1161 0 0,1 0 1 0 0,0 1-1 0 0,1-1 1 0 0,-9 16-1 0 0,13-21 700 0 0,12 3-7906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4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100 250 2577 0 0,'-5'-1'1162'0'0,"-46"-3"3239"0"0,49 4-4152 0 0,0 0 0 0 0,0 0 0 0 0,0 0-1 0 0,-1 0 1 0 0,1 0 0 0 0,0 1 0 0 0,0-1 0 0 0,0 1-1 0 0,0-1 1 0 0,0 1 0 0 0,0 0 0 0 0,0 0 0 0 0,0 0-1 0 0,0 0 1 0 0,0 0 0 0 0,0 1 0 0 0,0-1 0 0 0,1 0-1 0 0,-2 2 1 0 0,2-2-176 0 0,1-1 0 0 0,0 0 0 0 0,0 1-1 0 0,0-1 1 0 0,0 0 0 0 0,-1 0 0 0 0,1 1 0 0 0,0-1 0 0 0,0 0-1 0 0,0 1 1 0 0,0-1 0 0 0,0 0 0 0 0,0 1 0 0 0,0-1-1 0 0,0 0 1 0 0,0 0 0 0 0,0 1 0 0 0,0-1 0 0 0,0 0 0 0 0,0 1-1 0 0,0-1 1 0 0,0 0 0 0 0,0 1 0 0 0,1-1 0 0 0,-1 0-1 0 0,0 0 1 0 0,0 1 0 0 0,0-1 0 0 0,0 0 0 0 0,1 0 0 0 0,-1 1-1 0 0,0-1 1 0 0,0 0 0 0 0,0 0 0 0 0,1 1 0 0 0,-1-1 0 0 0,0 0-1 0 0,1 0 1 0 0,15 7 1420 0 0,17-3-87 0 0,68-3 153 0 0,155-18 1 0 0,-125 5-1509 0 0,39 6 205 0 0,-98 6-3733 0 0,-25 0-2408 0 0</inkml:trace>
  <inkml:trace contextRef="#ctx0" brushRef="#br0" timeOffset="1">548 0 4169 0 0,'-1'1'399'0'0,"0"0"0"0"0,-1 0 0 0 0,1 0-1 0 0,0 1 1 0 0,0-1 0 0 0,1 0 0 0 0,-1 0 0 0 0,0 1 0 0 0,0-1 0 0 0,0 1 0 0 0,1-1-1 0 0,-1 1 1 0 0,1-1 0 0 0,-1 1 0 0 0,1-1 0 0 0,0 1 0 0 0,0-1 0 0 0,-1 1 0 0 0,1-1 0 0 0,0 1-1 0 0,0-1 1 0 0,1 1 0 0 0,-1 0 0 0 0,0-1 0 0 0,1 3 0 0 0,1-1-96 0 0,-1 1-1 0 0,1-1 1 0 0,0 0 0 0 0,0-1-1 0 0,0 1 1 0 0,1 0 0 0 0,-1-1-1 0 0,1 1 1 0 0,-1-1 0 0 0,1 1 0 0 0,3 1-1 0 0,11 7-14 0 0,0-2-1 0 0,1 1 1 0 0,22 7 0 0 0,-32-14 348 0 0,18 8-149 0 0,-12-7-252 0 0,-1 2 1 0 0,1 0-1 0 0,-1 0 0 0 0,-1 1 1 0 0,19 13-1 0 0,-29-17-198 0 0,1-1 0 0 0,0 1 0 0 0,-1 0 0 0 0,1-1-1 0 0,-1 1 1 0 0,0 0 0 0 0,0 1 0 0 0,0-1 0 0 0,0 0 0 0 0,-1 1 0 0 0,1-1 0 0 0,-1 1 0 0 0,0-1 0 0 0,0 1-1 0 0,0-1 1 0 0,0 1 0 0 0,-1 0 0 0 0,0-1 0 0 0,0 1 0 0 0,0 0 0 0 0,0 0 0 0 0,0-1 0 0 0,-1 1-1 0 0,1 0 1 0 0,-1-1 0 0 0,-2 6 0 0 0,-2 6-10 0 0,-1-1-1 0 0,-1 0 1 0 0,-1 0-1 0 0,1-1 1 0 0,-2 0 0 0 0,0 0-1 0 0,-1-1 1 0 0,-21 21-1 0 0,15-16-1605 0 0,1 1-1 0 0,-21 31 1 0 0,47-62-5411 0 0,14-13 2857 0 0,-14 14 1885 0 0,12-10-1408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4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31 5145 0 0,'-7'-5'1115'0'0,"0"1"1"0"0,-1 0-1 0 0,1 0 0 0 0,-1 1 0 0 0,0 0 0 0 0,-15-4 1 0 0,20 7-1042 0 0,0 0 0 0 0,1-1 0 0 0,-1 2 0 0 0,1-1 0 0 0,-1 0 0 0 0,0 1 0 0 0,1-1 0 0 0,-1 1 1 0 0,1 0-1 0 0,-1 0 0 0 0,1 0 0 0 0,-1 0 0 0 0,1 0 0 0 0,0 0 0 0 0,-1 1 0 0 0,1-1 0 0 0,0 1 1 0 0,0-1-1 0 0,0 1 0 0 0,0 0 0 0 0,1 0 0 0 0,-1 0 0 0 0,0 0 0 0 0,1 0 0 0 0,-1 1 0 0 0,-1 3 1 0 0,-3 5 17 0 0,1 0 1 0 0,0 0 0 0 0,1 0 0 0 0,0 1 0 0 0,1-1 0 0 0,0 1 0 0 0,1 0-1 0 0,0 0 1 0 0,1 0 0 0 0,0 1 0 0 0,1-1 0 0 0,0 0 0 0 0,4 22 0 0 0,-3-29-64 0 0,-1-1-1 0 0,1 1 1 0 0,0-1 0 0 0,0 0 0 0 0,1 1-1 0 0,-1-1 1 0 0,1 0 0 0 0,0 0 0 0 0,0 0-1 0 0,1 0 1 0 0,-1 0 0 0 0,1-1 0 0 0,0 1 0 0 0,-1-1-1 0 0,2 1 1 0 0,-1-1 0 0 0,0 0 0 0 0,1 0-1 0 0,-1-1 1 0 0,1 1 0 0 0,0-1 0 0 0,0 0 0 0 0,0 0-1 0 0,0 0 1 0 0,0 0 0 0 0,0-1 0 0 0,1 1-1 0 0,-1-1 1 0 0,1 0 0 0 0,-1-1 0 0 0,0 1 0 0 0,1-1-1 0 0,-1 0 1 0 0,1 0 0 0 0,-1 0 0 0 0,1 0-1 0 0,-1-1 1 0 0,1 0 0 0 0,4-1 0 0 0,3-1 138 0 0,-1-1-1 0 0,1-1 1 0 0,-1 1 0 0 0,0-2 0 0 0,0 0 0 0 0,-1 0 0 0 0,1 0 0 0 0,17-17 0 0 0,-23 20-105 0 0,-1-1 1 0 0,0 1-1 0 0,0-1 0 0 0,0 0 1 0 0,-1 0-1 0 0,1 0 1 0 0,-1-1-1 0 0,0 0 1 0 0,0 1-1 0 0,-1-1 0 0 0,1 0 1 0 0,-1 0-1 0 0,0 0 1 0 0,0 0-1 0 0,-1-1 1 0 0,0 1-1 0 0,0 0 0 0 0,0-1 1 0 0,0 1-1 0 0,-1-1 1 0 0,0 1-1 0 0,0-6 1 0 0,-1 8-20 0 0,-1 0 0 0 0,1 0 0 0 0,-1 0 0 0 0,1 0 0 0 0,-1 0 0 0 0,0 0 1 0 0,0 1-1 0 0,0-1 0 0 0,0 1 0 0 0,0 0 0 0 0,-1-1 0 0 0,1 1 0 0 0,-1 0 0 0 0,1 0 1 0 0,-1 1-1 0 0,0-1 0 0 0,0 0 0 0 0,0 1 0 0 0,0 0 0 0 0,-5-2 0 0 0,-9-3-59 0 0,0 2-1 0 0,-27-5 0 0 0,32 6-82 0 0,-1 1-156 0 0,1 1 0 0 0,0 0 0 0 0,0 0 0 0 0,-1 1 0 0 0,1 1 0 0 0,-15 2 0 0 0,19-1-882 0 0,-1 0 1 0 0,1 0-1 0 0,0 1 0 0 0,0 0 0 0 0,-14 7 0 0 0,22-9 982 0 0,0-1 1 0 0,0 0-1 0 0,-1 0 1 0 0,1 0-1 0 0,0 0 1 0 0,0 1-1 0 0,-1-1 1 0 0,1 0-1 0 0,0 0 1 0 0,-1 0-1 0 0,1 0 1 0 0,0 0-1 0 0,0 0 1 0 0,-1 0-1 0 0,1 0 1 0 0,0 0-1 0 0,-1 0 1 0 0,1 0-1 0 0,0 0 1 0 0,0 0-1 0 0,-1 0 1 0 0,1 0-1 0 0,0 0 1 0 0,-1 0-1 0 0,1-1 1 0 0,0 1-1 0 0,0 0 1 0 0,-1 0-1 0 0,1 0 1 0 0,0 0-1 0 0,0 0 1 0 0,-1-1-1 0 0,1 1 1 0 0,0 0-1 0 0,0 0 1 0 0,0-1-1 0 0,-1 1 0 0 0,1 0 1 0 0,0 0-1 0 0,0-1 1 0 0,0 1-1 0 0,0-1 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4.9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 0 6065 0 0,'4'28'2453'0'0,"-2"0"-1"0"0,-1 33 0 0 0,-7 57 642 0 0,2-81-2701 0 0,1 1-1 0 0,3 1 1 0 0,1-1-1 0 0,10 66 1 0 0,-9-94-483 0 0,-1-3-159 0 0,0-1-1 0 0,0 0 1 0 0,1 0 0 0 0,0 0-1 0 0,0 0 1 0 0,5 10 0 0 0,-23-62-2640 0 0,8 30 2979 0 0,-1 1 1 0 0,-1 1-1 0 0,-20-25 0 0 0,-8-11 1996 0 0,38 50-2025 0 0,0-1 0 0 0,0 1 1 0 0,0-1-1 0 0,0 0 0 0 0,0 1 0 0 0,1-1 0 0 0,-1 0 0 0 0,0 1 0 0 0,1-1 1 0 0,-1 1-1 0 0,0-1 0 0 0,1 1 0 0 0,-1-1 0 0 0,1 1 0 0 0,-1-1 0 0 0,1 1 1 0 0,-1-1-1 0 0,1 1 0 0 0,-1 0 0 0 0,1-1 0 0 0,-1 1 0 0 0,1 0 0 0 0,-1-1 1 0 0,1 1-1 0 0,0 0 0 0 0,-1 0 0 0 0,1-1 0 0 0,-1 1 0 0 0,1 0 0 0 0,0 0 1 0 0,-1 0-1 0 0,2 0 0 0 0,25-8 329 0 0,-26 7-295 0 0,68-21 630 0 0,-50 14-1160 0 0,0 1 0 0 0,1 2 0 0 0,-1 0 0 0 0,1 0 0 0 0,29-1 0 0 0,-34 11-3841 0 0,-23 7-2512 0 0,2-5 2840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5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0 7466 0 0,'-6'22'1369'0'0,"2"-1"0"0"0,0 1 0 0 0,-1 38 0 0 0,-6 33-571 0 0,9-86-655 0 0,1 0 0 0 0,0 0 0 0 0,1 1 0 0 0,0-1 0 0 0,0 0 0 0 0,0 0 0 0 0,1 1 0 0 0,0-1 0 0 0,2 8 0 0 0,-2-13-97 0 0,0 0 0 0 0,-1 0 0 0 0,1 0 0 0 0,0-1 0 0 0,0 1 0 0 0,0 0-1 0 0,0 0 1 0 0,0-1 0 0 0,0 1 0 0 0,0-1 0 0 0,0 1 0 0 0,1-1 0 0 0,-1 0 0 0 0,1 1 0 0 0,-1-1 0 0 0,1 0 0 0 0,-1 0 0 0 0,1 0 0 0 0,0 0 0 0 0,0 0 0 0 0,-1 0 0 0 0,1-1 0 0 0,0 1-1 0 0,0-1 1 0 0,0 1 0 0 0,0-1 0 0 0,0 1 0 0 0,0-1 0 0 0,0 0 0 0 0,0 0 0 0 0,0 0 0 0 0,0 0 0 0 0,-1-1 0 0 0,1 1 0 0 0,0 0 0 0 0,0-1 0 0 0,3-1 0 0 0,30-9 633 0 0,0-2 0 0 0,39-20 1 0 0,-37 15-807 0 0,54-18 1 0 0,-64 29-901 0 0,12-4-2627 0 0,-15-3-2998 0 0,-14 6 1637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5.8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3 149 4129 0 0,'-2'-1'4968'0'0,"7"-3"-1806"0"0,20-9-636 0 0,31-11-1317 0 0,-48 21-991 0 0,18-7 499 0 0,48-13-1 0 0,-68 21-609 0 0,-1 1 1 0 0,1 0-1 0 0,-1 0 1 0 0,1 0 0 0 0,-1 1-1 0 0,1 0 1 0 0,0 0-1 0 0,-1 0 1 0 0,1 1-1 0 0,-1 0 1 0 0,1 0-1 0 0,-1 0 1 0 0,1 1-1 0 0,-1 0 1 0 0,10 4-1 0 0,-14-4-70 0 0,1 0 0 0 0,-1 0-1 0 0,1 0 1 0 0,-1 0 0 0 0,1 0-1 0 0,-1 0 1 0 0,0 0 0 0 0,0 0-1 0 0,0 0 1 0 0,-1 1 0 0 0,1-1 0 0 0,0 0-1 0 0,-1 1 1 0 0,1-1 0 0 0,-1 1-1 0 0,0-1 1 0 0,0 0 0 0 0,0 1-1 0 0,0-1 1 0 0,0 1 0 0 0,-1-1-1 0 0,1 1 1 0 0,-1-1 0 0 0,-1 4-1 0 0,-22 63-658 0 0,22-62 405 0 0,-4 7-375 0 0,4-7-143 0 0,0 0-1 0 0,-1-1 1 0 0,0 1-1 0 0,0-1 1 0 0,-1 0-1 0 0,-5 7 1 0 0,11-26-7144 0 0,6-19 4714 0 0,40-82 870 0 0,-22 36 6120 0 0,-16 47-267 0 0,-9 31-3393 0 0,-1-1-1 0 0,0 0 1 0 0,0 1 0 0 0,1-1-1 0 0,-1 0 1 0 0,0 1 0 0 0,1-1-1 0 0,-1 0 1 0 0,1 1 0 0 0,-1-1-1 0 0,1 1 1 0 0,-1-1 0 0 0,1 0 0 0 0,-1 1-1 0 0,1 0 1 0 0,0-1 0 0 0,-1 1-1 0 0,1-1 1 0 0,0 1 0 0 0,-1 0-1 0 0,1-1 1 0 0,0 1 0 0 0,-1 0-1 0 0,1 0 1 0 0,0-1 0 0 0,0 1-1 0 0,-1 0 1 0 0,1 0 0 0 0,0 0-1 0 0,0 0 1 0 0,28 10 2435 0 0,20 28-111 0 0,-44-33-2335 0 0,-1 0-1 0 0,0 1 1 0 0,0 0-1 0 0,0-1 1 0 0,-1 2 0 0 0,0-1-1 0 0,0 0 1 0 0,0 0-1 0 0,-1 1 1 0 0,0 0-1 0 0,0-1 1 0 0,0 1 0 0 0,-1 0-1 0 0,0 0 1 0 0,-1 0-1 0 0,0 8 1 0 0,0-7-746 0 0,-1 0 1 0 0,0 0 0 0 0,0 1 0 0 0,-1-1-1 0 0,0 0 1 0 0,0 0 0 0 0,-1-1-1 0 0,-4 11 1 0 0,6-17 344 0 0,1-1 0 0 0,0 1 0 0 0,0 0 0 0 0,-1-1 0 0 0,1 1 0 0 0,-1-1 0 0 0,1 1 0 0 0,0-1 0 0 0,-1 1 0 0 0,1-1 0 0 0,-1 1 0 0 0,1-1 0 0 0,-1 1 0 0 0,0-1 0 0 0,1 0 0 0 0,-1 1 0 0 0,1-1 0 0 0,-1 0 0 0 0,0 0 0 0 0,1 1 0 0 0,-1-1 0 0 0,0 0 0 0 0,1 0 0 0 0,-1 0 0 0 0,0 0 0 0 0,1 0 0 0 0,-1 0 0 0 0,0 0 0 0 0,1 0 0 0 0,-1 0 0 0 0,0 0 0 0 0,1 0 0 0 0,-1 0 0 0 0,0 0 0 0 0,1 0 0 0 0,-1-1 0 0 0,1 1 0 0 0,-1 0 0 0 0,0-1 0 0 0,1 1 0 0 0,-1 0 0 0 0,1-1 0 0 0,-1 1 0 0 0,1-1 0 0 0,-1 1 0 0 0,0-1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6.2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37 141 4401 0 0,'-33'20'6934'0'0,"29"-14"-4398"0"0,24-10-829 0 0,154-49 1462 0 0,126-48-4420 0 0,-284 94-563 0 0,-22 6-2437 0 0,-28 8-2961 0 0,30-7 7111 0 0,-13 7-3009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6.5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90 4873 0 0,'-1'1'196'0'0,"1"-1"1"0"0,0 1-1 0 0,-1-1 0 0 0,1 1 1 0 0,-1-1-1 0 0,1 1 1 0 0,0-1-1 0 0,-1 1 0 0 0,1 0 1 0 0,0-1-1 0 0,0 1 0 0 0,-1-1 1 0 0,1 1-1 0 0,0 0 0 0 0,0-1 1 0 0,0 1-1 0 0,0 0 1 0 0,0-1-1 0 0,0 1 0 0 0,0 0 1 0 0,0-1-1 0 0,0 1 0 0 0,0 0 1 0 0,0-1-1 0 0,0 1 0 0 0,1 0 1 0 0,-1-1-1 0 0,0 1 1 0 0,1 0-1 0 0,18 4 2537 0 0,41-14-1234 0 0,-47 6-733 0 0,24-3-419 0 0,-1-2 0 0 0,0-1 0 0 0,-1-1 1 0 0,0-2-1 0 0,0-2 0 0 0,52-29 0 0 0,-164 71-689 0 0,40-12 58 0 0,16-8 133 0 0,1 2 0 0 0,-1 0 0 0 0,-19 14 0 0 0,33-19 120 0 0,1 0 0 0 0,0 0 0 0 0,0 1 0 0 0,1-1 0 0 0,-1 1 0 0 0,1 1 0 0 0,0-1 0 0 0,1 1 0 0 0,0 0-1 0 0,0 0 1 0 0,0 0 0 0 0,-4 12 0 0 0,2 0-43 0 0,-22 69-1000 0 0,26-81 1002 0 0,1 1 0 0 0,0 0 0 0 0,0 0 0 0 0,0 0 1 0 0,1 1-1 0 0,0-1 0 0 0,1 0 0 0 0,2 15 0 0 0,-2-22 91 0 0,0 1 0 0 0,-1 0 0 0 0,1-1 0 0 0,0 1 0 0 0,0-1 0 0 0,0 0 0 0 0,0 1 0 0 0,0-1 0 0 0,0 0 1 0 0,0 1-1 0 0,0-1 0 0 0,1 0 0 0 0,-1 0 0 0 0,0 0 0 0 0,1 0 0 0 0,-1 0 0 0 0,1 0 0 0 0,-1-1 0 0 0,1 1 0 0 0,-1 0 0 0 0,1-1 0 0 0,0 1 0 0 0,-1-1 0 0 0,1 0 0 0 0,0 0 0 0 0,-1 1 0 0 0,1-1 0 0 0,0 0 0 0 0,0 0 0 0 0,-1 0 0 0 0,1-1 0 0 0,0 1 0 0 0,-1 0 0 0 0,4-2 0 0 0,8-1 147 0 0,1 0 0 0 0,-1-2 0 0 0,18-7 0 0 0,-15 5-22 0 0,116-41-310 0 0,-130 47-14 0 0,-1 1-1 0 0,0-1 0 0 0,0 1 0 0 0,0-1 0 0 0,1 0 0 0 0,-1 0 0 0 0,0 1 1 0 0,0-1-1 0 0,0 0 0 0 0,0 0 0 0 0,0 0 0 0 0,-1 0 0 0 0,1 0 1 0 0,0-1-1 0 0,0 1 0 0 0,-1 0 0 0 0,1 0 0 0 0,-1 0 0 0 0,1-1 0 0 0,-1 1 1 0 0,1 0-1 0 0,-1 0 0 0 0,0-1 0 0 0,1 1 0 0 0,-1 0 0 0 0,0-2 0 0 0,-8-33-7616 0 0,5 27 5158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6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1 198 8114 0 0,'13'-4'5643'0'0,"16"1"-4038"0"0,-17 2-782 0 0,12-3-437 0 0,0-1 1 0 0,-1-1-1 0 0,0-1 1 0 0,27-12-1 0 0,-20 5-1263 0 0,-2 0-1 0 0,46-31 1 0 0,-62 37-867 0 0,-1-2-1 0 0,0 1 1 0 0,-1-1 0 0 0,12-14 0 0 0,-10 9-2836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7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48 7226 0 0,'-6'-14'8188'0'0,"3"24"-5374"0"0,0 11-2621 0 0,-13 40 181 0 0,-9 49-109 0 0,23-99-256 0 0,1 0-1 0 0,0 1 1 0 0,0-1 0 0 0,1 0-1 0 0,1 1 1 0 0,0-1 0 0 0,4 15-1 0 0,-5-24-37 0 0,1 1 0 0 0,-1-1 0 0 0,1 0-1 0 0,0 0 1 0 0,0 0 0 0 0,0 0 0 0 0,0 0-1 0 0,0 0 1 0 0,1 0 0 0 0,-1 0 0 0 0,1-1 0 0 0,-1 1-1 0 0,1 0 1 0 0,-1-1 0 0 0,1 1 0 0 0,0-1-1 0 0,0 0 1 0 0,0 1 0 0 0,0-1 0 0 0,0 0-1 0 0,2 1 1 0 0,1-1-7 0 0,-1 0 0 0 0,0 0 0 0 0,0-1 1 0 0,0 1-1 0 0,1-1 0 0 0,-1 0 0 0 0,0 0 0 0 0,1-1 0 0 0,-1 1 0 0 0,7-3 0 0 0,9-2-91 0 0,-1-2 0 0 0,0 0 0 0 0,31-18 0 0 0,-43 21 76 0 0,12-5-488 0 0,-1-1 0 0 0,0-1 0 0 0,26-21 0 0 0,-40 28 259 0 0,1 1 0 0 0,-1-1 0 0 0,-1-1 0 0 0,1 1 0 0 0,0-1 0 0 0,-1 1-1 0 0,0-1 1 0 0,0 0 0 0 0,-1 0 0 0 0,1 0 0 0 0,-1 0 0 0 0,0-1 0 0 0,0 1 0 0 0,-1-1 0 0 0,0 1-1 0 0,0-1 1 0 0,0 0 0 0 0,0-6 0 0 0,-4-34-254 0 0,1 38 636 0 0,1 0 0 0 0,0 0-1 0 0,0 0 1 0 0,1 0 0 0 0,0 0-1 0 0,1 0 1 0 0,0 0 0 0 0,0 0 0 0 0,0 0-1 0 0,1 0 1 0 0,0 0 0 0 0,6-11-1 0 0,-8 18-59 0 0,0 1 1 0 0,1-1-1 0 0,-1 1 0 0 0,1-1 0 0 0,-1 0 0 0 0,0 1 0 0 0,1-1 1 0 0,-1 1-1 0 0,1 0 0 0 0,0-1 0 0 0,-1 1 0 0 0,1-1 0 0 0,-1 1 1 0 0,1 0-1 0 0,-1 0 0 0 0,1-1 0 0 0,0 1 0 0 0,-1 0 0 0 0,1 0 0 0 0,0 0 1 0 0,-1-1-1 0 0,1 1 0 0 0,0 0 0 0 0,-1 0 0 0 0,1 0 0 0 0,0 0 1 0 0,-1 0-1 0 0,1 1 0 0 0,0-1 0 0 0,-1 0 0 0 0,1 0 0 0 0,0 0 0 0 0,-1 0 1 0 0,1 1-1 0 0,0-1 0 0 0,-1 0 0 0 0,1 1 0 0 0,-1-1 0 0 0,1 0 1 0 0,-1 1-1 0 0,1-1 0 0 0,-1 1 0 0 0,1-1 0 0 0,-1 1 0 0 0,1-1 1 0 0,-1 1-1 0 0,1-1 0 0 0,-1 1 0 0 0,0 0 0 0 0,1-1 0 0 0,-1 1 0 0 0,0-1 1 0 0,0 1-1 0 0,0 0 0 0 0,1-1 0 0 0,-1 2 0 0 0,17 37 1559 0 0,-13-11-1146 0 0,0 1 1 0 0,-2 0-1 0 0,-1 0 1 0 0,-1 0-1 0 0,-2 0 1 0 0,-7 43-1 0 0,-2 68-5111 0 0,25-172-6156 0 0,-9 16 8766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7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240 32 1672 0 0,'-44'7'5398'0'0,"43"-7"-5319"0"0,0 0 1 0 0,0 0-1 0 0,1 0 1 0 0,-1 0-1 0 0,0 1 0 0 0,0-1 1 0 0,0 0-1 0 0,1 0 0 0 0,-1 0 1 0 0,0 1-1 0 0,0-1 1 0 0,1 0-1 0 0,-1 1 0 0 0,0-1 1 0 0,1 1-1 0 0,-1-1 0 0 0,0 1 1 0 0,1-1-1 0 0,-1 1 1 0 0,1-1-1 0 0,-1 1 0 0 0,1 0 1 0 0,-1-1-1 0 0,1 1 0 0 0,-1 0 1 0 0,1-1-1 0 0,0 1 1 0 0,-1 0-1 0 0,1 0 0 0 0,0-1 1 0 0,0 1-1 0 0,-1 0 1 0 0,1 0-1 0 0,0 0 0 0 0,0-1 1 0 0,0 1-1 0 0,0 0 0 0 0,0 0 1 0 0,0 0-1 0 0,0-1 1 0 0,0 1-1 0 0,1 0 0 0 0,-1 0 1 0 0,0 0-1 0 0,0-1 0 0 0,1 1 1 0 0,-1 0-1 0 0,0-1 1 0 0,1 1-1 0 0,-1 0 0 0 0,1-1 1 0 0,0 2-1 0 0,1-1 108 0 0,0 1 0 0 0,0 0 0 0 0,1-1 0 0 0,-1 0 0 0 0,0 0 0 0 0,1 1 0 0 0,0-1 0 0 0,-1-1 0 0 0,1 1 0 0 0,-1 0 0 0 0,1-1 0 0 0,0 1 0 0 0,-1-1 0 0 0,1 0 0 0 0,0 0 0 0 0,0 0 0 0 0,-1 0 0 0 0,1 0 0 0 0,0-1 0 0 0,-1 1 0 0 0,5-2 0 0 0,61-18 648 0 0,-60 17-637 0 0,11-4-218 0 0,44-16-470 0 0,-25 5-3587 0 0,-33 9-1788 0 0</inkml:trace>
  <inkml:trace contextRef="#ctx0" brushRef="#br0" timeOffset="1">12 474 9498 0 0,'-4'19'1449'0'0,"1"-1"-1"0"0,-2 35 1 0 0,5-23-1882 0 0,1 0-1 0 0,8 45 1 0 0,-15-94-6718 0 0,4 10 5718 0 0,0-8-1615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7.9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38 6337 0 0,'0'1'172'0'0,"-1"-1"0"0"0,1 1 0 0 0,-1 0 0 0 0,1-1 0 0 0,0 1 0 0 0,-1 0 0 0 0,1-1 0 0 0,0 1-1 0 0,0 0 1 0 0,-1 0 0 0 0,1-1 0 0 0,0 1 0 0 0,0 0 0 0 0,0 0 0 0 0,0 0 0 0 0,0-1 0 0 0,0 1-1 0 0,0 0 1 0 0,0 0 0 0 0,0-1 0 0 0,1 1 0 0 0,-1 0 0 0 0,0 0 0 0 0,0-1 0 0 0,1 1 0 0 0,-1 0 0 0 0,0-1-1 0 0,1 1 1 0 0,-1 0 0 0 0,2 0 0 0 0,-1 0 53 0 0,1 0-1 0 0,-1 0 0 0 0,1 0 1 0 0,0-1-1 0 0,-1 1 1 0 0,1-1-1 0 0,0 1 1 0 0,0-1-1 0 0,-1 0 1 0 0,1 1-1 0 0,0-1 1 0 0,3 0-1 0 0,51-8 2647 0 0,-56 8-2853 0 0,82-23 2713 0 0,-48 12-1627 0 0,59-11-1 0 0,-83 21-1020 0 0,0 0 0 0 0,1 0 0 0 0,0 1-1 0 0,-1 0 1 0 0,1 1 0 0 0,-1 0 0 0 0,0 1 0 0 0,1 0 0 0 0,-1 0-1 0 0,11 5 1 0 0,-18-6-89 0 0,-1 0 0 0 0,1 1-1 0 0,-1-1 1 0 0,1 1-1 0 0,-1-1 1 0 0,0 1 0 0 0,1 0-1 0 0,-1 0 1 0 0,0 0-1 0 0,0 0 1 0 0,0 0 0 0 0,0 0-1 0 0,-1 1 1 0 0,1-1-1 0 0,1 4 1 0 0,-2-3-314 0 0,1 0 0 0 0,-1 1-1 0 0,0-1 1 0 0,-1 0 0 0 0,1 1 0 0 0,0-1 0 0 0,-1 1-1 0 0,0-1 1 0 0,0 1 0 0 0,0-1 0 0 0,-1 7 0 0 0,0-7-251 0 0,1 1 1 0 0,-1 0 0 0 0,0 0 0 0 0,-1-1 0 0 0,1 1 0 0 0,-1-1-1 0 0,1 1 1 0 0,-1-1 0 0 0,0 0 0 0 0,0 1 0 0 0,-1-1-1 0 0,1 0 1 0 0,-1 0 0 0 0,1-1 0 0 0,-1 1 0 0 0,0 0-1 0 0,0-1 1 0 0,0 0 0 0 0,0 0 0 0 0,-1 0 0 0 0,1 0 0 0 0,-1 0-1 0 0,-6 2 1 0 0,-8 1-1706 0 0,1 2-365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5:58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19 165 3881 0 0,'-18'-3'6257'0'0,"27"-4"-2492"0"0,33-3-622 0 0,-4 5-2746 0 0,-1-2 0 0 0,1-1 0 0 0,-1-2 0 0 0,-1-1 0 0 0,0-2 1 0 0,56-29-1 0 0,-83 38-661 0 0,26-15-543 0 0,-16 2-3334 0 0,-19 17 3982 0 0,0 0 1 0 0,0-1-1 0 0,0 1 0 0 0,0 0 1 0 0,0 0-1 0 0,0-1 1 0 0,1 1-1 0 0,-1 0 0 0 0,0 0 1 0 0,0-1-1 0 0,0 1 1 0 0,0 0-1 0 0,0 0 0 0 0,0-1 1 0 0,0 1-1 0 0,0 0 0 0 0,0 0 1 0 0,-1-1-1 0 0,1 1 1 0 0,0 0-1 0 0,0-1 0 0 0,0 1 1 0 0,0 0-1 0 0,0 0 1 0 0,0 0-1 0 0,0-1 0 0 0,-1 1 1 0 0,1 0-1 0 0,0 0 1 0 0,0 0-1 0 0,0-1 0 0 0,-1 1 1 0 0,1 0-1 0 0,0 0 1 0 0,0 0-1 0 0,-1-1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5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99 1864 0 0,'23'-6'6754'0'0,"0"0"-5443"0"0,98-52 3398 0 0,-68 31-2486 0 0,-52 26-2177 0 0,-1 1-1 0 0,1 0 1 0 0,0 0 0 0 0,0 0-1 0 0,-1 0 1 0 0,1-1-1 0 0,0 1 1 0 0,0 0 0 0 0,0 0-1 0 0,-1 1 1 0 0,1-1 0 0 0,0 0-1 0 0,0 0 1 0 0,-1 0 0 0 0,1 0-1 0 0,0 1 1 0 0,0-1 0 0 0,-1 0-1 0 0,1 1 1 0 0,0-1 0 0 0,-1 1-1 0 0,1-1 1 0 0,0 0 0 0 0,-1 1-1 0 0,1 0 1 0 0,-1-1 0 0 0,1 1-1 0 0,-1-1 1 0 0,1 1-1 0 0,-1 0 1 0 0,1-1 0 0 0,-1 1-1 0 0,1 0 1 0 0,-1-1 0 0 0,0 1-1 0 0,0 0 1 0 0,1 0 0 0 0,-1-1-1 0 0,0 1 1 0 0,0 0 0 0 0,0 0-1 0 0,0-1 1 0 0,0 1 0 0 0,0 1-1 0 0,6 49 60 0 0,-5-36 0 0 0,13 121 221 0 0,-3-23-1722 0 0,0-39-4114 0 0,-20-91-4892 0 0,9 8 8539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5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1 119 2521 0 0,'27'-9'9202'0'0,"88"-40"-6386"0"0,-70 22-2908 0 0,-18 4-6463 0 0,-27 23 6437 0 0,0-1 0 0 0,0 1-1 0 0,0 0 1 0 0,-1-1-1 0 0,1 1 1 0 0,0-1 0 0 0,0 1-1 0 0,0 0 1 0 0,0-1 0 0 0,0 1-1 0 0,-1 0 1 0 0,1-1 0 0 0,0 1-1 0 0,0 0 1 0 0,-1-1-1 0 0,1 1 1 0 0,0 0 0 0 0,-1 0-1 0 0,1-1 1 0 0,0 1 0 0 0,-1 0-1 0 0,1 0 1 0 0,0-1-1 0 0,-1 1 1 0 0,1 0 0 0 0,0 0-1 0 0,-1 0 1 0 0,1 0 0 0 0,-1 0-1 0 0,1-1 1 0 0,0 1-1 0 0,-1 0 1 0 0,1 0 0 0 0,-1 0-1 0 0,1 0 1 0 0,0 0 0 0 0,-1 0-1 0 0,1 1 1 0 0,-1-1-1 0 0,0 0 1 0 0,-20-3-1891 0 0,13 6 1027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6.1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1 314 2304 0 0,'35'29'6235'0'0,"-31"-27"-5974"0"0,-1 0-1 0 0,0 0 1 0 0,1-1 0 0 0,-1 1-1 0 0,1-1 1 0 0,-1 0-1 0 0,1 0 1 0 0,3 0-1 0 0,-2-1-212 0 0,-1 0 0 0 0,1-1 0 0 0,-1 1 0 0 0,1-1 0 0 0,-1 0 0 0 0,0 0 0 0 0,1 0 0 0 0,-1-1 0 0 0,0 1 0 0 0,0-1 0 0 0,0 0 0 0 0,0 0 0 0 0,0-1 0 0 0,0 1 0 0 0,-1-1 0 0 0,6-5 0 0 0,21-13-109 0 0,20-21-2478 0 0,-47 39 1883 0 0,-1 0 1 0 0,1 0-1 0 0,-1 0 1 0 0,0 0 0 0 0,-1 0-1 0 0,1-1 1 0 0,0 1 0 0 0,-1 0-1 0 0,1-5 1 0 0,2 1-1403 0 0</inkml:trace>
  <inkml:trace contextRef="#ctx0" brushRef="#br0" timeOffset="1">199 0 2609 0 0,'-6'44'5415'0'0,"0"8"-2990"0"0,10-27-1991 0 0,0 0 0 0 0,2 0 0 0 0,1-1 0 0 0,1 0 0 0 0,17 36 0 0 0,7 21-1599 0 0,-30-71-356 0 0,-6-10-1590 0 0,-8-13-1359 0 0,8 6 2252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6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2048 0 0,'9'-2'6034'0'0,"21"-13"-3193"0"0,-5 2-1584 0 0,4 2-19 0 0,-16 5-848 0 0,0 0-1 0 0,0 1 1 0 0,1 1 0 0 0,0 0-1 0 0,0 1 1 0 0,0 1 0 0 0,0 0-1 0 0,17 0 1 0 0,-28 2-357 0 0,0 1 0 0 0,-1-1-1 0 0,1 1 1 0 0,-1 0 0 0 0,1 0 0 0 0,-1 0 0 0 0,0 1 0 0 0,1-1-1 0 0,-1 0 1 0 0,0 1 0 0 0,0 0 0 0 0,0-1 0 0 0,0 1 0 0 0,0 0 0 0 0,-1 0-1 0 0,1 0 1 0 0,0 0 0 0 0,-1 0 0 0 0,1 1 0 0 0,-1-1 0 0 0,0 0-1 0 0,0 1 1 0 0,0-1 0 0 0,0 1 0 0 0,0-1 0 0 0,0 4 0 0 0,0-1-13 0 0,1 0 0 0 0,-1 0 0 0 0,-1 1 0 0 0,1-1 1 0 0,-1 0-1 0 0,0 1 0 0 0,0-1 0 0 0,0 0 1 0 0,-1 1-1 0 0,0-1 0 0 0,0 0 0 0 0,-2 6 1 0 0,-1-8-48 0 0,0 0 1 0 0,0 0 0 0 0,0 0 0 0 0,0 0-1 0 0,0-1 1 0 0,0 1 0 0 0,-1-1 0 0 0,0 0 0 0 0,1-1-1 0 0,-1 1 1 0 0,0-1 0 0 0,0 0 0 0 0,-6 1-1 0 0,-9 4-34 0 0,9-2 0 0 0,0 1-1 0 0,1 0 0 0 0,0 0 1 0 0,0 2-1 0 0,-14 9 0 0 0,21-13 47 0 0,-1 0 0 0 0,1-1-1 0 0,0 1 1 0 0,0 0 0 0 0,0 1-1 0 0,0-1 1 0 0,1 0 0 0 0,-1 1 0 0 0,1 0-1 0 0,0-1 1 0 0,0 1 0 0 0,0 0-1 0 0,1 0 1 0 0,-1 0 0 0 0,1 0 0 0 0,0 1-1 0 0,-1 6 1 0 0,2-8 16 0 0,0 0 1 0 0,1 0-1 0 0,0-1 1 0 0,-1 1-1 0 0,1-1 1 0 0,0 1-1 0 0,0 0 1 0 0,1-1-1 0 0,-1 1 1 0 0,0-1-1 0 0,1 0 1 0 0,-1 0-1 0 0,1 1 1 0 0,0-1-1 0 0,0 0 1 0 0,0 0-1 0 0,0 0 1 0 0,0-1-1 0 0,0 1 1 0 0,1 0-1 0 0,-1-1 1 0 0,0 0-1 0 0,1 1 1 0 0,-1-1-1 0 0,1 0 1 0 0,0 0-1 0 0,-1-1 1 0 0,1 1-1 0 0,0 0 1 0 0,-1-1-1 0 0,1 0 1 0 0,0 1-1 0 0,3-1 0 0 0,4 1 53 0 0,-1-1 0 0 0,1 1-1 0 0,0-2 1 0 0,0 1-1 0 0,0-1 1 0 0,0-1-1 0 0,18-5 1 0 0,-5 0-21 0 0,-13 4-150 0 0,0 0-1 0 0,0-1 0 0 0,0 0 0 0 0,0 0 0 0 0,-1-1 1 0 0,0 0-1 0 0,0-1 0 0 0,0 0 0 0 0,15-13 0 0 0,-22 15-768 0 0,0 0-1 0 0,-1 0 0 0 0,1 0 0 0 0,-1 0 1 0 0,0-1-1 0 0,0 1 0 0 0,0 0 0 0 0,0-1 1 0 0,-1 1-1 0 0,0-1 0 0 0,0 1 0 0 0,0 0 0 0 0,0-1 1 0 0,-3-7-1 0 0,3 10 790 0 0,1-10-2336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7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88 6913 0 0,'-1'0'231'0'0,"1"-1"-1"0"0,0 1 0 0 0,0 0 1 0 0,-1-1-1 0 0,1 1 0 0 0,0-1 1 0 0,0 1-1 0 0,0-1 0 0 0,-1 1 1 0 0,1-1-1 0 0,0 1 0 0 0,0-1 1 0 0,0 1-1 0 0,0-1 0 0 0,0 1 0 0 0,0-1 1 0 0,0 1-1 0 0,0-1 0 0 0,0 1 1 0 0,0-1-1 0 0,0 1 0 0 0,0-1 1 0 0,0 1-1 0 0,1-1 0 0 0,-1 0 1 0 0,11-15 2050 0 0,16-7-695 0 0,-11 16-1043 0 0,-1 1 0 0 0,1 0 0 0 0,0 1 1 0 0,26-5-1 0 0,-37 9-473 0 0,0 1 1 0 0,0-1-1 0 0,0 1 1 0 0,0 0-1 0 0,1 1 0 0 0,-1-1 1 0 0,0 1-1 0 0,0 0 1 0 0,0 0-1 0 0,0 1 1 0 0,0 0-1 0 0,0 0 0 0 0,0 0 1 0 0,-1 0-1 0 0,1 0 1 0 0,-1 1-1 0 0,1 0 1 0 0,5 5-1 0 0,30 25-81 0 0,-28-24 65 0 0,-1 0-1 0 0,0 0 1 0 0,16 19 0 0 0,-23-23-184 0 0,-1 0 0 0 0,1 0 0 0 0,-1 1 0 0 0,-1-1 0 0 0,1 1 0 0 0,-1 0 1 0 0,1 0-1 0 0,-2 0 0 0 0,1 0 0 0 0,-1 0 0 0 0,2 12 0 0 0,-3-10-486 0 0,2 19-1400 0 0,-8-14-2456 0 0,1-16-300 0 0,-2-9 2270 0 0,7 12 2052 0 0,-4-11-2990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7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0 2921 0 0,'3'8'1263'0'0,"1"0"1"0"0,0-1-1 0 0,0 1 1 0 0,0-1-1 0 0,1 0 1 0 0,11 12 0 0 0,-10-12-992 0 0,1 1 1 0 0,-1 1-1 0 0,0-1 1 0 0,-1 1-1 0 0,8 17 1 0 0,-13-24-267 0 0,1 0 0 0 0,0 1 0 0 0,-1-1 0 0 0,0 1-1 0 0,1-1 1 0 0,-1 0 0 0 0,0 1 0 0 0,0-1 0 0 0,-1 1 0 0 0,1-1 0 0 0,0 1 0 0 0,-1-1 0 0 0,1 0 0 0 0,-1 1 0 0 0,0-1-1 0 0,0 0 1 0 0,0 0 0 0 0,0 1 0 0 0,0-1 0 0 0,-1 0 0 0 0,1 0 0 0 0,0 0 0 0 0,-1 0 0 0 0,0-1 0 0 0,1 1 0 0 0,-1 0-1 0 0,0-1 1 0 0,-3 3 0 0 0,0-1-505 0 0,1-1-1 0 0,-1 0 0 0 0,0 0 1 0 0,0 0-1 0 0,0-1 0 0 0,1 1 1 0 0,-1-1-1 0 0,-1 0 0 0 0,1-1 1 0 0,-7 1-1 0 0,-21 3-255 0 0,5 7 3287 0 0,28-11-2434 0 0,-1 1 0 0 0,1-1-1 0 0,-1 0 1 0 0,1 0 0 0 0,-1 0 0 0 0,1 1 0 0 0,-1-1 0 0 0,1 0 0 0 0,-1 1 0 0 0,1-1-1 0 0,-1 0 1 0 0,1 1 0 0 0,0-1 0 0 0,-1 1 0 0 0,1-1 0 0 0,0 0 0 0 0,-1 1 0 0 0,1-1-1 0 0,0 1 1 0 0,0-1 0 0 0,-1 1 0 0 0,1-1 0 0 0,0 1 0 0 0,0-1 0 0 0,0 1 0 0 0,0-1 0 0 0,-1 1-1 0 0,1-1 1 0 0,0 1 0 0 0,0 0 0 0 0,0-1 0 0 0,0 1 0 0 0,1-1 0 0 0,-1 1 0 0 0,0-1-1 0 0,0 1 1 0 0,0-1 0 0 0,0 1 0 0 0,0-1 0 0 0,1 1 0 0 0,-1-1 0 0 0,0 1 0 0 0,0-1-1 0 0,1 1 1 0 0,-1-1 0 0 0,0 1 0 0 0,1-1 0 0 0,-1 0 0 0 0,1 1 0 0 0,-1-1 0 0 0,0 1-1 0 0,1-1 1 0 0,-1 0 0 0 0,1 0 0 0 0,0 1 0 0 0,1 0 144 0 0,0 0-1 0 0,0 0 1 0 0,1 0 0 0 0,-1 0 0 0 0,0 0-1 0 0,0-1 1 0 0,1 1 0 0 0,-1-1-1 0 0,1 1 1 0 0,-1-1 0 0 0,5 0 0 0 0,13-4 375 0 0,-1-2-1 0 0,1 0 1 0 0,-1-1 0 0 0,-1-1 0 0 0,33-18 0 0 0,28-11-144 0 0,-50 24-503 0 0,-21 9-225 0 0,0 0 0 0 0,0 1 0 0 0,0 0 0 0 0,1 0-1 0 0,-1 0 1 0 0,1 1 0 0 0,12-1 0 0 0,-13 5-227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8.0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4481 0 0,'1'17'10123'0'0,"22"75"-8046"0"0,89 285-2152 0 0,-106-361-512 0 0,1-1 1 0 0,16 29-1 0 0,11-1-6105 0 0,-42-59-83 0 0,4 6 5532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3:38.4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14 3313 0 0,'-1'1'305'0'0,"1"-1"0"0"0,-1 1 1 0 0,1 0-1 0 0,0-1 1 0 0,-1 1-1 0 0,1 0 0 0 0,0 0 1 0 0,-1-1-1 0 0,1 1 1 0 0,0 0-1 0 0,0-1 0 0 0,0 1 1 0 0,0 0-1 0 0,0 0 1 0 0,0 0-1 0 0,0-1 0 0 0,0 1 1 0 0,0 0-1 0 0,0 0 0 0 0,0-1 1 0 0,0 1-1 0 0,0 0 1 0 0,0 0-1 0 0,1-1 0 0 0,-1 1 1 0 0,0 0-1 0 0,1-1 1 0 0,0 2-1 0 0,0-1-20 0 0,0-1 0 0 0,0 1 1 0 0,1-1-1 0 0,-1 1 0 0 0,0-1 0 0 0,1 1 0 0 0,-1-1 0 0 0,0 0 1 0 0,1 0-1 0 0,-1 0 0 0 0,0 0 0 0 0,1 0 0 0 0,-1 0 1 0 0,0 0-1 0 0,3-1 0 0 0,69-18 2155 0 0,-42 10-1222 0 0,-12 4-1203 0 0,21-1 1131 0 0,-38 7-1497 0 0,-1-1-1 0 0,1 0 1 0 0,0 1-1 0 0,-1 0 0 0 0,1-1 1 0 0,-1 1-1 0 0,1 0 1 0 0,-1 0-1 0 0,1-1 0 0 0,-1 1 1 0 0,1 1-1 0 0,-1-1 1 0 0,2 1-1 0 0,-3-2 151 0 0,0 1-1 0 0,1-1 1 0 0,-1 0 0 0 0,0 0-1 0 0,0 0 1 0 0,1 0 0 0 0,-1 1 0 0 0,0-1-1 0 0,1 0 1 0 0,-1 0 0 0 0,0 0 0 0 0,1 0-1 0 0,-1 0 1 0 0,0 0 0 0 0,1 0-1 0 0,-1 0 1 0 0,0 0 0 0 0,1 0 0 0 0,-1 0-1 0 0,0 0 1 0 0,0 0 0 0 0,1 0-1 0 0,-1-1 1 0 0,0 1 0 0 0,1 0 0 0 0,-1 0-1 0 0,0 0 1 0 0,1 0 0 0 0,-1 0-1 0 0,0-1 1 0 0,0 1 0 0 0,1 0 0 0 0,-1-1-403 0 0,0 1 402 0 0,1 0 1 0 0,-1-1 0 0 0,0 1 0 0 0,0 0-1 0 0,0 0 1 0 0,0-1 0 0 0,0 1-1 0 0,0 0 1 0 0,1-1 0 0 0,-1 0 0 0 0,1 0-669 0 0,4-5-3589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1.4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31 410 3649 0 0,'-10'1'3563'0'0,"-1"-2"1163"0"0,3-16-2908 0 0,8 15-1628 0 0,-1 0-1 0 0,1 0 1 0 0,0 1 0 0 0,0-1-1 0 0,0 0 1 0 0,0 0-1 0 0,0 1 1 0 0,0-1-1 0 0,1 0 1 0 0,-1 0-1 0 0,0 1 1 0 0,1-1 0 0 0,0 0-1 0 0,-1 1 1 0 0,1-1-1 0 0,0 0 1 0 0,0 1-1 0 0,0-1 1 0 0,0 1-1 0 0,0-1 1 0 0,0 1 0 0 0,2-2-1 0 0,35-21 1261 0 0,-11 9-1418 0 0,24-18 334 0 0,164-99 665 0 0,-182 114-884 0 0,1 2 0 0 0,0 2 1 0 0,1 1-1 0 0,62-14 0 0 0,-53 21-66 0 0,-42 5-65 0 0,0 1 0 0 0,0 0 0 0 0,-1 0 0 0 0,1 0 1 0 0,0 0-1 0 0,0 0 0 0 0,0 0 0 0 0,0 0 0 0 0,0 1 1 0 0,-1-1-1 0 0,1 0 0 0 0,0 1 0 0 0,0 0 0 0 0,-1-1 0 0 0,1 1 1 0 0,0 0-1 0 0,-1 0 0 0 0,1 0 0 0 0,2 2 0 0 0,-4-2 6 0 0,-1 0 0 0 0,1 0 0 0 0,-1 0-1 0 0,0-1 1 0 0,1 1 0 0 0,-1 0 0 0 0,0-1-1 0 0,0 1 1 0 0,0-1 0 0 0,1 1-1 0 0,-1 0 1 0 0,0-1 0 0 0,0 0 0 0 0,0 1-1 0 0,0-1 1 0 0,0 0 0 0 0,0 1 0 0 0,0-1-1 0 0,0 0 1 0 0,0 0 0 0 0,0 0-1 0 0,0 0 1 0 0,-2 0 0 0 0,-27 5 119 0 0,18-5-116 0 0,0 0-1 0 0,0-1 1 0 0,0 0-1 0 0,0-1 1 0 0,0 0-1 0 0,0-1 1 0 0,-15-6-1 0 0,-77-37-2 0 0,86 37-38 0 0,7 3 9 0 0,16 8-77 0 0,21 5 52 0 0,33-1 145 0 0,-47-7-43 0 0,0 2 0 0 0,0 0 0 0 0,0 0 1 0 0,0 1-1 0 0,-1 0 0 0 0,1 1 0 0 0,0 1 0 0 0,-1 0 1 0 0,13 6-1 0 0,-23-9-26 0 0,0 0 1 0 0,0 0 0 0 0,-1 0 0 0 0,1 1-1 0 0,0-1 1 0 0,-1 0 0 0 0,1 0-1 0 0,-1 1 1 0 0,1-1 0 0 0,-1 0-1 0 0,1 1 1 0 0,-1-1 0 0 0,0 1 0 0 0,0-1-1 0 0,0 0 1 0 0,0 1 0 0 0,0-1-1 0 0,0 1 1 0 0,0-1 0 0 0,0 1 0 0 0,-1 2-1 0 0,-9 35 360 0 0,8-30-379 0 0,-17 65 68 0 0,-26 93-1838 0 0,36-151 224 0 0,4-9-1927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2.3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0 3953 0 0,'-5'9'7801'0'0,"-2"10"-3698"0"0,-35 110-2544 0 0,23-66-2398 0 0,2 1 1 0 0,-13 119 0 0 0,31-165-3812 0 0,4-36 2033 0 0,6-35 534 0 0,-8 23 1858 0 0,-2 0 0 0 0,-1 0 1 0 0,-4-34-1 0 0,-1-29 1777 0 0,7 99-864 0 0,2 1-1 0 0,-1-1 1 0 0,1 0-1 0 0,0 0 1 0 0,0-1-1 0 0,8 10 1 0 0,-11-14-572 0 0,7 8 271 0 0,1-1 1 0 0,1 0-1 0 0,-1 0 1 0 0,1 0-1 0 0,1-1 0 0 0,-1-1 1 0 0,1 0-1 0 0,0 0 0 0 0,13 3 1 0 0,17 6-1292 0 0,51 10 0 0 0,-77-21 110 0 0,-7-15-5195 0 0,-2-18 3503 0 0,-6 28 2267 0 0,3-18-897 0 0,1-1-799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2.6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2393 0 0,'-2'3'360'0'0,"1"-1"1"0"0,-1 0 0 0 0,1 1 0 0 0,0-1 0 0 0,0 1-1 0 0,0-1 1 0 0,0 1 0 0 0,1-1 0 0 0,-1 1 0 0 0,1 0-1 0 0,-1-1 1 0 0,1 1 0 0 0,0 0 0 0 0,0 2 0 0 0,3 50 1741 0 0,0-24-972 0 0,-4 43 562 0 0,-1-15-1088 0 0,11 97 1 0 0,-3-134-1262 0 0,-3-8-5725 0 0,-13-21 1833 0 0,7 4 2847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3.0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8 1416 0 0,'-51'40'3200'0'0,"49"-38"-3051"0"0,1 0 0 0 0,-1-1 1 0 0,0 1-1 0 0,1 0 1 0 0,-1 0-1 0 0,1-1 1 0 0,0 1-1 0 0,-1 1 1 0 0,1-1-1 0 0,0 0 1 0 0,0 0-1 0 0,0 0 1 0 0,1 0-1 0 0,-1 1 1 0 0,0-1-1 0 0,1 0 1 0 0,0 1-1 0 0,-1-1 1 0 0,1 0-1 0 0,0 1 1 0 0,0-1-1 0 0,0 1 0 0 0,1-1 1 0 0,0 3-1 0 0,-1-4-45 0 0,1-1 0 0 0,0 1-1 0 0,0 0 1 0 0,0-1-1 0 0,0 1 1 0 0,-1 0-1 0 0,1-1 1 0 0,0 1-1 0 0,0-1 1 0 0,0 0-1 0 0,0 1 1 0 0,0-1-1 0 0,1 0 1 0 0,-1 1-1 0 0,0-1 1 0 0,0 0-1 0 0,0 0 1 0 0,0 0 0 0 0,0 0-1 0 0,0 0 1 0 0,0 0-1 0 0,0-1 1 0 0,0 1-1 0 0,0 0 1 0 0,0 0-1 0 0,0-1 1 0 0,0 1-1 0 0,0-1 1 0 0,2 0-1 0 0,31-12 1827 0 0,-33 12-1859 0 0,64-32 2609 0 0,-39 18-1588 0 0,0 2 0 0 0,49-17 0 0 0,-75 29-1075 0 0,1 1 0 0 0,-1 0 0 0 0,0 0-1 0 0,1-1 1 0 0,-1 1 0 0 0,1 0 0 0 0,-1 0 0 0 0,1 0 0 0 0,-1 0 0 0 0,1 0 0 0 0,0 0 0 0 0,-1 0 0 0 0,1 0 0 0 0,-1 0-1 0 0,1 0 1 0 0,-1 0 0 0 0,1 0 0 0 0,-1 0 0 0 0,1 0 0 0 0,-1 1 0 0 0,1-1 0 0 0,-1 0 0 0 0,1 0 0 0 0,-1 0-1 0 0,1 1 1 0 0,-1-1 0 0 0,0 0 0 0 0,1 1 0 0 0,-1-1 0 0 0,1 0 0 0 0,-1 1 0 0 0,0-1 0 0 0,1 1 0 0 0,-1 0 0 0 0,-1 21 203 0 0,-21 33-208 0 0,18-47 32 0 0,0 3-63 0 0,0-1 0 0 0,0 1 0 0 0,1-1 1 0 0,0 1-1 0 0,1 0 0 0 0,-1 15 0 0 0,3-24 8 0 0,-1-1 0 0 0,1 1 0 0 0,0 0 0 0 0,0 0 0 0 0,1 0 0 0 0,-1-1 0 0 0,0 1 0 0 0,0 0 0 0 0,1 0 0 0 0,-1-1 0 0 0,1 1 0 0 0,0 0 0 0 0,-1 0 0 0 0,1-1 0 0 0,0 1 0 0 0,0-1 0 0 0,0 1-1 0 0,0-1 1 0 0,0 1 0 0 0,1-1 0 0 0,-1 0 0 0 0,0 0 0 0 0,1 1 0 0 0,-1-1 0 0 0,1 0 0 0 0,-1 0 0 0 0,1 0 0 0 0,-1 0 0 0 0,1-1 0 0 0,0 1 0 0 0,-1 0 0 0 0,1-1 0 0 0,0 1 0 0 0,-1-1 0 0 0,1 0 0 0 0,0 1 0 0 0,0-1 0 0 0,0 0 0 0 0,-1 0 0 0 0,1 0 0 0 0,0 0 0 0 0,0 0 0 0 0,0-1 0 0 0,-1 1 0 0 0,1-1 0 0 0,0 1 0 0 0,2-2 0 0 0,5 0-20 0 0,1-1-1 0 0,-1-1 1 0 0,0 1 0 0 0,-1-2 0 0 0,1 1 0 0 0,-1-1 0 0 0,0 0 0 0 0,0-1 0 0 0,14-12 0 0 0,21-26-2856 0 0,-10-1-5141 0 0,-32 43 7752 0 0,0 0-1 0 0,-1 0 1 0 0,1 0-1 0 0,0 0 0 0 0,-1 0 1 0 0,1 0-1 0 0,-1-1 0 0 0,1 1 1 0 0,-1 0-1 0 0,0 0 0 0 0,0 0 1 0 0,-1-5-1 0 0,1-2-617 0 0,5-8-1996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3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0 3417 0 0,'-2'1'216'0'0,"1"-1"0"0"0,0 1 1 0 0,-1-1-1 0 0,1 1 0 0 0,0 0 1 0 0,-1 0-1 0 0,1 0 1 0 0,0-1-1 0 0,0 1 0 0 0,0 0 1 0 0,0 0-1 0 0,0 1 0 0 0,0-1 1 0 0,0 0-1 0 0,0 0 0 0 0,1 0 1 0 0,-1 1-1 0 0,0-1 0 0 0,1 0 1 0 0,-1 1-1 0 0,1-1 0 0 0,-1 0 1 0 0,1 1-1 0 0,-1-1 1 0 0,1 1-1 0 0,0-1 0 0 0,0 1 1 0 0,0-1-1 0 0,0 3 0 0 0,-2 51 2038 0 0,2-47-1744 0 0,0 16-78 0 0,1 1 1 0 0,6 28 0 0 0,-6-46-990 0 0,1 0 0 0 0,-1 1 0 0 0,2-1-1 0 0,-1 0 1 0 0,1 0 0 0 0,7 11 0 0 0,-14-29-7601 0 0,2 6 6471 0 0</inkml:trace>
  <inkml:trace contextRef="#ctx0" brushRef="#br0" timeOffset="1">1 202 3433 0 0,'1'3'5400'0'0,"12"3"-3408"0"0,19 3-662 0 0,-23-9-1091 0 0,1 0 0 0 0,-1 0-1 0 0,0-1 1 0 0,0 0 0 0 0,1-1 0 0 0,-1 1 0 0 0,0-2 0 0 0,17-6 0 0 0,35-20-1744 0 0,7-2-4779 0 0,-53 29 1367 0 0,-15 5 3502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4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30 419 2144 0 0,'-3'3'166'0'0,"0"0"0"0"0,1 0-1 0 0,-1-1 1 0 0,1 2 0 0 0,0-1-1 0 0,0 0 1 0 0,0 0 0 0 0,0 1-1 0 0,1-1 1 0 0,-1 1 0 0 0,1-1-1 0 0,0 1 1 0 0,0 0 0 0 0,0-1-1 0 0,1 1 1 0 0,-1 0 0 0 0,1 0-1 0 0,0 0 1 0 0,0-1 0 0 0,0 1-1 0 0,1 0 1 0 0,-1 0 0 0 0,1 0-1 0 0,0-1 1 0 0,0 1-1 0 0,0 0 1 0 0,0-1 0 0 0,1 1-1 0 0,0-1 1 0 0,-1 0 0 0 0,1 1-1 0 0,0-1 1 0 0,1 0 0 0 0,-1 0-1 0 0,1 0 1 0 0,-1 0 0 0 0,1-1-1 0 0,0 1 1 0 0,0-1 0 0 0,0 1-1 0 0,0-1 1 0 0,0 0 0 0 0,1 0-1 0 0,-1-1 1 0 0,0 1 0 0 0,1-1-1 0 0,0 0 1 0 0,-1 1 0 0 0,1-2-1 0 0,0 1 1 0 0,-1 0-1 0 0,1-1 1 0 0,0 1 0 0 0,0-1-1 0 0,4-1 1 0 0,3-1 164 0 0,0 0-1 0 0,0-1 1 0 0,0 0 0 0 0,0-1-1 0 0,0-1 1 0 0,-1 1 0 0 0,0-2-1 0 0,0 1 1 0 0,12-10 0 0 0,-16 11-139 0 0,-1 0 1 0 0,1 0-1 0 0,-1-1 1 0 0,0 0-1 0 0,-1 0 1 0 0,1 0-1 0 0,-1 0 1 0 0,0-1-1 0 0,0 1 1 0 0,-1-1-1 0 0,0 0 1 0 0,0-1-1 0 0,0 1 1 0 0,0 0-1 0 0,-1-1 1 0 0,2-12-1 0 0,-4 18-155 0 0,1 0-1 0 0,-1-1 1 0 0,0 1 0 0 0,0 0-1 0 0,0-1 1 0 0,0 1 0 0 0,-1 0-1 0 0,1-1 1 0 0,0 1-1 0 0,-1 0 1 0 0,1 0 0 0 0,0-1-1 0 0,-1 1 1 0 0,0 0 0 0 0,1 0-1 0 0,-1 0 1 0 0,0 0 0 0 0,1-1-1 0 0,-1 1 1 0 0,0 0-1 0 0,0 0 1 0 0,0 1 0 0 0,0-1-1 0 0,0 0 1 0 0,-1-1 0 0 0,-1 1-11 0 0,0-1 0 0 0,0 1 1 0 0,0 0-1 0 0,-1 0 0 0 0,1 0 1 0 0,0 0-1 0 0,0 1 0 0 0,-1-1 1 0 0,1 1-1 0 0,-4 0 0 0 0,-5 0-251 0 0,0 1 0 0 0,0 1 0 0 0,0 0 0 0 0,-19 5 0 0 0,1 7-895 0 0,25-11 587 0 0,0 0-1 0 0,0-1 1 0 0,0 0 0 0 0,0 0 0 0 0,0 0 0 0 0,-1-1 0 0 0,-8 2-1 0 0,14-3 374 0 0,-1-1 0 0 0,1 1 0 0 0,0-1 0 0 0,0 1 0 0 0,0-1 0 0 0,-1 1 0 0 0,1-1 0 0 0,0 1 0 0 0,0-1 0 0 0,0 1 0 0 0,0-1 0 0 0,0 1 0 0 0,0-1 0 0 0,0 0 0 0 0,0 1-1 0 0,0-1 1 0 0,0 1 0 0 0,0-1 0 0 0,1 1 0 0 0,-1-1 0 0 0,0 1 0 0 0,0-1 0 0 0,0 1 0 0 0,1-1 0 0 0,-1 1 0 0 0,0-1 0 0 0,1 1 0 0 0,-1 0 0 0 0,1-2 0 0 0,12-23-1059 0 0,-10 20 565 0 0,69-125-3002 0 0,-8 15 3314 0 0,-52 92 368 0 0,-3 3 212 0 0,1 1-1 0 0,1 0 0 0 0,20-25 1 0 0,-31 43-188 0 0,1 1 0 0 0,-1 0 0 0 0,0 0 1 0 0,0-1-1 0 0,0 1 0 0 0,0 0 0 0 0,0 0 0 0 0,1 0 0 0 0,-1-1 0 0 0,0 1 1 0 0,0 0-1 0 0,0 0 0 0 0,1 0 0 0 0,-1 0 0 0 0,0 0 0 0 0,0-1 0 0 0,1 1 1 0 0,-1 0-1 0 0,0 0 0 0 0,0 0 0 0 0,1 0 0 0 0,-1 0 0 0 0,0 0 1 0 0,0 0-1 0 0,1 0 0 0 0,-1 0 0 0 0,0 0 0 0 0,0 0 0 0 0,1 0 0 0 0,-1 0 1 0 0,0 0-1 0 0,0 0 0 0 0,1 0 0 0 0,-1 0 0 0 0,0 0 0 0 0,0 0 0 0 0,1 1 1 0 0,-1-1-1 0 0,0 0 0 0 0,0 0 0 0 0,0 0 0 0 0,1 0 0 0 0,-1 0 1 0 0,0 1-1 0 0,0-1 0 0 0,0 0 0 0 0,1 1 0 0 0,5 17 1501 0 0,-1 30 223 0 0,-4-42-1468 0 0,23 274 3999 0 0,-23-273-4310 0 0,-1 3-34 0 0,1 0 0 0 0,1-1-1 0 0,0 1 1 0 0,0-1 0 0 0,1 1 0 0 0,0-1 0 0 0,7 14-1 0 0,-14-85-4605 0 0,-9 11 4065 0 0,10 43 690 0 0,0-1 0 0 0,1 0-1 0 0,0 0 1 0 0,1 0 0 0 0,0-1 0 0 0,0 1 0 0 0,1-16-1 0 0,0 24-43 0 0,1 0 0 0 0,-1 0 0 0 0,1 1 0 0 0,-1-1 0 0 0,1 0 0 0 0,0 1 0 0 0,-1-1 0 0 0,1 1 0 0 0,-1-1 0 0 0,1 0 0 0 0,0 1 0 0 0,0 0 0 0 0,-1-1 0 0 0,1 1 0 0 0,0-1 0 0 0,0 1 0 0 0,0 0 0 0 0,-1 0 0 0 0,1-1 0 0 0,0 1 0 0 0,0 0 0 0 0,0 0 0 0 0,0 0 0 0 0,0 0 0 0 0,-1 0 0 0 0,1 0 0 0 0,0 0 0 0 0,0 0 0 0 0,1 1 0 0 0,37 2 1083 0 0,-21-1-785 0 0,-16-1-313 0 0,1-1-1 0 0,-1 0 0 0 0,1 0 1 0 0,-1-1-1 0 0,1 1 1 0 0,-1 0-1 0 0,0-1 1 0 0,1 1-1 0 0,-1-1 0 0 0,1 0 1 0 0,-1 0-1 0 0,0 0 1 0 0,0 0-1 0 0,0 0 0 0 0,1-1 1 0 0,-1 1-1 0 0,0-1 1 0 0,0 1-1 0 0,2-3 0 0 0,-2 0-21 0 0,1-1 0 0 0,-1 1 0 0 0,0-1 0 0 0,0 1 0 0 0,0-1-1 0 0,-1 0 1 0 0,2-8 0 0 0,4-9-5 0 0,-1-5 12 0 0,-6 21-13 0 0,1 0 0 0 0,0 1 0 0 0,1-1 0 0 0,-1 1 0 0 0,1-1-1 0 0,0 1 1 0 0,1 0 0 0 0,-1-1 0 0 0,1 1 0 0 0,3-4 0 0 0,-6 61 1800 0 0,-1 15-1147 0 0,7 69 0 0 0,10 0-2967 0 0,-15-127 1762 0 0,2 22-3585 0 0,-3-30 3964 0 0,0-1-1 0 0,0 1 1 0 0,0-1 0 0 0,0 1-1 0 0,0-1 1 0 0,0 1-1 0 0,0-1 1 0 0,-1 1-1 0 0,1-1 1 0 0,0 1-1 0 0,0-1 1 0 0,0 0 0 0 0,-1 1-1 0 0,1-1 1 0 0,0 1-1 0 0,-1-1 1 0 0,1 0-1 0 0,0 1 1 0 0,-1-1-1 0 0,1 0 1 0 0,0 1 0 0 0,-1-1-1 0 0,1 0 1 0 0,-1 1-1 0 0,1-1 1 0 0,0 0-1 0 0,-1 0 1 0 0,1 1 0 0 0,-1-1-1 0 0,1 0 1 0 0,-1 0-1 0 0,1 0 1 0 0,-1 0-1 0 0,1 0 1 0 0,-1 0-1 0 0,1 0 1 0 0,-1 0 0 0 0,1 0-1 0 0,-1 0 1 0 0,1 0-1 0 0,-1 0 1 0 0,1 0-1 0 0,-1 0 1 0 0,1 0-1 0 0,-1-1 1 0 0,0 1 0 0 0,-2-1-2038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4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 0 1408 0 0,'-5'9'453'0'0,"0"-1"0"0"0,1 1 0 0 0,0 0 0 0 0,1 1 1 0 0,0-1-1 0 0,0 0 0 0 0,1 1 0 0 0,0 0 0 0 0,1-1 0 0 0,0 1 0 0 0,1 0 0 0 0,0 0 0 0 0,1 10 0 0 0,-1-17-321 0 0,1 1 1 0 0,-1-1-1 0 0,1 0 0 0 0,0 1 0 0 0,0-1 1 0 0,0 0-1 0 0,1 0 0 0 0,-1 0 1 0 0,1 0-1 0 0,0 0 0 0 0,0 0 1 0 0,0 0-1 0 0,0 0 0 0 0,0-1 1 0 0,0 1-1 0 0,5 3 0 0 0,-4-5 14 0 0,0 1-1 0 0,0-1 0 0 0,0 1 0 0 0,1-1 1 0 0,-1 0-1 0 0,1 0 0 0 0,-1 0 0 0 0,1-1 1 0 0,-1 1-1 0 0,1-1 0 0 0,-1 0 0 0 0,1 0 1 0 0,-1 0-1 0 0,1-1 0 0 0,-1 1 0 0 0,1-1 1 0 0,-1 1-1 0 0,1-1 0 0 0,3-2 0 0 0,5-1 460 0 0,0 0-1 0 0,0-1 1 0 0,-1-1-1 0 0,18-11 1 0 0,-25 15-445 0 0,0-1 1 0 0,0 0-1 0 0,0 0 0 0 0,-1 0 1 0 0,1 0-1 0 0,-1 0 1 0 0,0-1-1 0 0,0 0 1 0 0,0 1-1 0 0,0-1 0 0 0,-1 0 1 0 0,1-1-1 0 0,-1 1 1 0 0,0 0-1 0 0,1-5 1 0 0,-3 7-108 0 0,0-1 1 0 0,0 1 0 0 0,0 0 0 0 0,-1 0 0 0 0,1-1-1 0 0,-1 1 1 0 0,1 0 0 0 0,-1 0 0 0 0,0 0-1 0 0,0 0 1 0 0,0 0 0 0 0,0 0 0 0 0,0 0-1 0 0,0 0 1 0 0,0 0 0 0 0,-1 0 0 0 0,1 1 0 0 0,-1-1-1 0 0,1 0 1 0 0,-1 1 0 0 0,0-1 0 0 0,0 1-1 0 0,0 0 1 0 0,0 0 0 0 0,0-1 0 0 0,0 1 0 0 0,0 1-1 0 0,-4-3 1 0 0,-4-1-21 0 0,0 0 1 0 0,0 1-1 0 0,-1 0 0 0 0,-15-3 0 0 0,17 5-257 0 0,0 1-1 0 0,1-1 0 0 0,-1 2 0 0 0,1-1 1 0 0,-1 1-1 0 0,1 1 0 0 0,-1-1 0 0 0,1 1 1 0 0,-14 6-1 0 0,17-6-204 0 0,0 0 0 0 0,1 0 0 0 0,-1 0 0 0 0,1 1 0 0 0,0-1 0 0 0,-1 1 0 0 0,1 0 0 0 0,1 0 0 0 0,-1 1 0 0 0,0-1 0 0 0,1 1-1 0 0,0 0 1 0 0,-1 0 0 0 0,2 0 0 0 0,-1 1 0 0 0,0-1 0 0 0,-3 9 0 0 0,6-7-3358 0 0,8-12 1698 0 0,8-14 356 0 0,-15 19 1507 0 0,14-12-1549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5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60 2016 0 0,'-2'0'279'0'0,"0"0"-1"0"0,-1 0 0 0 0,1 1 0 0 0,0-1 1 0 0,0 0-1 0 0,0 1 0 0 0,0-1 0 0 0,1 1 1 0 0,-1 0-1 0 0,0 0 0 0 0,0 0 0 0 0,0 0 0 0 0,0 0 1 0 0,1 0-1 0 0,-1 0 0 0 0,-2 2 0 0 0,4-3-239 0 0,0 0-1 0 0,0 1 0 0 0,0-1 0 0 0,0 0 1 0 0,0 0-1 0 0,0 0 0 0 0,-1 0 1 0 0,1 0-1 0 0,0 0 0 0 0,0 1 0 0 0,0-1 1 0 0,0 0-1 0 0,0 0 0 0 0,0 0 0 0 0,0 0 1 0 0,0 0-1 0 0,0 0 0 0 0,0 1 0 0 0,0-1 1 0 0,0 0-1 0 0,0 0 0 0 0,0 0 1 0 0,0 0-1 0 0,0 1 0 0 0,0-1 0 0 0,0 0 1 0 0,0 0-1 0 0,0 0 0 0 0,0 0 0 0 0,0 0 1 0 0,0 0-1 0 0,0 1 0 0 0,0-1 0 0 0,1 0 1 0 0,-1 0-1 0 0,0 0 0 0 0,0 0 1 0 0,0 0-1 0 0,0 0 0 0 0,0 1 0 0 0,0-1 1 0 0,0 0-1 0 0,1 0 0 0 0,-1 0 0 0 0,0 0 1 0 0,0 0-1 0 0,0 0 0 0 0,0 0 1 0 0,0 0-1 0 0,0 0 0 0 0,1 0 0 0 0,-1 0 1 0 0,0 0-1 0 0,0 0 0 0 0,0 0 0 0 0,23-3 1467 0 0,49-14 1402 0 0,-53 14-2352 0 0,-1-1 0 0 0,1-1 0 0 0,0 0 0 0 0,-1-2 0 0 0,24-11 1 0 0,-41 18-535 0 0,-1 0 0 0 0,0-1 1 0 0,1 1-1 0 0,-1 0 0 0 0,0 0 1 0 0,0 0-1 0 0,1 0 0 0 0,-1 0 1 0 0,0 0-1 0 0,0 0 1 0 0,1-1-1 0 0,-1 1 0 0 0,0 0 1 0 0,0 0-1 0 0,1 0 0 0 0,-1-1 1 0 0,0 1-1 0 0,0 0 0 0 0,0 0 1 0 0,1-1-1 0 0,-1 1 0 0 0,0 0 1 0 0,0 0-1 0 0,0-1 1 0 0,0 1-1 0 0,0 0 0 0 0,1 0 1 0 0,-1-1-1 0 0,0 1 0 0 0,0 0 1 0 0,0-1-1 0 0,0 1 0 0 0,0 0 1 0 0,0-1-1 0 0,0 1 1 0 0,0 0-1 0 0,0 0 0 0 0,0-1 1 0 0,0 1-1 0 0,-1 0 0 0 0,1-1 1 0 0,-14-4 380 0 0,-19 3-169 0 0,20 4-273 0 0,1 1-1 0 0,-1 0 1 0 0,1 0 0 0 0,0 1 0 0 0,0 1-1 0 0,0 0 1 0 0,1 1 0 0 0,-12 7-1 0 0,18-10 0 0 0,1 0-1 0 0,0 0 0 0 0,1 1 1 0 0,-1-1-1 0 0,1 1 0 0 0,-1 0 1 0 0,1 0-1 0 0,0 0 0 0 0,0 1 0 0 0,1-1 1 0 0,0 1-1 0 0,-1-1 0 0 0,1 1 1 0 0,1 0-1 0 0,-1 0 0 0 0,1 0 0 0 0,0 0 1 0 0,0 0-1 0 0,0 0 0 0 0,1 0 1 0 0,0 0-1 0 0,0 8 0 0 0,0-5 58 0 0,1 0 1 0 0,0 0-1 0 0,0 1 0 0 0,1-1 0 0 0,0 0 1 0 0,1-1-1 0 0,0 1 0 0 0,0 0 0 0 0,0-1 0 0 0,1 0 1 0 0,0 1-1 0 0,0-2 0 0 0,1 1 0 0 0,0 0 0 0 0,0-1 1 0 0,1 0-1 0 0,0 0 0 0 0,0-1 0 0 0,0 1 0 0 0,0-1 1 0 0,1-1-1 0 0,0 1 0 0 0,0-1 0 0 0,0 0 0 0 0,1-1 1 0 0,-1 1-1 0 0,1-2 0 0 0,0 1 0 0 0,0-1 1 0 0,0 0-1 0 0,0-1 0 0 0,0 0 0 0 0,0 0 0 0 0,0-1 1 0 0,0 0-1 0 0,1 0 0 0 0,-1-1 0 0 0,12-2 0 0 0,3-1-205 0 0,0-2-1 0 0,37-14 1 0 0,6-12-6807 0 0,-65 32 6756 0 0,0-1 0 0 0,0 0 0 0 0,1 0 1 0 0,-1 0-1 0 0,0 1 0 0 0,0-1 0 0 0,0 0 0 0 0,0-1 0 0 0,0 1 0 0 0,0 0 0 0 0,-1 0 1 0 0,1 0-1 0 0,0 0 0 0 0,0-1 0 0 0,-1 1 0 0 0,1 0 0 0 0,-1-1 0 0 0,1 1 0 0 0,-1 0 0 0 0,0-1 1 0 0,1 1-1 0 0,-1-1 0 0 0,0-1 0 0 0,2-7-1015 0 0,6-7-1227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5.7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1928 0 0,'-1'0'105'0'0,"1"0"0"0"0,0 0-1 0 0,0 0 1 0 0,0 0-1 0 0,0 0 1 0 0,-1 0 0 0 0,1 0-1 0 0,0 0 1 0 0,0 0-1 0 0,0 0 1 0 0,0 0 0 0 0,-1 0-1 0 0,1 1 1 0 0,0-1-1 0 0,0 0 1 0 0,0 0-1 0 0,0 0 1 0 0,-1 0 0 0 0,1 0-1 0 0,0 0 1 0 0,0 0-1 0 0,0 1 1 0 0,0-1 0 0 0,0 0-1 0 0,0 0 1 0 0,-1 0-1 0 0,1 0 1 0 0,0 0 0 0 0,0 1-1 0 0,0-1 1 0 0,0 0-1 0 0,0 0 1 0 0,0 0 0 0 0,0 0-1 0 0,0 1 1 0 0,0-1-1 0 0,0 0 1 0 0,0 0-1 0 0,0 0 1 0 0,0 0 0 0 0,0 1-1 0 0,0-1 1 0 0,0 0-1 0 0,0 0 1 0 0,0 0 0 0 0,0 1-1 0 0,0-1 1 0 0,0 0-1 0 0,0 0 1 0 0,0 0 0 0 0,0 0-1 0 0,0 1 1 0 0,1-1-1 0 0,-2 24 1760 0 0,4 26-802 0 0,1 47 186 0 0,-4-63-1252 0 0,1 0 0 0 0,2 0-1 0 0,1 0 1 0 0,2 0-1 0 0,20 64 1 0 0,-26-98-65 0 0,0 1 0 0 0,0 0 1 0 0,0 0-1 0 0,0-1 0 0 0,0 1 0 0 0,1 0 1 0 0,-1-1-1 0 0,0 1 0 0 0,1 0 0 0 0,-1-1 0 0 0,0 1 1 0 0,1 0-1 0 0,-1-1 0 0 0,1 1 0 0 0,-1-1 1 0 0,1 1-1 0 0,-1-1 0 0 0,1 1 0 0 0,-1-1 1 0 0,1 1-1 0 0,0-1 0 0 0,-1 0 0 0 0,1 1 1 0 0,0-1-1 0 0,0 1 0 0 0,6-16-1397 0 0,-5-31 352 0 0,-25-61 1483 0 0,10 55 591 0 0,14 51-878 0 0,-1 0 0 0 0,0 1 1 0 0,0-1-1 0 0,1 0 1 0 0,-1 1-1 0 0,1-1 1 0 0,-1 1-1 0 0,1-1 1 0 0,-1 0-1 0 0,1 1 1 0 0,-1-1-1 0 0,1 1 1 0 0,-1 0-1 0 0,1-1 0 0 0,-1 1 1 0 0,1-1-1 0 0,0 1 1 0 0,-1 0-1 0 0,1-1 1 0 0,0 1-1 0 0,-1 0 1 0 0,1 0-1 0 0,0 0 1 0 0,-1-1-1 0 0,1 1 1 0 0,0 0-1 0 0,0 0 0 0 0,-1 0 1 0 0,1 0-1 0 0,0 0 1 0 0,0 0-1 0 0,0 1 1 0 0,44-3 557 0 0,-10 0-217 0 0,-33 2-401 0 0,0-1-1 0 0,0 1 1 0 0,0-1-1 0 0,0 0 1 0 0,1 0-1 0 0,-1 0 1 0 0,-1 0-1 0 0,1-1 1 0 0,0 1 0 0 0,0 0-1 0 0,0-1 1 0 0,-1 1-1 0 0,1-1 1 0 0,0 0-1 0 0,-1 1 1 0 0,0-1-1 0 0,1 0 1 0 0,-1 0-1 0 0,0 0 1 0 0,0 0-1 0 0,0 0 1 0 0,0 0-1 0 0,0 0 1 0 0,-1 0-1 0 0,1-1 1 0 0,-1 1-1 0 0,1 0 1 0 0,-1-4-1 0 0,1-8 100 0 0,-1 0 0 0 0,0 1-1 0 0,-4-27 1 0 0,0 1 937 0 0,24 120 1560 0 0,-1 44-1917 0 0,-13-72-1087 0 0,2-1-1 0 0,2 0 1 0 0,35 100 0 0 0,-38-142-2125 0 0,-2-12 270 0 0,3-27-1456 0 0,-4-47-715 0 0,-8 44 2681 0 0,6 1 139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6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58 1288 0 0,'0'0'84'0'0,"-1"0"0"0"0,1 0 0 0 0,0-1 0 0 0,0 1 0 0 0,0 0 0 0 0,0 0 1 0 0,0-1-1 0 0,0 1 0 0 0,-1 0 0 0 0,1 0 0 0 0,0 0 0 0 0,0-1 0 0 0,0 1 0 0 0,-1 0 0 0 0,1 0 0 0 0,0 0 0 0 0,0 0 0 0 0,-1 0 0 0 0,1 0 0 0 0,0-1 0 0 0,0 1 0 0 0,-1 0 0 0 0,1 0 0 0 0,0 0 0 0 0,0 0 0 0 0,-1 0 0 0 0,1 0 0 0 0,0 0 0 0 0,0 0 0 0 0,-1 0 0 0 0,1 0 0 0 0,0 0 0 0 0,-1 0 0 0 0,1 0 1 0 0,0 0-1 0 0,0 1 0 0 0,-1-1 0 0 0,1 0 0 0 0,0 0 0 0 0,0 0 0 0 0,0 0 0 0 0,-1 0 0 0 0,1 0 0 0 0,0 1 0 0 0,0-1 0 0 0,0 0 0 0 0,-1 0 0 0 0,1 0 0 0 0,0 1 0 0 0,0-1 0 0 0,0 0 0 0 0,0 0 0 0 0,-1 0 0 0 0,1 1 0 0 0,0-1 0 0 0,0 0 0 0 0,0 0 0 0 0,0 1 0 0 0,0-1 0 0 0,0 0 0 0 0,0 1 1 0 0,0-1-1 0 0,0 0 0 0 0,0 0 0 0 0,0 1 0 0 0,0-1 0 0 0,0 0 0 0 0,0 0 0 0 0,0 1 0 0 0,0 0-5 0 0,0 0 0 0 0,1 0 0 0 0,-1-1 0 0 0,0 1 0 0 0,0 0 0 0 0,1 0 0 0 0,-1 0 0 0 0,0 0 0 0 0,1-1 0 0 0,-1 1 0 0 0,1 0 0 0 0,-1 0 0 0 0,1-1 0 0 0,0 1 0 0 0,-1-1 0 0 0,1 1 0 0 0,0 0 1 0 0,-1-1-1 0 0,1 1 0 0 0,0-1 0 0 0,0 1 0 0 0,-1-1 0 0 0,1 0 0 0 0,0 1 0 0 0,0-1 0 0 0,0 0 0 0 0,0 0 0 0 0,-1 1 0 0 0,2-1 0 0 0,4 0 243 0 0,-1 0 0 0 0,1 0-1 0 0,-1-1 1 0 0,1 1 0 0 0,-1-1-1 0 0,1-1 1 0 0,-1 1 0 0 0,0-1 0 0 0,7-2-1 0 0,51-26 2011 0 0,-49 23-1768 0 0,-5 2-110 0 0,0 0-1 0 0,0 1 0 0 0,1 0 0 0 0,-1 1 1 0 0,1 0-1 0 0,0 1 0 0 0,17-3 0 0 0,-26 5-418 0 0,-1 0-1 0 0,1 0 1 0 0,-1 1-1 0 0,0-1 0 0 0,1 0 1 0 0,-1 0-1 0 0,0 1 1 0 0,1-1-1 0 0,-1 0 0 0 0,0 1 1 0 0,1-1-1 0 0,-1 0 0 0 0,0 1 1 0 0,1-1-1 0 0,-1 0 1 0 0,0 1-1 0 0,0-1 0 0 0,0 0 1 0 0,1 1-1 0 0,-1-1 1 0 0,0 1-1 0 0,0-1 0 0 0,0 1 1 0 0,0-1-1 0 0,0 0 0 0 0,0 1 1 0 0,0-1-1 0 0,0 1 1 0 0,0-1-1 0 0,0 1 0 0 0,0-1 1 0 0,0 0-1 0 0,0 1 1 0 0,0-1-1 0 0,0 1 0 0 0,0-1 1 0 0,-1 1-1 0 0,1-1 0 0 0,0 0 1 0 0,0 1-1 0 0,0-1 1 0 0,-1 0-1 0 0,1 1 0 0 0,-11 24 252 0 0,9-20-180 0 0,-71 190 39 0 0,31-63-3860 0 0,41-120-2383 0 0,10-25 1897 0 0,11-23 39 0 0,-10 19 1839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6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2865 0 0,'0'16'9776'0'0,"14"39"-5902"0"0,-3-13-2628 0 0,11 162 570 0 0,-19-150-2164 0 0,2-1 1 0 0,2-1-1 0 0,19 68 1 0 0,-16-100-1330 0 0,-10-19 1538 0 0,1-1 1 0 0,-1 0-1 0 0,0 0 0 0 0,0 1 0 0 0,1-1 1 0 0,-1 0-1 0 0,0 0 0 0 0,0 0 1 0 0,1 0-1 0 0,-1 1 0 0 0,0-1 1 0 0,1 0-1 0 0,-1 0 0 0 0,0 0 0 0 0,1 0 1 0 0,-1 0-1 0 0,0 0 0 0 0,1 0 1 0 0,-1 0-1 0 0,0 0 0 0 0,1 0 0 0 0,-1 0 1 0 0,0 0-1 0 0,1 0 0 0 0,-1 0 1 0 0,0 0-1 0 0,1 0 0 0 0,-1 0 0 0 0,0-1 1 0 0,1 1-1 0 0,-1 0 0 0 0,2-2-367 0 0,-1 0 0 0 0,1 1 0 0 0,-1-1-1 0 0,0 0 1 0 0,0 0 0 0 0,0 0 0 0 0,0 0 0 0 0,0 0-1 0 0,0 0 1 0 0,-1 0 0 0 0,1 0 0 0 0,-1 0 0 0 0,1-1-1 0 0,-1-3 1 0 0,4-10-2692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8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8 185 4273 0 0,'-1'0'138'0'0,"0"-1"0"0"0,1 0 1 0 0,-1 0-1 0 0,0 0 0 0 0,1 0 1 0 0,-1 0-1 0 0,1 0 0 0 0,0 0 0 0 0,-1 0 1 0 0,1 0-1 0 0,0 0 0 0 0,-1 0 1 0 0,1 0-1 0 0,0 0 0 0 0,0 0 0 0 0,0 0 1 0 0,0 0-1 0 0,0 0 0 0 0,0 0 1 0 0,0 0-1 0 0,0 0 0 0 0,1 0 0 0 0,-1 0 1 0 0,0 0-1 0 0,0 0 0 0 0,1 0 1 0 0,-1 0-1 0 0,2-2 0 0 0,0 1-73 0 0,1-1 1 0 0,-1 1-1 0 0,1 0 0 0 0,0 0 0 0 0,0 0 0 0 0,0 1 0 0 0,0-1 1 0 0,6-2-1 0 0,42-15 1380 0 0,0 2 0 0 0,78-16 1 0 0,111-8 1059 0 0,-203 36-2349 0 0,31-5 20 0 0,0 4-1 0 0,1 3 0 0 0,-1 3 0 0 0,0 2 0 0 0,1 4 1 0 0,-2 3-1 0 0,82 21 0 0 0,226 74 390 0 0,-281-72-379 0 0,173 84-1 0 0,-234-97-160 0 0,-1 2-1 0 0,0 1 1 0 0,-2 1-1 0 0,-1 2 1 0 0,0 1 0 0 0,-2 1-1 0 0,-1 1 1 0 0,-2 2-1 0 0,-1 0 1 0 0,-1 2-1 0 0,32 61 1 0 0,45 86 88 0 0,-7 4 1 0 0,83 244-1 0 0,-159-370-49 0 0,-2 0 1 0 0,-3 0-1 0 0,-3 1 0 0 0,-2 0 0 0 0,-2 1 0 0 0,-8 103 1 0 0,-7-49 8 0 0,-5-1 0 0 0,-48 169 1 0 0,43-209 61 0 0,-5 0 0 0 0,-2-2 0 0 0,-3-1 0 0 0,-3-2 0 0 0,-3-1 0 0 0,-3-1 0 0 0,-57 68 0 0 0,66-97-12 0 0,-2-1 0 0 0,-1-2 0 0 0,-54 42 0 0 0,-126 73 348 0 0,-47 38 673 0 0,188-124-907 0 0,2 4 1 0 0,4 3-1 0 0,2 3 0 0 0,-66 96 1 0 0,95-114-198 0 0,3 2-1 0 0,2 1 1 0 0,2 1 0 0 0,3 1-1 0 0,3 2 1 0 0,2 0-1 0 0,-15 79 1 0 0,30-111-40 0 0,0-7 6 0 0,1 1 1 0 0,1 0-1 0 0,1 0 1 0 0,1 0 0 0 0,0 1-1 0 0,2-1 1 0 0,6 45-1 0 0,-4-68-224 0 0,0-8 79 0 0,0-12 7 0 0,-91-543-216 0 0,87 546 362 0 0,1 6 1 0 0,0 0 0 0 0,-1 0 1 0 0,0 0-1 0 0,-1 0 0 0 0,0 0 1 0 0,-1 1-1 0 0,0-1 0 0 0,-8-13 1 0 0,12 24-14 0 0,0 0 0 0 0,0 0 0 0 0,0 0 1 0 0,0-1-1 0 0,0 1 0 0 0,0 0 0 0 0,0 0 0 0 0,-1 0 1 0 0,1 0-1 0 0,0 0 0 0 0,0 0 0 0 0,0 0 1 0 0,0 0-1 0 0,0 0 0 0 0,-1 0 0 0 0,1 0 0 0 0,0 0 1 0 0,0 0-1 0 0,0 0 0 0 0,0 0 0 0 0,-1 0 1 0 0,1 0-1 0 0,0 0 0 0 0,0 0 0 0 0,0 0 0 0 0,0 0 1 0 0,0 0-1 0 0,-1 0 0 0 0,1 0 0 0 0,0 0 0 0 0,0 0 1 0 0,0 0-1 0 0,0 0 0 0 0,0 0 0 0 0,-1 0 1 0 0,1 0-1 0 0,0 1 0 0 0,0-1 0 0 0,0 0 0 0 0,0 0 1 0 0,0 0-1 0 0,0 0 0 0 0,0 0 0 0 0,0 0 1 0 0,-1 1-1 0 0,1-1 0 0 0,0 0 0 0 0,0 0 0 0 0,0 0 1 0 0,0 0-1 0 0,0 0 0 0 0,0 1 0 0 0,0-1 1 0 0,0 0-1 0 0,-6 17 39 0 0,1 16-6 0 0,9 52 94 0 0,22 124-1 0 0,2 13 30 0 0,-28-218-149 0 0,0-1 1 0 0,0 0-1 0 0,0 0 0 0 0,1 0 1 0 0,-1 1-1 0 0,1-1 0 0 0,0 0 1 0 0,0 0-1 0 0,0 0 0 0 0,0 0 1 0 0,1 0-1 0 0,-1 0 0 0 0,1-1 1 0 0,-1 1-1 0 0,3 2 0 0 0,-3-4-4 0 0,0-1 0 0 0,-1 1-1 0 0,1-1 1 0 0,0 0 0 0 0,0 1-1 0 0,-1-1 1 0 0,1 0 0 0 0,0 0-1 0 0,0 1 1 0 0,-1-1 0 0 0,1 0-1 0 0,0 0 1 0 0,0 0 0 0 0,-1 0-1 0 0,1 0 1 0 0,0 0 0 0 0,0 0-1 0 0,0 0 1 0 0,-1 0 0 0 0,1-1-1 0 0,0 1 1 0 0,0 0 0 0 0,25-19 54 0 0,67-65 61 0 0,4 3-1 0 0,114-72 1 0 0,-194 141 229 0 0,-11 7-849 0 0,0 0 0 0 0,1 1 0 0 0,-1 0 0 0 0,1 0 0 0 0,10-4 0 0 0,-15 7-6 0 0,1 1 0 0 0,-1-1 0 0 0,0 1 0 0 0,1 0 0 0 0,-1-1 0 0 0,1 1 0 0 0,-1 0 0 0 0,0 1 0 0 0,1-1 0 0 0,-1 0-1 0 0,1 1 1 0 0,-1-1 0 0 0,0 1 0 0 0,1-1 0 0 0,-1 1 0 0 0,0 0 0 0 0,0 0 0 0 0,0 0 0 0 0,1 1 0 0 0,-1-1 0 0 0,2 3 0 0 0,23 18-5258 0 0,-14-9 1968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5:59.8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1 232 3745 0 0,'23'-22'4788'0'0,"4"-4"-4416"0"0,0 2 113 0 0,2 1 0 0 0,0 2 1 0 0,2 0-1 0 0,0 2 1 0 0,1 2-1 0 0,1 1 1 0 0,1 1-1 0 0,43-13 1 0 0,-76 28-469 0 0,-1 0 0 0 0,1 0 1 0 0,-1 0-1 0 0,1 0 1 0 0,-1 0-1 0 0,1 0 1 0 0,-1 0-1 0 0,1 1 0 0 0,0-1 1 0 0,-1 0-1 0 0,1 0 1 0 0,-1 0-1 0 0,1 0 1 0 0,-1 1-1 0 0,1-1 0 0 0,-1 0 1 0 0,1 1-1 0 0,-1-1 1 0 0,0 0-1 0 0,1 1 1 0 0,-1-1-1 0 0,1 1 1 0 0,-1-1-1 0 0,0 0 0 0 0,1 1 1 0 0,-1-1-1 0 0,0 1 1 0 0,1-1-1 0 0,-1 1 1 0 0,0-1-1 0 0,0 1 0 0 0,0-1 1 0 0,1 1-1 0 0,-1-1 1 0 0,0 1-1 0 0,0 0 1 0 0,0-1-1 0 0,0 1 1 0 0,0-1-1 0 0,0 1 0 0 0,0-1 1 0 0,0 1-1 0 0,0 0 1 0 0,-1 0-1 0 0,-2 34 219 0 0,2-28-226 0 0,-24 189-904 0 0,-4 38-4954 0 0,28-230 3574 0 0,0-7 1070 0 0,0-12 313 0 0,1 10 444 0 0,2-15-1563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0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68 2865 0 0,'-2'3'3161'0'0,"2"-3"-3082"0"0,16 1 963 0 0,0-6-297 0 0,-1-1 0 0 0,27-16 0 0 0,-31 16-334 0 0,0 0 0 0 0,0 0 0 0 0,1 1 0 0 0,0 1 0 0 0,-1 0 0 0 0,17-3 0 0 0,-27 7-371 0 0,0 0 0 0 0,0 0 0 0 0,0 0 1 0 0,0 0-1 0 0,0 1 0 0 0,0-1 0 0 0,0 0 0 0 0,0 1 1 0 0,0-1-1 0 0,-1 0 0 0 0,1 1 0 0 0,0-1 0 0 0,0 1 1 0 0,0 0-1 0 0,-1-1 0 0 0,1 1 0 0 0,0 0 1 0 0,0-1-1 0 0,-1 1 0 0 0,1 0 0 0 0,-1 0 0 0 0,1-1 1 0 0,-1 1-1 0 0,1 0 0 0 0,-1 0 0 0 0,1 0 1 0 0,-1 0-1 0 0,0 0 0 0 0,1 0 0 0 0,-1 0 0 0 0,0 0 1 0 0,0 0-1 0 0,0 0 0 0 0,0 0 0 0 0,0 0 1 0 0,0 0-1 0 0,0 0 0 0 0,0 1 0 0 0,-3 45 355 0 0,2-41-355 0 0,-24 134 109 0 0,0 6-1060 0 0,22-121-428 0 0,2-1 0 0 0,2 25 0 0 0,-1-48 1186 0 0,0 0 1 0 0,0 0-1 0 0,0-1 0 0 0,0 1 0 0 0,0 0 0 0 0,0 0 0 0 0,0 0 0 0 0,0-1 0 0 0,0 1 0 0 0,0 0 0 0 0,1 0 0 0 0,-1-1 1 0 0,0 1-1 0 0,1 0 0 0 0,-1-1 0 0 0,0 1 0 0 0,1 0 0 0 0,-1-1 0 0 0,1 1 0 0 0,-1-1 0 0 0,1 1 0 0 0,0 0 0 0 0,14-8-4103 0 0,-8-2 2714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0.7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3201 0 0,'1'20'763'0'0,"2"-1"0"0"0,0 1 0 0 0,11 36 0 0 0,2 10-731 0 0,3 45 100 0 0,29 136-282 0 0,-48-246 118 0 0,0-1 1 0 0,0 0-1 0 0,0 0 1 0 0,-1 1-1 0 0,1-1 1 0 0,0 0 0 0 0,0 0-1 0 0,0 1 1 0 0,0-1-1 0 0,0 0 1 0 0,0 0-1 0 0,0 1 1 0 0,0-1-1 0 0,0 0 1 0 0,0 1 0 0 0,0-1-1 0 0,0 0 1 0 0,0 0-1 0 0,0 1 1 0 0,1-1-1 0 0,-1 0 1 0 0,0 0 0 0 0,0 1-1 0 0,0-1 1 0 0,0 0-1 0 0,0 0 1 0 0,1 0-1 0 0,-1 1 1 0 0,0-1-1 0 0,0 0 1 0 0,0 0 0 0 0,1 0-1 0 0,-1 1 1 0 0,0-1-1 0 0,0 0 1 0 0,0 0-1 0 0,1 0 1 0 0,-1 0-1 0 0,0 0 1 0 0,0 0 0 0 0,1 0-1 0 0,-1 0 1 0 0,0 1-1 0 0,0-1 1 0 0,1 0-1 0 0,-1 0 1 0 0,0 0-1 0 0,1 0 1 0 0,-1 0 0 0 0,0 0-1 0 0,0 0 1 0 0,1 0-1 0 0,-1-1 1 0 0,6-17-829 0 0,-1-28 141 0 0,-3-4 575 0 0,-3 1 0 0 0,-2-1 0 0 0,-11-62 0 0 0,20 112 363 0 0,0 0 1 0 0,0-1 0 0 0,0 0-1 0 0,-1 0 1 0 0,1 0 0 0 0,0-1-1 0 0,-1 0 1 0 0,1 0 0 0 0,5-3-1 0 0,-3-1-192 0 0,0 0 0 0 0,-1 0 0 0 0,0-1 0 0 0,0 0 0 0 0,-1-1 0 0 0,0 1 0 0 0,0-1 0 0 0,5-10 0 0 0,-8 14 106 0 0,-1 1 0 0 0,-1-1 0 0 0,1 1 0 0 0,0-1 0 0 0,-1 0 0 0 0,0 0 0 0 0,0 0 0 0 0,0 0 0 0 0,0 0 0 0 0,-1 0 0 0 0,1 0 0 0 0,-1 0 0 0 0,0 0 0 0 0,-1 0 0 0 0,1 0 0 0 0,-1 0 0 0 0,1 0 0 0 0,-1 0 0 0 0,0 0 0 0 0,-1 0 0 0 0,1 1 0 0 0,-3-6 0 0 0,9 23 564 0 0,-1-1 0 0 0,-1 2-1 0 0,0-1 1 0 0,1 26-1 0 0,5 86 54 0 0,-8-49-624 0 0,-1-18-524 0 0,2-1-1 0 0,3 1 1 0 0,17 80-1 0 0,-20-131-52 0 0,-2-4 135 0 0,0 0 0 0 0,1-1 0 0 0,0 1 1 0 0,0-1-1 0 0,0 1 0 0 0,0-1 0 0 0,0 1 1 0 0,1-1-1 0 0,0 0 0 0 0,-1 0 0 0 0,1 0 0 0 0,0 0 1 0 0,1 0-1 0 0,3 4 0 0 0,-6-7 270 0 0,1 0-1 0 0,-1 0 1 0 0,0 0-1 0 0,1 0 1 0 0,-1 0-1 0 0,0 0 1 0 0,1 0-1 0 0,-1 0 1 0 0,0-1-1 0 0,0 1 1 0 0,1 0-1 0 0,-1 0 1 0 0,0 0-1 0 0,0-1 1 0 0,1 1-1 0 0,-1 0 1 0 0,0 0-1 0 0,0-1 1 0 0,1 1-1 0 0,-1 0 1 0 0,0 0-1 0 0,0-1 1 0 0,0 1-1 0 0,0 0 1 0 0,0-1-1 0 0,1 1 1 0 0,-1 0-1 0 0,0-1 1 0 0,0 1-1 0 0,0 0 1 0 0,0-1-1 0 0,0 1 1 0 0,0 0-1 0 0,0-1 1 0 0,0 1-1 0 0,0 0 1 0 0,0-1-1 0 0,0 1 1 0 0,0 0-1 0 0,0-1 1 0 0,-1 1-1 0 0,-1-20-652 0 0,1 16 320 0 0,4-15-1447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1.1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41 3769 0 0,'-5'3'385'0'0,"1"-1"0"0"0,0 1 1 0 0,0-1-1 0 0,1 1 0 0 0,-1 0 1 0 0,1 0-1 0 0,-1 1 0 0 0,1-1 0 0 0,-5 8 1 0 0,5-7-334 0 0,1-1 0 0 0,0 1 0 0 0,0 0 0 0 0,1 0 0 0 0,-1 0 0 0 0,1 0 0 0 0,0 0 0 0 0,0 0 1 0 0,0 0-1 0 0,1 0 0 0 0,-1 0 0 0 0,1 0 0 0 0,0 1 0 0 0,0-1 0 0 0,1 0 0 0 0,-1 0 0 0 0,1 0 0 0 0,0 0 1 0 0,0 0-1 0 0,0 0 0 0 0,0 0 0 0 0,1 0 0 0 0,0 0 0 0 0,0 0 0 0 0,0-1 0 0 0,0 1 0 0 0,0-1 0 0 0,1 1 1 0 0,3 3-1 0 0,-3-5-17 0 0,0 1 0 0 0,0-1 0 0 0,0 0 0 0 0,1 1 0 0 0,-1-2 0 0 0,1 1 0 0 0,-1 0 0 0 0,1-1 0 0 0,0 1 0 0 0,-1-1 0 0 0,1 0 0 0 0,0 0 0 0 0,0-1 0 0 0,0 1 0 0 0,0-1 0 0 0,0 0 0 0 0,0 0 0 0 0,0 0 0 0 0,-1 0 0 0 0,1-1 0 0 0,0 0 0 0 0,0 0 0 0 0,0 0 0 0 0,0 0 0 0 0,-1 0 0 0 0,1-1 0 0 0,-1 0 0 0 0,1 1 0 0 0,5-5 0 0 0,-2 2 52 0 0,-1 0-1 0 0,1 0 1 0 0,-1-1-1 0 0,0 1 1 0 0,0-1-1 0 0,-1 0 1 0 0,1-1 0 0 0,-1 0-1 0 0,0 0 1 0 0,-1 0-1 0 0,0 0 1 0 0,0-1-1 0 0,0 1 1 0 0,5-13-1 0 0,-8 16-52 0 0,-1-1 0 0 0,1 0 0 0 0,-1 0 0 0 0,0 0 0 0 0,0 0 0 0 0,0 1-1 0 0,0-1 1 0 0,-1 0 0 0 0,0 0 0 0 0,1 0 0 0 0,-1 1 0 0 0,0-1 0 0 0,-1 0 0 0 0,1 1 0 0 0,-1-1 0 0 0,0 1 0 0 0,0 0-1 0 0,0-1 1 0 0,0 1 0 0 0,0 0 0 0 0,-1 0 0 0 0,1 0 0 0 0,-1 1 0 0 0,0-1 0 0 0,0 0 0 0 0,0 1 0 0 0,0 0 0 0 0,0 0-1 0 0,-1 0 1 0 0,1 0 0 0 0,-1 0 0 0 0,1 1 0 0 0,-1 0 0 0 0,1-1 0 0 0,-5 1 0 0 0,3-1-232 0 0,0 1 1 0 0,1 0-1 0 0,-1 0 0 0 0,0 1 1 0 0,0 0-1 0 0,1 0 1 0 0,-1 0-1 0 0,0 0 0 0 0,0 1 1 0 0,0-1-1 0 0,1 1 1 0 0,-9 3-1 0 0,10-3-164 0 0,0 0 1 0 0,0 1-1 0 0,0 0 1 0 0,0-1-1 0 0,0 1 1 0 0,0 1 0 0 0,0-1-1 0 0,1 0 1 0 0,-1 0-1 0 0,1 1 1 0 0,0 0-1 0 0,0-1 1 0 0,0 1-1 0 0,0 0 1 0 0,0 0-1 0 0,0 0 1 0 0,1 0-1 0 0,-3 7 1 0 0,0 5-2020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1.4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1 118 2625 0 0,'21'3'2884'0'0,"14"-2"-1548"0"0,220-63 789 0 0,-250 61-2135 0 0,0-1-1 0 0,0 1 1 0 0,-1-1 0 0 0,1 0-1 0 0,-1 0 1 0 0,1-1 0 0 0,-1 1-1 0 0,0-1 1 0 0,0 0 0 0 0,0 0-1 0 0,0 0 1 0 0,-1-1 0 0 0,1 1-1 0 0,-1-1 1 0 0,4-6 0 0 0,-7 10-37 0 0,0 0 0 0 0,0-1 0 0 0,0 1 0 0 0,1 0 0 0 0,-1 0 0 0 0,0-1 0 0 0,0 1 0 0 0,0 0 1 0 0,0-1-1 0 0,0 1 0 0 0,0 0 0 0 0,0-1 0 0 0,0 1 0 0 0,0 0 0 0 0,0-1 0 0 0,-1 1 0 0 0,1 0 1 0 0,0-1-1 0 0,0 1 0 0 0,0 0 0 0 0,0-1 0 0 0,0 1 0 0 0,-1 0 0 0 0,1 0 0 0 0,0-1 0 0 0,0 1 1 0 0,0 0-1 0 0,-1 0 0 0 0,1-1 0 0 0,0 1 0 0 0,0 0 0 0 0,-1 0 0 0 0,1 0 0 0 0,0-1 0 0 0,0 1 1 0 0,-1 0-1 0 0,0 0 0 0 0,-17-2-1062 0 0,-19 8 51 0 0,36-6 990 0 0,-2 1 17 0 0,-6 0 52 0 0,-1 1 0 0 0,1 0 0 0 0,0 1-1 0 0,0-1 1 0 0,0 2 0 0 0,1-1 0 0 0,-1 1-1 0 0,1 1 1 0 0,0-1 0 0 0,0 1 0 0 0,-13 11-1 0 0,20-12 108 0 0,0 0-1 0 0,0 0 0 0 0,1 0 0 0 0,-1 0 1 0 0,1-1-1 0 0,0 1 0 0 0,0 0 0 0 0,1 0 0 0 0,-1 0 1 0 0,1 0-1 0 0,-1 0 0 0 0,1-1 0 0 0,1 1 1 0 0,-1 0-1 0 0,2 4 0 0 0,2 9 203 0 0,-1 2-66 0 0,14 71 145 0 0,3-1 1 0 0,48 123-1 0 0,-69-211-441 0 0,0 0-1 0 0,0 0 1 0 0,0 0-1 0 0,1 0 1 0 0,-1 0-1 0 0,0 0 1 0 0,1 0-1 0 0,-1 0 1 0 0,1 0-1 0 0,-1 0 1 0 0,1 0-1 0 0,0-1 1 0 0,-1 1-1 0 0,1 0 1 0 0,0 0-1 0 0,0-1 1 0 0,-1 1-1 0 0,1 0 1 0 0,0-1-1 0 0,0 1 1 0 0,0-1-1 0 0,0 1 1 0 0,1 0-1 0 0,-1-2-33 0 0,0 1 1 0 0,0-1-1 0 0,-1 0 1 0 0,1 0-1 0 0,0 1 1 0 0,-1-1-1 0 0,1 0 1 0 0,-1 0-1 0 0,1 0 1 0 0,-1 0-1 0 0,0 0 1 0 0,1 0-1 0 0,-1 0 1 0 0,0 0-1 0 0,1 0 1 0 0,-1 0-1 0 0,0 0 1 0 0,0-1-1 0 0,3-58-1855 0 0,-5 3-53 0 0,1 29 766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1.8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29 293 1496 0 0,'-1'0'58'0'0,"0"0"0"0"0,0 0 1 0 0,0 0-1 0 0,0 0 0 0 0,0 0 0 0 0,0 0 0 0 0,0 0 0 0 0,0 0 0 0 0,0 0 0 0 0,0 0 0 0 0,0 0 0 0 0,0 0 0 0 0,0 1 0 0 0,1-1 0 0 0,-1 0 0 0 0,0 1 0 0 0,0-1 1 0 0,0 1-1 0 0,0-1 0 0 0,0 1 0 0 0,1-1 0 0 0,-1 1 0 0 0,0 0 0 0 0,1-1 0 0 0,-1 1 0 0 0,0 0 0 0 0,1 0 0 0 0,-1-1 0 0 0,1 1 0 0 0,-1 0 0 0 0,1 0 0 0 0,-1 0 1 0 0,1 0-1 0 0,0-1 0 0 0,-1 1 0 0 0,1 0 0 0 0,0 0 0 0 0,0 0 0 0 0,0 0 0 0 0,-1 0 0 0 0,1 0 0 0 0,0 0 0 0 0,0 0 0 0 0,1 0 0 0 0,-1 0 0 0 0,0 0 0 0 0,0 0 1 0 0,1 1-1 0 0,-1-1-7 0 0,1 1-1 0 0,0-1 1 0 0,0 1 0 0 0,0-1 0 0 0,0 1 0 0 0,0-1 0 0 0,0 0 0 0 0,0 0 0 0 0,0 1 0 0 0,0-1 0 0 0,1 0 0 0 0,-1 0 0 0 0,0 0 0 0 0,1 0-1 0 0,-1-1 1 0 0,1 1 0 0 0,-1 0 0 0 0,1 0 0 0 0,0-1 0 0 0,-1 1 0 0 0,1-1 0 0 0,0 0 0 0 0,-1 1 0 0 0,1-1 0 0 0,0 0 0 0 0,-1 0-1 0 0,1 0 1 0 0,0 0 0 0 0,2-1 0 0 0,8-1 110 0 0,0-1 0 0 0,0 0-1 0 0,0-1 1 0 0,0-1 0 0 0,-1 0 0 0 0,1 0-1 0 0,-1-1 1 0 0,-1-1 0 0 0,20-14 0 0 0,-15 8-823 0 0,1-1 0 0 0,-2 0 0 0 0,0-1 0 0 0,-1-1 0 0 0,14-20 0 0 0,-26 34 594 0 0,0-1 1 0 0,0 1-1 0 0,0 0 0 0 0,0 0 1 0 0,0-1-1 0 0,0 1 1 0 0,-1-1-1 0 0,1 1 1 0 0,-1-1-1 0 0,0 1 0 0 0,0 0 1 0 0,0-1-1 0 0,0 1 1 0 0,0-1-1 0 0,0 1 1 0 0,-1-1-1 0 0,1 1 1 0 0,-1-3-1 0 0,-21-46 1414 0 0,3 8-189 0 0,13 17-346 0 0,4 18 1650 0 0,3 28-735 0 0,41 303 737 0 0,9-113-5338 0 0,-40-184 1111 0 0,-11-26 1703 0 0,0 0-1 0 0,0-1 0 0 0,1 1 0 0 0,-1 0 0 0 0,0-1 0 0 0,0 1 0 0 0,0 0 0 0 0,0-1 1 0 0,0 1-1 0 0,0 0 0 0 0,1-1 0 0 0,-1 1 0 0 0,0 0 0 0 0,0 0 0 0 0,0-1 1 0 0,1 1-1 0 0,-1 0 0 0 0,0 0 0 0 0,0-1 0 0 0,1 1 0 0 0,-1 0 0 0 0,0 0 0 0 0,1 0 1 0 0,-1-1-1 0 0,0 1 0 0 0,1 0 0 0 0,-1 0 0 0 0,0 0 0 0 0,1 0 0 0 0,-1 0 1 0 0,0 0-1 0 0,1 0 0 0 0,-1 0 0 0 0,0 0 0 0 0,1 0 0 0 0,-1 0 0 0 0,0 0 0 0 0,1 0 1 0 0,-1 0-1 0 0,0 0 0 0 0,1 0 0 0 0,-1 0 0 0 0,0 0 0 0 0,1 0 0 0 0,-1 0 0 0 0,0 1 1 0 0,1-1-1 0 0,-1 0 0 0 0,0 0 0 0 0,0 0 0 0 0,1 1 0 0 0,-1-1 0 0 0,0 0 1 0 0,0 0-1 0 0,1 1 0 0 0,-1-1 0 0 0,0 0 0 0 0,0 0 0 0 0,0 1 0 0 0,1-1 0 0 0,-1 0 1 0 0,0 1-1 0 0,0-1 0 0 0,0 0 0 0 0,0 1 0 0 0,0-1 0 0 0,0 1 0 0 0,3-13-2317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2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2320 0 0,'8'-1'4868'0'0,"30"-10"-4190"0"0,-10-5-209 0 0,-20 11-197 0 0,0 0 0 0 0,1 0 0 0 0,-1 1 1 0 0,1 0-1 0 0,0 1 0 0 0,0 0 0 0 0,0 0 1 0 0,13-2-1 0 0,-22 6-197 0 0,1 0 1 0 0,-1 1-1 0 0,0-1 0 0 0,1 0 1 0 0,-1 0-1 0 0,0 0 0 0 0,0 1 1 0 0,0-1-1 0 0,0 0 0 0 0,0 0 1 0 0,0 0-1 0 0,-1 1 0 0 0,1-1 1 0 0,0 0-1 0 0,0 0 0 0 0,-1 0 1 0 0,1 0-1 0 0,-1 0 0 0 0,-1 3 1 0 0,-9 25-131 0 0,-19 29-1250 0 0,22-45 948 0 0,0 0-1 0 0,1 1 1 0 0,1 1-1 0 0,0-1 1 0 0,-4 17-1 0 0,10-31 346 0 0,1 0 1 0 0,-1-1-1 0 0,0 1 0 0 0,0 0 0 0 0,0 0 1 0 0,0 0-1 0 0,0 0 0 0 0,0 0 0 0 0,0 0 0 0 0,0 0 1 0 0,1 0-1 0 0,-1 0 0 0 0,0 0 0 0 0,0-1 1 0 0,0 1-1 0 0,0 0 0 0 0,0 0 0 0 0,0 0 0 0 0,1 0 1 0 0,-1 0-1 0 0,0 0 0 0 0,0 0 0 0 0,0 0 1 0 0,0 0-1 0 0,0 0 0 0 0,0 0 0 0 0,1 0 0 0 0,-1 0 1 0 0,0 0-1 0 0,0 0 0 0 0,0 0 0 0 0,0 1 1 0 0,0-1-1 0 0,1 0 0 0 0,-1 0 0 0 0,0 0 0 0 0,0 0 1 0 0,0 0-1 0 0,0 0 0 0 0,0 0 0 0 0,0 0 1 0 0,0 0-1 0 0,0 0 0 0 0,1 1 0 0 0,-1-1 1 0 0,0 0-1 0 0,0 0 0 0 0,0 0 0 0 0,0 0 0 0 0,0 0 1 0 0,0 0-1 0 0,0 1 0 0 0,0-1 0 0 0,0 0 1 0 0,0 0-1 0 0,0 0 0 0 0,0 0 0 0 0,0 1 0 0 0,18-19-97 0 0,16-25 326 0 0,-24 27-53 0 0,22-28 380 0 0,-30 42-414 0 0,0-1-1 0 0,0 1 1 0 0,0 0 0 0 0,1 0-1 0 0,-1 0 1 0 0,1 0 0 0 0,-1 0 0 0 0,1 0-1 0 0,0 1 1 0 0,-1 0 0 0 0,1-1-1 0 0,0 1 1 0 0,4-1 0 0 0,-5 2-70 0 0,-1 1-1 0 0,1-1 1 0 0,-1 1 0 0 0,0-1 0 0 0,1 1 0 0 0,-1 0 0 0 0,0-1 0 0 0,1 1 0 0 0,-1 0-1 0 0,0 0 1 0 0,0 0 0 0 0,0 0 0 0 0,0 0 0 0 0,0 1 0 0 0,0-1 0 0 0,0 0 0 0 0,0 0 0 0 0,0 0-1 0 0,-1 1 1 0 0,1-1 0 0 0,0 1 0 0 0,-1-1 0 0 0,1 0 0 0 0,-1 1 0 0 0,0-1 0 0 0,1 3 0 0 0,10 41 53 0 0,-11-45-104 0 0,16 58-261 0 0,5-26-4792 0 0,-21-37 883 0 0,-2 0 1955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2.5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2 101 4297 0 0,'-1'1'109'0'0,"1"0"0"0"0,0 1 0 0 0,0-1 0 0 0,0 0 0 0 0,0 0-1 0 0,0 0 1 0 0,0 0 0 0 0,0 0 0 0 0,0 0 0 0 0,1 0 0 0 0,-1 0 0 0 0,0 0 0 0 0,0 0 0 0 0,1 0 0 0 0,-1 0 0 0 0,1 0 0 0 0,-1 0-1 0 0,1 0 1 0 0,-1-1 0 0 0,1 1 0 0 0,0 0 0 0 0,-1 0 0 0 0,1 0 0 0 0,0-1 0 0 0,0 1 0 0 0,0 0 0 0 0,-1-1 0 0 0,1 1 0 0 0,0-1-1 0 0,0 1 1 0 0,0-1 0 0 0,1 1 0 0 0,1-1-31 0 0,-1 0-1 0 0,1 0 0 0 0,-1 0 0 0 0,1-1 1 0 0,-1 1-1 0 0,1-1 0 0 0,-1 0 1 0 0,1 1-1 0 0,-1-1 0 0 0,0 0 1 0 0,1 0-1 0 0,3-3 0 0 0,9-7 666 0 0,1 0 0 0 0,21-20 0 0 0,-36 30-511 0 0,9-9 556 0 0,-5 4-515 0 0,0 1 1 0 0,0 0-1 0 0,1 0 0 0 0,0 0 0 0 0,0 0 0 0 0,0 1 0 0 0,1 0 1 0 0,-1 0-1 0 0,1 1 0 0 0,0 0 0 0 0,13-4 0 0 0,-18 8-247 0 0,0-1 0 0 0,-1 1 0 0 0,1-1 0 0 0,0 1 0 0 0,0 0-1 0 0,0 0 1 0 0,-1 0 0 0 0,1 0 0 0 0,-1 0 0 0 0,1 1 0 0 0,0-1 0 0 0,-1 0-1 0 0,0 1 1 0 0,1-1 0 0 0,-1 1 0 0 0,0-1 0 0 0,0 1 0 0 0,0 0 0 0 0,0-1-1 0 0,0 1 1 0 0,0 0 0 0 0,0 0 0 0 0,-1 0 0 0 0,1 2 0 0 0,13 49 82 0 0,4 83-89 0 0,6 32-1487 0 0,4-59-4750 0 0,-25-99 4256 0 0,-5-28-1990 0 0,1 4 1971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2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5641 0 0,'6'48'4172'0'0,"17"21"-3393"0"0,2 10-778 0 0,-23-72 13 0 0,-1 1 1 0 0,1-1-1 0 0,1 0 1 0 0,-1 0-1 0 0,1 0 0 0 0,5 9 1 0 0,-7-15-8 0 0,0 0 1 0 0,-1 1-1 0 0,1-1 0 0 0,0 0 1 0 0,0 0-1 0 0,0 0 0 0 0,0 0 1 0 0,0 0-1 0 0,0 0 0 0 0,0-1 0 0 0,1 1 1 0 0,-1 0-1 0 0,0 0 0 0 0,0-1 1 0 0,1 1-1 0 0,-1-1 0 0 0,0 1 1 0 0,1-1-1 0 0,-1 1 0 0 0,0-1 1 0 0,1 0-1 0 0,-1 0 0 0 0,1 0 1 0 0,-1 0-1 0 0,0 0 0 0 0,1 0 1 0 0,-1 0-1 0 0,1 0 0 0 0,-1 0 1 0 0,0-1-1 0 0,1 1 0 0 0,-1-1 1 0 0,0 1-1 0 0,1-1 0 0 0,-1 1 1 0 0,0-1-1 0 0,0 0 0 0 0,1 1 1 0 0,-1-1-1 0 0,1-1 0 0 0,81-61 1309 0 0,-51 37-2179 0 0,40-24 1 0 0,-67 47-1418 0 0,-16 10-2851 0 0,10-7 5107 0 0,-5 7-2334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3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94 2841 0 0,'27'-7'2647'0'0,"-22"6"-2548"0"0,-1 0 0 0 0,1 0-1 0 0,-1 0 1 0 0,0-1-1 0 0,1 1 1 0 0,-1-1-1 0 0,0 0 1 0 0,0-1-1 0 0,0 1 1 0 0,0-1-1 0 0,6-5 1 0 0,15-22-89 0 0,-16 12 179 0 0,-8 17-165 0 0,-1 1-1 0 0,0 0 1 0 0,0-1-1 0 0,0 1 1 0 0,0-1-1 0 0,0 1 1 0 0,0 0 0 0 0,0-1-1 0 0,0 1 1 0 0,0 0-1 0 0,0-1 1 0 0,0 1-1 0 0,-1 0 1 0 0,1-1 0 0 0,0 1-1 0 0,0 0 1 0 0,0-1-1 0 0,0 1 1 0 0,0 0-1 0 0,-1-1 1 0 0,1 1 0 0 0,0 0-1 0 0,0-1 1 0 0,-1 1-1 0 0,1 0 1 0 0,0 0-1 0 0,0-1 1 0 0,-1 1 0 0 0,1 0-1 0 0,0 0 1 0 0,-1 0-1 0 0,1-1 1 0 0,0 1-1 0 0,-1 0 1 0 0,1 0 0 0 0,0 0-1 0 0,-1 0 1 0 0,-1-1 33 0 0,-1 1 1 0 0,1 0-1 0 0,0 0 1 0 0,0 0-1 0 0,0 1 1 0 0,0-1-1 0 0,0 0 1 0 0,0 1-1 0 0,0 0 1 0 0,0-1-1 0 0,0 1 1 0 0,0 0-1 0 0,0 0 1 0 0,0 0-1 0 0,0 0 1 0 0,0 0-1 0 0,1 0 1 0 0,-1 1-1 0 0,0-1 1 0 0,1 1-1 0 0,-1-1 1 0 0,1 1-1 0 0,-2 2 1 0 0,0-2 38 0 0,1 1 1 0 0,0 0 0 0 0,0 0 0 0 0,0 1-1 0 0,0-1 1 0 0,1 0 0 0 0,-1 1 0 0 0,1-1 0 0 0,0 1-1 0 0,0-1 1 0 0,0 1 0 0 0,0 6 0 0 0,2 1 86 0 0,0-1 1 0 0,1 1 0 0 0,0 0-1 0 0,6 13 1 0 0,4 23-46 0 0,-7-8-21 0 0,-2-16 50 0 0,0-1 1 0 0,1 1-1 0 0,2-1 1 0 0,15 42 0 0 0,-20-62-88 0 0,0 0 1 0 0,-1 0 0 0 0,1-1 0 0 0,0 1-1 0 0,1 0 1 0 0,-1 0 0 0 0,0-1-1 0 0,0 1 1 0 0,1 0 0 0 0,-1-1 0 0 0,1 1-1 0 0,-1-1 1 0 0,1 0 0 0 0,0 0 0 0 0,-1 1-1 0 0,1-1 1 0 0,0 0 0 0 0,0 0-1 0 0,0-1 1 0 0,0 1 0 0 0,0 0 0 0 0,3 0-1 0 0,-3-1-7 0 0,1 0 0 0 0,-1-1 0 0 0,1 1 0 0 0,0-1 0 0 0,-1 0 0 0 0,1 1 0 0 0,-1-1 0 0 0,0 0 0 0 0,1 0 0 0 0,-1-1 0 0 0,0 1 0 0 0,0 0 0 0 0,0-1-1 0 0,1 1 1 0 0,1-4 0 0 0,9-8-108 0 0,0-1-1 0 0,-1-1 1 0 0,-1 0-1 0 0,10-17 1 0 0,-12 18-488 0 0,-6 9-639 0 0,-1 0 0 0 0,1 0 1 0 0,-1 0-1 0 0,1 0 0 0 0,-2 0 1 0 0,1 0-1 0 0,0-1 0 0 0,-1 1 0 0 0,1-9 1 0 0,1 7-1160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3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57 4169 0 0,'-12'-12'1814'0'0,"6"5"-1422"0"0,1 2-1 0 0,-1-1 0 0 0,0 1 1 0 0,-1-1-1 0 0,-8-4 0 0 0,14 9-361 0 0,-1 0 0 0 0,1 1 0 0 0,-1-1 0 0 0,1 0 0 0 0,-1 1 0 0 0,1 0 0 0 0,-1-1 0 0 0,1 1-1 0 0,-1 0 1 0 0,1 0 0 0 0,-1-1 0 0 0,0 1 0 0 0,1 1 0 0 0,-1-1 0 0 0,1 0 0 0 0,-1 0 0 0 0,1 0 0 0 0,-1 1-1 0 0,0-1 1 0 0,1 1 0 0 0,0 0 0 0 0,-1-1 0 0 0,1 1 0 0 0,-1 0 0 0 0,1 0 0 0 0,0-1 0 0 0,-1 1 0 0 0,1 0-1 0 0,0 1 1 0 0,0-1 0 0 0,0 0 0 0 0,-1 1 0 0 0,-3 4 41 0 0,0 0 0 0 0,1 1 0 0 0,0-1 1 0 0,0 1-1 0 0,1 0 0 0 0,-1 0 0 0 0,1 0 0 0 0,1 0 0 0 0,0 0 1 0 0,0 1-1 0 0,0-1 0 0 0,1 1 0 0 0,0 0 0 0 0,0-1 0 0 0,1 1 1 0 0,0 0-1 0 0,1-1 0 0 0,-1 1 0 0 0,3 9 0 0 0,-1-9-72 0 0,0 1 0 0 0,1 0 0 0 0,0-1 0 0 0,0 1 0 0 0,1-1 0 0 0,0 0 0 0 0,0 0 0 0 0,1-1 0 0 0,0 1 0 0 0,0-1 0 0 0,1 0 0 0 0,0-1 0 0 0,0 1 0 0 0,0-1 0 0 0,1 0 0 0 0,12 8 0 0 0,-14-12 32 0 0,0 1 1 0 0,0-1-1 0 0,0 0 1 0 0,0 0 0 0 0,0 0-1 0 0,0-1 1 0 0,1 0-1 0 0,-1 0 1 0 0,0 0 0 0 0,1-1-1 0 0,-1 0 1 0 0,1 0-1 0 0,-1 0 1 0 0,1-1 0 0 0,-1 0-1 0 0,0 0 1 0 0,1 0-1 0 0,-1 0 1 0 0,0-1 0 0 0,0 0-1 0 0,0 0 1 0 0,0 0-1 0 0,0-1 1 0 0,0 0-1 0 0,-1 0 1 0 0,1 0 0 0 0,-1 0-1 0 0,0-1 1 0 0,5-5-1 0 0,-3 4 89 0 0,-1-1 0 0 0,0 1 0 0 0,0-1 0 0 0,0 0 0 0 0,-1 0 0 0 0,0-1 0 0 0,0 0 0 0 0,0 1 0 0 0,-1-1 0 0 0,0 0 0 0 0,-1-1-1 0 0,0 1 1 0 0,0 0 0 0 0,0-1 0 0 0,-1 1 0 0 0,0-1 0 0 0,0 1 0 0 0,-1-1 0 0 0,0 0 0 0 0,-2-14 0 0 0,1 17-101 0 0,-1 0 0 0 0,0 0 1 0 0,0 1-1 0 0,0-1 0 0 0,-1 0 1 0 0,0 1-1 0 0,1-1 0 0 0,-2 1 1 0 0,1 0-1 0 0,0 0 0 0 0,-1 0 1 0 0,0 1-1 0 0,0-1 0 0 0,0 1 1 0 0,0 0-1 0 0,0 0 0 0 0,-1 0 1 0 0,1 1-1 0 0,-1-1 0 0 0,0 1 1 0 0,0 0-1 0 0,0 0 0 0 0,-9-1 0 0 0,5 1-488 0 0,0 0-1 0 0,0 0 0 0 0,0 1 1 0 0,0 1-1 0 0,0 0 0 0 0,-1 0 0 0 0,1 1 1 0 0,0 0-1 0 0,0 0 0 0 0,0 1 1 0 0,0 0-1 0 0,-15 6 0 0 0,1 4-1471 0 0,22-12 1767 0 0,1 1-1 0 0,-1-1 1 0 0,0 0-1 0 0,0 1 1 0 0,0-1-1 0 0,1 0 1 0 0,-1 1-1 0 0,0-1 1 0 0,0 1-1 0 0,1 0 1 0 0,-1-1-1 0 0,0 1 1 0 0,1-1-1 0 0,-1 1 1 0 0,1 0-1 0 0,-1 0 1 0 0,1-1-1 0 0,-1 1 1 0 0,1 0-1 0 0,-1 0 1 0 0,1 0-1 0 0,-1 1 1 0 0,21 14-1723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4.2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2873 0 0,'-6'23'1027'0'0,"0"0"0"0"0,2 0 1 0 0,1 0-1 0 0,1 0 0 0 0,1 42 1 0 0,4-7-860 0 0,12 64 0 0 0,-10-91-154 0 0,12 63 80 0 0,-15-86-142 0 0,1 1-1 0 0,0 0 1 0 0,0 0 0 0 0,1-1 0 0 0,0 0 0 0 0,0 0-1 0 0,10 14 1 0 0,-14-22 21 0 0,1 0 1 0 0,-1 1-1 0 0,0-1 0 0 0,0 0 0 0 0,0 0 0 0 0,0 1 0 0 0,0-1 1 0 0,1 0-1 0 0,-1 1 0 0 0,0-1 0 0 0,0 0 0 0 0,0 0 0 0 0,1 0 0 0 0,-1 1 1 0 0,0-1-1 0 0,0 0 0 0 0,0 0 0 0 0,1 0 0 0 0,-1 1 0 0 0,0-1 0 0 0,1 0 1 0 0,-1 0-1 0 0,0 0 0 0 0,0 0 0 0 0,1 0 0 0 0,-1 0 0 0 0,0 0 1 0 0,1 0-1 0 0,-1 0 0 0 0,0 0 0 0 0,1 0 0 0 0,-1 0 0 0 0,0 0 0 0 0,1 0 1 0 0,-1 0-1 0 0,0 0 0 0 0,0 0 0 0 0,1 0 0 0 0,-1 0 0 0 0,0 0 1 0 0,1 0-1 0 0,-1-1 0 0 0,3-15-1054 0 0,-6-20-349 0 0,-4 13 1027 0 0,-1 1-1 0 0,-12-27 0 0 0,10 28 501 0 0,2 0 0 0 0,-9-32 0 0 0,16 52-85 0 0,1 0 0 0 0,0 0 0 0 0,0 1 0 0 0,0-1 0 0 0,0 0 0 0 0,0 0 0 0 0,0 0 0 0 0,0 1 0 0 0,0-1 0 0 0,0 0 0 0 0,0 0 1 0 0,0 1-1 0 0,0-1 0 0 0,0 0 0 0 0,1 0 0 0 0,-1 1 0 0 0,0-1 0 0 0,1 0 0 0 0,-1 0 0 0 0,0 1 0 0 0,1-1 0 0 0,-1 0 0 0 0,1 1 0 0 0,-1-1 0 0 0,1 1 0 0 0,-1-1 0 0 0,1 0 0 0 0,0 1 0 0 0,-1 0 0 0 0,1-1 0 0 0,0 1 0 0 0,-1-1 0 0 0,1 1 0 0 0,0 0 0 0 0,0-1 0 0 0,-1 1 0 0 0,1 0 0 0 0,0 0 0 0 0,0-1 0 0 0,-1 1 0 0 0,1 0 0 0 0,0 0 0 0 0,0 0 0 0 0,0 0 0 0 0,-1 0 0 0 0,1 0 0 0 0,0 0 0 0 0,1 1 0 0 0,20-6 94 0 0,-13 1 68 0 0,0 0-1 0 0,-1-1 0 0 0,1 0 1 0 0,-1 0-1 0 0,0-1 1 0 0,0 0-1 0 0,-1 0 0 0 0,1-1 1 0 0,-1 0-1 0 0,6-9 1 0 0,-9 11 75 0 0,-1 1 1 0 0,0-1 0 0 0,0 0 0 0 0,-1 0 0 0 0,0 0 0 0 0,1-1 0 0 0,-2 1-1 0 0,1-1 1 0 0,0 1 0 0 0,-1-1 0 0 0,0 1 0 0 0,-1-1 0 0 0,1 0 0 0 0,-1 1-1 0 0,0-1 1 0 0,0 0 0 0 0,-1 1 0 0 0,-2-11 0 0 0,18 84 1137 0 0,9 117 1 0 0,-17-7-5146 0 0,-6-147-70 0 0,1-25 603 0 0,0-18 1551 0 0,1 1-44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4.5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4417 0 0,'4'1'729'0'0,"0"-1"-1"0"0,0 1 1 0 0,0-1 0 0 0,0 1-1 0 0,0 0 1 0 0,0 1 0 0 0,0-1 0 0 0,7 4-1 0 0,30 24 1218 0 0,31 47-1719 0 0,-64-67 329 0 0,25 30-222 0 0,11 14-288 0 0,99 91 0 0 0,-126-129-738 0 0,0-2 0 0 0,2 0-1 0 0,-1-1 1 0 0,1-1 0 0 0,1-1-1 0 0,0-1 1 0 0,1 0 0 0 0,-1-2-1 0 0,1 0 1 0 0,28 5 0 0 0,-47-12 485 0 0,1 1 0 0 0,-1-1-1 0 0,1 1 1 0 0,-1-1 0 0 0,1 0 0 0 0,-1 0 0 0 0,1 0 0 0 0,0-1 0 0 0,-1 1 0 0 0,1 0 0 0 0,-1-1 0 0 0,0 0 0 0 0,1 0 0 0 0,-1 1 0 0 0,1-1-1 0 0,-1-1 1 0 0,4-1 0 0 0,3-7-1876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4.9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285 0 6897 0 0,'-12'9'1374'0'0,"1"1"0"0"0,0-1 0 0 0,1 2 0 0 0,-13 15 0 0 0,9-8-569 0 0,2 1 1 0 0,-14 24-1 0 0,0 13-269 0 0,-22 65 0 0 0,37-90 273 0 0,-10 26-432 0 0,3 1-1 0 0,-12 71 1 0 0,25-97-1739 0 0,1-1 0 0 0,2 1 0 0 0,2 42 0 0 0,6-52-4615 0 0,-8-36 994 0 0,2 2 2645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5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0 4561 0 0,'-3'3'431'0'0,"1"0"0"0"0,0-1 0 0 0,-1 1 0 0 0,1 0 0 0 0,0 0 0 0 0,1 0-1 0 0,-1 0 1 0 0,1 0 0 0 0,-1 1 0 0 0,1-1 0 0 0,0 0 0 0 0,0 1 0 0 0,0-1 0 0 0,0 5 0 0 0,2-2-222 0 0,0-1-1 0 0,0 1 1 0 0,0-1 0 0 0,1 1-1 0 0,0-1 1 0 0,0 0-1 0 0,1 0 1 0 0,3 6 0 0 0,-2 0-123 0 0,0 0 0 0 0,-1 0 0 0 0,0 0 0 0 0,0 0 1 0 0,-1 1-1 0 0,-1-1 0 0 0,0 1 0 0 0,0 13 0 0 0,-10 99 168 0 0,6-92-164 0 0,-3 21-152 0 0,-5 112-231 0 0,11-150-410 0 0,0 1 0 0 0,2-1 0 0 0,0 0 1 0 0,0 1-1 0 0,2-1 0 0 0,0 0 0 0 0,0 0 0 0 0,9 17 1 0 0,-6-23-1829 0 0,0-16-625 0 0,-3-1 1661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5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1 210 6305 0 0,'5'5'3777'0'0,"13"4"-2723"0"0,1 0-892 0 0,-11 0-10 0 0,-1 0 0 0 0,0 0 0 0 0,0 1 0 0 0,-1 0 0 0 0,0 1-1 0 0,-1-1 1 0 0,0 1 0 0 0,3 12 0 0 0,26 46 478 0 0,-32-66-620 0 0,0 0 1 0 0,0 0-1 0 0,0 0 0 0 0,0 0 1 0 0,0-1-1 0 0,1 1 0 0 0,-1-1 1 0 0,1 0-1 0 0,0 1 0 0 0,-1-1 1 0 0,1 0-1 0 0,0-1 0 0 0,0 1 1 0 0,1 0-1 0 0,-1-1 0 0 0,0 0 1 0 0,0 0-1 0 0,8 2 0 0 0,-7-3 45 0 0,0-1 0 0 0,0 1 0 0 0,0-1-1 0 0,0 0 1 0 0,1 0 0 0 0,-1 0-1 0 0,0 0 1 0 0,-1-1 0 0 0,1 1 0 0 0,0-1-1 0 0,0 0 1 0 0,-1-1 0 0 0,1 1 0 0 0,-1 0-1 0 0,6-7 1 0 0,25-24 543 0 0,-2-2-1 0 0,-2-1 1 0 0,-1-2 0 0 0,39-66-1 0 0,-58 88-527 0 0,14-29 75 0 0,-19 35-156 0 0,-1 1-1 0 0,1-1 1 0 0,1 1 0 0 0,-1 1 0 0 0,1-1 0 0 0,1 1-1 0 0,0 0 1 0 0,9-8 0 0 0,23-2-13005 0 0,-32 13 9755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6.4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4233 0 0,'-2'6'877'0'0,"2"0"0"0"0,-1 0 0 0 0,0-1 0 0 0,1 1 0 0 0,0 0 0 0 0,2 7 0 0 0,16 62 229 0 0,-3-14-946 0 0,-13-52-245 0 0,0-2-117 0 0,-1 0 1 0 0,0-1-1 0 0,0 1 0 0 0,0 0 1 0 0,-1 0-1 0 0,0 0 1 0 0,0-1-1 0 0,-1 1 1 0 0,0 0-1 0 0,0 0 1 0 0,-3 9-1 0 0,1-28-4821 0 0,-11-21 3756 0 0,9 19 527 0 0,5-9-932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6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53 142 1968 0 0,'-7'-1'365'0'0,"5"0"-261"0"0,0 1 1 0 0,0-1-1 0 0,0 1 0 0 0,-1-1 1 0 0,1 1-1 0 0,0 0 1 0 0,0 0-1 0 0,0 0 0 0 0,0 0 1 0 0,0 0-1 0 0,-1 1 0 0 0,1-1 1 0 0,0 0-1 0 0,0 1 1 0 0,0 0-1 0 0,0-1 0 0 0,0 1 1 0 0,0 0-1 0 0,0 0 1 0 0,-1 1-1 0 0,29-24 980 0 0,2 1 0 0 0,0 2 0 0 0,1 0 0 0 0,1 2 0 0 0,48-20 0 0 0,-75 36-972 0 0,0-1 0 0 0,0 1 1 0 0,-1 0-1 0 0,1-1 0 0 0,0 1 0 0 0,0 1 0 0 0,0-1 1 0 0,0 0-1 0 0,0 1 0 0 0,0 0 0 0 0,1 0 0 0 0,-1-1 1 0 0,0 2-1 0 0,0-1 0 0 0,0 0 0 0 0,0 1 1 0 0,0-1-1 0 0,0 1 0 0 0,0 0 0 0 0,6 3 0 0 0,-7-2-12 0 0,0 1 0 0 0,1-1 0 0 0,-1 1 0 0 0,0 0 0 0 0,0 0 0 0 0,-1 0 0 0 0,1 0-1 0 0,-1 0 1 0 0,1 0 0 0 0,-1 0 0 0 0,0 1 0 0 0,0-1 0 0 0,0 0 0 0 0,-1 1 0 0 0,1-1 0 0 0,-1 1-1 0 0,0-1 1 0 0,0 5 0 0 0,15 100 347 0 0,-10-81-775 0 0,-1 1-1 0 0,-1 0 0 0 0,-1 50 0 0 0,-2-76 89 0 0,0 0 1 0 0,0-1-1 0 0,0 1 0 0 0,0-1 0 0 0,-1 1 0 0 0,1-1 1 0 0,-1 1-1 0 0,1-1 0 0 0,-1 1 0 0 0,1-1 0 0 0,-1 1 1 0 0,0-1-1 0 0,0 0 0 0 0,0 1 0 0 0,-1 1 1 0 0,1-3-13 0 0,0 0 0 0 0,1 1 0 0 0,-1-1 1 0 0,0 0-1 0 0,0 1 0 0 0,0-1 0 0 0,0 0 1 0 0,1 0-1 0 0,-1 0 0 0 0,0 0 0 0 0,0 0 1 0 0,0 0-1 0 0,0 0 0 0 0,0 0 0 0 0,1 0 1 0 0,-1 0-1 0 0,0 0 0 0 0,0 0 0 0 0,0-1 1 0 0,0 1-1 0 0,1 0 0 0 0,-1-1 0 0 0,0 1 1 0 0,0-1-1 0 0,1 1 0 0 0,-1-1 1 0 0,0 1-1 0 0,0-2 0 0 0,-5-2-2122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7.1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43 140 2905 0 0,'-3'1'161'0'0,"0"0"0"0"0,1 1 1 0 0,-1-1-1 0 0,1 0 0 0 0,-1 1 0 0 0,1-1 1 0 0,-1 1-1 0 0,1 0 0 0 0,0 0 1 0 0,0 0-1 0 0,0 0 0 0 0,0 0 0 0 0,0 0 1 0 0,0 0-1 0 0,1 1 0 0 0,-1-1 1 0 0,1 1-1 0 0,-2 4 0 0 0,47-21 2272 0 0,-10-3-1169 0 0,0-1 0 0 0,41-31 1 0 0,-42 26-1561 0 0,66-33-1 0 0,-78 54-1955 0 0,-21 2 2158 0 0,0 0 0 0 0,1 0-1 0 0,-1 0 1 0 0,0 0 0 0 0,0 0 0 0 0,1 0 0 0 0,-1 0 0 0 0,0 0 0 0 0,0 0 0 0 0,1 0 0 0 0,-1 0-1 0 0,0 0 1 0 0,0 0 0 0 0,1 1 0 0 0,-1-1 0 0 0,0 0 0 0 0,0 0 0 0 0,1 0 0 0 0,-1 1 0 0 0,0-1 0 0 0,0 0-1 0 0,0 0 1 0 0,0 0 0 0 0,1 1 0 0 0,-1-1 0 0 0,0 0 0 0 0,0 0 0 0 0,0 1 0 0 0,0-1 0 0 0,0 0-1 0 0,0 0 1 0 0,0 1 0 0 0,0-1 0 0 0,1 0 0 0 0,-1 1 0 0 0,0-1 0 0 0,0 0 0 0 0,0 0 0 0 0,0 1 0 0 0,-1-1-1 0 0,1 0 1 0 0,0 0 0 0 0,0 1 0 0 0,0-1 0 0 0,0 0 0 0 0,0 0 0 0 0,0 1 0 0 0,0-1 0 0 0,0 0-1 0 0,-1 0 1 0 0,1 1 0 0 0,0-1 0 0 0,0 0 0 0 0,0 0 0 0 0,0 1 0 0 0,-1-1 0 0 0,1 0 0 0 0,0 0-1 0 0,0 0 1 0 0,-1 0 0 0 0,1 1 0 0 0,0-1 0 0 0,0 0 0 0 0,-1 0 0 0 0,1 0 0 0 0,0 0 0 0 0,-4 5-2151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7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1 234 3545 0 0,'36'-15'1398'0'0,"-1"-1"-1"0"0,0-2 1 0 0,54-39 0 0 0,4 0-52 0 0,-64 40-182 0 0,0 2 0 0 0,64-23 0 0 0,-92 38-1109 0 0,0-1 1 0 0,0 1 0 0 0,0 0 0 0 0,0 0 0 0 0,0 0 0 0 0,0 0-1 0 0,0 0 1 0 0,0 1 0 0 0,0-1 0 0 0,-1 0 0 0 0,1 0 0 0 0,0 1-1 0 0,0-1 1 0 0,0 0 0 0 0,0 1 0 0 0,0-1 0 0 0,0 1-1 0 0,-1-1 1 0 0,1 1 0 0 0,0-1 0 0 0,0 1 0 0 0,-1 0 0 0 0,1-1-1 0 0,0 1 1 0 0,-1 0 0 0 0,1 0 0 0 0,-1-1 0 0 0,1 1-1 0 0,-1 0 1 0 0,1 0 0 0 0,-1 0 0 0 0,1 0 0 0 0,-1 0 0 0 0,0 0-1 0 0,0 0 1 0 0,1-1 0 0 0,-1 1 0 0 0,0 0 0 0 0,0 0 0 0 0,0 0-1 0 0,0 2 1 0 0,2 51 287 0 0,-2-39-266 0 0,0 95 53 0 0,1 5-1531 0 0,8-40-2918 0 0,-5-65-1344 0 0,-5-27 2920 0 0,2 2 705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7.8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0 4601 0 0,'-1'6'477'0'0,"0"0"1"0"0,1 0-1 0 0,-1 0 0 0 0,1 0 0 0 0,1 0 1 0 0,-1-1-1 0 0,2 8 0 0 0,3 3-413 0 0,0 0 1 0 0,0 0-1 0 0,9 14 0 0 0,-8-17-308 0 0,0 1-1 0 0,-1-1 1 0 0,0 1-1 0 0,3 22 1 0 0,-6-25-106 0 0,0-4-104 0 0,-1-1 1 0 0,0 1-1 0 0,0 0 1 0 0,-1 0-1 0 0,0-1 1 0 0,0 1-1 0 0,0 0 1 0 0,-2 8-1 0 0</inkml:trace>
  <inkml:trace contextRef="#ctx0" brushRef="#br0" timeOffset="1">1 278 4633 0 0,'1'1'166'0'0,"0"0"0"0"0,1 0 0 0 0,-1-1 0 0 0,0 1 1 0 0,1-1-1 0 0,-1 0 0 0 0,1 1 0 0 0,-1-1 0 0 0,0 0 0 0 0,1 0 0 0 0,-1 1 0 0 0,1-1 1 0 0,-1-1-1 0 0,1 1 0 0 0,-1 0 0 0 0,1 0 0 0 0,-1 0 0 0 0,0-1 0 0 0,1 1 0 0 0,-1-1 0 0 0,1 1 1 0 0,0-1-1 0 0,39-18 180 0 0,-27 12-8 0 0,20-8-289 0 0,85-40 106 0 0,-47 7-4128 0 0,-67 43 3345 0 0,-4 4 544 0 0,-1 0 0 0 0,1 1-1 0 0,-1-1 1 0 0,1 0 0 0 0,0 1-1 0 0,-1-1 1 0 0,1 0-1 0 0,0 1 1 0 0,-1-1 0 0 0,1 1-1 0 0,0-1 1 0 0,0 1 0 0 0,0 0-1 0 0,-1-1 1 0 0,1 1-1 0 0,0 0 1 0 0,0-1 0 0 0,0 1-1 0 0,1 0 1 0 0,18 11-2042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8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99 2953 0 0,'0'7'212'0'0,"0"-1"1"0"0,1 0 0 0 0,0 1 0 0 0,0-1 0 0 0,0 0-1 0 0,1 0 1 0 0,0 0 0 0 0,0 0 0 0 0,1 0 0 0 0,-1 0 0 0 0,1-1-1 0 0,0 1 1 0 0,1-1 0 0 0,0 0 0 0 0,-1 0 0 0 0,2 0-1 0 0,6 7 1 0 0,-7-10-104 0 0,-1 1 0 0 0,1-1 0 0 0,0 1-1 0 0,-1-1 1 0 0,1 0 0 0 0,0-1 0 0 0,0 1 0 0 0,1-1-1 0 0,-1 1 1 0 0,0-1 0 0 0,0 0 0 0 0,1-1 0 0 0,-1 1-1 0 0,0-1 1 0 0,1 0 0 0 0,-1 0 0 0 0,0 0 0 0 0,1-1-1 0 0,-1 1 1 0 0,0-1 0 0 0,1 0 0 0 0,-1 0 0 0 0,0-1-1 0 0,0 1 1 0 0,0-1 0 0 0,6-4 0 0 0,-3 2 75 0 0,0-1-1 0 0,-1 0 1 0 0,1 0 0 0 0,-1 0 0 0 0,-1-1 0 0 0,1 0 0 0 0,-1 0 0 0 0,0-1 0 0 0,0 0-1 0 0,-1 0 1 0 0,0 0 0 0 0,0 0 0 0 0,-1 0 0 0 0,0-1 0 0 0,4-12 0 0 0,-6 17-130 0 0,0 0 0 0 0,0-1-1 0 0,0 1 1 0 0,-1 0 0 0 0,0 0 0 0 0,1-1 0 0 0,-1 1 0 0 0,0 0 0 0 0,0-1 0 0 0,-1 1 0 0 0,1 0 0 0 0,-1 0 0 0 0,0-1 0 0 0,0 1 0 0 0,0 0 0 0 0,0 0-1 0 0,0 0 1 0 0,0 0 0 0 0,-1 0 0 0 0,0 0 0 0 0,1 1 0 0 0,-1-1 0 0 0,0 0 0 0 0,-1 1 0 0 0,1-1 0 0 0,0 1 0 0 0,-1 0 0 0 0,1 0 0 0 0,-1 0 0 0 0,0 0 0 0 0,1 0-1 0 0,-1 1 1 0 0,0-1 0 0 0,0 1 0 0 0,0 0 0 0 0,0 0 0 0 0,-1 0 0 0 0,1 0 0 0 0,0 0 0 0 0,-4 0 0 0 0,-5 0-234 0 0,1-1 1 0 0,-1 2-1 0 0,0 0 0 0 0,0 0 1 0 0,1 1-1 0 0,-1 1 1 0 0,0 0-1 0 0,1 0 0 0 0,-19 7 1 0 0,24-7-153 0 0,1 0 0 0 0,0-1 0 0 0,0 2 0 0 0,0-1 0 0 0,1 0 1 0 0,-1 1-1 0 0,1 0 0 0 0,-1 0 0 0 0,1 0 0 0 0,0 1 0 0 0,0 0 0 0 0,0-1 1 0 0,1 1-1 0 0,-1 1 0 0 0,1-1 0 0 0,0 0 0 0 0,0 1 0 0 0,1 0 0 0 0,-1-1 1 0 0,1 1-1 0 0,0 0 0 0 0,0 0 0 0 0,-1 8 0 0 0,2-9-864 0 0,1-7-47 0 0,7 2-751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8.5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5041 0 0,'1'26'1102'0'0,"2"-1"0"0"0,11 50-1 0 0,2 8-1408 0 0,-15-69 239 0 0,15 87 54 0 0,-13-92-239 0 0,-1 1 1 0 0,1-1-1 0 0,0 0 1 0 0,1 0-1 0 0,0 0 1 0 0,0-1-1 0 0,1 1 0 0 0,7 9 1 0 0,-12-18 218 0 0,1 0 0 0 0,-1 0 0 0 0,0 1 0 0 0,0-1 1 0 0,0 0-1 0 0,0 0 0 0 0,0 0 0 0 0,1 0 0 0 0,-1 1 0 0 0,0-1 1 0 0,0 0-1 0 0,0 0 0 0 0,1 0 0 0 0,-1 0 0 0 0,0 0 0 0 0,0 0 1 0 0,0 1-1 0 0,1-1 0 0 0,-1 0 0 0 0,0 0 0 0 0,0 0 0 0 0,1 0 0 0 0,-1 0 1 0 0,0 0-1 0 0,0 0 0 0 0,0 0 0 0 0,1 0 0 0 0,-1 0 0 0 0,0 0 1 0 0,0 0-1 0 0,1 0 0 0 0,-1 0 0 0 0,0 0 0 0 0,0-1 0 0 0,1 1 0 0 0,-1 0 1 0 0,0 0-1 0 0,0 0 0 0 0,0 0 0 0 0,1 0 0 0 0,-1 0 0 0 0,0-1 1 0 0,7-11-673 0 0,-1-17 133 0 0,-5 15 434 0 0,0-1-1 0 0,-1 0 1 0 0,-1 0-1 0 0,0 0 1 0 0,-6-25 0 0 0,5 31 388 0 0,-1 0 1 0 0,1 0 0 0 0,-1 0 0 0 0,-1 0 0 0 0,0 1 0 0 0,0 0 0 0 0,-1 0 0 0 0,0 0 0 0 0,0 0-1 0 0,-8-8 1 0 0,17 18-28 0 0,-1 1 0 0 0,1-1 0 0 0,0 0-1 0 0,0 0 1 0 0,0-1 0 0 0,0 1 0 0 0,0-1 0 0 0,0 0-1 0 0,0 0 1 0 0,0 0 0 0 0,1-1 0 0 0,-1 1-1 0 0,0-1 1 0 0,0 0 0 0 0,1 0 0 0 0,-1-1 0 0 0,0 1-1 0 0,8-3 1 0 0,-3 2-639 0 0,-1-1 0 0 0,1 0 0 0 0,-1-1 0 0 0,0 0 0 0 0,0 0 0 0 0,0-1 0 0 0,0 0 0 0 0,10-8-1 0 0,-10 5-1995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8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3257 0 0,'-3'4'197'0'0,"1"-1"1"0"0,-1 0-1 0 0,1 1 1 0 0,0-1-1 0 0,1 1 1 0 0,-1-1-1 0 0,0 1 1 0 0,1 0-1 0 0,0 0 1 0 0,0 0-1 0 0,0 0 1 0 0,1 0-1 0 0,-1 0 1 0 0,1 0-1 0 0,0 0 0 0 0,0 0 1 0 0,0 0-1 0 0,0 0 1 0 0,1 0-1 0 0,0 0 1 0 0,0 0-1 0 0,1 4 1 0 0,1-2-77 0 0,0 0 0 0 0,0 1 0 0 0,0-1 0 0 0,1-1 0 0 0,0 1 0 0 0,0-1 0 0 0,0 1 0 0 0,1-1 0 0 0,0 0 0 0 0,0-1 1 0 0,0 1-1 0 0,10 5 0 0 0,-13-8 2 0 0,1-1 0 0 0,0 0-1 0 0,-1-1 1 0 0,1 1 0 0 0,-1 0 0 0 0,1-1 0 0 0,0 1 0 0 0,0-1 0 0 0,-1 0 0 0 0,1 0 0 0 0,0 0 0 0 0,-1 0 0 0 0,1-1 0 0 0,0 1 0 0 0,0-1 0 0 0,-1 1 0 0 0,1-1-1 0 0,-1 0 1 0 0,1 0 0 0 0,-1 0 0 0 0,1 0 0 0 0,-1-1 0 0 0,4-2 0 0 0,10-6 222 0 0,-1-1 1 0 0,20-19-1 0 0,-13 12-2 0 0,-13 10-328 0 0,-2 2-73 0 0,0 0 0 0 0,0 0 1 0 0,0 1-1 0 0,1 0 0 0 0,0 0 0 0 0,0 1 1 0 0,0 0-1 0 0,0 0 0 0 0,1 1 0 0 0,12-4 0 0 0,-10 8-9145 0 0,1 8 6773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9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87 2200 0 0,'16'-2'565'0'0,"0"0"0"0"0,0-2 0 0 0,0 0 0 0 0,0-1 0 0 0,-1-1 0 0 0,0 0 0 0 0,26-15-1 0 0,15-5 615 0 0,-40 18-233 0 0,-24 6-70 0 0,-28 9-355 0 0,23-2-457 0 0,-1 1 1 0 0,1 0-1 0 0,0 1 1 0 0,1 0 0 0 0,0 1-1 0 0,0 0 1 0 0,0 1-1 0 0,1 1 1 0 0,1 0-1 0 0,-14 15 1 0 0,19-18-13 0 0,1-1-1 0 0,-1 1 1 0 0,2 0 0 0 0,-1 0-1 0 0,1 1 1 0 0,0-1 0 0 0,0 1 0 0 0,0-1-1 0 0,1 1 1 0 0,1 0 0 0 0,-1 0 0 0 0,2 0-1 0 0,-1 0 1 0 0,1 0 0 0 0,0 0 0 0 0,0 0-1 0 0,1 0 1 0 0,0 0 0 0 0,1 0 0 0 0,2 8-1 0 0,-1-4-43 0 0,0 0 0 0 0,1-1 1 0 0,1 0-1 0 0,0 0 0 0 0,0 0 0 0 0,1 0 0 0 0,1-1 0 0 0,0 0 0 0 0,8 10 0 0 0,-12-17 0 0 0,0 0 0 0 0,0-1 0 0 0,1 1 0 0 0,-1 0 0 0 0,1-1 0 0 0,-1 0 0 0 0,1 0 0 0 0,0 0 0 0 0,-1 0-1 0 0,1 0 1 0 0,0-1 0 0 0,0 0 0 0 0,0 0 0 0 0,1 0 0 0 0,-1 0 0 0 0,0-1 0 0 0,0 1 0 0 0,0-1 0 0 0,1 0 0 0 0,-1 0 0 0 0,0-1 0 0 0,0 1 0 0 0,0-1-1 0 0,1 0 1 0 0,-1 0 0 0 0,0-1 0 0 0,0 1 0 0 0,-1-1 0 0 0,5-2 0 0 0,15-6-321 0 0,-1-2 0 0 0,21-15 0 0 0,-36 22-403 0 0,-1 1 0 0 0,0-1 0 0 0,0-1 0 0 0,0 1 0 0 0,-1-1 0 0 0,1 0 1 0 0,-2 0-1 0 0,1 0 0 0 0,-1-1 0 0 0,7-11 0 0 0,-5 3-1850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09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 3433 0 0,'9'16'3091'0'0,"0"23"-2602"0"0,-9-38-438 0 0,5 29 52 0 0,8 49-382 0 0,4-2 0 0 0,46 135-1 0 0,-61-209-446 0 0,-1-9 262 0 0,-6-24 111 0 0,-10-43 456 0 0,9 50 65 0 0,1 8 83 0 0,1-1-1 0 0,1 0 1 0 0,0 0-1 0 0,1-1 1 0 0,1 1-1 0 0,0-22 1 0 0,1 37-193 0 0,1-1-1 0 0,-1 1 1 0 0,1 0 0 0 0,-1 0 0 0 0,1 0-1 0 0,-1 0 1 0 0,1-1 0 0 0,0 1 0 0 0,-1 0-1 0 0,1 0 1 0 0,0 0 0 0 0,0 0 0 0 0,0 1-1 0 0,0-1 1 0 0,0 0 0 0 0,0 0 0 0 0,0 0-1 0 0,0 1 1 0 0,0-1 0 0 0,0 1 0 0 0,0-1-1 0 0,1 1 1 0 0,1-1 0 0 0,38-7 588 0 0,-8 1-362 0 0,-15 0-249 0 0,-1-2 0 0 0,1 0 0 0 0,-2 0 0 0 0,1-2 0 0 0,20-17 0 0 0,-31 23 188 0 0,-1 0-1 0 0,1 0 0 0 0,-1 0 1 0 0,-1-1-1 0 0,1 1 0 0 0,-1-1 0 0 0,0 0 1 0 0,0-1-1 0 0,-1 1 0 0 0,0-1 1 0 0,0 1-1 0 0,0-1 0 0 0,-1 0 1 0 0,0 0-1 0 0,0 0 0 0 0,-1 0 1 0 0,1-13-1 0 0,-3 8 1075 0 0,-2 16-533 0 0,2 24-451 0 0,34 137-33 0 0,7 47-355 0 0,-37-179-229 0 0,-3-22-191 0 0,0 0-1 0 0,1 0 1 0 0,1 0 0 0 0,0 0-1 0 0,0 0 1 0 0,7 16 0 0 0,-8-35-4097 0 0,4-19 2200 0 0,-1 2 1135 0 0,-4 24 1187 0 0,0 0 1 0 0,0 0-1 0 0,1 0 0 0 0,-1 0 1 0 0,0 0-1 0 0,0 0 0 0 0,1-1 1 0 0,-1 1-1 0 0,1 0 0 0 0,-1 0 1 0 0,1 1-1 0 0,-1-1 0 0 0,1 0 0 0 0,0 0 1 0 0,0 0-1 0 0,-1 0 0 0 0,1 0 1 0 0,0 1-1 0 0,0-1 0 0 0,1-1 1 0 0,7-6-948 0 0,-2-11-289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10.2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31 193 1456 0 0,'-18'-6'3378'0'0,"5"-1"-965"0"0,32-8-1436 0 0,78-51 588 0 0,-79 52-1364 0 0,1 0-1 0 0,0 1 1 0 0,1 1 0 0 0,0 1 0 0 0,1 1 0 0 0,30-11-1 0 0,-50 21-160 0 0,0-1-1 0 0,0 1 1 0 0,0-1-1 0 0,0 1 0 0 0,0-1 1 0 0,0 1-1 0 0,0 0 1 0 0,0-1-1 0 0,0 1 1 0 0,0 0-1 0 0,0 0 0 0 0,0 0 1 0 0,0 0-1 0 0,1 0 1 0 0,-1 0-1 0 0,0 0 1 0 0,0 1-1 0 0,0-1 0 0 0,0 0 1 0 0,0 0-1 0 0,0 1 1 0 0,0-1-1 0 0,0 1 1 0 0,0-1-1 0 0,0 1 0 0 0,0-1 1 0 0,0 1-1 0 0,-1 0 1 0 0,1-1-1 0 0,0 1 0 0 0,0 0 1 0 0,0 0-1 0 0,-1-1 1 0 0,1 1-1 0 0,0 0 1 0 0,-1 0-1 0 0,1 0 0 0 0,-1 0 1 0 0,1 0-1 0 0,-1 0 1 0 0,0 0-1 0 0,1 0 1 0 0,-1 0-1 0 0,0 0 0 0 0,0 0 1 0 0,1 0-1 0 0,-1 0 1 0 0,0 1-1 0 0,0-1 0 0 0,0 0 1 0 0,-1 0-1 0 0,1 0 1 0 0,0 0-1 0 0,0 0 1 0 0,-1 1-1 0 0,-1 11 98 0 0,-1 0 1 0 0,0 0-1 0 0,-10 21 1 0 0,7-18-154 0 0,-47 110-255 0 0,-1-1-2000 0 0,48-106 1425 0 0,3-9-2308 0 0,6-27 352 0 0,1-14 733 0 0,2 12 178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26:10.6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4361 0 0,'1'0'255'0'0,"0"0"1"0"0,0 0-1 0 0,0 0 0 0 0,0 0 1 0 0,0 0-1 0 0,0 0 0 0 0,0 0 1 0 0,0 0-1 0 0,1 0 0 0 0,-1 0 1 0 0,0 1-1 0 0,0-1 0 0 0,0 0 1 0 0,0 1-1 0 0,0-1 0 0 0,0 1 1 0 0,0-1-1 0 0,-1 1 0 0 0,1 0 1 0 0,0-1-1 0 0,0 1 0 0 0,0 0 0 0 0,0 0 1 0 0,0 0-1 0 0,22 21 1122 0 0,-18-10-1068 0 0,0-1-1 0 0,-1 1 1 0 0,0 0-1 0 0,-1 0 1 0 0,0 0 0 0 0,-1 1-1 0 0,0-1 1 0 0,0 26-1 0 0,2 14 343 0 0,3-5-291 0 0,39 207 749 0 0,-38-222-1196 0 0,2 0 0 0 0,1-1-1 0 0,2 0 1 0 0,1 0 0 0 0,31 48-1 0 0,-40-72-2111 0 0,-4-12-504 0 0,-7-18-2502 0 0,2 10 3235 0 0,2-5-1231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5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62 102 7090 0 0,'-1'0'242'0'0,"1"0"1"0"0,-1-1 0 0 0,1 1 0 0 0,0 0 0 0 0,0-1 0 0 0,-1 1 0 0 0,1 0 0 0 0,0-1 0 0 0,-1 1 0 0 0,1-1 0 0 0,0 1 0 0 0,0 0-1 0 0,0-1 1 0 0,-1 1 0 0 0,1-1 0 0 0,0 1 0 0 0,0-1 0 0 0,0 1 0 0 0,0 0 0 0 0,0-1 0 0 0,0 1 0 0 0,0-1 0 0 0,0 1 0 0 0,0-1-1 0 0,0 1 1 0 0,0-1 0 0 0,0 1 0 0 0,0-1 0 0 0,0 1 0 0 0,1 0 0 0 0,-1-1 0 0 0,0 1 0 0 0,0-1 0 0 0,0 1 0 0 0,1-1 0 0 0,18-10 3008 0 0,43-3-3911 0 0,-42 10 1390 0 0,36-13-341 0 0,53-24 0 0 0,-213 93 172 0 0,88-44-563 0 0,0 1 1 0 0,0 0-1 0 0,1 1 1 0 0,0 1-1 0 0,1 0 1 0 0,0 1-1 0 0,1 0 0 0 0,1 1 1 0 0,0 0-1 0 0,0 1 1 0 0,1 1-1 0 0,1 0 0 0 0,0 0 1 0 0,1 1-1 0 0,-9 23 1 0 0,17-37-5 0 0,0 0 0 0 0,0 0 0 0 0,0 0 0 0 0,1 0 1 0 0,-1 0-1 0 0,0 0 0 0 0,1 0 0 0 0,0 0 0 0 0,-1 0 0 0 0,1 1 1 0 0,0-1-1 0 0,0 0 0 0 0,0 0 0 0 0,0 0 0 0 0,1 0 0 0 0,-1 1 1 0 0,0-1-1 0 0,1 0 0 0 0,0 0 0 0 0,-1 0 0 0 0,1 0 1 0 0,0 0-1 0 0,0 0 0 0 0,0 0 0 0 0,0 0 0 0 0,0-1 0 0 0,1 1 1 0 0,1 2-1 0 0,0-3 0 0 0,0 1 1 0 0,0-1-1 0 0,0 0 1 0 0,0 0-1 0 0,0 0 1 0 0,0 0-1 0 0,0 0 1 0 0,0-1-1 0 0,0 0 1 0 0,0 1-1 0 0,1-1 1 0 0,-1 0-1 0 0,0 0 1 0 0,0-1-1 0 0,0 1 1 0 0,0-1-1 0 0,1 0 1 0 0,3-1-1 0 0,-7 2 7 0 0,37-10 250 0 0,0 1 1 0 0,0 1 0 0 0,62-3-1 0 0,-98 11-212 0 0,0 0-1 0 0,1 0 1 0 0,-1 1-1 0 0,1-1 1 0 0,-1 0-1 0 0,0 1 1 0 0,1-1 0 0 0,-1 1-1 0 0,0-1 1 0 0,1 1-1 0 0,-1 0 1 0 0,0-1-1 0 0,0 1 1 0 0,1 0-1 0 0,-1 0 1 0 0,0 0 0 0 0,0 0-1 0 0,0 0 1 0 0,0 0-1 0 0,0 0 1 0 0,-1 0-1 0 0,1 0 1 0 0,0 1-1 0 0,0-1 1 0 0,-1 0-1 0 0,1 0 1 0 0,-1 1 0 0 0,1-1-1 0 0,-1 1 1 0 0,1-1-1 0 0,-1 0 1 0 0,0 1-1 0 0,0 1 1 0 0,2 8 3 0 0,-1 1 0 0 0,-1-1 0 0 0,-2 19 0 0 0,3 16-20 0 0,-1-43-240 0 0,1 0 0 0 0,0 0 1 0 0,-1 0-1 0 0,0 0 1 0 0,0 0-1 0 0,0 0 1 0 0,0 1-1 0 0,0-1 0 0 0,-1 0 1 0 0,1 0-1 0 0,-1 0 1 0 0,0 0-1 0 0,-2 5 1 0 0,2-6-323 0 0,-1 0 1 0 0,1 0 0 0 0,0 0 0 0 0,-1 0 0 0 0,0-1 0 0 0,1 1 0 0 0,-1-1 0 0 0,0 1 0 0 0,0-1-1 0 0,0 0 1 0 0,0 1 0 0 0,0-1 0 0 0,0 0 0 0 0,0 0 0 0 0,0-1 0 0 0,-1 1 0 0 0,1 0-1 0 0,0-1 1 0 0,0 1 0 0 0,-1-1 0 0 0,1 0 0 0 0,0 0 0 0 0,-1 0 0 0 0,1 0 0 0 0,0 0 0 0 0,-1 0-1 0 0,-2-1 1 0 0,-8 0-2927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5.9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22 149 5849 0 0,'-22'9'10595'0'0,"26"-13"-8743"0"0,6-7-1176 0 0,-2 3-377 0 0,0 0-1 0 0,1 1 1 0 0,0 0 0 0 0,0 0-1 0 0,1 1 1 0 0,0 0 0 0 0,0 1-1 0 0,0 0 1 0 0,1 1 0 0 0,13-5-1 0 0,18-3-117 0 0,61-8-1 0 0,-12 2 92 0 0,-76 14-453 0 0,53-11 19 0 0,-65 15-307 0 0,1-1-1 0 0,-1 1 0 0 0,1-1 1 0 0,-1 1-1 0 0,1 0 0 0 0,-1 1 1 0 0,1-1-1 0 0,-1 0 0 0 0,1 1 1 0 0,-1 0-1 0 0,1 0 0 0 0,-1 0 1 0 0,0 0-1 0 0,1 1 0 0 0,2 1 1 0 0,7 15-4951 0 0,-9-10 555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6.2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0 6321 0 0,'-11'6'1128'0'0,"1"0"0"0"0,0 0 0 0 0,0 1 1 0 0,0 0-1 0 0,-10 12 0 0 0,13-13-1048 0 0,1 0 0 0 0,1 1 0 0 0,-1 0 0 0 0,1 0 0 0 0,0 1 0 0 0,1 0 0 0 0,-1-1 0 0 0,2 1 0 0 0,-1 1 0 0 0,1-1 0 0 0,0 0 0 0 0,1 1 0 0 0,0 0 0 0 0,0-1 0 0 0,1 1 0 0 0,0 0 0 0 0,1 0 0 0 0,0 0 0 0 0,0 0 0 0 0,3 14 0 0 0,-3-21-68 0 0,1 0 1 0 0,-1 1 0 0 0,1-1-1 0 0,-1 0 1 0 0,1 1-1 0 0,0-1 1 0 0,0 0 0 0 0,0 0-1 0 0,0 0 1 0 0,0 0-1 0 0,1 0 1 0 0,-1 0 0 0 0,1 0-1 0 0,-1 0 1 0 0,1 0-1 0 0,0-1 1 0 0,0 1 0 0 0,-1 0-1 0 0,1-1 1 0 0,0 0-1 0 0,4 2 1 0 0,-2-1 26 0 0,0-1-1 0 0,0 0 1 0 0,0 0 0 0 0,0-1-1 0 0,0 1 1 0 0,0-1 0 0 0,0 0-1 0 0,0 0 1 0 0,1 0 0 0 0,-1-1-1 0 0,6-1 1 0 0,9-3 206 0 0,-1 0-1 0 0,-1-2 1 0 0,1 0 0 0 0,20-12-1 0 0,-26 12-56 0 0,0 0 0 0 0,-1-1 0 0 0,1 0 0 0 0,11-12 0 0 0,-20 18-139 0 0,-1 0-1 0 0,1 0 1 0 0,-1-1-1 0 0,0 1 1 0 0,1-1-1 0 0,-1 0 1 0 0,0 1-1 0 0,0-1 1 0 0,-1 0-1 0 0,1 0 1 0 0,-1 0-1 0 0,1 0 1 0 0,-1-1-1 0 0,0 1 0 0 0,0 0 1 0 0,-1-1-1 0 0,1 1 1 0 0,-1 0-1 0 0,1-1 1 0 0,-1 1-1 0 0,0-1 1 0 0,-1-4-1 0 0,0 5-23 0 0,0 1 0 0 0,0 0 0 0 0,-1 0 0 0 0,1 0 0 0 0,-1 0-1 0 0,1 0 1 0 0,-1 0 0 0 0,0 0 0 0 0,0 0 0 0 0,0 1 0 0 0,0-1-1 0 0,0 1 1 0 0,0-1 0 0 0,0 1 0 0 0,0 0 0 0 0,-1 0 0 0 0,1 0 0 0 0,0 0-1 0 0,-1 0 1 0 0,1 1 0 0 0,-1-1 0 0 0,1 1 0 0 0,-1-1 0 0 0,1 1-1 0 0,-5 0 1 0 0,-8-1-145 0 0,0 1-1 0 0,1 1 1 0 0,-16 2-1 0 0,25-2 43 0 0,-38 7-743 0 0,35-5 284 0 0,0-1 0 0 0,0 0-1 0 0,-1 0 1 0 0,1-1 0 0 0,-1 0-1 0 0,1-1 1 0 0,-1 0 0 0 0,1 0 0 0 0,0-1-1 0 0,-10-1 1 0 0,16 1 182 0 0,1-1 0 0 0,0 1-1 0 0,-1 0 1 0 0,1-1 0 0 0,0 1 0 0 0,0 0 0 0 0,0-1-1 0 0,0 1 1 0 0,0-1 0 0 0,0 0 0 0 0,1 1 0 0 0,-1-1-1 0 0,0 0 1 0 0,1 1 0 0 0,-1-1 0 0 0,1 0 0 0 0,0 0 0 0 0,0 1-1 0 0,-1-1 1 0 0,1 0 0 0 0,0 0 0 0 0,1 0 0 0 0,-1-2-1 0 0,2-13-2463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6.6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88 2385 0 0,'21'-14'6948'0'0,"21"-2"-3911"0"0,-19 8-1749 0 0,10-8 91 0 0,-22 11-946 0 0,-1 0 0 0 0,1 0 0 0 0,-1 1 1 0 0,1 0-1 0 0,1 1 0 0 0,-1 0 0 0 0,18-1 1 0 0,-29 4-373 0 0,1 0 1 0 0,0 0 0 0 0,-1 0 0 0 0,1 0 0 0 0,0 0-1 0 0,-1 0 1 0 0,1 0 0 0 0,0 1 0 0 0,-1-1 0 0 0,1 0-1 0 0,0 0 1 0 0,-1 1 0 0 0,1-1 0 0 0,0 0 0 0 0,-1 1-1 0 0,1-1 1 0 0,-1 1 0 0 0,1-1 0 0 0,-1 1 0 0 0,1-1-1 0 0,-1 1 1 0 0,1-1 0 0 0,-1 1 0 0 0,0-1 0 0 0,1 1-1 0 0,-1 0 1 0 0,0-1 0 0 0,1 1 0 0 0,-1 0 0 0 0,0-1-1 0 0,0 2 1 0 0,0 28 948 0 0,-20 31-193 0 0,19-58-733 0 0,-22 65 116 0 0,-22 97 0 0 0,24-64-5171 0 0,26-126-7993 0 0,2 8 9196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7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0 6289 0 0,'-9'19'6334'0'0,"2"22"-3857"0"0,5-25-1446 0 0,-5 28 1063 0 0,-2 77-1 0 0,12 45-1335 0 0,0-37-3623 0 0,-11-155-14242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7.3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 0 8178 0 0,'1'6'4660'0'0,"1"22"-2120"0"0,-8 41-30 0 0,-8 66-3778 0 0,11-125-643 0 0,3-10 1608 0 0,-1 1 1 0 0,1-1-1 0 0,0 1 0 0 0,-1-1 0 0 0,1 0 0 0 0,-1 1 0 0 0,1-1 0 0 0,0 0 0 0 0,-1 1 1 0 0,1-1-1 0 0,-1 0 0 0 0,0 1 0 0 0,1-1 0 0 0,-1 0 0 0 0,1 0 0 0 0,-1 0 0 0 0,1 1 1 0 0,-1-1-1 0 0,1 0 0 0 0,-1 0 0 0 0,0 0 0 0 0,1 0 0 0 0,-1 0 0 0 0,1 0 0 0 0,-1 0 0 0 0,1 0 1 0 0,-1-1-1 0 0,0 1 0 0 0,1 0 0 0 0,-1 0 0 0 0,1 0 0 0 0,-2-1 0 0 0,-2-1-3235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7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73 5377 0 0,'-1'0'239'0'0,"0"0"-1"0"0,1 1 1 0 0,-1-1-1 0 0,1 0 1 0 0,-1 0 0 0 0,1 1-1 0 0,-1-1 1 0 0,0 0-1 0 0,1 1 1 0 0,-1-1-1 0 0,1 1 1 0 0,0-1 0 0 0,-1 0-1 0 0,1 1 1 0 0,-1-1-1 0 0,1 1 1 0 0,0 0-1 0 0,-1-1 1 0 0,1 1-1 0 0,0-1 1 0 0,-1 1 0 0 0,1-1-1 0 0,0 1 1 0 0,0 0-1 0 0,0-1 1 0 0,0 1-1 0 0,0-1 1 0 0,-1 1 0 0 0,1 0-1 0 0,0-1 1 0 0,0 1-1 0 0,1 0 1 0 0,-1-1-1 0 0,0 1 1 0 0,0 0 0 0 0,0 0-115 0 0,1 0 0 0 0,0-1 1 0 0,-1 1-1 0 0,1-1 0 0 0,-1 1 1 0 0,1 0-1 0 0,0-1 1 0 0,-1 1-1 0 0,1-1 0 0 0,0 1 1 0 0,0-1-1 0 0,-1 0 0 0 0,1 1 1 0 0,0-1-1 0 0,0 0 1 0 0,0 0-1 0 0,0 1 0 0 0,-1-1 1 0 0,1 0-1 0 0,0 0 0 0 0,0 0 1 0 0,0 0-1 0 0,0 0 1 0 0,0 0-1 0 0,-1 0 0 0 0,2-1 1 0 0,23-4 564 0 0,0-1 1 0 0,0-1-1 0 0,-1-1 1 0 0,37-18 0 0 0,-30 12-2518 0 0,60-18 1 0 0,-89 32 803 0 0,0 0 1 0 0,0 0-1 0 0,0 0 1 0 0,0 0-1 0 0,1 0 1 0 0,-1 0-1 0 0,0 0 1 0 0,0 1-1 0 0,0-1 1 0 0,0 1-1 0 0,0-1 1 0 0,0 1-1 0 0,0 0 1 0 0,4 2-1 0 0,1 2-300 0 0</inkml:trace>
  <inkml:trace contextRef="#ctx0" brushRef="#br0" timeOffset="1">318 79 360 0 0,'-11'7'952'0'0,"0"1"0"0"0,1 0 0 0 0,0 1 0 0 0,0 0 0 0 0,1 1 0 0 0,0 0 0 0 0,-12 17 0 0 0,16-19-524 0 0,0 0 0 0 0,0 1 0 0 0,1-1 0 0 0,0 1 0 0 0,0 0 0 0 0,1 0 0 0 0,0 0 0 0 0,0 0 0 0 0,1 0 0 0 0,1 1 0 0 0,-1 11 0 0 0,2-19-340 0 0,0-1-1 0 0,0 1 1 0 0,0-1 0 0 0,0 1-1 0 0,0-1 1 0 0,1 1-1 0 0,-1-1 1 0 0,1 1-1 0 0,-1-1 1 0 0,1 1 0 0 0,0-1-1 0 0,-1 1 1 0 0,1-1-1 0 0,0 0 1 0 0,0 1 0 0 0,0-1-1 0 0,0 0 1 0 0,0 0-1 0 0,0 0 1 0 0,0 0 0 0 0,1 0-1 0 0,-1 0 1 0 0,0 0-1 0 0,2 1 1 0 0,1-1 39 0 0,0 1-1 0 0,0-1 1 0 0,0 0 0 0 0,0 0-1 0 0,0 0 1 0 0,1 0 0 0 0,-1-1-1 0 0,0 1 1 0 0,6-1-1 0 0,0-1 83 0 0,0 0-1 0 0,0 0 1 0 0,0-1-1 0 0,0 0 1 0 0,0-1-1 0 0,0 0 0 0 0,11-5 1 0 0,-18 7-137 0 0,0-1 0 0 0,0 1 0 0 0,0-1 0 0 0,-1 0 0 0 0,1 1 0 0 0,-1-1-1 0 0,1 0 1 0 0,-1 0 0 0 0,0-1 0 0 0,0 1 0 0 0,0 0 0 0 0,0-1 0 0 0,0 0 0 0 0,0 1 0 0 0,-1-1 0 0 0,1 0 0 0 0,-1 0 0 0 0,0 1 0 0 0,0-1 0 0 0,0 0 0 0 0,0 0-1 0 0,0-1 1 0 0,-1 1 0 0 0,1-3 0 0 0,-2 3-32 0 0,1-1 0 0 0,-1 1 0 0 0,0 0 0 0 0,0 0 0 0 0,-1 0 0 0 0,1 0 0 0 0,0 0 0 0 0,-1 0 0 0 0,0 0 0 0 0,0 0 0 0 0,0 1 0 0 0,0-1 0 0 0,0 0 0 0 0,0 1 0 0 0,-1 0 0 0 0,1 0 0 0 0,-1 0 0 0 0,0 0 0 0 0,0 0 0 0 0,1 0 0 0 0,-1 1 0 0 0,-5-3 0 0 0,1 1-420 0 0,0 0-1 0 0,0 1 1 0 0,0-1 0 0 0,0 1 0 0 0,0 1 0 0 0,-1 0 0 0 0,1 0-1 0 0,0 0 1 0 0,-1 1 0 0 0,-12 0 0 0 0,-10 6-4480 0 0,0 5-3427 0 0,26-7 5310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8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0 2192 0 0,'9'28'6587'0'0,"21"71"2462"0"0,-28-92-8867 0 0,-1 0-1 0 0,0 0 0 0 0,0 0 1 0 0,-1 0-1 0 0,0 0 0 0 0,0 0 1 0 0,0 0-1 0 0,-1 1 0 0 0,0-1 1 0 0,-1 0-1 0 0,-3 10 0 0 0,2-10-189 0 0,-1-1 0 0 0,-1 1 0 0 0,1-1-1 0 0,-1 0 1 0 0,0 0 0 0 0,-1-1 0 0 0,1 1-1 0 0,-1-1 1 0 0,0-1 0 0 0,0 1 0 0 0,-1-1 0 0 0,1 0-1 0 0,-1 0 1 0 0,0-1 0 0 0,-14 6 0 0 0,-4-1 24 0 0,0 0 0 0 0,-1-2 0 0 0,-34 5 1 0 0,38-12 931 0 0,22 1-914 0 0,0 0-1 0 0,-1 0 1 0 0,1 0-1 0 0,0 0 1 0 0,0 0-1 0 0,0-1 1 0 0,0 1-1 0 0,0 0 0 0 0,0 0 1 0 0,0 0-1 0 0,0 0 1 0 0,-1-1-1 0 0,1 1 1 0 0,0 0-1 0 0,0 0 1 0 0,0 0-1 0 0,0-1 1 0 0,0 1-1 0 0,0 0 1 0 0,0 0-1 0 0,0 0 0 0 0,0-1 1 0 0,0 1-1 0 0,0 0 1 0 0,0 0-1 0 0,0 0 1 0 0,0-1-1 0 0,1 1 1 0 0,-1 0-1 0 0,0 0 1 0 0,0 0-1 0 0,0 0 1 0 0,0-1-1 0 0,0 1 1 0 0,0 0-1 0 0,0 0 0 0 0,0 0 1 0 0,1 0-1 0 0,-1-1 1 0 0,0 1-1 0 0,0 0 1 0 0,0 0-1 0 0,0 0 1 0 0,1 0-1 0 0,-1 0 1 0 0,0 0-1 0 0,3-3 116 0 0,0 1 1 0 0,0 0-1 0 0,0 0 1 0 0,0 1-1 0 0,1-1 0 0 0,-1 0 1 0 0,0 1-1 0 0,1 0 1 0 0,4-1-1 0 0,42-9 437 0 0,-21 4-320 0 0,-1 2 0 0 0,1 0-1 0 0,0 2 1 0 0,52 0 0 0 0,70 0-834 0 0,-140 5 1016 0 0,-2 1-4579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8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8 6393 0 0,'0'0'166'0'0,"0"-1"0"0"0,0 1-1 0 0,0 0 1 0 0,0 0 0 0 0,0-1-1 0 0,-1 1 1 0 0,1 0 0 0 0,0-1-1 0 0,0 1 1 0 0,0 0-1 0 0,0 0 1 0 0,0-1 0 0 0,0 1-1 0 0,-1 0 1 0 0,1 0 0 0 0,0-1-1 0 0,0 1 1 0 0,0 0 0 0 0,0 0-1 0 0,-1 0 1 0 0,1-1 0 0 0,0 1-1 0 0,0 0 1 0 0,-1 0-1 0 0,1 0 1 0 0,0 0 0 0 0,0-1-1 0 0,-1 1 1 0 0,1 0 0 0 0,0 0-1 0 0,-1 0 1 0 0,1 0 0 0 0,0 0-1 0 0,0 0 1 0 0,-1 0 0 0 0,1 0-1 0 0,0 0 1 0 0,-1 0-1 0 0,1 0 1 0 0,0 0 0 0 0,-1 0-1 0 0,1 0 1 0 0,0 0 0 0 0,0 0-1 0 0,-1 1 1 0 0,-6 15 2490 0 0,2 25-1288 0 0,6 42-589 0 0,4-1-1 0 0,3 0 1 0 0,26 108-1 0 0,-18-104-635 0 0,-2-11-217 0 0,-4-28-929 0 0,-1 0 0 0 0,2 73 0 0 0,-23-169-12350 0 0,18 39 9943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13T03:17:08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6017 0 0,'17'6'8034'0'0,"13"14"-4209"0"0,-1-2-2150 0 0,-17-13-1147 0 0,1-1 0 0 0,0 0 0 0 0,-1-1 1 0 0,17 2-1 0 0,7 0-1809 0 0,5 1-6351 0 0,-41-6 7520 0 0,0 0 1 0 0,0 0 0 0 0,0 0-1 0 0,1 0 1 0 0,-1 0 0 0 0,0 0-1 0 0,0 0 1 0 0,0 0 0 0 0,0 0-1 0 0,1 0 1 0 0,-1 0-1 0 0,0 0 1 0 0,0 0 0 0 0,0 0-1 0 0,0 0 1 0 0,1 0 0 0 0,-1 0-1 0 0,0 0 1 0 0,0-1-1 0 0,0 1 1 0 0,0 0 0 0 0,0 0-1 0 0,1 0 1 0 0,-1 0 0 0 0,0-1-335 0 0,0 1 335 0 0,0 0-1 0 0,0 0 1 0 0,1 0 0 0 0,-1 0-1 0 0,0 0 1 0 0,0-1 0 0 0,0 1-1 0 0,0 0 1 0 0,0 0-1 0 0,0 0 1 0 0,0 0 0 0 0,0-1-1 0 0,0 1 1 0 0,0 0 0 0 0,0 0-1 0 0,0 0 1 0 0,0-1-1 0 0,0 1 1 0 0,0 0 0 0 0,0 0-1 0 0,0 0 1 0 0,0 0 0 0 0,0-1-1 0 0,0-1-1549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  <a:endParaRPr lang="en-US" altLang="ko-KR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27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3.GIF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13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" Type="http://schemas.openxmlformats.org/officeDocument/2006/relationships/customXml" Target="../ink/ink8.xml"/><Relationship Id="rId21" Type="http://schemas.openxmlformats.org/officeDocument/2006/relationships/customXml" Target="../ink/ink17.xml"/><Relationship Id="rId34" Type="http://schemas.openxmlformats.org/officeDocument/2006/relationships/image" Target="../media/image27.png"/><Relationship Id="rId7" Type="http://schemas.openxmlformats.org/officeDocument/2006/relationships/customXml" Target="../ink/ink10.xml"/><Relationship Id="rId12" Type="http://schemas.openxmlformats.org/officeDocument/2006/relationships/image" Target="../media/image16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2" Type="http://schemas.openxmlformats.org/officeDocument/2006/relationships/image" Target="../media/image11.GIF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12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" Type="http://schemas.openxmlformats.org/officeDocument/2006/relationships/image" Target="../media/image12.png"/><Relationship Id="rId9" Type="http://schemas.openxmlformats.org/officeDocument/2006/relationships/customXml" Target="../ink/ink11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20.xml"/><Relationship Id="rId30" Type="http://schemas.openxmlformats.org/officeDocument/2006/relationships/image" Target="../media/image25.png"/><Relationship Id="rId35" Type="http://schemas.openxmlformats.org/officeDocument/2006/relationships/customXml" Target="../ink/ink24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6.xml"/><Relationship Id="rId117" Type="http://schemas.openxmlformats.org/officeDocument/2006/relationships/image" Target="../media/image87.png"/><Relationship Id="rId21" Type="http://schemas.openxmlformats.org/officeDocument/2006/relationships/image" Target="../media/image39.png"/><Relationship Id="rId42" Type="http://schemas.openxmlformats.org/officeDocument/2006/relationships/customXml" Target="../ink/ink44.xml"/><Relationship Id="rId47" Type="http://schemas.openxmlformats.org/officeDocument/2006/relationships/image" Target="../media/image52.png"/><Relationship Id="rId63" Type="http://schemas.openxmlformats.org/officeDocument/2006/relationships/image" Target="../media/image60.png"/><Relationship Id="rId68" Type="http://schemas.openxmlformats.org/officeDocument/2006/relationships/customXml" Target="../ink/ink57.xml"/><Relationship Id="rId84" Type="http://schemas.openxmlformats.org/officeDocument/2006/relationships/customXml" Target="../ink/ink65.xml"/><Relationship Id="rId89" Type="http://schemas.openxmlformats.org/officeDocument/2006/relationships/image" Target="../media/image73.png"/><Relationship Id="rId112" Type="http://schemas.openxmlformats.org/officeDocument/2006/relationships/customXml" Target="../ink/ink79.xml"/><Relationship Id="rId133" Type="http://schemas.openxmlformats.org/officeDocument/2006/relationships/image" Target="../media/image95.png"/><Relationship Id="rId138" Type="http://schemas.openxmlformats.org/officeDocument/2006/relationships/customXml" Target="../ink/ink92.xml"/><Relationship Id="rId154" Type="http://schemas.openxmlformats.org/officeDocument/2006/relationships/customXml" Target="../ink/ink100.xml"/><Relationship Id="rId159" Type="http://schemas.openxmlformats.org/officeDocument/2006/relationships/image" Target="../media/image108.png"/><Relationship Id="rId175" Type="http://schemas.openxmlformats.org/officeDocument/2006/relationships/image" Target="../media/image116.png"/><Relationship Id="rId170" Type="http://schemas.openxmlformats.org/officeDocument/2006/relationships/customXml" Target="../ink/ink108.xml"/><Relationship Id="rId191" Type="http://schemas.openxmlformats.org/officeDocument/2006/relationships/image" Target="../media/image124.png"/><Relationship Id="rId16" Type="http://schemas.openxmlformats.org/officeDocument/2006/relationships/customXml" Target="../ink/ink31.xml"/><Relationship Id="rId107" Type="http://schemas.openxmlformats.org/officeDocument/2006/relationships/image" Target="../media/image82.png"/><Relationship Id="rId11" Type="http://schemas.openxmlformats.org/officeDocument/2006/relationships/image" Target="../media/image34.png"/><Relationship Id="rId32" Type="http://schemas.openxmlformats.org/officeDocument/2006/relationships/customXml" Target="../ink/ink39.xml"/><Relationship Id="rId37" Type="http://schemas.openxmlformats.org/officeDocument/2006/relationships/image" Target="../media/image47.png"/><Relationship Id="rId53" Type="http://schemas.openxmlformats.org/officeDocument/2006/relationships/image" Target="../media/image55.png"/><Relationship Id="rId58" Type="http://schemas.openxmlformats.org/officeDocument/2006/relationships/customXml" Target="../ink/ink52.xml"/><Relationship Id="rId74" Type="http://schemas.openxmlformats.org/officeDocument/2006/relationships/customXml" Target="../ink/ink60.xml"/><Relationship Id="rId79" Type="http://schemas.openxmlformats.org/officeDocument/2006/relationships/image" Target="../media/image68.png"/><Relationship Id="rId102" Type="http://schemas.openxmlformats.org/officeDocument/2006/relationships/customXml" Target="../ink/ink74.xml"/><Relationship Id="rId123" Type="http://schemas.openxmlformats.org/officeDocument/2006/relationships/image" Target="../media/image90.png"/><Relationship Id="rId128" Type="http://schemas.openxmlformats.org/officeDocument/2006/relationships/customXml" Target="../ink/ink87.xml"/><Relationship Id="rId144" Type="http://schemas.openxmlformats.org/officeDocument/2006/relationships/customXml" Target="../ink/ink95.xml"/><Relationship Id="rId149" Type="http://schemas.openxmlformats.org/officeDocument/2006/relationships/image" Target="../media/image103.png"/><Relationship Id="rId5" Type="http://schemas.openxmlformats.org/officeDocument/2006/relationships/image" Target="../media/image31.png"/><Relationship Id="rId90" Type="http://schemas.openxmlformats.org/officeDocument/2006/relationships/customXml" Target="../ink/ink68.xml"/><Relationship Id="rId95" Type="http://schemas.openxmlformats.org/officeDocument/2006/relationships/image" Target="../media/image76.png"/><Relationship Id="rId160" Type="http://schemas.openxmlformats.org/officeDocument/2006/relationships/customXml" Target="../ink/ink103.xml"/><Relationship Id="rId165" Type="http://schemas.openxmlformats.org/officeDocument/2006/relationships/image" Target="../media/image111.png"/><Relationship Id="rId181" Type="http://schemas.openxmlformats.org/officeDocument/2006/relationships/image" Target="../media/image119.png"/><Relationship Id="rId186" Type="http://schemas.openxmlformats.org/officeDocument/2006/relationships/customXml" Target="../ink/ink116.xml"/><Relationship Id="rId22" Type="http://schemas.openxmlformats.org/officeDocument/2006/relationships/customXml" Target="../ink/ink34.xml"/><Relationship Id="rId27" Type="http://schemas.openxmlformats.org/officeDocument/2006/relationships/image" Target="../media/image42.png"/><Relationship Id="rId43" Type="http://schemas.openxmlformats.org/officeDocument/2006/relationships/image" Target="../media/image50.png"/><Relationship Id="rId48" Type="http://schemas.openxmlformats.org/officeDocument/2006/relationships/customXml" Target="../ink/ink47.xml"/><Relationship Id="rId64" Type="http://schemas.openxmlformats.org/officeDocument/2006/relationships/customXml" Target="../ink/ink55.xml"/><Relationship Id="rId69" Type="http://schemas.openxmlformats.org/officeDocument/2006/relationships/image" Target="../media/image63.png"/><Relationship Id="rId113" Type="http://schemas.openxmlformats.org/officeDocument/2006/relationships/image" Target="../media/image85.png"/><Relationship Id="rId118" Type="http://schemas.openxmlformats.org/officeDocument/2006/relationships/customXml" Target="../ink/ink82.xml"/><Relationship Id="rId134" Type="http://schemas.openxmlformats.org/officeDocument/2006/relationships/customXml" Target="../ink/ink90.xml"/><Relationship Id="rId139" Type="http://schemas.openxmlformats.org/officeDocument/2006/relationships/image" Target="../media/image98.png"/><Relationship Id="rId80" Type="http://schemas.openxmlformats.org/officeDocument/2006/relationships/customXml" Target="../ink/ink63.xml"/><Relationship Id="rId85" Type="http://schemas.openxmlformats.org/officeDocument/2006/relationships/image" Target="../media/image71.png"/><Relationship Id="rId150" Type="http://schemas.openxmlformats.org/officeDocument/2006/relationships/customXml" Target="../ink/ink98.xml"/><Relationship Id="rId155" Type="http://schemas.openxmlformats.org/officeDocument/2006/relationships/image" Target="../media/image106.png"/><Relationship Id="rId171" Type="http://schemas.openxmlformats.org/officeDocument/2006/relationships/image" Target="../media/image114.png"/><Relationship Id="rId176" Type="http://schemas.openxmlformats.org/officeDocument/2006/relationships/customXml" Target="../ink/ink111.xml"/><Relationship Id="rId12" Type="http://schemas.openxmlformats.org/officeDocument/2006/relationships/customXml" Target="../ink/ink29.xml"/><Relationship Id="rId17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customXml" Target="../ink/ink42.xml"/><Relationship Id="rId59" Type="http://schemas.openxmlformats.org/officeDocument/2006/relationships/image" Target="../media/image58.png"/><Relationship Id="rId103" Type="http://schemas.openxmlformats.org/officeDocument/2006/relationships/image" Target="../media/image80.png"/><Relationship Id="rId108" Type="http://schemas.openxmlformats.org/officeDocument/2006/relationships/customXml" Target="../ink/ink77.xml"/><Relationship Id="rId124" Type="http://schemas.openxmlformats.org/officeDocument/2006/relationships/customXml" Target="../ink/ink85.xml"/><Relationship Id="rId129" Type="http://schemas.openxmlformats.org/officeDocument/2006/relationships/image" Target="../media/image93.png"/><Relationship Id="rId54" Type="http://schemas.openxmlformats.org/officeDocument/2006/relationships/customXml" Target="../ink/ink50.xml"/><Relationship Id="rId70" Type="http://schemas.openxmlformats.org/officeDocument/2006/relationships/customXml" Target="../ink/ink58.xml"/><Relationship Id="rId75" Type="http://schemas.openxmlformats.org/officeDocument/2006/relationships/image" Target="../media/image66.png"/><Relationship Id="rId91" Type="http://schemas.openxmlformats.org/officeDocument/2006/relationships/image" Target="../media/image74.png"/><Relationship Id="rId96" Type="http://schemas.openxmlformats.org/officeDocument/2006/relationships/customXml" Target="../ink/ink71.xml"/><Relationship Id="rId140" Type="http://schemas.openxmlformats.org/officeDocument/2006/relationships/customXml" Target="../ink/ink93.xml"/><Relationship Id="rId145" Type="http://schemas.openxmlformats.org/officeDocument/2006/relationships/image" Target="../media/image101.png"/><Relationship Id="rId161" Type="http://schemas.openxmlformats.org/officeDocument/2006/relationships/image" Target="../media/image109.png"/><Relationship Id="rId166" Type="http://schemas.openxmlformats.org/officeDocument/2006/relationships/customXml" Target="../ink/ink106.xml"/><Relationship Id="rId182" Type="http://schemas.openxmlformats.org/officeDocument/2006/relationships/customXml" Target="../ink/ink114.xml"/><Relationship Id="rId187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23" Type="http://schemas.openxmlformats.org/officeDocument/2006/relationships/image" Target="../media/image40.png"/><Relationship Id="rId28" Type="http://schemas.openxmlformats.org/officeDocument/2006/relationships/customXml" Target="../ink/ink37.xml"/><Relationship Id="rId49" Type="http://schemas.openxmlformats.org/officeDocument/2006/relationships/image" Target="../media/image53.png"/><Relationship Id="rId114" Type="http://schemas.openxmlformats.org/officeDocument/2006/relationships/customXml" Target="../ink/ink80.xml"/><Relationship Id="rId119" Type="http://schemas.openxmlformats.org/officeDocument/2006/relationships/image" Target="../media/image88.png"/><Relationship Id="rId44" Type="http://schemas.openxmlformats.org/officeDocument/2006/relationships/customXml" Target="../ink/ink45.xml"/><Relationship Id="rId60" Type="http://schemas.openxmlformats.org/officeDocument/2006/relationships/customXml" Target="../ink/ink53.xml"/><Relationship Id="rId65" Type="http://schemas.openxmlformats.org/officeDocument/2006/relationships/image" Target="../media/image61.png"/><Relationship Id="rId81" Type="http://schemas.openxmlformats.org/officeDocument/2006/relationships/image" Target="../media/image69.png"/><Relationship Id="rId86" Type="http://schemas.openxmlformats.org/officeDocument/2006/relationships/customXml" Target="../ink/ink66.xml"/><Relationship Id="rId130" Type="http://schemas.openxmlformats.org/officeDocument/2006/relationships/customXml" Target="../ink/ink88.xml"/><Relationship Id="rId135" Type="http://schemas.openxmlformats.org/officeDocument/2006/relationships/image" Target="../media/image96.png"/><Relationship Id="rId151" Type="http://schemas.openxmlformats.org/officeDocument/2006/relationships/image" Target="../media/image104.png"/><Relationship Id="rId156" Type="http://schemas.openxmlformats.org/officeDocument/2006/relationships/customXml" Target="../ink/ink101.xml"/><Relationship Id="rId177" Type="http://schemas.openxmlformats.org/officeDocument/2006/relationships/image" Target="../media/image117.png"/><Relationship Id="rId172" Type="http://schemas.openxmlformats.org/officeDocument/2006/relationships/customXml" Target="../ink/ink109.xml"/><Relationship Id="rId13" Type="http://schemas.openxmlformats.org/officeDocument/2006/relationships/image" Target="../media/image35.png"/><Relationship Id="rId18" Type="http://schemas.openxmlformats.org/officeDocument/2006/relationships/customXml" Target="../ink/ink32.xml"/><Relationship Id="rId39" Type="http://schemas.openxmlformats.org/officeDocument/2006/relationships/image" Target="../media/image48.png"/><Relationship Id="rId109" Type="http://schemas.openxmlformats.org/officeDocument/2006/relationships/image" Target="../media/image83.png"/><Relationship Id="rId34" Type="http://schemas.openxmlformats.org/officeDocument/2006/relationships/customXml" Target="../ink/ink40.xml"/><Relationship Id="rId50" Type="http://schemas.openxmlformats.org/officeDocument/2006/relationships/customXml" Target="../ink/ink48.xml"/><Relationship Id="rId55" Type="http://schemas.openxmlformats.org/officeDocument/2006/relationships/image" Target="../media/image56.png"/><Relationship Id="rId76" Type="http://schemas.openxmlformats.org/officeDocument/2006/relationships/customXml" Target="../ink/ink61.xml"/><Relationship Id="rId97" Type="http://schemas.openxmlformats.org/officeDocument/2006/relationships/image" Target="../media/image77.png"/><Relationship Id="rId104" Type="http://schemas.openxmlformats.org/officeDocument/2006/relationships/customXml" Target="../ink/ink75.xml"/><Relationship Id="rId120" Type="http://schemas.openxmlformats.org/officeDocument/2006/relationships/customXml" Target="../ink/ink83.xml"/><Relationship Id="rId125" Type="http://schemas.openxmlformats.org/officeDocument/2006/relationships/image" Target="../media/image91.png"/><Relationship Id="rId141" Type="http://schemas.openxmlformats.org/officeDocument/2006/relationships/image" Target="../media/image99.png"/><Relationship Id="rId146" Type="http://schemas.openxmlformats.org/officeDocument/2006/relationships/customXml" Target="../ink/ink96.xml"/><Relationship Id="rId167" Type="http://schemas.openxmlformats.org/officeDocument/2006/relationships/image" Target="../media/image112.png"/><Relationship Id="rId188" Type="http://schemas.openxmlformats.org/officeDocument/2006/relationships/customXml" Target="../ink/ink117.xml"/><Relationship Id="rId7" Type="http://schemas.openxmlformats.org/officeDocument/2006/relationships/image" Target="../media/image32.png"/><Relationship Id="rId71" Type="http://schemas.openxmlformats.org/officeDocument/2006/relationships/image" Target="../media/image64.png"/><Relationship Id="rId92" Type="http://schemas.openxmlformats.org/officeDocument/2006/relationships/customXml" Target="../ink/ink69.xml"/><Relationship Id="rId162" Type="http://schemas.openxmlformats.org/officeDocument/2006/relationships/customXml" Target="../ink/ink104.xml"/><Relationship Id="rId183" Type="http://schemas.openxmlformats.org/officeDocument/2006/relationships/image" Target="../media/image120.png"/><Relationship Id="rId2" Type="http://schemas.openxmlformats.org/officeDocument/2006/relationships/image" Target="../media/image29.GIF"/><Relationship Id="rId29" Type="http://schemas.openxmlformats.org/officeDocument/2006/relationships/image" Target="../media/image43.png"/><Relationship Id="rId24" Type="http://schemas.openxmlformats.org/officeDocument/2006/relationships/customXml" Target="../ink/ink35.xml"/><Relationship Id="rId40" Type="http://schemas.openxmlformats.org/officeDocument/2006/relationships/customXml" Target="../ink/ink43.xml"/><Relationship Id="rId45" Type="http://schemas.openxmlformats.org/officeDocument/2006/relationships/image" Target="../media/image51.png"/><Relationship Id="rId66" Type="http://schemas.openxmlformats.org/officeDocument/2006/relationships/customXml" Target="../ink/ink56.xml"/><Relationship Id="rId87" Type="http://schemas.openxmlformats.org/officeDocument/2006/relationships/image" Target="../media/image72.png"/><Relationship Id="rId110" Type="http://schemas.openxmlformats.org/officeDocument/2006/relationships/customXml" Target="../ink/ink78.xml"/><Relationship Id="rId115" Type="http://schemas.openxmlformats.org/officeDocument/2006/relationships/image" Target="../media/image86.png"/><Relationship Id="rId131" Type="http://schemas.openxmlformats.org/officeDocument/2006/relationships/image" Target="../media/image94.png"/><Relationship Id="rId136" Type="http://schemas.openxmlformats.org/officeDocument/2006/relationships/customXml" Target="../ink/ink91.xml"/><Relationship Id="rId157" Type="http://schemas.openxmlformats.org/officeDocument/2006/relationships/image" Target="../media/image107.png"/><Relationship Id="rId178" Type="http://schemas.openxmlformats.org/officeDocument/2006/relationships/customXml" Target="../ink/ink112.xml"/><Relationship Id="rId61" Type="http://schemas.openxmlformats.org/officeDocument/2006/relationships/image" Target="../media/image59.png"/><Relationship Id="rId82" Type="http://schemas.openxmlformats.org/officeDocument/2006/relationships/customXml" Target="../ink/ink64.xml"/><Relationship Id="rId152" Type="http://schemas.openxmlformats.org/officeDocument/2006/relationships/customXml" Target="../ink/ink99.xml"/><Relationship Id="rId173" Type="http://schemas.openxmlformats.org/officeDocument/2006/relationships/image" Target="../media/image115.png"/><Relationship Id="rId19" Type="http://schemas.openxmlformats.org/officeDocument/2006/relationships/image" Target="../media/image38.png"/><Relationship Id="rId14" Type="http://schemas.openxmlformats.org/officeDocument/2006/relationships/customXml" Target="../ink/ink30.xml"/><Relationship Id="rId30" Type="http://schemas.openxmlformats.org/officeDocument/2006/relationships/customXml" Target="../ink/ink38.xml"/><Relationship Id="rId35" Type="http://schemas.openxmlformats.org/officeDocument/2006/relationships/image" Target="../media/image46.png"/><Relationship Id="rId56" Type="http://schemas.openxmlformats.org/officeDocument/2006/relationships/customXml" Target="../ink/ink51.xml"/><Relationship Id="rId77" Type="http://schemas.openxmlformats.org/officeDocument/2006/relationships/image" Target="../media/image67.png"/><Relationship Id="rId100" Type="http://schemas.openxmlformats.org/officeDocument/2006/relationships/customXml" Target="../ink/ink73.xml"/><Relationship Id="rId105" Type="http://schemas.openxmlformats.org/officeDocument/2006/relationships/image" Target="../media/image81.png"/><Relationship Id="rId126" Type="http://schemas.openxmlformats.org/officeDocument/2006/relationships/customXml" Target="../ink/ink86.xml"/><Relationship Id="rId147" Type="http://schemas.openxmlformats.org/officeDocument/2006/relationships/image" Target="../media/image102.png"/><Relationship Id="rId168" Type="http://schemas.openxmlformats.org/officeDocument/2006/relationships/customXml" Target="../ink/ink107.xml"/><Relationship Id="rId8" Type="http://schemas.openxmlformats.org/officeDocument/2006/relationships/customXml" Target="../ink/ink27.xml"/><Relationship Id="rId51" Type="http://schemas.openxmlformats.org/officeDocument/2006/relationships/image" Target="../media/image54.png"/><Relationship Id="rId72" Type="http://schemas.openxmlformats.org/officeDocument/2006/relationships/customXml" Target="../ink/ink59.xml"/><Relationship Id="rId93" Type="http://schemas.openxmlformats.org/officeDocument/2006/relationships/image" Target="../media/image75.png"/><Relationship Id="rId98" Type="http://schemas.openxmlformats.org/officeDocument/2006/relationships/customXml" Target="../ink/ink72.xml"/><Relationship Id="rId121" Type="http://schemas.openxmlformats.org/officeDocument/2006/relationships/image" Target="../media/image89.png"/><Relationship Id="rId142" Type="http://schemas.openxmlformats.org/officeDocument/2006/relationships/customXml" Target="../ink/ink94.xml"/><Relationship Id="rId163" Type="http://schemas.openxmlformats.org/officeDocument/2006/relationships/image" Target="../media/image110.png"/><Relationship Id="rId184" Type="http://schemas.openxmlformats.org/officeDocument/2006/relationships/customXml" Target="../ink/ink115.xml"/><Relationship Id="rId189" Type="http://schemas.openxmlformats.org/officeDocument/2006/relationships/image" Target="../media/image123.png"/><Relationship Id="rId3" Type="http://schemas.openxmlformats.org/officeDocument/2006/relationships/image" Target="../media/image30.GIF"/><Relationship Id="rId25" Type="http://schemas.openxmlformats.org/officeDocument/2006/relationships/image" Target="../media/image41.png"/><Relationship Id="rId46" Type="http://schemas.openxmlformats.org/officeDocument/2006/relationships/customXml" Target="../ink/ink46.xml"/><Relationship Id="rId67" Type="http://schemas.openxmlformats.org/officeDocument/2006/relationships/image" Target="../media/image62.png"/><Relationship Id="rId116" Type="http://schemas.openxmlformats.org/officeDocument/2006/relationships/customXml" Target="../ink/ink81.xml"/><Relationship Id="rId137" Type="http://schemas.openxmlformats.org/officeDocument/2006/relationships/image" Target="../media/image97.png"/><Relationship Id="rId158" Type="http://schemas.openxmlformats.org/officeDocument/2006/relationships/customXml" Target="../ink/ink102.xml"/><Relationship Id="rId20" Type="http://schemas.openxmlformats.org/officeDocument/2006/relationships/customXml" Target="../ink/ink33.xml"/><Relationship Id="rId41" Type="http://schemas.openxmlformats.org/officeDocument/2006/relationships/image" Target="../media/image49.png"/><Relationship Id="rId62" Type="http://schemas.openxmlformats.org/officeDocument/2006/relationships/customXml" Target="../ink/ink54.xml"/><Relationship Id="rId83" Type="http://schemas.openxmlformats.org/officeDocument/2006/relationships/image" Target="../media/image70.png"/><Relationship Id="rId88" Type="http://schemas.openxmlformats.org/officeDocument/2006/relationships/customXml" Target="../ink/ink67.xml"/><Relationship Id="rId111" Type="http://schemas.openxmlformats.org/officeDocument/2006/relationships/image" Target="../media/image84.png"/><Relationship Id="rId132" Type="http://schemas.openxmlformats.org/officeDocument/2006/relationships/customXml" Target="../ink/ink89.xml"/><Relationship Id="rId153" Type="http://schemas.openxmlformats.org/officeDocument/2006/relationships/image" Target="../media/image105.png"/><Relationship Id="rId174" Type="http://schemas.openxmlformats.org/officeDocument/2006/relationships/customXml" Target="../ink/ink110.xml"/><Relationship Id="rId179" Type="http://schemas.openxmlformats.org/officeDocument/2006/relationships/image" Target="../media/image118.png"/><Relationship Id="rId190" Type="http://schemas.openxmlformats.org/officeDocument/2006/relationships/customXml" Target="../ink/ink118.xml"/><Relationship Id="rId15" Type="http://schemas.openxmlformats.org/officeDocument/2006/relationships/image" Target="../media/image36.png"/><Relationship Id="rId36" Type="http://schemas.openxmlformats.org/officeDocument/2006/relationships/customXml" Target="../ink/ink41.xml"/><Relationship Id="rId57" Type="http://schemas.openxmlformats.org/officeDocument/2006/relationships/image" Target="../media/image57.png"/><Relationship Id="rId106" Type="http://schemas.openxmlformats.org/officeDocument/2006/relationships/customXml" Target="../ink/ink76.xml"/><Relationship Id="rId127" Type="http://schemas.openxmlformats.org/officeDocument/2006/relationships/image" Target="../media/image92.png"/><Relationship Id="rId10" Type="http://schemas.openxmlformats.org/officeDocument/2006/relationships/customXml" Target="../ink/ink28.xml"/><Relationship Id="rId31" Type="http://schemas.openxmlformats.org/officeDocument/2006/relationships/image" Target="../media/image44.png"/><Relationship Id="rId52" Type="http://schemas.openxmlformats.org/officeDocument/2006/relationships/customXml" Target="../ink/ink49.xml"/><Relationship Id="rId73" Type="http://schemas.openxmlformats.org/officeDocument/2006/relationships/image" Target="../media/image65.png"/><Relationship Id="rId78" Type="http://schemas.openxmlformats.org/officeDocument/2006/relationships/customXml" Target="../ink/ink62.xml"/><Relationship Id="rId94" Type="http://schemas.openxmlformats.org/officeDocument/2006/relationships/customXml" Target="../ink/ink70.xml"/><Relationship Id="rId99" Type="http://schemas.openxmlformats.org/officeDocument/2006/relationships/image" Target="../media/image78.png"/><Relationship Id="rId101" Type="http://schemas.openxmlformats.org/officeDocument/2006/relationships/image" Target="../media/image79.png"/><Relationship Id="rId122" Type="http://schemas.openxmlformats.org/officeDocument/2006/relationships/customXml" Target="../ink/ink84.xml"/><Relationship Id="rId143" Type="http://schemas.openxmlformats.org/officeDocument/2006/relationships/image" Target="../media/image100.png"/><Relationship Id="rId148" Type="http://schemas.openxmlformats.org/officeDocument/2006/relationships/customXml" Target="../ink/ink97.xml"/><Relationship Id="rId164" Type="http://schemas.openxmlformats.org/officeDocument/2006/relationships/customXml" Target="../ink/ink105.xml"/><Relationship Id="rId169" Type="http://schemas.openxmlformats.org/officeDocument/2006/relationships/image" Target="../media/image113.png"/><Relationship Id="rId185" Type="http://schemas.openxmlformats.org/officeDocument/2006/relationships/image" Target="../media/image121.png"/><Relationship Id="rId4" Type="http://schemas.openxmlformats.org/officeDocument/2006/relationships/customXml" Target="../ink/ink25.xml"/><Relationship Id="rId9" Type="http://schemas.openxmlformats.org/officeDocument/2006/relationships/image" Target="../media/image33.png"/><Relationship Id="rId180" Type="http://schemas.openxmlformats.org/officeDocument/2006/relationships/customXml" Target="../ink/ink11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1.xml"/><Relationship Id="rId117" Type="http://schemas.openxmlformats.org/officeDocument/2006/relationships/image" Target="../media/image182.png"/><Relationship Id="rId21" Type="http://schemas.openxmlformats.org/officeDocument/2006/relationships/image" Target="../media/image134.png"/><Relationship Id="rId42" Type="http://schemas.openxmlformats.org/officeDocument/2006/relationships/customXml" Target="../ink/ink139.xml"/><Relationship Id="rId47" Type="http://schemas.openxmlformats.org/officeDocument/2006/relationships/image" Target="../media/image147.png"/><Relationship Id="rId63" Type="http://schemas.openxmlformats.org/officeDocument/2006/relationships/image" Target="../media/image155.png"/><Relationship Id="rId68" Type="http://schemas.openxmlformats.org/officeDocument/2006/relationships/customXml" Target="../ink/ink152.xml"/><Relationship Id="rId84" Type="http://schemas.openxmlformats.org/officeDocument/2006/relationships/customXml" Target="../ink/ink160.xml"/><Relationship Id="rId89" Type="http://schemas.openxmlformats.org/officeDocument/2006/relationships/image" Target="../media/image168.png"/><Relationship Id="rId112" Type="http://schemas.openxmlformats.org/officeDocument/2006/relationships/customXml" Target="../ink/ink174.xml"/><Relationship Id="rId133" Type="http://schemas.openxmlformats.org/officeDocument/2006/relationships/image" Target="../media/image190.png"/><Relationship Id="rId138" Type="http://schemas.openxmlformats.org/officeDocument/2006/relationships/customXml" Target="../ink/ink187.xml"/><Relationship Id="rId154" Type="http://schemas.openxmlformats.org/officeDocument/2006/relationships/customXml" Target="../ink/ink195.xml"/><Relationship Id="rId159" Type="http://schemas.openxmlformats.org/officeDocument/2006/relationships/image" Target="../media/image203.png"/><Relationship Id="rId175" Type="http://schemas.openxmlformats.org/officeDocument/2006/relationships/image" Target="../media/image211.png"/><Relationship Id="rId170" Type="http://schemas.openxmlformats.org/officeDocument/2006/relationships/customXml" Target="../ink/ink203.xml"/><Relationship Id="rId16" Type="http://schemas.openxmlformats.org/officeDocument/2006/relationships/customXml" Target="../ink/ink126.xml"/><Relationship Id="rId107" Type="http://schemas.openxmlformats.org/officeDocument/2006/relationships/image" Target="../media/image177.png"/><Relationship Id="rId11" Type="http://schemas.openxmlformats.org/officeDocument/2006/relationships/image" Target="../media/image129.png"/><Relationship Id="rId32" Type="http://schemas.openxmlformats.org/officeDocument/2006/relationships/customXml" Target="../ink/ink134.xml"/><Relationship Id="rId37" Type="http://schemas.openxmlformats.org/officeDocument/2006/relationships/image" Target="../media/image142.png"/><Relationship Id="rId53" Type="http://schemas.openxmlformats.org/officeDocument/2006/relationships/image" Target="../media/image150.png"/><Relationship Id="rId58" Type="http://schemas.openxmlformats.org/officeDocument/2006/relationships/customXml" Target="../ink/ink147.xml"/><Relationship Id="rId74" Type="http://schemas.openxmlformats.org/officeDocument/2006/relationships/customXml" Target="../ink/ink155.xml"/><Relationship Id="rId79" Type="http://schemas.openxmlformats.org/officeDocument/2006/relationships/image" Target="../media/image163.png"/><Relationship Id="rId102" Type="http://schemas.openxmlformats.org/officeDocument/2006/relationships/customXml" Target="../ink/ink169.xml"/><Relationship Id="rId123" Type="http://schemas.openxmlformats.org/officeDocument/2006/relationships/image" Target="../media/image185.png"/><Relationship Id="rId128" Type="http://schemas.openxmlformats.org/officeDocument/2006/relationships/customXml" Target="../ink/ink182.xml"/><Relationship Id="rId144" Type="http://schemas.openxmlformats.org/officeDocument/2006/relationships/customXml" Target="../ink/ink190.xml"/><Relationship Id="rId149" Type="http://schemas.openxmlformats.org/officeDocument/2006/relationships/image" Target="../media/image198.png"/><Relationship Id="rId5" Type="http://schemas.openxmlformats.org/officeDocument/2006/relationships/image" Target="../media/image126.png"/><Relationship Id="rId90" Type="http://schemas.openxmlformats.org/officeDocument/2006/relationships/customXml" Target="../ink/ink163.xml"/><Relationship Id="rId95" Type="http://schemas.openxmlformats.org/officeDocument/2006/relationships/image" Target="../media/image171.png"/><Relationship Id="rId160" Type="http://schemas.openxmlformats.org/officeDocument/2006/relationships/customXml" Target="../ink/ink198.xml"/><Relationship Id="rId165" Type="http://schemas.openxmlformats.org/officeDocument/2006/relationships/image" Target="../media/image206.png"/><Relationship Id="rId181" Type="http://schemas.openxmlformats.org/officeDocument/2006/relationships/image" Target="../media/image214.png"/><Relationship Id="rId186" Type="http://schemas.openxmlformats.org/officeDocument/2006/relationships/customXml" Target="../ink/ink211.xml"/><Relationship Id="rId22" Type="http://schemas.openxmlformats.org/officeDocument/2006/relationships/customXml" Target="../ink/ink129.xml"/><Relationship Id="rId27" Type="http://schemas.openxmlformats.org/officeDocument/2006/relationships/image" Target="../media/image137.png"/><Relationship Id="rId43" Type="http://schemas.openxmlformats.org/officeDocument/2006/relationships/image" Target="../media/image145.png"/><Relationship Id="rId48" Type="http://schemas.openxmlformats.org/officeDocument/2006/relationships/customXml" Target="../ink/ink142.xml"/><Relationship Id="rId64" Type="http://schemas.openxmlformats.org/officeDocument/2006/relationships/customXml" Target="../ink/ink150.xml"/><Relationship Id="rId69" Type="http://schemas.openxmlformats.org/officeDocument/2006/relationships/image" Target="../media/image158.png"/><Relationship Id="rId113" Type="http://schemas.openxmlformats.org/officeDocument/2006/relationships/image" Target="../media/image180.png"/><Relationship Id="rId118" Type="http://schemas.openxmlformats.org/officeDocument/2006/relationships/customXml" Target="../ink/ink177.xml"/><Relationship Id="rId134" Type="http://schemas.openxmlformats.org/officeDocument/2006/relationships/customXml" Target="../ink/ink185.xml"/><Relationship Id="rId139" Type="http://schemas.openxmlformats.org/officeDocument/2006/relationships/image" Target="../media/image193.png"/><Relationship Id="rId80" Type="http://schemas.openxmlformats.org/officeDocument/2006/relationships/customXml" Target="../ink/ink158.xml"/><Relationship Id="rId85" Type="http://schemas.openxmlformats.org/officeDocument/2006/relationships/image" Target="../media/image166.png"/><Relationship Id="rId150" Type="http://schemas.openxmlformats.org/officeDocument/2006/relationships/customXml" Target="../ink/ink193.xml"/><Relationship Id="rId155" Type="http://schemas.openxmlformats.org/officeDocument/2006/relationships/image" Target="../media/image201.png"/><Relationship Id="rId171" Type="http://schemas.openxmlformats.org/officeDocument/2006/relationships/image" Target="../media/image209.png"/><Relationship Id="rId176" Type="http://schemas.openxmlformats.org/officeDocument/2006/relationships/customXml" Target="../ink/ink206.xml"/><Relationship Id="rId12" Type="http://schemas.openxmlformats.org/officeDocument/2006/relationships/customXml" Target="../ink/ink124.xml"/><Relationship Id="rId17" Type="http://schemas.openxmlformats.org/officeDocument/2006/relationships/image" Target="../media/image132.png"/><Relationship Id="rId33" Type="http://schemas.openxmlformats.org/officeDocument/2006/relationships/image" Target="../media/image140.png"/><Relationship Id="rId38" Type="http://schemas.openxmlformats.org/officeDocument/2006/relationships/customXml" Target="../ink/ink137.xml"/><Relationship Id="rId59" Type="http://schemas.openxmlformats.org/officeDocument/2006/relationships/image" Target="../media/image153.png"/><Relationship Id="rId103" Type="http://schemas.openxmlformats.org/officeDocument/2006/relationships/image" Target="../media/image175.png"/><Relationship Id="rId108" Type="http://schemas.openxmlformats.org/officeDocument/2006/relationships/customXml" Target="../ink/ink172.xml"/><Relationship Id="rId124" Type="http://schemas.openxmlformats.org/officeDocument/2006/relationships/customXml" Target="../ink/ink180.xml"/><Relationship Id="rId129" Type="http://schemas.openxmlformats.org/officeDocument/2006/relationships/image" Target="../media/image188.png"/><Relationship Id="rId54" Type="http://schemas.openxmlformats.org/officeDocument/2006/relationships/customXml" Target="../ink/ink145.xml"/><Relationship Id="rId70" Type="http://schemas.openxmlformats.org/officeDocument/2006/relationships/customXml" Target="../ink/ink153.xml"/><Relationship Id="rId75" Type="http://schemas.openxmlformats.org/officeDocument/2006/relationships/image" Target="../media/image161.png"/><Relationship Id="rId91" Type="http://schemas.openxmlformats.org/officeDocument/2006/relationships/image" Target="../media/image169.png"/><Relationship Id="rId96" Type="http://schemas.openxmlformats.org/officeDocument/2006/relationships/customXml" Target="../ink/ink166.xml"/><Relationship Id="rId140" Type="http://schemas.openxmlformats.org/officeDocument/2006/relationships/customXml" Target="../ink/ink188.xml"/><Relationship Id="rId145" Type="http://schemas.openxmlformats.org/officeDocument/2006/relationships/image" Target="../media/image196.png"/><Relationship Id="rId161" Type="http://schemas.openxmlformats.org/officeDocument/2006/relationships/image" Target="../media/image204.png"/><Relationship Id="rId166" Type="http://schemas.openxmlformats.org/officeDocument/2006/relationships/customXml" Target="../ink/ink201.xml"/><Relationship Id="rId182" Type="http://schemas.openxmlformats.org/officeDocument/2006/relationships/customXml" Target="../ink/ink209.xml"/><Relationship Id="rId187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1.xml"/><Relationship Id="rId23" Type="http://schemas.openxmlformats.org/officeDocument/2006/relationships/image" Target="../media/image135.png"/><Relationship Id="rId28" Type="http://schemas.openxmlformats.org/officeDocument/2006/relationships/customXml" Target="../ink/ink132.xml"/><Relationship Id="rId49" Type="http://schemas.openxmlformats.org/officeDocument/2006/relationships/image" Target="../media/image148.png"/><Relationship Id="rId114" Type="http://schemas.openxmlformats.org/officeDocument/2006/relationships/customXml" Target="../ink/ink175.xml"/><Relationship Id="rId119" Type="http://schemas.openxmlformats.org/officeDocument/2006/relationships/image" Target="../media/image183.png"/><Relationship Id="rId44" Type="http://schemas.openxmlformats.org/officeDocument/2006/relationships/customXml" Target="../ink/ink140.xml"/><Relationship Id="rId60" Type="http://schemas.openxmlformats.org/officeDocument/2006/relationships/customXml" Target="../ink/ink148.xml"/><Relationship Id="rId65" Type="http://schemas.openxmlformats.org/officeDocument/2006/relationships/image" Target="../media/image156.png"/><Relationship Id="rId81" Type="http://schemas.openxmlformats.org/officeDocument/2006/relationships/image" Target="../media/image164.png"/><Relationship Id="rId86" Type="http://schemas.openxmlformats.org/officeDocument/2006/relationships/customXml" Target="../ink/ink161.xml"/><Relationship Id="rId130" Type="http://schemas.openxmlformats.org/officeDocument/2006/relationships/customXml" Target="../ink/ink183.xml"/><Relationship Id="rId135" Type="http://schemas.openxmlformats.org/officeDocument/2006/relationships/image" Target="../media/image191.png"/><Relationship Id="rId151" Type="http://schemas.openxmlformats.org/officeDocument/2006/relationships/image" Target="../media/image199.png"/><Relationship Id="rId156" Type="http://schemas.openxmlformats.org/officeDocument/2006/relationships/customXml" Target="../ink/ink196.xml"/><Relationship Id="rId177" Type="http://schemas.openxmlformats.org/officeDocument/2006/relationships/image" Target="../media/image212.png"/><Relationship Id="rId172" Type="http://schemas.openxmlformats.org/officeDocument/2006/relationships/customXml" Target="../ink/ink204.xml"/><Relationship Id="rId13" Type="http://schemas.openxmlformats.org/officeDocument/2006/relationships/image" Target="../media/image130.png"/><Relationship Id="rId18" Type="http://schemas.openxmlformats.org/officeDocument/2006/relationships/customXml" Target="../ink/ink127.xml"/><Relationship Id="rId39" Type="http://schemas.openxmlformats.org/officeDocument/2006/relationships/image" Target="../media/image143.png"/><Relationship Id="rId109" Type="http://schemas.openxmlformats.org/officeDocument/2006/relationships/image" Target="../media/image178.png"/><Relationship Id="rId34" Type="http://schemas.openxmlformats.org/officeDocument/2006/relationships/customXml" Target="../ink/ink135.xml"/><Relationship Id="rId50" Type="http://schemas.openxmlformats.org/officeDocument/2006/relationships/customXml" Target="../ink/ink143.xml"/><Relationship Id="rId55" Type="http://schemas.openxmlformats.org/officeDocument/2006/relationships/image" Target="../media/image151.png"/><Relationship Id="rId76" Type="http://schemas.openxmlformats.org/officeDocument/2006/relationships/customXml" Target="../ink/ink156.xml"/><Relationship Id="rId97" Type="http://schemas.openxmlformats.org/officeDocument/2006/relationships/image" Target="../media/image172.png"/><Relationship Id="rId104" Type="http://schemas.openxmlformats.org/officeDocument/2006/relationships/customXml" Target="../ink/ink170.xml"/><Relationship Id="rId120" Type="http://schemas.openxmlformats.org/officeDocument/2006/relationships/customXml" Target="../ink/ink178.xml"/><Relationship Id="rId125" Type="http://schemas.openxmlformats.org/officeDocument/2006/relationships/image" Target="../media/image186.png"/><Relationship Id="rId141" Type="http://schemas.openxmlformats.org/officeDocument/2006/relationships/image" Target="../media/image194.png"/><Relationship Id="rId146" Type="http://schemas.openxmlformats.org/officeDocument/2006/relationships/customXml" Target="../ink/ink191.xml"/><Relationship Id="rId167" Type="http://schemas.openxmlformats.org/officeDocument/2006/relationships/image" Target="../media/image207.png"/><Relationship Id="rId188" Type="http://schemas.openxmlformats.org/officeDocument/2006/relationships/customXml" Target="../ink/ink212.xml"/><Relationship Id="rId7" Type="http://schemas.openxmlformats.org/officeDocument/2006/relationships/image" Target="../media/image127.png"/><Relationship Id="rId71" Type="http://schemas.openxmlformats.org/officeDocument/2006/relationships/image" Target="../media/image159.png"/><Relationship Id="rId92" Type="http://schemas.openxmlformats.org/officeDocument/2006/relationships/customXml" Target="../ink/ink164.xml"/><Relationship Id="rId162" Type="http://schemas.openxmlformats.org/officeDocument/2006/relationships/customXml" Target="../ink/ink199.xml"/><Relationship Id="rId183" Type="http://schemas.openxmlformats.org/officeDocument/2006/relationships/image" Target="../media/image215.png"/><Relationship Id="rId2" Type="http://schemas.openxmlformats.org/officeDocument/2006/relationships/customXml" Target="../ink/ink119.xml"/><Relationship Id="rId29" Type="http://schemas.openxmlformats.org/officeDocument/2006/relationships/image" Target="../media/image138.png"/><Relationship Id="rId24" Type="http://schemas.openxmlformats.org/officeDocument/2006/relationships/customXml" Target="../ink/ink130.xml"/><Relationship Id="rId40" Type="http://schemas.openxmlformats.org/officeDocument/2006/relationships/customXml" Target="../ink/ink138.xml"/><Relationship Id="rId45" Type="http://schemas.openxmlformats.org/officeDocument/2006/relationships/image" Target="../media/image146.png"/><Relationship Id="rId66" Type="http://schemas.openxmlformats.org/officeDocument/2006/relationships/customXml" Target="../ink/ink151.xml"/><Relationship Id="rId87" Type="http://schemas.openxmlformats.org/officeDocument/2006/relationships/image" Target="../media/image167.png"/><Relationship Id="rId110" Type="http://schemas.openxmlformats.org/officeDocument/2006/relationships/customXml" Target="../ink/ink173.xml"/><Relationship Id="rId115" Type="http://schemas.openxmlformats.org/officeDocument/2006/relationships/image" Target="../media/image181.png"/><Relationship Id="rId131" Type="http://schemas.openxmlformats.org/officeDocument/2006/relationships/image" Target="../media/image189.png"/><Relationship Id="rId136" Type="http://schemas.openxmlformats.org/officeDocument/2006/relationships/customXml" Target="../ink/ink186.xml"/><Relationship Id="rId157" Type="http://schemas.openxmlformats.org/officeDocument/2006/relationships/image" Target="../media/image202.png"/><Relationship Id="rId178" Type="http://schemas.openxmlformats.org/officeDocument/2006/relationships/customXml" Target="../ink/ink207.xml"/><Relationship Id="rId61" Type="http://schemas.openxmlformats.org/officeDocument/2006/relationships/image" Target="../media/image154.png"/><Relationship Id="rId82" Type="http://schemas.openxmlformats.org/officeDocument/2006/relationships/customXml" Target="../ink/ink159.xml"/><Relationship Id="rId152" Type="http://schemas.openxmlformats.org/officeDocument/2006/relationships/customXml" Target="../ink/ink194.xml"/><Relationship Id="rId173" Type="http://schemas.openxmlformats.org/officeDocument/2006/relationships/image" Target="../media/image210.png"/><Relationship Id="rId19" Type="http://schemas.openxmlformats.org/officeDocument/2006/relationships/image" Target="../media/image133.png"/><Relationship Id="rId14" Type="http://schemas.openxmlformats.org/officeDocument/2006/relationships/customXml" Target="../ink/ink125.xml"/><Relationship Id="rId30" Type="http://schemas.openxmlformats.org/officeDocument/2006/relationships/customXml" Target="../ink/ink133.xml"/><Relationship Id="rId35" Type="http://schemas.openxmlformats.org/officeDocument/2006/relationships/image" Target="../media/image141.png"/><Relationship Id="rId56" Type="http://schemas.openxmlformats.org/officeDocument/2006/relationships/customXml" Target="../ink/ink146.xml"/><Relationship Id="rId77" Type="http://schemas.openxmlformats.org/officeDocument/2006/relationships/image" Target="../media/image162.png"/><Relationship Id="rId100" Type="http://schemas.openxmlformats.org/officeDocument/2006/relationships/customXml" Target="../ink/ink168.xml"/><Relationship Id="rId105" Type="http://schemas.openxmlformats.org/officeDocument/2006/relationships/image" Target="../media/image176.png"/><Relationship Id="rId126" Type="http://schemas.openxmlformats.org/officeDocument/2006/relationships/customXml" Target="../ink/ink181.xml"/><Relationship Id="rId147" Type="http://schemas.openxmlformats.org/officeDocument/2006/relationships/image" Target="../media/image197.png"/><Relationship Id="rId168" Type="http://schemas.openxmlformats.org/officeDocument/2006/relationships/customXml" Target="../ink/ink202.xml"/><Relationship Id="rId8" Type="http://schemas.openxmlformats.org/officeDocument/2006/relationships/customXml" Target="../ink/ink122.xml"/><Relationship Id="rId51" Type="http://schemas.openxmlformats.org/officeDocument/2006/relationships/image" Target="../media/image149.png"/><Relationship Id="rId72" Type="http://schemas.openxmlformats.org/officeDocument/2006/relationships/customXml" Target="../ink/ink154.xml"/><Relationship Id="rId93" Type="http://schemas.openxmlformats.org/officeDocument/2006/relationships/image" Target="../media/image170.png"/><Relationship Id="rId98" Type="http://schemas.openxmlformats.org/officeDocument/2006/relationships/customXml" Target="../ink/ink167.xml"/><Relationship Id="rId121" Type="http://schemas.openxmlformats.org/officeDocument/2006/relationships/image" Target="../media/image184.png"/><Relationship Id="rId142" Type="http://schemas.openxmlformats.org/officeDocument/2006/relationships/customXml" Target="../ink/ink189.xml"/><Relationship Id="rId163" Type="http://schemas.openxmlformats.org/officeDocument/2006/relationships/image" Target="../media/image205.png"/><Relationship Id="rId184" Type="http://schemas.openxmlformats.org/officeDocument/2006/relationships/customXml" Target="../ink/ink210.xml"/><Relationship Id="rId189" Type="http://schemas.openxmlformats.org/officeDocument/2006/relationships/image" Target="../media/image218.png"/><Relationship Id="rId3" Type="http://schemas.openxmlformats.org/officeDocument/2006/relationships/image" Target="../media/image125.png"/><Relationship Id="rId25" Type="http://schemas.openxmlformats.org/officeDocument/2006/relationships/image" Target="../media/image136.png"/><Relationship Id="rId46" Type="http://schemas.openxmlformats.org/officeDocument/2006/relationships/customXml" Target="../ink/ink141.xml"/><Relationship Id="rId67" Type="http://schemas.openxmlformats.org/officeDocument/2006/relationships/image" Target="../media/image157.png"/><Relationship Id="rId116" Type="http://schemas.openxmlformats.org/officeDocument/2006/relationships/customXml" Target="../ink/ink176.xml"/><Relationship Id="rId137" Type="http://schemas.openxmlformats.org/officeDocument/2006/relationships/image" Target="../media/image192.png"/><Relationship Id="rId158" Type="http://schemas.openxmlformats.org/officeDocument/2006/relationships/customXml" Target="../ink/ink197.xml"/><Relationship Id="rId20" Type="http://schemas.openxmlformats.org/officeDocument/2006/relationships/customXml" Target="../ink/ink128.xml"/><Relationship Id="rId41" Type="http://schemas.openxmlformats.org/officeDocument/2006/relationships/image" Target="../media/image144.png"/><Relationship Id="rId62" Type="http://schemas.openxmlformats.org/officeDocument/2006/relationships/customXml" Target="../ink/ink149.xml"/><Relationship Id="rId83" Type="http://schemas.openxmlformats.org/officeDocument/2006/relationships/image" Target="../media/image165.png"/><Relationship Id="rId88" Type="http://schemas.openxmlformats.org/officeDocument/2006/relationships/customXml" Target="../ink/ink162.xml"/><Relationship Id="rId111" Type="http://schemas.openxmlformats.org/officeDocument/2006/relationships/image" Target="../media/image179.png"/><Relationship Id="rId132" Type="http://schemas.openxmlformats.org/officeDocument/2006/relationships/customXml" Target="../ink/ink184.xml"/><Relationship Id="rId153" Type="http://schemas.openxmlformats.org/officeDocument/2006/relationships/image" Target="../media/image200.png"/><Relationship Id="rId174" Type="http://schemas.openxmlformats.org/officeDocument/2006/relationships/customXml" Target="../ink/ink205.xml"/><Relationship Id="rId179" Type="http://schemas.openxmlformats.org/officeDocument/2006/relationships/image" Target="../media/image213.png"/><Relationship Id="rId15" Type="http://schemas.openxmlformats.org/officeDocument/2006/relationships/image" Target="../media/image131.png"/><Relationship Id="rId36" Type="http://schemas.openxmlformats.org/officeDocument/2006/relationships/customXml" Target="../ink/ink136.xml"/><Relationship Id="rId57" Type="http://schemas.openxmlformats.org/officeDocument/2006/relationships/image" Target="../media/image152.png"/><Relationship Id="rId106" Type="http://schemas.openxmlformats.org/officeDocument/2006/relationships/customXml" Target="../ink/ink171.xml"/><Relationship Id="rId127" Type="http://schemas.openxmlformats.org/officeDocument/2006/relationships/image" Target="../media/image187.png"/><Relationship Id="rId10" Type="http://schemas.openxmlformats.org/officeDocument/2006/relationships/customXml" Target="../ink/ink123.xml"/><Relationship Id="rId31" Type="http://schemas.openxmlformats.org/officeDocument/2006/relationships/image" Target="../media/image139.png"/><Relationship Id="rId52" Type="http://schemas.openxmlformats.org/officeDocument/2006/relationships/customXml" Target="../ink/ink144.xml"/><Relationship Id="rId73" Type="http://schemas.openxmlformats.org/officeDocument/2006/relationships/image" Target="../media/image160.png"/><Relationship Id="rId78" Type="http://schemas.openxmlformats.org/officeDocument/2006/relationships/customXml" Target="../ink/ink157.xml"/><Relationship Id="rId94" Type="http://schemas.openxmlformats.org/officeDocument/2006/relationships/customXml" Target="../ink/ink165.xml"/><Relationship Id="rId99" Type="http://schemas.openxmlformats.org/officeDocument/2006/relationships/image" Target="../media/image173.png"/><Relationship Id="rId101" Type="http://schemas.openxmlformats.org/officeDocument/2006/relationships/image" Target="../media/image174.png"/><Relationship Id="rId122" Type="http://schemas.openxmlformats.org/officeDocument/2006/relationships/customXml" Target="../ink/ink179.xml"/><Relationship Id="rId143" Type="http://schemas.openxmlformats.org/officeDocument/2006/relationships/image" Target="../media/image195.png"/><Relationship Id="rId148" Type="http://schemas.openxmlformats.org/officeDocument/2006/relationships/customXml" Target="../ink/ink192.xml"/><Relationship Id="rId164" Type="http://schemas.openxmlformats.org/officeDocument/2006/relationships/customXml" Target="../ink/ink200.xml"/><Relationship Id="rId169" Type="http://schemas.openxmlformats.org/officeDocument/2006/relationships/image" Target="../media/image208.png"/><Relationship Id="rId185" Type="http://schemas.openxmlformats.org/officeDocument/2006/relationships/image" Target="../media/image216.png"/><Relationship Id="rId4" Type="http://schemas.openxmlformats.org/officeDocument/2006/relationships/customXml" Target="../ink/ink120.xml"/><Relationship Id="rId9" Type="http://schemas.openxmlformats.org/officeDocument/2006/relationships/image" Target="../media/image128.png"/><Relationship Id="rId180" Type="http://schemas.openxmlformats.org/officeDocument/2006/relationships/customXml" Target="../ink/ink20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13" Type="http://schemas.openxmlformats.org/officeDocument/2006/relationships/customXml" Target="../ink/ink218.xml"/><Relationship Id="rId18" Type="http://schemas.openxmlformats.org/officeDocument/2006/relationships/image" Target="../media/image227.png"/><Relationship Id="rId3" Type="http://schemas.openxmlformats.org/officeDocument/2006/relationships/customXml" Target="../ink/ink213.xml"/><Relationship Id="rId21" Type="http://schemas.openxmlformats.org/officeDocument/2006/relationships/customXml" Target="../ink/ink222.xml"/><Relationship Id="rId7" Type="http://schemas.openxmlformats.org/officeDocument/2006/relationships/customXml" Target="../ink/ink215.xml"/><Relationship Id="rId12" Type="http://schemas.openxmlformats.org/officeDocument/2006/relationships/image" Target="../media/image224.png"/><Relationship Id="rId17" Type="http://schemas.openxmlformats.org/officeDocument/2006/relationships/customXml" Target="../ink/ink220.xml"/><Relationship Id="rId2" Type="http://schemas.openxmlformats.org/officeDocument/2006/relationships/image" Target="../media/image219.PNG"/><Relationship Id="rId16" Type="http://schemas.openxmlformats.org/officeDocument/2006/relationships/image" Target="../media/image226.png"/><Relationship Id="rId20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customXml" Target="../ink/ink217.xml"/><Relationship Id="rId5" Type="http://schemas.openxmlformats.org/officeDocument/2006/relationships/customXml" Target="../ink/ink214.xml"/><Relationship Id="rId15" Type="http://schemas.openxmlformats.org/officeDocument/2006/relationships/customXml" Target="../ink/ink219.xml"/><Relationship Id="rId10" Type="http://schemas.openxmlformats.org/officeDocument/2006/relationships/image" Target="../media/image223.png"/><Relationship Id="rId19" Type="http://schemas.openxmlformats.org/officeDocument/2006/relationships/customXml" Target="../ink/ink221.xml"/><Relationship Id="rId4" Type="http://schemas.openxmlformats.org/officeDocument/2006/relationships/image" Target="../media/image220.png"/><Relationship Id="rId9" Type="http://schemas.openxmlformats.org/officeDocument/2006/relationships/customXml" Target="../ink/ink216.xml"/><Relationship Id="rId14" Type="http://schemas.openxmlformats.org/officeDocument/2006/relationships/image" Target="../media/image225.png"/><Relationship Id="rId22" Type="http://schemas.openxmlformats.org/officeDocument/2006/relationships/image" Target="../media/image2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7200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 err="1">
                <a:latin typeface="나눔고딕 ExtraBold" pitchFamily="50" charset="-127"/>
                <a:ea typeface="나눔고딕 ExtraBold" pitchFamily="50" charset="-127"/>
              </a:rPr>
              <a:t>쓰레드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 및 </a:t>
            </a:r>
            <a:r>
              <a:rPr lang="ko-KR" altLang="en-US" sz="4000" b="1" dirty="0" err="1">
                <a:latin typeface="나눔고딕 ExtraBold" pitchFamily="50" charset="-127"/>
                <a:ea typeface="나눔고딕 ExtraBold" pitchFamily="50" charset="-127"/>
              </a:rPr>
              <a:t>세마포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 사용 연습 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(1)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6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283BE90-888B-4266-BE56-A3692E94C71A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예제 프로그램 설명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0225" y="1341438"/>
            <a:ext cx="7634288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1</a:t>
            </a:r>
            <a:r>
              <a:rPr lang="ko-KR" altLang="en-US" dirty="0">
                <a:ea typeface="굴림" charset="-127"/>
              </a:rPr>
              <a:t>번 예제 프로그램은 </a:t>
            </a:r>
            <a:r>
              <a:rPr lang="ko-KR" altLang="en-US" dirty="0" err="1">
                <a:ea typeface="굴림" charset="-127"/>
              </a:rPr>
              <a:t>쓰레드</a:t>
            </a:r>
            <a:r>
              <a:rPr lang="ko-KR" altLang="en-US" dirty="0">
                <a:ea typeface="굴림" charset="-127"/>
              </a:rPr>
              <a:t> 기법에 기반하여 공유 변수를 사용해서 통신하는 생산자</a:t>
            </a:r>
            <a:r>
              <a:rPr lang="en-US" altLang="ko-KR" dirty="0">
                <a:ea typeface="굴림" charset="-127"/>
              </a:rPr>
              <a:t>/</a:t>
            </a:r>
            <a:r>
              <a:rPr lang="ko-KR" altLang="en-US" dirty="0">
                <a:ea typeface="굴림" charset="-127"/>
              </a:rPr>
              <a:t>소비자 프로그램이다</a:t>
            </a:r>
            <a:r>
              <a:rPr lang="en-US" altLang="ko-KR" dirty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(1</a:t>
            </a:r>
            <a:r>
              <a:rPr lang="ko-KR" altLang="en-US" dirty="0">
                <a:ea typeface="굴림" charset="-127"/>
              </a:rPr>
              <a:t>번 프로그램을 수정한</a:t>
            </a:r>
            <a:r>
              <a:rPr lang="en-US" altLang="ko-KR" dirty="0">
                <a:ea typeface="굴림" charset="-127"/>
              </a:rPr>
              <a:t>) 2</a:t>
            </a:r>
            <a:r>
              <a:rPr lang="ko-KR" altLang="en-US" dirty="0">
                <a:ea typeface="굴림" charset="-127"/>
              </a:rPr>
              <a:t>번 프로그램은 </a:t>
            </a:r>
            <a:r>
              <a:rPr lang="ko-KR" altLang="en-US" dirty="0" err="1">
                <a:ea typeface="굴림" charset="-127"/>
              </a:rPr>
              <a:t>세마포를</a:t>
            </a:r>
            <a:r>
              <a:rPr lang="ko-KR" altLang="en-US" dirty="0">
                <a:ea typeface="굴림" charset="-127"/>
              </a:rPr>
              <a:t> 사용하여 공유 변수에 대해서 </a:t>
            </a:r>
            <a:r>
              <a:rPr lang="ko-KR" altLang="en-US" dirty="0" err="1">
                <a:ea typeface="굴림" charset="-127"/>
              </a:rPr>
              <a:t>상호배제를</a:t>
            </a:r>
            <a:r>
              <a:rPr lang="ko-KR" altLang="en-US" dirty="0">
                <a:ea typeface="굴림" charset="-127"/>
              </a:rPr>
              <a:t> 구현한 프로그램이다</a:t>
            </a:r>
            <a:r>
              <a:rPr lang="en-US" altLang="ko-KR" dirty="0">
                <a:ea typeface="굴림" charset="-127"/>
              </a:rPr>
              <a:t>.  </a:t>
            </a:r>
          </a:p>
          <a:p>
            <a:endParaRPr lang="en-US" altLang="ko-KR" dirty="0">
              <a:ea typeface="굴림" charset="-127"/>
            </a:endParaRPr>
          </a:p>
          <a:p>
            <a:pPr marL="0" indent="0">
              <a:buNone/>
            </a:pPr>
            <a:endParaRPr lang="en-US" altLang="ko-KR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741988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536" y="188640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번 예제 프로그램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817451"/>
            <a:ext cx="5858512" cy="576432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 bwMode="auto">
          <a:xfrm>
            <a:off x="2267745" y="2420888"/>
            <a:ext cx="864096" cy="21602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2267745" y="3861048"/>
            <a:ext cx="864096" cy="21602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45C3E8D-5830-D4AB-5730-E5D2D154471B}"/>
                  </a:ext>
                </a:extLst>
              </p14:cNvPr>
              <p14:cNvContentPartPr/>
              <p14:nvPr/>
            </p14:nvContentPartPr>
            <p14:xfrm>
              <a:off x="4561833" y="399270"/>
              <a:ext cx="197280" cy="2602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45C3E8D-5830-D4AB-5730-E5D2D15447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3193" y="390630"/>
                <a:ext cx="2149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6767DC6-A05E-78AA-67FE-A8386D9C39D2}"/>
                  </a:ext>
                </a:extLst>
              </p14:cNvPr>
              <p14:cNvContentPartPr/>
              <p14:nvPr/>
            </p14:nvContentPartPr>
            <p14:xfrm>
              <a:off x="4591353" y="478470"/>
              <a:ext cx="158040" cy="835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6767DC6-A05E-78AA-67FE-A8386D9C39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82713" y="469830"/>
                <a:ext cx="1756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27CDD327-45B3-5AA3-8FD2-E80BFECA566B}"/>
                  </a:ext>
                </a:extLst>
              </p14:cNvPr>
              <p14:cNvContentPartPr/>
              <p14:nvPr/>
            </p14:nvContentPartPr>
            <p14:xfrm>
              <a:off x="4777113" y="387030"/>
              <a:ext cx="171000" cy="2228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27CDD327-45B3-5AA3-8FD2-E80BFECA566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68473" y="378390"/>
                <a:ext cx="1886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CC44865-41A9-376B-F74B-8AE8C50029A3}"/>
                  </a:ext>
                </a:extLst>
              </p14:cNvPr>
              <p14:cNvContentPartPr/>
              <p14:nvPr/>
            </p14:nvContentPartPr>
            <p14:xfrm>
              <a:off x="4878633" y="331590"/>
              <a:ext cx="263880" cy="34308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CC44865-41A9-376B-F74B-8AE8C50029A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69993" y="322950"/>
                <a:ext cx="2815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54316231-8F6B-648B-0039-6A55186DE656}"/>
                  </a:ext>
                </a:extLst>
              </p14:cNvPr>
              <p14:cNvContentPartPr/>
              <p14:nvPr/>
            </p14:nvContentPartPr>
            <p14:xfrm>
              <a:off x="5124873" y="332670"/>
              <a:ext cx="177480" cy="18468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54316231-8F6B-648B-0039-6A55186DE65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16233" y="324030"/>
                <a:ext cx="1951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B7755D97-6FE5-0FC4-F6BF-E1EA63554893}"/>
                  </a:ext>
                </a:extLst>
              </p14:cNvPr>
              <p14:cNvContentPartPr/>
              <p14:nvPr/>
            </p14:nvContentPartPr>
            <p14:xfrm>
              <a:off x="5156193" y="322230"/>
              <a:ext cx="274320" cy="24084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B7755D97-6FE5-0FC4-F6BF-E1EA6355489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47193" y="313230"/>
                <a:ext cx="29196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A266F48E-55E2-8EA0-9780-3C3641B441AD}"/>
                  </a:ext>
                </a:extLst>
              </p14:cNvPr>
              <p14:cNvContentPartPr/>
              <p14:nvPr/>
            </p14:nvContentPartPr>
            <p14:xfrm>
              <a:off x="5315673" y="567750"/>
              <a:ext cx="142920" cy="11448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A266F48E-55E2-8EA0-9780-3C3641B441A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06673" y="559110"/>
                <a:ext cx="160560" cy="13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861285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536" y="188640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번 예제 프로그램 실행 결과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075395"/>
            <a:ext cx="5248275" cy="50768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 bwMode="auto">
          <a:xfrm>
            <a:off x="5220072" y="980728"/>
            <a:ext cx="1143819" cy="43204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03A7DC4-6DA2-1CFE-A701-2A09F52DEF88}"/>
              </a:ext>
            </a:extLst>
          </p:cNvPr>
          <p:cNvGrpSpPr/>
          <p:nvPr/>
        </p:nvGrpSpPr>
        <p:grpSpPr>
          <a:xfrm>
            <a:off x="5483073" y="1508790"/>
            <a:ext cx="356400" cy="1307880"/>
            <a:chOff x="5483073" y="1508790"/>
            <a:chExt cx="356400" cy="13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1AF6DC5-993E-24DC-DC64-FE9A9DF4DFDD}"/>
                    </a:ext>
                  </a:extLst>
                </p14:cNvPr>
                <p14:cNvContentPartPr/>
                <p14:nvPr/>
              </p14:nvContentPartPr>
              <p14:xfrm>
                <a:off x="5526273" y="1508790"/>
                <a:ext cx="313200" cy="3128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1AF6DC5-993E-24DC-DC64-FE9A9DF4DFD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17633" y="1500150"/>
                  <a:ext cx="3308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32E6658-0101-0617-D9E4-C593743E6208}"/>
                    </a:ext>
                  </a:extLst>
                </p14:cNvPr>
                <p14:cNvContentPartPr/>
                <p14:nvPr/>
              </p14:nvContentPartPr>
              <p14:xfrm>
                <a:off x="5483073" y="1690230"/>
                <a:ext cx="241920" cy="11264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32E6658-0101-0617-D9E4-C593743E620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4073" y="1681230"/>
                  <a:ext cx="259560" cy="11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EC28543-A7F9-C2B0-EF95-6852DAFBDAAA}"/>
              </a:ext>
            </a:extLst>
          </p:cNvPr>
          <p:cNvGrpSpPr/>
          <p:nvPr/>
        </p:nvGrpSpPr>
        <p:grpSpPr>
          <a:xfrm>
            <a:off x="4947753" y="3123030"/>
            <a:ext cx="916560" cy="393480"/>
            <a:chOff x="4947753" y="3123030"/>
            <a:chExt cx="91656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7B4B410-8E26-A9F9-097B-E62905A270EC}"/>
                    </a:ext>
                  </a:extLst>
                </p14:cNvPr>
                <p14:cNvContentPartPr/>
                <p14:nvPr/>
              </p14:nvContentPartPr>
              <p14:xfrm>
                <a:off x="4947753" y="3141390"/>
                <a:ext cx="109080" cy="1926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7B4B410-8E26-A9F9-097B-E62905A270E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39113" y="3132750"/>
                  <a:ext cx="126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5067D2D-197C-F793-AA28-A33F401FC921}"/>
                    </a:ext>
                  </a:extLst>
                </p14:cNvPr>
                <p14:cNvContentPartPr/>
                <p14:nvPr/>
              </p14:nvContentPartPr>
              <p14:xfrm>
                <a:off x="5089593" y="3123030"/>
                <a:ext cx="130320" cy="2836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5067D2D-197C-F793-AA28-A33F401FC9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80953" y="3114390"/>
                  <a:ext cx="1479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0F4CD52-F40E-5CF1-9576-842CA3D76041}"/>
                    </a:ext>
                  </a:extLst>
                </p14:cNvPr>
                <p14:cNvContentPartPr/>
                <p14:nvPr/>
              </p14:nvContentPartPr>
              <p14:xfrm>
                <a:off x="5006793" y="3405270"/>
                <a:ext cx="231120" cy="111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0F4CD52-F40E-5CF1-9576-842CA3D760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97793" y="3396630"/>
                  <a:ext cx="248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33D2F3F-FA39-018C-A492-189FEF076E73}"/>
                    </a:ext>
                  </a:extLst>
                </p14:cNvPr>
                <p14:cNvContentPartPr/>
                <p14:nvPr/>
              </p14:nvContentPartPr>
              <p14:xfrm>
                <a:off x="5385513" y="3178830"/>
                <a:ext cx="7200" cy="1238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33D2F3F-FA39-018C-A492-189FEF076E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76873" y="3169830"/>
                  <a:ext cx="2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B96A2AB-9497-ECA0-14BA-47260C8E6EE0}"/>
                    </a:ext>
                  </a:extLst>
                </p14:cNvPr>
                <p14:cNvContentPartPr/>
                <p14:nvPr/>
              </p14:nvContentPartPr>
              <p14:xfrm>
                <a:off x="5280753" y="3268830"/>
                <a:ext cx="192960" cy="175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B96A2AB-9497-ECA0-14BA-47260C8E6EE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1753" y="3260190"/>
                  <a:ext cx="210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23D005F9-9E64-E846-607C-4B48767D4783}"/>
                    </a:ext>
                  </a:extLst>
                </p14:cNvPr>
                <p14:cNvContentPartPr/>
                <p14:nvPr/>
              </p14:nvContentPartPr>
              <p14:xfrm>
                <a:off x="5481993" y="3251190"/>
                <a:ext cx="84600" cy="1810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23D005F9-9E64-E846-607C-4B48767D47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472993" y="3242550"/>
                  <a:ext cx="102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30065A8-23A6-2E74-0C68-3D7AA57D9AFF}"/>
                    </a:ext>
                  </a:extLst>
                </p14:cNvPr>
                <p14:cNvContentPartPr/>
                <p14:nvPr/>
              </p14:nvContentPartPr>
              <p14:xfrm>
                <a:off x="5560113" y="3222030"/>
                <a:ext cx="116280" cy="135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30065A8-23A6-2E74-0C68-3D7AA57D9A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51113" y="3213390"/>
                  <a:ext cx="133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C83F0CF-E0F3-EA1D-187E-E56A39FD8CA0}"/>
                    </a:ext>
                  </a:extLst>
                </p14:cNvPr>
                <p14:cNvContentPartPr/>
                <p14:nvPr/>
              </p14:nvContentPartPr>
              <p14:xfrm>
                <a:off x="5653713" y="3224550"/>
                <a:ext cx="127800" cy="85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C83F0CF-E0F3-EA1D-187E-E56A39FD8CA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44713" y="3215910"/>
                  <a:ext cx="145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ECBA408-2BE9-F728-48EE-F6ECF0DF0EEF}"/>
                    </a:ext>
                  </a:extLst>
                </p14:cNvPr>
                <p14:cNvContentPartPr/>
                <p14:nvPr/>
              </p14:nvContentPartPr>
              <p14:xfrm>
                <a:off x="5761713" y="3149670"/>
                <a:ext cx="37440" cy="212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ECBA408-2BE9-F728-48EE-F6ECF0DF0EE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52713" y="3141030"/>
                  <a:ext cx="550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FEB185E-7A4E-3DC8-E951-017A59DF1598}"/>
                    </a:ext>
                  </a:extLst>
                </p14:cNvPr>
                <p14:cNvContentPartPr/>
                <p14:nvPr/>
              </p14:nvContentPartPr>
              <p14:xfrm>
                <a:off x="5662713" y="3382950"/>
                <a:ext cx="201600" cy="73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FEB185E-7A4E-3DC8-E951-017A59DF15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54073" y="3374310"/>
                  <a:ext cx="2192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B64633D-7667-4CD3-A88C-546635D21275}"/>
              </a:ext>
            </a:extLst>
          </p:cNvPr>
          <p:cNvGrpSpPr/>
          <p:nvPr/>
        </p:nvGrpSpPr>
        <p:grpSpPr>
          <a:xfrm>
            <a:off x="6141873" y="3141750"/>
            <a:ext cx="1033920" cy="316440"/>
            <a:chOff x="6141873" y="3141750"/>
            <a:chExt cx="103392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0CA378D-BAA1-B98C-740C-0BF4896A6C76}"/>
                    </a:ext>
                  </a:extLst>
                </p14:cNvPr>
                <p14:cNvContentPartPr/>
                <p14:nvPr/>
              </p14:nvContentPartPr>
              <p14:xfrm>
                <a:off x="6141873" y="3177390"/>
                <a:ext cx="289800" cy="266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0CA378D-BAA1-B98C-740C-0BF4896A6C7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32873" y="3168390"/>
                  <a:ext cx="307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964E59A-E100-FDB7-C292-BB3C7AA6B98C}"/>
                    </a:ext>
                  </a:extLst>
                </p14:cNvPr>
                <p14:cNvContentPartPr/>
                <p14:nvPr/>
              </p14:nvContentPartPr>
              <p14:xfrm>
                <a:off x="6443193" y="3172350"/>
                <a:ext cx="173520" cy="2455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964E59A-E100-FDB7-C292-BB3C7AA6B98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34553" y="3163350"/>
                  <a:ext cx="1911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993D1E4-B162-069B-E8EE-30BC9DE2741F}"/>
                    </a:ext>
                  </a:extLst>
                </p14:cNvPr>
                <p14:cNvContentPartPr/>
                <p14:nvPr/>
              </p14:nvContentPartPr>
              <p14:xfrm>
                <a:off x="6593313" y="3232110"/>
                <a:ext cx="182880" cy="1846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993D1E4-B162-069B-E8EE-30BC9DE2741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84673" y="3223470"/>
                  <a:ext cx="200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583D3E2-13F5-E7C0-4361-744E211E2CCF}"/>
                    </a:ext>
                  </a:extLst>
                </p14:cNvPr>
                <p14:cNvContentPartPr/>
                <p14:nvPr/>
              </p14:nvContentPartPr>
              <p14:xfrm>
                <a:off x="6758193" y="3258750"/>
                <a:ext cx="147600" cy="1548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583D3E2-13F5-E7C0-4361-744E211E2CC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49553" y="3249750"/>
                  <a:ext cx="165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883D849-3083-12A8-245A-DDA62645AF02}"/>
                    </a:ext>
                  </a:extLst>
                </p14:cNvPr>
                <p14:cNvContentPartPr/>
                <p14:nvPr/>
              </p14:nvContentPartPr>
              <p14:xfrm>
                <a:off x="6972033" y="3141750"/>
                <a:ext cx="203760" cy="3164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883D849-3083-12A8-245A-DDA62645AF0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63033" y="3133110"/>
                  <a:ext cx="221400" cy="33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9314405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536" y="188640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r>
              <a:rPr lang="ko-KR" altLang="en-US" sz="36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번 예제 프로그램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732307"/>
            <a:ext cx="4824535" cy="38894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764756"/>
            <a:ext cx="4902788" cy="175807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 bwMode="auto">
          <a:xfrm>
            <a:off x="694844" y="1484784"/>
            <a:ext cx="4381211" cy="16916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907705" y="2204864"/>
            <a:ext cx="1656184" cy="19027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907703" y="2538087"/>
            <a:ext cx="1656185" cy="17083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1907702" y="3717032"/>
            <a:ext cx="1656185" cy="17083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1906402" y="4030817"/>
            <a:ext cx="1656185" cy="170833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1259632" y="5336088"/>
            <a:ext cx="4381211" cy="16916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46C99CD-F7A4-908C-9AA4-85084D3C24C7}"/>
              </a:ext>
            </a:extLst>
          </p:cNvPr>
          <p:cNvGrpSpPr/>
          <p:nvPr/>
        </p:nvGrpSpPr>
        <p:grpSpPr>
          <a:xfrm>
            <a:off x="4770993" y="178950"/>
            <a:ext cx="664560" cy="503640"/>
            <a:chOff x="4770993" y="178950"/>
            <a:chExt cx="664560" cy="50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6C699474-C4A5-8019-1542-8E20E150A33C}"/>
                    </a:ext>
                  </a:extLst>
                </p14:cNvPr>
                <p14:cNvContentPartPr/>
                <p14:nvPr/>
              </p14:nvContentPartPr>
              <p14:xfrm>
                <a:off x="4796553" y="214230"/>
                <a:ext cx="35640" cy="2264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6C699474-C4A5-8019-1542-8E20E150A3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87913" y="205590"/>
                  <a:ext cx="53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554BFFF-526B-6DF4-BBE7-26F407584D60}"/>
                    </a:ext>
                  </a:extLst>
                </p14:cNvPr>
                <p14:cNvContentPartPr/>
                <p14:nvPr/>
              </p14:nvContentPartPr>
              <p14:xfrm>
                <a:off x="4779993" y="178950"/>
                <a:ext cx="182520" cy="2257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554BFFF-526B-6DF4-BBE7-26F407584D6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71353" y="170310"/>
                  <a:ext cx="2001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FC648AF-BFFF-28CE-2134-7149099F8D21}"/>
                    </a:ext>
                  </a:extLst>
                </p14:cNvPr>
                <p14:cNvContentPartPr/>
                <p14:nvPr/>
              </p14:nvContentPartPr>
              <p14:xfrm>
                <a:off x="4806273" y="388470"/>
                <a:ext cx="150840" cy="878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FC648AF-BFFF-28CE-2134-7149099F8D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97273" y="379830"/>
                  <a:ext cx="168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DD68FC2-2076-C243-79AF-2EE27A189D68}"/>
                    </a:ext>
                  </a:extLst>
                </p14:cNvPr>
                <p14:cNvContentPartPr/>
                <p14:nvPr/>
              </p14:nvContentPartPr>
              <p14:xfrm>
                <a:off x="4770993" y="462630"/>
                <a:ext cx="247680" cy="874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DD68FC2-2076-C243-79AF-2EE27A189D6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61993" y="453990"/>
                  <a:ext cx="265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DECE516-A0DB-4196-2F82-ECA26FEB9C59}"/>
                    </a:ext>
                  </a:extLst>
                </p14:cNvPr>
                <p14:cNvContentPartPr/>
                <p14:nvPr/>
              </p14:nvContentPartPr>
              <p14:xfrm>
                <a:off x="4847313" y="537150"/>
                <a:ext cx="150480" cy="1454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DECE516-A0DB-4196-2F82-ECA26FEB9C5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38313" y="528510"/>
                  <a:ext cx="168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C74F646-27EC-0430-2621-C5DAA3E766B1}"/>
                    </a:ext>
                  </a:extLst>
                </p14:cNvPr>
                <p14:cNvContentPartPr/>
                <p14:nvPr/>
              </p14:nvContentPartPr>
              <p14:xfrm>
                <a:off x="5050713" y="353910"/>
                <a:ext cx="176400" cy="2044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C74F646-27EC-0430-2621-C5DAA3E766B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41713" y="345270"/>
                  <a:ext cx="194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1010030-EF66-EB58-1327-81D5E2F563EB}"/>
                    </a:ext>
                  </a:extLst>
                </p14:cNvPr>
                <p14:cNvContentPartPr/>
                <p14:nvPr/>
              </p14:nvContentPartPr>
              <p14:xfrm>
                <a:off x="5217033" y="308550"/>
                <a:ext cx="218520" cy="3351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1010030-EF66-EB58-1327-81D5E2F563E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08393" y="299910"/>
                  <a:ext cx="236160" cy="35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DDBBB73-EB10-E38B-523B-6FDBE1BBCCAC}"/>
              </a:ext>
            </a:extLst>
          </p:cNvPr>
          <p:cNvGrpSpPr/>
          <p:nvPr/>
        </p:nvGrpSpPr>
        <p:grpSpPr>
          <a:xfrm>
            <a:off x="5060073" y="1064550"/>
            <a:ext cx="1596600" cy="448560"/>
            <a:chOff x="5060073" y="1064550"/>
            <a:chExt cx="159660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D544B8D-D541-C4FC-C657-2244BAD433BA}"/>
                    </a:ext>
                  </a:extLst>
                </p14:cNvPr>
                <p14:cNvContentPartPr/>
                <p14:nvPr/>
              </p14:nvContentPartPr>
              <p14:xfrm>
                <a:off x="5060073" y="1278750"/>
                <a:ext cx="218160" cy="1818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D544B8D-D541-C4FC-C657-2244BAD433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51433" y="1269750"/>
                  <a:ext cx="235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065D0C7-974F-A60A-66D4-8D433267AA5B}"/>
                    </a:ext>
                  </a:extLst>
                </p14:cNvPr>
                <p14:cNvContentPartPr/>
                <p14:nvPr/>
              </p14:nvContentPartPr>
              <p14:xfrm>
                <a:off x="5139993" y="1146630"/>
                <a:ext cx="899280" cy="2674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065D0C7-974F-A60A-66D4-8D433267AA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30993" y="1137990"/>
                  <a:ext cx="9169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1FCBE5B-27F2-B7B7-4D85-13EF2BF7C936}"/>
                    </a:ext>
                  </a:extLst>
                </p14:cNvPr>
                <p14:cNvContentPartPr/>
                <p14:nvPr/>
              </p14:nvContentPartPr>
              <p14:xfrm>
                <a:off x="6183273" y="1064550"/>
                <a:ext cx="14760" cy="1126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1FCBE5B-27F2-B7B7-4D85-13EF2BF7C9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4633" y="1055550"/>
                  <a:ext cx="32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CE62DD1-C10D-9DA2-458A-20DF5EF33C44}"/>
                    </a:ext>
                  </a:extLst>
                </p14:cNvPr>
                <p14:cNvContentPartPr/>
                <p14:nvPr/>
              </p14:nvContentPartPr>
              <p14:xfrm>
                <a:off x="6080313" y="1158870"/>
                <a:ext cx="218520" cy="1040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CE62DD1-C10D-9DA2-458A-20DF5EF33C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71673" y="1150230"/>
                  <a:ext cx="236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68A27E5-B686-3014-B8FE-7E02C84D7164}"/>
                    </a:ext>
                  </a:extLst>
                </p14:cNvPr>
                <p14:cNvContentPartPr/>
                <p14:nvPr/>
              </p14:nvContentPartPr>
              <p14:xfrm>
                <a:off x="6090753" y="1279470"/>
                <a:ext cx="230760" cy="2336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68A27E5-B686-3014-B8FE-7E02C84D71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82113" y="1270830"/>
                  <a:ext cx="2484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17C406D-798B-DED1-4E7C-C5E351271D09}"/>
                    </a:ext>
                  </a:extLst>
                </p14:cNvPr>
                <p14:cNvContentPartPr/>
                <p14:nvPr/>
              </p14:nvContentPartPr>
              <p14:xfrm>
                <a:off x="6324033" y="1176870"/>
                <a:ext cx="111240" cy="1720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17C406D-798B-DED1-4E7C-C5E351271D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15033" y="1167870"/>
                  <a:ext cx="128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C152640-8700-35FB-2AFC-01B6CC58B461}"/>
                    </a:ext>
                  </a:extLst>
                </p14:cNvPr>
                <p14:cNvContentPartPr/>
                <p14:nvPr/>
              </p14:nvContentPartPr>
              <p14:xfrm>
                <a:off x="6473793" y="1123950"/>
                <a:ext cx="182880" cy="290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C152640-8700-35FB-2AFC-01B6CC58B4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64793" y="1114950"/>
                  <a:ext cx="200520" cy="30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0" name="그룹 4139">
            <a:extLst>
              <a:ext uri="{FF2B5EF4-FFF2-40B4-BE49-F238E27FC236}">
                <a16:creationId xmlns:a16="http://schemas.microsoft.com/office/drawing/2014/main" id="{C3242FB3-ED10-7451-F405-8A295F4772BB}"/>
              </a:ext>
            </a:extLst>
          </p:cNvPr>
          <p:cNvGrpSpPr/>
          <p:nvPr/>
        </p:nvGrpSpPr>
        <p:grpSpPr>
          <a:xfrm>
            <a:off x="5322873" y="4583550"/>
            <a:ext cx="2485800" cy="1259640"/>
            <a:chOff x="5322873" y="4583550"/>
            <a:chExt cx="2485800" cy="12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DC7E9C08-ADB0-39C7-D27A-781605D5D447}"/>
                    </a:ext>
                  </a:extLst>
                </p14:cNvPr>
                <p14:cNvContentPartPr/>
                <p14:nvPr/>
              </p14:nvContentPartPr>
              <p14:xfrm>
                <a:off x="5322873" y="5174310"/>
                <a:ext cx="168120" cy="1756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DC7E9C08-ADB0-39C7-D27A-781605D5D4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13873" y="5165310"/>
                  <a:ext cx="185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DA6DDFE-8237-7E07-775B-F3CFF141913E}"/>
                    </a:ext>
                  </a:extLst>
                </p14:cNvPr>
                <p14:cNvContentPartPr/>
                <p14:nvPr/>
              </p14:nvContentPartPr>
              <p14:xfrm>
                <a:off x="5344833" y="4832670"/>
                <a:ext cx="396720" cy="4410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DA6DDFE-8237-7E07-775B-F3CFF14191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6193" y="4823670"/>
                  <a:ext cx="4143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20A6445C-30B5-7AAD-836C-A50A41A17B77}"/>
                    </a:ext>
                  </a:extLst>
                </p14:cNvPr>
                <p14:cNvContentPartPr/>
                <p14:nvPr/>
              </p14:nvContentPartPr>
              <p14:xfrm>
                <a:off x="5839473" y="4671390"/>
                <a:ext cx="13320" cy="1566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20A6445C-30B5-7AAD-836C-A50A41A17B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30473" y="4662390"/>
                  <a:ext cx="30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096" name="잉크 4095">
                  <a:extLst>
                    <a:ext uri="{FF2B5EF4-FFF2-40B4-BE49-F238E27FC236}">
                      <a16:creationId xmlns:a16="http://schemas.microsoft.com/office/drawing/2014/main" id="{F1163AEE-0B58-3558-362E-482FDB468A0C}"/>
                    </a:ext>
                  </a:extLst>
                </p14:cNvPr>
                <p14:cNvContentPartPr/>
                <p14:nvPr/>
              </p14:nvContentPartPr>
              <p14:xfrm>
                <a:off x="5794473" y="4762470"/>
                <a:ext cx="258480" cy="157680"/>
              </p14:xfrm>
            </p:contentPart>
          </mc:Choice>
          <mc:Fallback>
            <p:pic>
              <p:nvPicPr>
                <p:cNvPr id="4096" name="잉크 4095">
                  <a:extLst>
                    <a:ext uri="{FF2B5EF4-FFF2-40B4-BE49-F238E27FC236}">
                      <a16:creationId xmlns:a16="http://schemas.microsoft.com/office/drawing/2014/main" id="{F1163AEE-0B58-3558-362E-482FDB468A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5833" y="4753470"/>
                  <a:ext cx="2761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97" name="잉크 4096">
                  <a:extLst>
                    <a:ext uri="{FF2B5EF4-FFF2-40B4-BE49-F238E27FC236}">
                      <a16:creationId xmlns:a16="http://schemas.microsoft.com/office/drawing/2014/main" id="{E92BDACC-012F-E101-210B-815B9C302252}"/>
                    </a:ext>
                  </a:extLst>
                </p14:cNvPr>
                <p14:cNvContentPartPr/>
                <p14:nvPr/>
              </p14:nvContentPartPr>
              <p14:xfrm>
                <a:off x="5975913" y="4874430"/>
                <a:ext cx="24120" cy="142920"/>
              </p14:xfrm>
            </p:contentPart>
          </mc:Choice>
          <mc:Fallback>
            <p:pic>
              <p:nvPicPr>
                <p:cNvPr id="4097" name="잉크 4096">
                  <a:extLst>
                    <a:ext uri="{FF2B5EF4-FFF2-40B4-BE49-F238E27FC236}">
                      <a16:creationId xmlns:a16="http://schemas.microsoft.com/office/drawing/2014/main" id="{E92BDACC-012F-E101-210B-815B9C3022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66913" y="4865430"/>
                  <a:ext cx="41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99" name="잉크 4098">
                  <a:extLst>
                    <a:ext uri="{FF2B5EF4-FFF2-40B4-BE49-F238E27FC236}">
                      <a16:creationId xmlns:a16="http://schemas.microsoft.com/office/drawing/2014/main" id="{77317CB7-A5D5-6945-CAB3-F25EFB611005}"/>
                    </a:ext>
                  </a:extLst>
                </p14:cNvPr>
                <p14:cNvContentPartPr/>
                <p14:nvPr/>
              </p14:nvContentPartPr>
              <p14:xfrm>
                <a:off x="5911473" y="4944990"/>
                <a:ext cx="193320" cy="79560"/>
              </p14:xfrm>
            </p:contentPart>
          </mc:Choice>
          <mc:Fallback>
            <p:pic>
              <p:nvPicPr>
                <p:cNvPr id="4099" name="잉크 4098">
                  <a:extLst>
                    <a:ext uri="{FF2B5EF4-FFF2-40B4-BE49-F238E27FC236}">
                      <a16:creationId xmlns:a16="http://schemas.microsoft.com/office/drawing/2014/main" id="{77317CB7-A5D5-6945-CAB3-F25EFB6110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02833" y="4935990"/>
                  <a:ext cx="210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100" name="잉크 4099">
                  <a:extLst>
                    <a:ext uri="{FF2B5EF4-FFF2-40B4-BE49-F238E27FC236}">
                      <a16:creationId xmlns:a16="http://schemas.microsoft.com/office/drawing/2014/main" id="{DF05E59D-66FE-57D4-320C-4E0B8B2832EE}"/>
                    </a:ext>
                  </a:extLst>
                </p14:cNvPr>
                <p14:cNvContentPartPr/>
                <p14:nvPr/>
              </p14:nvContentPartPr>
              <p14:xfrm>
                <a:off x="6066273" y="4731150"/>
                <a:ext cx="203040" cy="201960"/>
              </p14:xfrm>
            </p:contentPart>
          </mc:Choice>
          <mc:Fallback>
            <p:pic>
              <p:nvPicPr>
                <p:cNvPr id="4100" name="잉크 4099">
                  <a:extLst>
                    <a:ext uri="{FF2B5EF4-FFF2-40B4-BE49-F238E27FC236}">
                      <a16:creationId xmlns:a16="http://schemas.microsoft.com/office/drawing/2014/main" id="{DF05E59D-66FE-57D4-320C-4E0B8B2832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57633" y="4722150"/>
                  <a:ext cx="220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01" name="잉크 4100">
                  <a:extLst>
                    <a:ext uri="{FF2B5EF4-FFF2-40B4-BE49-F238E27FC236}">
                      <a16:creationId xmlns:a16="http://schemas.microsoft.com/office/drawing/2014/main" id="{DF30B596-19E0-EDF3-770B-B4DCC63CD7DD}"/>
                    </a:ext>
                  </a:extLst>
                </p14:cNvPr>
                <p14:cNvContentPartPr/>
                <p14:nvPr/>
              </p14:nvContentPartPr>
              <p14:xfrm>
                <a:off x="6279393" y="4649790"/>
                <a:ext cx="87120" cy="257400"/>
              </p14:xfrm>
            </p:contentPart>
          </mc:Choice>
          <mc:Fallback>
            <p:pic>
              <p:nvPicPr>
                <p:cNvPr id="4101" name="잉크 4100">
                  <a:extLst>
                    <a:ext uri="{FF2B5EF4-FFF2-40B4-BE49-F238E27FC236}">
                      <a16:creationId xmlns:a16="http://schemas.microsoft.com/office/drawing/2014/main" id="{DF30B596-19E0-EDF3-770B-B4DCC63CD7D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70753" y="4640790"/>
                  <a:ext cx="1047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102" name="잉크 4101">
                  <a:extLst>
                    <a:ext uri="{FF2B5EF4-FFF2-40B4-BE49-F238E27FC236}">
                      <a16:creationId xmlns:a16="http://schemas.microsoft.com/office/drawing/2014/main" id="{331C844E-4AEC-CF4F-2DFB-2A82D73A2C32}"/>
                    </a:ext>
                  </a:extLst>
                </p14:cNvPr>
                <p14:cNvContentPartPr/>
                <p14:nvPr/>
              </p14:nvContentPartPr>
              <p14:xfrm>
                <a:off x="6391353" y="4583550"/>
                <a:ext cx="36000" cy="106200"/>
              </p14:xfrm>
            </p:contentPart>
          </mc:Choice>
          <mc:Fallback>
            <p:pic>
              <p:nvPicPr>
                <p:cNvPr id="4102" name="잉크 4101">
                  <a:extLst>
                    <a:ext uri="{FF2B5EF4-FFF2-40B4-BE49-F238E27FC236}">
                      <a16:creationId xmlns:a16="http://schemas.microsoft.com/office/drawing/2014/main" id="{331C844E-4AEC-CF4F-2DFB-2A82D73A2C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82353" y="4574550"/>
                  <a:ext cx="53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03" name="잉크 4102">
                  <a:extLst>
                    <a:ext uri="{FF2B5EF4-FFF2-40B4-BE49-F238E27FC236}">
                      <a16:creationId xmlns:a16="http://schemas.microsoft.com/office/drawing/2014/main" id="{B7CAA856-9822-CB29-171D-85D5E35B82B3}"/>
                    </a:ext>
                  </a:extLst>
                </p14:cNvPr>
                <p14:cNvContentPartPr/>
                <p14:nvPr/>
              </p14:nvContentPartPr>
              <p14:xfrm>
                <a:off x="6351033" y="4614510"/>
                <a:ext cx="180720" cy="72360"/>
              </p14:xfrm>
            </p:contentPart>
          </mc:Choice>
          <mc:Fallback>
            <p:pic>
              <p:nvPicPr>
                <p:cNvPr id="4103" name="잉크 4102">
                  <a:extLst>
                    <a:ext uri="{FF2B5EF4-FFF2-40B4-BE49-F238E27FC236}">
                      <a16:creationId xmlns:a16="http://schemas.microsoft.com/office/drawing/2014/main" id="{B7CAA856-9822-CB29-171D-85D5E35B82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42033" y="4605510"/>
                  <a:ext cx="198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04" name="잉크 4103">
                  <a:extLst>
                    <a:ext uri="{FF2B5EF4-FFF2-40B4-BE49-F238E27FC236}">
                      <a16:creationId xmlns:a16="http://schemas.microsoft.com/office/drawing/2014/main" id="{369A8D49-4508-50BF-A77C-A9CABF52A4FC}"/>
                    </a:ext>
                  </a:extLst>
                </p14:cNvPr>
                <p14:cNvContentPartPr/>
                <p14:nvPr/>
              </p14:nvContentPartPr>
              <p14:xfrm>
                <a:off x="6455793" y="4699470"/>
                <a:ext cx="105120" cy="88200"/>
              </p14:xfrm>
            </p:contentPart>
          </mc:Choice>
          <mc:Fallback>
            <p:pic>
              <p:nvPicPr>
                <p:cNvPr id="4104" name="잉크 4103">
                  <a:extLst>
                    <a:ext uri="{FF2B5EF4-FFF2-40B4-BE49-F238E27FC236}">
                      <a16:creationId xmlns:a16="http://schemas.microsoft.com/office/drawing/2014/main" id="{369A8D49-4508-50BF-A77C-A9CABF52A4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46793" y="4690470"/>
                  <a:ext cx="12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05" name="잉크 4104">
                  <a:extLst>
                    <a:ext uri="{FF2B5EF4-FFF2-40B4-BE49-F238E27FC236}">
                      <a16:creationId xmlns:a16="http://schemas.microsoft.com/office/drawing/2014/main" id="{C4A3BF6A-B754-AF8D-BF10-2E7DD4D3911D}"/>
                    </a:ext>
                  </a:extLst>
                </p14:cNvPr>
                <p14:cNvContentPartPr/>
                <p14:nvPr/>
              </p14:nvContentPartPr>
              <p14:xfrm>
                <a:off x="6449673" y="4751310"/>
                <a:ext cx="221400" cy="127080"/>
              </p14:xfrm>
            </p:contentPart>
          </mc:Choice>
          <mc:Fallback>
            <p:pic>
              <p:nvPicPr>
                <p:cNvPr id="4105" name="잉크 4104">
                  <a:extLst>
                    <a:ext uri="{FF2B5EF4-FFF2-40B4-BE49-F238E27FC236}">
                      <a16:creationId xmlns:a16="http://schemas.microsoft.com/office/drawing/2014/main" id="{C4A3BF6A-B754-AF8D-BF10-2E7DD4D391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40673" y="4742310"/>
                  <a:ext cx="2390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06" name="잉크 4105">
                  <a:extLst>
                    <a:ext uri="{FF2B5EF4-FFF2-40B4-BE49-F238E27FC236}">
                      <a16:creationId xmlns:a16="http://schemas.microsoft.com/office/drawing/2014/main" id="{34AB28C9-7338-3409-783E-351EF6771FDF}"/>
                    </a:ext>
                  </a:extLst>
                </p14:cNvPr>
                <p14:cNvContentPartPr/>
                <p14:nvPr/>
              </p14:nvContentPartPr>
              <p14:xfrm>
                <a:off x="6618513" y="4596510"/>
                <a:ext cx="79920" cy="281160"/>
              </p14:xfrm>
            </p:contentPart>
          </mc:Choice>
          <mc:Fallback>
            <p:pic>
              <p:nvPicPr>
                <p:cNvPr id="4106" name="잉크 4105">
                  <a:extLst>
                    <a:ext uri="{FF2B5EF4-FFF2-40B4-BE49-F238E27FC236}">
                      <a16:creationId xmlns:a16="http://schemas.microsoft.com/office/drawing/2014/main" id="{34AB28C9-7338-3409-783E-351EF6771F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09873" y="4587510"/>
                  <a:ext cx="975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07" name="잉크 4106">
                  <a:extLst>
                    <a:ext uri="{FF2B5EF4-FFF2-40B4-BE49-F238E27FC236}">
                      <a16:creationId xmlns:a16="http://schemas.microsoft.com/office/drawing/2014/main" id="{2A0B05A5-6CA9-CE12-8489-7715F48ABBC9}"/>
                    </a:ext>
                  </a:extLst>
                </p14:cNvPr>
                <p14:cNvContentPartPr/>
                <p14:nvPr/>
              </p14:nvContentPartPr>
              <p14:xfrm>
                <a:off x="6631473" y="4645470"/>
                <a:ext cx="146880" cy="51120"/>
              </p14:xfrm>
            </p:contentPart>
          </mc:Choice>
          <mc:Fallback>
            <p:pic>
              <p:nvPicPr>
                <p:cNvPr id="4107" name="잉크 4106">
                  <a:extLst>
                    <a:ext uri="{FF2B5EF4-FFF2-40B4-BE49-F238E27FC236}">
                      <a16:creationId xmlns:a16="http://schemas.microsoft.com/office/drawing/2014/main" id="{2A0B05A5-6CA9-CE12-8489-7715F48ABB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22473" y="4636470"/>
                  <a:ext cx="164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08" name="잉크 4107">
                  <a:extLst>
                    <a:ext uri="{FF2B5EF4-FFF2-40B4-BE49-F238E27FC236}">
                      <a16:creationId xmlns:a16="http://schemas.microsoft.com/office/drawing/2014/main" id="{6F13ED33-3050-334E-B1A5-826AF4406E7C}"/>
                    </a:ext>
                  </a:extLst>
                </p14:cNvPr>
                <p14:cNvContentPartPr/>
                <p14:nvPr/>
              </p14:nvContentPartPr>
              <p14:xfrm>
                <a:off x="5991393" y="5226510"/>
                <a:ext cx="242280" cy="170640"/>
              </p14:xfrm>
            </p:contentPart>
          </mc:Choice>
          <mc:Fallback>
            <p:pic>
              <p:nvPicPr>
                <p:cNvPr id="4108" name="잉크 4107">
                  <a:extLst>
                    <a:ext uri="{FF2B5EF4-FFF2-40B4-BE49-F238E27FC236}">
                      <a16:creationId xmlns:a16="http://schemas.microsoft.com/office/drawing/2014/main" id="{6F13ED33-3050-334E-B1A5-826AF4406E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82753" y="5217510"/>
                  <a:ext cx="259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09" name="잉크 4108">
                  <a:extLst>
                    <a:ext uri="{FF2B5EF4-FFF2-40B4-BE49-F238E27FC236}">
                      <a16:creationId xmlns:a16="http://schemas.microsoft.com/office/drawing/2014/main" id="{39E98D6E-D3C5-76E7-E687-164EE63FB91F}"/>
                    </a:ext>
                  </a:extLst>
                </p14:cNvPr>
                <p14:cNvContentPartPr/>
                <p14:nvPr/>
              </p14:nvContentPartPr>
              <p14:xfrm>
                <a:off x="6207033" y="5120670"/>
                <a:ext cx="211320" cy="261720"/>
              </p14:xfrm>
            </p:contentPart>
          </mc:Choice>
          <mc:Fallback>
            <p:pic>
              <p:nvPicPr>
                <p:cNvPr id="4109" name="잉크 4108">
                  <a:extLst>
                    <a:ext uri="{FF2B5EF4-FFF2-40B4-BE49-F238E27FC236}">
                      <a16:creationId xmlns:a16="http://schemas.microsoft.com/office/drawing/2014/main" id="{39E98D6E-D3C5-76E7-E687-164EE63FB91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98033" y="5111670"/>
                  <a:ext cx="2289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10" name="잉크 4109">
                  <a:extLst>
                    <a:ext uri="{FF2B5EF4-FFF2-40B4-BE49-F238E27FC236}">
                      <a16:creationId xmlns:a16="http://schemas.microsoft.com/office/drawing/2014/main" id="{9DFB6C66-5C58-6610-E8F7-C60DCC68CB1E}"/>
                    </a:ext>
                  </a:extLst>
                </p14:cNvPr>
                <p14:cNvContentPartPr/>
                <p14:nvPr/>
              </p14:nvContentPartPr>
              <p14:xfrm>
                <a:off x="6290553" y="5191230"/>
                <a:ext cx="211680" cy="225360"/>
              </p14:xfrm>
            </p:contentPart>
          </mc:Choice>
          <mc:Fallback>
            <p:pic>
              <p:nvPicPr>
                <p:cNvPr id="4110" name="잉크 4109">
                  <a:extLst>
                    <a:ext uri="{FF2B5EF4-FFF2-40B4-BE49-F238E27FC236}">
                      <a16:creationId xmlns:a16="http://schemas.microsoft.com/office/drawing/2014/main" id="{9DFB6C66-5C58-6610-E8F7-C60DCC68CB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81553" y="5182590"/>
                  <a:ext cx="2293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11" name="잉크 4110">
                  <a:extLst>
                    <a:ext uri="{FF2B5EF4-FFF2-40B4-BE49-F238E27FC236}">
                      <a16:creationId xmlns:a16="http://schemas.microsoft.com/office/drawing/2014/main" id="{6AE24E62-1088-FCBA-4760-F15926D1107D}"/>
                    </a:ext>
                  </a:extLst>
                </p14:cNvPr>
                <p14:cNvContentPartPr/>
                <p14:nvPr/>
              </p14:nvContentPartPr>
              <p14:xfrm>
                <a:off x="6425193" y="5194110"/>
                <a:ext cx="105480" cy="123840"/>
              </p14:xfrm>
            </p:contentPart>
          </mc:Choice>
          <mc:Fallback>
            <p:pic>
              <p:nvPicPr>
                <p:cNvPr id="4111" name="잉크 4110">
                  <a:extLst>
                    <a:ext uri="{FF2B5EF4-FFF2-40B4-BE49-F238E27FC236}">
                      <a16:creationId xmlns:a16="http://schemas.microsoft.com/office/drawing/2014/main" id="{6AE24E62-1088-FCBA-4760-F15926D110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416193" y="5185110"/>
                  <a:ext cx="123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12" name="잉크 4111">
                  <a:extLst>
                    <a:ext uri="{FF2B5EF4-FFF2-40B4-BE49-F238E27FC236}">
                      <a16:creationId xmlns:a16="http://schemas.microsoft.com/office/drawing/2014/main" id="{0E7DE356-457E-5F11-1C4C-B4054AD1677C}"/>
                    </a:ext>
                  </a:extLst>
                </p14:cNvPr>
                <p14:cNvContentPartPr/>
                <p14:nvPr/>
              </p14:nvContentPartPr>
              <p14:xfrm>
                <a:off x="6509073" y="5158110"/>
                <a:ext cx="63360" cy="140760"/>
              </p14:xfrm>
            </p:contentPart>
          </mc:Choice>
          <mc:Fallback>
            <p:pic>
              <p:nvPicPr>
                <p:cNvPr id="4112" name="잉크 4111">
                  <a:extLst>
                    <a:ext uri="{FF2B5EF4-FFF2-40B4-BE49-F238E27FC236}">
                      <a16:creationId xmlns:a16="http://schemas.microsoft.com/office/drawing/2014/main" id="{0E7DE356-457E-5F11-1C4C-B4054AD1677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00073" y="5149110"/>
                  <a:ext cx="81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13" name="잉크 4112">
                  <a:extLst>
                    <a:ext uri="{FF2B5EF4-FFF2-40B4-BE49-F238E27FC236}">
                      <a16:creationId xmlns:a16="http://schemas.microsoft.com/office/drawing/2014/main" id="{F16D90DD-3513-DBE8-5B89-E0504039AC56}"/>
                    </a:ext>
                  </a:extLst>
                </p14:cNvPr>
                <p14:cNvContentPartPr/>
                <p14:nvPr/>
              </p14:nvContentPartPr>
              <p14:xfrm>
                <a:off x="6487833" y="5280510"/>
                <a:ext cx="167400" cy="85680"/>
              </p14:xfrm>
            </p:contentPart>
          </mc:Choice>
          <mc:Fallback>
            <p:pic>
              <p:nvPicPr>
                <p:cNvPr id="4113" name="잉크 4112">
                  <a:extLst>
                    <a:ext uri="{FF2B5EF4-FFF2-40B4-BE49-F238E27FC236}">
                      <a16:creationId xmlns:a16="http://schemas.microsoft.com/office/drawing/2014/main" id="{F16D90DD-3513-DBE8-5B89-E0504039AC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78833" y="5271510"/>
                  <a:ext cx="185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14" name="잉크 4113">
                  <a:extLst>
                    <a:ext uri="{FF2B5EF4-FFF2-40B4-BE49-F238E27FC236}">
                      <a16:creationId xmlns:a16="http://schemas.microsoft.com/office/drawing/2014/main" id="{B9E8D532-5AF5-8AF2-19FD-72A0E3E6DFA6}"/>
                    </a:ext>
                  </a:extLst>
                </p14:cNvPr>
                <p14:cNvContentPartPr/>
                <p14:nvPr/>
              </p14:nvContentPartPr>
              <p14:xfrm>
                <a:off x="6601233" y="5089710"/>
                <a:ext cx="107640" cy="102240"/>
              </p14:xfrm>
            </p:contentPart>
          </mc:Choice>
          <mc:Fallback>
            <p:pic>
              <p:nvPicPr>
                <p:cNvPr id="4114" name="잉크 4113">
                  <a:extLst>
                    <a:ext uri="{FF2B5EF4-FFF2-40B4-BE49-F238E27FC236}">
                      <a16:creationId xmlns:a16="http://schemas.microsoft.com/office/drawing/2014/main" id="{B9E8D532-5AF5-8AF2-19FD-72A0E3E6DF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92233" y="5081070"/>
                  <a:ext cx="125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15" name="잉크 4114">
                  <a:extLst>
                    <a:ext uri="{FF2B5EF4-FFF2-40B4-BE49-F238E27FC236}">
                      <a16:creationId xmlns:a16="http://schemas.microsoft.com/office/drawing/2014/main" id="{833BCE46-6126-B731-7FDB-1BB73493B093}"/>
                    </a:ext>
                  </a:extLst>
                </p14:cNvPr>
                <p14:cNvContentPartPr/>
                <p14:nvPr/>
              </p14:nvContentPartPr>
              <p14:xfrm>
                <a:off x="6654873" y="5181870"/>
                <a:ext cx="164520" cy="99360"/>
              </p14:xfrm>
            </p:contentPart>
          </mc:Choice>
          <mc:Fallback>
            <p:pic>
              <p:nvPicPr>
                <p:cNvPr id="4115" name="잉크 4114">
                  <a:extLst>
                    <a:ext uri="{FF2B5EF4-FFF2-40B4-BE49-F238E27FC236}">
                      <a16:creationId xmlns:a16="http://schemas.microsoft.com/office/drawing/2014/main" id="{833BCE46-6126-B731-7FDB-1BB73493B0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45873" y="5173230"/>
                  <a:ext cx="182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116" name="잉크 4115">
                  <a:extLst>
                    <a:ext uri="{FF2B5EF4-FFF2-40B4-BE49-F238E27FC236}">
                      <a16:creationId xmlns:a16="http://schemas.microsoft.com/office/drawing/2014/main" id="{A742DFC5-E047-9185-408E-FC6A8E23B0DC}"/>
                    </a:ext>
                  </a:extLst>
                </p14:cNvPr>
                <p14:cNvContentPartPr/>
                <p14:nvPr/>
              </p14:nvContentPartPr>
              <p14:xfrm>
                <a:off x="6773673" y="5053710"/>
                <a:ext cx="99360" cy="237240"/>
              </p14:xfrm>
            </p:contentPart>
          </mc:Choice>
          <mc:Fallback>
            <p:pic>
              <p:nvPicPr>
                <p:cNvPr id="4116" name="잉크 4115">
                  <a:extLst>
                    <a:ext uri="{FF2B5EF4-FFF2-40B4-BE49-F238E27FC236}">
                      <a16:creationId xmlns:a16="http://schemas.microsoft.com/office/drawing/2014/main" id="{A742DFC5-E047-9185-408E-FC6A8E23B0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64673" y="5045070"/>
                  <a:ext cx="117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17" name="잉크 4116">
                  <a:extLst>
                    <a:ext uri="{FF2B5EF4-FFF2-40B4-BE49-F238E27FC236}">
                      <a16:creationId xmlns:a16="http://schemas.microsoft.com/office/drawing/2014/main" id="{4DB1C148-D352-E9A1-CFF0-EB9A89CA48F1}"/>
                    </a:ext>
                  </a:extLst>
                </p14:cNvPr>
                <p14:cNvContentPartPr/>
                <p14:nvPr/>
              </p14:nvContentPartPr>
              <p14:xfrm>
                <a:off x="6937113" y="4967670"/>
                <a:ext cx="231120" cy="242640"/>
              </p14:xfrm>
            </p:contentPart>
          </mc:Choice>
          <mc:Fallback>
            <p:pic>
              <p:nvPicPr>
                <p:cNvPr id="4117" name="잉크 4116">
                  <a:extLst>
                    <a:ext uri="{FF2B5EF4-FFF2-40B4-BE49-F238E27FC236}">
                      <a16:creationId xmlns:a16="http://schemas.microsoft.com/office/drawing/2014/main" id="{4DB1C148-D352-E9A1-CFF0-EB9A89CA48F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28113" y="4958670"/>
                  <a:ext cx="248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18" name="잉크 4117">
                  <a:extLst>
                    <a:ext uri="{FF2B5EF4-FFF2-40B4-BE49-F238E27FC236}">
                      <a16:creationId xmlns:a16="http://schemas.microsoft.com/office/drawing/2014/main" id="{58622A82-20F0-6AD6-EFE1-7AB4A371011C}"/>
                    </a:ext>
                  </a:extLst>
                </p14:cNvPr>
                <p14:cNvContentPartPr/>
                <p14:nvPr/>
              </p14:nvContentPartPr>
              <p14:xfrm>
                <a:off x="7148073" y="4965150"/>
                <a:ext cx="135720" cy="228600"/>
              </p14:xfrm>
            </p:contentPart>
          </mc:Choice>
          <mc:Fallback>
            <p:pic>
              <p:nvPicPr>
                <p:cNvPr id="4118" name="잉크 4117">
                  <a:extLst>
                    <a:ext uri="{FF2B5EF4-FFF2-40B4-BE49-F238E27FC236}">
                      <a16:creationId xmlns:a16="http://schemas.microsoft.com/office/drawing/2014/main" id="{58622A82-20F0-6AD6-EFE1-7AB4A371011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39073" y="4956150"/>
                  <a:ext cx="1533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119" name="잉크 4118">
                  <a:extLst>
                    <a:ext uri="{FF2B5EF4-FFF2-40B4-BE49-F238E27FC236}">
                      <a16:creationId xmlns:a16="http://schemas.microsoft.com/office/drawing/2014/main" id="{21F198BF-3E1C-D3A6-5F27-60679E6E8412}"/>
                    </a:ext>
                  </a:extLst>
                </p14:cNvPr>
                <p14:cNvContentPartPr/>
                <p14:nvPr/>
              </p14:nvContentPartPr>
              <p14:xfrm>
                <a:off x="7286313" y="4895310"/>
                <a:ext cx="135000" cy="180000"/>
              </p14:xfrm>
            </p:contentPart>
          </mc:Choice>
          <mc:Fallback>
            <p:pic>
              <p:nvPicPr>
                <p:cNvPr id="4119" name="잉크 4118">
                  <a:extLst>
                    <a:ext uri="{FF2B5EF4-FFF2-40B4-BE49-F238E27FC236}">
                      <a16:creationId xmlns:a16="http://schemas.microsoft.com/office/drawing/2014/main" id="{21F198BF-3E1C-D3A6-5F27-60679E6E84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77673" y="4886670"/>
                  <a:ext cx="152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120" name="잉크 4119">
                  <a:extLst>
                    <a:ext uri="{FF2B5EF4-FFF2-40B4-BE49-F238E27FC236}">
                      <a16:creationId xmlns:a16="http://schemas.microsoft.com/office/drawing/2014/main" id="{3FF6CFBD-7E6E-B5A1-2DC4-AB62BD58294D}"/>
                    </a:ext>
                  </a:extLst>
                </p14:cNvPr>
                <p14:cNvContentPartPr/>
                <p14:nvPr/>
              </p14:nvContentPartPr>
              <p14:xfrm>
                <a:off x="7274073" y="5063790"/>
                <a:ext cx="226440" cy="179280"/>
              </p14:xfrm>
            </p:contentPart>
          </mc:Choice>
          <mc:Fallback>
            <p:pic>
              <p:nvPicPr>
                <p:cNvPr id="4120" name="잉크 4119">
                  <a:extLst>
                    <a:ext uri="{FF2B5EF4-FFF2-40B4-BE49-F238E27FC236}">
                      <a16:creationId xmlns:a16="http://schemas.microsoft.com/office/drawing/2014/main" id="{3FF6CFBD-7E6E-B5A1-2DC4-AB62BD58294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65073" y="5054790"/>
                  <a:ext cx="244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121" name="잉크 4120">
                  <a:extLst>
                    <a:ext uri="{FF2B5EF4-FFF2-40B4-BE49-F238E27FC236}">
                      <a16:creationId xmlns:a16="http://schemas.microsoft.com/office/drawing/2014/main" id="{E188DB2A-B73C-B926-2C50-E6923A716F48}"/>
                    </a:ext>
                  </a:extLst>
                </p14:cNvPr>
                <p14:cNvContentPartPr/>
                <p14:nvPr/>
              </p14:nvContentPartPr>
              <p14:xfrm>
                <a:off x="7422393" y="4912950"/>
                <a:ext cx="165960" cy="178560"/>
              </p14:xfrm>
            </p:contentPart>
          </mc:Choice>
          <mc:Fallback>
            <p:pic>
              <p:nvPicPr>
                <p:cNvPr id="4121" name="잉크 4120">
                  <a:extLst>
                    <a:ext uri="{FF2B5EF4-FFF2-40B4-BE49-F238E27FC236}">
                      <a16:creationId xmlns:a16="http://schemas.microsoft.com/office/drawing/2014/main" id="{E188DB2A-B73C-B926-2C50-E6923A716F4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13393" y="4904310"/>
                  <a:ext cx="183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122" name="잉크 4121">
                  <a:extLst>
                    <a:ext uri="{FF2B5EF4-FFF2-40B4-BE49-F238E27FC236}">
                      <a16:creationId xmlns:a16="http://schemas.microsoft.com/office/drawing/2014/main" id="{FF4A7F13-810C-4B5D-5FF7-A7E3B2B75AC0}"/>
                    </a:ext>
                  </a:extLst>
                </p14:cNvPr>
                <p14:cNvContentPartPr/>
                <p14:nvPr/>
              </p14:nvContentPartPr>
              <p14:xfrm>
                <a:off x="7657113" y="4784430"/>
                <a:ext cx="82440" cy="275400"/>
              </p14:xfrm>
            </p:contentPart>
          </mc:Choice>
          <mc:Fallback>
            <p:pic>
              <p:nvPicPr>
                <p:cNvPr id="4122" name="잉크 4121">
                  <a:extLst>
                    <a:ext uri="{FF2B5EF4-FFF2-40B4-BE49-F238E27FC236}">
                      <a16:creationId xmlns:a16="http://schemas.microsoft.com/office/drawing/2014/main" id="{FF4A7F13-810C-4B5D-5FF7-A7E3B2B75AC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48473" y="4775430"/>
                  <a:ext cx="1000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123" name="잉크 4122">
                  <a:extLst>
                    <a:ext uri="{FF2B5EF4-FFF2-40B4-BE49-F238E27FC236}">
                      <a16:creationId xmlns:a16="http://schemas.microsoft.com/office/drawing/2014/main" id="{846A1C8E-9186-2C59-D792-43FD8F4428C5}"/>
                    </a:ext>
                  </a:extLst>
                </p14:cNvPr>
                <p14:cNvContentPartPr/>
                <p14:nvPr/>
              </p14:nvContentPartPr>
              <p14:xfrm>
                <a:off x="7685193" y="4868670"/>
                <a:ext cx="117000" cy="41040"/>
              </p14:xfrm>
            </p:contentPart>
          </mc:Choice>
          <mc:Fallback>
            <p:pic>
              <p:nvPicPr>
                <p:cNvPr id="4123" name="잉크 4122">
                  <a:extLst>
                    <a:ext uri="{FF2B5EF4-FFF2-40B4-BE49-F238E27FC236}">
                      <a16:creationId xmlns:a16="http://schemas.microsoft.com/office/drawing/2014/main" id="{846A1C8E-9186-2C59-D792-43FD8F4428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76193" y="4859670"/>
                  <a:ext cx="134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124" name="잉크 4123">
                  <a:extLst>
                    <a:ext uri="{FF2B5EF4-FFF2-40B4-BE49-F238E27FC236}">
                      <a16:creationId xmlns:a16="http://schemas.microsoft.com/office/drawing/2014/main" id="{54E9B208-0B7B-5C82-BB7D-EEF1E1809938}"/>
                    </a:ext>
                  </a:extLst>
                </p14:cNvPr>
                <p14:cNvContentPartPr/>
                <p14:nvPr/>
              </p14:nvContentPartPr>
              <p14:xfrm>
                <a:off x="6097593" y="5610270"/>
                <a:ext cx="99360" cy="42840"/>
              </p14:xfrm>
            </p:contentPart>
          </mc:Choice>
          <mc:Fallback>
            <p:pic>
              <p:nvPicPr>
                <p:cNvPr id="4124" name="잉크 4123">
                  <a:extLst>
                    <a:ext uri="{FF2B5EF4-FFF2-40B4-BE49-F238E27FC236}">
                      <a16:creationId xmlns:a16="http://schemas.microsoft.com/office/drawing/2014/main" id="{54E9B208-0B7B-5C82-BB7D-EEF1E180993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88593" y="5601270"/>
                  <a:ext cx="117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125" name="잉크 4124">
                  <a:extLst>
                    <a:ext uri="{FF2B5EF4-FFF2-40B4-BE49-F238E27FC236}">
                      <a16:creationId xmlns:a16="http://schemas.microsoft.com/office/drawing/2014/main" id="{DCA8925F-2B8E-EC81-665C-BE947D12BE00}"/>
                    </a:ext>
                  </a:extLst>
                </p14:cNvPr>
                <p14:cNvContentPartPr/>
                <p14:nvPr/>
              </p14:nvContentPartPr>
              <p14:xfrm>
                <a:off x="6093273" y="5654190"/>
                <a:ext cx="182520" cy="79560"/>
              </p14:xfrm>
            </p:contentPart>
          </mc:Choice>
          <mc:Fallback>
            <p:pic>
              <p:nvPicPr>
                <p:cNvPr id="4125" name="잉크 4124">
                  <a:extLst>
                    <a:ext uri="{FF2B5EF4-FFF2-40B4-BE49-F238E27FC236}">
                      <a16:creationId xmlns:a16="http://schemas.microsoft.com/office/drawing/2014/main" id="{DCA8925F-2B8E-EC81-665C-BE947D12BE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84273" y="5645190"/>
                  <a:ext cx="2001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126" name="잉크 4125">
                  <a:extLst>
                    <a:ext uri="{FF2B5EF4-FFF2-40B4-BE49-F238E27FC236}">
                      <a16:creationId xmlns:a16="http://schemas.microsoft.com/office/drawing/2014/main" id="{C69B148A-DF24-4518-9379-51AF3B22D533}"/>
                    </a:ext>
                  </a:extLst>
                </p14:cNvPr>
                <p14:cNvContentPartPr/>
                <p14:nvPr/>
              </p14:nvContentPartPr>
              <p14:xfrm>
                <a:off x="6189753" y="5732670"/>
                <a:ext cx="109440" cy="110520"/>
              </p14:xfrm>
            </p:contentPart>
          </mc:Choice>
          <mc:Fallback>
            <p:pic>
              <p:nvPicPr>
                <p:cNvPr id="4126" name="잉크 4125">
                  <a:extLst>
                    <a:ext uri="{FF2B5EF4-FFF2-40B4-BE49-F238E27FC236}">
                      <a16:creationId xmlns:a16="http://schemas.microsoft.com/office/drawing/2014/main" id="{C69B148A-DF24-4518-9379-51AF3B22D5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81113" y="5723670"/>
                  <a:ext cx="127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127" name="잉크 4126">
                  <a:extLst>
                    <a:ext uri="{FF2B5EF4-FFF2-40B4-BE49-F238E27FC236}">
                      <a16:creationId xmlns:a16="http://schemas.microsoft.com/office/drawing/2014/main" id="{474A15C9-BBF3-B337-B25B-A24BABA944F5}"/>
                    </a:ext>
                  </a:extLst>
                </p14:cNvPr>
                <p14:cNvContentPartPr/>
                <p14:nvPr/>
              </p14:nvContentPartPr>
              <p14:xfrm>
                <a:off x="6370833" y="5570670"/>
                <a:ext cx="92520" cy="181800"/>
              </p14:xfrm>
            </p:contentPart>
          </mc:Choice>
          <mc:Fallback>
            <p:pic>
              <p:nvPicPr>
                <p:cNvPr id="4127" name="잉크 4126">
                  <a:extLst>
                    <a:ext uri="{FF2B5EF4-FFF2-40B4-BE49-F238E27FC236}">
                      <a16:creationId xmlns:a16="http://schemas.microsoft.com/office/drawing/2014/main" id="{474A15C9-BBF3-B337-B25B-A24BABA944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62193" y="5561670"/>
                  <a:ext cx="110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128" name="잉크 4127">
                  <a:extLst>
                    <a:ext uri="{FF2B5EF4-FFF2-40B4-BE49-F238E27FC236}">
                      <a16:creationId xmlns:a16="http://schemas.microsoft.com/office/drawing/2014/main" id="{3E09E4EE-4210-8337-DE6A-A04A36DFA636}"/>
                    </a:ext>
                  </a:extLst>
                </p14:cNvPr>
                <p14:cNvContentPartPr/>
                <p14:nvPr/>
              </p14:nvContentPartPr>
              <p14:xfrm>
                <a:off x="6399993" y="5579310"/>
                <a:ext cx="137160" cy="56880"/>
              </p14:xfrm>
            </p:contentPart>
          </mc:Choice>
          <mc:Fallback>
            <p:pic>
              <p:nvPicPr>
                <p:cNvPr id="4128" name="잉크 4127">
                  <a:extLst>
                    <a:ext uri="{FF2B5EF4-FFF2-40B4-BE49-F238E27FC236}">
                      <a16:creationId xmlns:a16="http://schemas.microsoft.com/office/drawing/2014/main" id="{3E09E4EE-4210-8337-DE6A-A04A36DFA63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90993" y="5570310"/>
                  <a:ext cx="154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129" name="잉크 4128">
                  <a:extLst>
                    <a:ext uri="{FF2B5EF4-FFF2-40B4-BE49-F238E27FC236}">
                      <a16:creationId xmlns:a16="http://schemas.microsoft.com/office/drawing/2014/main" id="{94F9DC73-19EA-93DB-2382-5D2C1694287D}"/>
                    </a:ext>
                  </a:extLst>
                </p14:cNvPr>
                <p14:cNvContentPartPr/>
                <p14:nvPr/>
              </p14:nvContentPartPr>
              <p14:xfrm>
                <a:off x="6507993" y="5545470"/>
                <a:ext cx="191160" cy="175680"/>
              </p14:xfrm>
            </p:contentPart>
          </mc:Choice>
          <mc:Fallback>
            <p:pic>
              <p:nvPicPr>
                <p:cNvPr id="4129" name="잉크 4128">
                  <a:extLst>
                    <a:ext uri="{FF2B5EF4-FFF2-40B4-BE49-F238E27FC236}">
                      <a16:creationId xmlns:a16="http://schemas.microsoft.com/office/drawing/2014/main" id="{94F9DC73-19EA-93DB-2382-5D2C169428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98993" y="5536470"/>
                  <a:ext cx="2088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130" name="잉크 4129">
                  <a:extLst>
                    <a:ext uri="{FF2B5EF4-FFF2-40B4-BE49-F238E27FC236}">
                      <a16:creationId xmlns:a16="http://schemas.microsoft.com/office/drawing/2014/main" id="{E519E7D2-8872-6C23-242C-DD0314C759D1}"/>
                    </a:ext>
                  </a:extLst>
                </p14:cNvPr>
                <p14:cNvContentPartPr/>
                <p14:nvPr/>
              </p14:nvContentPartPr>
              <p14:xfrm>
                <a:off x="6653793" y="5528190"/>
                <a:ext cx="120960" cy="168840"/>
              </p14:xfrm>
            </p:contentPart>
          </mc:Choice>
          <mc:Fallback>
            <p:pic>
              <p:nvPicPr>
                <p:cNvPr id="4130" name="잉크 4129">
                  <a:extLst>
                    <a:ext uri="{FF2B5EF4-FFF2-40B4-BE49-F238E27FC236}">
                      <a16:creationId xmlns:a16="http://schemas.microsoft.com/office/drawing/2014/main" id="{E519E7D2-8872-6C23-242C-DD0314C759D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44793" y="5519190"/>
                  <a:ext cx="138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131" name="잉크 4130">
                  <a:extLst>
                    <a:ext uri="{FF2B5EF4-FFF2-40B4-BE49-F238E27FC236}">
                      <a16:creationId xmlns:a16="http://schemas.microsoft.com/office/drawing/2014/main" id="{3302FBEC-48F6-73A3-922E-579195CD05E3}"/>
                    </a:ext>
                  </a:extLst>
                </p14:cNvPr>
                <p14:cNvContentPartPr/>
                <p14:nvPr/>
              </p14:nvContentPartPr>
              <p14:xfrm>
                <a:off x="6821913" y="5442510"/>
                <a:ext cx="187920" cy="173520"/>
              </p14:xfrm>
            </p:contentPart>
          </mc:Choice>
          <mc:Fallback>
            <p:pic>
              <p:nvPicPr>
                <p:cNvPr id="4131" name="잉크 4130">
                  <a:extLst>
                    <a:ext uri="{FF2B5EF4-FFF2-40B4-BE49-F238E27FC236}">
                      <a16:creationId xmlns:a16="http://schemas.microsoft.com/office/drawing/2014/main" id="{3302FBEC-48F6-73A3-922E-579195CD05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13273" y="5433870"/>
                  <a:ext cx="205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132" name="잉크 4131">
                  <a:extLst>
                    <a:ext uri="{FF2B5EF4-FFF2-40B4-BE49-F238E27FC236}">
                      <a16:creationId xmlns:a16="http://schemas.microsoft.com/office/drawing/2014/main" id="{B6A541AE-3631-1D60-9B1E-B2AA211D5340}"/>
                    </a:ext>
                  </a:extLst>
                </p14:cNvPr>
                <p14:cNvContentPartPr/>
                <p14:nvPr/>
              </p14:nvContentPartPr>
              <p14:xfrm>
                <a:off x="6991473" y="5413710"/>
                <a:ext cx="97200" cy="183960"/>
              </p14:xfrm>
            </p:contentPart>
          </mc:Choice>
          <mc:Fallback>
            <p:pic>
              <p:nvPicPr>
                <p:cNvPr id="4132" name="잉크 4131">
                  <a:extLst>
                    <a:ext uri="{FF2B5EF4-FFF2-40B4-BE49-F238E27FC236}">
                      <a16:creationId xmlns:a16="http://schemas.microsoft.com/office/drawing/2014/main" id="{B6A541AE-3631-1D60-9B1E-B2AA211D53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82833" y="5405070"/>
                  <a:ext cx="114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4133" name="잉크 4132">
                  <a:extLst>
                    <a:ext uri="{FF2B5EF4-FFF2-40B4-BE49-F238E27FC236}">
                      <a16:creationId xmlns:a16="http://schemas.microsoft.com/office/drawing/2014/main" id="{4D714416-0961-C426-4CDD-F1771549D332}"/>
                    </a:ext>
                  </a:extLst>
                </p14:cNvPr>
                <p14:cNvContentPartPr/>
                <p14:nvPr/>
              </p14:nvContentPartPr>
              <p14:xfrm>
                <a:off x="7011633" y="5438910"/>
                <a:ext cx="135360" cy="72000"/>
              </p14:xfrm>
            </p:contentPart>
          </mc:Choice>
          <mc:Fallback>
            <p:pic>
              <p:nvPicPr>
                <p:cNvPr id="4133" name="잉크 4132">
                  <a:extLst>
                    <a:ext uri="{FF2B5EF4-FFF2-40B4-BE49-F238E27FC236}">
                      <a16:creationId xmlns:a16="http://schemas.microsoft.com/office/drawing/2014/main" id="{4D714416-0961-C426-4CDD-F1771549D33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02993" y="5430270"/>
                  <a:ext cx="153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134" name="잉크 4133">
                  <a:extLst>
                    <a:ext uri="{FF2B5EF4-FFF2-40B4-BE49-F238E27FC236}">
                      <a16:creationId xmlns:a16="http://schemas.microsoft.com/office/drawing/2014/main" id="{EA6724AE-0630-6363-4D12-45BCACBD8B13}"/>
                    </a:ext>
                  </a:extLst>
                </p14:cNvPr>
                <p14:cNvContentPartPr/>
                <p14:nvPr/>
              </p14:nvContentPartPr>
              <p14:xfrm>
                <a:off x="7127913" y="5385630"/>
                <a:ext cx="162000" cy="106560"/>
              </p14:xfrm>
            </p:contentPart>
          </mc:Choice>
          <mc:Fallback>
            <p:pic>
              <p:nvPicPr>
                <p:cNvPr id="4134" name="잉크 4133">
                  <a:extLst>
                    <a:ext uri="{FF2B5EF4-FFF2-40B4-BE49-F238E27FC236}">
                      <a16:creationId xmlns:a16="http://schemas.microsoft.com/office/drawing/2014/main" id="{EA6724AE-0630-6363-4D12-45BCACBD8B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19273" y="5376630"/>
                  <a:ext cx="179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135" name="잉크 4134">
                  <a:extLst>
                    <a:ext uri="{FF2B5EF4-FFF2-40B4-BE49-F238E27FC236}">
                      <a16:creationId xmlns:a16="http://schemas.microsoft.com/office/drawing/2014/main" id="{B5E2E7EB-4986-DF99-0D3A-EAA17D0362E1}"/>
                    </a:ext>
                  </a:extLst>
                </p14:cNvPr>
                <p14:cNvContentPartPr/>
                <p14:nvPr/>
              </p14:nvContentPartPr>
              <p14:xfrm>
                <a:off x="7174713" y="5545470"/>
                <a:ext cx="156240" cy="60120"/>
              </p14:xfrm>
            </p:contentPart>
          </mc:Choice>
          <mc:Fallback>
            <p:pic>
              <p:nvPicPr>
                <p:cNvPr id="4135" name="잉크 4134">
                  <a:extLst>
                    <a:ext uri="{FF2B5EF4-FFF2-40B4-BE49-F238E27FC236}">
                      <a16:creationId xmlns:a16="http://schemas.microsoft.com/office/drawing/2014/main" id="{B5E2E7EB-4986-DF99-0D3A-EAA17D0362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65713" y="5536470"/>
                  <a:ext cx="173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136" name="잉크 4135">
                  <a:extLst>
                    <a:ext uri="{FF2B5EF4-FFF2-40B4-BE49-F238E27FC236}">
                      <a16:creationId xmlns:a16="http://schemas.microsoft.com/office/drawing/2014/main" id="{6CB95D5B-06AE-036B-3A07-925CF7694B3A}"/>
                    </a:ext>
                  </a:extLst>
                </p14:cNvPr>
                <p14:cNvContentPartPr/>
                <p14:nvPr/>
              </p14:nvContentPartPr>
              <p14:xfrm>
                <a:off x="7241673" y="5597310"/>
                <a:ext cx="187920" cy="70920"/>
              </p14:xfrm>
            </p:contentPart>
          </mc:Choice>
          <mc:Fallback>
            <p:pic>
              <p:nvPicPr>
                <p:cNvPr id="4136" name="잉크 4135">
                  <a:extLst>
                    <a:ext uri="{FF2B5EF4-FFF2-40B4-BE49-F238E27FC236}">
                      <a16:creationId xmlns:a16="http://schemas.microsoft.com/office/drawing/2014/main" id="{6CB95D5B-06AE-036B-3A07-925CF7694B3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32673" y="5588310"/>
                  <a:ext cx="2055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137" name="잉크 4136">
                  <a:extLst>
                    <a:ext uri="{FF2B5EF4-FFF2-40B4-BE49-F238E27FC236}">
                      <a16:creationId xmlns:a16="http://schemas.microsoft.com/office/drawing/2014/main" id="{4BFC569B-103E-852C-698D-90E1295AD01C}"/>
                    </a:ext>
                  </a:extLst>
                </p14:cNvPr>
                <p14:cNvContentPartPr/>
                <p14:nvPr/>
              </p14:nvContentPartPr>
              <p14:xfrm>
                <a:off x="7447953" y="5319750"/>
                <a:ext cx="113040" cy="110520"/>
              </p14:xfrm>
            </p:contentPart>
          </mc:Choice>
          <mc:Fallback>
            <p:pic>
              <p:nvPicPr>
                <p:cNvPr id="4137" name="잉크 4136">
                  <a:extLst>
                    <a:ext uri="{FF2B5EF4-FFF2-40B4-BE49-F238E27FC236}">
                      <a16:creationId xmlns:a16="http://schemas.microsoft.com/office/drawing/2014/main" id="{4BFC569B-103E-852C-698D-90E1295AD01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38953" y="5310750"/>
                  <a:ext cx="130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138" name="잉크 4137">
                  <a:extLst>
                    <a:ext uri="{FF2B5EF4-FFF2-40B4-BE49-F238E27FC236}">
                      <a16:creationId xmlns:a16="http://schemas.microsoft.com/office/drawing/2014/main" id="{3B8CC2F0-20C2-A5C1-C82F-041F738E095B}"/>
                    </a:ext>
                  </a:extLst>
                </p14:cNvPr>
                <p14:cNvContentPartPr/>
                <p14:nvPr/>
              </p14:nvContentPartPr>
              <p14:xfrm>
                <a:off x="7513113" y="5290590"/>
                <a:ext cx="170280" cy="90720"/>
              </p14:xfrm>
            </p:contentPart>
          </mc:Choice>
          <mc:Fallback>
            <p:pic>
              <p:nvPicPr>
                <p:cNvPr id="4138" name="잉크 4137">
                  <a:extLst>
                    <a:ext uri="{FF2B5EF4-FFF2-40B4-BE49-F238E27FC236}">
                      <a16:creationId xmlns:a16="http://schemas.microsoft.com/office/drawing/2014/main" id="{3B8CC2F0-20C2-A5C1-C82F-041F738E09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04113" y="5281950"/>
                  <a:ext cx="187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139" name="잉크 4138">
                  <a:extLst>
                    <a:ext uri="{FF2B5EF4-FFF2-40B4-BE49-F238E27FC236}">
                      <a16:creationId xmlns:a16="http://schemas.microsoft.com/office/drawing/2014/main" id="{095B562D-AF0B-D2C0-F60A-E53F69B32BDA}"/>
                    </a:ext>
                  </a:extLst>
                </p14:cNvPr>
                <p14:cNvContentPartPr/>
                <p14:nvPr/>
              </p14:nvContentPartPr>
              <p14:xfrm>
                <a:off x="7506633" y="5382030"/>
                <a:ext cx="302040" cy="216720"/>
              </p14:xfrm>
            </p:contentPart>
          </mc:Choice>
          <mc:Fallback>
            <p:pic>
              <p:nvPicPr>
                <p:cNvPr id="4139" name="잉크 4138">
                  <a:extLst>
                    <a:ext uri="{FF2B5EF4-FFF2-40B4-BE49-F238E27FC236}">
                      <a16:creationId xmlns:a16="http://schemas.microsoft.com/office/drawing/2014/main" id="{095B562D-AF0B-D2C0-F60A-E53F69B32B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97633" y="5373030"/>
                  <a:ext cx="319680" cy="23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5" name="그룹 4154">
            <a:extLst>
              <a:ext uri="{FF2B5EF4-FFF2-40B4-BE49-F238E27FC236}">
                <a16:creationId xmlns:a16="http://schemas.microsoft.com/office/drawing/2014/main" id="{2505161D-B942-55E7-826F-CDF18BBB8385}"/>
              </a:ext>
            </a:extLst>
          </p:cNvPr>
          <p:cNvGrpSpPr/>
          <p:nvPr/>
        </p:nvGrpSpPr>
        <p:grpSpPr>
          <a:xfrm>
            <a:off x="5628153" y="2490150"/>
            <a:ext cx="1699200" cy="329040"/>
            <a:chOff x="5628153" y="2490150"/>
            <a:chExt cx="169920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143" name="잉크 4142">
                  <a:extLst>
                    <a:ext uri="{FF2B5EF4-FFF2-40B4-BE49-F238E27FC236}">
                      <a16:creationId xmlns:a16="http://schemas.microsoft.com/office/drawing/2014/main" id="{FADAB760-9E6A-5A70-6728-1950288CB75E}"/>
                    </a:ext>
                  </a:extLst>
                </p14:cNvPr>
                <p14:cNvContentPartPr/>
                <p14:nvPr/>
              </p14:nvContentPartPr>
              <p14:xfrm>
                <a:off x="5628153" y="2565390"/>
                <a:ext cx="102600" cy="165600"/>
              </p14:xfrm>
            </p:contentPart>
          </mc:Choice>
          <mc:Fallback>
            <p:pic>
              <p:nvPicPr>
                <p:cNvPr id="4143" name="잉크 4142">
                  <a:extLst>
                    <a:ext uri="{FF2B5EF4-FFF2-40B4-BE49-F238E27FC236}">
                      <a16:creationId xmlns:a16="http://schemas.microsoft.com/office/drawing/2014/main" id="{FADAB760-9E6A-5A70-6728-1950288CB75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19153" y="2556390"/>
                  <a:ext cx="120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144" name="잉크 4143">
                  <a:extLst>
                    <a:ext uri="{FF2B5EF4-FFF2-40B4-BE49-F238E27FC236}">
                      <a16:creationId xmlns:a16="http://schemas.microsoft.com/office/drawing/2014/main" id="{2503D1B5-DE0F-7E8C-F14D-6CE2C644F98F}"/>
                    </a:ext>
                  </a:extLst>
                </p14:cNvPr>
                <p14:cNvContentPartPr/>
                <p14:nvPr/>
              </p14:nvContentPartPr>
              <p14:xfrm>
                <a:off x="5737233" y="2573670"/>
                <a:ext cx="142200" cy="133200"/>
              </p14:xfrm>
            </p:contentPart>
          </mc:Choice>
          <mc:Fallback>
            <p:pic>
              <p:nvPicPr>
                <p:cNvPr id="4144" name="잉크 4143">
                  <a:extLst>
                    <a:ext uri="{FF2B5EF4-FFF2-40B4-BE49-F238E27FC236}">
                      <a16:creationId xmlns:a16="http://schemas.microsoft.com/office/drawing/2014/main" id="{2503D1B5-DE0F-7E8C-F14D-6CE2C644F9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28593" y="2565030"/>
                  <a:ext cx="159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4145" name="잉크 4144">
                  <a:extLst>
                    <a:ext uri="{FF2B5EF4-FFF2-40B4-BE49-F238E27FC236}">
                      <a16:creationId xmlns:a16="http://schemas.microsoft.com/office/drawing/2014/main" id="{E1C443D7-11BA-44B6-4CC5-AD3244352AC8}"/>
                    </a:ext>
                  </a:extLst>
                </p14:cNvPr>
                <p14:cNvContentPartPr/>
                <p14:nvPr/>
              </p14:nvContentPartPr>
              <p14:xfrm>
                <a:off x="5877273" y="2597070"/>
                <a:ext cx="190080" cy="140400"/>
              </p14:xfrm>
            </p:contentPart>
          </mc:Choice>
          <mc:Fallback>
            <p:pic>
              <p:nvPicPr>
                <p:cNvPr id="4145" name="잉크 4144">
                  <a:extLst>
                    <a:ext uri="{FF2B5EF4-FFF2-40B4-BE49-F238E27FC236}">
                      <a16:creationId xmlns:a16="http://schemas.microsoft.com/office/drawing/2014/main" id="{E1C443D7-11BA-44B6-4CC5-AD3244352AC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68273" y="2588070"/>
                  <a:ext cx="2077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4146" name="잉크 4145">
                  <a:extLst>
                    <a:ext uri="{FF2B5EF4-FFF2-40B4-BE49-F238E27FC236}">
                      <a16:creationId xmlns:a16="http://schemas.microsoft.com/office/drawing/2014/main" id="{76837354-8D13-4245-06FC-0F1FFA5F9F5D}"/>
                    </a:ext>
                  </a:extLst>
                </p14:cNvPr>
                <p14:cNvContentPartPr/>
                <p14:nvPr/>
              </p14:nvContentPartPr>
              <p14:xfrm>
                <a:off x="6109833" y="2676630"/>
                <a:ext cx="123480" cy="23760"/>
              </p14:xfrm>
            </p:contentPart>
          </mc:Choice>
          <mc:Fallback>
            <p:pic>
              <p:nvPicPr>
                <p:cNvPr id="4146" name="잉크 4145">
                  <a:extLst>
                    <a:ext uri="{FF2B5EF4-FFF2-40B4-BE49-F238E27FC236}">
                      <a16:creationId xmlns:a16="http://schemas.microsoft.com/office/drawing/2014/main" id="{76837354-8D13-4245-06FC-0F1FFA5F9F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01193" y="2667990"/>
                  <a:ext cx="1411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147" name="잉크 4146">
                  <a:extLst>
                    <a:ext uri="{FF2B5EF4-FFF2-40B4-BE49-F238E27FC236}">
                      <a16:creationId xmlns:a16="http://schemas.microsoft.com/office/drawing/2014/main" id="{8DD1FFC4-0458-D1F5-2EEB-C924CBFF0E04}"/>
                    </a:ext>
                  </a:extLst>
                </p14:cNvPr>
                <p14:cNvContentPartPr/>
                <p14:nvPr/>
              </p14:nvContentPartPr>
              <p14:xfrm>
                <a:off x="6303873" y="2548110"/>
                <a:ext cx="96120" cy="163800"/>
              </p14:xfrm>
            </p:contentPart>
          </mc:Choice>
          <mc:Fallback>
            <p:pic>
              <p:nvPicPr>
                <p:cNvPr id="4147" name="잉크 4146">
                  <a:extLst>
                    <a:ext uri="{FF2B5EF4-FFF2-40B4-BE49-F238E27FC236}">
                      <a16:creationId xmlns:a16="http://schemas.microsoft.com/office/drawing/2014/main" id="{8DD1FFC4-0458-D1F5-2EEB-C924CBFF0E0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95233" y="2539110"/>
                  <a:ext cx="113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148" name="잉크 4147">
                  <a:extLst>
                    <a:ext uri="{FF2B5EF4-FFF2-40B4-BE49-F238E27FC236}">
                      <a16:creationId xmlns:a16="http://schemas.microsoft.com/office/drawing/2014/main" id="{AA312392-660C-847D-0799-37E9C992CD81}"/>
                    </a:ext>
                  </a:extLst>
                </p14:cNvPr>
                <p14:cNvContentPartPr/>
                <p14:nvPr/>
              </p14:nvContentPartPr>
              <p14:xfrm>
                <a:off x="6420513" y="2529390"/>
                <a:ext cx="24840" cy="5040"/>
              </p14:xfrm>
            </p:contentPart>
          </mc:Choice>
          <mc:Fallback>
            <p:pic>
              <p:nvPicPr>
                <p:cNvPr id="4148" name="잉크 4147">
                  <a:extLst>
                    <a:ext uri="{FF2B5EF4-FFF2-40B4-BE49-F238E27FC236}">
                      <a16:creationId xmlns:a16="http://schemas.microsoft.com/office/drawing/2014/main" id="{AA312392-660C-847D-0799-37E9C992CD8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11873" y="2520750"/>
                  <a:ext cx="42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149" name="잉크 4148">
                  <a:extLst>
                    <a:ext uri="{FF2B5EF4-FFF2-40B4-BE49-F238E27FC236}">
                      <a16:creationId xmlns:a16="http://schemas.microsoft.com/office/drawing/2014/main" id="{429F5EC1-2EFE-DB13-1C67-9E5DF828470F}"/>
                    </a:ext>
                  </a:extLst>
                </p14:cNvPr>
                <p14:cNvContentPartPr/>
                <p14:nvPr/>
              </p14:nvContentPartPr>
              <p14:xfrm>
                <a:off x="6459753" y="2610030"/>
                <a:ext cx="7920" cy="122760"/>
              </p14:xfrm>
            </p:contentPart>
          </mc:Choice>
          <mc:Fallback>
            <p:pic>
              <p:nvPicPr>
                <p:cNvPr id="4149" name="잉크 4148">
                  <a:extLst>
                    <a:ext uri="{FF2B5EF4-FFF2-40B4-BE49-F238E27FC236}">
                      <a16:creationId xmlns:a16="http://schemas.microsoft.com/office/drawing/2014/main" id="{429F5EC1-2EFE-DB13-1C67-9E5DF828470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51113" y="2601390"/>
                  <a:ext cx="25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150" name="잉크 4149">
                  <a:extLst>
                    <a:ext uri="{FF2B5EF4-FFF2-40B4-BE49-F238E27FC236}">
                      <a16:creationId xmlns:a16="http://schemas.microsoft.com/office/drawing/2014/main" id="{613FE2F8-230B-1FDD-2B1A-1028A359428E}"/>
                    </a:ext>
                  </a:extLst>
                </p14:cNvPr>
                <p14:cNvContentPartPr/>
                <p14:nvPr/>
              </p14:nvContentPartPr>
              <p14:xfrm>
                <a:off x="6510153" y="2588790"/>
                <a:ext cx="151920" cy="230400"/>
              </p14:xfrm>
            </p:contentPart>
          </mc:Choice>
          <mc:Fallback>
            <p:pic>
              <p:nvPicPr>
                <p:cNvPr id="4150" name="잉크 4149">
                  <a:extLst>
                    <a:ext uri="{FF2B5EF4-FFF2-40B4-BE49-F238E27FC236}">
                      <a16:creationId xmlns:a16="http://schemas.microsoft.com/office/drawing/2014/main" id="{613FE2F8-230B-1FDD-2B1A-1028A359428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01513" y="2580150"/>
                  <a:ext cx="169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151" name="잉크 4150">
                  <a:extLst>
                    <a:ext uri="{FF2B5EF4-FFF2-40B4-BE49-F238E27FC236}">
                      <a16:creationId xmlns:a16="http://schemas.microsoft.com/office/drawing/2014/main" id="{C04849C2-A9D2-D191-6A82-B13C7D57F7C8}"/>
                    </a:ext>
                  </a:extLst>
                </p14:cNvPr>
                <p14:cNvContentPartPr/>
                <p14:nvPr/>
              </p14:nvContentPartPr>
              <p14:xfrm>
                <a:off x="6663873" y="2610750"/>
                <a:ext cx="84240" cy="146520"/>
              </p14:xfrm>
            </p:contentPart>
          </mc:Choice>
          <mc:Fallback>
            <p:pic>
              <p:nvPicPr>
                <p:cNvPr id="4151" name="잉크 4150">
                  <a:extLst>
                    <a:ext uri="{FF2B5EF4-FFF2-40B4-BE49-F238E27FC236}">
                      <a16:creationId xmlns:a16="http://schemas.microsoft.com/office/drawing/2014/main" id="{C04849C2-A9D2-D191-6A82-B13C7D57F7C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54873" y="2601750"/>
                  <a:ext cx="101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4152" name="잉크 4151">
                  <a:extLst>
                    <a:ext uri="{FF2B5EF4-FFF2-40B4-BE49-F238E27FC236}">
                      <a16:creationId xmlns:a16="http://schemas.microsoft.com/office/drawing/2014/main" id="{F3870189-B8AA-EA7E-0F91-56D5A37EAE58}"/>
                    </a:ext>
                  </a:extLst>
                </p14:cNvPr>
                <p14:cNvContentPartPr/>
                <p14:nvPr/>
              </p14:nvContentPartPr>
              <p14:xfrm>
                <a:off x="6786993" y="2490150"/>
                <a:ext cx="185760" cy="241200"/>
              </p14:xfrm>
            </p:contentPart>
          </mc:Choice>
          <mc:Fallback>
            <p:pic>
              <p:nvPicPr>
                <p:cNvPr id="4152" name="잉크 4151">
                  <a:extLst>
                    <a:ext uri="{FF2B5EF4-FFF2-40B4-BE49-F238E27FC236}">
                      <a16:creationId xmlns:a16="http://schemas.microsoft.com/office/drawing/2014/main" id="{F3870189-B8AA-EA7E-0F91-56D5A37EAE5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77993" y="2481510"/>
                  <a:ext cx="2034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4153" name="잉크 4152">
                  <a:extLst>
                    <a:ext uri="{FF2B5EF4-FFF2-40B4-BE49-F238E27FC236}">
                      <a16:creationId xmlns:a16="http://schemas.microsoft.com/office/drawing/2014/main" id="{316A5446-1A33-17C0-FE5E-A57B85975EE3}"/>
                    </a:ext>
                  </a:extLst>
                </p14:cNvPr>
                <p14:cNvContentPartPr/>
                <p14:nvPr/>
              </p14:nvContentPartPr>
              <p14:xfrm>
                <a:off x="7072113" y="2512830"/>
                <a:ext cx="131760" cy="259560"/>
              </p14:xfrm>
            </p:contentPart>
          </mc:Choice>
          <mc:Fallback>
            <p:pic>
              <p:nvPicPr>
                <p:cNvPr id="4153" name="잉크 4152">
                  <a:extLst>
                    <a:ext uri="{FF2B5EF4-FFF2-40B4-BE49-F238E27FC236}">
                      <a16:creationId xmlns:a16="http://schemas.microsoft.com/office/drawing/2014/main" id="{316A5446-1A33-17C0-FE5E-A57B85975EE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63113" y="2504190"/>
                  <a:ext cx="1494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154" name="잉크 4153">
                  <a:extLst>
                    <a:ext uri="{FF2B5EF4-FFF2-40B4-BE49-F238E27FC236}">
                      <a16:creationId xmlns:a16="http://schemas.microsoft.com/office/drawing/2014/main" id="{F411E2C4-A363-F9B0-BEB4-5CAD778C47B0}"/>
                    </a:ext>
                  </a:extLst>
                </p14:cNvPr>
                <p14:cNvContentPartPr/>
                <p14:nvPr/>
              </p14:nvContentPartPr>
              <p14:xfrm>
                <a:off x="7275153" y="2497710"/>
                <a:ext cx="52200" cy="273960"/>
              </p14:xfrm>
            </p:contentPart>
          </mc:Choice>
          <mc:Fallback>
            <p:pic>
              <p:nvPicPr>
                <p:cNvPr id="4154" name="잉크 4153">
                  <a:extLst>
                    <a:ext uri="{FF2B5EF4-FFF2-40B4-BE49-F238E27FC236}">
                      <a16:creationId xmlns:a16="http://schemas.microsoft.com/office/drawing/2014/main" id="{F411E2C4-A363-F9B0-BEB4-5CAD778C47B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66513" y="2489070"/>
                  <a:ext cx="6984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5" name="그룹 4164">
            <a:extLst>
              <a:ext uri="{FF2B5EF4-FFF2-40B4-BE49-F238E27FC236}">
                <a16:creationId xmlns:a16="http://schemas.microsoft.com/office/drawing/2014/main" id="{60C89D3A-9011-21E0-CF3F-50F5FDD1CF73}"/>
              </a:ext>
            </a:extLst>
          </p:cNvPr>
          <p:cNvGrpSpPr/>
          <p:nvPr/>
        </p:nvGrpSpPr>
        <p:grpSpPr>
          <a:xfrm>
            <a:off x="5440233" y="3595350"/>
            <a:ext cx="1519200" cy="245880"/>
            <a:chOff x="5440233" y="3595350"/>
            <a:chExt cx="151920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156" name="잉크 4155">
                  <a:extLst>
                    <a:ext uri="{FF2B5EF4-FFF2-40B4-BE49-F238E27FC236}">
                      <a16:creationId xmlns:a16="http://schemas.microsoft.com/office/drawing/2014/main" id="{64E7871A-FC5F-3C9C-7BB1-C821C9715B03}"/>
                    </a:ext>
                  </a:extLst>
                </p14:cNvPr>
                <p14:cNvContentPartPr/>
                <p14:nvPr/>
              </p14:nvContentPartPr>
              <p14:xfrm>
                <a:off x="5440233" y="3666630"/>
                <a:ext cx="407160" cy="174600"/>
              </p14:xfrm>
            </p:contentPart>
          </mc:Choice>
          <mc:Fallback>
            <p:pic>
              <p:nvPicPr>
                <p:cNvPr id="4156" name="잉크 4155">
                  <a:extLst>
                    <a:ext uri="{FF2B5EF4-FFF2-40B4-BE49-F238E27FC236}">
                      <a16:creationId xmlns:a16="http://schemas.microsoft.com/office/drawing/2014/main" id="{64E7871A-FC5F-3C9C-7BB1-C821C9715B0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31593" y="3657630"/>
                  <a:ext cx="424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157" name="잉크 4156">
                  <a:extLst>
                    <a:ext uri="{FF2B5EF4-FFF2-40B4-BE49-F238E27FC236}">
                      <a16:creationId xmlns:a16="http://schemas.microsoft.com/office/drawing/2014/main" id="{26C14AFB-9E79-5E4D-B894-4BB867884883}"/>
                    </a:ext>
                  </a:extLst>
                </p14:cNvPr>
                <p14:cNvContentPartPr/>
                <p14:nvPr/>
              </p14:nvContentPartPr>
              <p14:xfrm>
                <a:off x="5876913" y="3746910"/>
                <a:ext cx="182520" cy="41400"/>
              </p14:xfrm>
            </p:contentPart>
          </mc:Choice>
          <mc:Fallback>
            <p:pic>
              <p:nvPicPr>
                <p:cNvPr id="4157" name="잉크 4156">
                  <a:extLst>
                    <a:ext uri="{FF2B5EF4-FFF2-40B4-BE49-F238E27FC236}">
                      <a16:creationId xmlns:a16="http://schemas.microsoft.com/office/drawing/2014/main" id="{26C14AFB-9E79-5E4D-B894-4BB86788488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67913" y="3737910"/>
                  <a:ext cx="200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158" name="잉크 4157">
                  <a:extLst>
                    <a:ext uri="{FF2B5EF4-FFF2-40B4-BE49-F238E27FC236}">
                      <a16:creationId xmlns:a16="http://schemas.microsoft.com/office/drawing/2014/main" id="{73178E00-9909-5252-811F-26D814888DD7}"/>
                    </a:ext>
                  </a:extLst>
                </p14:cNvPr>
                <p14:cNvContentPartPr/>
                <p14:nvPr/>
              </p14:nvContentPartPr>
              <p14:xfrm>
                <a:off x="6125313" y="3663750"/>
                <a:ext cx="171720" cy="159840"/>
              </p14:xfrm>
            </p:contentPart>
          </mc:Choice>
          <mc:Fallback>
            <p:pic>
              <p:nvPicPr>
                <p:cNvPr id="4158" name="잉크 4157">
                  <a:extLst>
                    <a:ext uri="{FF2B5EF4-FFF2-40B4-BE49-F238E27FC236}">
                      <a16:creationId xmlns:a16="http://schemas.microsoft.com/office/drawing/2014/main" id="{73178E00-9909-5252-811F-26D814888D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16673" y="3654750"/>
                  <a:ext cx="1893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159" name="잉크 4158">
                  <a:extLst>
                    <a:ext uri="{FF2B5EF4-FFF2-40B4-BE49-F238E27FC236}">
                      <a16:creationId xmlns:a16="http://schemas.microsoft.com/office/drawing/2014/main" id="{25CF73D0-3B9A-6C04-911C-D11AFA5414B0}"/>
                    </a:ext>
                  </a:extLst>
                </p14:cNvPr>
                <p14:cNvContentPartPr/>
                <p14:nvPr/>
              </p14:nvContentPartPr>
              <p14:xfrm>
                <a:off x="6344193" y="3672390"/>
                <a:ext cx="139320" cy="153720"/>
              </p14:xfrm>
            </p:contentPart>
          </mc:Choice>
          <mc:Fallback>
            <p:pic>
              <p:nvPicPr>
                <p:cNvPr id="4159" name="잉크 4158">
                  <a:extLst>
                    <a:ext uri="{FF2B5EF4-FFF2-40B4-BE49-F238E27FC236}">
                      <a16:creationId xmlns:a16="http://schemas.microsoft.com/office/drawing/2014/main" id="{25CF73D0-3B9A-6C04-911C-D11AFA5414B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35193" y="3663390"/>
                  <a:ext cx="156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160" name="잉크 4159">
                  <a:extLst>
                    <a:ext uri="{FF2B5EF4-FFF2-40B4-BE49-F238E27FC236}">
                      <a16:creationId xmlns:a16="http://schemas.microsoft.com/office/drawing/2014/main" id="{6B28B0E3-89ED-F953-4D10-8B5FED69C34D}"/>
                    </a:ext>
                  </a:extLst>
                </p14:cNvPr>
                <p14:cNvContentPartPr/>
                <p14:nvPr/>
              </p14:nvContentPartPr>
              <p14:xfrm>
                <a:off x="6442113" y="3623790"/>
                <a:ext cx="55080" cy="25920"/>
              </p14:xfrm>
            </p:contentPart>
          </mc:Choice>
          <mc:Fallback>
            <p:pic>
              <p:nvPicPr>
                <p:cNvPr id="4160" name="잉크 4159">
                  <a:extLst>
                    <a:ext uri="{FF2B5EF4-FFF2-40B4-BE49-F238E27FC236}">
                      <a16:creationId xmlns:a16="http://schemas.microsoft.com/office/drawing/2014/main" id="{6B28B0E3-89ED-F953-4D10-8B5FED69C3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433473" y="3615150"/>
                  <a:ext cx="72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161" name="잉크 4160">
                  <a:extLst>
                    <a:ext uri="{FF2B5EF4-FFF2-40B4-BE49-F238E27FC236}">
                      <a16:creationId xmlns:a16="http://schemas.microsoft.com/office/drawing/2014/main" id="{BB8E80A1-9C7C-941D-2E79-6B030B658004}"/>
                    </a:ext>
                  </a:extLst>
                </p14:cNvPr>
                <p14:cNvContentPartPr/>
                <p14:nvPr/>
              </p14:nvContentPartPr>
              <p14:xfrm>
                <a:off x="6518073" y="3686070"/>
                <a:ext cx="158760" cy="152280"/>
              </p14:xfrm>
            </p:contentPart>
          </mc:Choice>
          <mc:Fallback>
            <p:pic>
              <p:nvPicPr>
                <p:cNvPr id="4161" name="잉크 4160">
                  <a:extLst>
                    <a:ext uri="{FF2B5EF4-FFF2-40B4-BE49-F238E27FC236}">
                      <a16:creationId xmlns:a16="http://schemas.microsoft.com/office/drawing/2014/main" id="{BB8E80A1-9C7C-941D-2E79-6B030B65800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09073" y="3677430"/>
                  <a:ext cx="176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162" name="잉크 4161">
                  <a:extLst>
                    <a:ext uri="{FF2B5EF4-FFF2-40B4-BE49-F238E27FC236}">
                      <a16:creationId xmlns:a16="http://schemas.microsoft.com/office/drawing/2014/main" id="{2ADEA687-21A5-6E82-8AEA-7674847B43F8}"/>
                    </a:ext>
                  </a:extLst>
                </p14:cNvPr>
                <p14:cNvContentPartPr/>
                <p14:nvPr/>
              </p14:nvContentPartPr>
              <p14:xfrm>
                <a:off x="6620673" y="3648270"/>
                <a:ext cx="118800" cy="143280"/>
              </p14:xfrm>
            </p:contentPart>
          </mc:Choice>
          <mc:Fallback>
            <p:pic>
              <p:nvPicPr>
                <p:cNvPr id="4162" name="잉크 4161">
                  <a:extLst>
                    <a:ext uri="{FF2B5EF4-FFF2-40B4-BE49-F238E27FC236}">
                      <a16:creationId xmlns:a16="http://schemas.microsoft.com/office/drawing/2014/main" id="{2ADEA687-21A5-6E82-8AEA-7674847B43F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11673" y="3639630"/>
                  <a:ext cx="136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163" name="잉크 4162">
                  <a:extLst>
                    <a:ext uri="{FF2B5EF4-FFF2-40B4-BE49-F238E27FC236}">
                      <a16:creationId xmlns:a16="http://schemas.microsoft.com/office/drawing/2014/main" id="{83F53215-A078-71C6-B081-267A1C01EC67}"/>
                    </a:ext>
                  </a:extLst>
                </p14:cNvPr>
                <p14:cNvContentPartPr/>
                <p14:nvPr/>
              </p14:nvContentPartPr>
              <p14:xfrm>
                <a:off x="6745233" y="3620910"/>
                <a:ext cx="108720" cy="200520"/>
              </p14:xfrm>
            </p:contentPart>
          </mc:Choice>
          <mc:Fallback>
            <p:pic>
              <p:nvPicPr>
                <p:cNvPr id="4163" name="잉크 4162">
                  <a:extLst>
                    <a:ext uri="{FF2B5EF4-FFF2-40B4-BE49-F238E27FC236}">
                      <a16:creationId xmlns:a16="http://schemas.microsoft.com/office/drawing/2014/main" id="{83F53215-A078-71C6-B081-267A1C01EC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736233" y="3611910"/>
                  <a:ext cx="126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164" name="잉크 4163">
                  <a:extLst>
                    <a:ext uri="{FF2B5EF4-FFF2-40B4-BE49-F238E27FC236}">
                      <a16:creationId xmlns:a16="http://schemas.microsoft.com/office/drawing/2014/main" id="{B2EF275F-44EC-AE76-A66D-C451AA4B5061}"/>
                    </a:ext>
                  </a:extLst>
                </p14:cNvPr>
                <p14:cNvContentPartPr/>
                <p14:nvPr/>
              </p14:nvContentPartPr>
              <p14:xfrm>
                <a:off x="6879873" y="3595350"/>
                <a:ext cx="79560" cy="243000"/>
              </p14:xfrm>
            </p:contentPart>
          </mc:Choice>
          <mc:Fallback>
            <p:pic>
              <p:nvPicPr>
                <p:cNvPr id="4164" name="잉크 4163">
                  <a:extLst>
                    <a:ext uri="{FF2B5EF4-FFF2-40B4-BE49-F238E27FC236}">
                      <a16:creationId xmlns:a16="http://schemas.microsoft.com/office/drawing/2014/main" id="{B2EF275F-44EC-AE76-A66D-C451AA4B506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871233" y="3586350"/>
                  <a:ext cx="9720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9" name="그룹 4178">
            <a:extLst>
              <a:ext uri="{FF2B5EF4-FFF2-40B4-BE49-F238E27FC236}">
                <a16:creationId xmlns:a16="http://schemas.microsoft.com/office/drawing/2014/main" id="{35BD8A81-D109-4AFF-29C8-FBB62951602D}"/>
              </a:ext>
            </a:extLst>
          </p:cNvPr>
          <p:cNvGrpSpPr/>
          <p:nvPr/>
        </p:nvGrpSpPr>
        <p:grpSpPr>
          <a:xfrm>
            <a:off x="5031633" y="6021750"/>
            <a:ext cx="1406520" cy="327960"/>
            <a:chOff x="5031633" y="6021750"/>
            <a:chExt cx="1406520" cy="32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166" name="잉크 4165">
                  <a:extLst>
                    <a:ext uri="{FF2B5EF4-FFF2-40B4-BE49-F238E27FC236}">
                      <a16:creationId xmlns:a16="http://schemas.microsoft.com/office/drawing/2014/main" id="{985C0F14-4675-7901-A85C-12ED4B26A56A}"/>
                    </a:ext>
                  </a:extLst>
                </p14:cNvPr>
                <p14:cNvContentPartPr/>
                <p14:nvPr/>
              </p14:nvContentPartPr>
              <p14:xfrm>
                <a:off x="5031633" y="6076470"/>
                <a:ext cx="126360" cy="224280"/>
              </p14:xfrm>
            </p:contentPart>
          </mc:Choice>
          <mc:Fallback>
            <p:pic>
              <p:nvPicPr>
                <p:cNvPr id="4166" name="잉크 4165">
                  <a:extLst>
                    <a:ext uri="{FF2B5EF4-FFF2-40B4-BE49-F238E27FC236}">
                      <a16:creationId xmlns:a16="http://schemas.microsoft.com/office/drawing/2014/main" id="{985C0F14-4675-7901-A85C-12ED4B26A56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22633" y="6067470"/>
                  <a:ext cx="1440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167" name="잉크 4166">
                  <a:extLst>
                    <a:ext uri="{FF2B5EF4-FFF2-40B4-BE49-F238E27FC236}">
                      <a16:creationId xmlns:a16="http://schemas.microsoft.com/office/drawing/2014/main" id="{393360F0-7A0E-952C-7A74-E3397C62BD9F}"/>
                    </a:ext>
                  </a:extLst>
                </p14:cNvPr>
                <p14:cNvContentPartPr/>
                <p14:nvPr/>
              </p14:nvContentPartPr>
              <p14:xfrm>
                <a:off x="5139633" y="6135870"/>
                <a:ext cx="147960" cy="140760"/>
              </p14:xfrm>
            </p:contentPart>
          </mc:Choice>
          <mc:Fallback>
            <p:pic>
              <p:nvPicPr>
                <p:cNvPr id="4167" name="잉크 4166">
                  <a:extLst>
                    <a:ext uri="{FF2B5EF4-FFF2-40B4-BE49-F238E27FC236}">
                      <a16:creationId xmlns:a16="http://schemas.microsoft.com/office/drawing/2014/main" id="{393360F0-7A0E-952C-7A74-E3397C62BD9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30993" y="6126870"/>
                  <a:ext cx="165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4168" name="잉크 4167">
                  <a:extLst>
                    <a:ext uri="{FF2B5EF4-FFF2-40B4-BE49-F238E27FC236}">
                      <a16:creationId xmlns:a16="http://schemas.microsoft.com/office/drawing/2014/main" id="{257686C5-6CDE-22EA-AED3-3621B821CE81}"/>
                    </a:ext>
                  </a:extLst>
                </p14:cNvPr>
                <p14:cNvContentPartPr/>
                <p14:nvPr/>
              </p14:nvContentPartPr>
              <p14:xfrm>
                <a:off x="5260593" y="6099510"/>
                <a:ext cx="178200" cy="163800"/>
              </p14:xfrm>
            </p:contentPart>
          </mc:Choice>
          <mc:Fallback>
            <p:pic>
              <p:nvPicPr>
                <p:cNvPr id="4168" name="잉크 4167">
                  <a:extLst>
                    <a:ext uri="{FF2B5EF4-FFF2-40B4-BE49-F238E27FC236}">
                      <a16:creationId xmlns:a16="http://schemas.microsoft.com/office/drawing/2014/main" id="{257686C5-6CDE-22EA-AED3-3621B821CE8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51953" y="6090870"/>
                  <a:ext cx="195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169" name="잉크 4168">
                  <a:extLst>
                    <a:ext uri="{FF2B5EF4-FFF2-40B4-BE49-F238E27FC236}">
                      <a16:creationId xmlns:a16="http://schemas.microsoft.com/office/drawing/2014/main" id="{44BA1D03-1F79-828C-363B-041AEC9401EE}"/>
                    </a:ext>
                  </a:extLst>
                </p14:cNvPr>
                <p14:cNvContentPartPr/>
                <p14:nvPr/>
              </p14:nvContentPartPr>
              <p14:xfrm>
                <a:off x="5454993" y="6223710"/>
                <a:ext cx="115560" cy="14040"/>
              </p14:xfrm>
            </p:contentPart>
          </mc:Choice>
          <mc:Fallback>
            <p:pic>
              <p:nvPicPr>
                <p:cNvPr id="4169" name="잉크 4168">
                  <a:extLst>
                    <a:ext uri="{FF2B5EF4-FFF2-40B4-BE49-F238E27FC236}">
                      <a16:creationId xmlns:a16="http://schemas.microsoft.com/office/drawing/2014/main" id="{44BA1D03-1F79-828C-363B-041AEC9401E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46353" y="6215070"/>
                  <a:ext cx="133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170" name="잉크 4169">
                  <a:extLst>
                    <a:ext uri="{FF2B5EF4-FFF2-40B4-BE49-F238E27FC236}">
                      <a16:creationId xmlns:a16="http://schemas.microsoft.com/office/drawing/2014/main" id="{224DC8E8-7531-4945-0F73-D4D637147B5C}"/>
                    </a:ext>
                  </a:extLst>
                </p14:cNvPr>
                <p14:cNvContentPartPr/>
                <p14:nvPr/>
              </p14:nvContentPartPr>
              <p14:xfrm>
                <a:off x="5615553" y="6089430"/>
                <a:ext cx="27720" cy="260280"/>
              </p14:xfrm>
            </p:contentPart>
          </mc:Choice>
          <mc:Fallback>
            <p:pic>
              <p:nvPicPr>
                <p:cNvPr id="4170" name="잉크 4169">
                  <a:extLst>
                    <a:ext uri="{FF2B5EF4-FFF2-40B4-BE49-F238E27FC236}">
                      <a16:creationId xmlns:a16="http://schemas.microsoft.com/office/drawing/2014/main" id="{224DC8E8-7531-4945-0F73-D4D637147B5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06913" y="6080790"/>
                  <a:ext cx="453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4171" name="잉크 4170">
                  <a:extLst>
                    <a:ext uri="{FF2B5EF4-FFF2-40B4-BE49-F238E27FC236}">
                      <a16:creationId xmlns:a16="http://schemas.microsoft.com/office/drawing/2014/main" id="{D060682A-37F1-27C2-DA71-800F99C9897D}"/>
                    </a:ext>
                  </a:extLst>
                </p14:cNvPr>
                <p14:cNvContentPartPr/>
                <p14:nvPr/>
              </p14:nvContentPartPr>
              <p14:xfrm>
                <a:off x="5601513" y="6071070"/>
                <a:ext cx="91800" cy="147960"/>
              </p14:xfrm>
            </p:contentPart>
          </mc:Choice>
          <mc:Fallback>
            <p:pic>
              <p:nvPicPr>
                <p:cNvPr id="4171" name="잉크 4170">
                  <a:extLst>
                    <a:ext uri="{FF2B5EF4-FFF2-40B4-BE49-F238E27FC236}">
                      <a16:creationId xmlns:a16="http://schemas.microsoft.com/office/drawing/2014/main" id="{D060682A-37F1-27C2-DA71-800F99C9897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592873" y="6062430"/>
                  <a:ext cx="109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4172" name="잉크 4171">
                  <a:extLst>
                    <a:ext uri="{FF2B5EF4-FFF2-40B4-BE49-F238E27FC236}">
                      <a16:creationId xmlns:a16="http://schemas.microsoft.com/office/drawing/2014/main" id="{A0189C2F-AC25-DA79-E271-A975E07806C6}"/>
                    </a:ext>
                  </a:extLst>
                </p14:cNvPr>
                <p14:cNvContentPartPr/>
                <p14:nvPr/>
              </p14:nvContentPartPr>
              <p14:xfrm>
                <a:off x="5726073" y="6117150"/>
                <a:ext cx="85680" cy="115200"/>
              </p14:xfrm>
            </p:contentPart>
          </mc:Choice>
          <mc:Fallback>
            <p:pic>
              <p:nvPicPr>
                <p:cNvPr id="4172" name="잉크 4171">
                  <a:extLst>
                    <a:ext uri="{FF2B5EF4-FFF2-40B4-BE49-F238E27FC236}">
                      <a16:creationId xmlns:a16="http://schemas.microsoft.com/office/drawing/2014/main" id="{A0189C2F-AC25-DA79-E271-A975E07806C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17073" y="6108150"/>
                  <a:ext cx="103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4173" name="잉크 4172">
                  <a:extLst>
                    <a:ext uri="{FF2B5EF4-FFF2-40B4-BE49-F238E27FC236}">
                      <a16:creationId xmlns:a16="http://schemas.microsoft.com/office/drawing/2014/main" id="{DFB00E70-B2C1-C7C5-F3ED-64DC88726D9B}"/>
                    </a:ext>
                  </a:extLst>
                </p14:cNvPr>
                <p14:cNvContentPartPr/>
                <p14:nvPr/>
              </p14:nvContentPartPr>
              <p14:xfrm>
                <a:off x="5808153" y="6062430"/>
                <a:ext cx="109440" cy="210600"/>
              </p14:xfrm>
            </p:contentPart>
          </mc:Choice>
          <mc:Fallback>
            <p:pic>
              <p:nvPicPr>
                <p:cNvPr id="4173" name="잉크 4172">
                  <a:extLst>
                    <a:ext uri="{FF2B5EF4-FFF2-40B4-BE49-F238E27FC236}">
                      <a16:creationId xmlns:a16="http://schemas.microsoft.com/office/drawing/2014/main" id="{DFB00E70-B2C1-C7C5-F3ED-64DC88726D9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99153" y="6053790"/>
                  <a:ext cx="127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4174" name="잉크 4173">
                  <a:extLst>
                    <a:ext uri="{FF2B5EF4-FFF2-40B4-BE49-F238E27FC236}">
                      <a16:creationId xmlns:a16="http://schemas.microsoft.com/office/drawing/2014/main" id="{B6413031-D996-1B47-A10B-3A453C383951}"/>
                    </a:ext>
                  </a:extLst>
                </p14:cNvPr>
                <p14:cNvContentPartPr/>
                <p14:nvPr/>
              </p14:nvContentPartPr>
              <p14:xfrm>
                <a:off x="5881953" y="6125070"/>
                <a:ext cx="176040" cy="27360"/>
              </p14:xfrm>
            </p:contentPart>
          </mc:Choice>
          <mc:Fallback>
            <p:pic>
              <p:nvPicPr>
                <p:cNvPr id="4174" name="잉크 4173">
                  <a:extLst>
                    <a:ext uri="{FF2B5EF4-FFF2-40B4-BE49-F238E27FC236}">
                      <a16:creationId xmlns:a16="http://schemas.microsoft.com/office/drawing/2014/main" id="{B6413031-D996-1B47-A10B-3A453C38395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73313" y="6116430"/>
                  <a:ext cx="193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4175" name="잉크 4174">
                  <a:extLst>
                    <a:ext uri="{FF2B5EF4-FFF2-40B4-BE49-F238E27FC236}">
                      <a16:creationId xmlns:a16="http://schemas.microsoft.com/office/drawing/2014/main" id="{9D06F911-3A8E-C271-2115-39C0D2B5148B}"/>
                    </a:ext>
                  </a:extLst>
                </p14:cNvPr>
                <p14:cNvContentPartPr/>
                <p14:nvPr/>
              </p14:nvContentPartPr>
              <p14:xfrm>
                <a:off x="5968353" y="6061710"/>
                <a:ext cx="145080" cy="199440"/>
              </p14:xfrm>
            </p:contentPart>
          </mc:Choice>
          <mc:Fallback>
            <p:pic>
              <p:nvPicPr>
                <p:cNvPr id="4175" name="잉크 4174">
                  <a:extLst>
                    <a:ext uri="{FF2B5EF4-FFF2-40B4-BE49-F238E27FC236}">
                      <a16:creationId xmlns:a16="http://schemas.microsoft.com/office/drawing/2014/main" id="{9D06F911-3A8E-C271-2115-39C0D2B5148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59713" y="6053070"/>
                  <a:ext cx="162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4177" name="잉크 4176">
                  <a:extLst>
                    <a:ext uri="{FF2B5EF4-FFF2-40B4-BE49-F238E27FC236}">
                      <a16:creationId xmlns:a16="http://schemas.microsoft.com/office/drawing/2014/main" id="{AC1D7061-11B6-9705-C936-C9CD154A96BB}"/>
                    </a:ext>
                  </a:extLst>
                </p14:cNvPr>
                <p14:cNvContentPartPr/>
                <p14:nvPr/>
              </p14:nvContentPartPr>
              <p14:xfrm>
                <a:off x="6170313" y="6050550"/>
                <a:ext cx="107640" cy="229320"/>
              </p14:xfrm>
            </p:contentPart>
          </mc:Choice>
          <mc:Fallback>
            <p:pic>
              <p:nvPicPr>
                <p:cNvPr id="4177" name="잉크 4176">
                  <a:extLst>
                    <a:ext uri="{FF2B5EF4-FFF2-40B4-BE49-F238E27FC236}">
                      <a16:creationId xmlns:a16="http://schemas.microsoft.com/office/drawing/2014/main" id="{AC1D7061-11B6-9705-C936-C9CD154A96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161313" y="6041550"/>
                  <a:ext cx="125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4178" name="잉크 4177">
                  <a:extLst>
                    <a:ext uri="{FF2B5EF4-FFF2-40B4-BE49-F238E27FC236}">
                      <a16:creationId xmlns:a16="http://schemas.microsoft.com/office/drawing/2014/main" id="{BF92CD78-48B6-FFF5-E7B0-83609E879174}"/>
                    </a:ext>
                  </a:extLst>
                </p14:cNvPr>
                <p14:cNvContentPartPr/>
                <p14:nvPr/>
              </p14:nvContentPartPr>
              <p14:xfrm>
                <a:off x="6375513" y="6021750"/>
                <a:ext cx="62640" cy="235800"/>
              </p14:xfrm>
            </p:contentPart>
          </mc:Choice>
          <mc:Fallback>
            <p:pic>
              <p:nvPicPr>
                <p:cNvPr id="4178" name="잉크 4177">
                  <a:extLst>
                    <a:ext uri="{FF2B5EF4-FFF2-40B4-BE49-F238E27FC236}">
                      <a16:creationId xmlns:a16="http://schemas.microsoft.com/office/drawing/2014/main" id="{BF92CD78-48B6-FFF5-E7B0-83609E87917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366513" y="6013110"/>
                  <a:ext cx="802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4181" name="잉크 4180">
                <a:extLst>
                  <a:ext uri="{FF2B5EF4-FFF2-40B4-BE49-F238E27FC236}">
                    <a16:creationId xmlns:a16="http://schemas.microsoft.com/office/drawing/2014/main" id="{84F9A08E-E225-E16F-1CBA-040E0A5337C9}"/>
                  </a:ext>
                </a:extLst>
              </p14:cNvPr>
              <p14:cNvContentPartPr/>
              <p14:nvPr/>
            </p14:nvContentPartPr>
            <p14:xfrm>
              <a:off x="2784873" y="5311830"/>
              <a:ext cx="191160" cy="243720"/>
            </p14:xfrm>
          </p:contentPart>
        </mc:Choice>
        <mc:Fallback>
          <p:pic>
            <p:nvPicPr>
              <p:cNvPr id="4181" name="잉크 4180">
                <a:extLst>
                  <a:ext uri="{FF2B5EF4-FFF2-40B4-BE49-F238E27FC236}">
                    <a16:creationId xmlns:a16="http://schemas.microsoft.com/office/drawing/2014/main" id="{84F9A08E-E225-E16F-1CBA-040E0A5337C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776233" y="5303190"/>
                <a:ext cx="208800" cy="2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5843431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3600" dirty="0">
                <a:latin typeface="맑은 고딕" panose="020B0503020000020004" pitchFamily="50" charset="-127"/>
              </a:rPr>
              <a:t>실습 과제 </a:t>
            </a:r>
            <a:r>
              <a:rPr lang="en-US" altLang="ko-KR" sz="3600" dirty="0">
                <a:latin typeface="맑은 고딕" panose="020B0503020000020004" pitchFamily="50" charset="-127"/>
              </a:rPr>
              <a:t>(1)</a:t>
            </a:r>
            <a:endParaRPr lang="ko-KR" altLang="en-US" sz="3600" dirty="0">
              <a:latin typeface="맑은 고딕" panose="020B0503020000020004" pitchFamily="50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530224" y="1255713"/>
            <a:ext cx="8218239" cy="50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 dirty="0">
                <a:ea typeface="굴림" charset="-127"/>
              </a:rPr>
              <a:t> 2</a:t>
            </a:r>
            <a:r>
              <a:rPr lang="ko-KR" altLang="en-US" dirty="0">
                <a:ea typeface="굴림" charset="-127"/>
              </a:rPr>
              <a:t>번 프로그램의 동작 결과 이미지를 </a:t>
            </a:r>
            <a:r>
              <a:rPr lang="ko-KR" altLang="en-US" dirty="0" err="1">
                <a:ea typeface="굴림" charset="-127"/>
              </a:rPr>
              <a:t>캡쳐해서</a:t>
            </a:r>
            <a:r>
              <a:rPr lang="ko-KR" altLang="en-US" dirty="0">
                <a:ea typeface="굴림" charset="-127"/>
              </a:rPr>
              <a:t> 제출하고</a:t>
            </a:r>
            <a:r>
              <a:rPr lang="en-US" altLang="ko-KR" dirty="0">
                <a:ea typeface="굴림" charset="-127"/>
              </a:rPr>
              <a:t>, 1</a:t>
            </a:r>
            <a:r>
              <a:rPr lang="ko-KR" altLang="en-US" dirty="0">
                <a:ea typeface="굴림" charset="-127"/>
              </a:rPr>
              <a:t>번 프로그램과 </a:t>
            </a:r>
            <a:r>
              <a:rPr lang="en-US" altLang="ko-KR" dirty="0">
                <a:ea typeface="굴림" charset="-127"/>
              </a:rPr>
              <a:t>2</a:t>
            </a:r>
            <a:r>
              <a:rPr lang="ko-KR" altLang="en-US" dirty="0">
                <a:ea typeface="굴림" charset="-127"/>
              </a:rPr>
              <a:t>번 프로그램의 동작 과정 차이점에 대해서 설명하시오</a:t>
            </a:r>
            <a:r>
              <a:rPr lang="en-US" altLang="ko-KR" dirty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r>
              <a:rPr lang="en-US" altLang="ko-KR" dirty="0">
                <a:ea typeface="굴림" charset="-127"/>
              </a:rPr>
              <a:t> 2</a:t>
            </a:r>
            <a:r>
              <a:rPr lang="ko-KR" altLang="en-US" dirty="0">
                <a:ea typeface="굴림" charset="-127"/>
              </a:rPr>
              <a:t>번 프로그램에서 </a:t>
            </a:r>
            <a:r>
              <a:rPr lang="ko-KR" altLang="en-US" dirty="0" err="1">
                <a:ea typeface="굴림" charset="-127"/>
              </a:rPr>
              <a:t>세마포</a:t>
            </a:r>
            <a:r>
              <a:rPr lang="ko-KR" altLang="en-US" dirty="0">
                <a:ea typeface="굴림" charset="-127"/>
              </a:rPr>
              <a:t> </a:t>
            </a:r>
            <a:r>
              <a:rPr lang="en-US" altLang="ko-KR" dirty="0" err="1">
                <a:ea typeface="굴림" charset="-127"/>
              </a:rPr>
              <a:t>mutex</a:t>
            </a:r>
            <a:r>
              <a:rPr lang="ko-KR" altLang="en-US" dirty="0">
                <a:ea typeface="굴림" charset="-127"/>
              </a:rPr>
              <a:t>의 초기 값을 </a:t>
            </a:r>
            <a:r>
              <a:rPr lang="en-US" altLang="ko-KR" dirty="0">
                <a:ea typeface="굴림" charset="-127"/>
              </a:rPr>
              <a:t>0</a:t>
            </a:r>
            <a:r>
              <a:rPr lang="ko-KR" altLang="en-US" dirty="0">
                <a:ea typeface="굴림" charset="-127"/>
              </a:rPr>
              <a:t>으로 수정하여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>
                <a:ea typeface="굴림" charset="-127"/>
              </a:rPr>
              <a:t>프로그램을 실행해보고 실행 결과를 확인한다</a:t>
            </a:r>
            <a:r>
              <a:rPr lang="en-US" altLang="ko-KR" dirty="0">
                <a:ea typeface="굴림" charset="-127"/>
              </a:rPr>
              <a:t>. </a:t>
            </a:r>
            <a:r>
              <a:rPr lang="ko-KR" altLang="en-US" dirty="0">
                <a:ea typeface="굴림" charset="-127"/>
              </a:rPr>
              <a:t>실행 결과에 대해서 설명한다</a:t>
            </a:r>
            <a:r>
              <a:rPr lang="en-US" altLang="ko-KR" dirty="0">
                <a:ea typeface="굴림" charset="-127"/>
              </a:rPr>
              <a:t>.</a:t>
            </a:r>
          </a:p>
          <a:p>
            <a:pPr marL="0" indent="0">
              <a:buNone/>
            </a:pPr>
            <a:r>
              <a:rPr lang="en-US" altLang="ko-KR" dirty="0">
                <a:ea typeface="굴림" charset="-127"/>
              </a:rPr>
              <a:t>   (</a:t>
            </a:r>
            <a:r>
              <a:rPr lang="ko-KR" altLang="en-US" dirty="0">
                <a:ea typeface="굴림" charset="-127"/>
              </a:rPr>
              <a:t>참고</a:t>
            </a:r>
            <a:r>
              <a:rPr lang="en-US" altLang="ko-KR" dirty="0">
                <a:ea typeface="굴림" charset="-127"/>
              </a:rPr>
              <a:t>: </a:t>
            </a:r>
            <a:r>
              <a:rPr lang="ko-KR" altLang="en-US" dirty="0">
                <a:ea typeface="굴림" charset="-127"/>
              </a:rPr>
              <a:t>정지된 프로그램 강제 종료는 </a:t>
            </a:r>
            <a:r>
              <a:rPr lang="en-US" altLang="ko-KR" dirty="0">
                <a:ea typeface="굴림" charset="-127"/>
              </a:rPr>
              <a:t>“control + c”)</a:t>
            </a:r>
          </a:p>
          <a:p>
            <a:pPr marL="0" indent="0">
              <a:buNone/>
            </a:pPr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9C5A9D5-2715-5785-A2E7-2DA29CCC13B3}"/>
              </a:ext>
            </a:extLst>
          </p:cNvPr>
          <p:cNvGrpSpPr/>
          <p:nvPr/>
        </p:nvGrpSpPr>
        <p:grpSpPr>
          <a:xfrm>
            <a:off x="823233" y="2095950"/>
            <a:ext cx="663480" cy="281160"/>
            <a:chOff x="823233" y="2095950"/>
            <a:chExt cx="66348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3AE7E333-E380-4083-55AE-F7E278D30409}"/>
                    </a:ext>
                  </a:extLst>
                </p14:cNvPr>
                <p14:cNvContentPartPr/>
                <p14:nvPr/>
              </p14:nvContentPartPr>
              <p14:xfrm>
                <a:off x="823233" y="2095950"/>
                <a:ext cx="78120" cy="1371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3AE7E333-E380-4083-55AE-F7E278D304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4233" y="2087310"/>
                  <a:ext cx="95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22AE9093-B2AF-DA77-9632-E7B4F2749BF1}"/>
                    </a:ext>
                  </a:extLst>
                </p14:cNvPr>
                <p14:cNvContentPartPr/>
                <p14:nvPr/>
              </p14:nvContentPartPr>
              <p14:xfrm>
                <a:off x="907113" y="2101710"/>
                <a:ext cx="78480" cy="1508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22AE9093-B2AF-DA77-9632-E7B4F2749B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8473" y="2092710"/>
                  <a:ext cx="96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0687D250-D9A5-056F-ADD5-F615AA0C4DDC}"/>
                    </a:ext>
                  </a:extLst>
                </p14:cNvPr>
                <p14:cNvContentPartPr/>
                <p14:nvPr/>
              </p14:nvContentPartPr>
              <p14:xfrm>
                <a:off x="903873" y="2229510"/>
                <a:ext cx="99000" cy="540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0687D250-D9A5-056F-ADD5-F615AA0C4D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94873" y="2220510"/>
                  <a:ext cx="116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213DC3E-4617-B99E-30AE-F7E98C919204}"/>
                    </a:ext>
                  </a:extLst>
                </p14:cNvPr>
                <p14:cNvContentPartPr/>
                <p14:nvPr/>
              </p14:nvContentPartPr>
              <p14:xfrm>
                <a:off x="935553" y="2301150"/>
                <a:ext cx="56520" cy="662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213DC3E-4617-B99E-30AE-F7E98C9192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913" y="2292150"/>
                  <a:ext cx="74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E798A52-5812-314C-453E-D5FD8AFD2D5D}"/>
                    </a:ext>
                  </a:extLst>
                </p14:cNvPr>
                <p14:cNvContentPartPr/>
                <p14:nvPr/>
              </p14:nvContentPartPr>
              <p14:xfrm>
                <a:off x="1028433" y="2145270"/>
                <a:ext cx="70200" cy="70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E798A52-5812-314C-453E-D5FD8AFD2D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9793" y="2136630"/>
                  <a:ext cx="878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38435B2-B9D3-097E-8C47-892C3A712DF2}"/>
                    </a:ext>
                  </a:extLst>
                </p14:cNvPr>
                <p14:cNvContentPartPr/>
                <p14:nvPr/>
              </p14:nvContentPartPr>
              <p14:xfrm>
                <a:off x="1149033" y="2106030"/>
                <a:ext cx="59760" cy="824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38435B2-B9D3-097E-8C47-892C3A712D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0033" y="2097030"/>
                  <a:ext cx="77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8705BB1-C29C-E235-D17A-2F1705174E25}"/>
                    </a:ext>
                  </a:extLst>
                </p14:cNvPr>
                <p14:cNvContentPartPr/>
                <p14:nvPr/>
              </p14:nvContentPartPr>
              <p14:xfrm>
                <a:off x="1109433" y="2226990"/>
                <a:ext cx="87480" cy="1501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8705BB1-C29C-E235-D17A-2F1705174E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0793" y="2218350"/>
                  <a:ext cx="1051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E5DD752-AA02-038D-3A6D-F064A1C8122D}"/>
                    </a:ext>
                  </a:extLst>
                </p14:cNvPr>
                <p14:cNvContentPartPr/>
                <p14:nvPr/>
              </p14:nvContentPartPr>
              <p14:xfrm>
                <a:off x="1127793" y="2283150"/>
                <a:ext cx="64440" cy="349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E5DD752-AA02-038D-3A6D-F064A1C8122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19153" y="2274150"/>
                  <a:ext cx="82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4536939-409B-51B7-842F-6CCCFF8D1F9D}"/>
                    </a:ext>
                  </a:extLst>
                </p14:cNvPr>
                <p14:cNvContentPartPr/>
                <p14:nvPr/>
              </p14:nvContentPartPr>
              <p14:xfrm>
                <a:off x="1220673" y="2178750"/>
                <a:ext cx="116280" cy="1119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4536939-409B-51B7-842F-6CCCFF8D1F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12033" y="2170110"/>
                  <a:ext cx="1339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59D4CF5-2FCF-3C46-F297-659EDB5443B3}"/>
                    </a:ext>
                  </a:extLst>
                </p14:cNvPr>
                <p14:cNvContentPartPr/>
                <p14:nvPr/>
              </p14:nvContentPartPr>
              <p14:xfrm>
                <a:off x="1356393" y="2160030"/>
                <a:ext cx="80640" cy="1911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59D4CF5-2FCF-3C46-F297-659EDB5443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47753" y="2151030"/>
                  <a:ext cx="98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2F784544-0463-BD8C-3185-9A7FEA8BE619}"/>
                    </a:ext>
                  </a:extLst>
                </p14:cNvPr>
                <p14:cNvContentPartPr/>
                <p14:nvPr/>
              </p14:nvContentPartPr>
              <p14:xfrm>
                <a:off x="1476993" y="2309790"/>
                <a:ext cx="9720" cy="140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2F784544-0463-BD8C-3185-9A7FEA8BE61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68353" y="2300790"/>
                  <a:ext cx="273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CB66921-8DA1-C393-1C3E-9819A465138A}"/>
              </a:ext>
            </a:extLst>
          </p:cNvPr>
          <p:cNvGrpSpPr/>
          <p:nvPr/>
        </p:nvGrpSpPr>
        <p:grpSpPr>
          <a:xfrm>
            <a:off x="738273" y="4317870"/>
            <a:ext cx="1027440" cy="339120"/>
            <a:chOff x="738273" y="4317870"/>
            <a:chExt cx="1027440" cy="33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5076636-5AD9-5403-5E2E-AB34578A9E89}"/>
                    </a:ext>
                  </a:extLst>
                </p14:cNvPr>
                <p14:cNvContentPartPr/>
                <p14:nvPr/>
              </p14:nvContentPartPr>
              <p14:xfrm>
                <a:off x="742593" y="4319310"/>
                <a:ext cx="105840" cy="157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5076636-5AD9-5403-5E2E-AB34578A9E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593" y="4310670"/>
                  <a:ext cx="1234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0DEE183-ABF8-CAEA-01CF-1DAC0D9702A1}"/>
                    </a:ext>
                  </a:extLst>
                </p14:cNvPr>
                <p14:cNvContentPartPr/>
                <p14:nvPr/>
              </p14:nvContentPartPr>
              <p14:xfrm>
                <a:off x="762033" y="4449630"/>
                <a:ext cx="12600" cy="120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0DEE183-ABF8-CAEA-01CF-1DAC0D9702A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3393" y="4440630"/>
                  <a:ext cx="30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A2D953B-BC8E-9E2A-AC32-13908433C52A}"/>
                    </a:ext>
                  </a:extLst>
                </p14:cNvPr>
                <p14:cNvContentPartPr/>
                <p14:nvPr/>
              </p14:nvContentPartPr>
              <p14:xfrm>
                <a:off x="809553" y="4430910"/>
                <a:ext cx="6840" cy="1357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A2D953B-BC8E-9E2A-AC32-13908433C5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00913" y="4421910"/>
                  <a:ext cx="24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BF954AE-5F14-E889-F241-89A1B7BA6809}"/>
                    </a:ext>
                  </a:extLst>
                </p14:cNvPr>
                <p14:cNvContentPartPr/>
                <p14:nvPr/>
              </p14:nvContentPartPr>
              <p14:xfrm>
                <a:off x="738273" y="4534950"/>
                <a:ext cx="154080" cy="428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BF954AE-5F14-E889-F241-89A1B7BA68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9633" y="4526310"/>
                  <a:ext cx="171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E7EE375-6631-7D31-330B-02C6E97CA919}"/>
                    </a:ext>
                  </a:extLst>
                </p14:cNvPr>
                <p14:cNvContentPartPr/>
                <p14:nvPr/>
              </p14:nvContentPartPr>
              <p14:xfrm>
                <a:off x="957873" y="4317870"/>
                <a:ext cx="9360" cy="133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E7EE375-6631-7D31-330B-02C6E97CA91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8873" y="4308870"/>
                  <a:ext cx="27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0526F25-E58B-E3C6-4DB2-DEAA9D60929B}"/>
                    </a:ext>
                  </a:extLst>
                </p14:cNvPr>
                <p14:cNvContentPartPr/>
                <p14:nvPr/>
              </p14:nvContentPartPr>
              <p14:xfrm>
                <a:off x="921153" y="4372590"/>
                <a:ext cx="175680" cy="177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0526F25-E58B-E3C6-4DB2-DEAA9D6092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2153" y="4363590"/>
                  <a:ext cx="193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3DB18E1-00AB-DC4B-E76C-E785240D8112}"/>
                    </a:ext>
                  </a:extLst>
                </p14:cNvPr>
                <p14:cNvContentPartPr/>
                <p14:nvPr/>
              </p14:nvContentPartPr>
              <p14:xfrm>
                <a:off x="1100433" y="4388430"/>
                <a:ext cx="82800" cy="1713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3DB18E1-00AB-DC4B-E76C-E785240D811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1433" y="4379430"/>
                  <a:ext cx="100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199ED58-485A-20CC-A8B4-6DE4F70BBB66}"/>
                    </a:ext>
                  </a:extLst>
                </p14:cNvPr>
                <p14:cNvContentPartPr/>
                <p14:nvPr/>
              </p14:nvContentPartPr>
              <p14:xfrm>
                <a:off x="1244433" y="4356390"/>
                <a:ext cx="41400" cy="188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199ED58-485A-20CC-A8B4-6DE4F70BBB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235793" y="4347390"/>
                  <a:ext cx="59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A64DE73-9F57-B1D2-DD13-3E6BBDFC05EF}"/>
                    </a:ext>
                  </a:extLst>
                </p14:cNvPr>
                <p14:cNvContentPartPr/>
                <p14:nvPr/>
              </p14:nvContentPartPr>
              <p14:xfrm>
                <a:off x="1255233" y="4433070"/>
                <a:ext cx="81720" cy="399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A64DE73-9F57-B1D2-DD13-3E6BBDFC05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46593" y="4424070"/>
                  <a:ext cx="99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0FDD2DB-6A0C-357A-0315-F8042ED736A8}"/>
                    </a:ext>
                  </a:extLst>
                </p14:cNvPr>
                <p14:cNvContentPartPr/>
                <p14:nvPr/>
              </p14:nvContentPartPr>
              <p14:xfrm>
                <a:off x="1362153" y="4390590"/>
                <a:ext cx="62280" cy="1173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0FDD2DB-6A0C-357A-0315-F8042ED736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53153" y="4381590"/>
                  <a:ext cx="79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15F5D37-FC55-F477-E197-FC65249C2B6E}"/>
                    </a:ext>
                  </a:extLst>
                </p14:cNvPr>
                <p14:cNvContentPartPr/>
                <p14:nvPr/>
              </p14:nvContentPartPr>
              <p14:xfrm>
                <a:off x="1346313" y="4534230"/>
                <a:ext cx="91080" cy="871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15F5D37-FC55-F477-E197-FC65249C2B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37313" y="4525590"/>
                  <a:ext cx="108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DC6D803-ED20-AE5D-6FD4-E9816385D31A}"/>
                    </a:ext>
                  </a:extLst>
                </p14:cNvPr>
                <p14:cNvContentPartPr/>
                <p14:nvPr/>
              </p14:nvContentPartPr>
              <p14:xfrm>
                <a:off x="1480593" y="4377990"/>
                <a:ext cx="142920" cy="182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DC6D803-ED20-AE5D-6FD4-E9816385D31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71593" y="4369350"/>
                  <a:ext cx="160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28B0CAC5-B572-5DCA-7FFB-394848E909A2}"/>
                    </a:ext>
                  </a:extLst>
                </p14:cNvPr>
                <p14:cNvContentPartPr/>
                <p14:nvPr/>
              </p14:nvContentPartPr>
              <p14:xfrm>
                <a:off x="1510113" y="4439550"/>
                <a:ext cx="113400" cy="385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28B0CAC5-B572-5DCA-7FFB-394848E909A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01473" y="4430550"/>
                  <a:ext cx="131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58EDDA7-BA46-9476-8312-2B567DC49754}"/>
                    </a:ext>
                  </a:extLst>
                </p14:cNvPr>
                <p14:cNvContentPartPr/>
                <p14:nvPr/>
              </p14:nvContentPartPr>
              <p14:xfrm>
                <a:off x="1656633" y="4366830"/>
                <a:ext cx="109080" cy="1699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58EDDA7-BA46-9476-8312-2B567DC497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47633" y="4357830"/>
                  <a:ext cx="126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303EDD2-2C3D-E1E3-EC15-0CF0750EDDB5}"/>
                    </a:ext>
                  </a:extLst>
                </p14:cNvPr>
                <p14:cNvContentPartPr/>
                <p14:nvPr/>
              </p14:nvContentPartPr>
              <p14:xfrm>
                <a:off x="1012953" y="4548270"/>
                <a:ext cx="108720" cy="1087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303EDD2-2C3D-E1E3-EC15-0CF0750EDD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4313" y="4539270"/>
                  <a:ext cx="12636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89" name="그룹 7188">
            <a:extLst>
              <a:ext uri="{FF2B5EF4-FFF2-40B4-BE49-F238E27FC236}">
                <a16:creationId xmlns:a16="http://schemas.microsoft.com/office/drawing/2014/main" id="{3B3E0D67-9C16-BA25-D40A-C0EBADAECD7C}"/>
              </a:ext>
            </a:extLst>
          </p:cNvPr>
          <p:cNvGrpSpPr/>
          <p:nvPr/>
        </p:nvGrpSpPr>
        <p:grpSpPr>
          <a:xfrm>
            <a:off x="2007993" y="4304910"/>
            <a:ext cx="874440" cy="352080"/>
            <a:chOff x="2007993" y="4304910"/>
            <a:chExt cx="87444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556E128-823B-D820-A726-594C91C194BB}"/>
                    </a:ext>
                  </a:extLst>
                </p14:cNvPr>
                <p14:cNvContentPartPr/>
                <p14:nvPr/>
              </p14:nvContentPartPr>
              <p14:xfrm>
                <a:off x="2007993" y="4318590"/>
                <a:ext cx="24840" cy="1436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556E128-823B-D820-A726-594C91C194B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98993" y="4309590"/>
                  <a:ext cx="42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EB12F9AB-4DA2-0DFD-295C-2DDCA591DD03}"/>
                    </a:ext>
                  </a:extLst>
                </p14:cNvPr>
                <p14:cNvContentPartPr/>
                <p14:nvPr/>
              </p14:nvContentPartPr>
              <p14:xfrm>
                <a:off x="2050833" y="4304910"/>
                <a:ext cx="61200" cy="1684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EB12F9AB-4DA2-0DFD-295C-2DDCA591DD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42193" y="4295910"/>
                  <a:ext cx="78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168" name="잉크 7167">
                  <a:extLst>
                    <a:ext uri="{FF2B5EF4-FFF2-40B4-BE49-F238E27FC236}">
                      <a16:creationId xmlns:a16="http://schemas.microsoft.com/office/drawing/2014/main" id="{B96B3046-CB65-4162-3CAD-38D2AA2AD455}"/>
                    </a:ext>
                  </a:extLst>
                </p14:cNvPr>
                <p14:cNvContentPartPr/>
                <p14:nvPr/>
              </p14:nvContentPartPr>
              <p14:xfrm>
                <a:off x="2181873" y="4326510"/>
                <a:ext cx="56520" cy="125640"/>
              </p14:xfrm>
            </p:contentPart>
          </mc:Choice>
          <mc:Fallback>
            <p:pic>
              <p:nvPicPr>
                <p:cNvPr id="7168" name="잉크 7167">
                  <a:extLst>
                    <a:ext uri="{FF2B5EF4-FFF2-40B4-BE49-F238E27FC236}">
                      <a16:creationId xmlns:a16="http://schemas.microsoft.com/office/drawing/2014/main" id="{B96B3046-CB65-4162-3CAD-38D2AA2AD4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73233" y="4317510"/>
                  <a:ext cx="74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69" name="잉크 7168">
                  <a:extLst>
                    <a:ext uri="{FF2B5EF4-FFF2-40B4-BE49-F238E27FC236}">
                      <a16:creationId xmlns:a16="http://schemas.microsoft.com/office/drawing/2014/main" id="{6BBDED39-AF52-33C4-86F9-B6316396C0E8}"/>
                    </a:ext>
                  </a:extLst>
                </p14:cNvPr>
                <p14:cNvContentPartPr/>
                <p14:nvPr/>
              </p14:nvContentPartPr>
              <p14:xfrm>
                <a:off x="2097993" y="4471590"/>
                <a:ext cx="185400" cy="132480"/>
              </p14:xfrm>
            </p:contentPart>
          </mc:Choice>
          <mc:Fallback>
            <p:pic>
              <p:nvPicPr>
                <p:cNvPr id="7169" name="잉크 7168">
                  <a:extLst>
                    <a:ext uri="{FF2B5EF4-FFF2-40B4-BE49-F238E27FC236}">
                      <a16:creationId xmlns:a16="http://schemas.microsoft.com/office/drawing/2014/main" id="{6BBDED39-AF52-33C4-86F9-B6316396C0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88993" y="4462590"/>
                  <a:ext cx="203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171" name="잉크 7170">
                  <a:extLst>
                    <a:ext uri="{FF2B5EF4-FFF2-40B4-BE49-F238E27FC236}">
                      <a16:creationId xmlns:a16="http://schemas.microsoft.com/office/drawing/2014/main" id="{06C8C942-A030-4555-0AE0-C6CBE2908316}"/>
                    </a:ext>
                  </a:extLst>
                </p14:cNvPr>
                <p14:cNvContentPartPr/>
                <p14:nvPr/>
              </p14:nvContentPartPr>
              <p14:xfrm>
                <a:off x="2279793" y="4357470"/>
                <a:ext cx="39240" cy="160200"/>
              </p14:xfrm>
            </p:contentPart>
          </mc:Choice>
          <mc:Fallback>
            <p:pic>
              <p:nvPicPr>
                <p:cNvPr id="7171" name="잉크 7170">
                  <a:extLst>
                    <a:ext uri="{FF2B5EF4-FFF2-40B4-BE49-F238E27FC236}">
                      <a16:creationId xmlns:a16="http://schemas.microsoft.com/office/drawing/2014/main" id="{06C8C942-A030-4555-0AE0-C6CBE29083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71153" y="4348470"/>
                  <a:ext cx="56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173" name="잉크 7172">
                  <a:extLst>
                    <a:ext uri="{FF2B5EF4-FFF2-40B4-BE49-F238E27FC236}">
                      <a16:creationId xmlns:a16="http://schemas.microsoft.com/office/drawing/2014/main" id="{221EE7F0-DD92-EA09-C829-177B100E5C7B}"/>
                    </a:ext>
                  </a:extLst>
                </p14:cNvPr>
                <p14:cNvContentPartPr/>
                <p14:nvPr/>
              </p14:nvContentPartPr>
              <p14:xfrm>
                <a:off x="2291673" y="4414350"/>
                <a:ext cx="84960" cy="53640"/>
              </p14:xfrm>
            </p:contentPart>
          </mc:Choice>
          <mc:Fallback>
            <p:pic>
              <p:nvPicPr>
                <p:cNvPr id="7173" name="잉크 7172">
                  <a:extLst>
                    <a:ext uri="{FF2B5EF4-FFF2-40B4-BE49-F238E27FC236}">
                      <a16:creationId xmlns:a16="http://schemas.microsoft.com/office/drawing/2014/main" id="{221EE7F0-DD92-EA09-C829-177B100E5C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83033" y="4405710"/>
                  <a:ext cx="102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174" name="잉크 7173">
                  <a:extLst>
                    <a:ext uri="{FF2B5EF4-FFF2-40B4-BE49-F238E27FC236}">
                      <a16:creationId xmlns:a16="http://schemas.microsoft.com/office/drawing/2014/main" id="{EFD035C4-433D-DB85-A243-9B9535A52767}"/>
                    </a:ext>
                  </a:extLst>
                </p14:cNvPr>
                <p14:cNvContentPartPr/>
                <p14:nvPr/>
              </p14:nvContentPartPr>
              <p14:xfrm>
                <a:off x="2379873" y="4371150"/>
                <a:ext cx="86400" cy="133920"/>
              </p14:xfrm>
            </p:contentPart>
          </mc:Choice>
          <mc:Fallback>
            <p:pic>
              <p:nvPicPr>
                <p:cNvPr id="7174" name="잉크 7173">
                  <a:extLst>
                    <a:ext uri="{FF2B5EF4-FFF2-40B4-BE49-F238E27FC236}">
                      <a16:creationId xmlns:a16="http://schemas.microsoft.com/office/drawing/2014/main" id="{EFD035C4-433D-DB85-A243-9B9535A5276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70873" y="4362150"/>
                  <a:ext cx="1040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75" name="잉크 7174">
                  <a:extLst>
                    <a:ext uri="{FF2B5EF4-FFF2-40B4-BE49-F238E27FC236}">
                      <a16:creationId xmlns:a16="http://schemas.microsoft.com/office/drawing/2014/main" id="{4BE08FCF-32AB-CFC9-5306-1B120771A94C}"/>
                    </a:ext>
                  </a:extLst>
                </p14:cNvPr>
                <p14:cNvContentPartPr/>
                <p14:nvPr/>
              </p14:nvContentPartPr>
              <p14:xfrm>
                <a:off x="2367633" y="4577070"/>
                <a:ext cx="107640" cy="79920"/>
              </p14:xfrm>
            </p:contentPart>
          </mc:Choice>
          <mc:Fallback>
            <p:pic>
              <p:nvPicPr>
                <p:cNvPr id="7175" name="잉크 7174">
                  <a:extLst>
                    <a:ext uri="{FF2B5EF4-FFF2-40B4-BE49-F238E27FC236}">
                      <a16:creationId xmlns:a16="http://schemas.microsoft.com/office/drawing/2014/main" id="{4BE08FCF-32AB-CFC9-5306-1B120771A9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58633" y="4568070"/>
                  <a:ext cx="125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76" name="잉크 7175">
                  <a:extLst>
                    <a:ext uri="{FF2B5EF4-FFF2-40B4-BE49-F238E27FC236}">
                      <a16:creationId xmlns:a16="http://schemas.microsoft.com/office/drawing/2014/main" id="{7219F158-3507-FA34-457C-BF9C26E52B84}"/>
                    </a:ext>
                  </a:extLst>
                </p14:cNvPr>
                <p14:cNvContentPartPr/>
                <p14:nvPr/>
              </p14:nvContentPartPr>
              <p14:xfrm>
                <a:off x="2583273" y="4408590"/>
                <a:ext cx="299160" cy="182160"/>
              </p14:xfrm>
            </p:contentPart>
          </mc:Choice>
          <mc:Fallback>
            <p:pic>
              <p:nvPicPr>
                <p:cNvPr id="7176" name="잉크 7175">
                  <a:extLst>
                    <a:ext uri="{FF2B5EF4-FFF2-40B4-BE49-F238E27FC236}">
                      <a16:creationId xmlns:a16="http://schemas.microsoft.com/office/drawing/2014/main" id="{7219F158-3507-FA34-457C-BF9C26E52B8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74633" y="4399590"/>
                  <a:ext cx="31680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88" name="그룹 7187">
            <a:extLst>
              <a:ext uri="{FF2B5EF4-FFF2-40B4-BE49-F238E27FC236}">
                <a16:creationId xmlns:a16="http://schemas.microsoft.com/office/drawing/2014/main" id="{B32EA5FF-6C57-8C38-B18C-FE8E381AFD5C}"/>
              </a:ext>
            </a:extLst>
          </p:cNvPr>
          <p:cNvGrpSpPr/>
          <p:nvPr/>
        </p:nvGrpSpPr>
        <p:grpSpPr>
          <a:xfrm>
            <a:off x="3061713" y="4345230"/>
            <a:ext cx="899280" cy="388800"/>
            <a:chOff x="3061713" y="4345230"/>
            <a:chExt cx="89928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177" name="잉크 7176">
                  <a:extLst>
                    <a:ext uri="{FF2B5EF4-FFF2-40B4-BE49-F238E27FC236}">
                      <a16:creationId xmlns:a16="http://schemas.microsoft.com/office/drawing/2014/main" id="{63FD57D5-D0A2-1883-5C89-722ABA0F735E}"/>
                    </a:ext>
                  </a:extLst>
                </p14:cNvPr>
                <p14:cNvContentPartPr/>
                <p14:nvPr/>
              </p14:nvContentPartPr>
              <p14:xfrm>
                <a:off x="3061713" y="4411830"/>
                <a:ext cx="114480" cy="114480"/>
              </p14:xfrm>
            </p:contentPart>
          </mc:Choice>
          <mc:Fallback>
            <p:pic>
              <p:nvPicPr>
                <p:cNvPr id="7177" name="잉크 7176">
                  <a:extLst>
                    <a:ext uri="{FF2B5EF4-FFF2-40B4-BE49-F238E27FC236}">
                      <a16:creationId xmlns:a16="http://schemas.microsoft.com/office/drawing/2014/main" id="{63FD57D5-D0A2-1883-5C89-722ABA0F73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53073" y="4402830"/>
                  <a:ext cx="132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178" name="잉크 7177">
                  <a:extLst>
                    <a:ext uri="{FF2B5EF4-FFF2-40B4-BE49-F238E27FC236}">
                      <a16:creationId xmlns:a16="http://schemas.microsoft.com/office/drawing/2014/main" id="{4C4C5A44-A12D-E8DC-0586-A47C6D6E672B}"/>
                    </a:ext>
                  </a:extLst>
                </p14:cNvPr>
                <p14:cNvContentPartPr/>
                <p14:nvPr/>
              </p14:nvContentPartPr>
              <p14:xfrm>
                <a:off x="3221193" y="4345230"/>
                <a:ext cx="99000" cy="199800"/>
              </p14:xfrm>
            </p:contentPart>
          </mc:Choice>
          <mc:Fallback>
            <p:pic>
              <p:nvPicPr>
                <p:cNvPr id="7178" name="잉크 7177">
                  <a:extLst>
                    <a:ext uri="{FF2B5EF4-FFF2-40B4-BE49-F238E27FC236}">
                      <a16:creationId xmlns:a16="http://schemas.microsoft.com/office/drawing/2014/main" id="{4C4C5A44-A12D-E8DC-0586-A47C6D6E67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12553" y="4336230"/>
                  <a:ext cx="1166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179" name="잉크 7178">
                  <a:extLst>
                    <a:ext uri="{FF2B5EF4-FFF2-40B4-BE49-F238E27FC236}">
                      <a16:creationId xmlns:a16="http://schemas.microsoft.com/office/drawing/2014/main" id="{B3EAD0C7-CAD9-95B9-07A9-A5CBF0FFCCC2}"/>
                    </a:ext>
                  </a:extLst>
                </p14:cNvPr>
                <p14:cNvContentPartPr/>
                <p14:nvPr/>
              </p14:nvContentPartPr>
              <p14:xfrm>
                <a:off x="3176913" y="4551870"/>
                <a:ext cx="158040" cy="120240"/>
              </p14:xfrm>
            </p:contentPart>
          </mc:Choice>
          <mc:Fallback>
            <p:pic>
              <p:nvPicPr>
                <p:cNvPr id="7179" name="잉크 7178">
                  <a:extLst>
                    <a:ext uri="{FF2B5EF4-FFF2-40B4-BE49-F238E27FC236}">
                      <a16:creationId xmlns:a16="http://schemas.microsoft.com/office/drawing/2014/main" id="{B3EAD0C7-CAD9-95B9-07A9-A5CBF0FFCC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68273" y="4542870"/>
                  <a:ext cx="175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180" name="잉크 7179">
                  <a:extLst>
                    <a:ext uri="{FF2B5EF4-FFF2-40B4-BE49-F238E27FC236}">
                      <a16:creationId xmlns:a16="http://schemas.microsoft.com/office/drawing/2014/main" id="{5FE5B4E8-CDD8-DE63-6353-A9D45E4ED362}"/>
                    </a:ext>
                  </a:extLst>
                </p14:cNvPr>
                <p14:cNvContentPartPr/>
                <p14:nvPr/>
              </p14:nvContentPartPr>
              <p14:xfrm>
                <a:off x="3467073" y="4385910"/>
                <a:ext cx="172800" cy="101520"/>
              </p14:xfrm>
            </p:contentPart>
          </mc:Choice>
          <mc:Fallback>
            <p:pic>
              <p:nvPicPr>
                <p:cNvPr id="7180" name="잉크 7179">
                  <a:extLst>
                    <a:ext uri="{FF2B5EF4-FFF2-40B4-BE49-F238E27FC236}">
                      <a16:creationId xmlns:a16="http://schemas.microsoft.com/office/drawing/2014/main" id="{5FE5B4E8-CDD8-DE63-6353-A9D45E4ED3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58433" y="4376910"/>
                  <a:ext cx="190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181" name="잉크 7180">
                  <a:extLst>
                    <a:ext uri="{FF2B5EF4-FFF2-40B4-BE49-F238E27FC236}">
                      <a16:creationId xmlns:a16="http://schemas.microsoft.com/office/drawing/2014/main" id="{5158F8B6-C386-E660-FFB8-502CF81B9D71}"/>
                    </a:ext>
                  </a:extLst>
                </p14:cNvPr>
                <p14:cNvContentPartPr/>
                <p14:nvPr/>
              </p14:nvContentPartPr>
              <p14:xfrm>
                <a:off x="3474273" y="4492470"/>
                <a:ext cx="183600" cy="60480"/>
              </p14:xfrm>
            </p:contentPart>
          </mc:Choice>
          <mc:Fallback>
            <p:pic>
              <p:nvPicPr>
                <p:cNvPr id="7181" name="잉크 7180">
                  <a:extLst>
                    <a:ext uri="{FF2B5EF4-FFF2-40B4-BE49-F238E27FC236}">
                      <a16:creationId xmlns:a16="http://schemas.microsoft.com/office/drawing/2014/main" id="{5158F8B6-C386-E660-FFB8-502CF81B9D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65273" y="4483830"/>
                  <a:ext cx="201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182" name="잉크 7181">
                  <a:extLst>
                    <a:ext uri="{FF2B5EF4-FFF2-40B4-BE49-F238E27FC236}">
                      <a16:creationId xmlns:a16="http://schemas.microsoft.com/office/drawing/2014/main" id="{86152BDC-406F-13D5-F9BF-760371A07051}"/>
                    </a:ext>
                  </a:extLst>
                </p14:cNvPr>
                <p14:cNvContentPartPr/>
                <p14:nvPr/>
              </p14:nvContentPartPr>
              <p14:xfrm>
                <a:off x="3514233" y="4544670"/>
                <a:ext cx="142560" cy="147600"/>
              </p14:xfrm>
            </p:contentPart>
          </mc:Choice>
          <mc:Fallback>
            <p:pic>
              <p:nvPicPr>
                <p:cNvPr id="7182" name="잉크 7181">
                  <a:extLst>
                    <a:ext uri="{FF2B5EF4-FFF2-40B4-BE49-F238E27FC236}">
                      <a16:creationId xmlns:a16="http://schemas.microsoft.com/office/drawing/2014/main" id="{86152BDC-406F-13D5-F9BF-760371A070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05593" y="4535670"/>
                  <a:ext cx="160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183" name="잉크 7182">
                  <a:extLst>
                    <a:ext uri="{FF2B5EF4-FFF2-40B4-BE49-F238E27FC236}">
                      <a16:creationId xmlns:a16="http://schemas.microsoft.com/office/drawing/2014/main" id="{BD3902AC-EFE2-2205-E228-BB0F57BB85E9}"/>
                    </a:ext>
                  </a:extLst>
                </p14:cNvPr>
                <p14:cNvContentPartPr/>
                <p14:nvPr/>
              </p14:nvContentPartPr>
              <p14:xfrm>
                <a:off x="3532593" y="4569150"/>
                <a:ext cx="147240" cy="71640"/>
              </p14:xfrm>
            </p:contentPart>
          </mc:Choice>
          <mc:Fallback>
            <p:pic>
              <p:nvPicPr>
                <p:cNvPr id="7183" name="잉크 7182">
                  <a:extLst>
                    <a:ext uri="{FF2B5EF4-FFF2-40B4-BE49-F238E27FC236}">
                      <a16:creationId xmlns:a16="http://schemas.microsoft.com/office/drawing/2014/main" id="{BD3902AC-EFE2-2205-E228-BB0F57BB85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23953" y="4560150"/>
                  <a:ext cx="164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184" name="잉크 7183">
                  <a:extLst>
                    <a:ext uri="{FF2B5EF4-FFF2-40B4-BE49-F238E27FC236}">
                      <a16:creationId xmlns:a16="http://schemas.microsoft.com/office/drawing/2014/main" id="{C35F4F8A-8649-8329-4DC4-809179719F53}"/>
                    </a:ext>
                  </a:extLst>
                </p14:cNvPr>
                <p14:cNvContentPartPr/>
                <p14:nvPr/>
              </p14:nvContentPartPr>
              <p14:xfrm>
                <a:off x="3711513" y="4430910"/>
                <a:ext cx="151920" cy="157680"/>
              </p14:xfrm>
            </p:contentPart>
          </mc:Choice>
          <mc:Fallback>
            <p:pic>
              <p:nvPicPr>
                <p:cNvPr id="7184" name="잉크 7183">
                  <a:extLst>
                    <a:ext uri="{FF2B5EF4-FFF2-40B4-BE49-F238E27FC236}">
                      <a16:creationId xmlns:a16="http://schemas.microsoft.com/office/drawing/2014/main" id="{C35F4F8A-8649-8329-4DC4-809179719F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02513" y="4421910"/>
                  <a:ext cx="1695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185" name="잉크 7184">
                  <a:extLst>
                    <a:ext uri="{FF2B5EF4-FFF2-40B4-BE49-F238E27FC236}">
                      <a16:creationId xmlns:a16="http://schemas.microsoft.com/office/drawing/2014/main" id="{354E3FF2-BE1C-394A-B363-A8B56DFCF791}"/>
                    </a:ext>
                  </a:extLst>
                </p14:cNvPr>
                <p14:cNvContentPartPr/>
                <p14:nvPr/>
              </p14:nvContentPartPr>
              <p14:xfrm>
                <a:off x="3778473" y="4482030"/>
                <a:ext cx="159480" cy="252000"/>
              </p14:xfrm>
            </p:contentPart>
          </mc:Choice>
          <mc:Fallback>
            <p:pic>
              <p:nvPicPr>
                <p:cNvPr id="7185" name="잉크 7184">
                  <a:extLst>
                    <a:ext uri="{FF2B5EF4-FFF2-40B4-BE49-F238E27FC236}">
                      <a16:creationId xmlns:a16="http://schemas.microsoft.com/office/drawing/2014/main" id="{354E3FF2-BE1C-394A-B363-A8B56DFCF79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69473" y="4473390"/>
                  <a:ext cx="1771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186" name="잉크 7185">
                  <a:extLst>
                    <a:ext uri="{FF2B5EF4-FFF2-40B4-BE49-F238E27FC236}">
                      <a16:creationId xmlns:a16="http://schemas.microsoft.com/office/drawing/2014/main" id="{7598B571-A323-DF30-225D-2A24ABD76940}"/>
                    </a:ext>
                  </a:extLst>
                </p14:cNvPr>
                <p14:cNvContentPartPr/>
                <p14:nvPr/>
              </p14:nvContentPartPr>
              <p14:xfrm>
                <a:off x="3754713" y="4619550"/>
                <a:ext cx="167040" cy="64800"/>
              </p14:xfrm>
            </p:contentPart>
          </mc:Choice>
          <mc:Fallback>
            <p:pic>
              <p:nvPicPr>
                <p:cNvPr id="7186" name="잉크 7185">
                  <a:extLst>
                    <a:ext uri="{FF2B5EF4-FFF2-40B4-BE49-F238E27FC236}">
                      <a16:creationId xmlns:a16="http://schemas.microsoft.com/office/drawing/2014/main" id="{7598B571-A323-DF30-225D-2A24ABD7694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45713" y="4610910"/>
                  <a:ext cx="184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87" name="잉크 7186">
                  <a:extLst>
                    <a:ext uri="{FF2B5EF4-FFF2-40B4-BE49-F238E27FC236}">
                      <a16:creationId xmlns:a16="http://schemas.microsoft.com/office/drawing/2014/main" id="{D12D4CA8-3FAA-0D55-9D63-0390F3246F5F}"/>
                    </a:ext>
                  </a:extLst>
                </p14:cNvPr>
                <p14:cNvContentPartPr/>
                <p14:nvPr/>
              </p14:nvContentPartPr>
              <p14:xfrm>
                <a:off x="3806193" y="4648710"/>
                <a:ext cx="154800" cy="59760"/>
              </p14:xfrm>
            </p:contentPart>
          </mc:Choice>
          <mc:Fallback>
            <p:pic>
              <p:nvPicPr>
                <p:cNvPr id="7187" name="잉크 7186">
                  <a:extLst>
                    <a:ext uri="{FF2B5EF4-FFF2-40B4-BE49-F238E27FC236}">
                      <a16:creationId xmlns:a16="http://schemas.microsoft.com/office/drawing/2014/main" id="{D12D4CA8-3FAA-0D55-9D63-0390F3246F5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797553" y="4639710"/>
                  <a:ext cx="1724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98" name="그룹 7197">
            <a:extLst>
              <a:ext uri="{FF2B5EF4-FFF2-40B4-BE49-F238E27FC236}">
                <a16:creationId xmlns:a16="http://schemas.microsoft.com/office/drawing/2014/main" id="{6E2C6CFA-172F-7F70-EA70-5E43C46F74E4}"/>
              </a:ext>
            </a:extLst>
          </p:cNvPr>
          <p:cNvGrpSpPr/>
          <p:nvPr/>
        </p:nvGrpSpPr>
        <p:grpSpPr>
          <a:xfrm>
            <a:off x="209073" y="2176230"/>
            <a:ext cx="496440" cy="300600"/>
            <a:chOff x="209073" y="2176230"/>
            <a:chExt cx="49644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90" name="잉크 7189">
                  <a:extLst>
                    <a:ext uri="{FF2B5EF4-FFF2-40B4-BE49-F238E27FC236}">
                      <a16:creationId xmlns:a16="http://schemas.microsoft.com/office/drawing/2014/main" id="{8AED12B9-A3A8-727F-2FE4-8D647C06B95F}"/>
                    </a:ext>
                  </a:extLst>
                </p14:cNvPr>
                <p14:cNvContentPartPr/>
                <p14:nvPr/>
              </p14:nvContentPartPr>
              <p14:xfrm>
                <a:off x="209073" y="2210430"/>
                <a:ext cx="104040" cy="147600"/>
              </p14:xfrm>
            </p:contentPart>
          </mc:Choice>
          <mc:Fallback>
            <p:pic>
              <p:nvPicPr>
                <p:cNvPr id="7190" name="잉크 7189">
                  <a:extLst>
                    <a:ext uri="{FF2B5EF4-FFF2-40B4-BE49-F238E27FC236}">
                      <a16:creationId xmlns:a16="http://schemas.microsoft.com/office/drawing/2014/main" id="{8AED12B9-A3A8-727F-2FE4-8D647C06B95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0433" y="2201430"/>
                  <a:ext cx="121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91" name="잉크 7190">
                  <a:extLst>
                    <a:ext uri="{FF2B5EF4-FFF2-40B4-BE49-F238E27FC236}">
                      <a16:creationId xmlns:a16="http://schemas.microsoft.com/office/drawing/2014/main" id="{5ABB4FE3-6F00-EC1F-1240-E3F3C29AAEE0}"/>
                    </a:ext>
                  </a:extLst>
                </p14:cNvPr>
                <p14:cNvContentPartPr/>
                <p14:nvPr/>
              </p14:nvContentPartPr>
              <p14:xfrm>
                <a:off x="301233" y="2231310"/>
                <a:ext cx="77400" cy="43200"/>
              </p14:xfrm>
            </p:contentPart>
          </mc:Choice>
          <mc:Fallback>
            <p:pic>
              <p:nvPicPr>
                <p:cNvPr id="7191" name="잉크 7190">
                  <a:extLst>
                    <a:ext uri="{FF2B5EF4-FFF2-40B4-BE49-F238E27FC236}">
                      <a16:creationId xmlns:a16="http://schemas.microsoft.com/office/drawing/2014/main" id="{5ABB4FE3-6F00-EC1F-1240-E3F3C29AAE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2593" y="2222310"/>
                  <a:ext cx="95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92" name="잉크 7191">
                  <a:extLst>
                    <a:ext uri="{FF2B5EF4-FFF2-40B4-BE49-F238E27FC236}">
                      <a16:creationId xmlns:a16="http://schemas.microsoft.com/office/drawing/2014/main" id="{CDF8309E-485F-C84C-BAF9-2A8A25FD8847}"/>
                    </a:ext>
                  </a:extLst>
                </p14:cNvPr>
                <p14:cNvContentPartPr/>
                <p14:nvPr/>
              </p14:nvContentPartPr>
              <p14:xfrm>
                <a:off x="319233" y="2176230"/>
                <a:ext cx="99000" cy="133560"/>
              </p14:xfrm>
            </p:contentPart>
          </mc:Choice>
          <mc:Fallback>
            <p:pic>
              <p:nvPicPr>
                <p:cNvPr id="7192" name="잉크 7191">
                  <a:extLst>
                    <a:ext uri="{FF2B5EF4-FFF2-40B4-BE49-F238E27FC236}">
                      <a16:creationId xmlns:a16="http://schemas.microsoft.com/office/drawing/2014/main" id="{CDF8309E-485F-C84C-BAF9-2A8A25FD88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0593" y="2167230"/>
                  <a:ext cx="1166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93" name="잉크 7192">
                  <a:extLst>
                    <a:ext uri="{FF2B5EF4-FFF2-40B4-BE49-F238E27FC236}">
                      <a16:creationId xmlns:a16="http://schemas.microsoft.com/office/drawing/2014/main" id="{E3BD1F0B-86AA-2372-2031-6CA9C5AC75AE}"/>
                    </a:ext>
                  </a:extLst>
                </p14:cNvPr>
                <p14:cNvContentPartPr/>
                <p14:nvPr/>
              </p14:nvContentPartPr>
              <p14:xfrm>
                <a:off x="326433" y="2356230"/>
                <a:ext cx="138600" cy="120600"/>
              </p14:xfrm>
            </p:contentPart>
          </mc:Choice>
          <mc:Fallback>
            <p:pic>
              <p:nvPicPr>
                <p:cNvPr id="7193" name="잉크 7192">
                  <a:extLst>
                    <a:ext uri="{FF2B5EF4-FFF2-40B4-BE49-F238E27FC236}">
                      <a16:creationId xmlns:a16="http://schemas.microsoft.com/office/drawing/2014/main" id="{E3BD1F0B-86AA-2372-2031-6CA9C5AC75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7793" y="2347590"/>
                  <a:ext cx="156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94" name="잉크 7193">
                  <a:extLst>
                    <a:ext uri="{FF2B5EF4-FFF2-40B4-BE49-F238E27FC236}">
                      <a16:creationId xmlns:a16="http://schemas.microsoft.com/office/drawing/2014/main" id="{FE02BCBC-EC69-D15B-CE00-ABAEC1E7A829}"/>
                    </a:ext>
                  </a:extLst>
                </p14:cNvPr>
                <p14:cNvContentPartPr/>
                <p14:nvPr/>
              </p14:nvContentPartPr>
              <p14:xfrm>
                <a:off x="446313" y="2235990"/>
                <a:ext cx="136080" cy="88560"/>
              </p14:xfrm>
            </p:contentPart>
          </mc:Choice>
          <mc:Fallback>
            <p:pic>
              <p:nvPicPr>
                <p:cNvPr id="7194" name="잉크 7193">
                  <a:extLst>
                    <a:ext uri="{FF2B5EF4-FFF2-40B4-BE49-F238E27FC236}">
                      <a16:creationId xmlns:a16="http://schemas.microsoft.com/office/drawing/2014/main" id="{FE02BCBC-EC69-D15B-CE00-ABAEC1E7A82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7673" y="2226990"/>
                  <a:ext cx="153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95" name="잉크 7194">
                  <a:extLst>
                    <a:ext uri="{FF2B5EF4-FFF2-40B4-BE49-F238E27FC236}">
                      <a16:creationId xmlns:a16="http://schemas.microsoft.com/office/drawing/2014/main" id="{B3FAF65B-4C91-8559-B040-E0B3793045F4}"/>
                    </a:ext>
                  </a:extLst>
                </p14:cNvPr>
                <p14:cNvContentPartPr/>
                <p14:nvPr/>
              </p14:nvContentPartPr>
              <p14:xfrm>
                <a:off x="478713" y="2302230"/>
                <a:ext cx="137520" cy="93960"/>
              </p14:xfrm>
            </p:contentPart>
          </mc:Choice>
          <mc:Fallback>
            <p:pic>
              <p:nvPicPr>
                <p:cNvPr id="7195" name="잉크 7194">
                  <a:extLst>
                    <a:ext uri="{FF2B5EF4-FFF2-40B4-BE49-F238E27FC236}">
                      <a16:creationId xmlns:a16="http://schemas.microsoft.com/office/drawing/2014/main" id="{B3FAF65B-4C91-8559-B040-E0B3793045F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9713" y="2293230"/>
                  <a:ext cx="155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96" name="잉크 7195">
                  <a:extLst>
                    <a:ext uri="{FF2B5EF4-FFF2-40B4-BE49-F238E27FC236}">
                      <a16:creationId xmlns:a16="http://schemas.microsoft.com/office/drawing/2014/main" id="{A4906614-1A2B-450F-B9F8-28AD3AFBAE7F}"/>
                    </a:ext>
                  </a:extLst>
                </p14:cNvPr>
                <p14:cNvContentPartPr/>
                <p14:nvPr/>
              </p14:nvContentPartPr>
              <p14:xfrm>
                <a:off x="592113" y="2201430"/>
                <a:ext cx="74520" cy="217800"/>
              </p14:xfrm>
            </p:contentPart>
          </mc:Choice>
          <mc:Fallback>
            <p:pic>
              <p:nvPicPr>
                <p:cNvPr id="7196" name="잉크 7195">
                  <a:extLst>
                    <a:ext uri="{FF2B5EF4-FFF2-40B4-BE49-F238E27FC236}">
                      <a16:creationId xmlns:a16="http://schemas.microsoft.com/office/drawing/2014/main" id="{A4906614-1A2B-450F-B9F8-28AD3AFBAE7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3473" y="2192430"/>
                  <a:ext cx="921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97" name="잉크 7196">
                  <a:extLst>
                    <a:ext uri="{FF2B5EF4-FFF2-40B4-BE49-F238E27FC236}">
                      <a16:creationId xmlns:a16="http://schemas.microsoft.com/office/drawing/2014/main" id="{C3072AD3-CD15-2EB5-68DE-6632DF337C1B}"/>
                    </a:ext>
                  </a:extLst>
                </p14:cNvPr>
                <p14:cNvContentPartPr/>
                <p14:nvPr/>
              </p14:nvContentPartPr>
              <p14:xfrm>
                <a:off x="622353" y="2247510"/>
                <a:ext cx="83160" cy="14760"/>
              </p14:xfrm>
            </p:contentPart>
          </mc:Choice>
          <mc:Fallback>
            <p:pic>
              <p:nvPicPr>
                <p:cNvPr id="7197" name="잉크 7196">
                  <a:extLst>
                    <a:ext uri="{FF2B5EF4-FFF2-40B4-BE49-F238E27FC236}">
                      <a16:creationId xmlns:a16="http://schemas.microsoft.com/office/drawing/2014/main" id="{C3072AD3-CD15-2EB5-68DE-6632DF337C1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3713" y="2238510"/>
                  <a:ext cx="1008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869" name="그룹 249868">
            <a:extLst>
              <a:ext uri="{FF2B5EF4-FFF2-40B4-BE49-F238E27FC236}">
                <a16:creationId xmlns:a16="http://schemas.microsoft.com/office/drawing/2014/main" id="{29CAFB4E-EA78-60C6-C058-6A78DEF24630}"/>
              </a:ext>
            </a:extLst>
          </p:cNvPr>
          <p:cNvGrpSpPr/>
          <p:nvPr/>
        </p:nvGrpSpPr>
        <p:grpSpPr>
          <a:xfrm>
            <a:off x="6168873" y="2389350"/>
            <a:ext cx="2305080" cy="1828440"/>
            <a:chOff x="6168873" y="2389350"/>
            <a:chExt cx="2305080" cy="182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99" name="잉크 7198">
                  <a:extLst>
                    <a:ext uri="{FF2B5EF4-FFF2-40B4-BE49-F238E27FC236}">
                      <a16:creationId xmlns:a16="http://schemas.microsoft.com/office/drawing/2014/main" id="{31395522-52DF-04D7-4879-637F0AD91D54}"/>
                    </a:ext>
                  </a:extLst>
                </p14:cNvPr>
                <p14:cNvContentPartPr/>
                <p14:nvPr/>
              </p14:nvContentPartPr>
              <p14:xfrm>
                <a:off x="6168873" y="2540550"/>
                <a:ext cx="237600" cy="148320"/>
              </p14:xfrm>
            </p:contentPart>
          </mc:Choice>
          <mc:Fallback>
            <p:pic>
              <p:nvPicPr>
                <p:cNvPr id="7199" name="잉크 7198">
                  <a:extLst>
                    <a:ext uri="{FF2B5EF4-FFF2-40B4-BE49-F238E27FC236}">
                      <a16:creationId xmlns:a16="http://schemas.microsoft.com/office/drawing/2014/main" id="{31395522-52DF-04D7-4879-637F0AD91D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60233" y="2531910"/>
                  <a:ext cx="255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49856" name="잉크 249855">
                  <a:extLst>
                    <a:ext uri="{FF2B5EF4-FFF2-40B4-BE49-F238E27FC236}">
                      <a16:creationId xmlns:a16="http://schemas.microsoft.com/office/drawing/2014/main" id="{F7B7D98A-F374-0018-1899-BBC159081D96}"/>
                    </a:ext>
                  </a:extLst>
                </p14:cNvPr>
                <p14:cNvContentPartPr/>
                <p14:nvPr/>
              </p14:nvContentPartPr>
              <p14:xfrm>
                <a:off x="6523113" y="2400150"/>
                <a:ext cx="118440" cy="174600"/>
              </p14:xfrm>
            </p:contentPart>
          </mc:Choice>
          <mc:Fallback>
            <p:pic>
              <p:nvPicPr>
                <p:cNvPr id="249856" name="잉크 249855">
                  <a:extLst>
                    <a:ext uri="{FF2B5EF4-FFF2-40B4-BE49-F238E27FC236}">
                      <a16:creationId xmlns:a16="http://schemas.microsoft.com/office/drawing/2014/main" id="{F7B7D98A-F374-0018-1899-BBC159081D9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14473" y="2391150"/>
                  <a:ext cx="136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49857" name="잉크 249856">
                  <a:extLst>
                    <a:ext uri="{FF2B5EF4-FFF2-40B4-BE49-F238E27FC236}">
                      <a16:creationId xmlns:a16="http://schemas.microsoft.com/office/drawing/2014/main" id="{B8FE4143-63C6-A61A-49B7-C88DC38EDDEB}"/>
                    </a:ext>
                  </a:extLst>
                </p14:cNvPr>
                <p14:cNvContentPartPr/>
                <p14:nvPr/>
              </p14:nvContentPartPr>
              <p14:xfrm>
                <a:off x="6660633" y="2389350"/>
                <a:ext cx="7920" cy="163080"/>
              </p14:xfrm>
            </p:contentPart>
          </mc:Choice>
          <mc:Fallback>
            <p:pic>
              <p:nvPicPr>
                <p:cNvPr id="249857" name="잉크 249856">
                  <a:extLst>
                    <a:ext uri="{FF2B5EF4-FFF2-40B4-BE49-F238E27FC236}">
                      <a16:creationId xmlns:a16="http://schemas.microsoft.com/office/drawing/2014/main" id="{B8FE4143-63C6-A61A-49B7-C88DC38EDDE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51993" y="2380350"/>
                  <a:ext cx="25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49859" name="잉크 249858">
                  <a:extLst>
                    <a:ext uri="{FF2B5EF4-FFF2-40B4-BE49-F238E27FC236}">
                      <a16:creationId xmlns:a16="http://schemas.microsoft.com/office/drawing/2014/main" id="{73683B50-15E0-143C-174E-CFE30D4CF3AF}"/>
                    </a:ext>
                  </a:extLst>
                </p14:cNvPr>
                <p14:cNvContentPartPr/>
                <p14:nvPr/>
              </p14:nvContentPartPr>
              <p14:xfrm>
                <a:off x="6575313" y="2570790"/>
                <a:ext cx="169200" cy="82800"/>
              </p14:xfrm>
            </p:contentPart>
          </mc:Choice>
          <mc:Fallback>
            <p:pic>
              <p:nvPicPr>
                <p:cNvPr id="249859" name="잉크 249858">
                  <a:extLst>
                    <a:ext uri="{FF2B5EF4-FFF2-40B4-BE49-F238E27FC236}">
                      <a16:creationId xmlns:a16="http://schemas.microsoft.com/office/drawing/2014/main" id="{73683B50-15E0-143C-174E-CFE30D4CF3A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66313" y="2562150"/>
                  <a:ext cx="1868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49860" name="잉크 249859">
                  <a:extLst>
                    <a:ext uri="{FF2B5EF4-FFF2-40B4-BE49-F238E27FC236}">
                      <a16:creationId xmlns:a16="http://schemas.microsoft.com/office/drawing/2014/main" id="{61D7EA77-2A0C-50D1-0BB0-191F1AFD879B}"/>
                    </a:ext>
                  </a:extLst>
                </p14:cNvPr>
                <p14:cNvContentPartPr/>
                <p14:nvPr/>
              </p14:nvContentPartPr>
              <p14:xfrm>
                <a:off x="6700953" y="2425350"/>
                <a:ext cx="104760" cy="94680"/>
              </p14:xfrm>
            </p:contentPart>
          </mc:Choice>
          <mc:Fallback>
            <p:pic>
              <p:nvPicPr>
                <p:cNvPr id="249860" name="잉크 249859">
                  <a:extLst>
                    <a:ext uri="{FF2B5EF4-FFF2-40B4-BE49-F238E27FC236}">
                      <a16:creationId xmlns:a16="http://schemas.microsoft.com/office/drawing/2014/main" id="{61D7EA77-2A0C-50D1-0BB0-191F1AFD87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92313" y="2416350"/>
                  <a:ext cx="122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49861" name="잉크 249860">
                  <a:extLst>
                    <a:ext uri="{FF2B5EF4-FFF2-40B4-BE49-F238E27FC236}">
                      <a16:creationId xmlns:a16="http://schemas.microsoft.com/office/drawing/2014/main" id="{A5EA20CC-B524-C3FA-CD05-4F09C8F9C958}"/>
                    </a:ext>
                  </a:extLst>
                </p14:cNvPr>
                <p14:cNvContentPartPr/>
                <p14:nvPr/>
              </p14:nvContentPartPr>
              <p14:xfrm>
                <a:off x="6727953" y="2420670"/>
                <a:ext cx="196560" cy="205920"/>
              </p14:xfrm>
            </p:contentPart>
          </mc:Choice>
          <mc:Fallback>
            <p:pic>
              <p:nvPicPr>
                <p:cNvPr id="249861" name="잉크 249860">
                  <a:extLst>
                    <a:ext uri="{FF2B5EF4-FFF2-40B4-BE49-F238E27FC236}">
                      <a16:creationId xmlns:a16="http://schemas.microsoft.com/office/drawing/2014/main" id="{A5EA20CC-B524-C3FA-CD05-4F09C8F9C9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19313" y="2412030"/>
                  <a:ext cx="214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49862" name="잉크 249861">
                  <a:extLst>
                    <a:ext uri="{FF2B5EF4-FFF2-40B4-BE49-F238E27FC236}">
                      <a16:creationId xmlns:a16="http://schemas.microsoft.com/office/drawing/2014/main" id="{AD839EE8-C48A-4621-B125-5CDE3D94BCC3}"/>
                    </a:ext>
                  </a:extLst>
                </p14:cNvPr>
                <p14:cNvContentPartPr/>
                <p14:nvPr/>
              </p14:nvContentPartPr>
              <p14:xfrm>
                <a:off x="6878433" y="2628390"/>
                <a:ext cx="99360" cy="75240"/>
              </p14:xfrm>
            </p:contentPart>
          </mc:Choice>
          <mc:Fallback>
            <p:pic>
              <p:nvPicPr>
                <p:cNvPr id="249862" name="잉크 249861">
                  <a:extLst>
                    <a:ext uri="{FF2B5EF4-FFF2-40B4-BE49-F238E27FC236}">
                      <a16:creationId xmlns:a16="http://schemas.microsoft.com/office/drawing/2014/main" id="{AD839EE8-C48A-4621-B125-5CDE3D94BCC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69433" y="2619390"/>
                  <a:ext cx="117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49863" name="잉크 249862">
                  <a:extLst>
                    <a:ext uri="{FF2B5EF4-FFF2-40B4-BE49-F238E27FC236}">
                      <a16:creationId xmlns:a16="http://schemas.microsoft.com/office/drawing/2014/main" id="{B345247E-F364-F03C-48A0-047FDA82AE1E}"/>
                    </a:ext>
                  </a:extLst>
                </p14:cNvPr>
                <p14:cNvContentPartPr/>
                <p14:nvPr/>
              </p14:nvContentPartPr>
              <p14:xfrm>
                <a:off x="7024953" y="2475750"/>
                <a:ext cx="161640" cy="121320"/>
              </p14:xfrm>
            </p:contentPart>
          </mc:Choice>
          <mc:Fallback>
            <p:pic>
              <p:nvPicPr>
                <p:cNvPr id="249863" name="잉크 249862">
                  <a:extLst>
                    <a:ext uri="{FF2B5EF4-FFF2-40B4-BE49-F238E27FC236}">
                      <a16:creationId xmlns:a16="http://schemas.microsoft.com/office/drawing/2014/main" id="{B345247E-F364-F03C-48A0-047FDA82AE1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16313" y="2466750"/>
                  <a:ext cx="179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49864" name="잉크 249863">
                  <a:extLst>
                    <a:ext uri="{FF2B5EF4-FFF2-40B4-BE49-F238E27FC236}">
                      <a16:creationId xmlns:a16="http://schemas.microsoft.com/office/drawing/2014/main" id="{55F5820A-3858-C16D-480B-B9213C987F39}"/>
                    </a:ext>
                  </a:extLst>
                </p14:cNvPr>
                <p14:cNvContentPartPr/>
                <p14:nvPr/>
              </p14:nvContentPartPr>
              <p14:xfrm>
                <a:off x="7197393" y="2457750"/>
                <a:ext cx="107280" cy="209880"/>
              </p14:xfrm>
            </p:contentPart>
          </mc:Choice>
          <mc:Fallback>
            <p:pic>
              <p:nvPicPr>
                <p:cNvPr id="249864" name="잉크 249863">
                  <a:extLst>
                    <a:ext uri="{FF2B5EF4-FFF2-40B4-BE49-F238E27FC236}">
                      <a16:creationId xmlns:a16="http://schemas.microsoft.com/office/drawing/2014/main" id="{55F5820A-3858-C16D-480B-B9213C987F3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88753" y="2448750"/>
                  <a:ext cx="124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49865" name="잉크 249864">
                  <a:extLst>
                    <a:ext uri="{FF2B5EF4-FFF2-40B4-BE49-F238E27FC236}">
                      <a16:creationId xmlns:a16="http://schemas.microsoft.com/office/drawing/2014/main" id="{E0A03405-A5D5-64AE-63F2-8567A8F99A6F}"/>
                    </a:ext>
                  </a:extLst>
                </p14:cNvPr>
                <p14:cNvContentPartPr/>
                <p14:nvPr/>
              </p14:nvContentPartPr>
              <p14:xfrm>
                <a:off x="7315113" y="2473590"/>
                <a:ext cx="92520" cy="138960"/>
              </p14:xfrm>
            </p:contentPart>
          </mc:Choice>
          <mc:Fallback>
            <p:pic>
              <p:nvPicPr>
                <p:cNvPr id="249865" name="잉크 249864">
                  <a:extLst>
                    <a:ext uri="{FF2B5EF4-FFF2-40B4-BE49-F238E27FC236}">
                      <a16:creationId xmlns:a16="http://schemas.microsoft.com/office/drawing/2014/main" id="{E0A03405-A5D5-64AE-63F2-8567A8F99A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06473" y="2464950"/>
                  <a:ext cx="110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49866" name="잉크 249865">
                  <a:extLst>
                    <a:ext uri="{FF2B5EF4-FFF2-40B4-BE49-F238E27FC236}">
                      <a16:creationId xmlns:a16="http://schemas.microsoft.com/office/drawing/2014/main" id="{76E9226E-A777-E246-CE19-1CF68B87C769}"/>
                    </a:ext>
                  </a:extLst>
                </p14:cNvPr>
                <p14:cNvContentPartPr/>
                <p14:nvPr/>
              </p14:nvContentPartPr>
              <p14:xfrm>
                <a:off x="7442553" y="2433990"/>
                <a:ext cx="45720" cy="223200"/>
              </p14:xfrm>
            </p:contentPart>
          </mc:Choice>
          <mc:Fallback>
            <p:pic>
              <p:nvPicPr>
                <p:cNvPr id="249866" name="잉크 249865">
                  <a:extLst>
                    <a:ext uri="{FF2B5EF4-FFF2-40B4-BE49-F238E27FC236}">
                      <a16:creationId xmlns:a16="http://schemas.microsoft.com/office/drawing/2014/main" id="{76E9226E-A777-E246-CE19-1CF68B87C76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33913" y="2424990"/>
                  <a:ext cx="63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49868" name="잉크 249867">
                  <a:extLst>
                    <a:ext uri="{FF2B5EF4-FFF2-40B4-BE49-F238E27FC236}">
                      <a16:creationId xmlns:a16="http://schemas.microsoft.com/office/drawing/2014/main" id="{7F5FEEAC-7A90-042A-C9AF-A9B54D6C6FF2}"/>
                    </a:ext>
                  </a:extLst>
                </p14:cNvPr>
                <p14:cNvContentPartPr/>
                <p14:nvPr/>
              </p14:nvContentPartPr>
              <p14:xfrm>
                <a:off x="7504833" y="2472510"/>
                <a:ext cx="969120" cy="1745280"/>
              </p14:xfrm>
            </p:contentPart>
          </mc:Choice>
          <mc:Fallback>
            <p:pic>
              <p:nvPicPr>
                <p:cNvPr id="249868" name="잉크 249867">
                  <a:extLst>
                    <a:ext uri="{FF2B5EF4-FFF2-40B4-BE49-F238E27FC236}">
                      <a16:creationId xmlns:a16="http://schemas.microsoft.com/office/drawing/2014/main" id="{7F5FEEAC-7A90-042A-C9AF-A9B54D6C6F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96193" y="2463870"/>
                  <a:ext cx="986760" cy="176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900" name="그룹 249899">
            <a:extLst>
              <a:ext uri="{FF2B5EF4-FFF2-40B4-BE49-F238E27FC236}">
                <a16:creationId xmlns:a16="http://schemas.microsoft.com/office/drawing/2014/main" id="{FE5488C3-BEC1-1434-32C8-96D46CAEC31F}"/>
              </a:ext>
            </a:extLst>
          </p:cNvPr>
          <p:cNvGrpSpPr/>
          <p:nvPr/>
        </p:nvGrpSpPr>
        <p:grpSpPr>
          <a:xfrm>
            <a:off x="6723993" y="4343430"/>
            <a:ext cx="1557720" cy="429840"/>
            <a:chOff x="6723993" y="4343430"/>
            <a:chExt cx="155772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49870" name="잉크 249869">
                  <a:extLst>
                    <a:ext uri="{FF2B5EF4-FFF2-40B4-BE49-F238E27FC236}">
                      <a16:creationId xmlns:a16="http://schemas.microsoft.com/office/drawing/2014/main" id="{CC05435A-92B1-05C4-6E96-2EEC80AF580B}"/>
                    </a:ext>
                  </a:extLst>
                </p14:cNvPr>
                <p14:cNvContentPartPr/>
                <p14:nvPr/>
              </p14:nvContentPartPr>
              <p14:xfrm>
                <a:off x="6723993" y="4485990"/>
                <a:ext cx="140040" cy="177840"/>
              </p14:xfrm>
            </p:contentPart>
          </mc:Choice>
          <mc:Fallback>
            <p:pic>
              <p:nvPicPr>
                <p:cNvPr id="249870" name="잉크 249869">
                  <a:extLst>
                    <a:ext uri="{FF2B5EF4-FFF2-40B4-BE49-F238E27FC236}">
                      <a16:creationId xmlns:a16="http://schemas.microsoft.com/office/drawing/2014/main" id="{CC05435A-92B1-05C4-6E96-2EEC80AF580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15353" y="4476990"/>
                  <a:ext cx="157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49871" name="잉크 249870">
                  <a:extLst>
                    <a:ext uri="{FF2B5EF4-FFF2-40B4-BE49-F238E27FC236}">
                      <a16:creationId xmlns:a16="http://schemas.microsoft.com/office/drawing/2014/main" id="{5C962976-6945-1979-D7F8-DDD973F5C150}"/>
                    </a:ext>
                  </a:extLst>
                </p14:cNvPr>
                <p14:cNvContentPartPr/>
                <p14:nvPr/>
              </p14:nvContentPartPr>
              <p14:xfrm>
                <a:off x="6872673" y="4467270"/>
                <a:ext cx="74880" cy="173880"/>
              </p14:xfrm>
            </p:contentPart>
          </mc:Choice>
          <mc:Fallback>
            <p:pic>
              <p:nvPicPr>
                <p:cNvPr id="249871" name="잉크 249870">
                  <a:extLst>
                    <a:ext uri="{FF2B5EF4-FFF2-40B4-BE49-F238E27FC236}">
                      <a16:creationId xmlns:a16="http://schemas.microsoft.com/office/drawing/2014/main" id="{5C962976-6945-1979-D7F8-DDD973F5C15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63673" y="4458630"/>
                  <a:ext cx="92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49872" name="잉크 249871">
                  <a:extLst>
                    <a:ext uri="{FF2B5EF4-FFF2-40B4-BE49-F238E27FC236}">
                      <a16:creationId xmlns:a16="http://schemas.microsoft.com/office/drawing/2014/main" id="{2EFB3B17-5C78-FFA4-0907-F5B4A0E2F368}"/>
                    </a:ext>
                  </a:extLst>
                </p14:cNvPr>
                <p14:cNvContentPartPr/>
                <p14:nvPr/>
              </p14:nvContentPartPr>
              <p14:xfrm>
                <a:off x="6996153" y="4467270"/>
                <a:ext cx="119520" cy="258480"/>
              </p14:xfrm>
            </p:contentPart>
          </mc:Choice>
          <mc:Fallback>
            <p:pic>
              <p:nvPicPr>
                <p:cNvPr id="249872" name="잉크 249871">
                  <a:extLst>
                    <a:ext uri="{FF2B5EF4-FFF2-40B4-BE49-F238E27FC236}">
                      <a16:creationId xmlns:a16="http://schemas.microsoft.com/office/drawing/2014/main" id="{2EFB3B17-5C78-FFA4-0907-F5B4A0E2F36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87513" y="4458270"/>
                  <a:ext cx="1371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49873" name="잉크 249872">
                  <a:extLst>
                    <a:ext uri="{FF2B5EF4-FFF2-40B4-BE49-F238E27FC236}">
                      <a16:creationId xmlns:a16="http://schemas.microsoft.com/office/drawing/2014/main" id="{C8274659-FB2A-DF5F-3A91-D21E7C3615A4}"/>
                    </a:ext>
                  </a:extLst>
                </p14:cNvPr>
                <p14:cNvContentPartPr/>
                <p14:nvPr/>
              </p14:nvContentPartPr>
              <p14:xfrm>
                <a:off x="7130073" y="4470510"/>
                <a:ext cx="82440" cy="80640"/>
              </p14:xfrm>
            </p:contentPart>
          </mc:Choice>
          <mc:Fallback>
            <p:pic>
              <p:nvPicPr>
                <p:cNvPr id="249873" name="잉크 249872">
                  <a:extLst>
                    <a:ext uri="{FF2B5EF4-FFF2-40B4-BE49-F238E27FC236}">
                      <a16:creationId xmlns:a16="http://schemas.microsoft.com/office/drawing/2014/main" id="{C8274659-FB2A-DF5F-3A91-D21E7C3615A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121073" y="4461870"/>
                  <a:ext cx="100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49874" name="잉크 249873">
                  <a:extLst>
                    <a:ext uri="{FF2B5EF4-FFF2-40B4-BE49-F238E27FC236}">
                      <a16:creationId xmlns:a16="http://schemas.microsoft.com/office/drawing/2014/main" id="{D032CBD8-B274-87CC-F744-33D68BD92578}"/>
                    </a:ext>
                  </a:extLst>
                </p14:cNvPr>
                <p14:cNvContentPartPr/>
                <p14:nvPr/>
              </p14:nvContentPartPr>
              <p14:xfrm>
                <a:off x="7144473" y="4566630"/>
                <a:ext cx="137880" cy="205920"/>
              </p14:xfrm>
            </p:contentPart>
          </mc:Choice>
          <mc:Fallback>
            <p:pic>
              <p:nvPicPr>
                <p:cNvPr id="249874" name="잉크 249873">
                  <a:extLst>
                    <a:ext uri="{FF2B5EF4-FFF2-40B4-BE49-F238E27FC236}">
                      <a16:creationId xmlns:a16="http://schemas.microsoft.com/office/drawing/2014/main" id="{D032CBD8-B274-87CC-F744-33D68BD9257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35833" y="4557630"/>
                  <a:ext cx="1555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49875" name="잉크 249874">
                  <a:extLst>
                    <a:ext uri="{FF2B5EF4-FFF2-40B4-BE49-F238E27FC236}">
                      <a16:creationId xmlns:a16="http://schemas.microsoft.com/office/drawing/2014/main" id="{D88AD205-DEF1-9D45-F937-E7B1E7ACCF50}"/>
                    </a:ext>
                  </a:extLst>
                </p14:cNvPr>
                <p14:cNvContentPartPr/>
                <p14:nvPr/>
              </p14:nvContentPartPr>
              <p14:xfrm>
                <a:off x="7245273" y="4548270"/>
                <a:ext cx="129240" cy="208800"/>
              </p14:xfrm>
            </p:contentPart>
          </mc:Choice>
          <mc:Fallback>
            <p:pic>
              <p:nvPicPr>
                <p:cNvPr id="249875" name="잉크 249874">
                  <a:extLst>
                    <a:ext uri="{FF2B5EF4-FFF2-40B4-BE49-F238E27FC236}">
                      <a16:creationId xmlns:a16="http://schemas.microsoft.com/office/drawing/2014/main" id="{D88AD205-DEF1-9D45-F937-E7B1E7ACCF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236273" y="4539270"/>
                  <a:ext cx="146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49876" name="잉크 249875">
                  <a:extLst>
                    <a:ext uri="{FF2B5EF4-FFF2-40B4-BE49-F238E27FC236}">
                      <a16:creationId xmlns:a16="http://schemas.microsoft.com/office/drawing/2014/main" id="{C3957EC6-435C-9825-9342-8B041D4F069F}"/>
                    </a:ext>
                  </a:extLst>
                </p14:cNvPr>
                <p14:cNvContentPartPr/>
                <p14:nvPr/>
              </p14:nvContentPartPr>
              <p14:xfrm>
                <a:off x="7336713" y="4487070"/>
                <a:ext cx="104760" cy="84240"/>
              </p14:xfrm>
            </p:contentPart>
          </mc:Choice>
          <mc:Fallback>
            <p:pic>
              <p:nvPicPr>
                <p:cNvPr id="249876" name="잉크 249875">
                  <a:extLst>
                    <a:ext uri="{FF2B5EF4-FFF2-40B4-BE49-F238E27FC236}">
                      <a16:creationId xmlns:a16="http://schemas.microsoft.com/office/drawing/2014/main" id="{C3957EC6-435C-9825-9342-8B041D4F06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28073" y="4478070"/>
                  <a:ext cx="122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49877" name="잉크 249876">
                  <a:extLst>
                    <a:ext uri="{FF2B5EF4-FFF2-40B4-BE49-F238E27FC236}">
                      <a16:creationId xmlns:a16="http://schemas.microsoft.com/office/drawing/2014/main" id="{6F6CA706-41A3-CFEC-99CF-60552FFA998A}"/>
                    </a:ext>
                  </a:extLst>
                </p14:cNvPr>
                <p14:cNvContentPartPr/>
                <p14:nvPr/>
              </p14:nvContentPartPr>
              <p14:xfrm>
                <a:off x="7368753" y="4589310"/>
                <a:ext cx="122400" cy="183960"/>
              </p14:xfrm>
            </p:contentPart>
          </mc:Choice>
          <mc:Fallback>
            <p:pic>
              <p:nvPicPr>
                <p:cNvPr id="249877" name="잉크 249876">
                  <a:extLst>
                    <a:ext uri="{FF2B5EF4-FFF2-40B4-BE49-F238E27FC236}">
                      <a16:creationId xmlns:a16="http://schemas.microsoft.com/office/drawing/2014/main" id="{6F6CA706-41A3-CFEC-99CF-60552FFA998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60113" y="4580310"/>
                  <a:ext cx="1400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49878" name="잉크 249877">
                  <a:extLst>
                    <a:ext uri="{FF2B5EF4-FFF2-40B4-BE49-F238E27FC236}">
                      <a16:creationId xmlns:a16="http://schemas.microsoft.com/office/drawing/2014/main" id="{87A71901-5C7F-CDB3-9AAF-36809424CE23}"/>
                    </a:ext>
                  </a:extLst>
                </p14:cNvPr>
                <p14:cNvContentPartPr/>
                <p14:nvPr/>
              </p14:nvContentPartPr>
              <p14:xfrm>
                <a:off x="7472793" y="4486710"/>
                <a:ext cx="114840" cy="98280"/>
              </p14:xfrm>
            </p:contentPart>
          </mc:Choice>
          <mc:Fallback>
            <p:pic>
              <p:nvPicPr>
                <p:cNvPr id="249878" name="잉크 249877">
                  <a:extLst>
                    <a:ext uri="{FF2B5EF4-FFF2-40B4-BE49-F238E27FC236}">
                      <a16:creationId xmlns:a16="http://schemas.microsoft.com/office/drawing/2014/main" id="{87A71901-5C7F-CDB3-9AAF-36809424CE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64153" y="4477710"/>
                  <a:ext cx="132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49879" name="잉크 249878">
                  <a:extLst>
                    <a:ext uri="{FF2B5EF4-FFF2-40B4-BE49-F238E27FC236}">
                      <a16:creationId xmlns:a16="http://schemas.microsoft.com/office/drawing/2014/main" id="{0298C8E8-F22A-960E-1FEB-7477A62AF65F}"/>
                    </a:ext>
                  </a:extLst>
                </p14:cNvPr>
                <p14:cNvContentPartPr/>
                <p14:nvPr/>
              </p14:nvContentPartPr>
              <p14:xfrm>
                <a:off x="7561353" y="4587510"/>
                <a:ext cx="105480" cy="147960"/>
              </p14:xfrm>
            </p:contentPart>
          </mc:Choice>
          <mc:Fallback>
            <p:pic>
              <p:nvPicPr>
                <p:cNvPr id="249879" name="잉크 249878">
                  <a:extLst>
                    <a:ext uri="{FF2B5EF4-FFF2-40B4-BE49-F238E27FC236}">
                      <a16:creationId xmlns:a16="http://schemas.microsoft.com/office/drawing/2014/main" id="{0298C8E8-F22A-960E-1FEB-7477A62AF6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552713" y="4578510"/>
                  <a:ext cx="123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49880" name="잉크 249879">
                  <a:extLst>
                    <a:ext uri="{FF2B5EF4-FFF2-40B4-BE49-F238E27FC236}">
                      <a16:creationId xmlns:a16="http://schemas.microsoft.com/office/drawing/2014/main" id="{C750F5FD-ED12-05BA-4E2C-84EEE1122E34}"/>
                    </a:ext>
                  </a:extLst>
                </p14:cNvPr>
                <p14:cNvContentPartPr/>
                <p14:nvPr/>
              </p14:nvContentPartPr>
              <p14:xfrm>
                <a:off x="7757553" y="4492830"/>
                <a:ext cx="111600" cy="115560"/>
              </p14:xfrm>
            </p:contentPart>
          </mc:Choice>
          <mc:Fallback>
            <p:pic>
              <p:nvPicPr>
                <p:cNvPr id="249880" name="잉크 249879">
                  <a:extLst>
                    <a:ext uri="{FF2B5EF4-FFF2-40B4-BE49-F238E27FC236}">
                      <a16:creationId xmlns:a16="http://schemas.microsoft.com/office/drawing/2014/main" id="{C750F5FD-ED12-05BA-4E2C-84EEE1122E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48553" y="4483830"/>
                  <a:ext cx="129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49881" name="잉크 249880">
                  <a:extLst>
                    <a:ext uri="{FF2B5EF4-FFF2-40B4-BE49-F238E27FC236}">
                      <a16:creationId xmlns:a16="http://schemas.microsoft.com/office/drawing/2014/main" id="{2C29FA39-D1F4-36DD-ED9A-C9FA12808D7A}"/>
                    </a:ext>
                  </a:extLst>
                </p14:cNvPr>
                <p14:cNvContentPartPr/>
                <p14:nvPr/>
              </p14:nvContentPartPr>
              <p14:xfrm>
                <a:off x="7888233" y="4400310"/>
                <a:ext cx="84600" cy="210960"/>
              </p14:xfrm>
            </p:contentPart>
          </mc:Choice>
          <mc:Fallback>
            <p:pic>
              <p:nvPicPr>
                <p:cNvPr id="249881" name="잉크 249880">
                  <a:extLst>
                    <a:ext uri="{FF2B5EF4-FFF2-40B4-BE49-F238E27FC236}">
                      <a16:creationId xmlns:a16="http://schemas.microsoft.com/office/drawing/2014/main" id="{2C29FA39-D1F4-36DD-ED9A-C9FA12808D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79593" y="4391310"/>
                  <a:ext cx="102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49882" name="잉크 249881">
                  <a:extLst>
                    <a:ext uri="{FF2B5EF4-FFF2-40B4-BE49-F238E27FC236}">
                      <a16:creationId xmlns:a16="http://schemas.microsoft.com/office/drawing/2014/main" id="{E52916E6-789A-6C02-F4BB-02C9D07EA5D4}"/>
                    </a:ext>
                  </a:extLst>
                </p14:cNvPr>
                <p14:cNvContentPartPr/>
                <p14:nvPr/>
              </p14:nvContentPartPr>
              <p14:xfrm>
                <a:off x="8035833" y="4385190"/>
                <a:ext cx="245880" cy="173520"/>
              </p14:xfrm>
            </p:contentPart>
          </mc:Choice>
          <mc:Fallback>
            <p:pic>
              <p:nvPicPr>
                <p:cNvPr id="249882" name="잉크 249881">
                  <a:extLst>
                    <a:ext uri="{FF2B5EF4-FFF2-40B4-BE49-F238E27FC236}">
                      <a16:creationId xmlns:a16="http://schemas.microsoft.com/office/drawing/2014/main" id="{E52916E6-789A-6C02-F4BB-02C9D07EA5D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027193" y="4376190"/>
                  <a:ext cx="2635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49883" name="잉크 249882">
                  <a:extLst>
                    <a:ext uri="{FF2B5EF4-FFF2-40B4-BE49-F238E27FC236}">
                      <a16:creationId xmlns:a16="http://schemas.microsoft.com/office/drawing/2014/main" id="{2C47406F-45AA-EFAD-C7C6-C36874D5833F}"/>
                    </a:ext>
                  </a:extLst>
                </p14:cNvPr>
                <p14:cNvContentPartPr/>
                <p14:nvPr/>
              </p14:nvContentPartPr>
              <p14:xfrm>
                <a:off x="8140953" y="4343430"/>
                <a:ext cx="102600" cy="284040"/>
              </p14:xfrm>
            </p:contentPart>
          </mc:Choice>
          <mc:Fallback>
            <p:pic>
              <p:nvPicPr>
                <p:cNvPr id="249883" name="잉크 249882">
                  <a:extLst>
                    <a:ext uri="{FF2B5EF4-FFF2-40B4-BE49-F238E27FC236}">
                      <a16:creationId xmlns:a16="http://schemas.microsoft.com/office/drawing/2014/main" id="{2C47406F-45AA-EFAD-C7C6-C36874D5833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32313" y="4334430"/>
                  <a:ext cx="12024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899" name="그룹 249898">
            <a:extLst>
              <a:ext uri="{FF2B5EF4-FFF2-40B4-BE49-F238E27FC236}">
                <a16:creationId xmlns:a16="http://schemas.microsoft.com/office/drawing/2014/main" id="{CAD7D791-6552-3EEA-8F09-7CB67A9BE241}"/>
              </a:ext>
            </a:extLst>
          </p:cNvPr>
          <p:cNvGrpSpPr/>
          <p:nvPr/>
        </p:nvGrpSpPr>
        <p:grpSpPr>
          <a:xfrm>
            <a:off x="7518873" y="4983510"/>
            <a:ext cx="214200" cy="272880"/>
            <a:chOff x="7518873" y="4983510"/>
            <a:chExt cx="21420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49884" name="잉크 249883">
                  <a:extLst>
                    <a:ext uri="{FF2B5EF4-FFF2-40B4-BE49-F238E27FC236}">
                      <a16:creationId xmlns:a16="http://schemas.microsoft.com/office/drawing/2014/main" id="{457820E0-3EC5-7410-0E0E-4894D997933A}"/>
                    </a:ext>
                  </a:extLst>
                </p14:cNvPr>
                <p14:cNvContentPartPr/>
                <p14:nvPr/>
              </p14:nvContentPartPr>
              <p14:xfrm>
                <a:off x="7585113" y="4983510"/>
                <a:ext cx="22320" cy="272880"/>
              </p14:xfrm>
            </p:contentPart>
          </mc:Choice>
          <mc:Fallback>
            <p:pic>
              <p:nvPicPr>
                <p:cNvPr id="249884" name="잉크 249883">
                  <a:extLst>
                    <a:ext uri="{FF2B5EF4-FFF2-40B4-BE49-F238E27FC236}">
                      <a16:creationId xmlns:a16="http://schemas.microsoft.com/office/drawing/2014/main" id="{457820E0-3EC5-7410-0E0E-4894D997933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76113" y="4974510"/>
                  <a:ext cx="39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49885" name="잉크 249884">
                  <a:extLst>
                    <a:ext uri="{FF2B5EF4-FFF2-40B4-BE49-F238E27FC236}">
                      <a16:creationId xmlns:a16="http://schemas.microsoft.com/office/drawing/2014/main" id="{0217072F-9865-8FEF-12BF-B93D6D619556}"/>
                    </a:ext>
                  </a:extLst>
                </p14:cNvPr>
                <p14:cNvContentPartPr/>
                <p14:nvPr/>
              </p14:nvContentPartPr>
              <p14:xfrm>
                <a:off x="7518873" y="5080710"/>
                <a:ext cx="214200" cy="160920"/>
              </p14:xfrm>
            </p:contentPart>
          </mc:Choice>
          <mc:Fallback>
            <p:pic>
              <p:nvPicPr>
                <p:cNvPr id="249885" name="잉크 249884">
                  <a:extLst>
                    <a:ext uri="{FF2B5EF4-FFF2-40B4-BE49-F238E27FC236}">
                      <a16:creationId xmlns:a16="http://schemas.microsoft.com/office/drawing/2014/main" id="{0217072F-9865-8FEF-12BF-B93D6D61955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10233" y="5071710"/>
                  <a:ext cx="2318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898" name="그룹 249897">
            <a:extLst>
              <a:ext uri="{FF2B5EF4-FFF2-40B4-BE49-F238E27FC236}">
                <a16:creationId xmlns:a16="http://schemas.microsoft.com/office/drawing/2014/main" id="{DE5237AE-47C7-E7D5-E24E-D5FCDD756952}"/>
              </a:ext>
            </a:extLst>
          </p:cNvPr>
          <p:cNvGrpSpPr/>
          <p:nvPr/>
        </p:nvGrpSpPr>
        <p:grpSpPr>
          <a:xfrm>
            <a:off x="6984633" y="5391390"/>
            <a:ext cx="1143720" cy="431640"/>
            <a:chOff x="6984633" y="5391390"/>
            <a:chExt cx="114372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49886" name="잉크 249885">
                  <a:extLst>
                    <a:ext uri="{FF2B5EF4-FFF2-40B4-BE49-F238E27FC236}">
                      <a16:creationId xmlns:a16="http://schemas.microsoft.com/office/drawing/2014/main" id="{ADA7288E-03C8-8227-4AFE-0CD4C662EC1F}"/>
                    </a:ext>
                  </a:extLst>
                </p14:cNvPr>
                <p14:cNvContentPartPr/>
                <p14:nvPr/>
              </p14:nvContentPartPr>
              <p14:xfrm>
                <a:off x="7005153" y="5529990"/>
                <a:ext cx="15840" cy="102600"/>
              </p14:xfrm>
            </p:contentPart>
          </mc:Choice>
          <mc:Fallback>
            <p:pic>
              <p:nvPicPr>
                <p:cNvPr id="249886" name="잉크 249885">
                  <a:extLst>
                    <a:ext uri="{FF2B5EF4-FFF2-40B4-BE49-F238E27FC236}">
                      <a16:creationId xmlns:a16="http://schemas.microsoft.com/office/drawing/2014/main" id="{ADA7288E-03C8-8227-4AFE-0CD4C662EC1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96153" y="5520990"/>
                  <a:ext cx="33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49887" name="잉크 249886">
                  <a:extLst>
                    <a:ext uri="{FF2B5EF4-FFF2-40B4-BE49-F238E27FC236}">
                      <a16:creationId xmlns:a16="http://schemas.microsoft.com/office/drawing/2014/main" id="{8BC98211-EF2F-0882-6935-A271D1A1E52B}"/>
                    </a:ext>
                  </a:extLst>
                </p14:cNvPr>
                <p14:cNvContentPartPr/>
                <p14:nvPr/>
              </p14:nvContentPartPr>
              <p14:xfrm>
                <a:off x="7003353" y="5476710"/>
                <a:ext cx="123480" cy="132840"/>
              </p14:xfrm>
            </p:contentPart>
          </mc:Choice>
          <mc:Fallback>
            <p:pic>
              <p:nvPicPr>
                <p:cNvPr id="249887" name="잉크 249886">
                  <a:extLst>
                    <a:ext uri="{FF2B5EF4-FFF2-40B4-BE49-F238E27FC236}">
                      <a16:creationId xmlns:a16="http://schemas.microsoft.com/office/drawing/2014/main" id="{8BC98211-EF2F-0882-6935-A271D1A1E52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94713" y="5467710"/>
                  <a:ext cx="141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49888" name="잉크 249887">
                  <a:extLst>
                    <a:ext uri="{FF2B5EF4-FFF2-40B4-BE49-F238E27FC236}">
                      <a16:creationId xmlns:a16="http://schemas.microsoft.com/office/drawing/2014/main" id="{F3206BB1-CCF6-9B40-88E6-5467BEAAA46A}"/>
                    </a:ext>
                  </a:extLst>
                </p14:cNvPr>
                <p14:cNvContentPartPr/>
                <p14:nvPr/>
              </p14:nvContentPartPr>
              <p14:xfrm>
                <a:off x="7000473" y="5583990"/>
                <a:ext cx="125280" cy="65160"/>
              </p14:xfrm>
            </p:contentPart>
          </mc:Choice>
          <mc:Fallback>
            <p:pic>
              <p:nvPicPr>
                <p:cNvPr id="249888" name="잉크 249887">
                  <a:extLst>
                    <a:ext uri="{FF2B5EF4-FFF2-40B4-BE49-F238E27FC236}">
                      <a16:creationId xmlns:a16="http://schemas.microsoft.com/office/drawing/2014/main" id="{F3206BB1-CCF6-9B40-88E6-5467BEAAA46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91833" y="5575350"/>
                  <a:ext cx="142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49889" name="잉크 249888">
                  <a:extLst>
                    <a:ext uri="{FF2B5EF4-FFF2-40B4-BE49-F238E27FC236}">
                      <a16:creationId xmlns:a16="http://schemas.microsoft.com/office/drawing/2014/main" id="{B1AEABF2-E903-E97C-2EC0-46E851028BE0}"/>
                    </a:ext>
                  </a:extLst>
                </p14:cNvPr>
                <p14:cNvContentPartPr/>
                <p14:nvPr/>
              </p14:nvContentPartPr>
              <p14:xfrm>
                <a:off x="6984633" y="5677590"/>
                <a:ext cx="173880" cy="145440"/>
              </p14:xfrm>
            </p:contentPart>
          </mc:Choice>
          <mc:Fallback>
            <p:pic>
              <p:nvPicPr>
                <p:cNvPr id="249889" name="잉크 249888">
                  <a:extLst>
                    <a:ext uri="{FF2B5EF4-FFF2-40B4-BE49-F238E27FC236}">
                      <a16:creationId xmlns:a16="http://schemas.microsoft.com/office/drawing/2014/main" id="{B1AEABF2-E903-E97C-2EC0-46E851028BE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975993" y="5668590"/>
                  <a:ext cx="191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49890" name="잉크 249889">
                  <a:extLst>
                    <a:ext uri="{FF2B5EF4-FFF2-40B4-BE49-F238E27FC236}">
                      <a16:creationId xmlns:a16="http://schemas.microsoft.com/office/drawing/2014/main" id="{05FFE417-4AEA-5952-115E-1962957B6275}"/>
                    </a:ext>
                  </a:extLst>
                </p14:cNvPr>
                <p14:cNvContentPartPr/>
                <p14:nvPr/>
              </p14:nvContentPartPr>
              <p14:xfrm>
                <a:off x="7198473" y="5493270"/>
                <a:ext cx="127800" cy="109080"/>
              </p14:xfrm>
            </p:contentPart>
          </mc:Choice>
          <mc:Fallback>
            <p:pic>
              <p:nvPicPr>
                <p:cNvPr id="249890" name="잉크 249889">
                  <a:extLst>
                    <a:ext uri="{FF2B5EF4-FFF2-40B4-BE49-F238E27FC236}">
                      <a16:creationId xmlns:a16="http://schemas.microsoft.com/office/drawing/2014/main" id="{05FFE417-4AEA-5952-115E-1962957B627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89833" y="5484270"/>
                  <a:ext cx="145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49891" name="잉크 249890">
                  <a:extLst>
                    <a:ext uri="{FF2B5EF4-FFF2-40B4-BE49-F238E27FC236}">
                      <a16:creationId xmlns:a16="http://schemas.microsoft.com/office/drawing/2014/main" id="{F5F8173C-3B77-6352-61C7-F60C09DE0969}"/>
                    </a:ext>
                  </a:extLst>
                </p14:cNvPr>
                <p14:cNvContentPartPr/>
                <p14:nvPr/>
              </p14:nvContentPartPr>
              <p14:xfrm>
                <a:off x="7242753" y="5646270"/>
                <a:ext cx="106560" cy="83880"/>
              </p14:xfrm>
            </p:contentPart>
          </mc:Choice>
          <mc:Fallback>
            <p:pic>
              <p:nvPicPr>
                <p:cNvPr id="249891" name="잉크 249890">
                  <a:extLst>
                    <a:ext uri="{FF2B5EF4-FFF2-40B4-BE49-F238E27FC236}">
                      <a16:creationId xmlns:a16="http://schemas.microsoft.com/office/drawing/2014/main" id="{F5F8173C-3B77-6352-61C7-F60C09DE096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34113" y="5637630"/>
                  <a:ext cx="124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49892" name="잉크 249891">
                  <a:extLst>
                    <a:ext uri="{FF2B5EF4-FFF2-40B4-BE49-F238E27FC236}">
                      <a16:creationId xmlns:a16="http://schemas.microsoft.com/office/drawing/2014/main" id="{FC066200-762F-4290-9DDA-F75BB6B758B1}"/>
                    </a:ext>
                  </a:extLst>
                </p14:cNvPr>
                <p14:cNvContentPartPr/>
                <p14:nvPr/>
              </p14:nvContentPartPr>
              <p14:xfrm>
                <a:off x="7388553" y="5527110"/>
                <a:ext cx="84240" cy="150120"/>
              </p14:xfrm>
            </p:contentPart>
          </mc:Choice>
          <mc:Fallback>
            <p:pic>
              <p:nvPicPr>
                <p:cNvPr id="249892" name="잉크 249891">
                  <a:extLst>
                    <a:ext uri="{FF2B5EF4-FFF2-40B4-BE49-F238E27FC236}">
                      <a16:creationId xmlns:a16="http://schemas.microsoft.com/office/drawing/2014/main" id="{FC066200-762F-4290-9DDA-F75BB6B758B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79913" y="5518110"/>
                  <a:ext cx="101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49893" name="잉크 249892">
                  <a:extLst>
                    <a:ext uri="{FF2B5EF4-FFF2-40B4-BE49-F238E27FC236}">
                      <a16:creationId xmlns:a16="http://schemas.microsoft.com/office/drawing/2014/main" id="{AEED9ED6-0FBA-06A0-F15E-5B63EA0F7055}"/>
                    </a:ext>
                  </a:extLst>
                </p14:cNvPr>
                <p14:cNvContentPartPr/>
                <p14:nvPr/>
              </p14:nvContentPartPr>
              <p14:xfrm>
                <a:off x="7359033" y="5712150"/>
                <a:ext cx="127080" cy="63360"/>
              </p14:xfrm>
            </p:contentPart>
          </mc:Choice>
          <mc:Fallback>
            <p:pic>
              <p:nvPicPr>
                <p:cNvPr id="249893" name="잉크 249892">
                  <a:extLst>
                    <a:ext uri="{FF2B5EF4-FFF2-40B4-BE49-F238E27FC236}">
                      <a16:creationId xmlns:a16="http://schemas.microsoft.com/office/drawing/2014/main" id="{AEED9ED6-0FBA-06A0-F15E-5B63EA0F705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50393" y="5703150"/>
                  <a:ext cx="144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49894" name="잉크 249893">
                  <a:extLst>
                    <a:ext uri="{FF2B5EF4-FFF2-40B4-BE49-F238E27FC236}">
                      <a16:creationId xmlns:a16="http://schemas.microsoft.com/office/drawing/2014/main" id="{DB78582E-68EC-5B2E-55EA-DB358A1B7507}"/>
                    </a:ext>
                  </a:extLst>
                </p14:cNvPr>
                <p14:cNvContentPartPr/>
                <p14:nvPr/>
              </p14:nvContentPartPr>
              <p14:xfrm>
                <a:off x="7542633" y="5546190"/>
                <a:ext cx="125640" cy="154080"/>
              </p14:xfrm>
            </p:contentPart>
          </mc:Choice>
          <mc:Fallback>
            <p:pic>
              <p:nvPicPr>
                <p:cNvPr id="249894" name="잉크 249893">
                  <a:extLst>
                    <a:ext uri="{FF2B5EF4-FFF2-40B4-BE49-F238E27FC236}">
                      <a16:creationId xmlns:a16="http://schemas.microsoft.com/office/drawing/2014/main" id="{DB78582E-68EC-5B2E-55EA-DB358A1B750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533993" y="5537550"/>
                  <a:ext cx="143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9895" name="잉크 249894">
                  <a:extLst>
                    <a:ext uri="{FF2B5EF4-FFF2-40B4-BE49-F238E27FC236}">
                      <a16:creationId xmlns:a16="http://schemas.microsoft.com/office/drawing/2014/main" id="{646946E6-DB6D-3C37-FB93-5EB0233D7CA6}"/>
                    </a:ext>
                  </a:extLst>
                </p14:cNvPr>
                <p14:cNvContentPartPr/>
                <p14:nvPr/>
              </p14:nvContentPartPr>
              <p14:xfrm>
                <a:off x="7677273" y="5504790"/>
                <a:ext cx="173880" cy="192960"/>
              </p14:xfrm>
            </p:contentPart>
          </mc:Choice>
          <mc:Fallback>
            <p:pic>
              <p:nvPicPr>
                <p:cNvPr id="249895" name="잉크 249894">
                  <a:extLst>
                    <a:ext uri="{FF2B5EF4-FFF2-40B4-BE49-F238E27FC236}">
                      <a16:creationId xmlns:a16="http://schemas.microsoft.com/office/drawing/2014/main" id="{646946E6-DB6D-3C37-FB93-5EB0233D7CA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668633" y="5496150"/>
                  <a:ext cx="191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49896" name="잉크 249895">
                  <a:extLst>
                    <a:ext uri="{FF2B5EF4-FFF2-40B4-BE49-F238E27FC236}">
                      <a16:creationId xmlns:a16="http://schemas.microsoft.com/office/drawing/2014/main" id="{B83954D0-480F-DCA1-D7C1-8C7C647C288C}"/>
                    </a:ext>
                  </a:extLst>
                </p14:cNvPr>
                <p14:cNvContentPartPr/>
                <p14:nvPr/>
              </p14:nvContentPartPr>
              <p14:xfrm>
                <a:off x="7871673" y="5492910"/>
                <a:ext cx="116640" cy="145080"/>
              </p14:xfrm>
            </p:contentPart>
          </mc:Choice>
          <mc:Fallback>
            <p:pic>
              <p:nvPicPr>
                <p:cNvPr id="249896" name="잉크 249895">
                  <a:extLst>
                    <a:ext uri="{FF2B5EF4-FFF2-40B4-BE49-F238E27FC236}">
                      <a16:creationId xmlns:a16="http://schemas.microsoft.com/office/drawing/2014/main" id="{B83954D0-480F-DCA1-D7C1-8C7C647C288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862673" y="5483910"/>
                  <a:ext cx="1342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9897" name="잉크 249896">
                  <a:extLst>
                    <a:ext uri="{FF2B5EF4-FFF2-40B4-BE49-F238E27FC236}">
                      <a16:creationId xmlns:a16="http://schemas.microsoft.com/office/drawing/2014/main" id="{07B5D41C-0C62-4021-2081-C11A38AA5CF2}"/>
                    </a:ext>
                  </a:extLst>
                </p14:cNvPr>
                <p14:cNvContentPartPr/>
                <p14:nvPr/>
              </p14:nvContentPartPr>
              <p14:xfrm>
                <a:off x="8040873" y="5391390"/>
                <a:ext cx="87480" cy="274320"/>
              </p14:xfrm>
            </p:contentPart>
          </mc:Choice>
          <mc:Fallback>
            <p:pic>
              <p:nvPicPr>
                <p:cNvPr id="249897" name="잉크 249896">
                  <a:extLst>
                    <a:ext uri="{FF2B5EF4-FFF2-40B4-BE49-F238E27FC236}">
                      <a16:creationId xmlns:a16="http://schemas.microsoft.com/office/drawing/2014/main" id="{07B5D41C-0C62-4021-2081-C11A38AA5CF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32233" y="5382750"/>
                  <a:ext cx="105120" cy="29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001899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3600" dirty="0">
                <a:latin typeface="맑은 고딕" panose="020B0503020000020004" pitchFamily="50" charset="-127"/>
              </a:rPr>
              <a:t>실습 과제 </a:t>
            </a:r>
            <a:r>
              <a:rPr lang="en-US" altLang="ko-KR" sz="3600" dirty="0">
                <a:latin typeface="맑은 고딕" panose="020B0503020000020004" pitchFamily="50" charset="-127"/>
              </a:rPr>
              <a:t>(2)</a:t>
            </a:r>
            <a:endParaRPr lang="ko-KR" altLang="en-US" sz="3600" dirty="0">
              <a:latin typeface="맑은 고딕" panose="020B0503020000020004" pitchFamily="50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530224" y="1255713"/>
            <a:ext cx="8218239" cy="50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en-US" altLang="ko-KR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2</a:t>
            </a:r>
            <a:r>
              <a:rPr lang="ko-KR" altLang="en-US" dirty="0">
                <a:ea typeface="굴림" charset="-127"/>
              </a:rPr>
              <a:t>번 프로그램에서 </a:t>
            </a:r>
            <a:r>
              <a:rPr lang="en-US" altLang="ko-KR" dirty="0">
                <a:ea typeface="굴림" charset="-127"/>
              </a:rPr>
              <a:t>producer</a:t>
            </a:r>
            <a:r>
              <a:rPr lang="ko-KR" altLang="en-US" dirty="0">
                <a:ea typeface="굴림" charset="-127"/>
              </a:rPr>
              <a:t>가 항상 먼저 </a:t>
            </a:r>
            <a:r>
              <a:rPr lang="en-US" altLang="ko-KR" dirty="0">
                <a:ea typeface="굴림" charset="-127"/>
              </a:rPr>
              <a:t>printf()</a:t>
            </a:r>
            <a:r>
              <a:rPr lang="ko-KR" altLang="en-US" dirty="0">
                <a:ea typeface="굴림" charset="-127"/>
              </a:rPr>
              <a:t>를 실행하고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>
                <a:ea typeface="굴림" charset="-127"/>
              </a:rPr>
              <a:t>이후에 </a:t>
            </a:r>
            <a:r>
              <a:rPr lang="en-US" altLang="ko-KR" dirty="0">
                <a:ea typeface="굴림" charset="-127"/>
              </a:rPr>
              <a:t>consumer printf()</a:t>
            </a:r>
            <a:r>
              <a:rPr lang="ko-KR" altLang="en-US" dirty="0">
                <a:ea typeface="굴림" charset="-127"/>
              </a:rPr>
              <a:t>를 실행하도록 프로그램을 수정하고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>
                <a:ea typeface="굴림" charset="-127"/>
              </a:rPr>
              <a:t>실행 결과를 확인한다</a:t>
            </a:r>
            <a:r>
              <a:rPr lang="en-US" altLang="ko-KR" dirty="0">
                <a:ea typeface="굴림" charset="-127"/>
              </a:rPr>
              <a:t>. (</a:t>
            </a:r>
            <a:r>
              <a:rPr lang="ko-KR" altLang="en-US" dirty="0">
                <a:ea typeface="굴림" charset="-127"/>
              </a:rPr>
              <a:t>힌트</a:t>
            </a:r>
            <a:r>
              <a:rPr lang="en-US" altLang="ko-KR" dirty="0">
                <a:ea typeface="굴림" charset="-127"/>
              </a:rPr>
              <a:t>: </a:t>
            </a:r>
            <a:r>
              <a:rPr lang="ko-KR" altLang="en-US" dirty="0">
                <a:ea typeface="굴림" charset="-127"/>
              </a:rPr>
              <a:t>동기화를 위한 새로운 </a:t>
            </a:r>
            <a:r>
              <a:rPr lang="ko-KR" altLang="en-US" dirty="0" err="1">
                <a:ea typeface="굴림" charset="-127"/>
              </a:rPr>
              <a:t>세마포</a:t>
            </a:r>
            <a:r>
              <a:rPr lang="ko-KR" altLang="en-US" dirty="0">
                <a:ea typeface="굴림" charset="-127"/>
              </a:rPr>
              <a:t> 변수 추가</a:t>
            </a:r>
            <a:r>
              <a:rPr lang="en-US" altLang="ko-KR" dirty="0">
                <a:ea typeface="굴림" charset="-127"/>
              </a:rPr>
              <a:t>). </a:t>
            </a:r>
            <a:r>
              <a:rPr lang="ko-KR" altLang="en-US" dirty="0">
                <a:ea typeface="굴림" charset="-127"/>
              </a:rPr>
              <a:t>그리고 소스코드와 실행 결과를 제출한다</a:t>
            </a:r>
            <a:r>
              <a:rPr lang="en-US" altLang="ko-KR" dirty="0">
                <a:ea typeface="굴림" charset="-127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016" y="2564904"/>
            <a:ext cx="3920368" cy="398055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 bwMode="auto">
          <a:xfrm>
            <a:off x="4067944" y="3068960"/>
            <a:ext cx="1872208" cy="36004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5068726-9D23-4A22-1BE3-252AF737789F}"/>
              </a:ext>
            </a:extLst>
          </p:cNvPr>
          <p:cNvGrpSpPr/>
          <p:nvPr/>
        </p:nvGrpSpPr>
        <p:grpSpPr>
          <a:xfrm>
            <a:off x="234633" y="2768430"/>
            <a:ext cx="707400" cy="358920"/>
            <a:chOff x="234633" y="2768430"/>
            <a:chExt cx="70740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7CEA3BF-A1CB-52A1-B11D-572BE84E7FC5}"/>
                    </a:ext>
                  </a:extLst>
                </p14:cNvPr>
                <p14:cNvContentPartPr/>
                <p14:nvPr/>
              </p14:nvContentPartPr>
              <p14:xfrm>
                <a:off x="261993" y="2770590"/>
                <a:ext cx="117000" cy="1868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7CEA3BF-A1CB-52A1-B11D-572BE84E7FC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3353" y="2761590"/>
                  <a:ext cx="1346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6905384-B34E-36A1-5714-1797E746DF0D}"/>
                    </a:ext>
                  </a:extLst>
                </p14:cNvPr>
                <p14:cNvContentPartPr/>
                <p14:nvPr/>
              </p14:nvContentPartPr>
              <p14:xfrm>
                <a:off x="234633" y="2950950"/>
                <a:ext cx="189720" cy="572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6905384-B34E-36A1-5714-1797E746DF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25633" y="2941950"/>
                  <a:ext cx="207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BCE614C-525B-0B52-AA6B-1721774B5F2B}"/>
                    </a:ext>
                  </a:extLst>
                </p14:cNvPr>
                <p14:cNvContentPartPr/>
                <p14:nvPr/>
              </p14:nvContentPartPr>
              <p14:xfrm>
                <a:off x="323913" y="3024750"/>
                <a:ext cx="108720" cy="1026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BCE614C-525B-0B52-AA6B-1721774B5F2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5273" y="3015750"/>
                  <a:ext cx="126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6DC4E09-E135-4D2D-F888-991FDCED0E68}"/>
                    </a:ext>
                  </a:extLst>
                </p14:cNvPr>
                <p14:cNvContentPartPr/>
                <p14:nvPr/>
              </p14:nvContentPartPr>
              <p14:xfrm>
                <a:off x="454593" y="2838990"/>
                <a:ext cx="87120" cy="1591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6DC4E09-E135-4D2D-F888-991FDCED0E6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5953" y="2830350"/>
                  <a:ext cx="104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10128EE-5793-E882-66F8-654083F74514}"/>
                    </a:ext>
                  </a:extLst>
                </p14:cNvPr>
                <p14:cNvContentPartPr/>
                <p14:nvPr/>
              </p14:nvContentPartPr>
              <p14:xfrm>
                <a:off x="601473" y="2809470"/>
                <a:ext cx="13320" cy="1933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10128EE-5793-E882-66F8-654083F7451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2833" y="2800470"/>
                  <a:ext cx="309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24CCD9B-6912-AE6C-5C5E-33102DA6980C}"/>
                    </a:ext>
                  </a:extLst>
                </p14:cNvPr>
                <p14:cNvContentPartPr/>
                <p14:nvPr/>
              </p14:nvContentPartPr>
              <p14:xfrm>
                <a:off x="716673" y="2768430"/>
                <a:ext cx="16920" cy="918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24CCD9B-6912-AE6C-5C5E-33102DA6980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8033" y="2759430"/>
                  <a:ext cx="34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F1FF643-353B-F774-1109-EB40CD81F6C6}"/>
                    </a:ext>
                  </a:extLst>
                </p14:cNvPr>
                <p14:cNvContentPartPr/>
                <p14:nvPr/>
              </p14:nvContentPartPr>
              <p14:xfrm>
                <a:off x="645033" y="2840790"/>
                <a:ext cx="140040" cy="118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F1FF643-353B-F774-1109-EB40CD81F6C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6033" y="2832150"/>
                  <a:ext cx="1576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7E6CAFF-8644-3489-A4E6-CAD576F1F82D}"/>
                    </a:ext>
                  </a:extLst>
                </p14:cNvPr>
                <p14:cNvContentPartPr/>
                <p14:nvPr/>
              </p14:nvContentPartPr>
              <p14:xfrm>
                <a:off x="663033" y="2941950"/>
                <a:ext cx="164880" cy="1234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7E6CAFF-8644-3489-A4E6-CAD576F1F82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4033" y="2932950"/>
                  <a:ext cx="182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59632E1-D2EA-B505-E0BF-DD17231E225E}"/>
                    </a:ext>
                  </a:extLst>
                </p14:cNvPr>
                <p14:cNvContentPartPr/>
                <p14:nvPr/>
              </p14:nvContentPartPr>
              <p14:xfrm>
                <a:off x="834753" y="2808030"/>
                <a:ext cx="39240" cy="3135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59632E1-D2EA-B505-E0BF-DD17231E225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26113" y="2799390"/>
                  <a:ext cx="56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6BEE931-5C6F-4168-CADD-48CCF72313F5}"/>
                    </a:ext>
                  </a:extLst>
                </p14:cNvPr>
                <p14:cNvContentPartPr/>
                <p14:nvPr/>
              </p14:nvContentPartPr>
              <p14:xfrm>
                <a:off x="856353" y="2936910"/>
                <a:ext cx="85680" cy="277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6BEE931-5C6F-4168-CADD-48CCF72313F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7713" y="2927910"/>
                  <a:ext cx="103320" cy="4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30910841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2322</TotalTime>
  <Words>180</Words>
  <Application>Microsoft Office PowerPoint</Application>
  <PresentationFormat>화면 슬라이드 쇼(4:3)</PresentationFormat>
  <Paragraphs>24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굴림</vt:lpstr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Times New Roman</vt:lpstr>
      <vt:lpstr>Wingdings</vt:lpstr>
      <vt:lpstr>techtropolis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216</cp:revision>
  <dcterms:created xsi:type="dcterms:W3CDTF">2011-06-15T00:21:10Z</dcterms:created>
  <dcterms:modified xsi:type="dcterms:W3CDTF">2023-10-13T04:22:38Z</dcterms:modified>
</cp:coreProperties>
</file>