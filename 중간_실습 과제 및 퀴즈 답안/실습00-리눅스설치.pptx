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sldIdLst>
    <p:sldId id="267" r:id="rId2"/>
    <p:sldId id="268" r:id="rId3"/>
    <p:sldId id="319" r:id="rId4"/>
    <p:sldId id="289" r:id="rId5"/>
    <p:sldId id="318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04" r:id="rId20"/>
  </p:sldIdLst>
  <p:sldSz cx="9144000" cy="6858000" type="screen4x3"/>
  <p:notesSz cx="6735763" cy="986948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  <a:srgbClr val="CC3300"/>
    <a:srgbClr val="FF99CC"/>
    <a:srgbClr val="00FFFF"/>
    <a:srgbClr val="9966FF"/>
    <a:srgbClr val="CC0099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27" autoAdjust="0"/>
    <p:restoredTop sz="94604" autoAdjust="0"/>
  </p:normalViewPr>
  <p:slideViewPr>
    <p:cSldViewPr>
      <p:cViewPr varScale="1">
        <p:scale>
          <a:sx n="106" d="100"/>
          <a:sy n="106" d="100"/>
        </p:scale>
        <p:origin x="1464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0113" y="739775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7888"/>
            <a:ext cx="493871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5775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5775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A073866A-EA0A-4B19-B748-BD3F3BA09B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 txBox="1">
            <a:spLocks noGrp="1" noChangeArrowheads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fld id="{A8E89D8A-7C77-45FE-89D6-DDA900CC1ED4}" type="slidenum">
              <a:rPr kumimoji="1" lang="en-US" altLang="ko-KR" sz="1200">
                <a:latin typeface="굴림" panose="020B0600000101010101" pitchFamily="50" charset="-127"/>
              </a:rPr>
              <a:pPr algn="r" eaLnBrk="1" latinLnBrk="1" hangingPunct="1"/>
              <a:t>1</a:t>
            </a:fld>
            <a:endParaRPr kumimoji="1" lang="en-US" altLang="ko-KR" sz="1200">
              <a:latin typeface="굴림" panose="020B0600000101010101" pitchFamily="50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4687888"/>
            <a:ext cx="5389563" cy="4441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73866A-EA0A-4B19-B748-BD3F3BA09BE2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869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5AFA9-FBE5-40C8-81F5-60BC803DC8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723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6882B-2881-4681-B65F-359E6353D2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9079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8CCC8-A54D-43DD-B747-BFFECD39F3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367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 noChangeArrowheads="1"/>
          </p:cNvSpPr>
          <p:nvPr userDrawn="1"/>
        </p:nvSpPr>
        <p:spPr bwMode="auto">
          <a:xfrm>
            <a:off x="0" y="765175"/>
            <a:ext cx="9144000" cy="57594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1800" smtClean="0">
              <a:latin typeface="Arial" panose="020B0604020202020204" pitchFamily="34" charset="0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›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E6ECBF40-7CD0-4978-A14F-08996A228C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826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15888"/>
            <a:ext cx="8642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39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56588" y="6553200"/>
            <a:ext cx="8874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400"/>
            </a:lvl1pPr>
          </a:lstStyle>
          <a:p>
            <a:pPr>
              <a:defRPr/>
            </a:pPr>
            <a:fld id="{CDBA966D-0ADA-4BDE-941B-2048E1D665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Ø"/>
        <a:defRPr kumimoji="1" sz="2000" b="1">
          <a:solidFill>
            <a:srgbClr val="002760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kumimoji="1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ü"/>
        <a:defRPr kumimoji="1" sz="16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1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MYtSUPENgE_7XOPilpfn0NtsfDk9CtlS?usp=sharing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ntos.org/downloa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30C2B5-24F7-416F-A7A8-48897600411C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368425" y="1916113"/>
            <a:ext cx="648017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ko-KR" altLang="en-US" sz="4000" b="1" kern="0" dirty="0" smtClean="0">
                <a:latin typeface="나눔고딕 ExtraBold" pitchFamily="50" charset="-127"/>
                <a:ea typeface="나눔고딕 ExtraBold" pitchFamily="50" charset="-127"/>
              </a:rPr>
              <a:t>실습 준비</a:t>
            </a:r>
            <a:endParaRPr lang="en-US" altLang="ko-KR" sz="4000" b="1" kern="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71550" y="3357563"/>
            <a:ext cx="7272338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ko-KR" altLang="en-US" sz="4000" b="1" kern="0" err="1" smtClean="0">
                <a:latin typeface="나눔고딕 ExtraBold" pitchFamily="50" charset="-127"/>
                <a:ea typeface="나눔고딕 ExtraBold" pitchFamily="50" charset="-127"/>
              </a:rPr>
              <a:t>가상머신</a:t>
            </a:r>
            <a:r>
              <a:rPr lang="ko-KR" altLang="en-US" sz="4000" b="1" kern="0" dirty="0" smtClean="0">
                <a:latin typeface="나눔고딕 ExtraBold" pitchFamily="50" charset="-127"/>
                <a:ea typeface="나눔고딕 ExtraBold" pitchFamily="50" charset="-127"/>
              </a:rPr>
              <a:t> 환경에서 </a:t>
            </a:r>
            <a:r>
              <a:rPr lang="ko-KR" altLang="en-US" sz="4000" b="1" kern="0" dirty="0" err="1" smtClean="0">
                <a:latin typeface="나눔고딕 ExtraBold" pitchFamily="50" charset="-127"/>
                <a:ea typeface="나눔고딕 ExtraBold" pitchFamily="50" charset="-127"/>
              </a:rPr>
              <a:t>리눅스</a:t>
            </a:r>
            <a:r>
              <a:rPr lang="ko-KR" altLang="en-US" sz="4000" b="1" kern="0" dirty="0" smtClean="0">
                <a:latin typeface="나눔고딕 ExtraBold" pitchFamily="50" charset="-127"/>
                <a:ea typeface="나눔고딕 ExtraBold" pitchFamily="50" charset="-127"/>
              </a:rPr>
              <a:t> 설치</a:t>
            </a:r>
            <a:endParaRPr lang="en-US" altLang="ko-KR" sz="4000" b="1" kern="0" dirty="0"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BB6A34-F76F-41A6-800D-F751E62CB89A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908050"/>
            <a:ext cx="8642350" cy="1955800"/>
          </a:xfrm>
        </p:spPr>
        <p:txBody>
          <a:bodyPr/>
          <a:lstStyle/>
          <a:p>
            <a:pPr eaLnBrk="1" hangingPunct="1"/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실제 컴퓨터와 달리 소프트웨어로 모방한 가짜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CPU,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가짜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RAM,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가짜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HDD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등으로 구성된 컴퓨터</a:t>
            </a:r>
            <a:endParaRPr lang="en-US" altLang="ko-KR" sz="180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hangingPunct="1"/>
            <a:endParaRPr lang="ko-KR" altLang="en-US" sz="180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eaLnBrk="1" hangingPunct="1"/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가상 하드웨어에 운영체제를 설치할 수 있는데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실제 컴퓨터에 설치된 운영체제를 호스트 운영체제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가상머신에 설치된 운영체제를 게스트 운영체제라 함</a:t>
            </a: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979738"/>
            <a:ext cx="5073650" cy="292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</a14:hiddenEffects>
            </a:ext>
          </a:extLst>
        </p:spPr>
      </p:pic>
      <p:sp>
        <p:nvSpPr>
          <p:cNvPr id="6149" name="Rectangle 2"/>
          <p:cNvSpPr>
            <a:spLocks noChangeArrowheads="1"/>
          </p:cNvSpPr>
          <p:nvPr/>
        </p:nvSpPr>
        <p:spPr bwMode="auto">
          <a:xfrm>
            <a:off x="179388" y="0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28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가상머신 개요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2"/>
          <p:cNvSpPr>
            <a:spLocks noGrp="1"/>
          </p:cNvSpPr>
          <p:nvPr>
            <p:ph idx="1"/>
          </p:nvPr>
        </p:nvSpPr>
        <p:spPr>
          <a:xfrm>
            <a:off x="250825" y="620713"/>
            <a:ext cx="8858250" cy="5683250"/>
          </a:xfrm>
        </p:spPr>
        <p:txBody>
          <a:bodyPr/>
          <a:lstStyle/>
          <a:p>
            <a:r>
              <a:rPr lang="en-US" altLang="ko-KR" sz="2800" dirty="0" smtClean="0"/>
              <a:t>VMware Workstation </a:t>
            </a:r>
            <a:r>
              <a:rPr lang="ko-KR" altLang="en-US" sz="2800" dirty="0" smtClean="0"/>
              <a:t>설치</a:t>
            </a:r>
            <a:r>
              <a:rPr lang="en-US" altLang="ko-KR" sz="2800" dirty="0" smtClean="0"/>
              <a:t> (</a:t>
            </a:r>
            <a:r>
              <a:rPr lang="ko-KR" altLang="en-US" sz="2800" dirty="0" smtClean="0"/>
              <a:t>이미 설치되었으면 생략</a:t>
            </a:r>
            <a:r>
              <a:rPr lang="en-US" altLang="ko-KR" sz="2800" dirty="0" smtClean="0"/>
              <a:t>)</a:t>
            </a:r>
          </a:p>
          <a:p>
            <a:pPr lvl="4"/>
            <a:endParaRPr lang="ko-KR" altLang="en-US" sz="800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학교 실습실에는 이미 설치되어 있으므로 생략</a:t>
            </a:r>
            <a:r>
              <a:rPr lang="en-US" altLang="ko-KR" dirty="0" smtClean="0"/>
              <a:t> (</a:t>
            </a:r>
            <a:r>
              <a:rPr lang="ko-KR" altLang="en-US" dirty="0" smtClean="0"/>
              <a:t>가정에서 설치 시에 참조</a:t>
            </a:r>
            <a:r>
              <a:rPr lang="en-US" altLang="ko-KR" dirty="0" smtClean="0"/>
              <a:t>)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여러가지 버전들 중에서 가급적 </a:t>
            </a:r>
            <a:r>
              <a:rPr lang="en-US" altLang="ko-KR" dirty="0" smtClean="0"/>
              <a:t>16 </a:t>
            </a:r>
            <a:r>
              <a:rPr lang="ko-KR" altLang="en-US" dirty="0" smtClean="0"/>
              <a:t>버전을 선택</a:t>
            </a:r>
            <a:r>
              <a:rPr lang="en-US" altLang="ko-KR" dirty="0" smtClean="0"/>
              <a:t>. (15 </a:t>
            </a:r>
            <a:r>
              <a:rPr lang="ko-KR" altLang="en-US" dirty="0" smtClean="0"/>
              <a:t>버전 </a:t>
            </a:r>
            <a:r>
              <a:rPr lang="ko-KR" altLang="en-US" dirty="0" smtClean="0"/>
              <a:t>이하에서는 </a:t>
            </a:r>
            <a:r>
              <a:rPr lang="ko-KR" altLang="en-US" dirty="0" smtClean="0"/>
              <a:t>컴퓨터 사양에 따라 리눅스 설치 에러가 발생할 가능성 있음</a:t>
            </a:r>
            <a:r>
              <a:rPr lang="en-US" altLang="ko-KR" dirty="0" smtClean="0"/>
              <a:t>)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구글 또는 네이버에서 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vmware</a:t>
            </a:r>
            <a:r>
              <a:rPr lang="en-US" altLang="ko-KR" dirty="0" smtClean="0"/>
              <a:t> workstation </a:t>
            </a:r>
            <a:r>
              <a:rPr lang="en-US" altLang="ko-KR" dirty="0" smtClean="0"/>
              <a:t>16 </a:t>
            </a:r>
            <a:r>
              <a:rPr lang="en-US" altLang="ko-KR" dirty="0" smtClean="0"/>
              <a:t>player download”</a:t>
            </a:r>
            <a:r>
              <a:rPr lang="ko-KR" altLang="en-US" dirty="0"/>
              <a:t> </a:t>
            </a:r>
            <a:r>
              <a:rPr lang="ko-KR" altLang="en-US" dirty="0" smtClean="0"/>
              <a:t>검색하여 다운로드</a:t>
            </a:r>
            <a:r>
              <a:rPr lang="en-US" altLang="ko-KR" dirty="0" smtClean="0"/>
              <a:t>. </a:t>
            </a:r>
            <a:r>
              <a:rPr lang="en-US" altLang="ko-KR" dirty="0"/>
              <a:t>(https://</a:t>
            </a:r>
            <a:r>
              <a:rPr lang="en-US" altLang="ko-KR" dirty="0" smtClean="0"/>
              <a:t>customerconnect.vmware.com/en/downloads/info/slug/desktop_end_user_computing/vmware_workstation_player/16_0</a:t>
            </a:r>
            <a:r>
              <a:rPr lang="en-US" altLang="ko-KR" dirty="0" smtClean="0"/>
              <a:t>)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다운로드 받은 </a:t>
            </a:r>
            <a:r>
              <a:rPr lang="en-US" altLang="ko-KR" dirty="0" smtClean="0"/>
              <a:t>vmware-player-16.???????.exe </a:t>
            </a:r>
            <a:r>
              <a:rPr lang="ko-KR" altLang="en-US" dirty="0" smtClean="0"/>
              <a:t>파일을 실행하여 설치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7171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3225BF-C153-4FE9-90C5-9F96FE8E0924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B46D18-A854-4916-A5B8-9D51746E4095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4" y="908050"/>
            <a:ext cx="8857679" cy="5395913"/>
          </a:xfrm>
        </p:spPr>
        <p:txBody>
          <a:bodyPr/>
          <a:lstStyle/>
          <a:p>
            <a:pPr marL="266700" indent="-266700">
              <a:tabLst>
                <a:tab pos="266700" algn="l"/>
              </a:tabLst>
            </a:pPr>
            <a:r>
              <a:rPr lang="en-US" altLang="ko-KR" sz="2800" dirty="0" smtClean="0">
                <a:latin typeface="Times" panose="02020603050405020304" pitchFamily="18" charset="0"/>
              </a:rPr>
              <a:t> CentOS 6.5 </a:t>
            </a:r>
            <a:r>
              <a:rPr lang="ko-KR" altLang="en-US" sz="2800" dirty="0" smtClean="0">
                <a:latin typeface="Times" panose="02020603050405020304" pitchFamily="18" charset="0"/>
              </a:rPr>
              <a:t>리눅스 설치 준비</a:t>
            </a:r>
          </a:p>
          <a:p>
            <a:pPr marL="714375" lvl="1" indent="-268288">
              <a:tabLst>
                <a:tab pos="266700" algn="l"/>
              </a:tabLst>
            </a:pPr>
            <a:endParaRPr lang="en-US" altLang="ko-KR" sz="2000" dirty="0" smtClean="0">
              <a:latin typeface="Times" panose="02020603050405020304" pitchFamily="18" charset="0"/>
            </a:endParaRPr>
          </a:p>
          <a:p>
            <a:pPr marL="714375" lvl="1" indent="-268288">
              <a:tabLst>
                <a:tab pos="266700" algn="l"/>
              </a:tabLst>
            </a:pPr>
            <a:r>
              <a:rPr lang="ko-KR" altLang="en-US" sz="2000" dirty="0" smtClean="0">
                <a:latin typeface="Times" panose="02020603050405020304" pitchFamily="18" charset="0"/>
              </a:rPr>
              <a:t>리눅스를 설치할 폴더를 생성</a:t>
            </a:r>
            <a:r>
              <a:rPr lang="en-US" altLang="ko-KR" sz="2000" dirty="0" smtClean="0">
                <a:latin typeface="Times" panose="02020603050405020304" pitchFamily="18" charset="0"/>
              </a:rPr>
              <a:t>.  (</a:t>
            </a:r>
            <a:r>
              <a:rPr lang="ko-KR" altLang="en-US" sz="2000" dirty="0" smtClean="0">
                <a:latin typeface="Times" panose="02020603050405020304" pitchFamily="18" charset="0"/>
              </a:rPr>
              <a:t>예</a:t>
            </a:r>
            <a:r>
              <a:rPr lang="en-US" altLang="ko-KR" sz="2000" dirty="0" smtClean="0">
                <a:latin typeface="Times" panose="02020603050405020304" pitchFamily="18" charset="0"/>
              </a:rPr>
              <a:t>: D:/wanlee-CentOS65)</a:t>
            </a:r>
          </a:p>
          <a:p>
            <a:pPr marL="714375" lvl="1" indent="-268288">
              <a:tabLst>
                <a:tab pos="266700" algn="l"/>
              </a:tabLst>
            </a:pPr>
            <a:endParaRPr lang="en-US" altLang="ko-KR" sz="2000" dirty="0" smtClean="0">
              <a:latin typeface="Times" panose="02020603050405020304" pitchFamily="18" charset="0"/>
            </a:endParaRPr>
          </a:p>
          <a:p>
            <a:pPr marL="714375" lvl="1" indent="-268288">
              <a:tabLst>
                <a:tab pos="266700" algn="l"/>
              </a:tabLst>
            </a:pPr>
            <a:r>
              <a:rPr lang="ko-KR" altLang="en-US" sz="2000" dirty="0" smtClean="0">
                <a:latin typeface="Times" panose="02020603050405020304" pitchFamily="18" charset="0"/>
              </a:rPr>
              <a:t>자신의 컴퓨터 </a:t>
            </a:r>
            <a:r>
              <a:rPr lang="ko-KR" altLang="en-US" sz="2000" dirty="0" smtClean="0">
                <a:latin typeface="Times" panose="02020603050405020304" pitchFamily="18" charset="0"/>
              </a:rPr>
              <a:t>바탕화면에</a:t>
            </a:r>
            <a:r>
              <a:rPr lang="en-US" altLang="ko-KR" sz="2000" dirty="0" smtClean="0">
                <a:latin typeface="Times" panose="02020603050405020304" pitchFamily="18" charset="0"/>
              </a:rPr>
              <a:t>(</a:t>
            </a:r>
            <a:r>
              <a:rPr lang="ko-KR" altLang="en-US" sz="2000" dirty="0" smtClean="0">
                <a:latin typeface="Times" panose="02020603050405020304" pitchFamily="18" charset="0"/>
              </a:rPr>
              <a:t>또는</a:t>
            </a:r>
            <a:r>
              <a:rPr lang="ko-KR" altLang="en-US" sz="2000" dirty="0" smtClean="0">
                <a:latin typeface="Times" panose="02020603050405020304" pitchFamily="18" charset="0"/>
              </a:rPr>
              <a:t> </a:t>
            </a:r>
            <a:r>
              <a:rPr lang="en-US" altLang="ko-KR" sz="2000" dirty="0" smtClean="0">
                <a:latin typeface="Times" panose="02020603050405020304" pitchFamily="18" charset="0"/>
              </a:rPr>
              <a:t>D</a:t>
            </a:r>
            <a:r>
              <a:rPr lang="en-US" altLang="ko-KR" sz="2000" dirty="0" smtClean="0">
                <a:latin typeface="Times" panose="02020603050405020304" pitchFamily="18" charset="0"/>
              </a:rPr>
              <a:t>:</a:t>
            </a:r>
            <a:r>
              <a:rPr lang="ko-KR" altLang="en-US" sz="2000" dirty="0">
                <a:latin typeface="Times" panose="02020603050405020304" pitchFamily="18" charset="0"/>
              </a:rPr>
              <a:t> </a:t>
            </a:r>
            <a:r>
              <a:rPr lang="en-US" altLang="ko-KR" sz="2000" dirty="0" smtClean="0">
                <a:latin typeface="Times" panose="02020603050405020304" pitchFamily="18" charset="0"/>
              </a:rPr>
              <a:t>or</a:t>
            </a:r>
            <a:r>
              <a:rPr lang="ko-KR" altLang="en-US" sz="2000" dirty="0" smtClean="0">
                <a:latin typeface="Times" panose="02020603050405020304" pitchFamily="18" charset="0"/>
              </a:rPr>
              <a:t> </a:t>
            </a:r>
            <a:r>
              <a:rPr lang="en-US" altLang="ko-KR" sz="2000" dirty="0" smtClean="0">
                <a:latin typeface="Times" panose="02020603050405020304" pitchFamily="18" charset="0"/>
              </a:rPr>
              <a:t>E:</a:t>
            </a:r>
            <a:r>
              <a:rPr lang="en-US" altLang="ko-KR" sz="2000" dirty="0" smtClean="0">
                <a:latin typeface="Times" panose="02020603050405020304" pitchFamily="18" charset="0"/>
                <a:sym typeface="Wingdings" panose="05000000000000000000" pitchFamily="2" charset="2"/>
              </a:rPr>
              <a:t>) </a:t>
            </a:r>
            <a:r>
              <a:rPr lang="ko-KR" altLang="en-US" sz="2000" dirty="0" smtClean="0">
                <a:latin typeface="Times" panose="02020603050405020304" pitchFamily="18" charset="0"/>
              </a:rPr>
              <a:t>설치 파일</a:t>
            </a:r>
            <a:r>
              <a:rPr lang="en-US" altLang="ko-KR" sz="2000" dirty="0" smtClean="0">
                <a:latin typeface="Times" panose="02020603050405020304" pitchFamily="18" charset="0"/>
              </a:rPr>
              <a:t>(</a:t>
            </a:r>
            <a:r>
              <a:rPr lang="en-US" altLang="ko-KR" sz="2000" dirty="0"/>
              <a:t>CentOS_6.5_Final.iso</a:t>
            </a:r>
            <a:r>
              <a:rPr lang="en-US" altLang="ko-KR" sz="2000" dirty="0" smtClean="0">
                <a:latin typeface="Times" panose="02020603050405020304" pitchFamily="18" charset="0"/>
              </a:rPr>
              <a:t>)</a:t>
            </a:r>
            <a:r>
              <a:rPr lang="ko-KR" altLang="en-US" sz="2000" dirty="0" smtClean="0">
                <a:latin typeface="Times" panose="02020603050405020304" pitchFamily="18" charset="0"/>
              </a:rPr>
              <a:t>이 있는지 확인</a:t>
            </a:r>
            <a:r>
              <a:rPr lang="en-US" altLang="ko-KR" sz="2000" dirty="0" smtClean="0">
                <a:latin typeface="Times" panose="02020603050405020304" pitchFamily="18" charset="0"/>
              </a:rPr>
              <a:t>.</a:t>
            </a:r>
          </a:p>
          <a:p>
            <a:pPr marL="1114425" lvl="2" indent="-268288">
              <a:tabLst>
                <a:tab pos="266700" algn="l"/>
              </a:tabLst>
            </a:pPr>
            <a:r>
              <a:rPr lang="ko-KR" altLang="en-US" sz="1800" dirty="0" smtClean="0"/>
              <a:t>학교 </a:t>
            </a:r>
            <a:r>
              <a:rPr lang="ko-KR" altLang="en-US" sz="1800" dirty="0"/>
              <a:t>실습실에는 이미 설치되어 있으므로 생략</a:t>
            </a:r>
            <a:r>
              <a:rPr lang="en-US" altLang="ko-KR" sz="1800" dirty="0"/>
              <a:t> </a:t>
            </a:r>
            <a:endParaRPr lang="en-US" altLang="ko-KR" sz="1800" dirty="0" smtClean="0"/>
          </a:p>
          <a:p>
            <a:pPr marL="1114425" lvl="2" indent="-268288">
              <a:tabLst>
                <a:tab pos="266700" algn="l"/>
              </a:tabLst>
            </a:pPr>
            <a:r>
              <a:rPr lang="ko-KR" altLang="en-US" sz="1800" dirty="0" smtClean="0"/>
              <a:t>가정에서 </a:t>
            </a:r>
            <a:r>
              <a:rPr lang="ko-KR" altLang="en-US" sz="1800" dirty="0"/>
              <a:t>설치 </a:t>
            </a:r>
            <a:r>
              <a:rPr lang="ko-KR" altLang="en-US" sz="1800" dirty="0" smtClean="0"/>
              <a:t>시에는 구글 드라이브에서 </a:t>
            </a:r>
            <a:r>
              <a:rPr lang="ko-KR" altLang="en-US" sz="1800" dirty="0" smtClean="0"/>
              <a:t>다운로드</a:t>
            </a:r>
            <a:endParaRPr lang="en-US" altLang="ko-KR" sz="1800" dirty="0" smtClean="0"/>
          </a:p>
          <a:p>
            <a:pPr marL="846137" lvl="2" indent="0">
              <a:buNone/>
              <a:tabLst>
                <a:tab pos="266700" algn="l"/>
              </a:tabLst>
            </a:pPr>
            <a:r>
              <a:rPr lang="en-US" altLang="ko-KR" sz="2000" dirty="0" smtClean="0">
                <a:hlinkClick r:id="rId2"/>
              </a:rPr>
              <a:t>https</a:t>
            </a:r>
            <a:r>
              <a:rPr lang="en-US" altLang="ko-KR" sz="2000" dirty="0">
                <a:hlinkClick r:id="rId2"/>
              </a:rPr>
              <a:t>://</a:t>
            </a:r>
            <a:r>
              <a:rPr lang="en-US" altLang="ko-KR" sz="2000" dirty="0" smtClean="0">
                <a:hlinkClick r:id="rId2"/>
              </a:rPr>
              <a:t>drive.google.com/drive/folders/1MYtSUPENgE_7XOPilpfn0NtsfDk9CtlS?usp=sharing</a:t>
            </a:r>
            <a:r>
              <a:rPr lang="en-US" altLang="ko-KR" sz="2000" dirty="0" smtClean="0"/>
              <a:t> </a:t>
            </a:r>
            <a:endParaRPr lang="en-US" altLang="ko-KR" sz="2000" dirty="0"/>
          </a:p>
          <a:p>
            <a:pPr marL="714375" lvl="1" indent="-268288">
              <a:tabLst>
                <a:tab pos="266700" algn="l"/>
              </a:tabLst>
            </a:pPr>
            <a:endParaRPr lang="en-US" altLang="ko-KR" sz="2000" dirty="0" smtClean="0">
              <a:latin typeface="Times" panose="02020603050405020304" pitchFamily="18" charset="0"/>
            </a:endParaRPr>
          </a:p>
          <a:p>
            <a:pPr marL="1254125" lvl="2" indent="-268288">
              <a:tabLst>
                <a:tab pos="266700" algn="l"/>
              </a:tabLst>
            </a:pPr>
            <a:endParaRPr lang="en-US" altLang="ko-KR" dirty="0" smtClean="0">
              <a:latin typeface="Times" panose="02020603050405020304" pitchFamily="18" charset="0"/>
            </a:endParaRPr>
          </a:p>
          <a:p>
            <a:pPr marL="1254125" lvl="2" indent="-268288">
              <a:tabLst>
                <a:tab pos="266700" algn="l"/>
              </a:tabLst>
            </a:pPr>
            <a:endParaRPr lang="ko-KR" altLang="en-US" dirty="0" smtClean="0">
              <a:latin typeface="Times" panose="02020603050405020304" pitchFamily="18" charset="0"/>
            </a:endParaRPr>
          </a:p>
          <a:p>
            <a:pPr marL="266700" indent="-266700">
              <a:tabLst>
                <a:tab pos="266700" algn="l"/>
              </a:tabLst>
            </a:pPr>
            <a:endParaRPr lang="ko-KR" altLang="en-US" dirty="0" smtClean="0"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내용 개체 틀 2"/>
          <p:cNvSpPr>
            <a:spLocks noGrp="1"/>
          </p:cNvSpPr>
          <p:nvPr>
            <p:ph idx="1"/>
          </p:nvPr>
        </p:nvSpPr>
        <p:spPr>
          <a:xfrm>
            <a:off x="251520" y="512937"/>
            <a:ext cx="8642350" cy="6192663"/>
          </a:xfrm>
        </p:spPr>
        <p:txBody>
          <a:bodyPr/>
          <a:lstStyle/>
          <a:p>
            <a:r>
              <a:rPr lang="ko-KR" altLang="en-US" sz="2800" dirty="0" smtClean="0"/>
              <a:t>설치용 </a:t>
            </a:r>
            <a:r>
              <a:rPr lang="en-US" altLang="ko-KR" sz="2800" dirty="0" smtClean="0"/>
              <a:t>CentOS </a:t>
            </a:r>
            <a:r>
              <a:rPr lang="ko-KR" altLang="en-US" sz="2800" dirty="0" smtClean="0"/>
              <a:t>홈페이지에서 다운로드 </a:t>
            </a:r>
            <a:r>
              <a:rPr lang="en-US" altLang="ko-KR" sz="2800" dirty="0" smtClean="0"/>
              <a:t>(</a:t>
            </a:r>
            <a:r>
              <a:rPr lang="ko-KR" altLang="en-US" sz="2800" dirty="0" err="1" smtClean="0"/>
              <a:t>오래걸려서</a:t>
            </a:r>
            <a:r>
              <a:rPr lang="ko-KR" altLang="en-US" sz="2800" dirty="0" smtClean="0"/>
              <a:t> 권장하지 않음</a:t>
            </a:r>
            <a:r>
              <a:rPr lang="en-US" altLang="ko-KR" sz="2800" dirty="0" smtClean="0"/>
              <a:t>)</a:t>
            </a:r>
          </a:p>
          <a:p>
            <a:pPr lvl="4"/>
            <a:endParaRPr lang="ko-KR" altLang="en-US" sz="800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en-US" altLang="ko-KR" dirty="0" smtClean="0"/>
              <a:t>CentOS </a:t>
            </a:r>
            <a:r>
              <a:rPr lang="ko-KR" altLang="en-US" dirty="0" smtClean="0"/>
              <a:t>공식 홈페이지에 접속 </a:t>
            </a:r>
            <a:r>
              <a:rPr lang="en-US" altLang="ko-KR" dirty="0" smtClean="0"/>
              <a:t>(</a:t>
            </a:r>
            <a:r>
              <a:rPr lang="en-US" altLang="ko-KR" dirty="0" smtClean="0">
                <a:hlinkClick r:id="rId3"/>
              </a:rPr>
              <a:t>http://www.centos.org/download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/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버전 </a:t>
            </a:r>
            <a:r>
              <a:rPr lang="en-US" altLang="ko-KR" dirty="0" smtClean="0"/>
              <a:t>6 </a:t>
            </a:r>
            <a:r>
              <a:rPr lang="ko-KR" altLang="en-US" dirty="0" smtClean="0"/>
              <a:t>이외에 최신 버전들</a:t>
            </a:r>
            <a:r>
              <a:rPr lang="en-US" altLang="ko-KR" dirty="0" smtClean="0"/>
              <a:t>(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7, 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8)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다운 </a:t>
            </a:r>
            <a:r>
              <a:rPr lang="ko-KR" altLang="en-US" dirty="0" smtClean="0"/>
              <a:t>받을 수 </a:t>
            </a:r>
            <a:r>
              <a:rPr lang="ko-KR" altLang="en-US" dirty="0" smtClean="0"/>
              <a:t>있음</a:t>
            </a:r>
            <a:r>
              <a:rPr lang="en-US" altLang="ko-KR" dirty="0" smtClean="0"/>
              <a:t>. 32</a:t>
            </a:r>
            <a:r>
              <a:rPr lang="ko-KR" altLang="en-US" dirty="0" smtClean="0"/>
              <a:t>비트 운영체제 대신에 </a:t>
            </a:r>
            <a:r>
              <a:rPr lang="en-US" altLang="ko-KR" dirty="0" smtClean="0"/>
              <a:t>64</a:t>
            </a:r>
            <a:r>
              <a:rPr lang="ko-KR" altLang="en-US" dirty="0" smtClean="0"/>
              <a:t>비트 운영체제 선택 가능</a:t>
            </a:r>
            <a:r>
              <a:rPr lang="en-US" altLang="ko-KR" dirty="0" smtClean="0"/>
              <a:t>. 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적절한 </a:t>
            </a:r>
            <a:r>
              <a:rPr lang="en-US" altLang="ko-KR" dirty="0" err="1" smtClean="0"/>
              <a:t>iso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다운 받음</a:t>
            </a:r>
            <a:r>
              <a:rPr lang="en-US" altLang="ko-KR" dirty="0" smtClean="0"/>
              <a:t>.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r>
              <a:rPr lang="ko-KR" altLang="en-US" dirty="0" smtClean="0"/>
              <a:t>세부 설치 과정은 다운 받은 </a:t>
            </a:r>
            <a:r>
              <a:rPr lang="en-US" altLang="ko-KR" dirty="0" err="1" smtClean="0"/>
              <a:t>iso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파일에 따라서 달라짐</a:t>
            </a:r>
            <a:r>
              <a:rPr lang="en-US" altLang="ko-KR" dirty="0" smtClean="0"/>
              <a:t>. (</a:t>
            </a:r>
            <a:r>
              <a:rPr lang="ko-KR" altLang="en-US" dirty="0" smtClean="0"/>
              <a:t>본 자료는 </a:t>
            </a:r>
            <a:r>
              <a:rPr lang="en-US" altLang="ko-KR" dirty="0" smtClean="0"/>
              <a:t>4</a:t>
            </a:r>
            <a:r>
              <a:rPr lang="ko-KR" altLang="en-US" dirty="0" smtClean="0"/>
              <a:t>페이지에서 다운 받은 </a:t>
            </a:r>
            <a:r>
              <a:rPr lang="en-US" altLang="ko-KR" dirty="0" smtClean="0"/>
              <a:t>32</a:t>
            </a:r>
            <a:r>
              <a:rPr lang="ko-KR" altLang="en-US" dirty="0" smtClean="0"/>
              <a:t>비트 운영체제 </a:t>
            </a:r>
            <a:r>
              <a:rPr lang="en-US" altLang="ko-KR" dirty="0" smtClean="0"/>
              <a:t>CentOS_6.5_Final.iso </a:t>
            </a:r>
            <a:r>
              <a:rPr lang="ko-KR" altLang="en-US" dirty="0" smtClean="0"/>
              <a:t>파일의 설치 과정을 설명</a:t>
            </a:r>
            <a:r>
              <a:rPr lang="en-US" altLang="ko-KR" dirty="0" smtClean="0"/>
              <a:t>)</a:t>
            </a:r>
          </a:p>
          <a:p>
            <a:pPr marL="800100" lvl="1" indent="-342900">
              <a:buFont typeface="굴림" panose="020B0600000101010101" pitchFamily="50" charset="-127"/>
              <a:buAutoNum type="circleNumDbPlain"/>
            </a:pPr>
            <a:endParaRPr lang="en-US" altLang="ko-KR" dirty="0" smtClean="0"/>
          </a:p>
        </p:txBody>
      </p:sp>
      <p:sp>
        <p:nvSpPr>
          <p:cNvPr id="9221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07C226-F22E-4D67-BF4A-C72FE3040252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916832"/>
            <a:ext cx="4130422" cy="282364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24EB7A-4155-49C2-A26B-6C74216C0E5D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908050"/>
            <a:ext cx="8569325" cy="5395913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/>
            </a:pP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가상머신을 설치할 폴더를 생성한다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그리고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VMWare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메뉴의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[File]-[New Virtual Machine]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클릭 → 가상머신 마법사 실행 화면에서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Typical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선택 후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&lt;Next&gt;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클릭</a:t>
            </a:r>
          </a:p>
        </p:txBody>
      </p:sp>
      <p:pic>
        <p:nvPicPr>
          <p:cNvPr id="10244" name="그림 10" descr="1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928813"/>
            <a:ext cx="6173788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그림 11" descr="2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071813"/>
            <a:ext cx="3221038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869908-5E65-41A6-92CA-AF6E9BBBBBB2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908050"/>
            <a:ext cx="8569325" cy="5395913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 startAt="2"/>
            </a:pP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다음은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번째 탭에 있는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“I will install the operating system later”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를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선택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그리고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&lt;Next&gt;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클릭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endParaRPr lang="ko-KR" altLang="en-US" sz="1800" smtClean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268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1269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8" y="1773238"/>
            <a:ext cx="420052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04D8F5-377C-4565-A4F8-65B52E23A5F2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908050"/>
            <a:ext cx="9036050" cy="1296988"/>
          </a:xfrm>
          <a:extLst/>
        </p:spPr>
        <p:txBody>
          <a:bodyPr/>
          <a:lstStyle/>
          <a:p>
            <a:pPr marL="360363" indent="-360363">
              <a:buSzPct val="100000"/>
              <a:buFont typeface="+mj-lt"/>
              <a:buAutoNum type="arabicParenR" startAt="3"/>
              <a:defRPr/>
            </a:pP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다음은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Guest OS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로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“Linux”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선택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.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그리고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version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선택에서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“</a:t>
            </a:r>
            <a:r>
              <a:rPr lang="en-US" altLang="ko-KR" sz="1800" dirty="0" err="1" smtClean="0">
                <a:latin typeface="돋움" pitchFamily="50" charset="-127"/>
                <a:ea typeface="돋움" pitchFamily="50" charset="-127"/>
              </a:rPr>
              <a:t>CentOS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”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선택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.</a:t>
            </a:r>
          </a:p>
          <a:p>
            <a:pPr marL="0" indent="0">
              <a:buSzPct val="100000"/>
              <a:buNone/>
              <a:defRPr/>
            </a:pP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    (</a:t>
            </a:r>
            <a:r>
              <a:rPr lang="en-US" altLang="ko-KR" sz="1800" dirty="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“CentOS 64-bit”</a:t>
            </a:r>
            <a:r>
              <a:rPr lang="ko-KR" altLang="en-US" sz="1800" dirty="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를 선택하지 않도록 주의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)</a:t>
            </a:r>
          </a:p>
          <a:p>
            <a:pPr marL="360363" indent="-360363">
              <a:buSzPct val="100000"/>
              <a:buFont typeface="+mj-lt"/>
              <a:buAutoNum type="arabicParenR" startAt="4"/>
              <a:defRPr/>
            </a:pP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VM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에 이름을 부여하고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, </a:t>
            </a:r>
            <a:r>
              <a:rPr lang="en-US" altLang="ko-KR" sz="1800" dirty="0" err="1" smtClean="0">
                <a:latin typeface="돋움" pitchFamily="50" charset="-127"/>
                <a:ea typeface="돋움" pitchFamily="50" charset="-127"/>
              </a:rPr>
              <a:t>Vmware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파일들이 저장될 위치를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&lt;Browse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&gt; 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버튼을 이용하여 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“</a:t>
            </a:r>
            <a:r>
              <a:rPr lang="en-US" altLang="ko-KR" sz="1800" dirty="0" smtClean="0">
                <a:latin typeface="Times"/>
              </a:rPr>
              <a:t>D:/</a:t>
            </a:r>
            <a:r>
              <a:rPr lang="en-US" altLang="ko-KR" sz="1800" dirty="0" err="1" smtClean="0">
                <a:latin typeface="Times"/>
              </a:rPr>
              <a:t>centOS-xxxx</a:t>
            </a:r>
            <a:r>
              <a:rPr lang="en-US" altLang="ko-KR" sz="1800" dirty="0">
                <a:latin typeface="Times"/>
              </a:rPr>
              <a:t>” </a:t>
            </a:r>
            <a:r>
              <a:rPr lang="ko-KR" altLang="en-US" sz="1800" dirty="0">
                <a:latin typeface="Times"/>
              </a:rPr>
              <a:t>선택 </a:t>
            </a:r>
            <a:r>
              <a:rPr lang="ko-KR" altLang="en-US" sz="1800" dirty="0">
                <a:latin typeface="돋움" pitchFamily="50" charset="-127"/>
                <a:ea typeface="돋움" pitchFamily="50" charset="-127"/>
              </a:rPr>
              <a:t>후 </a:t>
            </a:r>
            <a:r>
              <a:rPr lang="en-US" altLang="ko-KR" sz="1800" dirty="0">
                <a:latin typeface="돋움" pitchFamily="50" charset="-127"/>
                <a:ea typeface="돋움" pitchFamily="50" charset="-127"/>
              </a:rPr>
              <a:t>&lt;Next&gt; </a:t>
            </a:r>
            <a:r>
              <a:rPr lang="ko-KR" altLang="en-US" sz="1800" dirty="0" smtClean="0">
                <a:latin typeface="돋움" pitchFamily="50" charset="-127"/>
                <a:ea typeface="돋움" pitchFamily="50" charset="-127"/>
              </a:rPr>
              <a:t>클릭</a:t>
            </a:r>
            <a:r>
              <a:rPr lang="en-US" altLang="ko-KR" sz="1800" dirty="0" smtClean="0">
                <a:latin typeface="돋움" pitchFamily="50" charset="-127"/>
                <a:ea typeface="돋움" pitchFamily="50" charset="-127"/>
              </a:rPr>
              <a:t>.</a:t>
            </a:r>
            <a:endParaRPr lang="ko-KR" altLang="en-US" sz="1800" dirty="0">
              <a:latin typeface="돋움" pitchFamily="50" charset="-127"/>
              <a:ea typeface="돋움" pitchFamily="50" charset="-127"/>
            </a:endParaRPr>
          </a:p>
          <a:p>
            <a:pPr marL="0" indent="0">
              <a:buSzPct val="100000"/>
              <a:buNone/>
              <a:defRPr/>
            </a:pPr>
            <a:endParaRPr lang="ko-KR" altLang="en-US" sz="1800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292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229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2351088"/>
            <a:ext cx="417195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3"/>
          <p:cNvSpPr txBox="1">
            <a:spLocks noChangeArrowheads="1"/>
          </p:cNvSpPr>
          <p:nvPr/>
        </p:nvSpPr>
        <p:spPr bwMode="auto">
          <a:xfrm>
            <a:off x="611188" y="4792663"/>
            <a:ext cx="3463925" cy="246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000">
                <a:solidFill>
                  <a:schemeClr val="tx1"/>
                </a:solidFill>
                <a:latin typeface="Tahoma" panose="020B0604030504040204" pitchFamily="34" charset="0"/>
              </a:rPr>
              <a:t>CentOS </a:t>
            </a:r>
            <a:endParaRPr kumimoji="0" lang="ko-KR" altLang="en-US" sz="10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12295" name="그림 10" descr="6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451100"/>
            <a:ext cx="3968750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직사각형 13"/>
          <p:cNvSpPr>
            <a:spLocks noChangeArrowheads="1"/>
          </p:cNvSpPr>
          <p:nvPr/>
        </p:nvSpPr>
        <p:spPr bwMode="auto">
          <a:xfrm>
            <a:off x="4895850" y="4108450"/>
            <a:ext cx="1285875" cy="142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4000" tIns="46800" rIns="54000" bIns="46800" anchor="ctr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000" b="0">
                <a:solidFill>
                  <a:schemeClr val="tx1"/>
                </a:solidFill>
                <a:latin typeface="Tahoma" panose="020B0604030504040204" pitchFamily="34" charset="0"/>
              </a:rPr>
              <a:t>D:\centOS-wanlee</a:t>
            </a:r>
            <a:endParaRPr kumimoji="0" lang="ko-KR" altLang="en-US" sz="10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297" name="직사각형 12"/>
          <p:cNvSpPr>
            <a:spLocks noChangeArrowheads="1"/>
          </p:cNvSpPr>
          <p:nvPr/>
        </p:nvSpPr>
        <p:spPr bwMode="auto">
          <a:xfrm>
            <a:off x="4895850" y="4022725"/>
            <a:ext cx="3643313" cy="28575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46800" rIns="54000" bIns="46800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ko-KR" altLang="en-US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298" name="직사각형 13"/>
          <p:cNvSpPr>
            <a:spLocks noChangeArrowheads="1"/>
          </p:cNvSpPr>
          <p:nvPr/>
        </p:nvSpPr>
        <p:spPr bwMode="auto">
          <a:xfrm>
            <a:off x="4895850" y="3622675"/>
            <a:ext cx="1143000" cy="185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4000" tIns="46800" rIns="54000" bIns="46800" anchor="ctr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000" b="0">
                <a:solidFill>
                  <a:schemeClr val="tx1"/>
                </a:solidFill>
                <a:latin typeface="Tahoma" panose="020B0604030504040204" pitchFamily="34" charset="0"/>
              </a:rPr>
              <a:t>CentOS-wanlee</a:t>
            </a:r>
            <a:endParaRPr kumimoji="0" lang="ko-KR" altLang="en-US" sz="10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299" name="직사각형 16"/>
          <p:cNvSpPr>
            <a:spLocks noChangeArrowheads="1"/>
          </p:cNvSpPr>
          <p:nvPr/>
        </p:nvSpPr>
        <p:spPr bwMode="auto">
          <a:xfrm>
            <a:off x="4895850" y="3594100"/>
            <a:ext cx="1143000" cy="214313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46800" rIns="54000" bIns="46800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ko-KR" altLang="en-US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2300" name="직사각형 16"/>
          <p:cNvSpPr>
            <a:spLocks noChangeArrowheads="1"/>
          </p:cNvSpPr>
          <p:nvPr/>
        </p:nvSpPr>
        <p:spPr bwMode="auto">
          <a:xfrm>
            <a:off x="7164388" y="6291263"/>
            <a:ext cx="792162" cy="303212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46800" rIns="54000" bIns="46800"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ko-KR" altLang="en-US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694E16-9BF3-4280-846B-88FA7E5C7B89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908050"/>
            <a:ext cx="9036050" cy="1081088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 startAt="5"/>
            </a:pP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Disk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용량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20G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그대로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, “Split virtual disk into multiple files”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선택 후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&lt;Next&gt;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클릭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360363" indent="-360363">
              <a:buFont typeface="굴림" panose="020B0600000101010101" pitchFamily="50" charset="-127"/>
              <a:buAutoNum type="arabicParenR" startAt="5"/>
            </a:pP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인스톨할 가상머신의 물리적 상태를 보여줌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, &lt;Finish&gt;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선택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13316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3317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60575"/>
            <a:ext cx="4198938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033588"/>
            <a:ext cx="4217987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A04F0E-35AC-42DE-8A66-FD2F471B0E68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908050"/>
            <a:ext cx="9036050" cy="1081088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 startAt="7"/>
            </a:pP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메인 화면에서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[VM] 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 [Setting]  [CD/DVD] </a:t>
            </a: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더블 클릭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60363" indent="-360363">
              <a:buFont typeface="굴림" panose="020B0600000101010101" pitchFamily="50" charset="-127"/>
              <a:buAutoNum type="arabicParenR" startAt="7"/>
            </a:pPr>
            <a:r>
              <a:rPr lang="en-US" altLang="ko-KR" sz="1800" smtClean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[Use ISO image file] </a:t>
            </a:r>
            <a:r>
              <a:rPr lang="ko-KR" altLang="en-US" sz="1800" smtClean="0">
                <a:solidFill>
                  <a:srgbClr val="FF0000"/>
                </a:solidFill>
                <a:latin typeface="돋움" panose="020B0600000101010101" pitchFamily="50" charset="-127"/>
                <a:ea typeface="돋움" panose="020B0600000101010101" pitchFamily="50" charset="-127"/>
                <a:sym typeface="Wingdings" panose="05000000000000000000" pitchFamily="2" charset="2"/>
              </a:rPr>
              <a:t>선택</a:t>
            </a:r>
            <a:endParaRPr lang="ko-KR" altLang="en-US" sz="1800" smtClean="0">
              <a:solidFill>
                <a:srgbClr val="FF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340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4341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1700213"/>
            <a:ext cx="79644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989138"/>
            <a:ext cx="5521325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2"/>
          <p:cNvSpPr txBox="1">
            <a:spLocks noChangeArrowheads="1"/>
          </p:cNvSpPr>
          <p:nvPr/>
        </p:nvSpPr>
        <p:spPr bwMode="auto">
          <a:xfrm>
            <a:off x="6372225" y="3694113"/>
            <a:ext cx="1584325" cy="26193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100" b="0">
                <a:solidFill>
                  <a:srgbClr val="FF0000"/>
                </a:solidFill>
                <a:latin typeface="Tahoma" panose="020B0604030504040204" pitchFamily="34" charset="0"/>
              </a:rPr>
              <a:t>CentOS6.5_Final.iso</a:t>
            </a:r>
            <a:endParaRPr kumimoji="0" lang="ko-KR" altLang="en-US" sz="1100" b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AF97FA-43EC-4222-A284-5F002A80EDC8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1052736"/>
            <a:ext cx="9036050" cy="504825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 startAt="9"/>
            </a:pPr>
            <a:r>
              <a:rPr lang="en-US" altLang="ko-KR" sz="18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Wmware</a:t>
            </a:r>
            <a:r>
              <a:rPr lang="en-US" altLang="ko-KR" sz="18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8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상단의 초록색 화살표 버튼 클릭하면 </a:t>
            </a:r>
            <a:r>
              <a:rPr lang="ko-KR" altLang="en-US" sz="18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가상머신</a:t>
            </a:r>
            <a:r>
              <a:rPr lang="ko-KR" altLang="en-US" sz="18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구동</a:t>
            </a:r>
            <a:r>
              <a:rPr lang="en-US" altLang="ko-KR" sz="18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15364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5365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989138"/>
            <a:ext cx="6027737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직사각형 1"/>
          <p:cNvSpPr>
            <a:spLocks noChangeArrowheads="1"/>
          </p:cNvSpPr>
          <p:nvPr/>
        </p:nvSpPr>
        <p:spPr bwMode="auto">
          <a:xfrm>
            <a:off x="4371975" y="3190875"/>
            <a:ext cx="631825" cy="288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kumimoji="0" lang="ko-KR" altLang="en-US" sz="1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71C26D-55F7-491F-AEF3-76B9231787C7}" type="slidenum">
              <a:rPr lang="en-US" altLang="ko-KR" sz="10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0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908050"/>
            <a:ext cx="9036050" cy="504825"/>
          </a:xfrm>
        </p:spPr>
        <p:txBody>
          <a:bodyPr/>
          <a:lstStyle/>
          <a:p>
            <a:pPr marL="360363" indent="-360363">
              <a:buFont typeface="굴림" panose="020B0600000101010101" pitchFamily="50" charset="-127"/>
              <a:buAutoNum type="arabicParenR" startAt="10"/>
            </a:pPr>
            <a:r>
              <a:rPr lang="ko-KR" altLang="en-US" sz="1800" smtClean="0">
                <a:latin typeface="돋움" panose="020B0600000101010101" pitchFamily="50" charset="-127"/>
                <a:ea typeface="돋움" panose="020B0600000101010101" pitchFamily="50" charset="-127"/>
              </a:rPr>
              <a:t> 리눅스 설치 준비 완료</a:t>
            </a:r>
            <a:r>
              <a:rPr lang="en-US" altLang="ko-KR" sz="180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16388" name="제목 1"/>
          <p:cNvSpPr>
            <a:spLocks noGrp="1"/>
          </p:cNvSpPr>
          <p:nvPr>
            <p:ph type="title"/>
          </p:nvPr>
        </p:nvSpPr>
        <p:spPr>
          <a:xfrm>
            <a:off x="250825" y="0"/>
            <a:ext cx="8893175" cy="762000"/>
          </a:xfrm>
        </p:spPr>
        <p:txBody>
          <a:bodyPr/>
          <a:lstStyle/>
          <a:p>
            <a:r>
              <a:rPr lang="ko-KR" altLang="en-US" smtClean="0">
                <a:latin typeface="나눔고딕 ExtraBold"/>
                <a:ea typeface="나눔고딕 ExtraBold"/>
                <a:cs typeface="나눔고딕 ExtraBold"/>
              </a:rPr>
              <a:t>가상 머신 설정 </a:t>
            </a:r>
          </a:p>
        </p:txBody>
      </p:sp>
      <p:pic>
        <p:nvPicPr>
          <p:cNvPr id="16389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341438"/>
            <a:ext cx="7343775" cy="412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 bwMode="auto">
          <a:xfrm>
            <a:off x="1008063" y="5684838"/>
            <a:ext cx="7559675" cy="76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hangingPunct="1">
              <a:defRPr/>
            </a:pPr>
            <a:r>
              <a:rPr lang="en-US" altLang="ko-KR" sz="1800" dirty="0">
                <a:latin typeface="Arial" charset="0"/>
              </a:rPr>
              <a:t>- </a:t>
            </a:r>
            <a:r>
              <a:rPr lang="en-US" altLang="ko-KR" sz="1800" dirty="0" err="1">
                <a:latin typeface="Arial" charset="0"/>
              </a:rPr>
              <a:t>Vmware</a:t>
            </a:r>
            <a:r>
              <a:rPr lang="ko-KR" altLang="en-US" sz="1800" dirty="0">
                <a:latin typeface="Arial" charset="0"/>
              </a:rPr>
              <a:t>에서 마우스와 키보드를 인식하려면 마우스로 가상화면을 클릭</a:t>
            </a:r>
            <a:r>
              <a:rPr lang="en-US" altLang="ko-KR" sz="1800" dirty="0">
                <a:latin typeface="Arial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/>
              <a:t>- </a:t>
            </a:r>
            <a:r>
              <a:rPr lang="ko-KR" altLang="en-US" dirty="0" err="1"/>
              <a:t>가상머신에서</a:t>
            </a:r>
            <a:r>
              <a:rPr lang="ko-KR" altLang="en-US" dirty="0"/>
              <a:t> 빠져 나오려면</a:t>
            </a:r>
            <a:r>
              <a:rPr lang="en-US" altLang="ko-KR" dirty="0"/>
              <a:t>, Ctrl + Alt </a:t>
            </a:r>
            <a:r>
              <a:rPr lang="ko-KR" altLang="en-US" dirty="0"/>
              <a:t>버튼을 동시에 누름</a:t>
            </a:r>
            <a:r>
              <a:rPr lang="en-US" altLang="ko-KR" dirty="0"/>
              <a:t>.</a:t>
            </a:r>
            <a:r>
              <a:rPr lang="ko-KR" altLang="en-US" sz="1800" dirty="0">
                <a:latin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457200">
              <a:buFont typeface="+mj-lt"/>
              <a:buAutoNum type="arabicParenR"/>
              <a:defRPr/>
            </a:pPr>
            <a:r>
              <a:rPr lang="ko-KR" altLang="en-US" dirty="0" smtClean="0"/>
              <a:t>설치 </a:t>
            </a:r>
            <a:r>
              <a:rPr lang="ko-KR" altLang="en-US" dirty="0"/>
              <a:t>프로그램 부팅 </a:t>
            </a:r>
          </a:p>
          <a:p>
            <a:pPr lvl="1">
              <a:defRPr/>
            </a:pPr>
            <a:r>
              <a:rPr lang="ko-KR" altLang="en-US" dirty="0" smtClean="0"/>
              <a:t>맨 위쪽의 </a:t>
            </a:r>
            <a:r>
              <a:rPr lang="en-US" altLang="ko-KR" dirty="0" smtClean="0"/>
              <a:t>“Install or upgrade an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existing system”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400050">
              <a:buFont typeface="+mj-ea"/>
              <a:buAutoNum type="arabicParenR"/>
              <a:defRPr/>
            </a:pPr>
            <a:endParaRPr lang="en-US" altLang="ko-KR" dirty="0" smtClean="0"/>
          </a:p>
          <a:p>
            <a:pPr marL="400050">
              <a:buFont typeface="+mj-ea"/>
              <a:buAutoNum type="arabicParenR"/>
              <a:defRPr/>
            </a:pPr>
            <a:r>
              <a:rPr lang="ko-KR" altLang="en-US" dirty="0" smtClean="0"/>
              <a:t>설치 </a:t>
            </a:r>
            <a:r>
              <a:rPr lang="en-US" altLang="ko-KR" dirty="0" smtClean="0"/>
              <a:t>DVD </a:t>
            </a:r>
            <a:r>
              <a:rPr lang="ko-KR" altLang="en-US" dirty="0"/>
              <a:t>체크하기</a:t>
            </a:r>
          </a:p>
          <a:p>
            <a:pPr lvl="1">
              <a:defRPr/>
            </a:pPr>
            <a:r>
              <a:rPr lang="en-US" altLang="ko-KR" dirty="0" err="1"/>
              <a:t>CentOS</a:t>
            </a:r>
            <a:r>
              <a:rPr lang="en-US" altLang="ko-KR" dirty="0"/>
              <a:t> Install </a:t>
            </a:r>
            <a:r>
              <a:rPr lang="en-US" altLang="ko-KR" dirty="0" smtClean="0"/>
              <a:t>DVD</a:t>
            </a:r>
            <a:r>
              <a:rPr lang="ko-KR" altLang="en-US" dirty="0" smtClean="0"/>
              <a:t>의 </a:t>
            </a:r>
            <a:r>
              <a:rPr lang="ko-KR" altLang="en-US" dirty="0"/>
              <a:t>이상 </a:t>
            </a:r>
            <a:r>
              <a:rPr lang="ko-KR" altLang="en-US" dirty="0" smtClean="0"/>
              <a:t>유무 체크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&lt;Skip&gt; </a:t>
            </a:r>
            <a:r>
              <a:rPr lang="ko-KR" altLang="en-US" dirty="0" smtClean="0"/>
              <a:t>선택</a:t>
            </a:r>
            <a:endParaRPr lang="en-US" altLang="ko-KR" dirty="0" smtClean="0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5537DD-28E1-48C7-84E9-FB3754CE4C52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17413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303713"/>
            <a:ext cx="3346450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214438"/>
            <a:ext cx="3579813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0" y="981075"/>
            <a:ext cx="8662988" cy="5105400"/>
          </a:xfrm>
        </p:spPr>
        <p:txBody>
          <a:bodyPr/>
          <a:lstStyle/>
          <a:p>
            <a:pPr marL="514350" indent="-457200">
              <a:buFont typeface="+mj-lt"/>
              <a:buAutoNum type="arabicParenR" startAt="3"/>
              <a:defRPr/>
            </a:pPr>
            <a:r>
              <a:rPr lang="en-US" altLang="ko-KR" dirty="0" err="1" smtClean="0"/>
              <a:t>CentOS</a:t>
            </a:r>
            <a:r>
              <a:rPr lang="en-US" altLang="ko-KR" dirty="0" smtClean="0"/>
              <a:t> </a:t>
            </a:r>
            <a:r>
              <a:rPr lang="ko-KR" altLang="en-US" dirty="0"/>
              <a:t>설치 프로그램 시작</a:t>
            </a:r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en-US" altLang="ko-KR" dirty="0"/>
              <a:t>Next] </a:t>
            </a:r>
            <a:r>
              <a:rPr lang="ko-KR" altLang="en-US" dirty="0" smtClean="0"/>
              <a:t>버튼 클릭</a:t>
            </a:r>
            <a:endParaRPr lang="en-US" altLang="ko-KR" dirty="0" smtClean="0"/>
          </a:p>
          <a:p>
            <a:pPr lvl="1">
              <a:defRPr/>
            </a:pPr>
            <a:endParaRPr lang="en-US" altLang="ko-KR" dirty="0" smtClean="0"/>
          </a:p>
          <a:p>
            <a:pPr marL="400050">
              <a:buFont typeface="+mj-ea"/>
              <a:buAutoNum type="arabicParenR" startAt="3"/>
              <a:defRPr/>
            </a:pPr>
            <a:r>
              <a:rPr lang="ko-KR" altLang="en-US" dirty="0" smtClean="0"/>
              <a:t>설치 </a:t>
            </a:r>
            <a:r>
              <a:rPr lang="ko-KR" altLang="en-US" dirty="0"/>
              <a:t>사용 언어 선택</a:t>
            </a:r>
          </a:p>
          <a:p>
            <a:pPr lvl="1">
              <a:defRPr/>
            </a:pPr>
            <a:r>
              <a:rPr lang="ko-KR" altLang="en-US" dirty="0" smtClean="0"/>
              <a:t>“</a:t>
            </a:r>
            <a:r>
              <a:rPr lang="en-US" altLang="ko-KR" dirty="0"/>
              <a:t>Korean(</a:t>
            </a:r>
            <a:r>
              <a:rPr lang="ko-KR" altLang="en-US" dirty="0"/>
              <a:t>한국어</a:t>
            </a:r>
            <a:r>
              <a:rPr lang="en-US" altLang="ko-KR" dirty="0"/>
              <a:t>)”</a:t>
            </a:r>
            <a:r>
              <a:rPr lang="ko-KR" altLang="en-US" dirty="0"/>
              <a:t>으로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, [</a:t>
            </a:r>
            <a:r>
              <a:rPr lang="en-US" altLang="ko-KR" dirty="0"/>
              <a:t>Next] </a:t>
            </a:r>
            <a:r>
              <a:rPr lang="ko-KR" altLang="en-US" dirty="0" smtClean="0"/>
              <a:t>버튼 클릭</a:t>
            </a:r>
            <a:endParaRPr lang="en-US" altLang="ko-KR" dirty="0" smtClean="0"/>
          </a:p>
          <a:p>
            <a:pPr lvl="1">
              <a:defRPr/>
            </a:pPr>
            <a:endParaRPr lang="en-US" altLang="ko-KR" dirty="0" smtClean="0"/>
          </a:p>
          <a:p>
            <a:pPr marL="400050">
              <a:buFont typeface="+mj-ea"/>
              <a:buAutoNum type="arabicParenR" startAt="3"/>
              <a:defRPr/>
            </a:pPr>
            <a:r>
              <a:rPr lang="ko-KR" altLang="en-US" dirty="0"/>
              <a:t>사용할 키보드 선택</a:t>
            </a:r>
          </a:p>
          <a:p>
            <a:pPr lvl="1">
              <a:defRPr/>
            </a:pPr>
            <a:r>
              <a:rPr lang="en-US" altLang="ko-KR" dirty="0" smtClean="0"/>
              <a:t>“</a:t>
            </a:r>
            <a:r>
              <a:rPr lang="en-US" altLang="ko-KR" dirty="0"/>
              <a:t>U.S. </a:t>
            </a:r>
            <a:r>
              <a:rPr lang="ko-KR" altLang="en-US" dirty="0"/>
              <a:t>영어”를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, [</a:t>
            </a:r>
            <a:r>
              <a:rPr lang="en-US" altLang="ko-KR" dirty="0"/>
              <a:t>Next] </a:t>
            </a:r>
            <a:r>
              <a:rPr lang="ko-KR" altLang="en-US" dirty="0"/>
              <a:t>버튼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pPr lvl="1">
              <a:defRPr/>
            </a:pPr>
            <a:endParaRPr lang="en-US" altLang="ko-KR" dirty="0"/>
          </a:p>
          <a:p>
            <a:pPr marL="514350" indent="-457200">
              <a:buFont typeface="+mj-lt"/>
              <a:buAutoNum type="arabicParenR" startAt="6"/>
              <a:defRPr/>
            </a:pPr>
            <a:r>
              <a:rPr lang="ko-KR" altLang="en-US" dirty="0" smtClean="0"/>
              <a:t>저장 장치의 선택</a:t>
            </a:r>
            <a:endParaRPr lang="ko-KR" altLang="en-US" dirty="0"/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 smtClean="0"/>
              <a:t>기본 저장 장치</a:t>
            </a:r>
            <a:r>
              <a:rPr lang="en-US" altLang="ko-KR" dirty="0" smtClean="0"/>
              <a:t>] -&gt; [</a:t>
            </a:r>
            <a:r>
              <a:rPr lang="ko-KR" altLang="en-US" dirty="0" smtClean="0"/>
              <a:t>다음</a:t>
            </a:r>
            <a:r>
              <a:rPr lang="en-US" altLang="ko-KR" dirty="0" smtClean="0"/>
              <a:t>] </a:t>
            </a:r>
            <a:r>
              <a:rPr lang="ko-KR" altLang="en-US" dirty="0" smtClean="0"/>
              <a:t>버튼 클릭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 smtClean="0"/>
              <a:t>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 데이터를 삭제합니다</a:t>
            </a:r>
            <a:r>
              <a:rPr lang="en-US" altLang="ko-KR" dirty="0" smtClean="0"/>
              <a:t>] </a:t>
            </a:r>
            <a:r>
              <a:rPr lang="ko-KR" altLang="en-US" dirty="0" smtClean="0"/>
              <a:t>선택</a:t>
            </a:r>
            <a:endParaRPr lang="ko-KR" altLang="en-US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12AFE3-C9AD-4255-B2B1-A5C08F2894E0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18437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738" y="4149080"/>
            <a:ext cx="4202261" cy="239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4575" cy="5318125"/>
          </a:xfrm>
        </p:spPr>
        <p:txBody>
          <a:bodyPr/>
          <a:lstStyle/>
          <a:p>
            <a:pPr marL="514350" indent="-457200">
              <a:buFont typeface="+mj-lt"/>
              <a:buAutoNum type="arabicParenR" startAt="7"/>
              <a:defRPr/>
            </a:pPr>
            <a:r>
              <a:rPr lang="ko-KR" altLang="en-US" dirty="0" smtClean="0"/>
              <a:t>네트워크 </a:t>
            </a:r>
            <a:r>
              <a:rPr lang="ko-KR" altLang="en-US" dirty="0"/>
              <a:t>설정</a:t>
            </a:r>
          </a:p>
          <a:p>
            <a:pPr lvl="1">
              <a:defRPr/>
            </a:pPr>
            <a:r>
              <a:rPr lang="ko-KR" altLang="en-US" dirty="0" err="1" smtClean="0"/>
              <a:t>호스트명은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localhost.localdomain</a:t>
            </a:r>
            <a:r>
              <a:rPr lang="en-US" altLang="ko-KR" dirty="0" smtClean="0"/>
              <a:t>”</a:t>
            </a:r>
            <a:r>
              <a:rPr lang="ko-KR" altLang="en-US" dirty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학번 변경</a:t>
            </a:r>
            <a:endParaRPr lang="en-US" altLang="ko-KR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 smtClean="0"/>
              <a:t>닫기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pPr lvl="1">
              <a:defRPr/>
            </a:pPr>
            <a:endParaRPr lang="en-US" altLang="ko-KR" dirty="0" smtClean="0"/>
          </a:p>
          <a:p>
            <a:pPr marL="400050">
              <a:buFont typeface="+mj-ea"/>
              <a:buAutoNum type="arabicParenR" startAt="7"/>
              <a:defRPr/>
            </a:pPr>
            <a:r>
              <a:rPr lang="ko-KR" altLang="en-US" dirty="0" smtClean="0"/>
              <a:t>지역별 </a:t>
            </a:r>
            <a:r>
              <a:rPr lang="ko-KR" altLang="en-US" dirty="0"/>
              <a:t>시간대 선택</a:t>
            </a:r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/>
              <a:t>아시아</a:t>
            </a:r>
            <a:r>
              <a:rPr lang="en-US" altLang="ko-KR" dirty="0"/>
              <a:t>/</a:t>
            </a:r>
            <a:r>
              <a:rPr lang="ko-KR" altLang="en-US" dirty="0"/>
              <a:t>서울</a:t>
            </a:r>
            <a:r>
              <a:rPr lang="en-US" altLang="ko-KR" dirty="0"/>
              <a:t>(Seoul</a:t>
            </a:r>
            <a:r>
              <a:rPr lang="en-US" altLang="ko-KR" dirty="0" smtClean="0"/>
              <a:t>)]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 smtClean="0"/>
              <a:t>시스템의 시간을 </a:t>
            </a:r>
            <a:r>
              <a:rPr lang="en-US" altLang="ko-KR" dirty="0" smtClean="0"/>
              <a:t>UTC</a:t>
            </a:r>
            <a:r>
              <a:rPr lang="ko-KR" altLang="en-US" dirty="0" smtClean="0"/>
              <a:t>에 맞춤</a:t>
            </a:r>
            <a:r>
              <a:rPr lang="en-US" altLang="ko-KR" dirty="0" smtClean="0"/>
              <a:t>] </a:t>
            </a:r>
            <a:r>
              <a:rPr lang="ko-KR" altLang="en-US" dirty="0" smtClean="0"/>
              <a:t>체</a:t>
            </a:r>
            <a:r>
              <a:rPr lang="ko-KR" altLang="en-US" dirty="0"/>
              <a:t>크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ko-KR" altLang="en-US" dirty="0"/>
              <a:t>다음</a:t>
            </a:r>
            <a:r>
              <a:rPr lang="en-US" altLang="ko-KR" dirty="0" smtClean="0"/>
              <a:t>]</a:t>
            </a:r>
            <a:r>
              <a:rPr lang="ko-KR" altLang="en-US" dirty="0" smtClean="0"/>
              <a:t> 클릭</a:t>
            </a:r>
            <a:endParaRPr lang="en-US" altLang="ko-KR" dirty="0"/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B4BAA9-4F4F-44E7-ADBF-CA3ECF4BB99F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07950" y="981075"/>
            <a:ext cx="8662988" cy="5543550"/>
          </a:xfrm>
        </p:spPr>
        <p:txBody>
          <a:bodyPr/>
          <a:lstStyle/>
          <a:p>
            <a:pPr marL="514350" indent="-457200">
              <a:buFont typeface="굴림" panose="020B0600000101010101" pitchFamily="50" charset="-127"/>
              <a:buAutoNum type="arabicParenR" startAt="9"/>
            </a:pPr>
            <a:r>
              <a:rPr lang="ko-KR" altLang="en-US" dirty="0" smtClean="0"/>
              <a:t>루트 암호 설정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FF0000"/>
                </a:solidFill>
              </a:rPr>
              <a:t>암호는 반드시 기억해야 한다</a:t>
            </a:r>
            <a:r>
              <a:rPr lang="en-US" altLang="ko-KR" dirty="0" smtClean="0">
                <a:solidFill>
                  <a:srgbClr val="FF0000"/>
                </a:solidFill>
              </a:rPr>
              <a:t>. (</a:t>
            </a:r>
            <a:r>
              <a:rPr lang="ko-KR" altLang="en-US" dirty="0" smtClean="0">
                <a:solidFill>
                  <a:srgbClr val="FF0000"/>
                </a:solidFill>
              </a:rPr>
              <a:t>암호를 잊어버리면 다시 설치해야 함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다음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514350" indent="-457200">
              <a:buFont typeface="굴림" panose="020B0600000101010101" pitchFamily="50" charset="-127"/>
              <a:buAutoNum type="arabicParenR" startAt="9"/>
            </a:pPr>
            <a:r>
              <a:rPr lang="ko-KR" altLang="en-US" dirty="0" smtClean="0"/>
              <a:t>설치 종류 선택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모든 공간 사용</a:t>
            </a:r>
            <a:r>
              <a:rPr lang="en-US" altLang="ko-KR" dirty="0" smtClean="0"/>
              <a:t>]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다음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514350" indent="-457200">
              <a:buFont typeface="굴림" panose="020B0600000101010101" pitchFamily="50" charset="-127"/>
              <a:buAutoNum type="arabicParenR" startAt="9"/>
            </a:pPr>
            <a:r>
              <a:rPr lang="ko-KR" altLang="en-US" dirty="0" smtClean="0"/>
              <a:t>파티션 구성하기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디스크에 변경 사항 기록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514350" indent="-457200">
              <a:buFont typeface="굴림" panose="020B0600000101010101" pitchFamily="50" charset="-127"/>
              <a:buAutoNum type="arabicParenR" startAt="9"/>
            </a:pPr>
            <a:r>
              <a:rPr lang="ko-KR" altLang="en-US" dirty="0" err="1" smtClean="0"/>
              <a:t>패키지그룹</a:t>
            </a:r>
            <a:r>
              <a:rPr lang="ko-KR" altLang="en-US" dirty="0" smtClean="0"/>
              <a:t> 선치</a:t>
            </a:r>
          </a:p>
          <a:p>
            <a:pPr lvl="1"/>
            <a:r>
              <a:rPr lang="en-US" altLang="ko-KR" dirty="0" smtClean="0">
                <a:solidFill>
                  <a:srgbClr val="FF0000"/>
                </a:solidFill>
              </a:rPr>
              <a:t>[Software </a:t>
            </a:r>
            <a:r>
              <a:rPr lang="en-US" altLang="ko-KR" smtClean="0">
                <a:solidFill>
                  <a:srgbClr val="FF0000"/>
                </a:solidFill>
              </a:rPr>
              <a:t>Development Workstation] </a:t>
            </a:r>
            <a:r>
              <a:rPr lang="ko-KR" altLang="en-US" smtClean="0">
                <a:solidFill>
                  <a:srgbClr val="FF0000"/>
                </a:solidFill>
              </a:rPr>
              <a:t>선택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나중에 변경</a:t>
            </a:r>
            <a:r>
              <a:rPr lang="en-US" altLang="ko-KR" dirty="0" smtClean="0"/>
              <a:t>]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[</a:t>
            </a:r>
            <a:r>
              <a:rPr lang="ko-KR" altLang="en-US" dirty="0" smtClean="0"/>
              <a:t>다음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08A05D-512C-43AD-A372-ED0F02513415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21507" name="내용 개체 틀 2"/>
          <p:cNvSpPr>
            <a:spLocks noGrp="1"/>
          </p:cNvSpPr>
          <p:nvPr>
            <p:ph idx="1"/>
          </p:nvPr>
        </p:nvSpPr>
        <p:spPr>
          <a:xfrm>
            <a:off x="107504" y="911500"/>
            <a:ext cx="8453090" cy="5105400"/>
          </a:xfrm>
        </p:spPr>
        <p:txBody>
          <a:bodyPr/>
          <a:lstStyle/>
          <a:p>
            <a:pPr marL="514350" indent="-457200">
              <a:buFont typeface="굴림" panose="020B0600000101010101" pitchFamily="50" charset="-127"/>
              <a:buAutoNum type="arabicParenR" startAt="13"/>
            </a:pPr>
            <a:r>
              <a:rPr lang="ko-KR" altLang="en-US" dirty="0" smtClean="0"/>
              <a:t>리눅스 설치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약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분 소요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CentOS </a:t>
            </a:r>
            <a:r>
              <a:rPr lang="ko-KR" altLang="en-US" dirty="0" smtClean="0"/>
              <a:t>리눅스가 설치 진행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설치가 완료되면 </a:t>
            </a:r>
            <a:r>
              <a:rPr lang="en-US" altLang="ko-KR" dirty="0" smtClean="0"/>
              <a:t>[</a:t>
            </a:r>
            <a:r>
              <a:rPr lang="ko-KR" altLang="en-US" dirty="0" smtClean="0"/>
              <a:t>재부팅</a:t>
            </a:r>
            <a:r>
              <a:rPr lang="en-US" altLang="ko-KR" dirty="0" smtClean="0"/>
              <a:t>]</a:t>
            </a:r>
            <a:r>
              <a:rPr lang="ko-KR" altLang="en-US" dirty="0" smtClean="0"/>
              <a:t> 클릭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재부팅 완료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 [</a:t>
            </a:r>
            <a:r>
              <a:rPr lang="ko-KR" altLang="en-US" dirty="0" smtClean="0"/>
              <a:t>앞으로</a:t>
            </a:r>
            <a:r>
              <a:rPr lang="en-US" altLang="ko-KR" dirty="0" smtClean="0"/>
              <a:t>] </a:t>
            </a:r>
            <a:r>
              <a:rPr lang="ko-KR" altLang="en-US" dirty="0" smtClean="0"/>
              <a:t>버튼 클릭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라이선스 조항에 동의</a:t>
            </a:r>
            <a:r>
              <a:rPr lang="en-US" altLang="ko-KR" dirty="0" smtClean="0"/>
              <a:t> [</a:t>
            </a:r>
            <a:r>
              <a:rPr lang="ko-KR" altLang="en-US" dirty="0" smtClean="0"/>
              <a:t>앞으로</a:t>
            </a:r>
            <a:r>
              <a:rPr lang="en-US" altLang="ko-KR" dirty="0" smtClean="0"/>
              <a:t>] </a:t>
            </a:r>
            <a:r>
              <a:rPr lang="ko-KR" altLang="en-US" dirty="0" smtClean="0"/>
              <a:t>클릭</a:t>
            </a:r>
            <a:endParaRPr lang="en-US" altLang="ko-KR" dirty="0" smtClean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25A5B9-13B2-4FE4-BB9C-AA11B6FF4E7E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21509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080" y="896938"/>
            <a:ext cx="443992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714491"/>
            <a:ext cx="491490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0" y="836613"/>
            <a:ext cx="8662988" cy="5249862"/>
          </a:xfrm>
        </p:spPr>
        <p:txBody>
          <a:bodyPr/>
          <a:lstStyle/>
          <a:p>
            <a:pPr marL="514350" indent="-457200">
              <a:buFont typeface="+mj-lt"/>
              <a:buAutoNum type="arabicParenR" startAt="14"/>
              <a:defRPr/>
            </a:pPr>
            <a:r>
              <a:rPr lang="ko-KR" altLang="en-US" dirty="0" smtClean="0"/>
              <a:t>사용자 생성</a:t>
            </a:r>
            <a:endParaRPr lang="ko-KR" altLang="en-US" dirty="0"/>
          </a:p>
          <a:p>
            <a:pPr lvl="1">
              <a:defRPr/>
            </a:pPr>
            <a:r>
              <a:rPr lang="en-US" altLang="ko-KR" dirty="0" smtClean="0">
                <a:solidFill>
                  <a:srgbClr val="FF0000"/>
                </a:solidFill>
              </a:rPr>
              <a:t>[</a:t>
            </a:r>
            <a:r>
              <a:rPr lang="ko-KR" altLang="en-US" dirty="0" smtClean="0">
                <a:solidFill>
                  <a:srgbClr val="FF0000"/>
                </a:solidFill>
              </a:rPr>
              <a:t>사용자 이름</a:t>
            </a:r>
            <a:r>
              <a:rPr lang="en-US" altLang="ko-KR" dirty="0" smtClean="0">
                <a:solidFill>
                  <a:srgbClr val="FF0000"/>
                </a:solidFill>
              </a:rPr>
              <a:t>]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학번</a:t>
            </a:r>
            <a:r>
              <a:rPr lang="en-US" altLang="ko-KR" dirty="0" smtClean="0">
                <a:sym typeface="Wingdings" panose="05000000000000000000" pitchFamily="2" charset="2"/>
              </a:rPr>
              <a:t>, [</a:t>
            </a:r>
            <a:r>
              <a:rPr lang="ko-KR" altLang="en-US" dirty="0" smtClean="0">
                <a:sym typeface="Wingdings" panose="05000000000000000000" pitchFamily="2" charset="2"/>
              </a:rPr>
              <a:t>성명</a:t>
            </a:r>
            <a:r>
              <a:rPr lang="en-US" altLang="ko-KR" dirty="0" smtClean="0">
                <a:sym typeface="Wingdings" panose="05000000000000000000" pitchFamily="2" charset="2"/>
              </a:rPr>
              <a:t>]  </a:t>
            </a:r>
            <a:r>
              <a:rPr lang="ko-KR" altLang="en-US" dirty="0" smtClean="0">
                <a:sym typeface="Wingdings" panose="05000000000000000000" pitchFamily="2" charset="2"/>
              </a:rPr>
              <a:t>입력하지 않아도 됨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[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암호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]  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패스워드</a:t>
            </a:r>
            <a:endParaRPr lang="en-US" altLang="ko-KR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altLang="ko-KR" dirty="0" smtClean="0">
                <a:sym typeface="Wingdings" panose="05000000000000000000" pitchFamily="2" charset="2"/>
              </a:rPr>
              <a:t>[</a:t>
            </a:r>
            <a:r>
              <a:rPr lang="ko-KR" altLang="en-US" dirty="0" smtClean="0">
                <a:sym typeface="Wingdings" panose="05000000000000000000" pitchFamily="2" charset="2"/>
              </a:rPr>
              <a:t>앞으로</a:t>
            </a:r>
            <a:r>
              <a:rPr lang="en-US" altLang="ko-KR" dirty="0" smtClean="0">
                <a:sym typeface="Wingdings" panose="05000000000000000000" pitchFamily="2" charset="2"/>
              </a:rPr>
              <a:t>] </a:t>
            </a:r>
            <a:r>
              <a:rPr lang="ko-KR" altLang="en-US" dirty="0" smtClean="0">
                <a:sym typeface="Wingdings" panose="05000000000000000000" pitchFamily="2" charset="2"/>
              </a:rPr>
              <a:t>클릭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>
              <a:defRPr/>
            </a:pPr>
            <a:endParaRPr lang="en-US" altLang="ko-KR" dirty="0" smtClean="0"/>
          </a:p>
          <a:p>
            <a:pPr marL="514350" indent="-457200">
              <a:buFont typeface="+mj-lt"/>
              <a:buAutoNum type="arabicParenR" startAt="15"/>
              <a:defRPr/>
            </a:pPr>
            <a:r>
              <a:rPr lang="en-US" altLang="ko-KR" dirty="0" smtClean="0"/>
              <a:t> </a:t>
            </a:r>
            <a:r>
              <a:rPr lang="ko-KR" altLang="en-US" dirty="0" smtClean="0"/>
              <a:t>날짜 및 시간 설정</a:t>
            </a:r>
            <a:endParaRPr lang="en-US" altLang="ko-KR" dirty="0" smtClean="0"/>
          </a:p>
          <a:p>
            <a:pPr lvl="1">
              <a:defRPr/>
            </a:pPr>
            <a:r>
              <a:rPr lang="ko-KR" altLang="en-US" dirty="0" smtClean="0">
                <a:sym typeface="Wingdings" panose="05000000000000000000" pitchFamily="2" charset="2"/>
              </a:rPr>
              <a:t>날짜 및 시간 설정</a:t>
            </a:r>
            <a:r>
              <a:rPr lang="en-US" altLang="ko-KR" dirty="0" smtClean="0">
                <a:sym typeface="Wingdings" panose="05000000000000000000" pitchFamily="2" charset="2"/>
              </a:rPr>
              <a:t>, [</a:t>
            </a:r>
            <a:r>
              <a:rPr lang="ko-KR" altLang="en-US" dirty="0">
                <a:sym typeface="Wingdings" panose="05000000000000000000" pitchFamily="2" charset="2"/>
              </a:rPr>
              <a:t>앞으로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 smtClean="0">
                <a:sym typeface="Wingdings" panose="05000000000000000000" pitchFamily="2" charset="2"/>
              </a:rPr>
              <a:t>클릭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>
              <a:defRPr/>
            </a:pPr>
            <a:endParaRPr lang="en-US" altLang="ko-KR" dirty="0"/>
          </a:p>
          <a:p>
            <a:pPr marL="514350" indent="-457200">
              <a:buFont typeface="+mj-lt"/>
              <a:buAutoNum type="arabicParenR" startAt="15"/>
              <a:defRPr/>
            </a:pPr>
            <a:r>
              <a:rPr lang="ko-KR" altLang="en-US" dirty="0" smtClean="0"/>
              <a:t> 설치 완료</a:t>
            </a:r>
            <a:endParaRPr lang="en-US" altLang="ko-KR" dirty="0" smtClean="0"/>
          </a:p>
          <a:p>
            <a:pPr lvl="1">
              <a:defRPr/>
            </a:pPr>
            <a:r>
              <a:rPr lang="en-US" altLang="ko-KR" dirty="0" smtClean="0"/>
              <a:t>[</a:t>
            </a:r>
            <a:r>
              <a:rPr lang="en-US" altLang="ko-KR" dirty="0" err="1" smtClean="0"/>
              <a:t>kdump</a:t>
            </a:r>
            <a:r>
              <a:rPr lang="ko-KR" altLang="en-US" dirty="0" smtClean="0"/>
              <a:t>를 활성화하시겠습니까</a:t>
            </a:r>
            <a:r>
              <a:rPr lang="en-US" altLang="ko-KR" dirty="0" smtClean="0">
                <a:sym typeface="Wingdings" panose="05000000000000000000" pitchFamily="2" charset="2"/>
              </a:rPr>
              <a:t>]  </a:t>
            </a:r>
            <a:r>
              <a:rPr lang="ko-KR" altLang="en-US" dirty="0" smtClean="0">
                <a:sym typeface="Wingdings" panose="05000000000000000000" pitchFamily="2" charset="2"/>
              </a:rPr>
              <a:t>선택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altLang="ko-KR" dirty="0" smtClean="0">
                <a:sym typeface="Wingdings" panose="05000000000000000000" pitchFamily="2" charset="2"/>
              </a:rPr>
              <a:t>[</a:t>
            </a:r>
            <a:r>
              <a:rPr lang="ko-KR" altLang="en-US" dirty="0" smtClean="0">
                <a:sym typeface="Wingdings" panose="05000000000000000000" pitchFamily="2" charset="2"/>
              </a:rPr>
              <a:t>완료</a:t>
            </a:r>
            <a:r>
              <a:rPr lang="en-US" altLang="ko-KR" dirty="0" smtClean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클릭</a:t>
            </a:r>
            <a:endParaRPr lang="en-US" altLang="ko-KR" dirty="0"/>
          </a:p>
          <a:p>
            <a:pPr marL="57150" indent="0">
              <a:buFont typeface="Wingdings" panose="05000000000000000000" pitchFamily="2" charset="2"/>
              <a:buNone/>
              <a:defRPr/>
            </a:pPr>
            <a:endParaRPr lang="en-US" altLang="ko-KR" dirty="0"/>
          </a:p>
        </p:txBody>
      </p:sp>
      <p:sp>
        <p:nvSpPr>
          <p:cNvPr id="2253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B108A9-D06B-47B9-A5A1-68E4B799C819}" type="slidenum">
              <a:rPr lang="en-US" altLang="ko-KR" sz="1400" b="0" smtClean="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 b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22533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03713"/>
            <a:ext cx="5002213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리눅스 계통도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107950" y="3141663"/>
            <a:ext cx="719138" cy="57467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리눅스커널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763713" y="1700213"/>
            <a:ext cx="720725" cy="5762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데비안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763713" y="3141663"/>
            <a:ext cx="720725" cy="57467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슬랙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웨어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627313" y="4437063"/>
            <a:ext cx="720725" cy="5762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레드햇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116013" y="3284538"/>
            <a:ext cx="503237" cy="4318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SLS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2484438" y="1989138"/>
            <a:ext cx="5832475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2484438" y="3429000"/>
            <a:ext cx="5832475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9" idx="3"/>
          </p:cNvCxnSpPr>
          <p:nvPr/>
        </p:nvCxnSpPr>
        <p:spPr>
          <a:xfrm>
            <a:off x="3348038" y="4724400"/>
            <a:ext cx="4968875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5292725" y="4797425"/>
            <a:ext cx="719138" cy="50323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페도라</a:t>
            </a:r>
            <a:r>
              <a:rPr lang="en-US" altLang="ko-KR" sz="1200" dirty="0">
                <a:solidFill>
                  <a:schemeClr val="tx1"/>
                </a:solidFill>
              </a:rPr>
              <a:t>Core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380288" y="4797425"/>
            <a:ext cx="720725" cy="50323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페도라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20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627313" y="2852738"/>
            <a:ext cx="720725" cy="50482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err="1">
                <a:solidFill>
                  <a:schemeClr val="tx1"/>
                </a:solidFill>
              </a:rPr>
              <a:t>S.u.S.E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95738" y="2852738"/>
            <a:ext cx="720725" cy="50482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err="1">
                <a:solidFill>
                  <a:schemeClr val="tx1"/>
                </a:solidFill>
              </a:rPr>
              <a:t>SuSE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724525" y="1412875"/>
            <a:ext cx="719138" cy="50323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err="1">
                <a:solidFill>
                  <a:schemeClr val="tx1"/>
                </a:solidFill>
              </a:rPr>
              <a:t>Ubuntu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292725" y="3500438"/>
            <a:ext cx="719138" cy="50482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JAVA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75463" y="2276475"/>
            <a:ext cx="720725" cy="50482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1"/>
                </a:solidFill>
              </a:rPr>
              <a:t>안드로이드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570" name="TextBox 20"/>
          <p:cNvSpPr txBox="1">
            <a:spLocks noChangeArrowheads="1"/>
          </p:cNvSpPr>
          <p:nvPr/>
        </p:nvSpPr>
        <p:spPr bwMode="auto">
          <a:xfrm>
            <a:off x="1835150" y="2276475"/>
            <a:ext cx="5254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1993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1" name="TextBox 21"/>
          <p:cNvSpPr txBox="1">
            <a:spLocks noChangeArrowheads="1"/>
          </p:cNvSpPr>
          <p:nvPr/>
        </p:nvSpPr>
        <p:spPr bwMode="auto">
          <a:xfrm>
            <a:off x="1835150" y="3727450"/>
            <a:ext cx="5254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1993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2" name="TextBox 22"/>
          <p:cNvSpPr txBox="1">
            <a:spLocks noChangeArrowheads="1"/>
          </p:cNvSpPr>
          <p:nvPr/>
        </p:nvSpPr>
        <p:spPr bwMode="auto">
          <a:xfrm>
            <a:off x="2700338" y="5024438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1994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3" name="TextBox 23"/>
          <p:cNvSpPr txBox="1">
            <a:spLocks noChangeArrowheads="1"/>
          </p:cNvSpPr>
          <p:nvPr/>
        </p:nvSpPr>
        <p:spPr bwMode="auto">
          <a:xfrm>
            <a:off x="2679700" y="2565400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1994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4" name="TextBox 24"/>
          <p:cNvSpPr txBox="1">
            <a:spLocks noChangeArrowheads="1"/>
          </p:cNvSpPr>
          <p:nvPr/>
        </p:nvSpPr>
        <p:spPr bwMode="auto">
          <a:xfrm>
            <a:off x="5775325" y="1125538"/>
            <a:ext cx="525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2004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5" name="TextBox 25"/>
          <p:cNvSpPr txBox="1">
            <a:spLocks noChangeArrowheads="1"/>
          </p:cNvSpPr>
          <p:nvPr/>
        </p:nvSpPr>
        <p:spPr bwMode="auto">
          <a:xfrm>
            <a:off x="5414963" y="5300663"/>
            <a:ext cx="5254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2003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6" name="TextBox 26"/>
          <p:cNvSpPr txBox="1">
            <a:spLocks noChangeArrowheads="1"/>
          </p:cNvSpPr>
          <p:nvPr/>
        </p:nvSpPr>
        <p:spPr bwMode="auto">
          <a:xfrm>
            <a:off x="7451725" y="5311775"/>
            <a:ext cx="5254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2014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77" name="TextBox 27"/>
          <p:cNvSpPr txBox="1">
            <a:spLocks noChangeArrowheads="1"/>
          </p:cNvSpPr>
          <p:nvPr/>
        </p:nvSpPr>
        <p:spPr bwMode="auto">
          <a:xfrm>
            <a:off x="4048125" y="2565400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1998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29" name="Shape 31"/>
          <p:cNvCxnSpPr>
            <a:endCxn id="14" idx="1"/>
          </p:cNvCxnSpPr>
          <p:nvPr/>
        </p:nvCxnSpPr>
        <p:spPr>
          <a:xfrm rot="16200000" flipH="1">
            <a:off x="5022056" y="4779169"/>
            <a:ext cx="325438" cy="215900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pe 32"/>
          <p:cNvCxnSpPr/>
          <p:nvPr/>
        </p:nvCxnSpPr>
        <p:spPr>
          <a:xfrm rot="5400000" flipH="1" flipV="1">
            <a:off x="3725863" y="4454525"/>
            <a:ext cx="323850" cy="215900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hape 34"/>
          <p:cNvCxnSpPr/>
          <p:nvPr/>
        </p:nvCxnSpPr>
        <p:spPr>
          <a:xfrm rot="16200000" flipH="1">
            <a:off x="5022850" y="3482975"/>
            <a:ext cx="323850" cy="215900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hape 35"/>
          <p:cNvCxnSpPr/>
          <p:nvPr/>
        </p:nvCxnSpPr>
        <p:spPr>
          <a:xfrm rot="5400000" flipH="1" flipV="1">
            <a:off x="5454650" y="1719263"/>
            <a:ext cx="323850" cy="215900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hape 36"/>
          <p:cNvCxnSpPr>
            <a:endCxn id="16" idx="1"/>
          </p:cNvCxnSpPr>
          <p:nvPr/>
        </p:nvCxnSpPr>
        <p:spPr>
          <a:xfrm rot="5400000" flipH="1" flipV="1">
            <a:off x="2429669" y="3231356"/>
            <a:ext cx="323850" cy="71438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6" idx="3"/>
            <a:endCxn id="17" idx="1"/>
          </p:cNvCxnSpPr>
          <p:nvPr/>
        </p:nvCxnSpPr>
        <p:spPr>
          <a:xfrm>
            <a:off x="3348038" y="3105150"/>
            <a:ext cx="64770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14" idx="3"/>
            <a:endCxn id="15" idx="1"/>
          </p:cNvCxnSpPr>
          <p:nvPr/>
        </p:nvCxnSpPr>
        <p:spPr>
          <a:xfrm>
            <a:off x="6011863" y="5049838"/>
            <a:ext cx="136842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endCxn id="10" idx="1"/>
          </p:cNvCxnSpPr>
          <p:nvPr/>
        </p:nvCxnSpPr>
        <p:spPr>
          <a:xfrm>
            <a:off x="827088" y="3500438"/>
            <a:ext cx="288925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hape 47"/>
          <p:cNvCxnSpPr>
            <a:endCxn id="7" idx="1"/>
          </p:cNvCxnSpPr>
          <p:nvPr/>
        </p:nvCxnSpPr>
        <p:spPr>
          <a:xfrm rot="5400000" flipH="1" flipV="1">
            <a:off x="593725" y="2295526"/>
            <a:ext cx="1476375" cy="863600"/>
          </a:xfrm>
          <a:prstGeom prst="bentConnector2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endCxn id="9" idx="1"/>
          </p:cNvCxnSpPr>
          <p:nvPr/>
        </p:nvCxnSpPr>
        <p:spPr>
          <a:xfrm>
            <a:off x="900113" y="3500438"/>
            <a:ext cx="1727200" cy="1223962"/>
          </a:xfrm>
          <a:prstGeom prst="bentConnector3">
            <a:avLst>
              <a:gd name="adj1" fmla="val 296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10" idx="3"/>
            <a:endCxn id="8" idx="1"/>
          </p:cNvCxnSpPr>
          <p:nvPr/>
        </p:nvCxnSpPr>
        <p:spPr>
          <a:xfrm flipV="1">
            <a:off x="1619250" y="3429000"/>
            <a:ext cx="144463" cy="71438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8" idx="3"/>
            <a:endCxn id="53" idx="1"/>
          </p:cNvCxnSpPr>
          <p:nvPr/>
        </p:nvCxnSpPr>
        <p:spPr>
          <a:xfrm>
            <a:off x="6443663" y="1665288"/>
            <a:ext cx="79216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50" idx="3"/>
          </p:cNvCxnSpPr>
          <p:nvPr/>
        </p:nvCxnSpPr>
        <p:spPr>
          <a:xfrm flipV="1">
            <a:off x="6840538" y="3100388"/>
            <a:ext cx="1403350" cy="4762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6011863" y="3716338"/>
            <a:ext cx="223202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7596188" y="2528888"/>
            <a:ext cx="647700" cy="1587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93" name="TextBox 43"/>
          <p:cNvSpPr txBox="1">
            <a:spLocks noChangeArrowheads="1"/>
          </p:cNvSpPr>
          <p:nvPr/>
        </p:nvSpPr>
        <p:spPr bwMode="auto">
          <a:xfrm>
            <a:off x="179388" y="3789363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1991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995738" y="4149725"/>
            <a:ext cx="936625" cy="50323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Mandrake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595" name="TextBox 45"/>
          <p:cNvSpPr txBox="1">
            <a:spLocks noChangeArrowheads="1"/>
          </p:cNvSpPr>
          <p:nvPr/>
        </p:nvSpPr>
        <p:spPr bwMode="auto">
          <a:xfrm>
            <a:off x="4119563" y="3871913"/>
            <a:ext cx="523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1998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3596" name="TextBox 46"/>
          <p:cNvSpPr txBox="1">
            <a:spLocks noChangeArrowheads="1"/>
          </p:cNvSpPr>
          <p:nvPr/>
        </p:nvSpPr>
        <p:spPr bwMode="auto">
          <a:xfrm>
            <a:off x="5364163" y="4005263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2003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4932363" y="4437063"/>
            <a:ext cx="338455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98" name="TextBox 48"/>
          <p:cNvSpPr txBox="1">
            <a:spLocks noChangeArrowheads="1"/>
          </p:cNvSpPr>
          <p:nvPr/>
        </p:nvSpPr>
        <p:spPr bwMode="auto">
          <a:xfrm>
            <a:off x="6999288" y="2000250"/>
            <a:ext cx="5254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2008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867400" y="2852738"/>
            <a:ext cx="973138" cy="504825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err="1">
                <a:solidFill>
                  <a:schemeClr val="tx1"/>
                </a:solidFill>
              </a:rPr>
              <a:t>openSUSE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600" name="TextBox 50"/>
          <p:cNvSpPr txBox="1">
            <a:spLocks noChangeArrowheads="1"/>
          </p:cNvSpPr>
          <p:nvPr/>
        </p:nvSpPr>
        <p:spPr bwMode="auto">
          <a:xfrm>
            <a:off x="6084888" y="2576513"/>
            <a:ext cx="523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2006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52" name="직선 화살표 연결선 51"/>
          <p:cNvCxnSpPr>
            <a:stCxn id="17" idx="3"/>
            <a:endCxn id="50" idx="1"/>
          </p:cNvCxnSpPr>
          <p:nvPr/>
        </p:nvCxnSpPr>
        <p:spPr>
          <a:xfrm>
            <a:off x="4716463" y="3105150"/>
            <a:ext cx="1150937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7235825" y="1412875"/>
            <a:ext cx="720725" cy="503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Ubuntu</a:t>
            </a:r>
          </a:p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13.10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603" name="TextBox 53"/>
          <p:cNvSpPr txBox="1">
            <a:spLocks noChangeArrowheads="1"/>
          </p:cNvSpPr>
          <p:nvPr/>
        </p:nvSpPr>
        <p:spPr bwMode="auto">
          <a:xfrm>
            <a:off x="7451725" y="1125538"/>
            <a:ext cx="525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kumimoji="1" sz="2000" b="1">
                <a:solidFill>
                  <a:srgbClr val="0027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kumimoji="1" sz="16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0">
                <a:solidFill>
                  <a:schemeClr val="tx1"/>
                </a:solidFill>
                <a:latin typeface="Tahoma" panose="020B0604030504040204" pitchFamily="34" charset="0"/>
              </a:rPr>
              <a:t>2013</a:t>
            </a:r>
            <a:endParaRPr kumimoji="0" lang="ko-KR" altLang="en-US" sz="12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7975600" y="1665288"/>
            <a:ext cx="30956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8101013" y="5013325"/>
            <a:ext cx="21590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5292725" y="5600700"/>
            <a:ext cx="792163" cy="503238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 err="1">
                <a:solidFill>
                  <a:schemeClr val="tx1"/>
                </a:solidFill>
              </a:rPr>
              <a:t>CentOS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6011863" y="5851525"/>
            <a:ext cx="230505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31"/>
          <p:cNvCxnSpPr>
            <a:endCxn id="57" idx="1"/>
          </p:cNvCxnSpPr>
          <p:nvPr/>
        </p:nvCxnSpPr>
        <p:spPr>
          <a:xfrm rot="16200000" flipH="1">
            <a:off x="4783931" y="5342732"/>
            <a:ext cx="801687" cy="215900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K_서식 ">
  <a:themeElements>
    <a:clrScheme name="BK_서식 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K_서식 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K_서식 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K_서식 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K_서식 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K_서식 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K_서식 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K_서식 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K_서식 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13115</TotalTime>
  <Words>808</Words>
  <Application>Microsoft Office PowerPoint</Application>
  <PresentationFormat>화면 슬라이드 쇼(4:3)</PresentationFormat>
  <Paragraphs>181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굴림</vt:lpstr>
      <vt:lpstr>나눔고딕</vt:lpstr>
      <vt:lpstr>나눔고딕 ExtraBold</vt:lpstr>
      <vt:lpstr>돋움</vt:lpstr>
      <vt:lpstr>맑은 고딕</vt:lpstr>
      <vt:lpstr>Arial</vt:lpstr>
      <vt:lpstr>Tahoma</vt:lpstr>
      <vt:lpstr>Times</vt:lpstr>
      <vt:lpstr>Wingdings</vt:lpstr>
      <vt:lpstr>BK_서식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가상 머신 설정 </vt:lpstr>
      <vt:lpstr>가상 머신 설정 </vt:lpstr>
      <vt:lpstr>가상 머신 설정 </vt:lpstr>
      <vt:lpstr>가상 머신 설정 </vt:lpstr>
      <vt:lpstr>가상 머신 설정 </vt:lpstr>
      <vt:lpstr>가상 머신 설정 </vt:lpstr>
      <vt:lpstr>가상 머신 설정 </vt:lpstr>
      <vt:lpstr>리눅스 설치하기</vt:lpstr>
      <vt:lpstr>리눅스 설치하기</vt:lpstr>
      <vt:lpstr>리눅스 설치하기</vt:lpstr>
      <vt:lpstr>리눅스 설치하기</vt:lpstr>
      <vt:lpstr>리눅스 설치하기</vt:lpstr>
      <vt:lpstr>리눅스 설치하기</vt:lpstr>
      <vt:lpstr>리눅스 계통도</vt:lpstr>
    </vt:vector>
  </TitlesOfParts>
  <Company>Hallym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200702_논리시스템설계강의</dc:title>
  <dc:subject>강의</dc:subject>
  <dc:creator>이선우</dc:creator>
  <cp:lastModifiedBy>DDWU</cp:lastModifiedBy>
  <cp:revision>422</cp:revision>
  <cp:lastPrinted>2020-08-28T13:03:04Z</cp:lastPrinted>
  <dcterms:created xsi:type="dcterms:W3CDTF">2002-10-14T01:42:44Z</dcterms:created>
  <dcterms:modified xsi:type="dcterms:W3CDTF">2023-08-31T11:38:10Z</dcterms:modified>
</cp:coreProperties>
</file>