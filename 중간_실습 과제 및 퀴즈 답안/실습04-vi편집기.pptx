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417" r:id="rId3"/>
    <p:sldId id="401" r:id="rId4"/>
    <p:sldId id="436" r:id="rId5"/>
    <p:sldId id="441" r:id="rId6"/>
    <p:sldId id="442" r:id="rId7"/>
    <p:sldId id="443" r:id="rId8"/>
    <p:sldId id="418" r:id="rId9"/>
    <p:sldId id="410" r:id="rId10"/>
    <p:sldId id="411" r:id="rId11"/>
    <p:sldId id="444" r:id="rId12"/>
    <p:sldId id="439" r:id="rId13"/>
    <p:sldId id="445" r:id="rId14"/>
    <p:sldId id="432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 varScale="1">
        <p:scale>
          <a:sx n="87" d="100"/>
          <a:sy n="87" d="100"/>
        </p:scale>
        <p:origin x="10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05.1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32 5329 0 0,'-1'-31'4585'0'0,"4"32"-2722"0"0,-1 19-1069 0 0,4 71 323 0 0,3 0 0 0 0,40 164 0 0 0,-33-182-1013 0 0,-12-56-95 0 0,43 179 63 0 0,-38-167-58 0 0,1-1 1 0 0,1 0-1 0 0,2 0 0 0 0,25 41 0 0 0,-37-67-15 0 0,0 0 0 0 0,0 0 0 0 0,1 0 0 0 0,-1 0-1 0 0,1 0 1 0 0,-1 0 0 0 0,1 0 0 0 0,0-1 0 0 0,-1 1 0 0 0,1-1 0 0 0,0 1 0 0 0,0-1-1 0 0,0 0 1 0 0,0 0 0 0 0,0 0 0 0 0,1 0 0 0 0,-1 0 0 0 0,0 0 0 0 0,0 0-1 0 0,1-1 1 0 0,-1 1 0 0 0,4 0 0 0 0,-4-2 1 0 0,0 0 1 0 0,1 0-1 0 0,-1 0 0 0 0,0 0 0 0 0,0 0 0 0 0,0 0 1 0 0,0-1-1 0 0,0 1 0 0 0,0-1 0 0 0,0 1 0 0 0,0-1 1 0 0,0 0-1 0 0,-1 1 0 0 0,1-1 0 0 0,-1 0 0 0 0,1 0 1 0 0,-1 0-1 0 0,0 0 0 0 0,0-1 0 0 0,0 1 0 0 0,0 0 1 0 0,1-3-1 0 0,14-40 32 0 0,-1 0-1 0 0,13-77 1 0 0,-1 7 9 0 0,-13 57-23 0 0,-7 27-18 0 0,2 0 1 0 0,0 1-1 0 0,24-52 1 0 0,-10 60-275 0 0,-10 12-1515 0 0,-5 0-3355 0 0,-11-5 84 0 0,4 8 1950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05.7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79 4121 0 0,'1'-1'394'0'0,"0"0"1"0"0,0 0-1 0 0,0 0 0 0 0,0 0 1 0 0,0 0-1 0 0,0 0 0 0 0,0 0 1 0 0,0 0-1 0 0,0 0 0 0 0,0 1 1 0 0,1-1-1 0 0,-1 0 0 0 0,0 1 1 0 0,1-1-1 0 0,-1 1 0 0 0,0 0 1 0 0,1-1-1 0 0,1 1 0 0 0,34-9 616 0 0,-32 8-633 0 0,2-1-362 0 0,0 0 0 0 0,0-1 0 0 0,0 1 0 0 0,0-1 0 0 0,0-1 0 0 0,11-7 0 0 0,0-8-5076 0 0,-28 12 426 0 0,6 6 1914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06.1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1 4993 0 0,'-1'3'621'0'0,"0"1"-1"0"0,0-1 1 0 0,0 0-1 0 0,1 1 0 0 0,0-1 1 0 0,-1 1-1 0 0,1-1 1 0 0,0 1-1 0 0,1 5 1 0 0,-3 29 1218 0 0,-11 5-991 0 0,1 1-1 0 0,2 1 0 0 0,-6 71 1 0 0,4 138-766 0 0,11-229-2 0 0,0 4-264 0 0,3 78-93 0 0,-1-97-600 0 0,0 0-1 0 0,1 0 1 0 0,0-1 0 0 0,7 18-1 0 0,3-19-7425 0 0,-10-15 5353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18.4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305 2436 1024 0 0,'-1'-1'274'0'0,"0"1"0"0"0,0-1 0 0 0,0 1-1 0 0,0-1 1 0 0,0 0 0 0 0,0 0 0 0 0,0 1-1 0 0,1-1 1 0 0,-1 0 0 0 0,0 0 0 0 0,0 0-1 0 0,1 0 1 0 0,-1 0 0 0 0,1 0 0 0 0,-1 0-1 0 0,1 0 1 0 0,-1 0 0 0 0,1 0 0 0 0,0 0-1 0 0,-1 0 1 0 0,1-1 0 0 0,0 1 0 0 0,0 0 0 0 0,0 0-1 0 0,0 0 1 0 0,0 0 0 0 0,0-2 0 0 0,-1-42 173 0 0,1 38-103 0 0,2-426 454 0 0,-4-414-779 0 0,0 741 11 0 0,1-317 30 0 0,5 322-56 0 0,6 0 0 0 0,25-116 1 0 0,-29 195 91 0 0,6-18 61 0 0,-12 31 443 0 0,-8 18 662 0 0,8-8-1239 0 0,-1-1 0 0 0,1 0 0 0 0,0 1 1 0 0,-1-1-1 0 0,1 0 0 0 0,-1 1 0 0 0,1-1 0 0 0,0 0 0 0 0,-1 0 0 0 0,1 1 0 0 0,-1-1 0 0 0,1 0 1 0 0,-1 0-1 0 0,1 0 0 0 0,-1 1 0 0 0,1-1 0 0 0,-1 0 0 0 0,1 0 0 0 0,-1 0 0 0 0,1 0 1 0 0,-1 0-1 0 0,1 0 0 0 0,-1 0 0 0 0,1 0 0 0 0,-1 0 0 0 0,1 0 0 0 0,-1-1 0 0 0,1 1 1 0 0,-1 0-1 0 0,0 0 9 0 0,0-1 0 0 0,1 1 0 0 0,-1 0 0 0 0,0 0-1 0 0,1 0 1 0 0,-1 0 0 0 0,0 0 0 0 0,0 0 0 0 0,1 0 0 0 0,-1 0 0 0 0,0 0 0 0 0,0 0 0 0 0,1 0 0 0 0,-1 0 0 0 0,0 0 0 0 0,1 1 0 0 0,-1-1 0 0 0,0 0 0 0 0,1 1 0 0 0,-1-1 0 0 0,0 0 0 0 0,1 1 0 0 0,-1-1 0 0 0,1 1 0 0 0,-1-1 0 0 0,1 1-1 0 0,-1-1 1 0 0,1 1 0 0 0,-1 0 0 0 0,-20 34 147 0 0,1 0 0 0 0,2 1 0 0 0,-22 63 0 0 0,-3 6-30 0 0,33-83-126 0 0,-141 279 279 0 0,146-295-310 0 0,2-7-8 0 0,5-16-29 0 0,9-27-5 0 0,-5 27 42 0 0,103-279-58 0 0,-77 220 63 0 0,77-130-1 0 0,-103 195 17 0 0,-5 8-1 0 0,0-1 0 0 0,1 1 0 0 0,0 0 0 0 0,-1-1-1 0 0,1 1 1 0 0,1 0 0 0 0,-1 0 0 0 0,0 0 0 0 0,1 0 0 0 0,0 1-1 0 0,-1-1 1 0 0,1 1 0 0 0,0-1 0 0 0,5-1 0 0 0,-7 4-4 0 0,-1 1 0 0 0,1-1 0 0 0,0 1 0 0 0,0-1 0 0 0,0 1 0 0 0,0 0 0 0 0,-1-1 0 0 0,1 1 0 0 0,0 0 0 0 0,-1 0 0 0 0,1 0 0 0 0,0 0 0 0 0,-1 0 0 0 0,1-1 0 0 0,-1 1 0 0 0,0 0 0 0 0,1 0 0 0 0,-1 0 0 0 0,0 0 1 0 0,1 0-1 0 0,-1 0 0 0 0,0 1 0 0 0,0 1 0 0 0,5 30 70 0 0,-5-29-52 0 0,5 25 52 0 0,1 1 0 0 0,1-1 0 0 0,1-1 0 0 0,2 1-1 0 0,1-2 1 0 0,20 37 0 0 0,-5-18-48 0 0,1-2 1 0 0,60 74-1 0 0,-85-115-62 0 0,9 11-146 0 0,0-1-1 0 0,0 0 1 0 0,2 0-1 0 0,-1-2 1 0 0,1 1-1 0 0,1-1 0 0 0,29 17 1 0 0,-43-28 34 0 0,0 0-1 0 0,1 0 1 0 0,-1 0 0 0 0,1 1-1 0 0,-1-1 1 0 0,0 0 0 0 0,1 0-1 0 0,-1 0 1 0 0,1 0 0 0 0,-1 0 0 0 0,0 1-1 0 0,1-1 1 0 0,-1 0 0 0 0,1 0-1 0 0,-1 0 1 0 0,1 0 0 0 0,-1 0-1 0 0,1-1 1 0 0,-1 1 0 0 0,0 0 0 0 0,1 0-1 0 0,-1 0 1 0 0,1 0 0 0 0,-1 0-1 0 0,0-1 1 0 0,1 1 0 0 0,-1 0 0 0 0,1 0-1 0 0,-1 0 1 0 0,0-1 0 0 0,1 1-1 0 0,-1 0 1 0 0,0-1 0 0 0,0 1-1 0 0,1 0 1 0 0,-1-1 0 0 0,0 1 0 0 0,1-1-1 0 0,3-4-2350 0 0,5 2-1611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26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37 1600 0 0,'-23'-18'7854'0'0,"-12"7"-5070"0"0,-35 4-1704 0 0,67 7-1054 0 0,0 0 0 0 0,0 1 0 0 0,1-1 0 0 0,-1 1 1 0 0,0-1-1 0 0,0 1 0 0 0,1 0 0 0 0,-1 0 1 0 0,0 0-1 0 0,1 1 0 0 0,-1-1 0 0 0,1 1 0 0 0,-1-1 1 0 0,1 1-1 0 0,0 0 0 0 0,0 0 0 0 0,0 0 1 0 0,0 0-1 0 0,0 0 0 0 0,-3 5 0 0 0,2-2-20 0 0,0 1 0 0 0,0-1 0 0 0,0 1 0 0 0,1 0 0 0 0,0 0 0 0 0,0 1-1 0 0,0-1 1 0 0,1 0 0 0 0,-1 10 0 0 0,1-8-26 0 0,1 0-1 0 0,0 0 1 0 0,0 0-1 0 0,1 0 1 0 0,0-1-1 0 0,1 1 1 0 0,4 14-1 0 0,-5-18 14 0 0,0-1 0 0 0,0 0 0 0 0,1 1 1 0 0,0-1-1 0 0,0 0 0 0 0,0 0 0 0 0,0 0 0 0 0,0 0 0 0 0,0 0 0 0 0,1 0 0 0 0,0-1 0 0 0,-1 1 0 0 0,1-1 0 0 0,0 0 0 0 0,0 0 1 0 0,4 3-1 0 0,56 18-69 0 0,-48-18 93 0 0,0 0 1 0 0,-1 1-1 0 0,1 0 1 0 0,-1 1-1 0 0,18 12 1 0 0,-28-15 15 0 0,0-1 0 0 0,0 1-1 0 0,0 0 1 0 0,-1 0 0 0 0,1 0 0 0 0,-1 0 0 0 0,0 1 0 0 0,0-1 0 0 0,-1 1 0 0 0,1 0 0 0 0,-1 0 0 0 0,0 0-1 0 0,-1 0 1 0 0,1 0 0 0 0,-1 0 0 0 0,0 0 0 0 0,0 0 0 0 0,0 1 0 0 0,-1-1 0 0 0,0 8 0 0 0,-1-7 40 0 0,1 0 1 0 0,-1 0-1 0 0,-1-1 0 0 0,1 1 1 0 0,-1 0-1 0 0,0 0 1 0 0,0-1-1 0 0,-1 1 1 0 0,1-1-1 0 0,-1 1 1 0 0,-1-1-1 0 0,1 0 0 0 0,-1-1 1 0 0,0 1-1 0 0,0 0 1 0 0,0-1-1 0 0,0 0 1 0 0,-1 0-1 0 0,0 0 0 0 0,0-1 1 0 0,0 0-1 0 0,0 1 1 0 0,0-2-1 0 0,-1 1 1 0 0,1-1-1 0 0,-7 2 1 0 0,7-2-170 0 0,1 0 0 0 0,-1-1 1 0 0,0 1-1 0 0,0-1 0 0 0,0 0 1 0 0,0-1-1 0 0,-1 1 0 0 0,1-1 1 0 0,0 0-1 0 0,0 0 0 0 0,0-1 1 0 0,0 1-1 0 0,0-1 0 0 0,0-1 1 0 0,0 1-1 0 0,0 0 0 0 0,0-1 1 0 0,0 0-1 0 0,1 0 0 0 0,-1-1 1 0 0,1 1-1 0 0,0-1 0 0 0,-1 0 1 0 0,1 0-1 0 0,0-1 0 0 0,1 1 1 0 0,-1-1-1 0 0,1 0 0 0 0,-1 0 1 0 0,-4-7-1 0 0,7 10-172 0 0,0-1 0 0 0,0 1 0 0 0,0-1 0 0 0,1 1 0 0 0,-1-1 0 0 0,0 0 0 0 0,1 1 0 0 0,-1-1 1 0 0,1 0-1 0 0,-1 1 0 0 0,1-1 0 0 0,0 0 0 0 0,0 0 0 0 0,0 1 0 0 0,0-1 0 0 0,0 0 0 0 0,0 1 0 0 0,0-1 0 0 0,0 0 0 0 0,1 0 1 0 0,-1 1-1 0 0,1-1 0 0 0,-1 0 0 0 0,1 1 0 0 0,0-1 0 0 0,0 1 0 0 0,-1-1 0 0 0,1 1 0 0 0,0-1 0 0 0,1 1 0 0 0,-1 0 0 0 0,0-1 0 0 0,0 1 1 0 0,0 0-1 0 0,1 0 0 0 0,-1 0 0 0 0,1 0 0 0 0,1-1 0 0 0,6-8-2186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27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23 2577 0 0,'-2'-2'554'0'0,"1"0"0"0"0,-1 0 1 0 0,0 0-1 0 0,0 1 1 0 0,0-1-1 0 0,0 0 1 0 0,0 1-1 0 0,0 0 1 0 0,0-1-1 0 0,0 1 0 0 0,-1 0 1 0 0,1 0-1 0 0,-1 0 1 0 0,1 0-1 0 0,-4 0 1 0 0,3 2-397 0 0,-1-1 1 0 0,1 1-1 0 0,0 0 1 0 0,-1 0-1 0 0,1 1 1 0 0,0-1-1 0 0,0 1 1 0 0,0 0-1 0 0,0-1 1 0 0,0 1-1 0 0,-3 3 1 0 0,-6 3-13 0 0,0 0 0 0 0,1 1 0 0 0,0 0 1 0 0,1 1-1 0 0,0 0 0 0 0,0 1 0 0 0,1 0 0 0 0,1 0 1 0 0,-9 14-1 0 0,14-18-132 0 0,-1 1 1 0 0,1-1-1 0 0,0 1 0 0 0,1 0 1 0 0,0-1-1 0 0,0 1 0 0 0,1 0 1 0 0,0 0-1 0 0,0 0 0 0 0,1 0 1 0 0,0 1-1 0 0,0-1 0 0 0,1 0 1 0 0,0 0-1 0 0,0 0 0 0 0,1 0 1 0 0,4 10-1 0 0,-3-7 7 0 0,2 0 0 0 0,-1 0-1 0 0,2 0 1 0 0,-1-1 0 0 0,1 0 0 0 0,1 0 0 0 0,0 0 0 0 0,0-1 0 0 0,12 11 0 0 0,-15-16-7 0 0,0 0 0 0 0,1 0 1 0 0,0-1-1 0 0,0 1 0 0 0,0-1 1 0 0,0-1-1 0 0,1 1 0 0 0,-1-1 0 0 0,1 0 1 0 0,-1 0-1 0 0,1 0 0 0 0,0-1 1 0 0,0 0-1 0 0,0 0 0 0 0,0 0 1 0 0,-1-1-1 0 0,1 0 0 0 0,0 0 1 0 0,0 0-1 0 0,8-2 0 0 0,0-2 50 0 0,0-1-1 0 0,0 0 1 0 0,0-1-1 0 0,-1-1 1 0 0,0 0-1 0 0,0 0 1 0 0,-1-1-1 0 0,0-1 1 0 0,0 0-1 0 0,-1-1 0 0 0,0 0 1 0 0,13-16-1 0 0,-4 5-918 0 0,1 2 0 0 0,25-18 0 0 0,-38 32-121 0 0,-8 5 839 0 0,1 0 0 0 0,-1 0 0 0 0,0 0 0 0 0,1 0 0 0 0,-1 0 0 0 0,1 0-1 0 0,-1 0 1 0 0,0 0 0 0 0,1-1 0 0 0,-1 1 0 0 0,0 0 0 0 0,1 0 0 0 0,-1 0 0 0 0,1 0-1 0 0,-1-1 1 0 0,0 1 0 0 0,0 0 0 0 0,1-1 0 0 0,-1 1 0 0 0,0 0 0 0 0,1 0-1 0 0,-1-1 1 0 0,0 1 0 0 0,0 0 0 0 0,0-1 0 0 0,1 1 0 0 0,-1 0 0 0 0,0-1-1 0 0,0 1 1 0 0,0-1 0 0 0,0 1 0 0 0,0 0 0 0 0,0-1 0 0 0,1 1 0 0 0,-1-1 0 0 0,0 1-1 0 0,0 0 1 0 0,0-1 0 0 0,0 1 0 0 0,-1-1 0 0 0,1 1 0 0 0,0 0 0 0 0,0-1-1 0 0,0 1 1 0 0,0-1 0 0 0,0 1 0 0 0,0 0 0 0 0,-1-1 0 0 0,1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32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484 4 6529 0 0,'0'-1'117'0'0,"1"1"1"0"0,-1 0-1 0 0,0-1 0 0 0,1 1 0 0 0,-1 0 0 0 0,1 0 0 0 0,-1-1 0 0 0,1 1 0 0 0,-1 0 0 0 0,1 0 0 0 0,-1 0 0 0 0,1 0 0 0 0,-1-1 1 0 0,1 1-1 0 0,-1 0 0 0 0,1 0 0 0 0,-1 0 0 0 0,1 0 0 0 0,-1 0 0 0 0,1 0 0 0 0,-1 0 0 0 0,1 0 0 0 0,-1 1 0 0 0,1-1 0 0 0,-1 0 0 0 0,1 0 1 0 0,-1 0-1 0 0,1 0 0 0 0,-1 1 0 0 0,1-1 0 0 0,-1 0 0 0 0,0 0 0 0 0,1 1 0 0 0,-1-1 0 0 0,1 0 0 0 0,-1 1 0 0 0,0-1 0 0 0,1 1 1 0 0,-1 0-1 0 0,22 13-236 0 0,-19-10 199 0 0,-1 1 0 0 0,1-1 0 0 0,-1 1 0 0 0,0 0 0 0 0,0-1 0 0 0,0 1 0 0 0,-1 0 0 0 0,0 0 0 0 0,0 0 0 0 0,0 0-1 0 0,0 0 1 0 0,-1 10 0 0 0,-5 69 2397 0 0,3-59-2271 0 0,-7 73 179 0 0,-28 565-140 0 0,27-255-256 0 0,5 227 127 0 0,10-555-110 0 0,6 366 209 0 0,-14-374-157 0 0,-3-1 0 0 0,-2 1 0 0 0,-4-1 0 0 0,-25 80 0 0 0,34-138-20 0 0,-2 0 0 0 0,0 0-1 0 0,-1 0 1 0 0,-13 23 0 0 0,17-34-33 0 0,1 0 0 0 0,0 0 0 0 0,-1 0 0 0 0,1 0 1 0 0,-1 0-1 0 0,0 0 0 0 0,0 0 0 0 0,0-1 0 0 0,0 1 0 0 0,0 0 0 0 0,0-1 0 0 0,0 0 1 0 0,0 0-1 0 0,0 1 0 0 0,-1-1 0 0 0,1-1 0 0 0,0 1 0 0 0,-1 0 0 0 0,1 0 0 0 0,-1-1 0 0 0,1 0 1 0 0,-1 1-1 0 0,1-1 0 0 0,-1 0 0 0 0,1 0 0 0 0,-1 0 0 0 0,1-1 0 0 0,-1 1 0 0 0,1 0 1 0 0,-1-1-1 0 0,1 0 0 0 0,0 0 0 0 0,-1 0 0 0 0,-2-1 0 0 0,-11-7 36 0 0,1 0 0 0 0,1-1 0 0 0,0-1 0 0 0,0 0 0 0 0,1-1 0 0 0,1 0 0 0 0,-18-22 0 0 0,-68-107 557 0 0,84 118-432 0 0,3 6-13 0 0,0-1 0 0 0,2 1 0 0 0,0-2 0 0 0,1 1-1 0 0,1-1 1 0 0,-6-23 0 0 0,13 41-132 0 0,0 0 1 0 0,-1 0-1 0 0,1-1 1 0 0,0 1-1 0 0,0 0 0 0 0,0 0 1 0 0,0-1-1 0 0,0 1 0 0 0,0 0 1 0 0,0 0-1 0 0,0 0 1 0 0,0-1-1 0 0,0 1 0 0 0,1 0 1 0 0,-1 0-1 0 0,1 0 1 0 0,-1-1-1 0 0,1 0 0 0 0,0 2-14 0 0,-1-1 0 0 0,1 1 0 0 0,0 0 0 0 0,-1 0 0 0 0,1 0 0 0 0,-1-1 0 0 0,1 1 0 0 0,0 0 0 0 0,-1 0 0 0 0,1 0 0 0 0,-1 0 0 0 0,1 0 0 0 0,0 0 0 0 0,-1 1 0 0 0,1-1-1 0 0,-1 0 1 0 0,1 0 0 0 0,0 0 0 0 0,-1 0 0 0 0,1 1 0 0 0,-1-1 0 0 0,1 0 0 0 0,-1 0 0 0 0,1 1 0 0 0,0 0 0 0 0,45 38 34 0 0,-32-25-13 0 0,50 44-11 0 0,65 79 0 0 0,-75-76 86 0 0,97 84 0 0 0,-150-145-104 0 0,5 6 30 0 0,1-1 0 0 0,0 1 0 0 0,0-2 0 0 0,0 1 0 0 0,17 6 0 0 0,-23-10 5 0 0,1-1 0 0 0,-1 1 1 0 0,1-1-1 0 0,0 0 0 0 0,-1 1 0 0 0,1-1 0 0 0,0 0 0 0 0,0 0 1 0 0,-1 0-1 0 0,1-1 0 0 0,0 1 0 0 0,-1 0 0 0 0,1-1 0 0 0,0 1 1 0 0,-1-1-1 0 0,1 1 0 0 0,-1-1 0 0 0,1 0 0 0 0,-1 1 0 0 0,1-1 0 0 0,-1 0 1 0 0,1 0-1 0 0,-1 0 0 0 0,0 0 0 0 0,0-1 0 0 0,0 1 0 0 0,1 0 1 0 0,-1 0-1 0 0,0-1 0 0 0,0 1 0 0 0,-1-1 0 0 0,1 1 0 0 0,0-1 1 0 0,0 1-1 0 0,-1-1 0 0 0,1 1 0 0 0,0-3 0 0 0,56-141 945 0 0,-32 77-802 0 0,2 2-1 0 0,51-89 0 0 0,-32 85 11 0 0,-25 40-20 0 0,-1-2-1 0 0,-2 0 1 0 0,22-51 0 0 0,-36 71-509 0 0,0 0 0 0 0,-1 0 0 0 0,0-1 1 0 0,1-16-1 0 0,-4 25-503 0 0,0-1-1 0 0,0 1 1 0 0,0 0 0 0 0,0-1 0 0 0,-1 1 0 0 0,0 0 0 0 0,0 0-1 0 0,0-1 1 0 0,-3-6 0 0 0,-13-16-4776 0 0,4 8 667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33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1 103 9754 0 0,'41'-7'4972'0'0,"24"-18"-7161"0"0,-34 13-203 0 0,12-11-1096 0 0,-41 22 3394 0 0,0 0-1 0 0,0 0 0 0 0,-1-1 0 0 0,1 1 0 0 0,0-1 0 0 0,0 1 1 0 0,-1-1-1 0 0,1 0 0 0 0,-1 1 0 0 0,1-1 0 0 0,-1 0 0 0 0,0 0 1 0 0,0 0-1 0 0,0 0 0 0 0,0 0 0 0 0,0-1 0 0 0,1-3 0 0 0,-47 5-2364 0 0,31 12 488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33.6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11626 0 0,'6'16'471'0'0,"0"-1"0"0"0,1 0 0 0 0,1 0-1 0 0,0-1 1 0 0,1 0 0 0 0,0 0-1 0 0,22 22 1 0 0,-15-16-848 0 0,-1 0 0 0 0,17 29 1 0 0,-23-33-75 0 0,-2 0 1 0 0,0 1 0 0 0,7 24 0 0 0,-13-37 307 0 0,1 0 0 0 0,-1 1 0 0 0,0-1 0 0 0,-1 0 0 0 0,1 1 0 0 0,-1-1 0 0 0,0 1 0 0 0,0-1 0 0 0,0 1 0 0 0,-1-1 0 0 0,1 0 0 0 0,-1 1 0 0 0,0-1 0 0 0,0 0 0 0 0,-1 0 0 0 0,1 1 0 0 0,-1-1 0 0 0,0 0 0 0 0,-4 6 0 0 0,-28 7-1410 0 0,33-16 1323 0 0,0 0 1 0 0,0-1-1 0 0,0 1 0 0 0,0-1 0 0 0,-1 0 0 0 0,1 1 1 0 0,0-1-1 0 0,0 0 0 0 0,-1 0 0 0 0,1 1 1 0 0,0-1-1 0 0,-1 0 0 0 0,1 0 0 0 0,0 0 1 0 0,0-1-1 0 0,-1 1 0 0 0,1 0 0 0 0,0 0 1 0 0,0-1-1 0 0,-1 1 0 0 0,1-1 0 0 0,0 1 0 0 0,0-1 1 0 0,0 1-1 0 0,0-1 0 0 0,-2-1 0 0 0,0-3-1462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33.9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6465 0 0,'7'10'3290'0'0,"20"8"-2904"0"0,-7-4-901 0 0,-15-9 453 0 0,-1 1-1 0 0,0-1 1 0 0,0 1 0 0 0,0 0-1 0 0,-1 0 1 0 0,0 1 0 0 0,0-1-1 0 0,-1 0 1 0 0,0 1 0 0 0,0 0-1 0 0,0-1 1 0 0,-1 1 0 0 0,0 0-1 0 0,0 0 1 0 0,-1 0 0 0 0,0 0-1 0 0,0 0 1 0 0,-1 8 0 0 0,-2 5 172 0 0,0 0 1 0 0,-2-1 0 0 0,0 0 0 0 0,-1 0-1 0 0,-10 22 1 0 0,16-41-171 0 0,0 0 0 0 0,0 1 0 0 0,0-1-1 0 0,0 0 1 0 0,-1 0 0 0 0,1 1 0 0 0,0-1 0 0 0,0 0 0 0 0,0 0 0 0 0,-1 1-1 0 0,1-1 1 0 0,0 0 0 0 0,0 0 0 0 0,-1 1 0 0 0,1-1 0 0 0,0 0 0 0 0,0 0-1 0 0,-1 0 1 0 0,1 1 0 0 0,0-1 0 0 0,-1 0 0 0 0,1 0 0 0 0,0 0 0 0 0,-1 0-1 0 0,1 0 1 0 0,0 0 0 0 0,-1 0 0 0 0,1 0 0 0 0,0 0 0 0 0,-1 0 0 0 0,1 0-1 0 0,0 0 1 0 0,-1 0 0 0 0,1 0 0 0 0,0 0 0 0 0,-1 0 0 0 0,1 0 0 0 0,0 0-1 0 0,0-1 1 0 0,-1 1 0 0 0,1 0 0 0 0,0 0 0 0 0,-1 0 0 0 0,1 0 0 0 0,0-1-1 0 0,0 1 1 0 0,-1 0 0 0 0,1 0 0 0 0,0-1 0 0 0,0 1 0 0 0,-1 0 0 0 0,1 0-1 0 0,0-1 1 0 0,0 1 0 0 0,-13-18-2739 0 0,12 16 2635 0 0,-3-9-2087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38:34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415 335 3689 0 0,'-11'-31'4897'0'0,"10"-28"-3782"0"0,1 13-1653 0 0,-2 36 380 0 0,0 1 0 0 0,0-1-1 0 0,0 1 1 0 0,-1 0 0 0 0,-1 0 0 0 0,0 0-1 0 0,0 0 1 0 0,0 1 0 0 0,-10-13 0 0 0,8 13 279 0 0,-1 0 0 0 0,0 0 0 0 0,0 1 0 0 0,-1 0 0 0 0,0 0 0 0 0,0 1 0 0 0,-1 0 0 0 0,0 1 0 0 0,0 0 0 0 0,0 0 0 0 0,0 1 0 0 0,-1 0 0 0 0,0 0 0 0 0,0 1 0 0 0,0 1 0 0 0,0-1 1 0 0,0 2-1 0 0,0-1 0 0 0,-1 2 0 0 0,1-1 0 0 0,0 1 0 0 0,-20 3 0 0 0,25-2-127 0 0,1 0 0 0 0,-1 0 0 0 0,1 0-1 0 0,0 1 1 0 0,0-1 0 0 0,0 1 0 0 0,0 0 0 0 0,0 0 0 0 0,0 1 0 0 0,0-1 0 0 0,1 1 0 0 0,-1 0-1 0 0,1 0 1 0 0,-1 0 0 0 0,-2 4 0 0 0,1 0-12 0 0,0 0-1 0 0,0 0 0 0 0,1 1 1 0 0,0-1-1 0 0,0 1 0 0 0,1 0 1 0 0,-3 11-1 0 0,-1 12-25 0 0,1 0 0 0 0,1 0 0 0 0,0 41 0 0 0,4-59 51 0 0,-2 35-1 0 0,0-17-7 0 0,1 1 1 0 0,1-1 0 0 0,2 0-1 0 0,8 49 1 0 0,-9-77 6 0 0,0 0-1 0 0,1 0 1 0 0,0 0 0 0 0,-1 0 0 0 0,1 0 0 0 0,1 0-1 0 0,-1 0 1 0 0,0 0 0 0 0,1-1 0 0 0,-1 1-1 0 0,1 0 1 0 0,0-1 0 0 0,0 1 0 0 0,0-1 0 0 0,0 0-1 0 0,0 1 1 0 0,0-1 0 0 0,1 0 0 0 0,-1-1 0 0 0,1 1-1 0 0,0 0 1 0 0,-1-1 0 0 0,1 1 0 0 0,0-1 0 0 0,0 0-1 0 0,0 0 1 0 0,0 0 0 0 0,0 0 0 0 0,0 0 0 0 0,0-1-1 0 0,0 0 1 0 0,0 1 0 0 0,0-1 0 0 0,5-1-1 0 0,-1 0 21 0 0,-1 0-1 0 0,1-1 1 0 0,-1 0-1 0 0,1 0 1 0 0,-1 0 0 0 0,0-1-1 0 0,0 0 1 0 0,0-1-1 0 0,0 1 1 0 0,0-1-1 0 0,-1 0 1 0 0,0 0-1 0 0,0-1 1 0 0,0 1-1 0 0,5-7 1 0 0,10-17 66 0 0,-2 0-1 0 0,0-1 1 0 0,-2 0 0 0 0,-2-2 0 0 0,0 1 0 0 0,-2-2 0 0 0,-1 0 0 0 0,-2 0 0 0 0,-1-1 0 0 0,-2 0 0 0 0,-1 0 0 0 0,1-55 0 0 0,-12 44 899 0 0,-3 32-90 0 0,8 12-874 0 0,0 0 1 0 0,0 0 0 0 0,0 0-1 0 0,1 1 1 0 0,-1-1 0 0 0,0 1-1 0 0,0-1 1 0 0,0 0 0 0 0,1 1-1 0 0,-1-1 1 0 0,0 1 0 0 0,1 0 0 0 0,-1-1-1 0 0,1 1 1 0 0,-1 0 0 0 0,0-1-1 0 0,1 1 1 0 0,-1 0 0 0 0,1-1-1 0 0,0 1 1 0 0,-1 0 0 0 0,1 0-1 0 0,-1 1 1 0 0,-3 7 13 0 0,0 0 1 0 0,1 0-1 0 0,0 1 1 0 0,0-1-1 0 0,1 1 0 0 0,0 0 1 0 0,1 0-1 0 0,0-1 1 0 0,0 1-1 0 0,1 0 0 0 0,0 0 1 0 0,4 17-1 0 0,2 13 8 0 0,22 67 0 0 0,-24-91-21 0 0,2 4-9 0 0,1-1-1 0 0,1 1 1 0 0,0-2-1 0 0,2 1 1 0 0,0-1-1 0 0,1 0 1 0 0,1-1-1 0 0,0-1 1 0 0,22 23-1 0 0,-28-32-82 0 0,1-1-1 0 0,0 0 1 0 0,0 0 0 0 0,1-1-1 0 0,0 1 1 0 0,0-2 0 0 0,0 1-1 0 0,0-1 1 0 0,1 0 0 0 0,0-1-1 0 0,-1 0 1 0 0,1-1 0 0 0,0 1 0 0 0,1-2-1 0 0,-1 1 1 0 0,0-1 0 0 0,0-1-1 0 0,1 0 1 0 0,-1 0 0 0 0,0 0-1 0 0,1-1 1 0 0,-1-1 0 0 0,12-3-1 0 0,-14 3-236 0 0,0-1 0 0 0,0 0-1 0 0,0-1 1 0 0,0 1 0 0 0,-1-1-1 0 0,0 0 1 0 0,1-1 0 0 0,-1 0-1 0 0,-1 0 1 0 0,1 0 0 0 0,9-12 0 0 0,-4 2-873 0 0,-1-1 0 0 0,0 0 1 0 0,13-27-1 0 0,1-9-2568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45:28.0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2 149 2385 0 0,'0'0'111'0'0,"0"1"1"0"0,-1-1-1 0 0,1 1 1 0 0,0-1-1 0 0,0 1 1 0 0,0-1-1 0 0,0 0 1 0 0,0 1-1 0 0,0-1 1 0 0,0 1 0 0 0,0-1-1 0 0,0 1 1 0 0,0-1-1 0 0,0 1 1 0 0,0-1-1 0 0,0 1 1 0 0,0-1-1 0 0,1 1 1 0 0,-1-1-1 0 0,0 0 1 0 0,0 1 0 0 0,0-1-1 0 0,1 1 1 0 0,-1-1-1 0 0,0 0 1 0 0,1 1-1 0 0,-1-1 1 0 0,0 0-1 0 0,0 1 1 0 0,1-1-1 0 0,-1 0 1 0 0,1 1 0 0 0,-1-1-1 0 0,0 0 1 0 0,1 0-1 0 0,-1 0 1 0 0,1 1-1 0 0,-1-1 1 0 0,1 0-1 0 0,-1 0 1 0 0,0 0-1 0 0,1 0 1 0 0,-1 0 0 0 0,1 0-1 0 0,-1 0 1 0 0,1 0-1 0 0,0 0 1 0 0,24 6 755 0 0,-18-6-787 0 0,-1-1 1 0 0,1 1-1 0 0,0-2 0 0 0,-1 1 1 0 0,1-1-1 0 0,-1 0 1 0 0,0 0-1 0 0,0 0 0 0 0,0-1 1 0 0,0 0-1 0 0,0-1 1 0 0,7-4-1 0 0,5-6 15 0 0,-1-1 1 0 0,20-22-1 0 0,26-21-5 0 0,-60 56-241 0 0,-1 1 0 0 0,1-1 0 0 0,-1 1 0 0 0,1-1 0 0 0,0 1-1 0 0,0 0 1 0 0,0 0 0 0 0,-1 0 0 0 0,1 1 0 0 0,0-1-1 0 0,0 1 1 0 0,0 0 0 0 0,0-1 0 0 0,0 1 0 0 0,0 0-1 0 0,0 1 1 0 0,0-1 0 0 0,6 2 0 0 0,-9-2 96 0 0,-1 0 0 0 0,1 0-1 0 0,0-1 1 0 0,0 1 0 0 0,0 0 0 0 0,0 0 0 0 0,0 0-1 0 0,0 0 1 0 0,0 0 0 0 0,0 0 0 0 0,0 0 0 0 0,0-1 0 0 0,0 1-1 0 0,0 0 1 0 0,0 0 0 0 0,0 0 0 0 0,0 0 0 0 0,0 0-1 0 0,0 0 1 0 0,1 0 0 0 0,-1 0 0 0 0,0-1 0 0 0,0 1 0 0 0,0 0-1 0 0,0 0 1 0 0,0 0 0 0 0,0 0 0 0 0,0 0 0 0 0,0 0 0 0 0,0 0-1 0 0,0 0 1 0 0,0 0 0 0 0,0 0 0 0 0,1-1 0 0 0,-1 1-1 0 0,0 0 1 0 0,0 0 0 0 0,0 0 0 0 0,0 0 0 0 0,0 0 0 0 0,0 0-1 0 0,0 0 1 0 0,1 0 0 0 0,-1 0 0 0 0,0 0 0 0 0,0 0 0 0 0,0 0-1 0 0,0 0 1 0 0,0 0 0 0 0,0 0 0 0 0,0 0 0 0 0,1 0-1 0 0,-1 0 1 0 0,0 0 0 0 0,0 0 0 0 0,0 0 0 0 0,0 1 0 0 0,0-2-287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45:28.5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31 584 0 0,'-2'-12'1045'0'0,"-2"-7"2574"0"0,2 36-835 0 0,8 224 1105 0 0,0 84-3521 0 0,-7-318-369 0 0,0 12 16 0 0,0 1-1 0 0,1-1 1 0 0,1 0-1 0 0,1 0 1 0 0,0 0-1 0 0,2-1 1 0 0,6 23-1 0 0,-10-41-15 0 0,1 1 0 0 0,-1 0 0 0 0,0-1 0 0 0,0 1 0 0 0,0-1 0 0 0,1 1 0 0 0,-1-1 1 0 0,0 1-1 0 0,1-1 0 0 0,-1 0 0 0 0,1 1 0 0 0,-1-1 0 0 0,0 1 0 0 0,1-1 0 0 0,-1 0 0 0 0,1 1 0 0 0,-1-1 0 0 0,1 0 0 0 0,-1 0 0 0 0,1 1 0 0 0,-1-1 0 0 0,1 0 1 0 0,-1 0-1 0 0,1 0 0 0 0,-1 1 0 0 0,1-1 0 0 0,0 0 0 0 0,-1 0 0 0 0,1 0 0 0 0,-1 0 0 0 0,2 0 0 0 0,16-11-8 0 0,11-23 48 0 0,-26 28-35 0 0,0 0 0 0 0,0 1 1 0 0,1 0-1 0 0,0-1 0 0 0,0 2 0 0 0,0-1 0 0 0,1 0 1 0 0,-1 1-1 0 0,1 0 0 0 0,0 0 0 0 0,0 0 1 0 0,1 1-1 0 0,-1-1 0 0 0,1 1 0 0 0,0 1 0 0 0,0-1 1 0 0,0 1-1 0 0,0 0 0 0 0,0 0 0 0 0,0 1 1 0 0,0-1-1 0 0,1 2 0 0 0,-1-1 0 0 0,1 1 0 0 0,-1 0 1 0 0,0 0-1 0 0,1 0 0 0 0,-1 1 0 0 0,0 0 0 0 0,13 4 1 0 0,-14-4-277 0 0,22 4 709 0 0,-17-9-2194 0 0,-6-8-3561 0 0,-4 6 1445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8:45:28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57 3761 0 0,'-7'5'5951'0'0,"25"-6"-3713"0"0,29-5-1125 0 0,-27 3-1174 0 0,32-9 1170 0 0,-30 0-2802 0 0,-8-7-3502 0 0,-12 11 493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8:37:15.95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1 104,'951'0,"-913"2,68 12,-65-7,53 2,137-11,90 4,-199 12,33 2,46-1,-10 0,452-14,-310-3,-276 0,60-11,41-3,254 16,-193 1,-179-3,-1-2,1-2,43-13,-39 9,-1 2,58-4,85-3,28-1,-169 13,-1-2,70-18,-68 13,0 1,52-2,107 12,52-2,-223-4,-2-2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  <a:endParaRPr lang="en-US" altLang="ko-KR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6485448"/>
      </p:ext>
    </p:extLst>
  </p:cSld>
  <p:clrMapOvr>
    <a:masterClrMapping/>
  </p:clrMapOvr>
  <p:transition spd="med">
    <p:fade thruBlk="1"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59593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955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7200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vi  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편집기 사용법</a:t>
            </a:r>
            <a:endParaRPr lang="en-US" altLang="ko-KR" sz="4000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4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동작</a:t>
            </a:r>
            <a:r>
              <a:rPr lang="en-US" altLang="ko-KR" dirty="0"/>
              <a:t> </a:t>
            </a:r>
            <a:r>
              <a:rPr lang="ko-KR" altLang="en-US" dirty="0"/>
              <a:t>모드</a:t>
            </a:r>
            <a:endParaRPr lang="en-US" altLang="ko-KR" dirty="0"/>
          </a:p>
          <a:p>
            <a:pPr lvl="1"/>
            <a:r>
              <a:rPr lang="ko-KR" altLang="en-US" dirty="0"/>
              <a:t>입력 모드 </a:t>
            </a:r>
            <a:r>
              <a:rPr lang="en-US" altLang="ko-KR" dirty="0"/>
              <a:t>(insert mode)</a:t>
            </a:r>
            <a:endParaRPr lang="ko-KR" altLang="en-US" dirty="0"/>
          </a:p>
          <a:p>
            <a:pPr lvl="2"/>
            <a:r>
              <a:rPr lang="ko-KR" altLang="en-US" dirty="0"/>
              <a:t>입력을 원하는 글자를 입력하고</a:t>
            </a:r>
            <a:r>
              <a:rPr lang="en-US" altLang="ko-KR" dirty="0"/>
              <a:t>, </a:t>
            </a:r>
            <a:r>
              <a:rPr lang="ko-KR" altLang="en-US" dirty="0"/>
              <a:t>화면은 입력한 상태를 그대로 보여주는 모드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명령 모드 </a:t>
            </a:r>
            <a:r>
              <a:rPr lang="en-US" altLang="ko-KR" dirty="0"/>
              <a:t>(command mode)</a:t>
            </a:r>
            <a:endParaRPr lang="ko-KR" altLang="en-US" dirty="0"/>
          </a:p>
          <a:p>
            <a:pPr lvl="2"/>
            <a:r>
              <a:rPr lang="ko-KR" altLang="en-US" dirty="0"/>
              <a:t>한 글자 또는 두 글자 명령을 사용하여 커서를 이동</a:t>
            </a:r>
            <a:endParaRPr lang="en-US" altLang="ko-KR" dirty="0"/>
          </a:p>
          <a:p>
            <a:pPr lvl="2"/>
            <a:r>
              <a:rPr lang="ko-KR" altLang="en-US" dirty="0"/>
              <a:t>글자를 삭제 및 교체</a:t>
            </a:r>
            <a:endParaRPr lang="en-US" altLang="ko-KR" dirty="0"/>
          </a:p>
          <a:p>
            <a:pPr lvl="2"/>
            <a:r>
              <a:rPr lang="ko-KR" altLang="en-US" dirty="0"/>
              <a:t>문자열을 검색하는 모드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최종라인 모드 </a:t>
            </a:r>
            <a:r>
              <a:rPr lang="en-US" altLang="ko-KR" dirty="0"/>
              <a:t>(last-line mode)</a:t>
            </a:r>
            <a:endParaRPr lang="ko-KR" altLang="en-US" dirty="0"/>
          </a:p>
          <a:p>
            <a:pPr lvl="2"/>
            <a:r>
              <a:rPr lang="en-US" altLang="ko-KR" dirty="0"/>
              <a:t>&lt;ESC&gt; </a:t>
            </a:r>
            <a:r>
              <a:rPr lang="ko-KR" altLang="en-US" dirty="0"/>
              <a:t>키를 누르고 콜론</a:t>
            </a:r>
            <a:r>
              <a:rPr lang="en-US" altLang="ko-KR" dirty="0"/>
              <a:t>(:) </a:t>
            </a:r>
            <a:r>
              <a:rPr lang="ko-KR" altLang="en-US" dirty="0"/>
              <a:t>프롬프트에서 명령을 입력하여 저장</a:t>
            </a:r>
            <a:r>
              <a:rPr lang="en-US" altLang="ko-KR" dirty="0"/>
              <a:t>, </a:t>
            </a:r>
            <a:r>
              <a:rPr lang="ko-KR" altLang="en-US" dirty="0"/>
              <a:t>편집</a:t>
            </a:r>
            <a:r>
              <a:rPr lang="en-US" altLang="ko-KR" dirty="0"/>
              <a:t>, </a:t>
            </a:r>
            <a:r>
              <a:rPr lang="ko-KR" altLang="en-US" dirty="0"/>
              <a:t>검색 기능 등 다양한 기능을  제공하는 모드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2</a:t>
            </a:fld>
            <a:endParaRPr lang="en-US" altLang="ko-KR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DA6D71C-7592-CFFB-DC80-59EA92A49FA3}"/>
              </a:ext>
            </a:extLst>
          </p:cNvPr>
          <p:cNvGrpSpPr/>
          <p:nvPr/>
        </p:nvGrpSpPr>
        <p:grpSpPr>
          <a:xfrm>
            <a:off x="274593" y="3504270"/>
            <a:ext cx="347040" cy="421560"/>
            <a:chOff x="274593" y="3504270"/>
            <a:chExt cx="34704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AD74B80-DB0F-B239-3C98-847CFB7DCF4A}"/>
                    </a:ext>
                  </a:extLst>
                </p14:cNvPr>
                <p14:cNvContentPartPr/>
                <p14:nvPr/>
              </p14:nvContentPartPr>
              <p14:xfrm>
                <a:off x="274593" y="3504270"/>
                <a:ext cx="182160" cy="345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AD74B80-DB0F-B239-3C98-847CFB7DCF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5593" y="3495630"/>
                  <a:ext cx="1998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D360AE9-BA37-8D27-4E97-96913E00DECD}"/>
                    </a:ext>
                  </a:extLst>
                </p14:cNvPr>
                <p14:cNvContentPartPr/>
                <p14:nvPr/>
              </p14:nvContentPartPr>
              <p14:xfrm>
                <a:off x="558993" y="3534150"/>
                <a:ext cx="52200" cy="284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D360AE9-BA37-8D27-4E97-96913E00DE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0353" y="3525510"/>
                  <a:ext cx="69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35C12BB-2668-53DC-96AD-6456113B1DC8}"/>
                    </a:ext>
                  </a:extLst>
                </p14:cNvPr>
                <p14:cNvContentPartPr/>
                <p14:nvPr/>
              </p14:nvContentPartPr>
              <p14:xfrm>
                <a:off x="595713" y="3632070"/>
                <a:ext cx="25920" cy="2937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35C12BB-2668-53DC-96AD-6456113B1D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6713" y="3623430"/>
                  <a:ext cx="43560" cy="31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5240F11-9F64-B8E1-1B80-1DA590588B6B}"/>
                  </a:ext>
                </a:extLst>
              </p14:cNvPr>
              <p14:cNvContentPartPr/>
              <p14:nvPr/>
            </p14:nvContentPartPr>
            <p14:xfrm>
              <a:off x="720993" y="1882110"/>
              <a:ext cx="254880" cy="8769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5240F11-9F64-B8E1-1B80-1DA590588B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1993" y="1873470"/>
                <a:ext cx="272520" cy="89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7DB3705E-26F4-B521-A2EC-61D58254C9A9}"/>
              </a:ext>
            </a:extLst>
          </p:cNvPr>
          <p:cNvGrpSpPr/>
          <p:nvPr/>
        </p:nvGrpSpPr>
        <p:grpSpPr>
          <a:xfrm>
            <a:off x="315993" y="2469990"/>
            <a:ext cx="351360" cy="212040"/>
            <a:chOff x="315993" y="2469990"/>
            <a:chExt cx="35136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5D81A1A-0F3E-D3F8-6010-8208B0376991}"/>
                    </a:ext>
                  </a:extLst>
                </p14:cNvPr>
                <p14:cNvContentPartPr/>
                <p14:nvPr/>
              </p14:nvContentPartPr>
              <p14:xfrm>
                <a:off x="315993" y="2487990"/>
                <a:ext cx="96480" cy="1940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5D81A1A-0F3E-D3F8-6010-8208B03769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7353" y="2479350"/>
                  <a:ext cx="114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A97E589-C229-232F-C6C9-DD789C81D665}"/>
                    </a:ext>
                  </a:extLst>
                </p14:cNvPr>
                <p14:cNvContentPartPr/>
                <p14:nvPr/>
              </p14:nvContentPartPr>
              <p14:xfrm>
                <a:off x="492753" y="2469990"/>
                <a:ext cx="174600" cy="156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A97E589-C229-232F-C6C9-DD789C81D6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4113" y="2460990"/>
                  <a:ext cx="19224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CAFEA7FA-6266-4DEC-57AD-8F5524F6AF4A}"/>
                  </a:ext>
                </a:extLst>
              </p14:cNvPr>
              <p14:cNvContentPartPr/>
              <p14:nvPr/>
            </p14:nvContentPartPr>
            <p14:xfrm>
              <a:off x="7296753" y="1682670"/>
              <a:ext cx="338040" cy="11271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CAFEA7FA-6266-4DEC-57AD-8F5524F6AF4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88113" y="1673670"/>
                <a:ext cx="355680" cy="11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579BD33F-1073-2BFB-CD51-D5D0DA5D2CAF}"/>
              </a:ext>
            </a:extLst>
          </p:cNvPr>
          <p:cNvGrpSpPr/>
          <p:nvPr/>
        </p:nvGrpSpPr>
        <p:grpSpPr>
          <a:xfrm>
            <a:off x="7909113" y="1966710"/>
            <a:ext cx="659520" cy="347760"/>
            <a:chOff x="7909113" y="1966710"/>
            <a:chExt cx="65952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5601771-5513-543F-E631-2EBD69759DC7}"/>
                    </a:ext>
                  </a:extLst>
                </p14:cNvPr>
                <p14:cNvContentPartPr/>
                <p14:nvPr/>
              </p14:nvContentPartPr>
              <p14:xfrm>
                <a:off x="7909113" y="1966710"/>
                <a:ext cx="74880" cy="374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5601771-5513-543F-E631-2EBD69759D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00473" y="1957710"/>
                  <a:ext cx="92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8BC38EA-CA34-1ED5-A153-03F6B663B71A}"/>
                    </a:ext>
                  </a:extLst>
                </p14:cNvPr>
                <p14:cNvContentPartPr/>
                <p14:nvPr/>
              </p14:nvContentPartPr>
              <p14:xfrm>
                <a:off x="7955193" y="2145990"/>
                <a:ext cx="68760" cy="155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8BC38EA-CA34-1ED5-A153-03F6B663B7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6553" y="2137350"/>
                  <a:ext cx="86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D5316B1-D5F7-A00B-1CF1-60F562E5F744}"/>
                    </a:ext>
                  </a:extLst>
                </p14:cNvPr>
                <p14:cNvContentPartPr/>
                <p14:nvPr/>
              </p14:nvContentPartPr>
              <p14:xfrm>
                <a:off x="8158233" y="2200710"/>
                <a:ext cx="34560" cy="1137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D5316B1-D5F7-A00B-1CF1-60F562E5F7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49593" y="2192070"/>
                  <a:ext cx="52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4B5087E-69AE-F9FC-FA2C-EA1B64E66F9C}"/>
                    </a:ext>
                  </a:extLst>
                </p14:cNvPr>
                <p14:cNvContentPartPr/>
                <p14:nvPr/>
              </p14:nvContentPartPr>
              <p14:xfrm>
                <a:off x="8269833" y="2044470"/>
                <a:ext cx="298800" cy="226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4B5087E-69AE-F9FC-FA2C-EA1B64E66F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60833" y="2035470"/>
                  <a:ext cx="3164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83B2F17-21EB-E425-1760-BF53989B6B3B}"/>
              </a:ext>
            </a:extLst>
          </p:cNvPr>
          <p:cNvGrpSpPr/>
          <p:nvPr/>
        </p:nvGrpSpPr>
        <p:grpSpPr>
          <a:xfrm>
            <a:off x="182793" y="2440470"/>
            <a:ext cx="117000" cy="301320"/>
            <a:chOff x="182793" y="2440470"/>
            <a:chExt cx="11700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AD1E722-088F-4C42-3E10-57AE308CFBCD}"/>
                    </a:ext>
                  </a:extLst>
                </p14:cNvPr>
                <p14:cNvContentPartPr/>
                <p14:nvPr/>
              </p14:nvContentPartPr>
              <p14:xfrm>
                <a:off x="182793" y="2440470"/>
                <a:ext cx="117000" cy="612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AD1E722-088F-4C42-3E10-57AE308CFB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4153" y="2431830"/>
                  <a:ext cx="134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3510EA0-3F60-456E-6368-BCDDA000850F}"/>
                    </a:ext>
                  </a:extLst>
                </p14:cNvPr>
                <p14:cNvContentPartPr/>
                <p14:nvPr/>
              </p14:nvContentPartPr>
              <p14:xfrm>
                <a:off x="183873" y="2462790"/>
                <a:ext cx="113400" cy="2790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3510EA0-3F60-456E-6368-BCDDA00085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5233" y="2453790"/>
                  <a:ext cx="131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3FE0024-C80A-3094-05F2-96C05C111596}"/>
                    </a:ext>
                  </a:extLst>
                </p14:cNvPr>
                <p14:cNvContentPartPr/>
                <p14:nvPr/>
              </p14:nvContentPartPr>
              <p14:xfrm>
                <a:off x="225993" y="2565750"/>
                <a:ext cx="63360" cy="223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3FE0024-C80A-3094-05F2-96C05C1115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7353" y="2557110"/>
                  <a:ext cx="81000" cy="3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3117706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vi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편집기 간단 사용법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(1)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편집기로 파일을 </a:t>
            </a:r>
            <a:r>
              <a:rPr lang="ko-KR" altLang="en-US" dirty="0" err="1"/>
              <a:t>오픈하면</a:t>
            </a:r>
            <a:r>
              <a:rPr lang="ko-KR" altLang="en-US" dirty="0"/>
              <a:t> 명령 모드에서 시작</a:t>
            </a:r>
            <a:endParaRPr lang="en-US" altLang="ko-KR" dirty="0"/>
          </a:p>
          <a:p>
            <a:r>
              <a:rPr lang="ko-KR" altLang="en-US" dirty="0"/>
              <a:t>간단한 입력하기 </a:t>
            </a:r>
            <a:endParaRPr lang="en-US" altLang="ko-KR" dirty="0"/>
          </a:p>
          <a:p>
            <a:pPr lvl="1"/>
            <a:r>
              <a:rPr lang="ko-KR" altLang="en-US" dirty="0"/>
              <a:t>명령 모드에서 입력 모드로 바꿔야 새로운 문자의 입력이 가능</a:t>
            </a:r>
            <a:endParaRPr lang="en-US" altLang="ko-KR" dirty="0"/>
          </a:p>
          <a:p>
            <a:pPr lvl="2"/>
            <a:r>
              <a:rPr lang="ko-KR" altLang="en-US" dirty="0"/>
              <a:t>글쓰기를 할 때는 반드시 </a:t>
            </a:r>
            <a:r>
              <a:rPr lang="en-US" altLang="ko-KR" dirty="0"/>
              <a:t>&lt;a&gt; </a:t>
            </a:r>
            <a:r>
              <a:rPr lang="ko-KR" altLang="en-US" dirty="0"/>
              <a:t>또는 </a:t>
            </a:r>
            <a:r>
              <a:rPr lang="en-US" altLang="ko-KR" dirty="0"/>
              <a:t>&lt;i&gt; </a:t>
            </a:r>
            <a:r>
              <a:rPr lang="ko-KR" altLang="en-US" dirty="0"/>
              <a:t>키를 눌러 입력모드로 바꾸어야 함</a:t>
            </a:r>
            <a:endParaRPr lang="en-US" altLang="ko-KR" dirty="0"/>
          </a:p>
          <a:p>
            <a:pPr lvl="2"/>
            <a:r>
              <a:rPr lang="ko-KR" altLang="en-US" dirty="0"/>
              <a:t>명령모드로 되돌아오려면 </a:t>
            </a:r>
            <a:r>
              <a:rPr lang="en-US" altLang="ko-KR" dirty="0"/>
              <a:t>&lt;ESC&gt;</a:t>
            </a:r>
            <a:r>
              <a:rPr lang="ko-KR" altLang="en-US" dirty="0"/>
              <a:t>키를 눌러 줌</a:t>
            </a:r>
            <a:endParaRPr lang="en-US" altLang="ko-KR" dirty="0"/>
          </a:p>
          <a:p>
            <a:pPr lvl="2"/>
            <a:r>
              <a:rPr lang="ko-KR" altLang="en-US" dirty="0"/>
              <a:t>최종라인 편집 모드는 </a:t>
            </a:r>
            <a:r>
              <a:rPr lang="en-US" altLang="ko-KR" dirty="0"/>
              <a:t>&lt;Esc&gt; </a:t>
            </a:r>
            <a:r>
              <a:rPr lang="ko-KR" altLang="en-US" dirty="0"/>
              <a:t>키를 누르고 콜론</a:t>
            </a:r>
            <a:r>
              <a:rPr lang="en-US" altLang="ko-KR" dirty="0"/>
              <a:t>(:)</a:t>
            </a:r>
            <a:r>
              <a:rPr lang="ko-KR" altLang="en-US" dirty="0"/>
              <a:t>을 입력한 상태에서 </a:t>
            </a:r>
            <a:r>
              <a:rPr lang="en-US" altLang="ko-KR" dirty="0"/>
              <a:t>&lt;</a:t>
            </a:r>
            <a:r>
              <a:rPr lang="en-US" altLang="ko-KR" dirty="0" err="1"/>
              <a:t>wq</a:t>
            </a:r>
            <a:r>
              <a:rPr lang="en-US" altLang="ko-KR" dirty="0"/>
              <a:t>&gt; </a:t>
            </a:r>
            <a:r>
              <a:rPr lang="ko-KR" altLang="en-US" dirty="0"/>
              <a:t>명령을 입력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vi </a:t>
            </a:r>
            <a:r>
              <a:rPr lang="ko-KR" altLang="en-US" dirty="0"/>
              <a:t>편집기 실행 방법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331640" y="4498792"/>
            <a:ext cx="1512168" cy="590918"/>
          </a:xfrm>
          <a:prstGeom prst="roundRect">
            <a:avLst>
              <a:gd name="adj" fmla="val 12295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# vi 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863139"/>
            <a:ext cx="4320480" cy="25355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8894BB4-5528-65E1-1A86-1A36E0C15F1F}"/>
                  </a:ext>
                </a:extLst>
              </p14:cNvPr>
              <p14:cNvContentPartPr/>
              <p14:nvPr/>
            </p14:nvContentPartPr>
            <p14:xfrm>
              <a:off x="3690273" y="1306470"/>
              <a:ext cx="2196720" cy="7128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8894BB4-5528-65E1-1A86-1A36E0C15F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4633" y="1234470"/>
                <a:ext cx="2268360" cy="2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868853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4FDA30CC-5E3C-4C39-BCC5-4A5075F27BDE}" type="slidenum">
              <a:rPr lang="en-US" altLang="ko-KR">
                <a:latin typeface="Times New Roman" pitchFamily="18" charset="0"/>
                <a:ea typeface="HY견고딕" pitchFamily="18" charset="-127"/>
              </a:rPr>
              <a:pPr eaLnBrk="1" hangingPunct="1"/>
              <a:t>4</a:t>
            </a:fld>
            <a:endParaRPr lang="en-US" altLang="ko-KR"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4099" name="제목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vi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편집기 간단 사용법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(2)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100" name="내용 개체 틀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ko-KR" altLang="en-US" dirty="0"/>
              <a:t>입력 모드 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ko-KR" altLang="en-US" dirty="0"/>
              <a:t>키</a:t>
            </a:r>
            <a:r>
              <a:rPr lang="en-US" altLang="ko-KR" dirty="0"/>
              <a:t>, vi </a:t>
            </a:r>
            <a:r>
              <a:rPr lang="ko-KR" altLang="en-US" dirty="0"/>
              <a:t>화면 좌측하단에 </a:t>
            </a:r>
            <a:r>
              <a:rPr lang="en-US" altLang="ko-KR" dirty="0"/>
              <a:t>– INSERT – </a:t>
            </a:r>
            <a:r>
              <a:rPr lang="ko-KR" altLang="en-US" dirty="0"/>
              <a:t>표시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10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576388"/>
            <a:ext cx="73914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180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ACEDE79F-38D5-4B3F-9CBF-634B2C9589FA}" type="slidenum">
              <a:rPr lang="en-US" altLang="ko-KR">
                <a:latin typeface="Times New Roman" pitchFamily="18" charset="0"/>
                <a:ea typeface="HY견고딕" pitchFamily="18" charset="-127"/>
              </a:rPr>
              <a:pPr eaLnBrk="1" hangingPunct="1"/>
              <a:t>5</a:t>
            </a:fld>
            <a:endParaRPr lang="en-US" altLang="ko-KR"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6147" name="제목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vi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편집기 간단 사용법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(3)</a:t>
            </a:r>
            <a:endParaRPr lang="ko-KR" altLang="en-US" dirty="0"/>
          </a:p>
        </p:txBody>
      </p:sp>
      <p:sp>
        <p:nvSpPr>
          <p:cNvPr id="6148" name="내용 개체 틀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r>
              <a:rPr lang="ko-KR" altLang="en-US"/>
              <a:t>명령 모드 </a:t>
            </a:r>
            <a:r>
              <a:rPr lang="en-US" altLang="ko-KR"/>
              <a:t>: ESC </a:t>
            </a:r>
            <a:r>
              <a:rPr lang="ko-KR" altLang="en-US"/>
              <a:t>키</a:t>
            </a:r>
            <a:r>
              <a:rPr lang="en-US" altLang="ko-KR"/>
              <a:t>, vi </a:t>
            </a:r>
            <a:r>
              <a:rPr lang="ko-KR" altLang="en-US"/>
              <a:t>화면 좌측하단에 아무 표시 없음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pic>
        <p:nvPicPr>
          <p:cNvPr id="61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571625"/>
            <a:ext cx="73914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033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075BDEF1-27D8-46C5-ACC6-47EB09C2F85A}" type="slidenum">
              <a:rPr lang="en-US" altLang="ko-KR">
                <a:latin typeface="Times New Roman" pitchFamily="18" charset="0"/>
                <a:ea typeface="HY견고딕" pitchFamily="18" charset="-127"/>
              </a:rPr>
              <a:pPr eaLnBrk="1" hangingPunct="1"/>
              <a:t>6</a:t>
            </a:fld>
            <a:endParaRPr lang="en-US" altLang="ko-KR"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9219" name="제목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vi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편집기 간단 사용법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(4)</a:t>
            </a:r>
            <a:endParaRPr lang="ko-KR" altLang="en-US" dirty="0"/>
          </a:p>
        </p:txBody>
      </p:sp>
      <p:sp>
        <p:nvSpPr>
          <p:cNvPr id="9220" name="내용 개체 틀 2"/>
          <p:cNvSpPr>
            <a:spLocks noGrp="1"/>
          </p:cNvSpPr>
          <p:nvPr>
            <p:ph idx="4294967295"/>
          </p:nvPr>
        </p:nvSpPr>
        <p:spPr>
          <a:xfrm>
            <a:off x="250825" y="765174"/>
            <a:ext cx="8642350" cy="5832177"/>
          </a:xfrm>
        </p:spPr>
        <p:txBody>
          <a:bodyPr/>
          <a:lstStyle/>
          <a:p>
            <a:r>
              <a:rPr lang="ko-KR" altLang="en-US" dirty="0" err="1"/>
              <a:t>최종행</a:t>
            </a:r>
            <a:r>
              <a:rPr lang="ko-KR" altLang="en-US" dirty="0"/>
              <a:t> 모드 </a:t>
            </a:r>
            <a:r>
              <a:rPr lang="en-US" altLang="ko-KR" dirty="0"/>
              <a:t>: shift + : </a:t>
            </a:r>
            <a:r>
              <a:rPr lang="ko-KR" altLang="en-US" dirty="0"/>
              <a:t>키 </a:t>
            </a:r>
            <a:r>
              <a:rPr lang="en-US" altLang="ko-KR" dirty="0"/>
              <a:t>, vi </a:t>
            </a:r>
            <a:r>
              <a:rPr lang="ko-KR" altLang="en-US" dirty="0"/>
              <a:t>화면 좌측하단에 </a:t>
            </a:r>
            <a:r>
              <a:rPr lang="en-US" altLang="ko-KR" dirty="0"/>
              <a:t>: </a:t>
            </a:r>
            <a:r>
              <a:rPr lang="ko-KR" altLang="en-US" dirty="0"/>
              <a:t>표시</a:t>
            </a:r>
          </a:p>
          <a:p>
            <a:pPr lvl="1"/>
            <a:r>
              <a:rPr lang="ko-KR" altLang="en-US" dirty="0"/>
              <a:t>저장하고 나가기 </a:t>
            </a:r>
            <a:r>
              <a:rPr lang="en-US" altLang="ko-KR" dirty="0"/>
              <a:t>(</a:t>
            </a:r>
            <a:r>
              <a:rPr lang="en-US" altLang="ko-KR" dirty="0" err="1"/>
              <a:t>wq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  <a:r>
              <a:rPr lang="en-US" altLang="ko-KR" dirty="0"/>
              <a:t>), </a:t>
            </a:r>
            <a:r>
              <a:rPr lang="ko-KR" altLang="en-US" dirty="0"/>
              <a:t>저장하기 </a:t>
            </a:r>
            <a:r>
              <a:rPr lang="en-US" altLang="ko-KR" dirty="0"/>
              <a:t>(w </a:t>
            </a:r>
            <a:r>
              <a:rPr lang="ko-KR" altLang="en-US" dirty="0"/>
              <a:t>입력</a:t>
            </a:r>
            <a:r>
              <a:rPr lang="en-US" altLang="ko-KR" dirty="0"/>
              <a:t>), </a:t>
            </a:r>
            <a:r>
              <a:rPr lang="ko-KR" altLang="en-US" dirty="0"/>
              <a:t>그냥 나가기 </a:t>
            </a:r>
            <a:r>
              <a:rPr lang="en-US" altLang="ko-KR" dirty="0"/>
              <a:t>(q </a:t>
            </a:r>
            <a:r>
              <a:rPr lang="ko-KR" altLang="en-US" dirty="0"/>
              <a:t>입력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628775"/>
            <a:ext cx="73914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24" y="3270179"/>
            <a:ext cx="6984776" cy="40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 상세 사용법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534744"/>
          </a:xfrm>
        </p:spPr>
        <p:txBody>
          <a:bodyPr/>
          <a:lstStyle/>
          <a:p>
            <a:r>
              <a:rPr lang="ko-KR" altLang="en-US" dirty="0"/>
              <a:t>명령 모드에서 커서 이동하기</a:t>
            </a:r>
            <a:endParaRPr lang="en-US" altLang="ko-KR" dirty="0"/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h	            		  </a:t>
            </a:r>
            <a:r>
              <a:rPr lang="ko-KR" altLang="en-US" b="1" dirty="0"/>
              <a:t>커서를 한 칸 왼쪽으로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j	            		  </a:t>
            </a:r>
            <a:r>
              <a:rPr lang="ko-KR" altLang="en-US" b="1" dirty="0"/>
              <a:t>커서를 한 칸 아래쪽으로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k	            		  </a:t>
            </a:r>
            <a:r>
              <a:rPr lang="ko-KR" altLang="en-US" b="1" dirty="0"/>
              <a:t>커서를 한 칸 위쪽으로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l	            		  </a:t>
            </a:r>
            <a:r>
              <a:rPr lang="ko-KR" altLang="en-US" b="1" dirty="0"/>
              <a:t>커서를 한 칸 오른쪽으로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endParaRPr lang="ko-KR" altLang="en-US" b="1" dirty="0"/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LEFT </a:t>
            </a:r>
            <a:r>
              <a:rPr lang="ko-KR" altLang="en-US" b="1" dirty="0"/>
              <a:t>또는 </a:t>
            </a:r>
            <a:r>
              <a:rPr lang="en-US" altLang="ko-KR" b="1" dirty="0"/>
              <a:t>BACKSPACE   </a:t>
            </a:r>
            <a:r>
              <a:rPr lang="ko-KR" altLang="en-US" b="1" dirty="0"/>
              <a:t>커서를 </a:t>
            </a:r>
            <a:r>
              <a:rPr lang="ko-KR" altLang="en-US" dirty="0"/>
              <a:t>한 칸 </a:t>
            </a:r>
            <a:r>
              <a:rPr lang="ko-KR" altLang="en-US" b="1" dirty="0"/>
              <a:t>왼쪽으로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DOWN		  </a:t>
            </a:r>
            <a:r>
              <a:rPr lang="ko-KR" altLang="en-US" b="1" dirty="0"/>
              <a:t>커서를 한 칸 아래쪽으로 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UP			  </a:t>
            </a:r>
            <a:r>
              <a:rPr lang="ko-KR" altLang="en-US" b="1" dirty="0"/>
              <a:t>커서를 한 칸 위쪽으로  이동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b="1" dirty="0"/>
              <a:t> </a:t>
            </a:r>
            <a:r>
              <a:rPr lang="en-US" altLang="ko-KR" b="1" dirty="0"/>
              <a:t>RIGHT </a:t>
            </a:r>
            <a:r>
              <a:rPr lang="ko-KR" altLang="en-US" b="1" dirty="0"/>
              <a:t>또는 </a:t>
            </a:r>
            <a:r>
              <a:rPr lang="en-US" altLang="ko-KR" b="1" dirty="0"/>
              <a:t>SPACE	  </a:t>
            </a:r>
            <a:r>
              <a:rPr lang="ko-KR" altLang="en-US" b="1" dirty="0"/>
              <a:t>커서를 한 칸 오른쪽으로  이동</a:t>
            </a:r>
          </a:p>
          <a:p>
            <a:pPr lvl="1"/>
            <a:endParaRPr lang="en-US" altLang="ko-KR" dirty="0"/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FF0000"/>
                </a:solidFill>
              </a:rPr>
              <a:t>n</a:t>
            </a:r>
            <a:r>
              <a:rPr lang="en-US" altLang="ko-KR" dirty="0" err="1"/>
              <a:t>G</a:t>
            </a:r>
            <a:r>
              <a:rPr lang="en-US" altLang="ko-KR" dirty="0"/>
              <a:t>             	</a:t>
            </a:r>
            <a:r>
              <a:rPr lang="ko-KR" altLang="en-US" dirty="0"/>
              <a:t>줄 번호 </a:t>
            </a:r>
            <a:r>
              <a:rPr lang="en-US" altLang="ko-KR" dirty="0"/>
              <a:t>n</a:t>
            </a:r>
            <a:r>
              <a:rPr lang="ko-KR" altLang="en-US" dirty="0"/>
              <a:t>으로 이동하기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dirty="0"/>
              <a:t> </a:t>
            </a:r>
            <a:r>
              <a:rPr lang="en-US" altLang="ko-KR" dirty="0"/>
              <a:t>1G		</a:t>
            </a:r>
            <a:r>
              <a:rPr lang="ko-KR" altLang="en-US" dirty="0" err="1"/>
              <a:t>편집버퍼의</a:t>
            </a:r>
            <a:r>
              <a:rPr lang="ko-KR" altLang="en-US" dirty="0"/>
              <a:t> 첫 줄로 이동하기</a:t>
            </a:r>
          </a:p>
          <a:p>
            <a:pPr marL="457200" lvl="1" indent="0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lang="ko-KR" altLang="en-US" dirty="0"/>
              <a:t> </a:t>
            </a:r>
            <a:r>
              <a:rPr lang="en-US" altLang="ko-KR" dirty="0"/>
              <a:t>G		</a:t>
            </a:r>
            <a:r>
              <a:rPr lang="ko-KR" altLang="en-US" dirty="0" err="1"/>
              <a:t>편집버퍼의</a:t>
            </a:r>
            <a:r>
              <a:rPr lang="ko-KR" altLang="en-US" dirty="0"/>
              <a:t> 마지막 줄로 이동하기</a:t>
            </a:r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8140142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 상세 사용법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명령 모드에서 입력 모드로 변환하기 위한 명령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38200" y="1676400"/>
            <a:ext cx="77724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ko-KR" sz="1600" dirty="0">
                <a:solidFill>
                  <a:schemeClr val="tx1"/>
                </a:solidFill>
              </a:rPr>
              <a:t>  </a:t>
            </a:r>
            <a:r>
              <a:rPr lang="en-US" altLang="ko-KR" sz="1600" dirty="0" err="1">
                <a:solidFill>
                  <a:schemeClr val="tx1"/>
                </a:solidFill>
              </a:rPr>
              <a:t>i</a:t>
            </a:r>
            <a:r>
              <a:rPr lang="en-US" altLang="ko-KR" sz="1600" dirty="0">
                <a:solidFill>
                  <a:schemeClr val="tx1"/>
                </a:solidFill>
              </a:rPr>
              <a:t>		</a:t>
            </a:r>
            <a:r>
              <a:rPr lang="ko-KR" altLang="en-US" sz="1600" dirty="0">
                <a:solidFill>
                  <a:schemeClr val="tx1"/>
                </a:solidFill>
              </a:rPr>
              <a:t>입력모드로 전환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커서 위치 앞에서 삽입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  </a:t>
            </a:r>
            <a:r>
              <a:rPr lang="en-US" altLang="ko-KR" sz="1600" dirty="0">
                <a:solidFill>
                  <a:schemeClr val="tx1"/>
                </a:solidFill>
              </a:rPr>
              <a:t>a		</a:t>
            </a:r>
            <a:r>
              <a:rPr lang="ko-KR" altLang="en-US" sz="1600" dirty="0">
                <a:solidFill>
                  <a:schemeClr val="tx1"/>
                </a:solidFill>
              </a:rPr>
              <a:t>입력모드로 전환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커서 위치 뒤에서 삽입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ko-KR" altLang="en-US" sz="1600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  </a:t>
            </a:r>
            <a:r>
              <a:rPr lang="en-US" altLang="ko-KR" sz="1600" dirty="0">
                <a:solidFill>
                  <a:schemeClr val="tx1"/>
                </a:solidFill>
              </a:rPr>
              <a:t>o		</a:t>
            </a:r>
            <a:r>
              <a:rPr lang="ko-KR" altLang="en-US" sz="1600" dirty="0">
                <a:solidFill>
                  <a:schemeClr val="tx1"/>
                </a:solidFill>
              </a:rPr>
              <a:t>입력모드로 전환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현재 줄의 아래에 전개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  </a:t>
            </a:r>
            <a:r>
              <a:rPr lang="en-US" altLang="ko-KR" sz="1600" dirty="0">
                <a:solidFill>
                  <a:schemeClr val="tx1"/>
                </a:solidFill>
              </a:rPr>
              <a:t>O		</a:t>
            </a:r>
            <a:r>
              <a:rPr lang="ko-KR" altLang="en-US" sz="1600" dirty="0">
                <a:solidFill>
                  <a:schemeClr val="tx1"/>
                </a:solidFill>
              </a:rPr>
              <a:t>입력모드로 전환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현재 줄의 위에 전개</a:t>
            </a:r>
          </a:p>
        </p:txBody>
      </p:sp>
    </p:spTree>
    <p:extLst>
      <p:ext uri="{BB962C8B-B14F-4D97-AF65-F5344CB8AC3E}">
        <p14:creationId xmlns:p14="http://schemas.microsoft.com/office/powerpoint/2010/main" val="182896211"/>
      </p:ext>
    </p:extLst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 상세 사용법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 모드에서 명령 모드로 변환</a:t>
            </a:r>
            <a:r>
              <a:rPr lang="en-US" altLang="ko-KR" dirty="0"/>
              <a:t>: &lt;ESC&gt; </a:t>
            </a:r>
            <a:r>
              <a:rPr lang="ko-KR" altLang="en-US" dirty="0"/>
              <a:t>키 누름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vi </a:t>
            </a:r>
            <a:r>
              <a:rPr lang="ko-KR" altLang="en-US" dirty="0"/>
              <a:t>편집기 삭제 명령</a:t>
            </a:r>
            <a:endParaRPr lang="en-US" altLang="ko-KR" dirty="0"/>
          </a:p>
          <a:p>
            <a:pPr lvl="1">
              <a:lnSpc>
                <a:spcPct val="100000"/>
              </a:lnSpc>
              <a:buNone/>
            </a:pPr>
            <a:r>
              <a:rPr lang="en-US" altLang="ko-KR" dirty="0">
                <a:solidFill>
                  <a:schemeClr val="tx1"/>
                </a:solidFill>
              </a:rPr>
              <a:t>	x 		</a:t>
            </a:r>
            <a:r>
              <a:rPr lang="ko-KR" altLang="en-US" dirty="0">
                <a:solidFill>
                  <a:schemeClr val="tx1"/>
                </a:solidFill>
              </a:rPr>
              <a:t>커서가 있는 문자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삭제</a:t>
            </a:r>
          </a:p>
          <a:p>
            <a:pPr lvl="1">
              <a:lnSpc>
                <a:spcPct val="100000"/>
              </a:lnSpc>
              <a:buNone/>
            </a:pPr>
            <a:r>
              <a:rPr lang="en-US" altLang="ko-KR" dirty="0">
                <a:solidFill>
                  <a:schemeClr val="tx1"/>
                </a:solidFill>
              </a:rPr>
              <a:t>	</a:t>
            </a:r>
            <a:r>
              <a:rPr lang="en-US" altLang="ko-KR" dirty="0" err="1">
                <a:solidFill>
                  <a:schemeClr val="tx1"/>
                </a:solidFill>
              </a:rPr>
              <a:t>dd</a:t>
            </a:r>
            <a:r>
              <a:rPr lang="en-US" altLang="ko-KR" dirty="0">
                <a:solidFill>
                  <a:schemeClr val="tx1"/>
                </a:solidFill>
              </a:rPr>
              <a:t> 	</a:t>
            </a:r>
            <a:r>
              <a:rPr lang="ko-KR" altLang="en-US" dirty="0">
                <a:solidFill>
                  <a:schemeClr val="tx1"/>
                </a:solidFill>
              </a:rPr>
              <a:t>커서가 있는 곳부터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행 삭제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ko-KR" dirty="0">
                <a:solidFill>
                  <a:schemeClr val="tx1"/>
                </a:solidFill>
              </a:rPr>
              <a:t>	</a:t>
            </a:r>
            <a:r>
              <a:rPr lang="en-US" altLang="ko-KR" dirty="0" err="1">
                <a:solidFill>
                  <a:srgbClr val="FF0000"/>
                </a:solidFill>
              </a:rPr>
              <a:t>n</a:t>
            </a:r>
            <a:r>
              <a:rPr lang="en-US" altLang="ko-KR" dirty="0" err="1">
                <a:solidFill>
                  <a:schemeClr val="tx1"/>
                </a:solidFill>
              </a:rPr>
              <a:t>dd</a:t>
            </a:r>
            <a:r>
              <a:rPr lang="en-US" altLang="ko-KR" dirty="0">
                <a:solidFill>
                  <a:schemeClr val="tx1"/>
                </a:solidFill>
              </a:rPr>
              <a:t> 	</a:t>
            </a:r>
            <a:r>
              <a:rPr lang="ko-KR" altLang="en-US" dirty="0">
                <a:solidFill>
                  <a:schemeClr val="tx1"/>
                </a:solidFill>
              </a:rPr>
              <a:t>커서가 있는 곳부터 </a:t>
            </a:r>
            <a:r>
              <a:rPr lang="en-US" altLang="ko-KR" dirty="0">
                <a:solidFill>
                  <a:schemeClr val="tx1"/>
                </a:solidFill>
              </a:rPr>
              <a:t>n </a:t>
            </a:r>
            <a:r>
              <a:rPr lang="ko-KR" altLang="en-US" dirty="0">
                <a:solidFill>
                  <a:schemeClr val="tx1"/>
                </a:solidFill>
              </a:rPr>
              <a:t>행 삭제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ko-KR" dirty="0">
                <a:solidFill>
                  <a:schemeClr val="tx1"/>
                </a:solidFill>
              </a:rPr>
              <a:t>	p 	</a:t>
            </a:r>
            <a:r>
              <a:rPr lang="ko-KR" altLang="en-US" dirty="0">
                <a:solidFill>
                  <a:schemeClr val="tx1"/>
                </a:solidFill>
              </a:rPr>
              <a:t>삭제된 행을 현재 커서가 있는 행의 아래에 붙여 넣기</a:t>
            </a:r>
          </a:p>
          <a:p>
            <a:pPr lvl="1">
              <a:lnSpc>
                <a:spcPct val="100000"/>
              </a:lnSpc>
              <a:buNone/>
            </a:pPr>
            <a:endParaRPr lang="ko-KR" altLang="en-US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2260775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 상세 사용법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복사 </a:t>
            </a:r>
            <a:r>
              <a:rPr lang="en-US" altLang="ko-KR" dirty="0"/>
              <a:t>(</a:t>
            </a:r>
            <a:r>
              <a:rPr lang="ko-KR" altLang="en-US" dirty="0"/>
              <a:t>또는 삭제</a:t>
            </a:r>
            <a:r>
              <a:rPr lang="en-US" altLang="ko-KR" dirty="0"/>
              <a:t>)</a:t>
            </a:r>
            <a:r>
              <a:rPr lang="ko-KR" altLang="en-US" dirty="0"/>
              <a:t> 부분을 임시 버퍼에 저장하여 특정 위치로 복사</a:t>
            </a:r>
            <a:endParaRPr lang="en-US" altLang="ko-KR" dirty="0"/>
          </a:p>
          <a:p>
            <a:pPr lvl="1">
              <a:buNone/>
            </a:pPr>
            <a:r>
              <a:rPr lang="en-US" altLang="ko-KR" sz="1400" dirty="0" err="1">
                <a:solidFill>
                  <a:schemeClr val="tx1"/>
                </a:solidFill>
              </a:rPr>
              <a:t>yy</a:t>
            </a:r>
            <a:r>
              <a:rPr lang="en-US" altLang="ko-KR" sz="1400" dirty="0">
                <a:solidFill>
                  <a:schemeClr val="tx1"/>
                </a:solidFill>
              </a:rPr>
              <a:t> 			</a:t>
            </a:r>
            <a:r>
              <a:rPr lang="ko-KR" altLang="en-US" sz="1400" dirty="0">
                <a:solidFill>
                  <a:schemeClr val="tx1"/>
                </a:solidFill>
              </a:rPr>
              <a:t>커서가 있는 행을 복사 </a:t>
            </a:r>
          </a:p>
          <a:p>
            <a:pPr lvl="1">
              <a:buNone/>
            </a:pPr>
            <a:r>
              <a:rPr lang="en-US" altLang="ko-KR" sz="1400" dirty="0" err="1">
                <a:solidFill>
                  <a:srgbClr val="FF0000"/>
                </a:solidFill>
              </a:rPr>
              <a:t>n</a:t>
            </a:r>
            <a:r>
              <a:rPr lang="en-US" altLang="ko-KR" sz="1400" dirty="0" err="1">
                <a:solidFill>
                  <a:schemeClr val="tx1"/>
                </a:solidFill>
              </a:rPr>
              <a:t>yy</a:t>
            </a:r>
            <a:r>
              <a:rPr lang="en-US" altLang="ko-KR" sz="1400" dirty="0">
                <a:solidFill>
                  <a:schemeClr val="tx1"/>
                </a:solidFill>
              </a:rPr>
              <a:t> 		</a:t>
            </a:r>
            <a:r>
              <a:rPr lang="ko-KR" altLang="en-US" sz="1400" dirty="0">
                <a:solidFill>
                  <a:schemeClr val="tx1"/>
                </a:solidFill>
              </a:rPr>
              <a:t>커서가 있는 행부터 </a:t>
            </a:r>
            <a:r>
              <a:rPr lang="en-US" altLang="ko-KR" sz="1400" dirty="0">
                <a:solidFill>
                  <a:schemeClr val="tx1"/>
                </a:solidFill>
              </a:rPr>
              <a:t>n </a:t>
            </a:r>
            <a:r>
              <a:rPr lang="ko-KR" altLang="en-US" sz="1400" dirty="0">
                <a:solidFill>
                  <a:schemeClr val="tx1"/>
                </a:solidFill>
              </a:rPr>
              <a:t>행을 복사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altLang="ko-KR" sz="1400" dirty="0" err="1">
                <a:solidFill>
                  <a:srgbClr val="FF0000"/>
                </a:solidFill>
              </a:rPr>
              <a:t>n</a:t>
            </a:r>
            <a:r>
              <a:rPr lang="en-US" altLang="ko-KR" sz="1400" dirty="0" err="1">
                <a:solidFill>
                  <a:schemeClr val="tx1"/>
                </a:solidFill>
              </a:rPr>
              <a:t>dd</a:t>
            </a:r>
            <a:r>
              <a:rPr lang="en-US" altLang="ko-KR" sz="1400" dirty="0">
                <a:solidFill>
                  <a:schemeClr val="tx1"/>
                </a:solidFill>
              </a:rPr>
              <a:t> 		</a:t>
            </a:r>
            <a:r>
              <a:rPr lang="ko-KR" altLang="en-US" sz="1400" dirty="0">
                <a:solidFill>
                  <a:schemeClr val="tx1"/>
                </a:solidFill>
              </a:rPr>
              <a:t>커서가 있는 곳부터 </a:t>
            </a:r>
            <a:r>
              <a:rPr lang="en-US" altLang="ko-KR" sz="1400" dirty="0">
                <a:solidFill>
                  <a:schemeClr val="tx1"/>
                </a:solidFill>
              </a:rPr>
              <a:t>n </a:t>
            </a:r>
            <a:r>
              <a:rPr lang="ko-KR" altLang="en-US" sz="1400" dirty="0">
                <a:solidFill>
                  <a:schemeClr val="tx1"/>
                </a:solidFill>
              </a:rPr>
              <a:t>행 삭제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1">
              <a:buNone/>
            </a:pPr>
            <a:endParaRPr lang="ko-KR" altLang="en-US" sz="1400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p 			</a:t>
            </a:r>
            <a:r>
              <a:rPr lang="ko-KR" altLang="en-US" sz="1400" dirty="0">
                <a:solidFill>
                  <a:schemeClr val="tx1"/>
                </a:solidFill>
              </a:rPr>
              <a:t>명령어로 삭제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복사된 행을 현재 행의 아래에 붙여 넣는다</a:t>
            </a:r>
          </a:p>
          <a:p>
            <a:pPr lvl="1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P 			</a:t>
            </a:r>
            <a:r>
              <a:rPr lang="ko-KR" altLang="en-US" sz="1400" dirty="0">
                <a:solidFill>
                  <a:schemeClr val="tx1"/>
                </a:solidFill>
              </a:rPr>
              <a:t>현재 행의 위에 붙여 넣는다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2093485"/>
      </p:ext>
    </p:extLst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 </a:t>
            </a:r>
            <a:r>
              <a:rPr lang="ko-KR" altLang="en-US" dirty="0"/>
              <a:t>편집기 상세 사용법 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105400"/>
          </a:xfrm>
        </p:spPr>
        <p:txBody>
          <a:bodyPr/>
          <a:lstStyle/>
          <a:p>
            <a:r>
              <a:rPr lang="ko-KR" altLang="en-US" dirty="0"/>
              <a:t>편집기 종료</a:t>
            </a:r>
            <a:r>
              <a:rPr lang="en-US" altLang="ko-KR" dirty="0"/>
              <a:t>(</a:t>
            </a:r>
            <a:r>
              <a:rPr lang="ko-KR" altLang="en-US" dirty="0" err="1"/>
              <a:t>최종라인</a:t>
            </a:r>
            <a:r>
              <a:rPr lang="ko-KR" altLang="en-US" dirty="0"/>
              <a:t> 모드</a:t>
            </a:r>
            <a:r>
              <a:rPr lang="en-US" altLang="ko-KR" dirty="0"/>
              <a:t>): &lt;Esc&gt; </a:t>
            </a:r>
            <a:r>
              <a:rPr lang="ko-KR" altLang="en-US" dirty="0"/>
              <a:t>키를 눌려 명령 모드 상태에서 입력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최종라인</a:t>
            </a:r>
            <a:r>
              <a:rPr lang="ko-KR" altLang="en-US" dirty="0"/>
              <a:t> 모드에서 </a:t>
            </a:r>
            <a:r>
              <a:rPr lang="en-US" altLang="ko-KR" dirty="0"/>
              <a:t>vi </a:t>
            </a:r>
            <a:r>
              <a:rPr lang="ko-KR" altLang="en-US" dirty="0"/>
              <a:t>환경 설정</a:t>
            </a:r>
            <a:endParaRPr lang="en-US" altLang="ko-KR" dirty="0"/>
          </a:p>
          <a:p>
            <a:pPr lvl="1">
              <a:lnSpc>
                <a:spcPct val="100000"/>
              </a:lnSpc>
              <a:buNone/>
            </a:pPr>
            <a:r>
              <a:rPr lang="en-US" altLang="ko-KR" dirty="0"/>
              <a:t>:set number         	</a:t>
            </a:r>
            <a:r>
              <a:rPr lang="ko-KR" altLang="en-US" dirty="0"/>
              <a:t>행 번호 보이게   </a:t>
            </a:r>
            <a:r>
              <a:rPr lang="en-US" altLang="ko-KR" dirty="0"/>
              <a:t>	(</a:t>
            </a:r>
            <a:r>
              <a:rPr lang="ko-KR" altLang="en-US" dirty="0"/>
              <a:t>약식 표현 </a:t>
            </a:r>
            <a:r>
              <a:rPr lang="en-US" altLang="ko-KR" dirty="0"/>
              <a:t>:set nu)</a:t>
            </a:r>
            <a:endParaRPr lang="ko-KR" altLang="en-US" dirty="0"/>
          </a:p>
          <a:p>
            <a:pPr lvl="1">
              <a:lnSpc>
                <a:spcPct val="100000"/>
              </a:lnSpc>
              <a:buNone/>
            </a:pPr>
            <a:r>
              <a:rPr lang="en-US" altLang="ko-KR" dirty="0"/>
              <a:t>:set </a:t>
            </a:r>
            <a:r>
              <a:rPr lang="en-US" altLang="ko-KR" dirty="0" err="1"/>
              <a:t>nonumber</a:t>
            </a:r>
            <a:r>
              <a:rPr lang="en-US" altLang="ko-KR" dirty="0"/>
              <a:t>     	</a:t>
            </a:r>
            <a:r>
              <a:rPr lang="ko-KR" altLang="en-US" dirty="0"/>
              <a:t>행 번호 안보이게 </a:t>
            </a:r>
            <a:r>
              <a:rPr lang="en-US" altLang="ko-KR" dirty="0"/>
              <a:t>	(</a:t>
            </a:r>
            <a:r>
              <a:rPr lang="ko-KR" altLang="en-US" dirty="0"/>
              <a:t>약식 표현 </a:t>
            </a:r>
            <a:r>
              <a:rPr lang="en-US" altLang="ko-KR" dirty="0"/>
              <a:t>:set </a:t>
            </a:r>
            <a:r>
              <a:rPr lang="en-US" altLang="ko-KR" dirty="0" err="1"/>
              <a:t>nonu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>
            <a:off x="867660" y="1772816"/>
            <a:ext cx="741682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dirty="0">
                <a:latin typeface="돋움" pitchFamily="50" charset="-127"/>
                <a:ea typeface="돋움" pitchFamily="50" charset="-127"/>
              </a:rPr>
              <a:t>:q            	(</a:t>
            </a:r>
            <a:r>
              <a:rPr lang="ko-KR" altLang="en-US" dirty="0">
                <a:latin typeface="돋움" pitchFamily="50" charset="-127"/>
                <a:ea typeface="돋움" pitchFamily="50" charset="-127"/>
              </a:rPr>
              <a:t>변화가 없을 때 저장 없이 </a:t>
            </a:r>
            <a:r>
              <a:rPr lang="ko-KR" altLang="en-US" dirty="0" err="1">
                <a:latin typeface="돋움" pitchFamily="50" charset="-127"/>
                <a:ea typeface="돋움" pitchFamily="50" charset="-127"/>
              </a:rPr>
              <a:t>빠져나옴</a:t>
            </a:r>
            <a:r>
              <a:rPr lang="en-US" altLang="ko-KR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dirty="0">
                <a:latin typeface="돋움" pitchFamily="50" charset="-127"/>
                <a:ea typeface="돋움" pitchFamily="50" charset="-127"/>
              </a:rPr>
              <a:t>:q!           	(</a:t>
            </a:r>
            <a:r>
              <a:rPr lang="ko-KR" altLang="en-US" dirty="0">
                <a:latin typeface="돋움" pitchFamily="50" charset="-127"/>
                <a:ea typeface="돋움" pitchFamily="50" charset="-127"/>
              </a:rPr>
              <a:t>변화가 있음에도 불구하고 저장 없이 </a:t>
            </a:r>
            <a:r>
              <a:rPr lang="ko-KR" altLang="en-US" dirty="0" err="1">
                <a:latin typeface="돋움" pitchFamily="50" charset="-127"/>
                <a:ea typeface="돋움" pitchFamily="50" charset="-127"/>
              </a:rPr>
              <a:t>빠져나옴</a:t>
            </a:r>
            <a:r>
              <a:rPr lang="en-US" altLang="ko-KR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dirty="0">
                <a:latin typeface="돋움" pitchFamily="50" charset="-127"/>
                <a:ea typeface="돋움" pitchFamily="50" charset="-127"/>
              </a:rPr>
              <a:t>:w            	(</a:t>
            </a:r>
            <a:r>
              <a:rPr lang="ko-KR" altLang="en-US" dirty="0">
                <a:latin typeface="돋움" pitchFamily="50" charset="-127"/>
                <a:ea typeface="돋움" pitchFamily="50" charset="-127"/>
              </a:rPr>
              <a:t>현재의 파일 이름으로 저장</a:t>
            </a:r>
            <a:r>
              <a:rPr lang="en-US" altLang="ko-KR" dirty="0">
                <a:latin typeface="돋움" pitchFamily="50" charset="-127"/>
                <a:ea typeface="돋움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ko-KR" dirty="0">
                <a:latin typeface="돋움" pitchFamily="50" charset="-127"/>
                <a:ea typeface="돋움" pitchFamily="50" charset="-127"/>
              </a:rPr>
              <a:t>:</a:t>
            </a:r>
            <a:r>
              <a:rPr lang="en-US" altLang="ko-KR" dirty="0" err="1">
                <a:latin typeface="돋움" pitchFamily="50" charset="-127"/>
                <a:ea typeface="돋움" pitchFamily="50" charset="-127"/>
              </a:rPr>
              <a:t>wq</a:t>
            </a:r>
            <a:r>
              <a:rPr lang="en-US" altLang="ko-KR" dirty="0">
                <a:latin typeface="돋움" pitchFamily="50" charset="-127"/>
                <a:ea typeface="돋움" pitchFamily="50" charset="-127"/>
              </a:rPr>
              <a:t>          	(</a:t>
            </a:r>
            <a:r>
              <a:rPr lang="ko-KR" altLang="en-US" dirty="0">
                <a:latin typeface="돋움" pitchFamily="50" charset="-127"/>
                <a:ea typeface="돋움" pitchFamily="50" charset="-127"/>
              </a:rPr>
              <a:t>현재의 파일 이름으로 저장한 후 빠져나옴</a:t>
            </a:r>
            <a:r>
              <a:rPr lang="en-US" altLang="ko-KR" dirty="0">
                <a:latin typeface="돋움" pitchFamily="50" charset="-127"/>
                <a:ea typeface="돋움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4454678"/>
      </p:ext>
    </p:extLst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075BDEF1-27D8-46C5-ACC6-47EB09C2F85A}" type="slidenum">
              <a:rPr lang="en-US" altLang="ko-KR">
                <a:latin typeface="Times New Roman" pitchFamily="18" charset="0"/>
                <a:ea typeface="HY견고딕" pitchFamily="18" charset="-127"/>
              </a:rPr>
              <a:pPr eaLnBrk="1" hangingPunct="1"/>
              <a:t>12</a:t>
            </a:fld>
            <a:endParaRPr lang="en-US" altLang="ko-KR"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9219" name="제목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실습 과제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(1)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9220" name="내용 개체 틀 2"/>
          <p:cNvSpPr>
            <a:spLocks noGrp="1"/>
          </p:cNvSpPr>
          <p:nvPr>
            <p:ph idx="4294967295"/>
          </p:nvPr>
        </p:nvSpPr>
        <p:spPr>
          <a:xfrm>
            <a:off x="250824" y="882949"/>
            <a:ext cx="8893175" cy="5714402"/>
          </a:xfrm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기존에 </a:t>
            </a:r>
            <a:r>
              <a:rPr lang="en-US" altLang="ko-KR" dirty="0"/>
              <a:t>vi </a:t>
            </a:r>
            <a:r>
              <a:rPr lang="ko-KR" altLang="en-US" dirty="0"/>
              <a:t>편집기를 이용하여 작성한 </a:t>
            </a:r>
            <a:r>
              <a:rPr lang="en-US" altLang="ko-KR" dirty="0"/>
              <a:t>test.txt </a:t>
            </a:r>
            <a:r>
              <a:rPr lang="ko-KR" altLang="en-US" dirty="0"/>
              <a:t>파일을 다시 열어서</a:t>
            </a:r>
            <a:r>
              <a:rPr lang="en-US" altLang="ko-KR" dirty="0"/>
              <a:t>, </a:t>
            </a:r>
            <a:r>
              <a:rPr lang="ko-KR" altLang="en-US" dirty="0"/>
              <a:t>아래와 같이 수정하여 저장하시오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9127"/>
            <a:ext cx="7128842" cy="4611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369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075BDEF1-27D8-46C5-ACC6-47EB09C2F85A}" type="slidenum">
              <a:rPr lang="en-US" altLang="ko-KR">
                <a:latin typeface="Times New Roman" pitchFamily="18" charset="0"/>
                <a:ea typeface="HY견고딕" pitchFamily="18" charset="-127"/>
              </a:rPr>
              <a:pPr eaLnBrk="1" hangingPunct="1"/>
              <a:t>13</a:t>
            </a:fld>
            <a:endParaRPr lang="en-US" altLang="ko-KR"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9219" name="제목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실습 과제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(2)</a:t>
            </a:r>
            <a:endParaRPr lang="ko-KR" altLang="en-US" dirty="0"/>
          </a:p>
        </p:txBody>
      </p:sp>
      <p:sp>
        <p:nvSpPr>
          <p:cNvPr id="9220" name="내용 개체 틀 2"/>
          <p:cNvSpPr>
            <a:spLocks noGrp="1"/>
          </p:cNvSpPr>
          <p:nvPr>
            <p:ph idx="4294967295"/>
          </p:nvPr>
        </p:nvSpPr>
        <p:spPr>
          <a:xfrm>
            <a:off x="250824" y="908720"/>
            <a:ext cx="8893175" cy="5688631"/>
          </a:xfrm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수정된 </a:t>
            </a:r>
            <a:r>
              <a:rPr lang="en-US" altLang="ko-KR" dirty="0"/>
              <a:t>test.txt </a:t>
            </a:r>
            <a:r>
              <a:rPr lang="ko-KR" altLang="en-US" dirty="0"/>
              <a:t>파일의 내용을 아래와 같이 다시 </a:t>
            </a:r>
            <a:r>
              <a:rPr lang="ko-KR" altLang="en-US" dirty="0" err="1"/>
              <a:t>수정하시오</a:t>
            </a:r>
            <a:r>
              <a:rPr lang="en-US" altLang="ko-KR" dirty="0"/>
              <a:t>. (</a:t>
            </a:r>
            <a:r>
              <a:rPr lang="ko-KR" altLang="en-US" dirty="0"/>
              <a:t>행 복사</a:t>
            </a:r>
            <a:r>
              <a:rPr lang="en-US" altLang="ko-KR" dirty="0"/>
              <a:t>, </a:t>
            </a:r>
            <a:r>
              <a:rPr lang="ko-KR" altLang="en-US" dirty="0"/>
              <a:t>행 삭제 기능을 사용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863588" y="2060848"/>
            <a:ext cx="7416824" cy="280692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1" dirty="0" err="1">
                <a:latin typeface="돋움" pitchFamily="50" charset="-127"/>
                <a:ea typeface="돋움" pitchFamily="50" charset="-127"/>
              </a:rPr>
              <a:t>Emb</a:t>
            </a: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. Syst.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Linux  Command  Exercise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Vi Editor Good!!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Vi Editor Good!!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Vi Editor Good!!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Test</a:t>
            </a:r>
          </a:p>
          <a:p>
            <a:pPr>
              <a:lnSpc>
                <a:spcPct val="140000"/>
              </a:lnSpc>
            </a:pPr>
            <a:r>
              <a:rPr lang="en-US" altLang="ko-KR" b="1" dirty="0">
                <a:latin typeface="돋움" pitchFamily="50" charset="-127"/>
                <a:ea typeface="돋움" pitchFamily="50" charset="-127"/>
              </a:rPr>
              <a:t>Insert New Line</a:t>
            </a:r>
          </a:p>
        </p:txBody>
      </p:sp>
    </p:spTree>
    <p:extLst>
      <p:ext uri="{BB962C8B-B14F-4D97-AF65-F5344CB8AC3E}">
        <p14:creationId xmlns:p14="http://schemas.microsoft.com/office/powerpoint/2010/main" val="298369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실습 과제 </a:t>
            </a:r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  <a:cs typeface="함초롬바탕" panose="02030604000101010101" pitchFamily="18" charset="-127"/>
              </a:rPr>
              <a:t>(3)</a:t>
            </a:r>
            <a:endParaRPr lang="ko-KR" altLang="en-US" dirty="0"/>
          </a:p>
        </p:txBody>
      </p:sp>
      <p:sp>
        <p:nvSpPr>
          <p:cNvPr id="270340" name="Rectangle 4"/>
          <p:cNvSpPr>
            <a:spLocks noChangeArrowheads="1"/>
          </p:cNvSpPr>
          <p:nvPr/>
        </p:nvSpPr>
        <p:spPr bwMode="auto">
          <a:xfrm>
            <a:off x="372151" y="908720"/>
            <a:ext cx="7993062" cy="4464050"/>
          </a:xfrm>
          <a:prstGeom prst="rect">
            <a:avLst/>
          </a:prstGeom>
        </p:spPr>
        <p:txBody>
          <a:bodyPr wrap="none" lIns="360000" anchor="ctr"/>
          <a:lstStyle/>
          <a:p>
            <a:pPr>
              <a:defRPr/>
            </a:pPr>
            <a:r>
              <a:rPr lang="en-US" altLang="ko-KR" b="1">
                <a:latin typeface="+mn-lt"/>
                <a:ea typeface="+mn-ea"/>
              </a:rPr>
              <a:t>$ vi  </a:t>
            </a:r>
            <a:r>
              <a:rPr lang="en-US" altLang="ko-KR" b="1" dirty="0">
                <a:latin typeface="+mn-lt"/>
              </a:rPr>
              <a:t>program1</a:t>
            </a:r>
            <a:r>
              <a:rPr lang="en-US" altLang="ko-KR" b="1" dirty="0">
                <a:latin typeface="+mn-lt"/>
                <a:ea typeface="+mn-ea"/>
              </a:rPr>
              <a:t>.c</a:t>
            </a:r>
          </a:p>
          <a:p>
            <a:pPr>
              <a:defRPr/>
            </a:pPr>
            <a:endParaRPr lang="en-US" altLang="ko-KR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ko-KR" dirty="0">
                <a:latin typeface="+mn-lt"/>
                <a:ea typeface="+mn-ea"/>
              </a:rPr>
              <a:t>       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#include  &lt;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stdio.h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int main(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int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argc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,  char  *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argv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[] )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{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if(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argc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&lt; 2 )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{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        printf(“Usage:  command parameter \n");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        </a:t>
            </a:r>
            <a:r>
              <a:rPr lang="en-US" altLang="ko-KR" dirty="0">
                <a:solidFill>
                  <a:srgbClr val="FF0000"/>
                </a:solidFill>
                <a:latin typeface="+mn-lt"/>
              </a:rPr>
              <a:t>return -1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 }     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printf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("%s   %s \n",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argv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[0],  </a:t>
            </a:r>
            <a:r>
              <a:rPr lang="en-US" altLang="ko-KR" dirty="0" err="1">
                <a:solidFill>
                  <a:srgbClr val="FF0000"/>
                </a:solidFill>
                <a:latin typeface="+mn-lt"/>
                <a:ea typeface="+mn-ea"/>
              </a:rPr>
              <a:t>argv</a:t>
            </a: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[1]);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        return 0;</a:t>
            </a: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+mn-lt"/>
                <a:ea typeface="+mn-ea"/>
              </a:rPr>
              <a:t>      }</a:t>
            </a:r>
          </a:p>
        </p:txBody>
      </p:sp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372151" y="5519490"/>
            <a:ext cx="7993062" cy="935756"/>
          </a:xfrm>
          <a:prstGeom prst="rect">
            <a:avLst/>
          </a:prstGeom>
        </p:spPr>
        <p:txBody>
          <a:bodyPr wrap="none" lIns="360000" anchor="ctr"/>
          <a:lstStyle/>
          <a:p>
            <a:pPr>
              <a:defRPr/>
            </a:pPr>
            <a:r>
              <a:rPr lang="en-US" altLang="ko-KR" b="1" dirty="0">
                <a:latin typeface="+mn-lt"/>
                <a:ea typeface="+mn-ea"/>
              </a:rPr>
              <a:t>$ </a:t>
            </a:r>
            <a:r>
              <a:rPr lang="en-US" altLang="ko-KR" b="1" dirty="0" err="1">
                <a:latin typeface="+mn-lt"/>
                <a:ea typeface="+mn-ea"/>
              </a:rPr>
              <a:t>gcc</a:t>
            </a:r>
            <a:r>
              <a:rPr lang="en-US" altLang="ko-KR" b="1" dirty="0">
                <a:latin typeface="+mn-lt"/>
                <a:ea typeface="+mn-ea"/>
              </a:rPr>
              <a:t>  </a:t>
            </a:r>
            <a:r>
              <a:rPr lang="en-US" altLang="ko-KR" b="1" dirty="0">
                <a:latin typeface="+mn-lt"/>
              </a:rPr>
              <a:t>program1</a:t>
            </a:r>
            <a:r>
              <a:rPr lang="en-US" altLang="ko-KR" b="1" dirty="0">
                <a:latin typeface="+mn-lt"/>
                <a:ea typeface="+mn-ea"/>
              </a:rPr>
              <a:t>.c  –o  run </a:t>
            </a:r>
          </a:p>
          <a:p>
            <a:pPr>
              <a:defRPr/>
            </a:pPr>
            <a:r>
              <a:rPr lang="en-US" altLang="ko-KR" b="1" dirty="0">
                <a:latin typeface="+mn-lt"/>
                <a:ea typeface="+mn-ea"/>
              </a:rPr>
              <a:t>$ ./</a:t>
            </a:r>
            <a:r>
              <a:rPr lang="en-US" altLang="ko-KR" b="1" dirty="0">
                <a:latin typeface="+mn-lt"/>
              </a:rPr>
              <a:t>run</a:t>
            </a:r>
            <a:r>
              <a:rPr lang="en-US" altLang="ko-KR" b="1" dirty="0">
                <a:latin typeface="+mn-lt"/>
                <a:ea typeface="+mn-ea"/>
              </a:rPr>
              <a:t> </a:t>
            </a:r>
          </a:p>
          <a:p>
            <a:pPr>
              <a:defRPr/>
            </a:pPr>
            <a:r>
              <a:rPr lang="en-US" altLang="ko-KR" b="1" dirty="0">
                <a:latin typeface="+mn-lt"/>
              </a:rPr>
              <a:t>$ ./run   input</a:t>
            </a:r>
            <a:endParaRPr lang="en-US" altLang="ko-KR" b="1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8176318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2485</TotalTime>
  <Words>825</Words>
  <Application>Microsoft Office PowerPoint</Application>
  <PresentationFormat>화면 슬라이드 쇼(4:3)</PresentationFormat>
  <Paragraphs>138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7" baseType="lpstr">
      <vt:lpstr>HY중고딕</vt:lpstr>
      <vt:lpstr>굴림</vt:lpstr>
      <vt:lpstr>나눔고딕</vt:lpstr>
      <vt:lpstr>나눔고딕 ExtraBold</vt:lpstr>
      <vt:lpstr>돋움</vt:lpstr>
      <vt:lpstr>맑은 고딕</vt:lpstr>
      <vt:lpstr>Arial</vt:lpstr>
      <vt:lpstr>Arial Black</vt:lpstr>
      <vt:lpstr>Franklin Gothic Medium</vt:lpstr>
      <vt:lpstr>Tahoma</vt:lpstr>
      <vt:lpstr>Times New Roman</vt:lpstr>
      <vt:lpstr>Wingdings</vt:lpstr>
      <vt:lpstr>techtropolis</vt:lpstr>
      <vt:lpstr>PowerPoint 프레젠테이션</vt:lpstr>
      <vt:lpstr>vi 편집기</vt:lpstr>
      <vt:lpstr>vi 편집기 간단 사용법 (1)</vt:lpstr>
      <vt:lpstr> vi 편집기 간단 사용법 (2)</vt:lpstr>
      <vt:lpstr> vi 편집기 간단 사용법 (3)</vt:lpstr>
      <vt:lpstr> vi 편집기 간단 사용법 (4)</vt:lpstr>
      <vt:lpstr>vi 편집기 상세 사용법 (1)</vt:lpstr>
      <vt:lpstr>vi 편집기 상세 사용법 (2)</vt:lpstr>
      <vt:lpstr>vi 편집기 상세 사용법 (3)</vt:lpstr>
      <vt:lpstr>vi 편집기 상세 사용법 (4)</vt:lpstr>
      <vt:lpstr>vi 편집기 상세 사용법 (5)</vt:lpstr>
      <vt:lpstr>  실습 과제 (1)</vt:lpstr>
      <vt:lpstr>  실습 과제 (2)</vt:lpstr>
      <vt:lpstr>실습 과제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198</cp:revision>
  <dcterms:created xsi:type="dcterms:W3CDTF">2011-06-15T00:21:10Z</dcterms:created>
  <dcterms:modified xsi:type="dcterms:W3CDTF">2023-10-25T18:45:30Z</dcterms:modified>
</cp:coreProperties>
</file>