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309" r:id="rId3"/>
    <p:sldId id="329" r:id="rId4"/>
    <p:sldId id="335" r:id="rId5"/>
    <p:sldId id="362" r:id="rId6"/>
    <p:sldId id="352" r:id="rId7"/>
  </p:sldIdLst>
  <p:sldSz cx="9144000" cy="6858000" type="screen4x3"/>
  <p:notesSz cx="6735763" cy="98694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51" autoAdjust="0"/>
    <p:restoredTop sz="94630" autoAdjust="0"/>
  </p:normalViewPr>
  <p:slideViewPr>
    <p:cSldViewPr>
      <p:cViewPr varScale="1">
        <p:scale>
          <a:sx n="114" d="100"/>
          <a:sy n="114" d="100"/>
        </p:scale>
        <p:origin x="178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2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2785 0 0,'0'0'145'0'0,"-1"0"1"0"0,1 0 0 0 0,-1 0 0 0 0,1 0 0 0 0,-1 0 0 0 0,1 0-1 0 0,-1 0 1 0 0,1 0 0 0 0,0 0 0 0 0,-1 0 0 0 0,1 0-1 0 0,-1 0 1 0 0,1 0 0 0 0,-1 1 0 0 0,1-1 0 0 0,-1 0 0 0 0,1 0-1 0 0,0 0 1 0 0,-1 1 0 0 0,1-1 0 0 0,0 0 0 0 0,-1 1-1 0 0,1-1 1 0 0,0 0 0 0 0,-1 1 0 0 0,1-1 0 0 0,0 0 0 0 0,-1 1-1 0 0,1-1 1 0 0,0 1 0 0 0,0-1 0 0 0,0 0 0 0 0,-1 2-1 0 0,-6 23 2321 0 0,3 34-470 0 0,4-53-1587 0 0,-3 161 3302 0 0,-10 157-3110 0 0,3-270-4215 0 0,9-51 3144 0 0,0 0-1 0 0,0-1 1 0 0,1 1 0 0 0,-2 0 0 0 0,1-1 0 0 0,0 1 0 0 0,0 0 0 0 0,-1-1-1 0 0,1 0 1 0 0,-1 1 0 0 0,0-1 0 0 0,0 0 0 0 0,0 0 0 0 0,0 0 0 0 0,0 0 0 0 0,-4 2-1 0 0,-2-8-2743 0 0,7-2 1502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3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68 2497 0 0,'0'-5'373'0'0,"0"0"74"0"0,0 0 0 0 0,0 0 1 0 0,0 0-1 0 0,-1 0 0 0 0,1 0 0 0 0,-1 0 0 0 0,-3-9 1 0 0,3 13-382 0 0,0 0 0 0 0,0 0 0 0 0,0 0 0 0 0,0 0 0 0 0,0 0 0 0 0,0 0 0 0 0,0 0 0 0 0,0 1 0 0 0,0-1 0 0 0,0 0 0 0 0,0 1 0 0 0,0-1 0 0 0,-1 1 0 0 0,1-1 0 0 0,0 1 0 0 0,0 0 0 0 0,-1-1 0 0 0,1 1 0 0 0,0 0 0 0 0,-1 0 1 0 0,1 0-1 0 0,0 0 0 0 0,-1 0 0 0 0,1 0 0 0 0,0 0 0 0 0,-1 1 0 0 0,1-1 0 0 0,0 0 0 0 0,0 1 0 0 0,-1-1 0 0 0,1 1 0 0 0,0-1 0 0 0,0 1 0 0 0,-2 1 0 0 0,-38 14 421 0 0,7-1 177 0 0,1 1-1 0 0,-56 37 1 0 0,88-53-665 0 0,-1 1-1 0 0,1 0 0 0 0,0-1 1 0 0,0 1-1 0 0,1 0 1 0 0,-1 0-1 0 0,0-1 1 0 0,0 1-1 0 0,0 0 1 0 0,0 0-1 0 0,1 0 1 0 0,-1 0-1 0 0,0 0 0 0 0,1 0 1 0 0,-1 0-1 0 0,1 0 1 0 0,-1 0-1 0 0,1 1 1 0 0,0-1-1 0 0,-1 0 1 0 0,1 0-1 0 0,0 0 1 0 0,0 0-1 0 0,0 1 1 0 0,0-1-1 0 0,0 0 0 0 0,0 2 1 0 0,1-1-41 0 0,0 0 0 0 0,0 0 1 0 0,0 0-1 0 0,0 0 0 0 0,0 0 1 0 0,1 0-1 0 0,-1 0 0 0 0,1-1 1 0 0,-1 1-1 0 0,1 0 0 0 0,0-1 1 0 0,0 0-1 0 0,2 2 0 0 0,8 5-194 0 0,0-2 1 0 0,1 1-1 0 0,20 6 0 0 0,-25-10 249 0 0,0 0 0 0 0,0 0 0 0 0,0 1 0 0 0,-1 0 0 0 0,0 1 0 0 0,1 0 0 0 0,-1 0-1 0 0,-1 0 1 0 0,1 1 0 0 0,-1 0 0 0 0,0 0 0 0 0,0 0 0 0 0,-1 1 0 0 0,0 0 0 0 0,6 10 0 0 0,-8-9 57 0 0,0-1 0 0 0,0 1 0 0 0,-1-1 1 0 0,0 1-1 0 0,0 0 0 0 0,-1 0 0 0 0,0 0 0 0 0,-1 0 1 0 0,0 0-1 0 0,0 0 0 0 0,0 0 0 0 0,-1 0 1 0 0,0 0-1 0 0,-1 0 0 0 0,0 0 0 0 0,-4 12 1 0 0,1-7 30 0 0,-1 0 1 0 0,0-1-1 0 0,-1 0 0 0 0,0-1 1 0 0,0 1-1 0 0,-1-1 1 0 0,-1-1-1 0 0,-15 16 0 0 0,20-21-181 0 0,-1-1-1 0 0,0 0 0 0 0,0 0 1 0 0,0 0-1 0 0,0 0 0 0 0,-1-1 1 0 0,0 0-1 0 0,1 0 0 0 0,-1 0 1 0 0,0-1-1 0 0,0 0 0 0 0,0 0 1 0 0,-1-1-1 0 0,1 1 0 0 0,0-1 1 0 0,-1-1-1 0 0,1 1 0 0 0,-1-1 1 0 0,1 0-1 0 0,-8-2 0 0 0,13 2-39 0 0,1 0 0 0 0,-1 0 0 0 0,0 0 0 0 0,1 0 1 0 0,-1-1-1 0 0,1 1 0 0 0,-1 0 0 0 0,0-1 0 0 0,1 1 0 0 0,-1 0 0 0 0,1-1 0 0 0,-1 1 0 0 0,1-1 0 0 0,-1 1 0 0 0,1-1 0 0 0,-1 1 0 0 0,1-1 0 0 0,0 1 1 0 0,-1-1-1 0 0,1 1 0 0 0,0-1 0 0 0,-1 1 0 0 0,1-1 0 0 0,0 0 0 0 0,0 1 0 0 0,0-1 0 0 0,-1 1 0 0 0,1-1 0 0 0,0 0 0 0 0,0 1 0 0 0,0-1 0 0 0,0 0 1 0 0,0 1-1 0 0,0-1 0 0 0,0 0 0 0 0,0 1 0 0 0,1-1 0 0 0,-1 0 0 0 0,0 0 0 0 0,12-27-2779 0 0,-11 26 2794 0 0,13-13-1716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3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4561 0 0,'8'-1'5041'0'0,"18"5"-3314"0"0,-16-3-1216 0 0,24-1 340 0 0,0-2 1 0 0,-1-2-1 0 0,1-1 0 0 0,62-17 1 0 0,-12 2-1262 0 0,-29 13-1137 0 0,-16 2-1222 0 0,-2-3-3570 0 0,-29 7 2955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5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28 2401 0 0,'-1'-1'153'0'0,"1"0"1"0"0,-1 0 0 0 0,1 0 0 0 0,-1 0-1 0 0,1 0 1 0 0,0 0 0 0 0,0 0 0 0 0,-1 0-1 0 0,1 0 1 0 0,0 0 0 0 0,0 0 0 0 0,0 0-1 0 0,0-1 1 0 0,0 1 0 0 0,0 0 0 0 0,1 0-1 0 0,-1 0 1 0 0,0 0 0 0 0,0 0 0 0 0,1 0-1 0 0,-1 0 1 0 0,1-1 0 0 0,6 0 2937 0 0,-1 17-1378 0 0,2 38-780 0 0,-3 0 0 0 0,-1 82 0 0 0,-19 108 325 0 0,0-19-1586 0 0,15-200 50 0 0,-2 66-2863 0 0,7 1-3960 0 0,-1-78 4511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6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11 2809 0 0,'-9'-10'770'0'0,"4"12"576"0"0,2 23 1221 0 0,2-6-2431 0 0,-22 382 2291 0 0,22-326-2911 0 0,-2 141-5897 0 0,5-196 4375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7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47 1904 0 0,'-17'-9'1000'0'0,"4"2"-607"0"0,-1 0 1 0 0,-1 1-1 0 0,-26-8 1 0 0,36 13-338 0 0,0 0 0 0 0,0 0 1 0 0,-1 1-1 0 0,1 0 1 0 0,0 0-1 0 0,0 0 1 0 0,0 0-1 0 0,0 1 1 0 0,0 0-1 0 0,0 0 0 0 0,0 0 1 0 0,0 1-1 0 0,1 0 1 0 0,-1-1-1 0 0,0 2 1 0 0,-4 2-1 0 0,9-5-59 0 0,-1 0 0 0 0,1 0 0 0 0,0 0 0 0 0,0 1 0 0 0,0-1 0 0 0,-1 0 0 0 0,1 0 0 0 0,0 0-1 0 0,0 0 1 0 0,0 1 0 0 0,0-1 0 0 0,-1 0 0 0 0,1 0 0 0 0,0 0 0 0 0,0 1 0 0 0,0-1 0 0 0,0 0 0 0 0,0 0 0 0 0,0 1 0 0 0,0-1-1 0 0,0 0 1 0 0,0 0 0 0 0,-1 1 0 0 0,1-1 0 0 0,0 0 0 0 0,0 0 0 0 0,0 1 0 0 0,0-1 0 0 0,1 0 0 0 0,-1 0 0 0 0,0 1 0 0 0,0-1-1 0 0,0 0 1 0 0,0 0 0 0 0,0 1 0 0 0,0-1 0 0 0,0 0 0 0 0,0 0 0 0 0,0 1 0 0 0,1-1 0 0 0,-1 0 0 0 0,0 0 0 0 0,0 0 0 0 0,0 1-1 0 0,1-1 1 0 0,14 12-69 0 0,20 4-29 0 0,1-8 78 0 0,50 7 0 0 0,-63-13 108 0 0,0 1 0 0 0,0 1 0 0 0,-1 1 0 0 0,0 2 1 0 0,0 0-1 0 0,36 17 0 0 0,-54-22 17 0 0,0 1 0 0 0,0 0 0 0 0,-1-1 0 0 0,1 1 0 0 0,-1 0 0 0 0,0 1 0 0 0,0-1 0 0 0,0 1 0 0 0,-1-1 1 0 0,1 1-1 0 0,-1 0 0 0 0,0 0 0 0 0,0 0 0 0 0,0 0 0 0 0,0 0 0 0 0,-1 0 0 0 0,0 1 0 0 0,0-1 0 0 0,0 0 0 0 0,0 1 0 0 0,-1-1 0 0 0,1 1 0 0 0,-1-1 0 0 0,0 1 0 0 0,-1-1 1 0 0,1 1-1 0 0,-1-1 0 0 0,0 0 0 0 0,0 1 0 0 0,0-1 0 0 0,-3 6 0 0 0,0 2 109 0 0,-1-1-1 0 0,0 0 1 0 0,0 0-1 0 0,-1-1 1 0 0,-1 0-1 0 0,0 0 1 0 0,0 0 0 0 0,-1-1-1 0 0,0 0 1 0 0,-15 13-1 0 0,-23 10-202 0 0,0-1 0 0 0,-2-3 0 0 0,-2-1-1 0 0,-72 27 1 0 0,117-52-220 0 0,-1 0 1 0 0,1 0-1 0 0,0-1 0 0 0,0 1 0 0 0,-1-1 1 0 0,1 0-1 0 0,-1-1 0 0 0,-5 1 0 0 0,10-1 135 0 0,0 0-1 0 0,1 0 1 0 0,-1 0 0 0 0,1 0-1 0 0,-1-1 1 0 0,1 1-1 0 0,-1 0 1 0 0,1 0 0 0 0,-1 0-1 0 0,1-1 1 0 0,-1 1-1 0 0,1 0 1 0 0,-1-1-1 0 0,1 1 1 0 0,-1 0 0 0 0,1-1-1 0 0,-1 1 1 0 0,1 0-1 0 0,0-1 1 0 0,-1 1-1 0 0,1-1 1 0 0,0 1 0 0 0,-1-1-1 0 0,1 1 1 0 0,0-1-1 0 0,0 1 1 0 0,-1-1-1 0 0,1 1 1 0 0,0-2 0 0 0,0 0-90 0 0,0-1 0 0 0,0 1 0 0 0,1 0 0 0 0,-1-1 0 0 0,1 1 0 0 0,-1 0 0 0 0,1 0 0 0 0,0-1 0 0 0,0 1 0 0 0,0 0 0 0 0,2-4 0 0 0,26-52-1723 0 0,-6 23-153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7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 2521 0 0,'-1'2'212'0'0,"-1"1"0"0"0,1 0 0 0 0,-1-1 0 0 0,1 0 0 0 0,-1 1 1 0 0,0-1-1 0 0,1 0 0 0 0,-1 0 0 0 0,0 0 0 0 0,-1 0 0 0 0,1 0 0 0 0,0 0 1 0 0,-1-1-1 0 0,1 1 0 0 0,-1-1 0 0 0,1 1 0 0 0,-1-1 0 0 0,-3 1 1 0 0,-54 22 2652 0 0,26-17-2109 0 0,-29 10 349 0 0,61-16-1336 0 0,-1 0-1 0 0,1 0 0 0 0,-1 0 1 0 0,1 1-1 0 0,0-1 0 0 0,-1 1 1 0 0,1 0-1 0 0,0-1 0 0 0,0 1 1 0 0,0 0-1 0 0,1 0 0 0 0,-1 0 1 0 0,0 0-1 0 0,1 1 0 0 0,-1-1 1 0 0,1 0-1 0 0,0 1 0 0 0,0-1 1 0 0,0 1-1 0 0,-1 2 0 0 0,-13 46-3424 0 0,13-40 1779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8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3409 0 0,'24'9'3559'0'0,"20"-6"-1630"0"0,19-8-134 0 0,71-2-1939 0 0,-120 8-651 0 0,1-1 1 0 0,0 2-1 0 0,0 0 0 0 0,0 1 0 0 0,-1 1 1 0 0,24 8-1 0 0,-27-6-904 0 0,-9-3-387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29:19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62 2673 0 0,'-2'-4'204'0'0,"-1"-1"1"0"0,0 0 0 0 0,-1 1-1 0 0,1 0 1 0 0,-1 0 0 0 0,0 0-1 0 0,0 0 1 0 0,0 1 0 0 0,0-1 0 0 0,0 1-1 0 0,-1 0 1 0 0,0 1 0 0 0,1-1-1 0 0,-1 1 1 0 0,0 0 0 0 0,-7-2-1 0 0,8 3-142 0 0,0 1 0 0 0,1-1-1 0 0,-1 1 1 0 0,0 0-1 0 0,0 0 1 0 0,1 1 0 0 0,-1-1-1 0 0,0 1 1 0 0,1 0-1 0 0,-1 0 1 0 0,1 0 0 0 0,-1 0-1 0 0,1 1 1 0 0,-1-1-1 0 0,1 1 1 0 0,0 0 0 0 0,0 0-1 0 0,0 0 1 0 0,0 0-1 0 0,0 1 1 0 0,0-1 0 0 0,0 1-1 0 0,1 0 1 0 0,-5 5-1 0 0,-1 5-115 0 0,0 0 0 0 0,1 0 0 0 0,0 1 0 0 0,1 0 0 0 0,0 0 0 0 0,2 0 0 0 0,-1 1 0 0 0,2-1 0 0 0,0 1 0 0 0,-2 29 0 0 0,4-38 18 0 0,1 1-1 0 0,0-1 1 0 0,1 1-1 0 0,0 0 1 0 0,0-1-1 0 0,0 0 1 0 0,1 1 0 0 0,-1-1-1 0 0,2 0 1 0 0,-1 0-1 0 0,1 1 1 0 0,3 5-1 0 0,-3-9 8 0 0,-1 1 0 0 0,1-1-1 0 0,0 0 1 0 0,0 0 0 0 0,0 0-1 0 0,1-1 1 0 0,-1 1 0 0 0,1-1-1 0 0,-1 0 1 0 0,1 0-1 0 0,0 0 1 0 0,0 0 0 0 0,0-1-1 0 0,0 1 1 0 0,0-1 0 0 0,0 0-1 0 0,0 0 1 0 0,0-1 0 0 0,0 1-1 0 0,7-1 1 0 0,-3 0 21 0 0,0 0 0 0 0,0-1-1 0 0,0 0 1 0 0,0-1 0 0 0,0 1 0 0 0,0-1-1 0 0,-1-1 1 0 0,1 0 0 0 0,-1 0 0 0 0,0 0 0 0 0,1-1-1 0 0,-1 0 1 0 0,-1 0 0 0 0,1-1 0 0 0,-1 0-1 0 0,0 0 1 0 0,0 0 0 0 0,0-1 0 0 0,-1 0 0 0 0,0 0-1 0 0,0 0 1 0 0,0-1 0 0 0,5-10 0 0 0,2-6 127 0 0,0 0 0 0 0,-2-1 1 0 0,-1 0-1 0 0,-1-1 0 0 0,10-48 1 0 0,0 115 14 0 0,-13-30-120 0 0,0 0 0 0 0,0-1-1 0 0,1 0 1 0 0,0 0 0 0 0,1-1-1 0 0,1 1 1 0 0,-1-1 0 0 0,2-1-1 0 0,-1 0 1 0 0,1 0 0 0 0,1 0-1 0 0,15 10 1 0 0,-11-11-137 0 0,0 0 0 0 0,0-1 0 0 0,1-1 0 0 0,0-1 0 0 0,0 0 0 0 0,0 0 0 0 0,0-2 0 0 0,1 0 0 0 0,25 2 0 0 0,52-5-1907 0 0,-55-2 83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31:32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31 2753 0 0,'-3'-3'473'0'0,"0"0"0"0"0,-1 0 0 0 0,0 1 1 0 0,0-1-1 0 0,0 1 0 0 0,0-1 1 0 0,0 1-1 0 0,0 0 0 0 0,0 1 1 0 0,-1-1-1 0 0,1 1 0 0 0,-1 0 1 0 0,1 0-1 0 0,-10 0 0 0 0,6 0-38 0 0,-1 2-1 0 0,0-1 1 0 0,1 1 0 0 0,-1 1 0 0 0,1-1-1 0 0,-1 1 1 0 0,-12 6 0 0 0,6-2-207 0 0,0 1 0 0 0,0 1 0 0 0,1 0 0 0 0,0 1 0 0 0,0 0 0 0 0,1 1 0 0 0,-23 23 0 0 0,27-23-229 0 0,1 1-1 0 0,0 0 1 0 0,1 1 0 0 0,0 0 0 0 0,1 0 0 0 0,1 0-1 0 0,-1 1 1 0 0,2 0 0 0 0,0 0 0 0 0,0 0 0 0 0,1 0-1 0 0,1 0 1 0 0,-1 17 0 0 0,2-18-3 0 0,1-1 1 0 0,0 1-1 0 0,1 0 0 0 0,0-1 0 0 0,0 1 1 0 0,2-1-1 0 0,-1 1 0 0 0,1-1 1 0 0,1 0-1 0 0,0 0 0 0 0,1 0 1 0 0,0-1-1 0 0,0 1 0 0 0,1-1 1 0 0,13 15-1 0 0,-16-21-97 0 0,1 0 0 0 0,0 0 1 0 0,0-1-1 0 0,0 1 0 0 0,0-1 0 0 0,0 0 0 0 0,1 0 1 0 0,0-1-1 0 0,-1 1 0 0 0,1-1 0 0 0,0 0 1 0 0,0-1-1 0 0,0 1 0 0 0,0-1 0 0 0,1 0 0 0 0,-1 0 1 0 0,0 0-1 0 0,0-1 0 0 0,9 0 0 0 0,5-2-670 0 0,0-1 0 0 0,0-1 0 0 0,-1 0 0 0 0,23-9 0 0 0,-22 7 196 0 0,0 0 0 0 0,1 2 0 0 0,20-3 0 0 0,-32 6-159 0 0,22 1-1407 0 0,-1 11-155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31:32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1 3009 0 0,'0'0'192'0'0,"-1"0"1"0"0,1 1 0 0 0,-1-1 0 0 0,1 0 0 0 0,-1 1 0 0 0,1-1 0 0 0,-1 0-1 0 0,1 1 1 0 0,0-1 0 0 0,-1 1 0 0 0,1-1 0 0 0,0 0 0 0 0,-1 1 0 0 0,1-1-1 0 0,0 1 1 0 0,0-1 0 0 0,-1 1 0 0 0,1-1 0 0 0,0 1 0 0 0,0-1 0 0 0,0 1-1 0 0,0 0 1 0 0,0-1 0 0 0,-1 1 0 0 0,1-1 0 0 0,0 1 0 0 0,0-1 0 0 0,1 1-1 0 0,-1-1 1 0 0,0 1 0 0 0,0-1 0 0 0,0 1 0 0 0,0 0 0 0 0,1 0 0 0 0,-2 27 678 0 0,8 109-881 0 0,5 0 0 0 0,7-1-1 0 0,37 133 1 0 0,-51-245-17 0 0,-3-13 12 0 0,0 1 1 0 0,1 0-1 0 0,0-1 0 0 0,1 0 1 0 0,6 12-1 0 0,-24-72 482 0 0,-7 10-2 0 0,-2 0 0 0 0,-2 2 1 0 0,-41-50-1 0 0,56 75-393 0 0,0 1 0 0 0,-1 0 0 0 0,0 1 0 0 0,0 0 0 0 0,-1 1 0 0 0,-1 0 0 0 0,1 1 0 0 0,-2 0 1 0 0,1 1-1 0 0,-1 1 0 0 0,0 0 0 0 0,0 0 0 0 0,-28-5 0 0 0,39 10-69 0 0,0 1 1 0 0,0-1-1 0 0,0 1 1 0 0,0 0-1 0 0,1 0 0 0 0,-1 0 1 0 0,0 0-1 0 0,0 0 1 0 0,0 1-1 0 0,0 0 0 0 0,0-1 1 0 0,0 1-1 0 0,1 0 1 0 0,-1 0-1 0 0,0 0 1 0 0,1 1-1 0 0,-1-1 0 0 0,1 1 1 0 0,-1-1-1 0 0,1 1 1 0 0,-3 3-1 0 0,2-1-8 0 0,0-1 0 0 0,1 1 0 0 0,0 0 0 0 0,0 0 0 0 0,0 0 0 0 0,0 0 0 0 0,1 1 0 0 0,-1-1 0 0 0,1 0 0 0 0,0 1 0 0 0,1-1 0 0 0,-1 8 0 0 0,1 12-26 0 0,0 0 0 0 0,2 0 0 0 0,1-1 0 0 0,7 28 0 0 0,-9-46 33 0 0,35 133 13 0 0,-31-123 5 0 0,1 0 0 0 0,0 0 0 0 0,2 0 1 0 0,-1-1-1 0 0,2 0 0 0 0,16 22 0 0 0,-23-35 9 0 0,-1 1 0 0 0,1 0 0 0 0,0 0 0 0 0,0-1-1 0 0,-1 1 1 0 0,1-1 0 0 0,0 0 0 0 0,1 1 0 0 0,-1-1-1 0 0,0 0 1 0 0,0 0 0 0 0,0 0 0 0 0,1-1 0 0 0,-1 1 0 0 0,0-1-1 0 0,1 1 1 0 0,-1-1 0 0 0,0 0 0 0 0,1 1 0 0 0,3-2-1 0 0,-1 1 72 0 0,-1-1-1 0 0,1 0 0 0 0,0-1 0 0 0,-1 1 0 0 0,0-1 0 0 0,1 0 0 0 0,-1 0 0 0 0,0 0 0 0 0,7-6 1 0 0,5-4 249 0 0,0-2 1 0 0,-2 0-1 0 0,23-27 1 0 0,-37 41-349 0 0,11-13-227 0 0,36-45 899 0 0,-27 16-5557 0 0,-21 26-1178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31:33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3849 0 0,'2'11'1408'0'0,"-2"-10"-1026"0"0,1-1 1 0 0,0 2 765 0 0,-1-2-765 0 0,1 0 0 0 0,-1 1-1 0 0,1-1 1 0 0,-1 0 0 0 0,1 1-1 0 0,-1-1 1 0 0,1 0 0 0 0,0 0 0 0 0,-1 1-1 0 0,1-1 1 0 0,-1 0 0 0 0,1 0-1 0 0,-1 0 1 0 0,1 0 0 0 0,0 0 0 0 0,-1 0-1 0 0,1 0 1 0 0,-1 0 0 0 0,2 0-1 0 0,4 2 623 0 0,-11 14-15386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31:33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2457 0 0,'13'-39'10841'0'0,"-9"21"-7386"0"0,-7 33-755 0 0,4 2-2669 0 0,0-17-177 0 0,0 0-1 0 0,-1 0 0 0 0,1 0 0 0 0,0 0 0 0 0,-1 0 0 0 0,1 0 1 0 0,0 0-1 0 0,0 0 0 0 0,-1 0 0 0 0,1 0 0 0 0,0 0 0 0 0,-1-1 1 0 0,1 1-1 0 0,0 0 0 0 0,0-1 0 0 0,-1 1 0 0 0,1 0 0 0 0,-1-1 1 0 0,1 1-1 0 0,0 0 0 0 0,-1-1 0 0 0,1 1 0 0 0,-1-1 0 0 0,1 0 1 0 0,-1 1-1 0 0,1-1 0 0 0,-1 1 0 0 0,0-1 0 0 0,1 0 0 0 0,0 0 1 0 0,13-18-10681 0 0,-10 18 7945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8007"/>
            <a:ext cx="5388610" cy="44412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3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/>
              <a:t>마스터 부제목 스타일 편집</a:t>
            </a:r>
            <a:endParaRPr lang="en-US" altLang="ko-KR" noProof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  <a:prstGeom prst="rect">
            <a:avLst/>
          </a:prstGeo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2133600" cy="196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581775"/>
            <a:ext cx="2895600" cy="1682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66718-9871-48D1-8615-539A36B7E64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›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96485448"/>
      </p:ext>
    </p:extLst>
  </p:cSld>
  <p:clrMapOvr>
    <a:masterClrMapping/>
  </p:clrMapOvr>
  <p:transition spd="med">
    <p:fade thruBlk="1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tx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11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640" y="3356992"/>
            <a:ext cx="6480720" cy="7920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000" b="1" dirty="0" err="1">
                <a:latin typeface="나눔고딕 ExtraBold" pitchFamily="50" charset="-127"/>
                <a:ea typeface="나눔고딕 ExtraBold" pitchFamily="50" charset="-127"/>
              </a:rPr>
              <a:t>리눅스</a:t>
            </a: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 사용법 </a:t>
            </a:r>
            <a:r>
              <a:rPr lang="en-US" altLang="ko-KR" sz="4000" b="1" dirty="0">
                <a:latin typeface="나눔고딕 ExtraBold" pitchFamily="50" charset="-127"/>
                <a:ea typeface="나눔고딕 ExtraBold" pitchFamily="50" charset="-127"/>
              </a:rPr>
              <a:t>(1)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187624" y="1966799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>
                <a:latin typeface="나눔고딕 ExtraBold" pitchFamily="50" charset="-127"/>
                <a:ea typeface="나눔고딕 ExtraBold" pitchFamily="50" charset="-127"/>
              </a:rPr>
              <a:t>1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리눅스</a:t>
            </a:r>
            <a:r>
              <a:rPr lang="ko-KR" altLang="en-US" dirty="0"/>
              <a:t> 시스템의 시작과 종료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9512" y="908720"/>
            <a:ext cx="8663880" cy="5105400"/>
          </a:xfrm>
        </p:spPr>
        <p:txBody>
          <a:bodyPr/>
          <a:lstStyle/>
          <a:p>
            <a:r>
              <a:rPr lang="ko-KR" altLang="en-US" dirty="0" err="1"/>
              <a:t>리눅스</a:t>
            </a:r>
            <a:r>
              <a:rPr lang="ko-KR" altLang="en-US" dirty="0"/>
              <a:t> 시스템의 시작</a:t>
            </a:r>
          </a:p>
          <a:p>
            <a:pPr lvl="1"/>
            <a:r>
              <a:rPr lang="ko-KR" altLang="en-US" dirty="0"/>
              <a:t>터미널 접속</a:t>
            </a:r>
            <a:endParaRPr lang="en-US" altLang="ko-KR" dirty="0"/>
          </a:p>
          <a:p>
            <a:pPr lvl="2"/>
            <a:r>
              <a:rPr lang="ko-KR" altLang="en-US" dirty="0" err="1"/>
              <a:t>명령행</a:t>
            </a:r>
            <a:r>
              <a:rPr lang="ko-KR" altLang="en-US" dirty="0"/>
              <a:t> 기반의 환경</a:t>
            </a:r>
            <a:endParaRPr lang="en-US" altLang="ko-KR" dirty="0"/>
          </a:p>
          <a:p>
            <a:pPr lvl="2"/>
            <a:r>
              <a:rPr lang="en-US" altLang="ko-KR" dirty="0"/>
              <a:t>[</a:t>
            </a:r>
            <a:r>
              <a:rPr lang="ko-KR" altLang="en-US" dirty="0"/>
              <a:t>프로그램</a:t>
            </a:r>
            <a:r>
              <a:rPr lang="en-US" altLang="ko-KR" dirty="0"/>
              <a:t>] → [</a:t>
            </a:r>
            <a:r>
              <a:rPr lang="ko-KR" altLang="en-US" dirty="0"/>
              <a:t>시스템 도구</a:t>
            </a:r>
            <a:r>
              <a:rPr lang="en-US" altLang="ko-KR" dirty="0"/>
              <a:t>] → [</a:t>
            </a:r>
            <a:r>
              <a:rPr lang="ko-KR" altLang="en-US" dirty="0"/>
              <a:t>터미널</a:t>
            </a:r>
            <a:r>
              <a:rPr lang="en-US" altLang="ko-KR" dirty="0"/>
              <a:t>]</a:t>
            </a:r>
          </a:p>
          <a:p>
            <a:pPr lvl="1"/>
            <a:r>
              <a:rPr lang="ko-KR" altLang="en-US" dirty="0"/>
              <a:t>프롬프트 모양 </a:t>
            </a:r>
            <a:endParaRPr lang="en-US" altLang="ko-KR" dirty="0"/>
          </a:p>
          <a:p>
            <a:pPr lvl="2"/>
            <a:r>
              <a:rPr lang="en-US" altLang="ko-KR" dirty="0"/>
              <a:t>root </a:t>
            </a:r>
            <a:r>
              <a:rPr lang="ko-KR" altLang="en-US" dirty="0"/>
              <a:t>권한으로 터미널 모드를 실행 </a:t>
            </a:r>
            <a:r>
              <a:rPr lang="en-US" altLang="ko-KR" dirty="0"/>
              <a:t>: #</a:t>
            </a:r>
          </a:p>
          <a:p>
            <a:pPr lvl="2"/>
            <a:r>
              <a:rPr lang="ko-KR" altLang="en-US" dirty="0"/>
              <a:t>일반 사용자 권한으로 터미널 모드를 실행 </a:t>
            </a:r>
            <a:r>
              <a:rPr lang="en-US" altLang="ko-KR" dirty="0"/>
              <a:t>: $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2</a:t>
            </a:fld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781341"/>
            <a:ext cx="3561312" cy="267199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4132690"/>
            <a:ext cx="3677121" cy="2154399"/>
          </a:xfrm>
          <a:prstGeom prst="rect">
            <a:avLst/>
          </a:prstGeom>
        </p:spPr>
      </p:pic>
      <p:sp>
        <p:nvSpPr>
          <p:cNvPr id="10" name="오른쪽 화살표 9"/>
          <p:cNvSpPr/>
          <p:nvPr/>
        </p:nvSpPr>
        <p:spPr bwMode="auto">
          <a:xfrm>
            <a:off x="4196916" y="4993865"/>
            <a:ext cx="216024" cy="43204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790974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리눅스</a:t>
            </a:r>
            <a:r>
              <a:rPr lang="ko-KR" altLang="en-US" dirty="0"/>
              <a:t> 시스템의 시작과 종료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1196752"/>
            <a:ext cx="8663880" cy="4899248"/>
          </a:xfrm>
        </p:spPr>
        <p:txBody>
          <a:bodyPr/>
          <a:lstStyle/>
          <a:p>
            <a:r>
              <a:rPr lang="ko-KR" altLang="en-US" dirty="0"/>
              <a:t>터미널 접속 종료</a:t>
            </a:r>
          </a:p>
          <a:p>
            <a:pPr lvl="2"/>
            <a:r>
              <a:rPr lang="ko-KR" altLang="en-US" dirty="0"/>
              <a:t>명령 프롬프트 입력란에 ‘</a:t>
            </a:r>
            <a:r>
              <a:rPr lang="en-US" altLang="ko-KR" dirty="0"/>
              <a:t>exit’ </a:t>
            </a:r>
            <a:r>
              <a:rPr lang="ko-KR" altLang="en-US" dirty="0"/>
              <a:t>명령을 입력</a:t>
            </a:r>
            <a:endParaRPr lang="en-US" altLang="ko-KR" dirty="0"/>
          </a:p>
          <a:p>
            <a:pPr lvl="2"/>
            <a:r>
              <a:rPr lang="ko-KR" altLang="en-US" dirty="0"/>
              <a:t>또는 </a:t>
            </a:r>
            <a:r>
              <a:rPr lang="en-US" altLang="ko-KR" dirty="0"/>
              <a:t>&lt;Ctrl&gt; + &lt;D&gt;</a:t>
            </a:r>
          </a:p>
          <a:p>
            <a:pPr lvl="2"/>
            <a:endParaRPr lang="en-US" altLang="ko-KR" sz="1000" dirty="0"/>
          </a:p>
          <a:p>
            <a:r>
              <a:rPr lang="ko-KR" altLang="en-US" dirty="0" err="1"/>
              <a:t>리눅스</a:t>
            </a:r>
            <a:r>
              <a:rPr lang="ko-KR" altLang="en-US" dirty="0"/>
              <a:t> 시스템의 종료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종료 명령을 사용하지 않고 </a:t>
            </a:r>
            <a:r>
              <a:rPr lang="ko-KR" altLang="en-US" dirty="0" err="1">
                <a:solidFill>
                  <a:srgbClr val="FF0000"/>
                </a:solidFill>
              </a:rPr>
              <a:t>가상머신을</a:t>
            </a:r>
            <a:r>
              <a:rPr lang="ko-KR" altLang="en-US" dirty="0">
                <a:solidFill>
                  <a:srgbClr val="FF0000"/>
                </a:solidFill>
              </a:rPr>
              <a:t> 강제로 종료하지 </a:t>
            </a:r>
            <a:r>
              <a:rPr lang="ko-KR" altLang="en-US" dirty="0" err="1">
                <a:solidFill>
                  <a:srgbClr val="FF0000"/>
                </a:solidFill>
              </a:rPr>
              <a:t>말것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altLang="ko-KR" dirty="0" err="1"/>
              <a:t>XWindow</a:t>
            </a:r>
            <a:r>
              <a:rPr lang="en-US" altLang="ko-KR" dirty="0"/>
              <a:t> </a:t>
            </a:r>
            <a:r>
              <a:rPr lang="ko-KR" altLang="en-US" dirty="0"/>
              <a:t>모드에서 시스템 종료</a:t>
            </a:r>
          </a:p>
          <a:p>
            <a:pPr lvl="2"/>
            <a:r>
              <a:rPr lang="en-US" altLang="ko-KR" dirty="0"/>
              <a:t>[</a:t>
            </a:r>
            <a:r>
              <a:rPr lang="ko-KR" altLang="en-US" dirty="0"/>
              <a:t>시스템</a:t>
            </a:r>
            <a:r>
              <a:rPr lang="en-US" altLang="ko-KR" dirty="0"/>
              <a:t>] → [</a:t>
            </a:r>
            <a:r>
              <a:rPr lang="ko-KR" altLang="en-US" dirty="0"/>
              <a:t>끄기</a:t>
            </a:r>
            <a:r>
              <a:rPr lang="en-US" altLang="ko-KR" dirty="0"/>
              <a:t>] </a:t>
            </a:r>
            <a:r>
              <a:rPr lang="ko-KR" altLang="en-US" dirty="0"/>
              <a:t>또는</a:t>
            </a:r>
            <a:r>
              <a:rPr lang="en-US" altLang="ko-KR" dirty="0"/>
              <a:t> [</a:t>
            </a:r>
            <a:r>
              <a:rPr lang="ko-KR" altLang="en-US" dirty="0"/>
              <a:t>로그아웃</a:t>
            </a:r>
            <a:r>
              <a:rPr lang="en-US" altLang="ko-KR" dirty="0"/>
              <a:t>]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3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717032"/>
            <a:ext cx="3722509" cy="278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20053"/>
      </p:ext>
    </p:extLst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조작 관련 명령</a:t>
            </a:r>
          </a:p>
          <a:p>
            <a:pPr lvl="1"/>
            <a:r>
              <a:rPr lang="en-US" altLang="ko-KR" dirty="0"/>
              <a:t>ls  (List Contents of Directory)</a:t>
            </a:r>
          </a:p>
          <a:p>
            <a:pPr lvl="2"/>
            <a:r>
              <a:rPr lang="ko-KR" altLang="en-US" dirty="0"/>
              <a:t>현재 디렉토리에 저장된 내용을 확인하는 명령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 err="1"/>
              <a:t>mkdir</a:t>
            </a:r>
            <a:r>
              <a:rPr lang="en-US" altLang="ko-KR" dirty="0"/>
              <a:t>  (Make Directory)</a:t>
            </a:r>
          </a:p>
          <a:p>
            <a:pPr lvl="2"/>
            <a:r>
              <a:rPr lang="ko-KR" altLang="en-US" dirty="0"/>
              <a:t>새로운 디렉토리를 만들어 주는 명령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4</a:t>
            </a:fld>
            <a:endParaRPr lang="en-US" altLang="ko-KR"/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1259632" y="2420888"/>
            <a:ext cx="1008112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</a:t>
            </a: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1259632" y="4293096"/>
            <a:ext cx="3744416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mkdir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[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생성하고자하는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15DBF9A-D529-A86F-1218-AC7353B1345F}"/>
              </a:ext>
            </a:extLst>
          </p:cNvPr>
          <p:cNvGrpSpPr/>
          <p:nvPr/>
        </p:nvGrpSpPr>
        <p:grpSpPr>
          <a:xfrm>
            <a:off x="5677121" y="1300376"/>
            <a:ext cx="227160" cy="290880"/>
            <a:chOff x="5677121" y="1300376"/>
            <a:chExt cx="22716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21C65A18-0645-2FD3-6E26-012B420A5691}"/>
                    </a:ext>
                  </a:extLst>
                </p14:cNvPr>
                <p14:cNvContentPartPr/>
                <p14:nvPr/>
              </p14:nvContentPartPr>
              <p14:xfrm>
                <a:off x="5677121" y="1300376"/>
                <a:ext cx="32040" cy="2476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21C65A18-0645-2FD3-6E26-012B420A569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68481" y="1291736"/>
                  <a:ext cx="49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3B05B6B-3337-6B82-BA91-0C6A21DF4BC1}"/>
                    </a:ext>
                  </a:extLst>
                </p14:cNvPr>
                <p14:cNvContentPartPr/>
                <p14:nvPr/>
              </p14:nvContentPartPr>
              <p14:xfrm>
                <a:off x="5805641" y="1374536"/>
                <a:ext cx="98640" cy="2167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3B05B6B-3337-6B82-BA91-0C6A21DF4B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96641" y="1365896"/>
                  <a:ext cx="11628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30DF82E5-DD6D-23CF-7009-357296FAC215}"/>
                  </a:ext>
                </a:extLst>
              </p14:cNvPr>
              <p14:cNvContentPartPr/>
              <p14:nvPr/>
            </p14:nvContentPartPr>
            <p14:xfrm>
              <a:off x="6268241" y="1438616"/>
              <a:ext cx="179640" cy="2700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30DF82E5-DD6D-23CF-7009-357296FAC2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59601" y="1429976"/>
                <a:ext cx="1972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5ADBF558-3B43-C49A-8441-28C3BC954C7C}"/>
                  </a:ext>
                </a:extLst>
              </p14:cNvPr>
              <p14:cNvContentPartPr/>
              <p14:nvPr/>
            </p14:nvContentPartPr>
            <p14:xfrm>
              <a:off x="6685481" y="1320176"/>
              <a:ext cx="11880" cy="33912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5ADBF558-3B43-C49A-8441-28C3BC954C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76481" y="1311536"/>
                <a:ext cx="29520" cy="3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0C4C674C-728B-4CCB-CF43-5F9BD03A2226}"/>
              </a:ext>
            </a:extLst>
          </p:cNvPr>
          <p:cNvGrpSpPr/>
          <p:nvPr/>
        </p:nvGrpSpPr>
        <p:grpSpPr>
          <a:xfrm>
            <a:off x="5700161" y="2012096"/>
            <a:ext cx="243360" cy="385560"/>
            <a:chOff x="5700161" y="2012096"/>
            <a:chExt cx="24336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B9E1A4F-F548-93AA-F232-518A9CEA9EFC}"/>
                    </a:ext>
                  </a:extLst>
                </p14:cNvPr>
                <p14:cNvContentPartPr/>
                <p14:nvPr/>
              </p14:nvContentPartPr>
              <p14:xfrm>
                <a:off x="5700161" y="2012096"/>
                <a:ext cx="16560" cy="2732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B9E1A4F-F548-93AA-F232-518A9CEA9EF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91161" y="2003456"/>
                  <a:ext cx="342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5F36C58-6551-A213-4CDC-90B19DDE1EBF}"/>
                    </a:ext>
                  </a:extLst>
                </p14:cNvPr>
                <p14:cNvContentPartPr/>
                <p14:nvPr/>
              </p14:nvContentPartPr>
              <p14:xfrm>
                <a:off x="5772881" y="2192456"/>
                <a:ext cx="170640" cy="2052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5F36C58-6551-A213-4CDC-90B19DDE1EB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64241" y="2183816"/>
                  <a:ext cx="188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1997A84-634E-2D8B-90DF-33BB0362657E}"/>
                    </a:ext>
                  </a:extLst>
                </p14:cNvPr>
                <p14:cNvContentPartPr/>
                <p14:nvPr/>
              </p14:nvContentPartPr>
              <p14:xfrm>
                <a:off x="5821481" y="2154656"/>
                <a:ext cx="91800" cy="687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1997A84-634E-2D8B-90DF-33BB036265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2481" y="2146016"/>
                  <a:ext cx="1094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C10EAAC-7192-B5C9-B19A-2F9DE8C1E0A6}"/>
              </a:ext>
            </a:extLst>
          </p:cNvPr>
          <p:cNvGrpSpPr/>
          <p:nvPr/>
        </p:nvGrpSpPr>
        <p:grpSpPr>
          <a:xfrm>
            <a:off x="6284801" y="2229536"/>
            <a:ext cx="555120" cy="126720"/>
            <a:chOff x="6284801" y="2229536"/>
            <a:chExt cx="55512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F3B987B-A65A-EE9B-AA9D-82D45DDA0931}"/>
                    </a:ext>
                  </a:extLst>
                </p14:cNvPr>
                <p14:cNvContentPartPr/>
                <p14:nvPr/>
              </p14:nvContentPartPr>
              <p14:xfrm>
                <a:off x="6284801" y="2250056"/>
                <a:ext cx="145800" cy="126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F3B987B-A65A-EE9B-AA9D-82D45DDA09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75801" y="2241416"/>
                  <a:ext cx="163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17596EF-E8BD-3B7F-624E-CA63E9D67F82}"/>
                    </a:ext>
                  </a:extLst>
                </p14:cNvPr>
                <p14:cNvContentPartPr/>
                <p14:nvPr/>
              </p14:nvContentPartPr>
              <p14:xfrm>
                <a:off x="6562001" y="2229536"/>
                <a:ext cx="277920" cy="1267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17596EF-E8BD-3B7F-624E-CA63E9D67F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53001" y="2220536"/>
                  <a:ext cx="295560" cy="14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1924264"/>
      </p:ext>
    </p:extLst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조작 관련 명령</a:t>
            </a:r>
          </a:p>
          <a:p>
            <a:pPr lvl="1"/>
            <a:r>
              <a:rPr lang="en-US" altLang="ko-KR" dirty="0" err="1"/>
              <a:t>pwd</a:t>
            </a:r>
            <a:r>
              <a:rPr lang="en-US" altLang="ko-KR" dirty="0"/>
              <a:t> (Print Working Directory)</a:t>
            </a:r>
          </a:p>
          <a:p>
            <a:pPr lvl="2"/>
            <a:r>
              <a:rPr lang="ko-KR" altLang="en-US" dirty="0"/>
              <a:t>현재 디렉토리의 절대 경로를 알려주는 명령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cd  (Change working Directory)</a:t>
            </a:r>
          </a:p>
          <a:p>
            <a:pPr lvl="2"/>
            <a:r>
              <a:rPr lang="ko-KR" altLang="en-US" dirty="0"/>
              <a:t>현재의 작업 디렉토리에서 새로운 작업 디렉토리로 디렉토리를 변경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5</a:t>
            </a:fld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60" y="2921686"/>
            <a:ext cx="5760640" cy="841203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 bwMode="auto">
          <a:xfrm>
            <a:off x="1249760" y="5113455"/>
            <a:ext cx="3528392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cd 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변경하고자 하는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1249760" y="2361396"/>
            <a:ext cx="1450032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pwd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402B6E6-8B2D-FAAB-F89E-A9C53944CFB8}"/>
              </a:ext>
            </a:extLst>
          </p:cNvPr>
          <p:cNvGrpSpPr/>
          <p:nvPr/>
        </p:nvGrpSpPr>
        <p:grpSpPr>
          <a:xfrm>
            <a:off x="1031321" y="5798936"/>
            <a:ext cx="381600" cy="347760"/>
            <a:chOff x="1031321" y="5798936"/>
            <a:chExt cx="38160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133C0F9-22C0-A89D-494D-7AAA226F37B0}"/>
                    </a:ext>
                  </a:extLst>
                </p14:cNvPr>
                <p14:cNvContentPartPr/>
                <p14:nvPr/>
              </p14:nvContentPartPr>
              <p14:xfrm>
                <a:off x="1031321" y="5931056"/>
                <a:ext cx="159120" cy="1911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133C0F9-22C0-A89D-494D-7AAA226F37B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22681" y="5922056"/>
                  <a:ext cx="176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00317C3-C1D5-FDEE-3C0A-80EB27797728}"/>
                    </a:ext>
                  </a:extLst>
                </p14:cNvPr>
                <p14:cNvContentPartPr/>
                <p14:nvPr/>
              </p14:nvContentPartPr>
              <p14:xfrm>
                <a:off x="1255961" y="5798936"/>
                <a:ext cx="156960" cy="3477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00317C3-C1D5-FDEE-3C0A-80EB2779772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47321" y="5790296"/>
                  <a:ext cx="17460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95C54E5A-21A0-756D-F466-5DEF25DF853D}"/>
                  </a:ext>
                </a:extLst>
              </p14:cNvPr>
              <p14:cNvContentPartPr/>
              <p14:nvPr/>
            </p14:nvContentPartPr>
            <p14:xfrm>
              <a:off x="1816121" y="6043736"/>
              <a:ext cx="8280" cy="1296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95C54E5A-21A0-756D-F466-5DEF25DF853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7481" y="6034736"/>
                <a:ext cx="259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894F567D-2A07-AC9B-67C0-DDF4CC0D879E}"/>
                  </a:ext>
                </a:extLst>
              </p14:cNvPr>
              <p14:cNvContentPartPr/>
              <p14:nvPr/>
            </p14:nvContentPartPr>
            <p14:xfrm>
              <a:off x="1963721" y="6055616"/>
              <a:ext cx="19440" cy="2088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894F567D-2A07-AC9B-67C0-DDF4CC0D87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55081" y="6046616"/>
                <a:ext cx="37080" cy="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3312817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ko-KR" altLang="en-US"/>
              <a:t>과제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66383" y="6293743"/>
            <a:ext cx="2133600" cy="136525"/>
          </a:xfrm>
        </p:spPr>
        <p:txBody>
          <a:bodyPr/>
          <a:lstStyle/>
          <a:p>
            <a:fld id="{65466718-9871-48D1-8615-539A36B7E64B}" type="slidenum">
              <a:rPr lang="en-US" altLang="ko-KR" smtClean="0"/>
              <a:pPr/>
              <a:t>6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51520" y="826324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pwd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현재 디렉토리 경로명을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현재 디렉토리에 저장된 내용을 확인하다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mkdir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현재 디렉토리에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work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라는 이름과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자신의 학번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예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20110001)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이름의 디렉토리를 만든다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현재 디렉토리에 저장된 내용을 확인하다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cd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자신의 학번 이름의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디렉토리로 이동한다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pwd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현재 디렉토리 경로명을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다시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mkdir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temp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라는 이름의 디렉토리를 생성하고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 생성 결과를 적당한 명령어를 사용하여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적당한 명령어를 사용하여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위의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번에서 생성한 디렉토리 위치로 이동한다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적당한 명령어를 사용하여 디렉토리 이동 결과를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date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수행하고 실행 결과를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캡쳐 도구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”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툴을 사용하여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위의 실행 결과 이미지를 </a:t>
            </a:r>
            <a:r>
              <a:rPr lang="ko-KR" altLang="en-US" u="sng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u="sng" dirty="0" err="1">
                <a:latin typeface="굴림" panose="020B0600000101010101" pitchFamily="50" charset="-127"/>
                <a:ea typeface="굴림" panose="020B0600000101010101" pitchFamily="50" charset="-127"/>
              </a:rPr>
              <a:t>이클래스에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 제출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28368162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1024</TotalTime>
  <Words>316</Words>
  <Application>Microsoft Office PowerPoint</Application>
  <PresentationFormat>화면 슬라이드 쇼(4:3)</PresentationFormat>
  <Paragraphs>63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나눔고딕</vt:lpstr>
      <vt:lpstr>나눔고딕 ExtraBold</vt:lpstr>
      <vt:lpstr>맑은 고딕</vt:lpstr>
      <vt:lpstr>Arial</vt:lpstr>
      <vt:lpstr>Arial Black</vt:lpstr>
      <vt:lpstr>Franklin Gothic Medium</vt:lpstr>
      <vt:lpstr>Tahoma</vt:lpstr>
      <vt:lpstr>techtropolis</vt:lpstr>
      <vt:lpstr>PowerPoint 프레젠테이션</vt:lpstr>
      <vt:lpstr>리눅스 시스템의 시작과 종료</vt:lpstr>
      <vt:lpstr>리눅스 시스템의 시작과 종료</vt:lpstr>
      <vt:lpstr>파일 및 디렉토리 관리</vt:lpstr>
      <vt:lpstr>파일 및 디렉토리 관리</vt:lpstr>
      <vt:lpstr>실습 과제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119</cp:revision>
  <cp:lastPrinted>2019-09-14T13:41:03Z</cp:lastPrinted>
  <dcterms:created xsi:type="dcterms:W3CDTF">2011-06-15T00:21:10Z</dcterms:created>
  <dcterms:modified xsi:type="dcterms:W3CDTF">2023-09-08T04:09:35Z</dcterms:modified>
</cp:coreProperties>
</file>