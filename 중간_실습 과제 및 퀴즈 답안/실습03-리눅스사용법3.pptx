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518" r:id="rId3"/>
    <p:sldId id="519" r:id="rId4"/>
    <p:sldId id="493" r:id="rId5"/>
    <p:sldId id="494" r:id="rId6"/>
    <p:sldId id="496" r:id="rId7"/>
    <p:sldId id="497" r:id="rId8"/>
    <p:sldId id="498" r:id="rId9"/>
    <p:sldId id="521" r:id="rId10"/>
    <p:sldId id="520" r:id="rId11"/>
    <p:sldId id="52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85" autoAdjust="0"/>
    <p:restoredTop sz="94630" autoAdjust="0"/>
  </p:normalViewPr>
  <p:slideViewPr>
    <p:cSldViewPr>
      <p:cViewPr>
        <p:scale>
          <a:sx n="96" d="100"/>
          <a:sy n="96" d="100"/>
        </p:scale>
        <p:origin x="19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2.9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0 4769 0 0,'-2'1'389'0'0,"1"0"-1"0"0,-1 0 1 0 0,1 0-1 0 0,-1 0 1 0 0,1 1-1 0 0,0-1 1 0 0,0 0-1 0 0,-1 1 1 0 0,1-1-1 0 0,0 1 1 0 0,0-1-1 0 0,1 1 1 0 0,-1-1-1 0 0,0 1 1 0 0,0 0-1 0 0,1-1 1 0 0,-1 1-1 0 0,1 0 1 0 0,-1 0-1 0 0,1-1 1 0 0,0 1-1 0 0,0 0 1 0 0,0 0-1 0 0,0-1 1 0 0,0 1-1 0 0,0 0 1 0 0,0 0-1 0 0,1 0 1 0 0,-1-1-1 0 0,0 1 1 0 0,1 0-1 0 0,0 0 1 0 0,-1-1-1 0 0,1 1 1 0 0,0-1-1 0 0,1 3 1 0 0,5 7 737 0 0,1 0 0 0 0,0-1 0 0 0,0 0 0 0 0,14 12 0 0 0,4 6-1117 0 0,-12-7 143 0 0,-4-6-107 0 0,0 0 1 0 0,1-1-1 0 0,0-1 0 0 0,1 0 1 0 0,1 0-1 0 0,26 20 0 0 0,-10-11 70 0 0,-2 1 0 0 0,-1 1 0 0 0,0 1-1 0 0,-2 1 1 0 0,-1 2 0 0 0,-1 0 0 0 0,20 35 0 0 0,-42-62-58 0 0,0 0 1 0 0,1 0 0 0 0,-1 0-1 0 0,0 0 1 0 0,0 0-1 0 0,0-1 1 0 0,0 1-1 0 0,0 0 1 0 0,0 0-1 0 0,0 0 1 0 0,0 0-1 0 0,0 0 1 0 0,0-1-1 0 0,-1 1 1 0 0,1 0-1 0 0,0 0 1 0 0,-1 0-1 0 0,1 0 1 0 0,0-1-1 0 0,-1 1 1 0 0,1 0-1 0 0,-1-1 1 0 0,1 1 0 0 0,-1 0-1 0 0,1-1 1 0 0,-1 1-1 0 0,0 0 1 0 0,1-1-1 0 0,-1 1 1 0 0,0-1-1 0 0,-1 2 1 0 0,-32 21 965 0 0,18-13-934 0 0,-96 65 177 0 0,67-47-900 0 0,-72 59 0 0 0,75-44-970 0 0,17-17-6214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4.1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291 139 4849 0 0,'-6'-4'886'0'0,"1"0"-1"0"0,0 0 1 0 0,1 0-1 0 0,-1-1 1 0 0,1 0 0 0 0,0 1-1 0 0,0-2 1 0 0,0 1-1 0 0,1 0 1 0 0,0-1 0 0 0,-3-6-1 0 0,3 5-280 0 0,-1 0 1 0 0,0 0-1 0 0,-1 0 0 0 0,0 1 0 0 0,0 0 0 0 0,0 0 0 0 0,-7-6 1 0 0,10 10-522 0 0,-1 0-1 0 0,1 0 1 0 0,-1 1 0 0 0,1-1 0 0 0,-1 1 0 0 0,1 0 0 0 0,-1 0 0 0 0,0 0 0 0 0,0 0 0 0 0,0 0-1 0 0,0 0 1 0 0,1 1 0 0 0,-1 0 0 0 0,0-1 0 0 0,0 1 0 0 0,0 0 0 0 0,0 0 0 0 0,0 1 0 0 0,0-1-1 0 0,0 1 1 0 0,-3 0 0 0 0,1 1-35 0 0,0 0-1 0 0,1 1 0 0 0,-1 0 0 0 0,1-1 1 0 0,-1 2-1 0 0,1-1 0 0 0,0 0 1 0 0,0 1-1 0 0,0 0 0 0 0,-6 8 1 0 0,-1 3-77 0 0,1 0 1 0 0,1 1-1 0 0,0 1 1 0 0,1 0 0 0 0,-10 31-1 0 0,15-39-61 0 0,0 1 0 0 0,1-1 0 0 0,1 0 0 0 0,-1 1 0 0 0,2 0-1 0 0,-1-1 1 0 0,1 1 0 0 0,1-1 0 0 0,0 1 0 0 0,0-1 0 0 0,1 1 0 0 0,0-1 0 0 0,0 0-1 0 0,1 0 1 0 0,0 0 0 0 0,1 0 0 0 0,0 0 0 0 0,1-1 0 0 0,-1 1 0 0 0,12 12-1 0 0,-7-9-521 0 0,1-2-1 0 0,1 1 0 0 0,-1-1 0 0 0,2-1 0 0 0,-1 0 0 0 0,1-1 0 0 0,1 0 0 0 0,0 0 1 0 0,0-2-1 0 0,0 1 0 0 0,1-2 0 0 0,28 8 0 0 0,-29-10-81 0 0,0-1 0 0 0,0-1-1 0 0,1 0 1 0 0,-1-1 0 0 0,1 0 0 0 0,-1-1 0 0 0,0 0-1 0 0,1-1 1 0 0,-1-1 0 0 0,0 0 0 0 0,0-1-1 0 0,-1 0 1 0 0,1-1 0 0 0,15-9 0 0 0,-2-4-1221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4.4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140 1 2441 0 0,'-1'0'141'0'0,"1"0"1"0"0,0 0 0 0 0,-1 0-1 0 0,1 0 1 0 0,-1 0 0 0 0,1 0 0 0 0,0 0-1 0 0,-1 0 1 0 0,1 0 0 0 0,-1 0 0 0 0,1 0-1 0 0,0 0 1 0 0,-1 0 0 0 0,1 0-1 0 0,-1 0 1 0 0,1 0 0 0 0,0 1 0 0 0,-1-1-1 0 0,1 0 1 0 0,0 0 0 0 0,-1 0 0 0 0,1 1-1 0 0,0-1 1 0 0,-1 0 0 0 0,1 0-1 0 0,0 1 1 0 0,-1-1 0 0 0,1 0 0 0 0,0 0-1 0 0,0 1 1 0 0,0-1 0 0 0,-1 0 0 0 0,1 1-1 0 0,0-1 1 0 0,0 1 0 0 0,0-1-1 0 0,0 0 1 0 0,-1 1 0 0 0,1-1 0 0 0,0 0-1 0 0,0 1 1 0 0,0-1 0 0 0,0 1 0 0 0,-9 25 809 0 0,7-21-351 0 0,-35 90 1657 0 0,19-52-1553 0 0,1 0 1 0 0,3 1 0 0 0,-13 63-1 0 0,26-101-680 0 0,0 0 1 0 0,0 1-1 0 0,1-1 0 0 0,0 1 0 0 0,0-1 0 0 0,1 0 0 0 0,0 1 0 0 0,0-1 0 0 0,0 0 0 0 0,3 8 1 0 0,-3-12-29 0 0,0 0 0 0 0,0 0 0 0 0,0 0 0 0 0,1-1 0 0 0,-1 1 0 0 0,1-1 0 0 0,-1 1 0 0 0,1-1 0 0 0,-1 1 0 0 0,1-1 0 0 0,0 0 1 0 0,-1 0-1 0 0,1 0 0 0 0,0 0 0 0 0,0 0 0 0 0,0 0 0 0 0,0 0 0 0 0,0-1 0 0 0,0 1 0 0 0,0-1 0 0 0,0 1 0 0 0,0-1 0 0 0,0 0 0 0 0,0 0 1 0 0,0 0-1 0 0,0 0 0 0 0,0 0 0 0 0,0 0 0 0 0,1-1 0 0 0,-1 1 0 0 0,0-1 0 0 0,0 1 0 0 0,0-1 0 0 0,2-1 0 0 0,2 1 7 0 0,-1-1 0 0 0,1 0-1 0 0,-1 0 1 0 0,0 0 0 0 0,0-1 0 0 0,0 0-1 0 0,0 0 1 0 0,0 0 0 0 0,0 0-1 0 0,-1-1 1 0 0,1 0 0 0 0,-1 0 0 0 0,0 0-1 0 0,-1 0 1 0 0,1-1 0 0 0,0 1-1 0 0,-1-1 1 0 0,0 0 0 0 0,-1 0 0 0 0,1 0-1 0 0,-1 0 1 0 0,3-8 0 0 0,-1-5 155 0 0,0-1 0 0 0,-2 0 1 0 0,0 0-1 0 0,-1 0 0 0 0,-2-24 1 0 0,1 15 213 0 0,3-2 187 0 0,4 29-142 0 0,5 14-193 0 0,10 20-217 0 0,-3-4-88 0 0,1-1 1 0 0,27 29-1 0 0,-41-50-157 0 0,0-1 1 0 0,1 0 0 0 0,0 0-1 0 0,0-1 1 0 0,0 1 0 0 0,1-2-1 0 0,0 1 1 0 0,0-1 0 0 0,0 0-1 0 0,0 0 1 0 0,0-1-1 0 0,1-1 1 0 0,11 3 0 0 0,-19-4 133 0 0,0-1 1 0 0,0 0 0 0 0,0 0-1 0 0,0 0 1 0 0,0 1 0 0 0,0-1-1 0 0,0 0 1 0 0,0 0-1 0 0,0 0 1 0 0,0-1 0 0 0,0 1-1 0 0,0 0 1 0 0,0 0 0 0 0,0-1-1 0 0,0 1 1 0 0,0 0 0 0 0,0-1-1 0 0,0 1 1 0 0,0-1-1 0 0,0 1 1 0 0,0-1 0 0 0,0 1-1 0 0,-1-1 1 0 0,1 0 0 0 0,0 1-1 0 0,0-1 1 0 0,-1 0 0 0 0,1 0-1 0 0,1-1 1 0 0,1-27-3825 0 0,-1 7 1636 0 0,7 17-597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4.8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4785 0 0,'2'7'499'0'0,"0"-1"0"0"0,-1 1 0 0 0,2-1 0 0 0,-1 0 0 0 0,1 0 0 0 0,0 0 0 0 0,0 0 0 0 0,1 0 0 0 0,-1-1 0 0 0,1 1 0 0 0,1-1 0 0 0,-1 0 0 0 0,1 0 0 0 0,0-1 0 0 0,7 6 0 0 0,-4-4-136 0 0,1-1 0 0 0,-1 0 0 0 0,1-1 0 0 0,1 0 0 0 0,-1 0 0 0 0,0-1 0 0 0,1 0 0 0 0,0-1 0 0 0,16 2 0 0 0,-11-2-462 0 0,0-1 1 0 0,1-1 0 0 0,-1 0-1 0 0,0-1 1 0 0,1-1 0 0 0,-1 0-1 0 0,0-1 1 0 0,0-1 0 0 0,-1 0-1 0 0,1-1 1 0 0,-1-1 0 0 0,0 0-1 0 0,22-14 1 0 0,-33 18-299 0 0,0 0 1 0 0,0-1 0 0 0,0 1-1 0 0,-1-1 1 0 0,1 0-1 0 0,-1 0 1 0 0,1 0 0 0 0,-1 0-1 0 0,0 0 1 0 0,0-1-1 0 0,-1 1 1 0 0,1-1-1 0 0,-1 1 1 0 0,1-1 0 0 0,-1 0-1 0 0,0 1 1 0 0,-1-1-1 0 0,1 0 1 0 0,0-4 0 0 0,-1-10-3905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5.1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0 6217 0 0,'-7'33'3601'0'0,"-5"59"0"0"0,7 100-2646 0 0,5-146-475 0 0,0-14-499 0 0,5 132 145 0 0,-3-141-1035 0 0,1 0 0 0 0,1 0 0 0 0,1 0 0 0 0,16 42 0 0 0,-21-64 768 0 0,0 0 0 0 0,1 0 0 0 0,-1 0 0 0 0,1 0 0 0 0,-1 1 0 0 0,1-1 0 0 0,-1 0 0 0 0,1 0 0 0 0,0-1 0 0 0,-1 1 0 0 0,1 0 0 0 0,0 0 0 0 0,0 0 0 0 0,0 0 0 0 0,-1-1 0 0 0,1 1 0 0 0,0 0 0 0 0,0-1 0 0 0,0 1 0 0 0,0 0 0 0 0,2 0 0 0 0,9 4-2152 0 0,4 9-816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7.5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46 5409 0 0,'51'-7'4614'0'0,"31"6"-1923"0"0,-25 2-1453 0 0,-41-2-1066 0 0,82-5 1816 0 0,-88 5-2306 0 0,-1-1 0 0 0,0 0 0 0 0,0 0 1 0 0,0-1-1 0 0,0 0 0 0 0,-1 0 1 0 0,1-1-1 0 0,8-5 0 0 0,-33 7-11022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7.8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0 2272 0 0,'-4'22'1135'0'0,"0"-1"0"0"0,2 1-1 0 0,-1 27 1 0 0,15 129 709 0 0,-7-124-1702 0 0,-5-52-190 0 0,0 2-70 0 0,0-1 0 0 0,0 0 1 0 0,1 0-1 0 0,-1 1 0 0 0,1-1 0 0 0,-1 0 1 0 0,1 0-1 0 0,0 0 0 0 0,0 0 0 0 0,1 0 0 0 0,-1 0 1 0 0,1 0-1 0 0,3 5 0 0 0,-5-8 61 0 0,1 0 1 0 0,-1 0-1 0 0,1-1 0 0 0,-1 1 0 0 0,1 0 0 0 0,-1 0 0 0 0,1 0 1 0 0,-1-1-1 0 0,0 1 0 0 0,1 0 0 0 0,-1 0 0 0 0,1-1 0 0 0,-1 1 1 0 0,0 0-1 0 0,1-1 0 0 0,-1 1 0 0 0,0 0 0 0 0,1-1 1 0 0,-1 1-1 0 0,0-1 0 0 0,0 1 0 0 0,1-1 0 0 0,-1 1 0 0 0,0 0 1 0 0,0-1-1 0 0,0 1 0 0 0,0-1 0 0 0,1 1 0 0 0,-1-1 0 0 0,0 1 1 0 0,0-1-1 0 0,0 1 0 0 0,0-1 0 0 0,0 1 0 0 0,0-1 1 0 0,0 1-1 0 0,-1-1 0 0 0,1 1 0 0 0,0-1 0 0 0,0 1 0 0 0,0-1 1 0 0,-1 0-1 0 0,-2-27-1723 0 0,3 27 1306 0 0,0-18-1417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8.2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232 0 4401 0 0,'16'49'2095'0'0,"14"69"1"0"0,-27-103-2030 0 0,-1 1 0 0 0,0 0 1 0 0,-1-1-1 0 0,-1 1 0 0 0,-1 0 1 0 0,0 0-1 0 0,-1 0 0 0 0,-7 28 1 0 0,9-42-128 0 0,-1 0 1 0 0,0 1-1 0 0,0-1 1 0 0,0 0 0 0 0,0 0-1 0 0,-1 0 1 0 0,1 0-1 0 0,-1 0 1 0 0,1 0 0 0 0,-1-1-1 0 0,1 1 1 0 0,-1 0 0 0 0,0-1-1 0 0,0 1 1 0 0,0-1-1 0 0,0 0 1 0 0,0 0 0 0 0,0 1-1 0 0,0-1 1 0 0,0-1-1 0 0,-1 1 1 0 0,1 0 0 0 0,0 0-1 0 0,0-1 1 0 0,-1 1-1 0 0,1-1 1 0 0,0 0 0 0 0,-5 0-1 0 0,-6 0-394 0 0,-1-1 0 0 0,0-1 0 0 0,1 0 0 0 0,-16-5 0 0 0,-23-3 741 0 0,47 10-171 0 0,0 1 0 0 0,0-1 0 0 0,0 1 0 0 0,0 0 0 0 0,0 0 0 0 0,0 1 0 0 0,0-1-1 0 0,1 1 1 0 0,-1 0 0 0 0,1 0 0 0 0,-1 1 0 0 0,-4 3 0 0 0,8-6-29 0 0,0 1 0 0 0,0 0 0 0 0,0 0-1 0 0,0 0 1 0 0,0 0 0 0 0,0 0 0 0 0,0 0 0 0 0,0 0-1 0 0,0 0 1 0 0,1 0 0 0 0,-1 0 0 0 0,0 0 0 0 0,1 0-1 0 0,-1 1 1 0 0,1-1 0 0 0,-1 0 0 0 0,1 0 0 0 0,-1 1-1 0 0,1-1 1 0 0,0 0 0 0 0,0 1 0 0 0,0-1 0 0 0,0 0-1 0 0,0 1 1 0 0,0-1 0 0 0,0 1 0 0 0,0-1 0 0 0,0 0-1 0 0,1 0 1 0 0,-1 1 0 0 0,0-1 0 0 0,1 0 0 0 0,0 1-1 0 0,-1-1 1 0 0,1 0 0 0 0,-1 0 0 0 0,1 0 0 0 0,0 0-1 0 0,0 0 1 0 0,0 0 0 0 0,0 0 0 0 0,0 0 0 0 0,0 0-1 0 0,0 0 1 0 0,0 0 0 0 0,0 0 0 0 0,0-1 0 0 0,3 2-1 0 0,0 1 209 0 0,0-1 0 0 0,1 0 0 0 0,-1 1 0 0 0,1-2 0 0 0,0 1-1 0 0,-1-1 1 0 0,1 1 0 0 0,0-1 0 0 0,0 0 0 0 0,0-1 0 0 0,0 1 0 0 0,0-1-1 0 0,0 0 1 0 0,10-2 0 0 0,8-1 519 0 0,43-12-1 0 0,-46 9-627 0 0,0 1-286 0 0,-1-2 0 0 0,0 0 1 0 0,0-2-1 0 0,28-16 1 0 0,-36 18-1350 0 0,-1 0 1 0 0,0-1 0 0 0,0 0-1 0 0,16-17 1 0 0,-11-3-2923 0 0,-8 14 874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8.6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 6369 0 0,'-5'14'547'0'0,"1"2"-1"0"0,0-1 0 0 0,1 0 1 0 0,1 1-1 0 0,1-1 1 0 0,0 1-1 0 0,2 29 0 0 0,21 112-1859 0 0,-18-131 1176 0 0,-2-14-68 0 0,15 65-1922 0 0,3-30-570 0 0,-19-46 2617 0 0,-1-1 0 0 0,1 1 0 0 0,-1-1 0 0 0,1 1 1 0 0,-1-1-1 0 0,1 0 0 0 0,-1 1 0 0 0,1-1 0 0 0,-1 0 0 0 0,1 1 0 0 0,-1-1 0 0 0,1 0 1 0 0,-1 1-1 0 0,1-1 0 0 0,0 0 0 0 0,-1 0 0 0 0,1 0 0 0 0,0 0 0 0 0,-1 0 1 0 0,1 1-1 0 0,0-1 0 0 0,-1 0 0 0 0,1-1 0 0 0,1 1 0 0 0,-1 0-270 0 0,6-1-1220 0 0</inkml:trace>
  <inkml:trace contextRef="#ctx0" brushRef="#br0" timeOffset="1">21 80 2232 0 0,'2'3'4170'0'0,"11"16"-2765"0"0,-6-8-906 0 0,2 0 0 0 0,-1-1 0 0 0,1 0 0 0 0,1-1 0 0 0,0 0 0 0 0,0 0 0 0 0,1-1 0 0 0,0 0 1 0 0,0-1-1 0 0,15 7 0 0 0,-20-12-534 0 0,-1 0 0 0 0,1 0 0 0 0,-1 0 0 0 0,1-1 0 0 0,0 0 0 0 0,0 0 0 0 0,0 0 0 0 0,0-1 0 0 0,-1 0 0 0 0,1 0 1 0 0,6-1-1 0 0,-7 0-271 0 0,1 0 1 0 0,-1-1-1 0 0,0 0 1 0 0,0 0-1 0 0,0 0 1 0 0,0 0-1 0 0,0-1 1 0 0,-1 0-1 0 0,1 0 1 0 0,-1 0-1 0 0,0-1 1 0 0,0 1-1 0 0,6-8 1 0 0,-8 9-25 0 0,0 0 0 0 0,0-1 0 0 0,-1 1 1 0 0,1-1-1 0 0,-1 1 0 0 0,0-1 1 0 0,1 0-1 0 0,-1 1 0 0 0,0-1 0 0 0,-1 0 1 0 0,1 0-1 0 0,0-5 0 0 0,1-7-2544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8.9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58 231 4937 0 0,'-7'7'771'0'0,"1"0"1"0"0,0 1-1 0 0,1 0 0 0 0,0 0 1 0 0,0 0-1 0 0,0 1 0 0 0,-3 10 1 0 0,6-14-689 0 0,0 0 0 0 0,1 0 0 0 0,-1 0 0 0 0,1 0 0 0 0,0 0 0 0 0,0 1 0 0 0,1-1 0 0 0,0 0 0 0 0,0 1 0 0 0,0-1 0 0 0,0 0 0 0 0,1 1 0 0 0,0-1 0 0 0,1 7 0 0 0,-1-11-77 0 0,0 1 0 0 0,-1-1 0 0 0,1 1 0 0 0,0-1 0 0 0,0 0-1 0 0,0 1 1 0 0,0-1 0 0 0,0 0 0 0 0,0 0 0 0 0,0 1 0 0 0,0-1-1 0 0,0 0 1 0 0,1 0 0 0 0,-1 0 0 0 0,0 0 0 0 0,1-1 0 0 0,-1 1-1 0 0,1 0 1 0 0,-1 0 0 0 0,1-1 0 0 0,-1 1 0 0 0,4 0 0 0 0,-1-1 39 0 0,0 0-1 0 0,0 0 1 0 0,0 0 0 0 0,0 0 0 0 0,0 0 0 0 0,0-1 0 0 0,0 0 0 0 0,0 0 0 0 0,4-1 0 0 0,7-4 443 0 0,-1 0 0 0 0,1-1 1 0 0,21-14-1 0 0,-30 17-274 0 0,0 1-1 0 0,0-2 1 0 0,-1 1 0 0 0,1-1 0 0 0,-1 1-1 0 0,0-2 1 0 0,0 1 0 0 0,-1 0 0 0 0,1-1 0 0 0,-1 0-1 0 0,6-12 1 0 0,-9 15-165 0 0,0 0 0 0 0,0 0 0 0 0,-1 0 1 0 0,1 0-1 0 0,-1-1 0 0 0,0 1 0 0 0,0 0 0 0 0,0 0 0 0 0,0 0 0 0 0,-1-1 1 0 0,1 1-1 0 0,-1 0 0 0 0,0 0 0 0 0,0 0 0 0 0,0 0 0 0 0,0 0 0 0 0,0 0 1 0 0,-1 0-1 0 0,1 0 0 0 0,-1 1 0 0 0,0-1 0 0 0,0 0 0 0 0,0 1 0 0 0,0 0 0 0 0,0-1 1 0 0,-1 1-1 0 0,1 0 0 0 0,-5-3 0 0 0,3 2-138 0 0,0 1 0 0 0,0-1 0 0 0,0 1 0 0 0,-1 0 0 0 0,1 0 0 0 0,-1 0-1 0 0,0 0 1 0 0,1 1 0 0 0,-1 0 0 0 0,0 0 0 0 0,0 0 0 0 0,0 0 0 0 0,0 1 0 0 0,0 0 0 0 0,0 0 0 0 0,1 1 0 0 0,-10 1-1 0 0,-34-2-4891 0 0,48 0 4895 0 0,0 0 0 0 0,0 0 1 0 0,-1 0-1 0 0,1 0 1 0 0,0 0-1 0 0,0 0 0 0 0,-1 0 1 0 0,1 0-1 0 0,0 0 1 0 0,0 0-1 0 0,-1 0 0 0 0,1 0 1 0 0,0 0-1 0 0,0-1 1 0 0,0 1-1 0 0,-1 0 0 0 0,1 0 1 0 0,0 0-1 0 0,0 0 1 0 0,0 0-1 0 0,-1 0 0 0 0,1-1 1 0 0,0 1-1 0 0,0 0 1 0 0,0 0-1 0 0,0 0 0 0 0,0-1 1 0 0,-1 1-1 0 0,1 0 1 0 0,0 0-1 0 0,0 0 0 0 0,0-1 1 0 0,0 1-1 0 0,0 0 1 0 0,0 0-1 0 0,0-1 0 0 0,0 1 1 0 0,0 0-1 0 0,0 0 1 0 0,0-1-1 0 0,0 1 0 0 0,0 0 1 0 0,0 0-1 0 0,0 0 1 0 0,0-1-1 0 0,0 1 0 0 0,0 0 1 0 0,0 0-1 0 0,0-1 1 0 0,0 1-1 0 0,0 0 0 0 0,0 0 1 0 0,1 0-1 0 0,-1-1 1 0 0,0 1-1 0 0,11-13-2412 0 0,-8 10 1895 0 0,6-6-2229 0 0</inkml:trace>
  <inkml:trace contextRef="#ctx0" brushRef="#br0" timeOffset="1">409 0 6473 0 0,'-1'17'1452'0'0,"0"-1"-1"0"0,1 1 1 0 0,1-1-1 0 0,3 18 0 0 0,1 22 324 0 0,-2-17-428 0 0,10 47 1 0 0,1 19-4566 0 0,-17-86-442 0 0,3-19 3529 0 0,0 0 0 0 0,0 1 1 0 0,0-1-1 0 0,-1 0 1 0 0,1 0-1 0 0,0 1 1 0 0,0-1-1 0 0,-1 0 1 0 0,1 0-1 0 0,0 1 1 0 0,-1-1-1 0 0,1 0 1 0 0,0 0-1 0 0,-1 0 1 0 0,1 1-1 0 0,0-1 1 0 0,-1 0-1 0 0,1 0 1 0 0,0 0-1 0 0,-1 0 0 0 0,1 0 1 0 0,-1 0-1 0 0,1 0 1 0 0,0 0-1 0 0,-1 0 1 0 0,1 0-1 0 0,0 0 1 0 0,-1 0-1 0 0,1 0 1 0 0,-1 0-1 0 0,1 0 1 0 0,0 0-1 0 0,-1 0 1 0 0,1 0-1 0 0,0-1 1 0 0,-1 1-1 0 0,1 0 1 0 0,0 0-1 0 0,-1 0 0 0 0,1-1 1 0 0,0 1-1 0 0,-1 0 1 0 0,1 0-1 0 0,0-1 1 0 0,-6-4-3398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9.4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35 7370 0 0,'15'-2'6120'0'0,"31"-7"-3391"0"0,59-12-101 0 0,-101 20-2543 0 0,1 0 1 0 0,0 1-1 0 0,-1 0 0 0 0,1 0 1 0 0,0 0-1 0 0,0 1 1 0 0,-1-1-1 0 0,1 1 1 0 0,-1 0-1 0 0,1 0 0 0 0,0 1 1 0 0,-1-1-1 0 0,0 1 1 0 0,1 0-1 0 0,-1 0 1 0 0,0 1-1 0 0,0-1 0 0 0,0 1 1 0 0,3 3-1 0 0,-5-3-81 0 0,1 0 0 0 0,-1 0-1 0 0,0 0 1 0 0,0 0 0 0 0,-1 1-1 0 0,1-1 1 0 0,-1 1 0 0 0,1-1-1 0 0,-1 1 1 0 0,0-1 0 0 0,-1 1-1 0 0,1 0 1 0 0,-1-1 0 0 0,1 1-1 0 0,-1 0 1 0 0,0-1 0 0 0,0 1-1 0 0,-1 0 1 0 0,1 0 0 0 0,-1-1-1 0 0,0 1 1 0 0,0-1 0 0 0,0 1-1 0 0,-2 5 1 0 0,2-6-36 0 0,-1-1-1 0 0,1 1 1 0 0,0-1 0 0 0,-1 1-1 0 0,1-1 1 0 0,-1 1 0 0 0,0-1-1 0 0,0 0 1 0 0,0 0 0 0 0,0 0-1 0 0,0 0 1 0 0,0 0 0 0 0,-1 0-1 0 0,1-1 1 0 0,-1 1-1 0 0,1-1 1 0 0,-1 1 0 0 0,1-1-1 0 0,-6 1 1 0 0,-4 2-202 0 0,-1-2-1 0 0,1 0 1 0 0,-20 1-1 0 0,23-3 77 0 0,0 1-1 0 0,0 0 1 0 0,0 0-1 0 0,0 1 1 0 0,1 0-1 0 0,-1 1 1 0 0,-9 3-1 0 0,13-3 130 0 0,0 0 0 0 0,0 1 0 0 0,0-1-1 0 0,0 1 1 0 0,1 0 0 0 0,-1 1 0 0 0,1-1-1 0 0,0 1 1 0 0,1-1 0 0 0,-1 1 0 0 0,1 1-1 0 0,0-1 1 0 0,-5 10 0 0 0,7-13 81 0 0,1 0 1 0 0,-1 1-1 0 0,1-1 0 0 0,-1 0 1 0 0,1 0-1 0 0,0 0 0 0 0,0 0 0 0 0,0 0 1 0 0,0 0-1 0 0,0 1 0 0 0,0-1 1 0 0,1 0-1 0 0,-1 0 0 0 0,1 0 1 0 0,0 0-1 0 0,-1 0 0 0 0,2 2 0 0 0,0-1 42 0 0,0-1-1 0 0,0 0 0 0 0,0 1 0 0 0,0-1 0 0 0,0 0 0 0 0,0 0 0 0 0,1 0 0 0 0,-1 0 0 0 0,1-1 1 0 0,-1 1-1 0 0,1-1 0 0 0,0 1 0 0 0,-1-1 0 0 0,1 0 0 0 0,4 1 0 0 0,9 2 247 0 0,0 0 0 0 0,0-2-1 0 0,1 0 1 0 0,-1 0 0 0 0,1-2 0 0 0,-1 0 0 0 0,31-5-1 0 0,-28 3-1624 0 0,-1-2-1 0 0,1 0 0 0 0,28-11 1 0 0,-46 14 833 0 0,1 0 0 0 0,0 0 0 0 0,-1 0 0 0 0,1-1 0 0 0,-1 1 0 0 0,1 0 1 0 0,-1-1-1 0 0,0 1 0 0 0,0-1 0 0 0,1 1 0 0 0,-1-1 0 0 0,0 0 0 0 0,0 1 0 0 0,-1-1 0 0 0,1 0 1 0 0,0 0-1 0 0,0 1 0 0 0,-1-1 0 0 0,1 0 0 0 0,-1 0 0 0 0,0 0 0 0 0,1 0 0 0 0,-1 0 1 0 0,0-4-1 0 0,3-10-3539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29.9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53 0 4649 0 0,'-5'7'429'0'0,"1"-1"-1"0"0,0 1 1 0 0,-1 0-1 0 0,2 0 1 0 0,-1 0 0 0 0,1 1-1 0 0,0-1 1 0 0,1 1-1 0 0,-3 14 1 0 0,-8 75-155 0 0,12-86-265 0 0,0 1 0 0 0,2-1 1 0 0,-1 1-1 0 0,1-1 0 0 0,1 0 1 0 0,0 1-1 0 0,1-1 0 0 0,0 0 1 0 0,6 13-1 0 0,-8-20 55 0 0,2 0 1 0 0,-1 0-1 0 0,0 0 1 0 0,1 0-1 0 0,0 0 0 0 0,0-1 1 0 0,0 1-1 0 0,0-1 1 0 0,0 0-1 0 0,1 0 1 0 0,-1 0-1 0 0,1-1 0 0 0,0 1 1 0 0,0-1-1 0 0,0 0 1 0 0,0 0-1 0 0,0 0 1 0 0,1-1-1 0 0,-1 1 0 0 0,0-1 1 0 0,1 0-1 0 0,-1 0 1 0 0,1-1-1 0 0,0 1 1 0 0,7-1-1 0 0,-5 0 148 0 0,0 0 0 0 0,0-1 0 0 0,0 0 0 0 0,0 0 0 0 0,0-1 0 0 0,0 0 0 0 0,0 0 0 0 0,0 0 0 0 0,-1-1 0 0 0,1 0 0 0 0,-1 0-1 0 0,0-1 1 0 0,0 0 0 0 0,0 0 0 0 0,-1 0 0 0 0,11-11 0 0 0,-13 12-89 0 0,-1 0 1 0 0,1-1-1 0 0,-1 1 0 0 0,0-1 0 0 0,0 0 1 0 0,0 0-1 0 0,-1 0 0 0 0,1 0 0 0 0,-1 0 1 0 0,0 0-1 0 0,0 0 0 0 0,0 0 0 0 0,-1 0 1 0 0,1-1-1 0 0,-1 1 0 0 0,0 0 0 0 0,0 0 0 0 0,-1 0 1 0 0,1-1-1 0 0,-1 1 0 0 0,0 0 0 0 0,0 0 1 0 0,0 0-1 0 0,-1 0 0 0 0,1 0 0 0 0,-1 0 1 0 0,0 0-1 0 0,0 1 0 0 0,-5-7 0 0 0,3 4-93 0 0,0 1 0 0 0,0-1 0 0 0,0 1 0 0 0,-1 0 0 0 0,0 0 0 0 0,0 0 0 0 0,0 1 0 0 0,-1 0 0 0 0,1 0 0 0 0,-1 0 0 0 0,0 1-1 0 0,0-1 1 0 0,-1 1 0 0 0,-10-3 0 0 0,-37-2-2311 0 0,-4 11-3834 0 0,57-3 5893 0 0,0 0 0 0 0,0 0 1 0 0,0-1-1 0 0,0 1 0 0 0,0 0 0 0 0,0 0 0 0 0,0-1 0 0 0,0 1 0 0 0,0 0 0 0 0,0-1 0 0 0,0 1 0 0 0,0-1 0 0 0,0 1 1 0 0,0-1-1 0 0,0 0 0 0 0,1 1 0 0 0,-1-1 0 0 0,0 0 0 0 0,0 0 0 0 0,1 1 0 0 0,-1-1 0 0 0,0 0 0 0 0,1 0 1 0 0,-1 0-1 0 0,0-1 0 0 0,0 0-283 0 0,-3-4-2439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0.3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6577 0 0,'14'53'5813'0'0,"-9"-35"-4805"0"0,-1 0 1 0 0,0 1-1 0 0,2 24 1 0 0,2 86 641 0 0,0-17-3890 0 0,-6-38-5467 0 0,-2-66 5297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0.7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5017 0 0,'1'1'360'0'0,"-1"0"0"0"0,1 0 0 0 0,0 0 0 0 0,0 0 1 0 0,0 0-1 0 0,0 0 0 0 0,0-1 0 0 0,0 1 0 0 0,1 0 0 0 0,-1-1 0 0 0,0 1 0 0 0,0 0 0 0 0,0-1 0 0 0,1 1 1 0 0,-1-1-1 0 0,0 0 0 0 0,1 1 0 0 0,-1-1 0 0 0,2 0 0 0 0,27 6 2184 0 0,68 9 3099 0 0,-97-15-5624 0 0,-1-1 0 0 0,0 1 1 0 0,1 0-1 0 0,-1 1 1 0 0,0-1-1 0 0,1 0 1 0 0,-1 0-1 0 0,0 0 0 0 0,1 0 1 0 0,-1 0-1 0 0,0 0 1 0 0,0 0-1 0 0,1 0 0 0 0,-1 1 1 0 0,0-1-1 0 0,1 0 1 0 0,-1 0-1 0 0,0 0 0 0 0,0 0 1 0 0,1 1-1 0 0,-1-1 1 0 0,0 0-1 0 0,0 0 0 0 0,0 1 1 0 0,1-1-1 0 0,-1 0 1 0 0,0 1-1 0 0,0-1 0 0 0,0 0 1 0 0,0 0-1 0 0,0 1 1 0 0,0-1-1 0 0,1 0 0 0 0,-1 1 1 0 0,0-1-1 0 0,0 0 1 0 0,0 1-1 0 0,0-1 0 0 0,0 0 1 0 0,0 1-1 0 0,0-1 1 0 0,-10 17 184 0 0,-17 8-618 0 0,-16 2-831 0 0,35-23 963 0 0,0 0 0 0 0,1 1 0 0 0,0-1 1 0 0,0 1-1 0 0,0 1 0 0 0,1-1 0 0 0,-8 9 1 0 0,12-12 225 0 0,1 0-1 0 0,0 0 1 0 0,0 0 0 0 0,0-1 0 0 0,0 1 0 0 0,0 0 0 0 0,0 0 0 0 0,0 1-1 0 0,1-1 1 0 0,-1 0 0 0 0,1 0 0 0 0,-1 0 0 0 0,1 0 0 0 0,0 0-1 0 0,0 1 1 0 0,0-1 0 0 0,0 0 0 0 0,0 0 0 0 0,1 0 0 0 0,-1 1-1 0 0,1-1 1 0 0,-1 0 0 0 0,1 0 0 0 0,0 0 0 0 0,0 0 0 0 0,0 0 0 0 0,0 0-1 0 0,0 0 1 0 0,0 0 0 0 0,0-1 0 0 0,1 1 0 0 0,-1 0 0 0 0,1-1-1 0 0,-1 1 1 0 0,1-1 0 0 0,0 1 0 0 0,-1-1 0 0 0,4 1 0 0 0,-1 2 123 0 0,2-1 1 0 0,-1 0 0 0 0,0 0-1 0 0,1 0 1 0 0,-1-1-1 0 0,1 1 1 0 0,0-1 0 0 0,-1-1-1 0 0,1 1 1 0 0,0-1 0 0 0,0 0-1 0 0,10 0 1 0 0,156-24 2569 0 0,-149 19-2606 0 0,-2-2-42 0 0,-8-2-3447 0 0,-13-4-1678 0 0,-19-1 86 0 0,13 10 1620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1.0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65 5809 0 0,'3'2'451'0'0,"0"0"-1"0"0,0 0 1 0 0,0-1-1 0 0,1 1 1 0 0,-1-1-1 0 0,0 0 1 0 0,0 0-1 0 0,1 0 1 0 0,-1 0-1 0 0,1 0 1 0 0,-1-1-1 0 0,1 0 1 0 0,-1 1-1 0 0,6-2 1 0 0,55-4 1287 0 0,-51 4-928 0 0,58-8 1152 0 0,29-3-60 0 0,-35 10-4696 0 0,-90-7-5667 0 0,-13-16 5482 0 0,30 19 2115 0 0,-9-5-1825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1.4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1 5657 0 0,'-3'16'1616'0'0,"1"-1"-1"0"0,0 1 1 0 0,1 32-1 0 0,15 99 515 0 0,-12-139-2133 0 0,5 12 43 0 0,5-18-1073 0 0,-10-3 895 0 0,0 0 1 0 0,-1 0-1 0 0,0-1 0 0 0,1 1 1 0 0,-1-1-1 0 0,0 1 0 0 0,1-1 1 0 0,-1 1-1 0 0,0-1 1 0 0,0 1-1 0 0,0-1 0 0 0,0 0 1 0 0,-1 0-1 0 0,1 1 0 0 0,0-1 1 0 0,-1 0-1 0 0,1-3 1 0 0,2-16-602 0 0,-1-1 0 0 0,-1 0 0 0 0,-2 0 0 0 0,0 0 1 0 0,0 1-1 0 0,-8-32 0 0 0,3 15 1291 0 0,6 38-445 0 0,0-1 0 0 0,1 1 0 0 0,-1 0 0 0 0,0 0 1 0 0,1 0-1 0 0,-1-1 0 0 0,0 1 0 0 0,0 0 0 0 0,1 0 0 0 0,-1 0 0 0 0,0 0 0 0 0,1 0 1 0 0,-1-1-1 0 0,0 1 0 0 0,1 0 0 0 0,-1 0 0 0 0,0 0 0 0 0,1 0 0 0 0,-1 0 0 0 0,0 0 1 0 0,1 0-1 0 0,-1 0 0 0 0,1 0 0 0 0,-1 0 0 0 0,0 0 0 0 0,1 1 0 0 0,-1-1 0 0 0,0 0 0 0 0,0 0 1 0 0,1 0-1 0 0,-1 0 0 0 0,0 0 0 0 0,1 1 0 0 0,-1-1 0 0 0,0 0 0 0 0,1 0 0 0 0,-1 1 1 0 0,0-1-1 0 0,0 0 0 0 0,1 1 0 0 0,29 13 3339 0 0,11 5-499 0 0,-28-17-2181 0 0,0 0 0 0 0,0 0 0 0 0,0-2 0 0 0,24 0 0 0 0,-26-1-386 0 0,0 0 1 0 0,-1 1-1 0 0,1 1 0 0 0,0 0 0 0 0,0 0 1 0 0,-1 1-1 0 0,18 5 0 0 0,-25-4-340 0 0,1-1 0 0 0,-1 1 0 0 0,0 0 0 0 0,0 0 0 0 0,0 1 0 0 0,0-1 0 0 0,-1 0 0 0 0,1 1 0 0 0,-1 0 0 0 0,0-1 0 0 0,0 1 0 0 0,0 0 0 0 0,0 0 0 0 0,1 7 0 0 0,7 29-1405 0 0,-9-8-3379 0 0,-10-38-2132 0 0,-11-17 3107 0 0,19 21 3148 0 0,-11-12-1457 0 0,1 0-1218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1.8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62 6249 0 0,'3'3'793'0'0,"0"1"-1"0"0,0-1 1 0 0,0 0 0 0 0,0 0-1 0 0,0 0 1 0 0,1 0-1 0 0,-1 0 1 0 0,1-1-1 0 0,0 1 1 0 0,0-1-1 0 0,4 2 1 0 0,-2-1-263 0 0,1-1 1 0 0,0 0 0 0 0,0 0-1 0 0,-1-1 1 0 0,1 0-1 0 0,12 1 1 0 0,-11-2-450 0 0,0 0 1 0 0,0-1-1 0 0,0 1 0 0 0,-1-2 1 0 0,1 1-1 0 0,-1-1 1 0 0,1 0-1 0 0,-1 0 1 0 0,0-1-1 0 0,1 0 0 0 0,-1-1 1 0 0,-1 1-1 0 0,10-7 1 0 0,8-12-3581 0 0,-21 19 2527 0 0,-1 0 0 0 0,0 0-1 0 0,0-1 1 0 0,0 1-1 0 0,0 0 1 0 0,0-1-1 0 0,-1 1 1 0 0,1-1 0 0 0,-1 1-1 0 0,1-7 1 0 0,2-3-3255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2.1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265 10 5305 0 0,'0'-1'271'0'0,"-1"1"1"0"0,0-1-1 0 0,1 0 0 0 0,-1 0 0 0 0,0 1 0 0 0,0-1 1 0 0,1 0-1 0 0,-1 1 0 0 0,0-1 0 0 0,0 1 0 0 0,0-1 1 0 0,0 1-1 0 0,0 0 0 0 0,0-1 0 0 0,0 1 0 0 0,0 0 1 0 0,0 0-1 0 0,0-1 0 0 0,0 1 0 0 0,0 0 0 0 0,-1 0 1 0 0,-25 7 2090 0 0,-20 21-607 0 0,32-14-1419 0 0,0 2 1 0 0,1 0 0 0 0,1 1 0 0 0,0 0 0 0 0,1 1 0 0 0,1 0-1 0 0,0 1 1 0 0,2 0 0 0 0,0 1 0 0 0,-10 35 0 0 0,11-28-530 0 0,2 0 0 0 0,0 0 1 0 0,2 0-1 0 0,1 0 0 0 0,1 1 0 0 0,2 0 1 0 0,5 54-1 0 0,-2-68-211 0 0,1 0 1 0 0,0-1-1 0 0,1 1 0 0 0,0-1 1 0 0,1 0-1 0 0,1 0 0 0 0,0 0 1 0 0,0-1-1 0 0,1 0 1 0 0,1-1-1 0 0,0 0 0 0 0,1 0 1 0 0,0-1-1 0 0,0 0 0 0 0,1-1 1 0 0,1 0-1 0 0,-1 0 1 0 0,1-2-1 0 0,1 1 0 0 0,-1-1 1 0 0,1-1-1 0 0,1-1 0 0 0,-1 0 1 0 0,1 0-1 0 0,24 4 1 0 0,-36-8 251 0 0,1-1 0 0 0,0 1 1 0 0,-1-1-1 0 0,1 0 0 0 0,0 0 1 0 0,0 0-1 0 0,-1 0 1 0 0,1 0-1 0 0,0-1 0 0 0,0 1 1 0 0,-1-1-1 0 0,1 0 0 0 0,-1 0 1 0 0,1 1-1 0 0,-1-2 1 0 0,5-1-1 0 0,-1 0-350 0 0,27-3-2196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2.5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143 2 6977 0 0,'-6'-2'5825'0'0,"-2"12"-3163"0"0,-5 16-1331 0 0,12-23-954 0 0,-23 55 247 0 0,2 2 1 0 0,-19 86 0 0 0,31-94-2132 0 0,-7 78-1 0 0,17-96-342 0 0,0-32 1641 0 0,0-1 1 0 0,0 0 0 0 0,0 0 0 0 0,0 0 0 0 0,0 0 0 0 0,0 0 0 0 0,0 0-1 0 0,0 1 1 0 0,0-1 0 0 0,1 0 0 0 0,-1 0 0 0 0,0 0 0 0 0,1 0-1 0 0,-1 0 1 0 0,1 0 0 0 0,-1 0 0 0 0,1 0 0 0 0,0 0 0 0 0,-1 0-1 0 0,1 0 1 0 0,0-1 0 0 0,0 1 0 0 0,0 0 0 0 0,-1 0 0 0 0,3 0 0 0 0,-3-1 111 0 0,1 0 1 0 0,-1 0 0 0 0,1 0 0 0 0,-1 0-1 0 0,1-1 1 0 0,-1 1 0 0 0,1 0 0 0 0,-1 0 0 0 0,0-1-1 0 0,1 1 1 0 0,-1 0 0 0 0,1 0 0 0 0,-1-1 0 0 0,0 1-1 0 0,1-1 1 0 0,-1 1 0 0 0,0 0 0 0 0,0-1-1 0 0,1 1 1 0 0,-1-1 0 0 0,0 1 0 0 0,0 0 0 0 0,1-1-1 0 0,-1 1 1 0 0,0-1 0 0 0,0 1 0 0 0,0-1 0 0 0,0 1-1 0 0,0-1 1 0 0,0 1 0 0 0,0-1 0 0 0,0 1-1 0 0,0-1 1 0 0,0 1 0 0 0,0-1 0 0 0,0 1 0 0 0,0-1-1 0 0,0 1 1 0 0,-1-1 0 0 0,1 0 0 0 0,-6-21-657 0 0,5 20 339 0 0,4-17-1987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2.9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4897 0 0,'3'6'4569'0'0,"10"21"-1832"0"0,-8-14-2353 0 0,1-1 0 0 0,0 1 0 0 0,0-1 0 0 0,1 0 0 0 0,1-1 0 0 0,0 0 0 0 0,12 13 0 0 0,-17-20-660 0 0,1 0 0 0 0,0 0-1 0 0,1 0 1 0 0,-1 0 0 0 0,1-1-1 0 0,-1 0 1 0 0,1 0 0 0 0,0 0-1 0 0,0-1 1 0 0,0 1 0 0 0,0-1 0 0 0,1 0-1 0 0,-1-1 1 0 0,1 1 0 0 0,-1-1-1 0 0,1 0 1 0 0,-1-1 0 0 0,1 1-1 0 0,0-1 1 0 0,7-1 0 0 0,-11 1 77 0 0,0 0-1 0 0,-1-1 1 0 0,1 1 0 0 0,-1 0 0 0 0,1-1 0 0 0,0 0 0 0 0,-1 1-1 0 0,1-1 1 0 0,-1 0 0 0 0,0 0 0 0 0,1 0 0 0 0,-1 0 0 0 0,0 0 0 0 0,1 0-1 0 0,-1-1 1 0 0,0 1 0 0 0,0 0 0 0 0,0 0 0 0 0,0-1 0 0 0,0 1-1 0 0,0-1 1 0 0,-1 1 0 0 0,1-1 0 0 0,0 1 0 0 0,-1-1 0 0 0,1-2 0 0 0,4-10-2481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3.3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5553 0 0,'3'11'4645'0'0,"3"37"-3279"0"0,5 96-111 0 0,8 62-2347 0 0,-17-251-7004 0 0,-5-52 8771 0 0,2 95-526 0 0,1 0 0 0 0,0-1-1 0 0,-1 1 1 0 0,1 0-1 0 0,0 0 1 0 0,0-1 0 0 0,0 1-1 0 0,0 0 1 0 0,0 0 0 0 0,1-1-1 0 0,-1 1 1 0 0,2-3-1 0 0,-1 5 38 0 0,0 0-1 0 0,1-1 1 0 0,-1 1-1 0 0,0 0 1 0 0,0 0-1 0 0,0 1 1 0 0,1-1-1 0 0,-1 0 1 0 0,0 0-1 0 0,0 1 1 0 0,0-1-1 0 0,0 0 1 0 0,1 1-1 0 0,-1-1 1 0 0,0 1 0 0 0,0 0-1 0 0,0-1 1 0 0,0 1-1 0 0,0 0 1 0 0,0-1-1 0 0,1 3 1 0 0,0-1-74 0 0,0-1 1 0 0,1 1-1 0 0,-1-1 1 0 0,1 0 0 0 0,-1 1-1 0 0,0-1 1 0 0,1 0-1 0 0,0-1 1 0 0,-1 1 0 0 0,1 0-1 0 0,0-1 1 0 0,-1 1 0 0 0,1-1-1 0 0,0 0 1 0 0,0 0-1 0 0,-1 0 1 0 0,1 0 0 0 0,0-1-1 0 0,-1 1 1 0 0,1-1-1 0 0,0 1 1 0 0,-1-1 0 0 0,4-1-1 0 0,-2-1-98 0 0,-1 1 0 0 0,0-1 0 0 0,0 0 0 0 0,0 0 0 0 0,0 0 0 0 0,0 0 0 0 0,0 0 0 0 0,-1-1 0 0 0,0 1 0 0 0,0-1 0 0 0,0 0 0 0 0,0 0 0 0 0,2-5 0 0 0,3-13-342 0 0,-1 0 0 0 0,-1 0 0 0 0,-1 0-1 0 0,1-28 1 0 0,-7 27 1420 0 0,4 48 1489 0 0,9 30-465 0 0,8 78 1 0 0,-3-9-2923 0 0,-10-97-718 0 0,0 0 1 0 0,14 38 0 0 0,-17-57 566 0 0,2 2-2096 0 0,-13-22-5060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3.7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 0 3513 0 0,'-15'24'1111'0'0,"1"0"1"0"0,-13 33-1 0 0,24-52-1074 0 0,1 1 0 0 0,0-1-1 0 0,0 1 1 0 0,0 0 0 0 0,1 0 0 0 0,-1-1-1 0 0,2 1 1 0 0,-1 0 0 0 0,1 0-1 0 0,-1 0 1 0 0,2 0 0 0 0,-1 0 0 0 0,1 0-1 0 0,0 0 1 0 0,0 0 0 0 0,0 0 0 0 0,3 6-1 0 0,-2-9 11 0 0,-1-1 0 0 0,1 1 0 0 0,0-1 0 0 0,0 0 0 0 0,0 1 0 0 0,0-1 0 0 0,0 0 0 0 0,0 0 0 0 0,0-1 0 0 0,1 1 0 0 0,-1 0 0 0 0,1-1-1 0 0,-1 1 1 0 0,1-1 0 0 0,0 0 0 0 0,0 0 0 0 0,4 1 0 0 0,0 0 145 0 0,0-1 1 0 0,0-1-1 0 0,0 1 0 0 0,-1-1 1 0 0,1 0-1 0 0,0-1 0 0 0,10-1 1 0 0,-1-2 381 0 0,0 0 1 0 0,0 0 0 0 0,-1-2 0 0 0,1 0-1 0 0,23-14 1 0 0,-34 17-304 0 0,0 0 1 0 0,0 0-1 0 0,0-1 0 0 0,-1 0 1 0 0,0 0-1 0 0,0 0 0 0 0,0-1 0 0 0,0 1 1 0 0,-1-1-1 0 0,1 0 0 0 0,3-8 1 0 0,-6 11-178 0 0,-1 0 1 0 0,1 1-1 0 0,0-1 1 0 0,-1 0-1 0 0,0 1 1 0 0,1-1-1 0 0,-1 0 1 0 0,0 0-1 0 0,0 1 1 0 0,0-1-1 0 0,0 0 1 0 0,0 0-1 0 0,-1 1 1 0 0,1-1-1 0 0,0 0 1 0 0,-1 0-1 0 0,1 1 1 0 0,-1-1-1 0 0,0 0 1 0 0,0 1-1 0 0,1-1 1 0 0,-1 1-1 0 0,0-1 1 0 0,0 1-1 0 0,-1-1 0 0 0,1 1 1 0 0,0 0-1 0 0,0 0 1 0 0,-1-1-1 0 0,1 1 1 0 0,0 0-1 0 0,-1 0 1 0 0,1 0-1 0 0,-1 0 1 0 0,1 1-1 0 0,-1-1 1 0 0,0 0-1 0 0,1 1 1 0 0,-1-1-1 0 0,0 1 1 0 0,-2-1-1 0 0,-5-2-98 0 0,-1 1-1 0 0,0 0 0 0 0,0 0 0 0 0,0 1 0 0 0,0 1 1 0 0,0-1-1 0 0,0 2 0 0 0,0-1 0 0 0,-17 4 1 0 0,15-1-805 0 0,0 0 1 0 0,0 0-1 0 0,0 1 1 0 0,-14 8-1 0 0,25-12 671 0 0,1 0 1 0 0,-1 0-1 0 0,1 0 0 0 0,-1 0 1 0 0,1 0-1 0 0,-1 0 0 0 0,1 1 0 0 0,-1-1 1 0 0,1 0-1 0 0,0 0 0 0 0,-1 1 1 0 0,1-1-1 0 0,-1 0 0 0 0,1 1 0 0 0,0-1 1 0 0,-1 0-1 0 0,1 1 0 0 0,0-1 1 0 0,-1 1-1 0 0,1-1 0 0 0,0 0 0 0 0,-1 1 1 0 0,1-1-1 0 0,0 1 0 0 0,0-1 1 0 0,0 1-1 0 0,-1-1 0 0 0,1 1 0 0 0,0-1 1 0 0,0 1-1 0 0,0-1 0 0 0,0 1 1 0 0,0-1-1 0 0,0 1 0 0 0,0-1 1 0 0,0 1-1 0 0,0-1 0 0 0,0 1 0 0 0,1-1 1 0 0,-1 1-1 0 0,0 0 0 0 0,1 0-106 0 0,0-1 0 0 0,-1 1-1 0 0,1-1 1 0 0,0 1 0 0 0,0-1 0 0 0,-1 0-1 0 0,1 1 1 0 0,0-1 0 0 0,0 0 0 0 0,0 0-1 0 0,0 1 1 0 0,0-1 0 0 0,0 0 0 0 0,-1 0-1 0 0,1 0 1 0 0,0 0 0 0 0,0 0-1 0 0,0 0 1 0 0,0 0 0 0 0,0 0 0 0 0,0-1-1 0 0,0 1 1 0 0,-1 0 0 0 0,2-1 0 0 0,10-3-2804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4.0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1 8002 0 0,'-24'72'7055'0'0,"-2"3"-4397"0"0,12-33-2569 0 0,2 2 0 0 0,-7 49 1 0 0,14-62-468 0 0,2-15-676 0 0,1 0 0 0 0,0 1 1 0 0,1 0-1 0 0,1 25 0 0 0,0-42 993 0 0,0 0 1 0 0,0 0-1 0 0,0 0 0 0 0,0 0 1 0 0,0 0-1 0 0,0 1 0 0 0,0-1 1 0 0,0 0-1 0 0,0 0 0 0 0,0 0 1 0 0,0 0-1 0 0,0 0 0 0 0,0 0 1 0 0,0 1-1 0 0,0-1 0 0 0,0 0 1 0 0,0 0-1 0 0,0 0 1 0 0,0 0-1 0 0,0 0 0 0 0,0 1 1 0 0,0-1-1 0 0,0 0 0 0 0,0 0 1 0 0,0 0-1 0 0,1 0 0 0 0,-1 0 1 0 0,0 0-1 0 0,0 0 0 0 0,0 1 1 0 0,0-1-1 0 0,0 0 0 0 0,0 0 1 0 0,0 0-1 0 0,0 0 0 0 0,1 0 1 0 0,-1 0-1 0 0,0 0 0 0 0,0 0 1 0 0,0 0-1 0 0,0 0 0 0 0,0 0 1 0 0,0 0-1 0 0,1 0 0 0 0,-1 0 1 0 0,0 0-1 0 0,0 0 0 0 0,0 0 1 0 0,0 0-1 0 0,0 0 1 0 0,1 0-1 0 0,-1 0 0 0 0,0 0 1 0 0,0 0-1 0 0,0 0 0 0 0,0 0 1 0 0,0 0-1 0 0,0 0 0 0 0,1 0 1 0 0,-1 0-1 0 0,7-11-2003 0 0,6-17 233 0 0,-12 27 1699 0 0,14-38-564 0 0,15-59 0 0 0,-13 3 3815 0 0,-17 100-2304 0 0,0 1 1 0 0,0-1-1 0 0,1 0 0 0 0,0 0 0 0 0,0 1 1 0 0,0-1-1 0 0,0 0 0 0 0,1 0 0 0 0,0 0 1 0 0,4 9-1 0 0,0-3-271 0 0,1 0 0 0 0,0-1 1 0 0,0 1-1 0 0,16 16 0 0 0,-16-20-735 0 0,0 0-1 0 0,0 0 1 0 0,1-1 0 0 0,-1 0-1 0 0,1 0 1 0 0,0 0 0 0 0,1-1-1 0 0,0-1 1 0 0,-1 1-1 0 0,1-2 1 0 0,1 1 0 0 0,-1-1-1 0 0,1 0 1 0 0,-1-1 0 0 0,14 2-1 0 0,-22-4 20 0 0,0 0-1 0 0,0 0 1 0 0,0 0-1 0 0,0 0 1 0 0,0 0 0 0 0,0 0-1 0 0,0 0 1 0 0,0-1-1 0 0,0 1 1 0 0,0 0-1 0 0,-1 0 1 0 0,1-1-1 0 0,0 1 1 0 0,0-1 0 0 0,0 1-1 0 0,0-1 1 0 0,0 1-1 0 0,-1-1 1 0 0,1 1-1 0 0,0-1 1 0 0,0 0-1 0 0,-1 1 1 0 0,1-1 0 0 0,0 0-1 0 0,-1 0 1 0 0,1 1-1 0 0,-1-1 1 0 0,1 0-1 0 0,-1 0 1 0 0,1 0-1 0 0,-1-1 1 0 0,1-1-310 0 0,-1 0 1 0 0,0 0-1 0 0,0 0 1 0 0,0 0-1 0 0,0 0 0 0 0,-1 0 1 0 0,1 0-1 0 0,-1 0 1 0 0,-1-3-1 0 0,-2-12-2563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4.4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1 244 5633 0 0,'1'5'648'0'0,"0"-1"-1"0"0,0 1 1 0 0,1-1-1 0 0,-1 1 0 0 0,1-1 1 0 0,0 0-1 0 0,1 1 1 0 0,-1-1-1 0 0,1 0 1 0 0,3 4-1 0 0,-3-5-331 0 0,0 0-1 0 0,0 0 1 0 0,0-1-1 0 0,1 1 1 0 0,-1-1-1 0 0,0 0 1 0 0,1 0-1 0 0,0 0 1 0 0,-1 0-1 0 0,8 2 1 0 0,-6-3-261 0 0,0 0 0 0 0,1 0 0 0 0,-1-1 0 0 0,1 1 0 0 0,-1-1 0 0 0,1 0 0 0 0,-1-1 0 0 0,0 1 0 0 0,1-1 0 0 0,-1 0 0 0 0,1 0 0 0 0,-1-1 0 0 0,0 0 1 0 0,0 0-1 0 0,0 0 0 0 0,0 0 0 0 0,0-1 0 0 0,7-5 0 0 0,-4 1-464 0 0,1 0 0 0 0,-1-1 0 0 0,0 0 0 0 0,-1 0 0 0 0,1 0 0 0 0,-2-1 0 0 0,1-1 0 0 0,-2 1 0 0 0,1-1 0 0 0,-1 0 0 0 0,0 0 0 0 0,5-20 0 0 0,-3 8-504 0 0,-2-1 1 0 0,0 0-1 0 0,-2 0 1 0 0,0 0-1 0 0,-2-31 3257 0 0,-4 69-309 0 0,-1 26 437 0 0,9 100 1151 0 0,2 39-3817 0 0,9-1-4227 0 0,-16-178 4325 0 0,0 2-282 0 0,0 1 1 0 0,1-1-1 0 0,-1 0 1 0 0,1 1 0 0 0,0-1-1 0 0,-1 0 1 0 0,1 0-1 0 0,1 1 1 0 0,-1-1 0 0 0,0 0-1 0 0,1 0 1 0 0,0 0-1 0 0,0-1 1 0 0,3 6 0 0 0,-3-13-2647 0 0,-2 0 106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4.7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1 4673 0 0,'-3'3'142'0'0,"0"0"0"0"0,0 0 0 0 0,1 1 0 0 0,-1-1 0 0 0,1 1 0 0 0,-1-1 0 0 0,1 1 0 0 0,0 0 0 0 0,1 0 1 0 0,-1 0-1 0 0,1 0 0 0 0,0 0 0 0 0,0 1 0 0 0,0-1 0 0 0,0 0 0 0 0,1 1 0 0 0,-1-1 0 0 0,1 0 0 0 0,1 1 0 0 0,-1-1 0 0 0,0 0 0 0 0,1 0 0 0 0,0 1 0 0 0,0-1 0 0 0,0 0 0 0 0,1 0 0 0 0,-1 0 0 0 0,1 0 1 0 0,0 0-1 0 0,0 0 0 0 0,0 0 0 0 0,1-1 0 0 0,3 5 0 0 0,0-1-20 0 0,0 1 1 0 0,1-1-1 0 0,0 0 1 0 0,0 0 0 0 0,0-1-1 0 0,1 0 1 0 0,0 0-1 0 0,1-1 1 0 0,-1 0-1 0 0,1 0 1 0 0,0-1-1 0 0,0 0 1 0 0,16 4-1 0 0,-15-6 295 0 0,1 0 0 0 0,0-1 0 0 0,0 0 0 0 0,0 0 0 0 0,0-2 0 0 0,-1 1 0 0 0,22-4 0 0 0,-30 3-310 0 0,1 1 0 0 0,-1-1 0 0 0,0 1 0 0 0,0-1 0 0 0,0 0-1 0 0,0 0 1 0 0,1 0 0 0 0,-1 0 0 0 0,0 0 0 0 0,-1-1 0 0 0,1 1 0 0 0,0-1 0 0 0,0 1 0 0 0,0-1 0 0 0,-1 1 0 0 0,1-1 0 0 0,-1 0 0 0 0,0 0 0 0 0,1 0 0 0 0,-1 0 0 0 0,0 0 0 0 0,0 0 0 0 0,0 0 0 0 0,0 0 0 0 0,-1 0 0 0 0,1-1 0 0 0,0 1 0 0 0,-1 0 0 0 0,0 0 0 0 0,1-1 0 0 0,-1 1 0 0 0,0 0 0 0 0,0-1 0 0 0,0 1 0 0 0,-1 0 0 0 0,1 0 0 0 0,0-1 0 0 0,-1 1 0 0 0,0 0 0 0 0,1 0-1 0 0,-1-1 1 0 0,-2-2 0 0 0,1-2-18 0 0,0 1 0 0 0,-1 0 0 0 0,1 1 0 0 0,-1-1 0 0 0,0 0-1 0 0,-1 1 1 0 0,1 0 0 0 0,-1 0 0 0 0,0 0 0 0 0,-1 0 0 0 0,1 0-1 0 0,-1 1 1 0 0,0 0 0 0 0,0 0 0 0 0,0 0 0 0 0,0 1 0 0 0,-8-5-1 0 0,5 6-438 0 0,1-1 0 0 0,-1 2 0 0 0,0-1-1 0 0,1 1 1 0 0,-1 0 0 0 0,0 0 0 0 0,0 1-1 0 0,0 0 1 0 0,0 1 0 0 0,0-1 0 0 0,1 2-1 0 0,-1-1 1 0 0,-13 5 0 0 0,19-6 202 0 0,-48 10-5107 0 0,49-10 5037 0 0,0 0-1 0 0,-1 1 1 0 0,1-1-1 0 0,0 0 1 0 0,0 0-1 0 0,-1 0 1 0 0,1 0-1 0 0,0 0 1 0 0,0 0-1 0 0,0-1 1 0 0,-1 1-1 0 0,1 0 1 0 0,0-1-1 0 0,0 1 1 0 0,0-1-1 0 0,0 1 1 0 0,0-1-1 0 0,0 1 1 0 0,-1-1-1 0 0,1 0 1 0 0,1 1-1 0 0,-1-1 1 0 0,0 0-1 0 0,0 0 1 0 0,0 0-1 0 0,0 0 1 0 0,0 0-1 0 0,1 0 1 0 0,-1 0-1 0 0,1 0 1 0 0,-1 0 0 0 0,0 0-1 0 0,1 0 1 0 0,0 0-1 0 0,-1-2 1 0 0,5-4-1707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5.0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7090 0 0,'1'9'8718'0'0,"18"51"-5835"0"0,6-10-1288 0 0,2-2 0 0 0,65 87 0 0 0,-81-121-1504 0 0,-1 1 0 0 0,-1 1 0 0 0,0 0 0 0 0,0 0 1 0 0,-2 1-1 0 0,0 0 0 0 0,-1 0 0 0 0,-1 0 0 0 0,-1 1 0 0 0,5 33 1 0 0,-8-28-714 0 0,0 1 1 0 0,-2-1-1 0 0,0 0 1 0 0,-2 0-1 0 0,-1 0 1 0 0,0-1-1 0 0,-2 1 1 0 0,-9 24-1 0 0,8-27-1852 0 0,0 1 0 0 0,-2-1-1 0 0,0-1 1 0 0,-23 36-1 0 0,19-38-1926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5.8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213 22 5033 0 0,'-9'-4'2822'0'0,"-17"-8"2880"0"0,22 11-5284 0 0,1 0 1 0 0,-1 0-1 0 0,0 0 0 0 0,0 0 1 0 0,0 1-1 0 0,1 0 1 0 0,-1 0-1 0 0,0 0 1 0 0,-7 1-1 0 0,6 0-156 0 0,0 0 0 0 0,-1 0 0 0 0,1 1 0 0 0,0 0 0 0 0,0 0-1 0 0,0 0 1 0 0,0 0 0 0 0,0 1 0 0 0,0 0 0 0 0,1 0 0 0 0,-1 0 0 0 0,1 0 0 0 0,0 1-1 0 0,0 0 1 0 0,-6 8 0 0 0,4-4-177 0 0,1 0 0 0 0,0 0 0 0 0,0 1 0 0 0,1 0 0 0 0,0 0 0 0 0,1 0 0 0 0,0 0 0 0 0,-3 14 0 0 0,2-1-248 0 0,1 1 0 0 0,2 0 0 0 0,0 0 0 0 0,1 0 0 0 0,1 0 0 0 0,1-1-1 0 0,5 24 1 0 0,-5-37-148 0 0,0 1-1 0 0,1-1 0 0 0,0 1 1 0 0,0-1-1 0 0,1 0 0 0 0,1 0 1 0 0,-1-1-1 0 0,1 1 0 0 0,1-1 1 0 0,7 9-1 0 0,-10-13-42 0 0,1 0-1 0 0,0-1 1 0 0,0 0 0 0 0,0 0 0 0 0,1 0-1 0 0,-1 0 1 0 0,1-1 0 0 0,-1 0 0 0 0,1 0-1 0 0,0 0 1 0 0,0 0 0 0 0,0-1 0 0 0,0 0-1 0 0,0 0 1 0 0,0 0 0 0 0,0 0 0 0 0,1-1-1 0 0,-1 0 1 0 0,0 0 0 0 0,9-2 0 0 0,1 0-660 0 0,0-2 0 0 0,0 0 0 0 0,0 0 0 0 0,-1-1 1 0 0,25-13-1 0 0,-3-2-1915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6.2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255 7 3961 0 0,'-7'-1'487'0'0,"1"-1"0"0"0,0 1 0 0 0,-1 0 0 0 0,1 0 0 0 0,-1 1 1 0 0,1-1-1 0 0,-1 2 0 0 0,1-1 0 0 0,-1 1 0 0 0,1 0 0 0 0,-1 0 0 0 0,1 1 0 0 0,0-1 1 0 0,-1 1-1 0 0,1 1 0 0 0,-7 3 0 0 0,4-1-260 0 0,1 1 0 0 0,1 0 1 0 0,-1 0-1 0 0,1 0 0 0 0,0 1 1 0 0,0 0-1 0 0,1 0 0 0 0,0 1 0 0 0,0 0 1 0 0,-5 10-1 0 0,2-2-236 0 0,1 0 0 0 0,0 1 1 0 0,2 0-1 0 0,0 1 0 0 0,1-1 0 0 0,0 1 0 0 0,2 0 1 0 0,0 0-1 0 0,1 1 0 0 0,0-1 0 0 0,2 23 0 0 0,0-38-7 0 0,0 1 0 0 0,1 0-1 0 0,-1-1 1 0 0,1 1 0 0 0,-1-1-1 0 0,1 1 1 0 0,0-1 0 0 0,1 1-1 0 0,-1-1 1 0 0,0 0 0 0 0,1 0-1 0 0,0 1 1 0 0,0-1-1 0 0,0 0 1 0 0,0 0 0 0 0,0-1-1 0 0,0 1 1 0 0,1 0 0 0 0,4 3-1 0 0,-4-5-1 0 0,1 1 0 0 0,0-1 0 0 0,0 0-1 0 0,0 0 1 0 0,0 0 0 0 0,-1 0 0 0 0,1-1 0 0 0,0 0-1 0 0,0 0 1 0 0,0 0 0 0 0,0 0 0 0 0,0 0 0 0 0,0-1-1 0 0,0 0 1 0 0,0 0 0 0 0,0 0 0 0 0,5-2 0 0 0,0 0 9 0 0,0 0 1 0 0,-1 0-1 0 0,1-1 0 0 0,-1 0 1 0 0,0-1-1 0 0,0 0 1 0 0,0 0-1 0 0,-1-1 1 0 0,1 1-1 0 0,-1-2 1 0 0,-1 1-1 0 0,1-1 0 0 0,-1 0 1 0 0,-1 0-1 0 0,1-1 1 0 0,-1 0-1 0 0,0 0 1 0 0,4-11-1 0 0,-4 6 319 0 0,0 0 0 0 0,-1-1 0 0 0,-1 1 0 0 0,-1-1 0 0 0,1 1 0 0 0,-2-1 0 0 0,0 0 0 0 0,-1 0 0 0 0,0 0 0 0 0,-1 0-1 0 0,-5-21 1 0 0,12 57-202 0 0,0-1-1 0 0,1 1 0 0 0,1-1 1 0 0,2-1-1 0 0,0 1 0 0 0,14 21 1 0 0,-15-28-970 0 0,0 0 1 0 0,1-1-1 0 0,0 0 1 0 0,1-1-1 0 0,1 0 0 0 0,-1 0 1 0 0,2-1-1 0 0,0-1 1 0 0,27 17-1 0 0,-38-26 594 0 0,-1 0 1 0 0,1 0-1 0 0,0-1 0 0 0,0 1 1 0 0,-1 0-1 0 0,1-1 0 0 0,0 1 0 0 0,0-1 1 0 0,0 1-1 0 0,0-1 0 0 0,0 0 1 0 0,0 0-1 0 0,0 0 0 0 0,0 0 0 0 0,0 0 1 0 0,-1 0-1 0 0,1-1 0 0 0,3 0 1 0 0,4-4-2777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6.6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3 3161 0 0,'-2'3'222'0'0,"0"-1"0"0"0,0 1 0 0 0,1 1 1 0 0,-1-1-1 0 0,1 0 0 0 0,0 0 0 0 0,0 0 1 0 0,0 1-1 0 0,1-1 0 0 0,-1 0 0 0 0,1 1 1 0 0,-1-1-1 0 0,1 1 0 0 0,0-1 0 0 0,1 0 1 0 0,-1 1-1 0 0,0-1 0 0 0,1 1 0 0 0,0-1 0 0 0,0 0 1 0 0,0 0-1 0 0,0 1 0 0 0,1-1 0 0 0,-1 0 1 0 0,1 0-1 0 0,-1 0 0 0 0,1 0 0 0 0,0-1 1 0 0,0 1-1 0 0,1 0 0 0 0,-1-1 0 0 0,0 1 1 0 0,1-1-1 0 0,0 0 0 0 0,-1 0 0 0 0,1 0 1 0 0,0 0-1 0 0,5 2 0 0 0,3 2 108 0 0,0 0-1 0 0,1-1 1 0 0,0-1-1 0 0,0 1 1 0 0,0-2-1 0 0,1 0 1 0 0,-1 0-1 0 0,1-1 1 0 0,15 0-1 0 0,3-1 0 0 0,1-2 1 0 0,51-7-1 0 0,-73 7-504 0 0,-1-1 0 0 0,1 0 0 0 0,-1-1 0 0 0,1 0 1 0 0,-1-1-1 0 0,0 1 0 0 0,0-2 0 0 0,-1 1 0 0 0,1-1 0 0 0,-1-1 0 0 0,0 1 0 0 0,13-14 1 0 0,-19 18-163 0 0,-1-1 0 0 0,0 0 0 0 0,0 0 1 0 0,0 0-1 0 0,0 0 0 0 0,0 0 0 0 0,0 0 1 0 0,-1 0-1 0 0,1 0 0 0 0,-1 0 0 0 0,1 0 1 0 0,-1-1-1 0 0,0-3 0 0 0,7-19-3489 0 0,5 12 1230 0 0,-9-5 343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6.9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89 0 5337 0 0,'-3'0'251'0'0,"-1"1"-1"0"0,1-1 0 0 0,-1 1 1 0 0,1-1-1 0 0,-1 1 1 0 0,1 0-1 0 0,0 0 0 0 0,-1 1 1 0 0,1-1-1 0 0,0 0 1 0 0,0 1-1 0 0,0 0 0 0 0,0 0 1 0 0,0 0-1 0 0,0 0 1 0 0,1 1-1 0 0,-1-1 0 0 0,1 1 1 0 0,-1-1-1 0 0,1 1 1 0 0,0 0-1 0 0,0 0 0 0 0,0 0 1 0 0,0 0-1 0 0,1 0 1 0 0,-1 0-1 0 0,1 1 0 0 0,0-1 1 0 0,0 0-1 0 0,0 1 1 0 0,0 6-1 0 0,-3 10 9 0 0,2 1-1 0 0,0 1 1 0 0,2-1-1 0 0,2 25 1 0 0,-2-34-82 0 0,6 85-204 0 0,3 0 0 0 0,5-1 0 0 0,32 117 0 0 0,-42-199-42 0 0,1-1 0 0 0,-1 0 0 0 0,2 0 0 0 0,0 0 0 0 0,9 14 0 0 0,-14-25 47 0 0,0 0 0 0 0,0-1 0 0 0,0 1 0 0 0,0-1 0 0 0,0 1 0 0 0,1-1 0 0 0,-1 0 0 0 0,0 1 0 0 0,0-1 0 0 0,1 0 0 0 0,-1 0 0 0 0,1 0 0 0 0,-1 0 0 0 0,1 0 0 0 0,0 0 0 0 0,-1-1 0 0 0,1 1 0 0 0,0 0 0 0 0,0-1 0 0 0,-1 1 0 0 0,1-1 0 0 0,0 0 0 0 0,0 1 0 0 0,0-1 0 0 0,-1 0 0 0 0,1 0 0 0 0,0 0 0 0 0,0-1 0 0 0,0 1 0 0 0,0 0 0 0 0,-1-1 0 0 0,1 1 0 0 0,0-1 0 0 0,0 1 1 0 0,-1-1-1 0 0,1 0 0 0 0,-1 0 0 0 0,1 0 0 0 0,0 0 0 0 0,-1 0 0 0 0,1 0 0 0 0,-1 0 0 0 0,0 0 0 0 0,1-1 0 0 0,-1 1 0 0 0,0-1 0 0 0,0 1 0 0 0,0-1 0 0 0,1-1 0 0 0,28-38-188 0 0,-2-1 0 0 0,-2-1 0 0 0,40-92 0 0 0,-50 103-731 0 0,8-30-3375 0 0,-14 33-145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7.9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3 2673 0 0,'-15'-2'5173'0'0,"17"7"-1527"0"0,26 8-990 0 0,14-9-919 0 0,60-2-1 0 0,-68-4-1809 0 0,0-1-1 0 0,40-9 1 0 0,-67 9-2708 0 0,-28-1-6766 0 0,18 4 9404 0 0,-6 0-3123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8.3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 3953 0 0,'-2'9'637'0'0,"-1"1"1"0"0,1 0 0 0 0,1 0-1 0 0,0 0 1 0 0,0-1 0 0 0,1 1-1 0 0,0 0 1 0 0,2 14 0 0 0,-1 8 174 0 0,-1 2-475 0 0,-2-11-292 0 0,2 0 1 0 0,1 0-1 0 0,0 0 1 0 0,2 0-1 0 0,0-1 1 0 0,2 1 0 0 0,8 24-1 0 0,-13-46-109 0 0,0 0 0 0 0,0 0 0 0 0,0-1 0 0 0,1 1 0 0 0,-1 0 0 0 0,0-1 0 0 0,0 1 0 0 0,1 0 0 0 0,-1-1 0 0 0,1 1 0 0 0,-1 0 0 0 0,0-1 0 0 0,1 1 0 0 0,-1-1 0 0 0,1 1 0 0 0,0-1 0 0 0,-1 1 0 0 0,1-1 0 0 0,-1 1 0 0 0,1-1 0 0 0,0 0 0 0 0,-1 1 0 0 0,1-1 0 0 0,0 0 0 0 0,-1 1 0 0 0,1-1 0 0 0,0 0 0 0 0,-1 0 0 0 0,1 0 0 0 0,0 0 0 0 0,0 0 0 0 0,1 0 0 0 0,-1 0-87 0 0,0-1 1 0 0,1 0-1 0 0,-1 0 1 0 0,0 0-1 0 0,0 0 1 0 0,0-1-1 0 0,1 1 1 0 0,-1 0-1 0 0,-1 0 1 0 0,1-1-1 0 0,0 1 1 0 0,0 0-1 0 0,1-4 1 0 0,17-47-3110 0 0,-13 29 822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8.6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254 8 2016 0 0,'0'0'82'0'0,"0"0"0"0"0,0 0 0 0 0,0 0 0 0 0,0-1-1 0 0,0 1 1 0 0,-1 0 0 0 0,1 0 0 0 0,0-1-1 0 0,0 1 1 0 0,0 0 0 0 0,0 0 0 0 0,0 0-1 0 0,0-1 1 0 0,0 1 0 0 0,1 0 0 0 0,-1 0 0 0 0,0-1-1 0 0,0 1 1 0 0,0 0 0 0 0,0 0 0 0 0,0 0-1 0 0,0-1 1 0 0,0 1 0 0 0,0 0 0 0 0,0 0-1 0 0,1 0 1 0 0,-1-1 0 0 0,0 1 0 0 0,0 0 0 0 0,0 0-1 0 0,0 0 1 0 0,1 0 0 0 0,-1 0 0 0 0,0-1-1 0 0,0 1 1 0 0,0 0 0 0 0,1 0 0 0 0,-1 0-1 0 0,0 0 1 0 0,0 0 0 0 0,0 0 0 0 0,1 0 0 0 0,-1 0-1 0 0,0 0 1 0 0,0 0 0 0 0,1 0 0 0 0,-1 0-1 0 0,0 0 1 0 0,0 0 0 0 0,1 0 0 0 0,-1 0 0 0 0,0 0-1 0 0,0 0 1 0 0,0 0 0 0 0,1 0 0 0 0,-1 0-1 0 0,0 0 1 0 0,0 0 0 0 0,1 1 0 0 0,8 18 2173 0 0,4 29-844 0 0,-6-13-1438 0 0,-1 2 0 0 0,-2-1-1 0 0,-2 0 1 0 0,-4 73 0 0 0,2-105-74 0 0,-1 1 1 0 0,0-1-1 0 0,0 0 1 0 0,0 0-1 0 0,0 1 1 0 0,-1-1-1 0 0,1 0 1 0 0,-1 0-1 0 0,0-1 1 0 0,0 1-1 0 0,-1 0 1 0 0,1-1-1 0 0,-1 1 1 0 0,0-1-1 0 0,0 0 1 0 0,0 0-1 0 0,-6 5 1 0 0,3-4 47 0 0,-1 0 0 0 0,1 0 0 0 0,-1-1 0 0 0,0 0 0 0 0,0 0 0 0 0,-1-1 0 0 0,1 0 0 0 0,0 0 0 0 0,-13 1 0 0 0,2-1 497 0 0,-1-1 1 0 0,0-1 0 0 0,0-1 0 0 0,0-1-1 0 0,1 0 1 0 0,-1-1 0 0 0,-29-10 0 0 0,61 15 225 0 0,-1 0-1 0 0,1-1 1 0 0,-1-1 0 0 0,1 0-1 0 0,-1-1 1 0 0,25-4 0 0 0,-10 1 23 0 0,29-3 222 0 0,66-17 1 0 0,-35-4-3113 0 0,-68 20-1482 0 0,0-1-1 0 0,22-14 1 0 0,-30 17-98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9.0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2 6217 0 0,'0'0'67'0'0,"0"-1"0"0"0,-1 1 0 0 0,1 0-1 0 0,0 0 1 0 0,0 0 0 0 0,0 0-1 0 0,0 0 1 0 0,0 0 0 0 0,0 0 0 0 0,-1 0-1 0 0,1 0 1 0 0,0 0 0 0 0,0 0 0 0 0,0 0-1 0 0,0 0 1 0 0,0 0 0 0 0,-1 0 0 0 0,1 0-1 0 0,0 0 1 0 0,0 0 0 0 0,0 0 0 0 0,0 0-1 0 0,0 0 1 0 0,0 0 0 0 0,-1 0 0 0 0,1 0-1 0 0,0 0 1 0 0,0 0 0 0 0,0 0-1 0 0,0 0 1 0 0,0 0 0 0 0,0 1 0 0 0,-1-1-1 0 0,1 0 1 0 0,0 0 0 0 0,0 0 0 0 0,0 0-1 0 0,0 0 1 0 0,0 0 0 0 0,0 0 0 0 0,0 1-1 0 0,0-1 1 0 0,0 0 0 0 0,0 0 0 0 0,0 0-1 0 0,0 0 1 0 0,0 0 0 0 0,0 0-1 0 0,-1 1 1 0 0,1-1 0 0 0,0 0 0 0 0,0 0-1 0 0,0 0 1 0 0,0 0 0 0 0,0 0 0 0 0,1 1-1 0 0,-1-1 1 0 0,0 0 0 0 0,0 0 0 0 0,0 0-1 0 0,0 0 1 0 0,0 0 0 0 0,-1 20 986 0 0,3 20-1026 0 0,2 36-2 0 0,3 26-837 0 0,-5-91-42 0 0,0 0 0 0 0,1 0 0 0 0,8 19 0 0 0,-10-28 577 0 0,-1 0 127 0 0,0-1-1 0 0,1 0 0 0 0,-1 0 0 0 0,1 0 0 0 0,-1 0 0 0 0,1 0 0 0 0,-1 0 1 0 0,1 0-1 0 0,0 0 0 0 0,-1 0 0 0 0,1 0 0 0 0,0 0 0 0 0,0-1 0 0 0,0 1 0 0 0,0 0 1 0 0,0 0-1 0 0,0-1 0 0 0,0 1 0 0 0,0-1 0 0 0,0 1 0 0 0,1 0 0 0 0,3-1-2216 0 0</inkml:trace>
  <inkml:trace contextRef="#ctx0" brushRef="#br0" timeOffset="1">43 86 3057 0 0,'0'0'180'0'0,"0"-1"1"0"0,1 1 0 0 0,-1-1-1 0 0,0 1 1 0 0,0-1 0 0 0,1 1-1 0 0,-1-1 1 0 0,1 1 0 0 0,-1-1-1 0 0,0 1 1 0 0,1 0 0 0 0,-1-1-1 0 0,1 1 1 0 0,-1 0 0 0 0,1-1-1 0 0,-1 1 1 0 0,1 0 0 0 0,-1-1-1 0 0,1 1 1 0 0,-1 0 0 0 0,1 0-1 0 0,0 0 1 0 0,-1-1 0 0 0,1 1-1 0 0,-1 0 1 0 0,1 0 0 0 0,-1 0-1 0 0,1 0 1 0 0,0 0 0 0 0,-1 0-1 0 0,1 0 1 0 0,-1 1 0 0 0,1-1-1 0 0,0 0 1 0 0,-1 0 0 0 0,1 0-1 0 0,-1 0 1 0 0,2 1 0 0 0,32 8 698 0 0,-21-5-435 0 0,3-1-400 0 0,-3 0-39 0 0,0-1 0 0 0,0 0-1 0 0,0-1 1 0 0,0 0 0 0 0,16-1 0 0 0,-26-1-299 0 0,1 1 0 0 0,-1-1 0 0 0,0 0 1 0 0,0 0-1 0 0,1 0 0 0 0,-1 0 1 0 0,0 0-1 0 0,0-1 0 0 0,0 0 1 0 0,0 1-1 0 0,-1-1 0 0 0,1 0 0 0 0,0 0 1 0 0,-1-1-1 0 0,1 1 0 0 0,-1 0 1 0 0,0-1-1 0 0,0 0 0 0 0,0 1 0 0 0,0-1 1 0 0,0 0-1 0 0,-1 0 0 0 0,1 0 1 0 0,-1 0-1 0 0,2-4 0 0 0,2-6-2224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9.3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61 118 3385 0 0,'-4'3'268'0'0,"-1"0"1"0"0,0 1-1 0 0,1 0 1 0 0,0 0-1 0 0,0 0 1 0 0,0 0 0 0 0,1 0-1 0 0,-1 1 1 0 0,1 0-1 0 0,0 0 1 0 0,0 0-1 0 0,1 0 1 0 0,-1 0-1 0 0,1 0 1 0 0,0 1-1 0 0,1-1 1 0 0,-1 1-1 0 0,1-1 1 0 0,0 1 0 0 0,1 0-1 0 0,-1-1 1 0 0,1 1-1 0 0,0 0 1 0 0,2 9-1 0 0,-2-9-274 0 0,0 0-1 0 0,1 0 1 0 0,0 0-1 0 0,0 0 0 0 0,1 0 1 0 0,-1 0-1 0 0,1 0 1 0 0,1 0-1 0 0,-1-1 1 0 0,1 1-1 0 0,0-1 1 0 0,0 1-1 0 0,1-1 0 0 0,-1 0 1 0 0,1-1-1 0 0,0 1 1 0 0,0 0-1 0 0,1-1 1 0 0,0 0-1 0 0,-1 0 1 0 0,1-1-1 0 0,11 7 0 0 0,-11-9 102 0 0,-1 0-1 0 0,1-1 0 0 0,0 1 0 0 0,0-1 0 0 0,0 0 1 0 0,0 0-1 0 0,0 0 0 0 0,0-1 0 0 0,-1 0 0 0 0,1 0 1 0 0,0 0-1 0 0,0 0 0 0 0,-1-1 0 0 0,1 0 0 0 0,-1 0 1 0 0,1 0-1 0 0,-1 0 0 0 0,0-1 0 0 0,7-5 0 0 0,-6 4 161 0 0,0 1 0 0 0,-1 0 0 0 0,1-1 0 0 0,-1 0 0 0 0,0 0 0 0 0,0-1 0 0 0,-1 1 0 0 0,1-1 0 0 0,-1 1 0 0 0,0-1 0 0 0,0 0 0 0 0,0-1 0 0 0,-1 1 0 0 0,0 0 0 0 0,0-1 0 0 0,2-9 0 0 0,-4 12-151 0 0,0 0 0 0 0,0 0 0 0 0,-1 0 0 0 0,1 0 1 0 0,-1 0-1 0 0,0 0 0 0 0,0 0 0 0 0,0 0 0 0 0,0 1 0 0 0,0-1 0 0 0,0 0 0 0 0,-1 0 0 0 0,0 1 0 0 0,1-1 0 0 0,-1 1 0 0 0,0-1 0 0 0,0 1 1 0 0,0 0-1 0 0,0 0 0 0 0,-1 0 0 0 0,1 0 0 0 0,-5-3 0 0 0,-7-3-476 0 0,0 0 0 0 0,-1 0 0 0 0,-19-6 0 0 0,-14-8-4196 0 0,44 18 3797 0 0,0 0 1 0 0,0-1-1 0 0,1 0 1 0 0,0 0-1 0 0,0 0 1 0 0,0 0-1 0 0,0 0 1 0 0,1-1-1 0 0,0 1 1 0 0,0-1-1 0 0,-2-10 1 0 0,4 16 761 0 0,0-1-101 0 0,0 0 0 0 0,-1 1 0 0 0,1-1 1 0 0,0 0-1 0 0,0 1 0 0 0,0-1 1 0 0,1 0-1 0 0,-1 0 0 0 0,0 1 0 0 0,0-1 1 0 0,0 0-1 0 0,0 1 0 0 0,1-1 0 0 0,-1 0 1 0 0,0 1-1 0 0,1-1 0 0 0,-1 0 0 0 0,0 1 1 0 0,1-1-1 0 0,0 0 0 0 0</inkml:trace>
  <inkml:trace contextRef="#ctx0" brushRef="#br0" timeOffset="1">393 1 4305 0 0,'5'6'626'0'0,"-1"1"0"0"0,0-1 1 0 0,-1 1-1 0 0,0 0 0 0 0,0 0 0 0 0,0 1 1 0 0,-1-1-1 0 0,0 1 0 0 0,0-1 0 0 0,-1 1 1 0 0,1 10-1 0 0,-2 8 182 0 0,0 0 1 0 0,-5 28 0 0 0,2-33-827 0 0,2 1 1 0 0,0-1 0 0 0,3 34-1 0 0,12 5-1585 0 0,-13-56 1070 0 0,1 0 0 0 0,-1 0 0 0 0,1 0 0 0 0,0 0 1 0 0,0-1-1 0 0,0 1 0 0 0,0-1 0 0 0,1 1 0 0 0,-1-1 0 0 0,1 0 0 0 0,6 5 1 0 0,-19-16-1357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39.8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46 7962 0 0,'41'-18'9564'0'0,"-26"12"-8978"0"0,0 1 0 0 0,0 0 0 0 0,0 1 0 0 0,0 1 0 0 0,17-1 0 0 0,-21 4-407 0 0,0 0 0 0 0,0 1 0 0 0,0 1 1 0 0,-1 0-1 0 0,1 0 0 0 0,20 7 0 0 0,-29-8-183 0 0,0-1 0 0 0,0 1-1 0 0,0 0 1 0 0,0 0 0 0 0,0 0-1 0 0,0 0 1 0 0,0 0 0 0 0,0 0 0 0 0,0 0-1 0 0,0 1 1 0 0,-1-1 0 0 0,1 1 0 0 0,0-1-1 0 0,-1 1 1 0 0,0-1 0 0 0,1 1-1 0 0,-1 0 1 0 0,0 0 0 0 0,0 0 0 0 0,0 0-1 0 0,0 0 1 0 0,0 0 0 0 0,0 0 0 0 0,0 0-1 0 0,-1 0 1 0 0,1 0 0 0 0,-1 0-1 0 0,0 1 1 0 0,1-1 0 0 0,-1 0 0 0 0,0 0-1 0 0,0 1 1 0 0,-1-1 0 0 0,1 0 0 0 0,0 0-1 0 0,-1 0 1 0 0,1 0 0 0 0,-1 1 0 0 0,0-1-1 0 0,0 0 1 0 0,-1 3 0 0 0,1-4-58 0 0,-1 1 0 0 0,1 0 0 0 0,-1-1 0 0 0,1 1 1 0 0,-1-1-1 0 0,1 0 0 0 0,-1 1 0 0 0,0-1 0 0 0,1 0 1 0 0,-1 0-1 0 0,0 0 0 0 0,0 0 0 0 0,0 0 0 0 0,0-1 0 0 0,0 1 1 0 0,0 0-1 0 0,0-1 0 0 0,0 0 0 0 0,-3 1 0 0 0,-50 2-677 0 0,23-2 182 0 0,23 1 468 0 0,-1 0 1 0 0,1 0-1 0 0,0 1 0 0 0,0 0 0 0 0,0 1 0 0 0,0 0 0 0 0,1 0 1 0 0,-1 1-1 0 0,-14 11 0 0 0,19-13 103 0 0,0 0 0 0 0,0 0 0 0 0,1 1 0 0 0,-1 0-1 0 0,1-1 1 0 0,0 1 0 0 0,0 1 0 0 0,0-1 0 0 0,1 0 0 0 0,-1 1 0 0 0,1-1 0 0 0,0 1 0 0 0,0 0 0 0 0,1 0 0 0 0,-1 0-1 0 0,1-1 1 0 0,0 1 0 0 0,1 0 0 0 0,-1 1 0 0 0,1 7 0 0 0,0-9 46 0 0,1-1 0 0 0,0 0 0 0 0,0 1 1 0 0,1-1-1 0 0,-1 0 0 0 0,1 0 0 0 0,-1 1 0 0 0,1-1 0 0 0,0-1 0 0 0,0 1 0 0 0,0 0 0 0 0,1 0 1 0 0,-1-1-1 0 0,0 1 0 0 0,1-1 0 0 0,0 0 0 0 0,0 0 0 0 0,0 0 0 0 0,0 0 0 0 0,0 0 0 0 0,0-1 1 0 0,0 1-1 0 0,0-1 0 0 0,1 0 0 0 0,-1 0 0 0 0,0 0 0 0 0,1 0 0 0 0,5 0 0 0 0,10 2 175 0 0,-1-1 0 0 0,1 0-1 0 0,36-2 1 0 0,-38-1-14 0 0,0-1 0 0 0,0 0 1 0 0,0-2-1 0 0,28-8 0 0 0,-39 10-537 0 0,0 0-1 0 0,-1-1 1 0 0,1 0 0 0 0,-1 0-1 0 0,0 0 1 0 0,0-1 0 0 0,7-6-1 0 0,-10 8-403 0 0,0 0 1 0 0,0-1-1 0 0,0 1 0 0 0,0-1 0 0 0,0 1 0 0 0,-1-1 1 0 0,1 0-1 0 0,-1 0 0 0 0,0 0 0 0 0,1 0 1 0 0,-1 0-1 0 0,-1 0 0 0 0,1 0 0 0 0,0 0 0 0 0,-1-5 1 0 0,1-9-4881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0.3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 21 3265 0 0,'-2'-2'330'0'0,"-1"0"1"0"0,0 0 0 0 0,0 0 0 0 0,0 0 0 0 0,0 0-1 0 0,-1 1 1 0 0,1-1 0 0 0,0 1 0 0 0,-1 0-1 0 0,1 0 1 0 0,0 0 0 0 0,-5 0 0 0 0,6 1-201 0 0,0 0 0 0 0,0 0 0 0 0,0 0 0 0 0,0 1 0 0 0,0-1 1 0 0,0 0-1 0 0,0 1 0 0 0,0-1 0 0 0,1 1 0 0 0,-1 0 0 0 0,0 0 0 0 0,0 0 1 0 0,1 0-1 0 0,-1 0 0 0 0,1 0 0 0 0,-1 0 0 0 0,-1 2 0 0 0,0 1-76 0 0,0 0 0 0 0,0 0-1 0 0,0 0 1 0 0,1 0 0 0 0,0 1 0 0 0,0-1-1 0 0,0 1 1 0 0,0 0 0 0 0,1-1 0 0 0,0 1-1 0 0,-1 0 1 0 0,2 0 0 0 0,-1 0 0 0 0,1 0-1 0 0,0 0 1 0 0,0 6 0 0 0,1 5-73 0 0,1 0 1 0 0,0-1-1 0 0,2 1 0 0 0,-1-1 0 0 0,2 0 1 0 0,0 0-1 0 0,1 0 0 0 0,0-1 0 0 0,15 23 1 0 0,-18-31 127 0 0,1 0 1 0 0,0 0 0 0 0,0 0 0 0 0,0-1-1 0 0,1 0 1 0 0,0 0 0 0 0,0 0-1 0 0,0 0 1 0 0,1-1 0 0 0,0 0-1 0 0,-1 0 1 0 0,1-1 0 0 0,1 1 0 0 0,-1-1-1 0 0,0-1 1 0 0,1 1 0 0 0,0-1-1 0 0,-1 0 1 0 0,1-1 0 0 0,0 1-1 0 0,0-1 1 0 0,0-1 0 0 0,0 1-1 0 0,9-2 1 0 0,-13 1-3 0 0,1 0-1 0 0,-1-1 1 0 0,0 0-1 0 0,1 1 0 0 0,-1-1 1 0 0,0 0-1 0 0,0-1 1 0 0,0 1-1 0 0,0-1 1 0 0,0 1-1 0 0,0-1 1 0 0,0 0-1 0 0,-1 0 1 0 0,1 0-1 0 0,-1-1 0 0 0,1 1 1 0 0,-1 0-1 0 0,0-1 1 0 0,0 0-1 0 0,0 1 1 0 0,0-1-1 0 0,0 0 1 0 0,-1 0-1 0 0,1 0 1 0 0,-1 0-1 0 0,0 0 0 0 0,0-1 1 0 0,0 1-1 0 0,0 0 1 0 0,0 0-1 0 0,0-5 1 0 0,-1 1 22 0 0,0 1 1 0 0,0-1-1 0 0,0 1 1 0 0,-1-1-1 0 0,1 1 1 0 0,-2-1-1 0 0,1 1 1 0 0,-1 0-1 0 0,0 0 1 0 0,0-1-1 0 0,0 1 1 0 0,-1 1-1 0 0,0-1 1 0 0,0 0-1 0 0,-5-6 1 0 0,1 4-218 0 0,0 0 0 0 0,-1 1 1 0 0,1-1-1 0 0,-2 1 0 0 0,1 1 1 0 0,-1 0-1 0 0,1 0 0 0 0,-2 0 1 0 0,-10-4-1 0 0,7 4-1400 0 0,-1 1 0 0 0,0 1 0 0 0,-23-4 1 0 0,32 7 962 0 0,0-1 0 0 0,0 1 1 0 0,0-1-1 0 0,0 0 0 0 0,0 0 0 0 0,1-1 1 0 0,-1 1-1 0 0,-4-4 0 0 0,-2-1-662 0 0,-8-1-3002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0.7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6793 0 0,'5'19'2253'0'0,"0"1"0"0"0,5 37 0 0 0,-5 95 524 0 0,-3-62-1946 0 0,-1-55-795 0 0,6 70-616 0 0,-6-96-180 0 0,1 0 0 0 0,0 0-1 0 0,0 0 1 0 0,1 0-1 0 0,0 0 1 0 0,1-1 0 0 0,0 1-1 0 0,8 13 1 0 0,-1-12-3464 0 0,-5-12 619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1.1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6193 0 0,'77'9'8304'0'0,"38"22"-2905"0"0,-113-31-5348 0 0,-1 0-1 0 0,1 0 0 0 0,-1 1 0 0 0,0-1 1 0 0,1 1-1 0 0,-1-1 0 0 0,0 1 1 0 0,1-1-1 0 0,-1 1 0 0 0,0 0 1 0 0,0 0-1 0 0,1 0 0 0 0,-1-1 1 0 0,0 1-1 0 0,0 0 0 0 0,0 1 1 0 0,0-1-1 0 0,0 0 0 0 0,-1 0 0 0 0,1 0 1 0 0,0 0-1 0 0,0 1 0 0 0,-1-1 1 0 0,1 0-1 0 0,-1 1 0 0 0,1-1 1 0 0,0 2-1 0 0,-2 0-57 0 0,1-1 1 0 0,-1 0-1 0 0,1 1 1 0 0,-1-1-1 0 0,0 0 0 0 0,1 1 1 0 0,-1-1-1 0 0,0 0 1 0 0,-1 0-1 0 0,1 0 1 0 0,0 0-1 0 0,-1 0 0 0 0,1 0 1 0 0,-4 3-1 0 0,-2 2-140 0 0,-1 0 0 0 0,1-1-1 0 0,-2 1 1 0 0,1-1 0 0 0,0-1 0 0 0,-1 0 0 0 0,-11 5-1 0 0,17-9 137 0 0,-9 3-40 0 0,1 0-1 0 0,-1 1 0 0 0,1 1 0 0 0,-12 7 0 0 0,20-11 33 0 0,1-1 0 0 0,0 1 0 0 0,-1 0 0 0 0,1 0 1 0 0,0 0-1 0 0,0 0 0 0 0,0 0 0 0 0,0 0 0 0 0,1 1 0 0 0,-1-1 0 0 0,1 1 0 0 0,-1-1 0 0 0,1 1 0 0 0,0 0 0 0 0,0-1 0 0 0,0 1 0 0 0,0 0 0 0 0,0 0 0 0 0,1 0 0 0 0,0-1 0 0 0,-1 1 0 0 0,1 0 0 0 0,0 0 0 0 0,0 4 0 0 0,1-6 24 0 0,-1 1 0 0 0,1-1-1 0 0,-1 0 1 0 0,1 1 0 0 0,0-1 0 0 0,-1 0 0 0 0,1 1-1 0 0,0-1 1 0 0,0 0 0 0 0,0 0 0 0 0,0 1-1 0 0,0-1 1 0 0,0 0 0 0 0,0 0 0 0 0,0 0-1 0 0,1-1 1 0 0,-1 1 0 0 0,0 0 0 0 0,1 0 0 0 0,-1-1-1 0 0,0 1 1 0 0,1 0 0 0 0,-1-1 0 0 0,1 1-1 0 0,-1-1 1 0 0,1 0 0 0 0,-1 0 0 0 0,1 1 0 0 0,-1-1-1 0 0,2 0 1 0 0,56-2 781 0 0,-42 0-497 0 0,20 1-60 0 0,0 2-1 0 0,46 7 1 0 0,-83-8-339 0 0,1 0 1 0 0,-1 0 0 0 0,1 0-1 0 0,-1 1 1 0 0,0-1 0 0 0,1 0-1 0 0,-1 0 1 0 0,1 0 0 0 0,-1 0-1 0 0,1 0 1 0 0,-1 0 0 0 0,1 0-1 0 0,-1 0 1 0 0,1 0 0 0 0,-1 0-1 0 0,1 0 1 0 0,-1 0 0 0 0,1 0 0 0 0,-1-1-1 0 0,1 1 1 0 0,-1 0 0 0 0,1 0-1 0 0,-1 0 1 0 0,0-1 0 0 0,1 1-1 0 0,-1 0 1 0 0,1-1 0 0 0,-1 1-1 0 0,0 0 1 0 0,1-1 0 0 0,-1 1-1 0 0,0 0 1 0 0,1-1 0 0 0,-1 1-1 0 0,0-1 1 0 0,0 1 0 0 0,1 0-1 0 0,-1-1 1 0 0,0 1 0 0 0,0-1 0 0 0,0 1-1 0 0,0-1 1 0 0,1 1 0 0 0,-1-1-1 0 0,0 1 1 0 0,0-1 0 0 0,0 1-1 0 0,0-1 1 0 0,0 1 0 0 0,0-1-1 0 0,0 1 1 0 0,-1-1 0 0 0,1 1-1 0 0,0-1 1 0 0,0 1 0 0 0,0-1-1 0 0,0 1 1 0 0,-1 0 0 0 0,1-1 0 0 0,0 1-1 0 0,0-1 1 0 0,-1 1 0 0 0,1 0-1 0 0,-1-1 1 0 0,-23-33-7629 0 0,3 12 5839 0 0,8 14-1103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1.4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26 8418 0 0,'2'2'789'0'0,"1"0"0"0"0,0 0 0 0 0,0 0 0 0 0,0-1 0 0 0,0 1 1 0 0,0-1-1 0 0,0 1 0 0 0,0-1 0 0 0,6 1 0 0 0,63 8 1970 0 0,-39-7-1361 0 0,-27-2-1383 0 0,18 3 435 0 0,1-1 0 0 0,31 0 0 0 0,-4-11-2141 0 0,-47 6 948 0 0,0 0-1 0 0,0 0 1 0 0,-1 0-1 0 0,1 0 1 0 0,0-1-1 0 0,-1 0 1 0 0,7-6-1 0 0,-10 9 405 0 0,0-1 0 0 0,0 0 0 0 0,-1 0 0 0 0,1 0 0 0 0,0 0 0 0 0,-1 0 0 0 0,1 0 0 0 0,-1 0 0 0 0,1 0 0 0 0,-1 0 0 0 0,0 0 0 0 0,1 0 0 0 0,-1 0 0 0 0,0 0 0 0 0,0 0 0 0 0,1 0 0 0 0,-1 0 0 0 0,0-1 0 0 0,0 1 0 0 0,0 0 0 0 0,-1 0 0 0 0,1 0 0 0 0,0 0 0 0 0,0 0-1 0 0,-1 0 1 0 0,0-2 0 0 0,-2-1-3155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1.8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 5961 0 0,'-5'13'1300'0'0,"1"0"-1"0"0,0 1 1 0 0,1 0-1 0 0,-3 24 0 0 0,4-2-702 0 0,1-1 0 0 0,4 40-1 0 0,-3-74-592 0 0,0 0-1 0 0,0 0 1 0 0,0 0-1 0 0,0 0 0 0 0,0 1 1 0 0,0-1-1 0 0,1 0 0 0 0,-1 0 1 0 0,0 0-1 0 0,1 0 1 0 0,-1 0-1 0 0,1 0 0 0 0,-1 0 1 0 0,1 0-1 0 0,-1 0 0 0 0,1 0 1 0 0,0 0-1 0 0,1 2 1 0 0,-1-3-14 0 0,-1 0 0 0 0,1 0 1 0 0,-1 0-1 0 0,1 0 1 0 0,-1 0-1 0 0,1 0 0 0 0,-1 0 1 0 0,1 0-1 0 0,-1 0 1 0 0,1 0-1 0 0,0-1 0 0 0,-1 1 1 0 0,1 0-1 0 0,-1 0 0 0 0,1-1 1 0 0,-1 1-1 0 0,1 0 1 0 0,-1 0-1 0 0,0-1 0 0 0,1 1 1 0 0,-1 0-1 0 0,1-1 1 0 0,-1 1-1 0 0,0-1 0 0 0,1 1 1 0 0,0-1-1 0 0,2-3-205 0 0,-1 0-1 0 0,1 0 1 0 0,0 0-1 0 0,-1 0 1 0 0,0 0-1 0 0,0-1 1 0 0,3-8-1 0 0,-1-6-1075 0 0,-1 0 0 0 0,2-27 0 0 0,-4 39 1166 0 0,-1 0-1 0 0,0 1 1 0 0,-1-1-1 0 0,0 0 1 0 0,0 1-1 0 0,0-1 1 0 0,-1 1 0 0 0,1 0-1 0 0,-2-1 1 0 0,-4-10-1 0 0,7 17 162 0 0,-1-1 0 0 0,1 1 0 0 0,0 0-1 0 0,0-1 1 0 0,0 1 0 0 0,-1 0 0 0 0,1-1 0 0 0,0 1 0 0 0,-1 0-1 0 0,1-1 1 0 0,0 1 0 0 0,-1 0 0 0 0,1 0 0 0 0,0 0 0 0 0,-1-1-1 0 0,1 1 1 0 0,0 0 0 0 0,-1 0 0 0 0,1 0 0 0 0,-1 0 0 0 0,1-1-1 0 0,0 1 1 0 0,-1 0 0 0 0,1 0 0 0 0,-1 0 0 0 0,1 0-1 0 0,-1 0 1 0 0,1 0 0 0 0,0 0 0 0 0,-1 0 0 0 0,1 1 0 0 0,-1-1-1 0 0,1 0 1 0 0,0 0 0 0 0,-1 0 0 0 0,1 0 0 0 0,-1 0 0 0 0,1 1-1 0 0,0-1 1 0 0,-1 0 0 0 0,1 0 0 0 0,0 1 0 0 0,-1-1 0 0 0,1 0-1 0 0,0 0 1 0 0,0 1 0 0 0,-1-1 0 0 0,1 0 0 0 0,0 1 0 0 0,0-1-1 0 0,-1 1 1 0 0,1-1 0 0 0,0 0 0 0 0,0 1 0 0 0,0-1-1 0 0,0 1 1 0 0,0-1 0 0 0,-1 0 0 0 0,1 1 0 0 0,0-1 0 0 0,0 1-1 0 0,0 1 176 0 0,-1-1 0 0 0,0 1 0 0 0,1-1 0 0 0,-1 1 0 0 0,1-1 0 0 0,0 1 0 0 0,0-1 0 0 0,-1 1 0 0 0,1 0 0 0 0,0-1 0 0 0,0 1 0 0 0,0-1 0 0 0,1 1 0 0 0,-1 0 0 0 0,0-1 0 0 0,1 1 0 0 0,-1-1 0 0 0,1 3 0 0 0,1-2 74 0 0,0 0 0 0 0,1 0 0 0 0,-1 0 0 0 0,0 0 1 0 0,1-1-1 0 0,-1 1 0 0 0,1-1 0 0 0,-1 1 0 0 0,1-1 0 0 0,0 0 1 0 0,-1 0-1 0 0,1 0 0 0 0,0-1 0 0 0,0 1 0 0 0,0 0 1 0 0,0-1-1 0 0,0 0 0 0 0,0 0 0 0 0,0 0 0 0 0,-1 0 1 0 0,1 0-1 0 0,0-1 0 0 0,6-1 0 0 0,8-1 343 0 0,1-2-1 0 0,26-9 0 0 0,-38 12-348 0 0,6-3 35 0 0,0 1 0 0 0,0 1 0 0 0,0 0-1 0 0,0 0 1 0 0,0 2 0 0 0,22-2 0 0 0,-30 3-285 0 0,-1 0 0 0 0,1 1 1 0 0,0-1-1 0 0,-1 1 0 0 0,1 0 1 0 0,-1 0-1 0 0,0 0 0 0 0,1 0 1 0 0,-1 0-1 0 0,0 1 0 0 0,0 0 1 0 0,0-1-1 0 0,0 1 1 0 0,0 0-1 0 0,0 0 0 0 0,0 1 1 0 0,0-1-1 0 0,-1 1 0 0 0,0-1 1 0 0,1 1-1 0 0,-1 0 0 0 0,0 0 1 0 0,0 0-1 0 0,0 0 0 0 0,-1 0 1 0 0,1 0-1 0 0,1 7 0 0 0,3 6-596 0 0,-1 0-1 0 0,0 0 1 0 0,-2 1-1 0 0,4 30 0 0 0,-7-46 426 0 0,0-1 0 0 0,-1 0 0 0 0,1 1-1 0 0,0-1 1 0 0,0 0 0 0 0,0 1-1 0 0,0-1 1 0 0,0 0 0 0 0,-1 1-1 0 0,1-1 1 0 0,0 0 0 0 0,0 0-1 0 0,0 1 1 0 0,-1-1 0 0 0,1 0-1 0 0,0 0 1 0 0,0 1 0 0 0,-1-1-1 0 0,1 0 1 0 0,0 0 0 0 0,-1 0-1 0 0,1 1 1 0 0,0-1 0 0 0,-1 0 0 0 0,1 0-1 0 0,0 0 1 0 0,-1 0 0 0 0,1 0-1 0 0,0 0 1 0 0,-1 0 0 0 0,1 0-1 0 0,0 0 1 0 0,-1 0 0 0 0,1 0-1 0 0,0 0 1 0 0,-1 0 0 0 0,1 0-1 0 0,0 0 1 0 0,-1 0 0 0 0,1 0-1 0 0,0 0 1 0 0,-1 0 0 0 0,1 0-1 0 0,0-1 1 0 0,-1 1 0 0 0,1 0 0 0 0,0 0-1 0 0,-1 0 1 0 0,1-1 0 0 0,0 1-1 0 0,0 0 1 0 0,-1 0 0 0 0,1-1-1 0 0,0 1 1 0 0,0 0 0 0 0,0-1-1 0 0,-1 1 1 0 0,1-1 0 0 0,-26-19-4340 0 0,19 14 3129 0 0,-14-9-1275 0 0,0 2-1172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2.1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0 102 6521 0 0,'1'3'495'0'0,"0"0"-1"0"0,0 0 0 0 0,0 0 1 0 0,0-1-1 0 0,0 1 0 0 0,1 0 0 0 0,-1-1 1 0 0,1 1-1 0 0,0-1 0 0 0,0 1 1 0 0,0-1-1 0 0,0 0 0 0 0,0 0 0 0 0,0 0 1 0 0,1 0-1 0 0,-1 0 0 0 0,1 0 1 0 0,-1-1-1 0 0,4 2 0 0 0,0-1 15 0 0,0 0 0 0 0,0 0 0 0 0,0 0 0 0 0,0-1 0 0 0,1 0 0 0 0,-1 0-1 0 0,1-1 1 0 0,10 0 0 0 0,3-1 213 0 0,0-2 0 0 0,0 0 0 0 0,0-1 0 0 0,36-14 0 0 0,-46 14-673 0 0,0 0 0 0 0,0-1 0 0 0,19-12 0 0 0,4-11-2943 0 0,-10 0-2656 0 0,-4-4-3789 0 0,-12 19 4730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2.5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326 21 5865 0 0,'-6'-4'457'0'0,"-1"1"0"0"0,0 0 0 0 0,1 1 0 0 0,-1 0 0 0 0,0 0 0 0 0,-1 1 0 0 0,1-1 0 0 0,0 1 0 0 0,0 1 0 0 0,0 0 0 0 0,-1 0 0 0 0,1 0 0 0 0,0 1 0 0 0,0 0 0 0 0,-1 0 0 0 0,1 1 0 0 0,0 0 0 0 0,0 0 0 0 0,-11 6 0 0 0,8-3-136 0 0,1 1 1 0 0,0 0-1 0 0,0 0 0 0 0,0 1 0 0 0,1 1 1 0 0,0-1-1 0 0,1 1 0 0 0,0 1 0 0 0,0-1 1 0 0,0 1-1 0 0,1 0 0 0 0,-7 16 0 0 0,2-2-245 0 0,0 1-1 0 0,2 0 0 0 0,1 0 0 0 0,1 1 0 0 0,1 0 0 0 0,1 0 0 0 0,1 1 0 0 0,2 0 0 0 0,0-1 0 0 0,3 45 0 0 0,0-57-241 0 0,1 0 0 0 0,0-1 0 0 0,0 1 0 0 0,1-1 0 0 0,1 1 0 0 0,0-1 0 0 0,1 0 0 0 0,0 0 0 0 0,1-1 0 0 0,0 1 0 0 0,1-1 0 0 0,0-1 0 0 0,1 1 0 0 0,0-1 0 0 0,0-1-1 0 0,1 1 1 0 0,0-1 0 0 0,1-1 0 0 0,0 0 0 0 0,1 0 0 0 0,-1-1 0 0 0,1 0 0 0 0,15 5 0 0 0,-15-7-261 0 0,0-1 1 0 0,0-1-1 0 0,1 0 0 0 0,-1-1 1 0 0,1 0-1 0 0,0 0 0 0 0,0-1 0 0 0,15-1 1 0 0,-19-1-60 0 0,1 1 0 0 0,-1-1 0 0 0,0-1 0 0 0,0 0 0 0 0,0 0 0 0 0,0 0 1 0 0,0-1-1 0 0,0 0 0 0 0,-1-1 0 0 0,1 1 0 0 0,-1-1 0 0 0,11-9 0 0 0,4-7-3203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2.9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8058 0 0,'8'36'7663'0'0,"-3"-24"-7298"0"0,1 0 1 0 0,0-1-1 0 0,1 0 0 0 0,0 0 0 0 0,12 14 0 0 0,-14-21-312 0 0,0 0 0 0 0,0 0 0 0 0,0-1 0 0 0,1 0-1 0 0,-1 0 1 0 0,12 3 0 0 0,8-3-1088 0 0,-24-4 910 0 0,0 1 0 0 0,-1 0 0 0 0,1-1 1 0 0,-1 1-1 0 0,1-1 0 0 0,0 1 0 0 0,-1-1 0 0 0,1 1 0 0 0,-1-1 1 0 0,1 1-1 0 0,-1-1 0 0 0,0 1 0 0 0,1-1 0 0 0,-1 0 0 0 0,0 1 1 0 0,1-1-1 0 0,-1 0 0 0 0,0 1 0 0 0,0-1 0 0 0,1 0 0 0 0,-1 1 1 0 0,0-1-1 0 0,0 0 0 0 0,0 0 0 0 0,0 1 0 0 0,0-1 0 0 0,0 0 1 0 0,0 1-1 0 0,0-1 0 0 0,0 0 0 0 0,-1-1 0 0 0,0-2-423 0 0,0 0 1 0 0,0 0-1 0 0,0 0 0 0 0,-1 1 0 0 0,0-1 1 0 0,0 0-1 0 0,0 1 0 0 0,0-1 0 0 0,-1 1 0 0 0,1-1 1 0 0,-4-2-1 0 0,-29-27-2672 0 0,18 25 793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3.2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3065 0 0,'4'3'635'0'0,"-1"0"0"0"0,1 0 0 0 0,0-1 0 0 0,-1 1 0 0 0,1-1 0 0 0,0 0 0 0 0,1 0 0 0 0,-1 0 0 0 0,0-1 0 0 0,0 1 0 0 0,1-1 0 0 0,-1 0 0 0 0,1 0 0 0 0,4 0 0 0 0,69-4 2580 0 0,-65 1-2629 0 0,0 1-1 0 0,1 1 0 0 0,-1 0 1 0 0,19 2-1 0 0,-32-2-573 0 0,1 1-1 0 0,-1-1 1 0 0,0 0 0 0 0,0 0-1 0 0,0 0 1 0 0,1 0-1 0 0,-1 0 1 0 0,0 0 0 0 0,0 0-1 0 0,0 0 1 0 0,0 0 0 0 0,0 1-1 0 0,1-1 1 0 0,-1 0-1 0 0,0 0 1 0 0,0 0 0 0 0,0 0-1 0 0,0 0 1 0 0,0 1 0 0 0,0-1-1 0 0,0 0 1 0 0,0 0-1 0 0,1 0 1 0 0,-1 1 0 0 0,0-1-1 0 0,0 0 1 0 0,0 0 0 0 0,0 0-1 0 0,0 0 1 0 0,0 1-1 0 0,0-1 1 0 0,0 0 0 0 0,0 0-1 0 0,0 0 1 0 0,0 1 0 0 0,0-1-1 0 0,0 0 1 0 0,0 0-1 0 0,-1 0 1 0 0,1 1 0 0 0,0-1-1 0 0,0 0 1 0 0,0 0 0 0 0,0 0-1 0 0,0 0 1 0 0,0 0-1 0 0,0 1 1 0 0,0-1 0 0 0,-1 0-1 0 0,-10 14-175 0 0,-15 10-1040 0 0,11-14 372 0 0,7-6 391 0 0,0 2 0 0 0,0-1 0 0 0,0 1 0 0 0,1 1 0 0 0,0-1-1 0 0,0 1 1 0 0,1 1 0 0 0,-7 8 0 0 0,13-16 439 0 0,0 0 1 0 0,0 0-1 0 0,0 0 0 0 0,0 0 1 0 0,0 0-1 0 0,0 0 0 0 0,-1 1 1 0 0,1-1-1 0 0,0 0 0 0 0,0 0 1 0 0,0 0-1 0 0,0 0 0 0 0,0 0 1 0 0,0 0-1 0 0,0 1 0 0 0,0-1 1 0 0,0 0-1 0 0,0 0 0 0 0,0 0 1 0 0,0 0-1 0 0,0 0 1 0 0,0 1-1 0 0,0-1 0 0 0,0 0 1 0 0,0 0-1 0 0,0 0 0 0 0,0 0 1 0 0,0 0-1 0 0,0 0 0 0 0,0 1 1 0 0,0-1-1 0 0,0 0 0 0 0,0 0 1 0 0,0 0-1 0 0,1 0 0 0 0,-1 0 1 0 0,0 0-1 0 0,0 1 1 0 0,0-1-1 0 0,0 0 0 0 0,0 0 1 0 0,0 0-1 0 0,0 0 0 0 0,1 0 1 0 0,-1 0-1 0 0,0 0 0 0 0,0 0 1 0 0,0 0-1 0 0,0 0 0 0 0,0 0 1 0 0,0 0-1 0 0,1 0 0 0 0,-1 0 1 0 0,0 0-1 0 0,0 0 0 0 0,0 0 1 0 0,0 0-1 0 0,15-1 302 0 0,13-8 755 0 0,-28 9-1006 0 0,13-4 412 0 0,0 2 0 0 0,0 0-1 0 0,0 0 1 0 0,1 1 0 0 0,-1 1-1 0 0,0 0 1 0 0,0 1 0 0 0,1 0 0 0 0,-1 1-1 0 0,14 4 1 0 0,22 2-468 0 0,-33-11-780 0 0,-16 3 594 0 0,1 0-1 0 0,-1-1 0 0 0,0 1 0 0 0,1-1 0 0 0,-1 1 1 0 0,0-1-1 0 0,1 1 0 0 0,-1-1 0 0 0,0 1 0 0 0,0-1 1 0 0,0 1-1 0 0,1-1 0 0 0,-1 0 0 0 0,0 1 0 0 0,0-1 1 0 0,0 1-1 0 0,0-1 0 0 0,0 0 0 0 0,0 1 0 0 0,0-1 0 0 0,0 1 1 0 0,0-1-1 0 0,0 0 0 0 0,0 1 0 0 0,-1-1 0 0 0,1 1 1 0 0,0-2-1 0 0,-20-29-8065 0 0,11 25 4875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3.6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1 124 7186 0 0,'17'-1'1569'0'0,"0"0"0"0"0,0-1 0 0 0,30-8 0 0 0,99-42 2311 0 0,-90 30-2329 0 0,-34 15-1096 0 0,-14 4-260 0 0,1 0 0 0 0,-1 0 0 0 0,0-1 0 0 0,0 0 0 0 0,9-5 0 0 0,-19 7-118 0 0,-10 2-289 0 0,-13 8-128 0 0,22-7 236 0 0,1 1 0 0 0,1 0 0 0 0,-1-1 0 0 0,0 1 0 0 0,0 0 0 0 0,1 0 0 0 0,-1 0 0 0 0,1 1 0 0 0,-1-1 0 0 0,1 0 0 0 0,0 0 0 0 0,0 1 0 0 0,0-1 0 0 0,0 1 0 0 0,1-1 0 0 0,-1 1 0 0 0,0 4 0 0 0,6 46-4373 0 0,-4-46 3308 0 0,0 1 0 0 0,0 0 1 0 0,0 0-1 0 0,-1-1 0 0 0,0 1 1 0 0,-1 10-1 0 0,-2-5-2448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4.0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 3121 0 0,'0'0'181'0'0,"-1"1"1"0"0,1-1 0 0 0,0 1-1 0 0,-1 0 1 0 0,1-1-1 0 0,0 1 1 0 0,0-1 0 0 0,-1 1-1 0 0,1 0 1 0 0,0-1-1 0 0,0 1 1 0 0,0 0 0 0 0,0-1-1 0 0,0 1 1 0 0,0 0 0 0 0,0-1-1 0 0,0 1 1 0 0,0 0-1 0 0,0-1 1 0 0,0 1 0 0 0,0-1-1 0 0,0 1 1 0 0,1 0 0 0 0,-1-1-1 0 0,0 1 1 0 0,1 0-1 0 0,-1-1 1 0 0,0 1 0 0 0,1 0-1 0 0,21 5 3024 0 0,36-14-82 0 0,-48 5-2166 0 0,-7 3-764 0 0,24-5 416 0 0,-1 1 0 0 0,1 1 1 0 0,0 2-1 0 0,-1 0 1 0 0,1 2-1 0 0,31 5 0 0 0,-58-6-606 0 0,0 0 0 0 0,1 0-1 0 0,-1 0 1 0 0,0 0 0 0 0,0 0 0 0 0,1 0-1 0 0,-1 0 1 0 0,0 0 0 0 0,0 0 0 0 0,0 1-1 0 0,1-1 1 0 0,-1 0 0 0 0,0 0-1 0 0,0 0 1 0 0,0 0 0 0 0,1 0 0 0 0,-1 1-1 0 0,0-1 1 0 0,0 0 0 0 0,0 0-1 0 0,0 0 1 0 0,0 0 0 0 0,1 1 0 0 0,-1-1-1 0 0,0 0 1 0 0,0 0 0 0 0,0 1-1 0 0,0-1 1 0 0,0 0 0 0 0,0 0 0 0 0,0 0-1 0 0,0 1 1 0 0,0-1 0 0 0,0 0-1 0 0,0 0 1 0 0,0 1 0 0 0,0-1 0 0 0,0 0-1 0 0,0 0 1 0 0,0 0 0 0 0,0 1 0 0 0,0-1-1 0 0,0 0 1 0 0,0 0 0 0 0,0 1-1 0 0,0-1 1 0 0,0 0 0 0 0,-1 0 0 0 0,1 0-1 0 0,0 1 1 0 0,0-1 0 0 0,0 0-1 0 0,-16 15-290 0 0,-20 9-836 0 0,23-16 774 0 0,1 0 0 0 0,0 1 1 0 0,0 0-1 0 0,0 1 0 0 0,1 1 0 0 0,-11 13 0 0 0,20-22 348 0 0,0 0 0 0 0,1 0-1 0 0,-1 0 1 0 0,0 0 0 0 0,1 1-1 0 0,0-1 1 0 0,-1 1 0 0 0,1-1-1 0 0,0 1 1 0 0,0-1 0 0 0,1 1-1 0 0,-1 0 1 0 0,0-1 0 0 0,1 1 0 0 0,0 0-1 0 0,-1-1 1 0 0,1 1 0 0 0,0 0-1 0 0,0 0 1 0 0,1-1 0 0 0,-1 1-1 0 0,1 0 1 0 0,-1 0 0 0 0,1-1-1 0 0,0 1 1 0 0,0-1 0 0 0,0 1 0 0 0,0-1-1 0 0,0 1 1 0 0,1-1 0 0 0,-1 0-1 0 0,1 1 1 0 0,0-1 0 0 0,-1 0-1 0 0,1 0 1 0 0,0 0 0 0 0,0 0-1 0 0,1-1 1 0 0,-1 1 0 0 0,0 0 0 0 0,5 2-1 0 0,-1-1 91 0 0,1 0-1 0 0,-1 0 0 0 0,1-1 1 0 0,-1 0-1 0 0,1 0 1 0 0,0 0-1 0 0,0-1 0 0 0,0 0 1 0 0,0-1-1 0 0,0 1 0 0 0,0-1 1 0 0,0-1-1 0 0,0 1 1 0 0,0-1-1 0 0,0 0 0 0 0,0-1 1 0 0,0 0-1 0 0,8-3 1 0 0,7-2-25 0 0,0-2 0 0 0,-1-1 0 0 0,0-1 0 0 0,22-14 1 0 0,-8-4-2816 0 0,-31 25 1604 0 0,0-1 0 0 0,0 1 0 0 0,-1-1 0 0 0,0 0 0 0 0,0-1 0 0 0,0 1 0 0 0,0 0 0 0 0,3-11-1 0 0,0 3-2481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4.4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31 3857 0 0,'1'-1'151'0'0,"-1"0"0"0"0,0 0 1 0 0,0 0-1 0 0,1 0 0 0 0,-1 0 1 0 0,0 0-1 0 0,1 0 0 0 0,-1 0 1 0 0,1 1-1 0 0,-1-1 0 0 0,1 0 1 0 0,-1 0-1 0 0,1 0 0 0 0,0 0 1 0 0,-1 1-1 0 0,1-1 0 0 0,0 0 1 0 0,0 1-1 0 0,0-1 0 0 0,0 0 1 0 0,-1 1-1 0 0,1-1 0 0 0,0 1 1 0 0,0-1-1 0 0,0 1 0 0 0,0 0 1 0 0,0-1-1 0 0,0 1 0 0 0,0 0 1 0 0,0 0-1 0 0,0 0 0 0 0,2 0 1 0 0,37-9 2945 0 0,-36 9-2844 0 0,0-1-1 0 0,0 1 1 0 0,0 1 0 0 0,0-1 0 0 0,0 0-1 0 0,0 1 1 0 0,0 0 0 0 0,-1 0 0 0 0,1 0-1 0 0,0 0 1 0 0,0 1 0 0 0,-1-1-1 0 0,1 1 1 0 0,-1 0 0 0 0,0 0 0 0 0,1 1-1 0 0,-1-1 1 0 0,5 5 0 0 0,-4-2-112 0 0,0 0 0 0 0,0 0 0 0 0,0 1 0 0 0,-1-1 0 0 0,0 1 0 0 0,0 0 0 0 0,0 0 0 0 0,-1 0 0 0 0,0 0 0 0 0,2 11 0 0 0,-1-4-178 0 0,-1 1 0 0 0,-1-1 0 0 0,0 1 0 0 0,-1 0 0 0 0,0-1 0 0 0,-1 1-1 0 0,-1-1 1 0 0,0 1 0 0 0,-1-1 0 0 0,-6 20 0 0 0,-26 27-569 0 0,27-49 561 0 0,2-1-1 0 0,-1 1 0 0 0,1 0 0 0 0,-5 14 0 0 0,10-24 42 0 0,1 1 0 0 0,-1 0 0 0 0,1-1 1 0 0,-1 1-1 0 0,1 0 0 0 0,-1-1 0 0 0,1 1 0 0 0,0 0 0 0 0,0 0 0 0 0,0-1 0 0 0,0 1 0 0 0,0 0 0 0 0,0 0 0 0 0,1-1 0 0 0,-1 1 0 0 0,1 0 0 0 0,-1-1 0 0 0,1 1 0 0 0,-1 0 0 0 0,1-1 0 0 0,0 1 0 0 0,0-1 0 0 0,0 1 0 0 0,0-1 1 0 0,1 2-1 0 0,0-1 9 0 0,1 0 1 0 0,0-1 0 0 0,-1 1-1 0 0,1-1 1 0 0,0 1 0 0 0,0-1-1 0 0,0 0 1 0 0,0 0 0 0 0,0 0-1 0 0,0 0 1 0 0,0-1 0 0 0,6 1-1 0 0,7-1 31 0 0,0 0 0 0 0,0-1 0 0 0,0 0 0 0 0,18-5 0 0 0,-21 4-38 0 0,-1-1-1 0 0,1-1 1 0 0,-1 1-1 0 0,0-2 1 0 0,19-9-1 0 0,-28 12-255 0 0,0 0-1 0 0,0 0 0 0 0,0 0 1 0 0,-1 0-1 0 0,1-1 1 0 0,-1 1-1 0 0,1-1 1 0 0,-1 0-1 0 0,0 0 1 0 0,3-4-1 0 0,-4 5-302 0 0,0-1-1 0 0,0 0 1 0 0,0 0 0 0 0,0 1 0 0 0,0-1-1 0 0,-1 0 1 0 0,1 0 0 0 0,-1 0-1 0 0,0 0 1 0 0,0 0 0 0 0,0 0-1 0 0,0 0 1 0 0,-1 0 0 0 0,0-3 0 0 0,-1-12-3426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4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31 6305 0 0,'40'-3'5117'0'0,"19"-10"-1737"0"0,-3 0-1350 0 0,-49 12-1899 0 0,-2 0-931 0 0,-7 2-979 0 0,-33 9-5130 0 0,7 2 3991 0 0,25-12 2801 0 0,-1 1 0 0 0,1 0 0 0 0,0 0 0 0 0,0 0 1 0 0,0 0-1 0 0,0 0 0 0 0,0 1 0 0 0,1-1 0 0 0,-1 1 0 0 0,0 0 1 0 0,1 0-1 0 0,-1 0 0 0 0,1 0 0 0 0,-1 1 0 0 0,1-1 0 0 0,0 1 1 0 0,-2 3-1 0 0,3-5 248 0 0,0 1 0 0 0,0-1 1 0 0,1 0-1 0 0,-1 1 0 0 0,0-1 0 0 0,1 1 0 0 0,0-1 1 0 0,-1 1-1 0 0,1-1 0 0 0,0 1 0 0 0,0-1 1 0 0,0 1-1 0 0,0-1 0 0 0,0 1 0 0 0,0 0 0 0 0,0-1 1 0 0,0 1-1 0 0,1-1 0 0 0,-1 1 0 0 0,1-1 1 0 0,-1 1-1 0 0,1-1 0 0 0,-1 0 0 0 0,1 1 0 0 0,0-1 1 0 0,0 0-1 0 0,0 1 0 0 0,0-1 0 0 0,0 0 1 0 0,0 0-1 0 0,0 0 0 0 0,0 0 0 0 0,0 0 0 0 0,0 0 1 0 0,1 0-1 0 0,-1 0 0 0 0,0 0 0 0 0,1 0 1 0 0,-1-1-1 0 0,0 1 0 0 0,1-1 0 0 0,1 1 0 0 0,1 1 16 0 0,0 0-1 0 0,-1 0 0 0 0,1-1 1 0 0,0 0-1 0 0,-1 1 0 0 0,1-2 1 0 0,0 1-1 0 0,0 0 0 0 0,0-1 1 0 0,0 1-1 0 0,0-1 0 0 0,0 0 0 0 0,0-1 1 0 0,0 1-1 0 0,0-1 0 0 0,0 1 1 0 0,-1-1-1 0 0,1 0 0 0 0,0-1 1 0 0,0 1-1 0 0,-1-1 0 0 0,8-3 1 0 0,-8 2-254 0 0,1 0 1 0 0,-1 1 0 0 0,1-1 0 0 0,-1-1-1 0 0,0 1 1 0 0,-1 0 0 0 0,1-1 0 0 0,3-5 0 0 0,-3 3-590 0 0,0 1 0 0 0,-1-1 1 0 0,0 1-1 0 0,0-1 0 0 0,0 0 1 0 0,1-9-1 0 0,-1 4-755 0 0,1 0-1278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5.2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0 6601 0 0,'-1'5'4323'0'0,"0"21"-2216"0"0,3 7-880 0 0,1-1 0 0 0,2 0 0 0 0,12 47-1 0 0,6 32-6900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5.6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78 3929 0 0,'8'-3'4856'0'0,"19"-6"-3404"0"0,-18 6-469 0 0,40-14 2185 0 0,-27 8-2238 0 0,1 0-1 0 0,0 2 1 0 0,1 1-1 0 0,0 1 1 0 0,38-4 0 0 0,-60 9-884 0 0,0 0 0 0 0,0-1 0 0 0,-1 1 1 0 0,1 0-1 0 0,0 0 0 0 0,0 1 0 0 0,0-1 1 0 0,0 0-1 0 0,0 0 0 0 0,0 1 0 0 0,0 0 0 0 0,0-1 1 0 0,-1 1-1 0 0,1 0 0 0 0,0 0 0 0 0,0-1 1 0 0,-1 2-1 0 0,1-1 0 0 0,0 0 0 0 0,-1 0 1 0 0,0 0-1 0 0,1 1 0 0 0,-1-1 0 0 0,0 1 1 0 0,1-1-1 0 0,-1 1 0 0 0,0-1 0 0 0,0 1 1 0 0,0 0-1 0 0,0-1 0 0 0,-1 1 0 0 0,1 0 1 0 0,0 0-1 0 0,-1 0 0 0 0,1 3 0 0 0,-1 5-34 0 0,0 0 1 0 0,-1-1-1 0 0,0 1 0 0 0,-1-1 0 0 0,0 1 0 0 0,-4 11 0 0 0,-3 17-951 0 0,4-5-709 0 0,-2 8-2807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45.9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 5521 0 0,'20'-6'7739'0'0,"23"9"-5699"0"0,-30-2-919 0 0,-2 0-814 0 0,0 0 0 0 0,0 1 1 0 0,0 1-1 0 0,-1 0 0 0 0,1 0 1 0 0,-1 1-1 0 0,1 1 0 0 0,-1-1 1 0 0,-1 2-1 0 0,1-1 0 0 0,-1 1 1 0 0,0 1-1 0 0,0 0 0 0 0,-1 0 1 0 0,0 0-1 0 0,0 1 0 0 0,0 1 0 0 0,6 8 1 0 0,-6-6-258 0 0,-1 1 0 0 0,0-1 0 0 0,-1 1 0 0 0,0 1-1 0 0,0-1 1 0 0,-1 1 0 0 0,-1 0 0 0 0,0 0 0 0 0,-1 0 0 0 0,-1 0 0 0 0,0 1 0 0 0,0-1 0 0 0,-2 1 0 0 0,0 18 0 0 0,-5 13-661 0 0,-3 0 1 0 0,-1 0 0 0 0,-18 52-1 0 0,4-31-5029 0 0,-45 88 0 0 0,49-124 2664 0 0,18-29 2895 0 0,1-1 0 0 0,-1 1 0 0 0,0-1 0 0 0,0 0 0 0 0,1 1 0 0 0,-1-1 0 0 0,0 0 0 0 0,1 0-1 0 0,-1 0 1 0 0,0 1 0 0 0,0-1 0 0 0,0 0 0 0 0,1 0 0 0 0,-1 0 0 0 0,0 0 0 0 0,0 0 0 0 0,1-1 0 0 0,-1 1 0 0 0,0 0 0 0 0,0 0 0 0 0,1 0 0 0 0,-1-1 0 0 0,0 1 0 0 0,0 0 0 0 0,1-1 0 0 0,-1 1 0 0 0,0 0-1 0 0,1-1 1 0 0,-1 1 0 0 0,1-1 0 0 0,-1 1 0 0 0,0-1 0 0 0,1 1 0 0 0,-1-2 0 0 0,-6-5-2361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36:59.6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336 156 408 0 0,'0'0'49'0'0,"-1"1"1"0"0,1-1-1 0 0,0 0 0 0 0,-1 1 0 0 0,1-1 1 0 0,0 1-1 0 0,0-1 0 0 0,-1 0 1 0 0,1 1-1 0 0,0-1 0 0 0,0 1 0 0 0,-1-1 1 0 0,1 1-1 0 0,0-1 0 0 0,0 1 0 0 0,0-1 1 0 0,0 1-1 0 0,0-1 0 0 0,0 1 1 0 0,0-1-1 0 0,0 0 0 0 0,0 1 0 0 0,0-1 1 0 0,0 1-1 0 0,0-1 0 0 0,0 1 0 0 0,0-1 1 0 0,0 1-1 0 0,1-1 0 0 0,-1 1 1 0 0,0-1-1 0 0,1 1 0 0 0,-1-1-43 0 0,0 1 1 0 0,1-1-1 0 0,-1 0 0 0 0,0 0 1 0 0,1 0-1 0 0,-1 0 0 0 0,1 0 1 0 0,-1 0-1 0 0,0 0 0 0 0,1 0 0 0 0,-1 0 1 0 0,1 0-1 0 0,-1 0 0 0 0,0 0 1 0 0,1 0-1 0 0,-1 0 0 0 0,1 0 0 0 0,-1 0 1 0 0,0-1-1 0 0,1 1 0 0 0,-1 0 1 0 0,0 0-1 0 0,1 0 0 0 0,-1-1 1 0 0,0 1-1 0 0,1 0 0 0 0,-1 0 0 0 0,0-1 1 0 0,0 1-1 0 0,1 0 0 0 0,-1-1 1 0 0,0 1-1 0 0,0 0 0 0 0,1-1 0 0 0,-1 1 1 0 0,0 0-1 0 0,0-1 0 0 0,0 1 1 0 0,0 0-1 0 0,0-1 0 0 0,1 1 1 0 0,-1-1-1 0 0,0 0 0 0 0,25-64 1253 0 0,-21 50-492 0 0,2 0 0 0 0,-1 1 1 0 0,16-28-1 0 0,-6 31 10878 0 0,-15 11-11377 0 0,-14 26 756 0 0,-1-1 0 0 0,-2-1 0 0 0,0 0 0 0 0,-26 27 0 0 0,-91 80-1516 0 0,89-89 814 0 0,-92 77-106 0 0,138-119-200 0 0,0-1-1 0 0,-1 1 0 0 0,1 0 0 0 0,0 0 1 0 0,0 0-1 0 0,0 0 0 0 0,0 0 0 0 0,0 0 0 0 0,0 0 1 0 0,0 1-1 0 0,-1-1 0 0 0,1 0 0 0 0,0 0 1 0 0,0 1-1 0 0,0-1 0 0 0,0 0 0 0 0,-1 1 0 0 0,1-1 1 0 0,0 1-1 0 0,0-1 0 0 0,-1 1 0 0 0,1-1 1 0 0,0 1-1 0 0,-1 0 0 0 0,1-1 0 0 0,-1 1 0 0 0,1 0 1 0 0,-1 0-1 0 0,1-1 0 0 0,0 2 0 0 0,20 29 636 0 0,-13-21-595 0 0,0 0 1 0 0,0 0-1 0 0,1-1 0 0 0,1 0 0 0 0,-1-1 0 0 0,2 1 0 0 0,-1-2 0 0 0,1 0 1 0 0,17 9-1 0 0,17 13 4 0 0,1 1 23 0 0,2-2 1 0 0,78 34 0 0 0,-81-41-10 0 0,-30-14-8 0 0,-1 1-1 0 0,1 0 0 0 0,-1 2 1 0 0,-1-1-1 0 0,19 17 0 0 0,-32-26-95 0 0,-1 0 1 0 0,1 0-1 0 0,0 0 0 0 0,0 0 0 0 0,0 0 0 0 0,0-1 0 0 0,0 1 0 0 0,-1 0 1 0 0,1 0-1 0 0,0 0 0 0 0,0 0 0 0 0,0 0 0 0 0,-1 0 0 0 0,1 0 0 0 0,0 0 1 0 0,0 0-1 0 0,0 0 0 0 0,-1 0 0 0 0,1 0 0 0 0,0 0 0 0 0,0 0 1 0 0,0 0-1 0 0,-1 0 0 0 0,1 0 0 0 0,0 0 0 0 0,0 0 0 0 0,0 0 0 0 0,-1 0 1 0 0,1 0-1 0 0,0 0 0 0 0,0 0 0 0 0,0 0 0 0 0,0 0 0 0 0,-1 1 0 0 0,1-1 1 0 0,0 0-1 0 0,0 0 0 0 0,0 0 0 0 0,0 0 0 0 0,0 0 0 0 0,-1 0 0 0 0,1 1 1 0 0,0-1-1 0 0,0 0 0 0 0,0 0 0 0 0,0 0 0 0 0,0 1 0 0 0,-18 11-7323 0 0,9-8 347 0 0,8 5 771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1:58.7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 0 5017 0 0,'-7'8'1276'0'0,"0"0"0"0"0,0 1 0 0 0,1 0 0 0 0,-6 11 0 0 0,10-16-1017 0 0,0-1 0 0 0,0 1 0 0 0,0 0 0 0 0,1-1-1 0 0,-1 1 1 0 0,1 0 0 0 0,0 0 0 0 0,0 0 0 0 0,1 0 0 0 0,-1 0 0 0 0,1 0 0 0 0,0 0 0 0 0,0 0 0 0 0,0 6 0 0 0,1-8-173 0 0,1 1 1 0 0,-1-1 0 0 0,0 0 0 0 0,1 1 0 0 0,-1-1 0 0 0,1 0 0 0 0,0 0 0 0 0,0 0 0 0 0,0 0 0 0 0,0 0-1 0 0,0 0 1 0 0,0-1 0 0 0,4 3 0 0 0,40 20 464 0 0,-13-7-258 0 0,-24-11-215 0 0,38 24 434 0 0,-1 2 1 0 0,68 60-1 0 0,-111-89-362 0 0,0-1 0 0 0,-1 1 1 0 0,1-1-1 0 0,-1 1 0 0 0,1 0 0 0 0,-1 0 1 0 0,0 0-1 0 0,0 0 0 0 0,0 1 0 0 0,-1-1 0 0 0,1 0 1 0 0,-1 1-1 0 0,1 0 0 0 0,-1-1 0 0 0,0 1 1 0 0,-1-1-1 0 0,1 1 0 0 0,-1 0 0 0 0,1 0 0 0 0,-1-1 1 0 0,0 1-1 0 0,-1 0 0 0 0,1 0 0 0 0,-1-1 1 0 0,1 1-1 0 0,-1 0 0 0 0,0-1 0 0 0,-1 1 0 0 0,1-1 1 0 0,0 1-1 0 0,-1-1 0 0 0,0 0 0 0 0,0 1 1 0 0,0-1-1 0 0,0 0 0 0 0,0 0 0 0 0,-1 0 0 0 0,-4 4 1 0 0,-12 12 65 0 0,-1 0 0 0 0,-1-1 0 0 0,-1-1 0 0 0,0-1 0 0 0,-31 16 0 0 0,19-11-283 0 0,-43 35 1 0 0,62-42-260 0 0,-20 15-515 0 0,12-16-2516 0 0,32-28-4132 0 0,-3 4 5887 0 0,-1 4 526 0 0,22-24-3127 0 0,1 19-176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1:59.2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1 5553 0 0,'0'0'251'0'0,"1"0"-1"0"0,0 1 0 0 0,0-1 1 0 0,0 1-1 0 0,-1 0 0 0 0,1-1 1 0 0,0 1-1 0 0,-1-1 0 0 0,1 1 1 0 0,0 0-1 0 0,-1 0 0 0 0,1-1 1 0 0,-1 1-1 0 0,1 0 0 0 0,-1 0 1 0 0,1 0-1 0 0,-1 0 0 0 0,0 0 1 0 0,1-1-1 0 0,-1 1 0 0 0,0 0 1 0 0,0 0-1 0 0,0 0 1 0 0,0 0-1 0 0,0 0 0 0 0,0 2 1 0 0,2 26 979 0 0,-6 14-148 0 0,-12 48 0 0 0,3-12-1516 0 0,6-1-4762 0 0,2-106-332 0 0,1 15 2651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1:59.6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89 5993 0 0,'-1'1'54'0'0,"1"0"-1"0"0,0-1 0 0 0,-1 1 1 0 0,1 0-1 0 0,0 0 0 0 0,-1 0 1 0 0,1 0-1 0 0,0 0 0 0 0,0-1 1 0 0,0 1-1 0 0,0 0 0 0 0,0 0 1 0 0,0 0-1 0 0,0 0 0 0 0,0 0 1 0 0,1 0-1 0 0,-1-1 1 0 0,0 1-1 0 0,0 0 0 0 0,1 0 1 0 0,-1 0-1 0 0,0-1 0 0 0,1 1 1 0 0,-1 0-1 0 0,1 0 0 0 0,-1-1 1 0 0,1 1-1 0 0,0 0 0 0 0,0 0 1 0 0,1 0 153 0 0,0 0 1 0 0,-1 0 0 0 0,1-1 0 0 0,0 1 0 0 0,0-1-1 0 0,0 1 1 0 0,0-1 0 0 0,0 0 0 0 0,0 1-1 0 0,0-1 1 0 0,0 0 0 0 0,4-1 0 0 0,10-1 1357 0 0,0-1 1 0 0,26-8 0 0 0,-30 8-1269 0 0,33-9-2645 0 0,-1-1 1 0 0,0-2-1 0 0,51-26 1 0 0,-95 41 2278 0 0,1 0 0 0 0,-1-1-1 0 0,0 1 1 0 0,1 0 0 0 0,-1 0 0 0 0,0-1 0 0 0,1 1 0 0 0,-1 0 0 0 0,0 0 0 0 0,1-1 0 0 0,-1 1 0 0 0,0 0 0 0 0,0-1 0 0 0,0 1 0 0 0,1 0 0 0 0,-1-1 0 0 0,0 1 0 0 0,0 0 0 0 0,0-1 0 0 0,0 1 0 0 0,0-1 0 0 0,0 1 0 0 0,1 0 0 0 0,-1-1 0 0 0,0 1 0 0 0,0-1 0 0 0,0 1 0 0 0,0 0 0 0 0,-1-1 0 0 0,1-3-653 0 0,3 0-1512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1:59.9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113 0 2200 0 0,'-8'8'377'0'0,"0"-1"-1"0"0,1 2 0 0 0,0-1 1 0 0,0 0-1 0 0,1 1 0 0 0,0 1 1 0 0,1-1-1 0 0,0 1 0 0 0,0 0 0 0 0,-5 17 1 0 0,8-19-313 0 0,-1 0 0 0 0,1 0 0 0 0,1 0 1 0 0,0 1-1 0 0,0-1 0 0 0,0 0 0 0 0,1 0 0 0 0,1 1 1 0 0,-1-1-1 0 0,1 0 0 0 0,1 0 0 0 0,-1 0 0 0 0,1 0 1 0 0,5 13-1 0 0,-5-18-23 0 0,-1-1 0 0 0,1 1 0 0 0,-1-1 0 0 0,1 0 0 0 0,0 0 1 0 0,0 0-1 0 0,0 0 0 0 0,0 0 0 0 0,0 0 0 0 0,1-1 0 0 0,-1 1 0 0 0,0-1 0 0 0,1 1 0 0 0,-1-1 1 0 0,1 0-1 0 0,-1 0 0 0 0,1 0 0 0 0,0 0 0 0 0,0 0 0 0 0,-1-1 0 0 0,1 1 0 0 0,0-1 0 0 0,0 0 1 0 0,-1 0-1 0 0,1 0 0 0 0,0 0 0 0 0,0 0 0 0 0,0-1 0 0 0,-1 1 0 0 0,1-1 0 0 0,0 0 0 0 0,0 0 1 0 0,-1 0-1 0 0,4-1 0 0 0,3-2 330 0 0,0 1 0 0 0,-1-1 1 0 0,1-1-1 0 0,-1 0 1 0 0,0 0-1 0 0,0 0 0 0 0,-1-1 1 0 0,14-13-1 0 0,-18 15-176 0 0,0 1 1 0 0,0-1-1 0 0,0 1 0 0 0,-1-1 0 0 0,1 0 1 0 0,-1 0-1 0 0,0 0 0 0 0,0 0 1 0 0,0-1-1 0 0,-1 1 0 0 0,0 0 1 0 0,0-1-1 0 0,0 1 0 0 0,0-1 1 0 0,0-7-1 0 0,-2 9-121 0 0,1 0-1 0 0,-1 0 1 0 0,0 0-1 0 0,0 1 1 0 0,0-1-1 0 0,0 0 1 0 0,0 1 0 0 0,-1-1-1 0 0,1 1 1 0 0,-1-1-1 0 0,1 1 1 0 0,-1 0 0 0 0,0-1-1 0 0,0 1 1 0 0,0 0-1 0 0,0 0 1 0 0,-1 1 0 0 0,1-1-1 0 0,0 0 1 0 0,-1 1-1 0 0,0-1 1 0 0,1 1 0 0 0,-1 0-1 0 0,0 0 1 0 0,-4-1-1 0 0,-3-1-150 0 0,0 0 1 0 0,0 1-1 0 0,0 0 0 0 0,0 1 0 0 0,0 0 0 0 0,0 0 0 0 0,-1 1 0 0 0,-10 2 0 0 0,-31 10-2947 0 0,47-10 2019 0 0,0 1 1 0 0,0-1-1 0 0,1 1 1 0 0,-1 0-1 0 0,1 0 0 0 0,-1 0 1 0 0,-4 5-1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00.3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1 4905 0 0,'-13'87'7039'0'0,"5"47"-5253"0"0,2-29-1374 0 0,4-90-946 0 0,2 0 0 0 0,1 30 0 0 0,8-60-3774 0 0,0-13 2759 0 0,-3-5 187 0 0,2-52 0 0 0,-7 5 2971 0 0,-1 82-1415 0 0,0 0-1 0 0,0 0 1 0 0,0-1 0 0 0,0 1-1 0 0,0 0 1 0 0,1 0 0 0 0,-1 0-1 0 0,1-1 1 0 0,-1 1 0 0 0,1 0-1 0 0,-1 0 1 0 0,1-1 0 0 0,0 1 0 0 0,0-1-1 0 0,0 1 1 0 0,0-1 0 0 0,0 1-1 0 0,0-1 1 0 0,1 1 0 0 0,-1-1-1 0 0,0 0 1 0 0,1 0 0 0 0,-1 0-1 0 0,1 1 1 0 0,2 0 0 0 0,0 0-89 0 0,0-1 0 0 0,0 0 0 0 0,1 0-1 0 0,-1-1 1 0 0,0 1 0 0 0,0-1 0 0 0,1 0 0 0 0,-1 0 0 0 0,0 0 0 0 0,8-2 0 0 0,6-2-600 0 0,0 0 0 0 0,-1-1 0 0 0,0-1 0 0 0,23-12 0 0 0,-24 8-1202 0 0,-15 10 1635 0 0,-1 0 0 0 0,0 0 0 0 0,0 0-1 0 0,1-1 1 0 0,-1 1 0 0 0,0 0 0 0 0,0 0-1 0 0,1 0 1 0 0,-1-1 0 0 0,0 1-1 0 0,0 0 1 0 0,0 0 0 0 0,1 0 0 0 0,-1-1-1 0 0,0 1 1 0 0,0 0 0 0 0,0-1-1 0 0,0 1 1 0 0,0 0 0 0 0,0 0 0 0 0,1-1-1 0 0,-1 1 1 0 0,0 0 0 0 0,0-1 0 0 0,0 1-1 0 0,0 0 1 0 0,0 0 0 0 0,0-1-1 0 0,0 1 1 0 0,0 0 0 0 0,0-1 0 0 0,0 1-1 0 0,0 0 1 0 0,-1 0 0 0 0,1-1-1 0 0,0 1 1 0 0,0 0 0 0 0,0-1 0 0 0,0 1-1 0 0,0 0 1 0 0,0 0 0 0 0,-1-1-1 0 0,1 1 1 0 0,0 0 0 0 0,0 0 0 0 0,0 0-1 0 0,-1-1 1 0 0,1 1 0 0 0,0 0 0 0 0,-1 0-1 0 0,-3-1-2675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00.7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1 2953 0 0,'-4'9'621'0'0,"0"0"1"0"0,0 1 0 0 0,1 0-1 0 0,0-1 1 0 0,1 1 0 0 0,0 0-1 0 0,1 1 1 0 0,0-1 0 0 0,1 18 0 0 0,0-26-535 0 0,0 1 0 0 0,0 0 0 0 0,0 0 0 0 0,1-1 0 0 0,0 1 1 0 0,-1 0-1 0 0,1-1 0 0 0,0 1 0 0 0,0-1 0 0 0,1 1 1 0 0,-1-1-1 0 0,0 1 0 0 0,1-1 0 0 0,0 0 0 0 0,-1 0 0 0 0,1 0 1 0 0,0 0-1 0 0,0 0 0 0 0,0 0 0 0 0,0 0 0 0 0,0-1 1 0 0,1 1-1 0 0,-1-1 0 0 0,0 1 0 0 0,1-1 0 0 0,-1 0 0 0 0,1 0 1 0 0,0 0-1 0 0,-1 0 0 0 0,1-1 0 0 0,0 1 0 0 0,-1-1 1 0 0,1 1-1 0 0,0-1 0 0 0,0 0 0 0 0,-1 0 0 0 0,1 0 1 0 0,0-1-1 0 0,0 1 0 0 0,4-2 0 0 0,23-3 1161 0 0,45-14 1 0 0,28-5-108 0 0,-96 23-1320 0 0,-1 0 0 0 0,0-1 0 0 0,1 0 0 0 0,-1 0 0 0 0,0 0 0 0 0,8-4 0 0 0,-9 3-616 0 0,0 0 1 0 0,-1 0 0 0 0,1-1-1 0 0,-1 1 1 0 0,0-1-1 0 0,0 0 1 0 0,0 0 0 0 0,-1-1-1 0 0,1 1 1 0 0,-1-1-1 0 0,5-9 1 0 0,-1 1-2714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01.0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53 4569 0 0,'0'1'145'0'0,"1"0"1"0"0,-1 0-1 0 0,1 0 0 0 0,-1 0 1 0 0,1 0-1 0 0,0-1 0 0 0,-1 1 1 0 0,1 0-1 0 0,0 0 0 0 0,0-1 1 0 0,-1 1-1 0 0,1 0 0 0 0,0-1 1 0 0,0 1-1 0 0,0 0 0 0 0,0-1 0 0 0,0 0 1 0 0,0 1-1 0 0,0-1 0 0 0,0 1 1 0 0,0-1-1 0 0,0 0 0 0 0,0 0 1 0 0,0 0-1 0 0,0 0 0 0 0,0 1 1 0 0,0-2-1 0 0,1 1 0 0 0,-1 0 1 0 0,2 0-1 0 0,34-3 1874 0 0,-25 0-1473 0 0,-1-1 0 0 0,0-1 0 0 0,0 0-1 0 0,16-9 1 0 0,-20 9-238 0 0,1 1 0 0 0,-1 0 0 0 0,1 0 0 0 0,0 0 0 0 0,1 1-1 0 0,-1 1 1 0 0,0-1 0 0 0,1 1 0 0 0,10 0 0 0 0,-18 2-257 0 0,1 0 0 0 0,0 1 0 0 0,0-1 1 0 0,0 1-1 0 0,-1-1 0 0 0,1 1 0 0 0,0 0 0 0 0,-1 0 0 0 0,1 0 0 0 0,-1 0 0 0 0,1 0 1 0 0,-1 0-1 0 0,1 0 0 0 0,-1 1 0 0 0,0-1 0 0 0,1 0 0 0 0,-1 1 0 0 0,0-1 1 0 0,0 1-1 0 0,0 0 0 0 0,0-1 0 0 0,0 1 0 0 0,-1 0 0 0 0,1-1 0 0 0,0 1 1 0 0,-1 0-1 0 0,0 0 0 0 0,1-1 0 0 0,-1 4 0 0 0,8 65 25 0 0,-7-51-43 0 0,-1 144-2958 0 0,-2-73-3379 0 0,2-89 6245 0 0,0-1-36 0 0,0 1 1 0 0,0-1-1 0 0,-1 0 0 0 0,1 1 0 0 0,0-1 0 0 0,0 0 0 0 0,0 0 1 0 0,0 1-1 0 0,0-1 0 0 0,0 0 0 0 0,0 1 0 0 0,0-1 1 0 0,0 0-1 0 0,0 1 0 0 0,0-1 0 0 0,0 1 0 0 0,0-1 1 0 0,0 0-1 0 0,0 1 0 0 0,0-1 0 0 0,0 0 0 0 0,0 0 1 0 0,0 1-1 0 0,0-1 0 0 0,1 0 0 0 0,-1 1 0 0 0,0-1 1 0 0,0 0-1 0 0,0 1 0 0 0,1-1 0 0 0,-1 0 0 0 0,0 0 1 0 0,0 1-1 0 0,1-1 0 0 0,-1 0 0 0 0,0 0 0 0 0,0 0 1 0 0,1 0-1 0 0,-1 1 0 0 0,0-1 0 0 0,1 0 0 0 0,-1 0 1 0 0,0 0-1 0 0,1 0 0 0 0,-1 0 0 0 0,0 0 0 0 0,1 0 0 0 0,-1 0 1 0 0,0 0-1 0 0,1 0 0 0 0,-1 0 0 0 0,4-3-2567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01.5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34 3897 0 0,'1'1'261'0'0,"0"0"0"0"0,0 0 0 0 0,-1 0 0 0 0,1 0 0 0 0,0 0 0 0 0,0 0 0 0 0,-1 0 0 0 0,1 0 0 0 0,-1 0-1 0 0,1 0 1 0 0,-1 0 0 0 0,1 0 0 0 0,-1 0 0 0 0,0 1 0 0 0,1-1 0 0 0,-1 0 0 0 0,0 0 0 0 0,0 0 0 0 0,0 1 0 0 0,0-1 0 0 0,0 0 0 0 0,0 0 0 0 0,-1 0 0 0 0,1 1 0 0 0,0 0 0 0 0,-11 42 3472 0 0,6-22-2597 0 0,4-3-1190 0 0,1 0 0 0 0,1 0-1 0 0,1 0 1 0 0,1 0 0 0 0,0 0 0 0 0,1 0-1 0 0,1-1 1 0 0,1 0 0 0 0,14 30 0 0 0,-21-73-3693 0 0,4-37 3020 0 0,-3 56 589 0 0,1-14 93 0 0,-1 11 138 0 0,0 0 0 0 0,0 0 1 0 0,1 0-1 0 0,4-14 0 0 0,42 19 4202 0 0,-44 3-4291 0 0,13-7 17 0 0,0 0 0 0 0,-1-1 1 0 0,0-1-1 0 0,16-13 0 0 0,-28 20-19 0 0,0 1 0 0 0,0-1 0 0 0,0 0 0 0 0,0-1-1 0 0,-1 1 1 0 0,1 0 0 0 0,-1-1 0 0 0,0 0 0 0 0,0 1 0 0 0,0-1-1 0 0,-1 0 1 0 0,1 0 0 0 0,-1 0 0 0 0,0 0 0 0 0,0 0 0 0 0,0 0-1 0 0,0 0 1 0 0,-1 0 0 0 0,0 0 0 0 0,0-1 0 0 0,0 1 0 0 0,0 0-1 0 0,-2-7 1 0 0,2 11 19 0 0,0-1 0 0 0,-1 0 0 0 0,1 0 0 0 0,0 0-1 0 0,-1 1 1 0 0,1-1 0 0 0,0 0 0 0 0,-1 0 0 0 0,1 1-1 0 0,-1-1 1 0 0,1 0 0 0 0,-1 1 0 0 0,1-1 0 0 0,-1 0 0 0 0,0 1-1 0 0,1-1 1 0 0,-1 1 0 0 0,0-1 0 0 0,0 1 0 0 0,1-1-1 0 0,-1 1 1 0 0,0 0 0 0 0,0-1 0 0 0,-1 1 0 0 0,2 0-8 0 0,-1 0 0 0 0,1 0 0 0 0,0 0 0 0 0,-1 0 0 0 0,1 0 0 0 0,-1 1 0 0 0,1-1 0 0 0,0 0 0 0 0,-1 0 0 0 0,1 1 0 0 0,0-1 0 0 0,-1 0 0 0 0,1 0 0 0 0,0 1 0 0 0,-1-1 0 0 0,1 0 0 0 0,0 1 0 0 0,0-1 0 0 0,-1 1 0 0 0,1-1-1 0 0,0 0 1 0 0,0 1 0 0 0,0-1 0 0 0,-1 1 0 0 0,1-1 0 0 0,0 0 0 0 0,0 1 0 0 0,0-1 0 0 0,0 1 0 0 0,0-1 0 0 0,0 1 0 0 0,0-1 0 0 0,0 0 0 0 0,0 1 0 0 0,0-1 0 0 0,0 1 0 0 0,0-1 0 0 0,1 1 0 0 0,-1-1 0 0 0,0 0 0 0 0,0 1 0 0 0,0-1 0 0 0,0 1 0 0 0,1-1 0 0 0,-1 0 0 0 0,0 1 0 0 0,0-1 0 0 0,1 0 0 0 0,-1 1 0 0 0,1-1 0 0 0,10 35 600 0 0,-1 0 0 0 0,-1 1 0 0 0,-3 0 0 0 0,0 0 1 0 0,0 46-1 0 0,-6-27-1275 0 0,-2 0 0 0 0,-18 100 1 0 0,26-172-6492 0 0,-1 0 6064 0 0,0-1 0 0 0,-2 0 0 0 0,0 0-1 0 0,1-21 1 0 0,-9-1-713 0 0,9 7-773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01.9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 5201 0 0,'18'-7'5743'0'0,"4"-1"-2996"0"0,-18 8-2640 0 0,13-1 1254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02.2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5905 0 0,'1'64'8350'0'0,"4"-39"-7057"0"0,-4-25-1317 0 0,-1 0 0 0 0,0 0 0 0 0,0 0-1 0 0,0 0 1 0 0,0-1 0 0 0,0 1 0 0 0,0 0 0 0 0,0 0 0 0 0,0 0 0 0 0,1 0 0 0 0,-1 0 0 0 0,0 0 0 0 0,0 0 0 0 0,0 0 0 0 0,0 0 0 0 0,0 0 0 0 0,1 0-1 0 0,-1 0 1 0 0,0 0 0 0 0,0 0 0 0 0,0-1 0 0 0,0 1 0 0 0,0 0 0 0 0,1 0 0 0 0,-1 1 0 0 0,0-1 0 0 0,0 0 0 0 0,0 0 0 0 0,0 0 0 0 0,0 0-1 0 0,1 0 1 0 0,-1 0 0 0 0,0 0 0 0 0,0 0 0 0 0,0 0 0 0 0,0 0 0 0 0,0 0 0 0 0,0 0 0 0 0,0 0 0 0 0,1 0 0 0 0,-1 0 0 0 0,0 1 0 0 0,0-1 0 0 0,0 0-1 0 0,0 0 1 0 0,0 0 0 0 0,0 0 0 0 0,0 0 0 0 0,0 0 0 0 0,0 1 0 0 0,0-1 0 0 0,1 0 0 0 0,-1 0 0 0 0,0 0 0 0 0,0 0 0 0 0,0 0 0 0 0,0 1-1 0 0,0-1 1 0 0,0 0 0 0 0,0 0 0 0 0,0 0 0 0 0,0 0 0 0 0,0 1 0 0 0,18-59-7684 0 0,-11 37 3721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1.7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53 5121 0 0,'3'1'350'0'0,"-1"1"0"0"0,0-1-1 0 0,0 0 1 0 0,0 0 0 0 0,1 0-1 0 0,-1-1 1 0 0,0 1 0 0 0,1-1 0 0 0,-1 1-1 0 0,1-1 1 0 0,-1 0 0 0 0,1 0 0 0 0,-1 0-1 0 0,0 0 1 0 0,5-1 0 0 0,46-7 1162 0 0,-36 4-554 0 0,36-5 866 0 0,96-30-1 0 0,-161 45-3907 0 0,6-2 1606 0 0,1 0-1 0 0,-1-1 0 0 0,-1 0 0 0 0,1 0 0 0 0,0-1 0 0 0,-1 0 1 0 0,1 0-1 0 0,-9 2 0 0 0,-6-3 288 0 0,14-1 292 0 0,0 0 1 0 0,1 1 0 0 0,-1 0-1 0 0,0 0 1 0 0,0 1-1 0 0,-7 2 1 0 0,11-2 30 0 0,0-1 0 0 0,0 1 1 0 0,1 0-1 0 0,-1 0 0 0 0,0 0 0 0 0,1 1 1 0 0,-1-1-1 0 0,1 0 0 0 0,0 1 1 0 0,0 0-1 0 0,0-1 0 0 0,0 1 0 0 0,1 0 1 0 0,-1 0-1 0 0,1 0 0 0 0,-2 4 0 0 0,-1 3 466 0 0,1 0-1 0 0,1 0 0 0 0,-1 0 0 0 0,2 0 0 0 0,-1 1 0 0 0,2-1 0 0 0,0 18 0 0 0,11 77 661 0 0,-1-37-1335 0 0,-9-34-33 0 0,-1-22 75 0 0,1 0 0 0 0,0-1 0 0 0,1 1 0 0 0,4 15-1 0 0,-6-26 36 0 0,1 0-1 0 0,0-1 0 0 0,0 1 0 0 0,0 0 1 0 0,-1 0-1 0 0,1-1 0 0 0,0 1 1 0 0,0-1-1 0 0,0 1 0 0 0,0-1 0 0 0,0 1 1 0 0,0-1-1 0 0,0 0 0 0 0,0 1 0 0 0,0-1 1 0 0,1 0-1 0 0,-1 0 0 0 0,0 0 1 0 0,0 0-1 0 0,0 1 0 0 0,0-2 0 0 0,0 1 1 0 0,0 0-1 0 0,0 0 0 0 0,0 0 1 0 0,0 0-1 0 0,0-1 0 0 0,2 0 0 0 0,41-11 55 0 0,-33 8-17 0 0,14-3-199 0 0,-2-1 566 0 0,45-7-1 0 0,-62 14-621 0 0,0 0 1 0 0,-1 1-1 0 0,1 0 0 0 0,0 0 0 0 0,0 0 1 0 0,0 1-1 0 0,-1-1 0 0 0,1 1 0 0 0,0 1 1 0 0,0-1-1 0 0,-1 1 0 0 0,1 0 0 0 0,6 4 1 0 0,-12-6 55 0 0,0 0 0 0 0,1 0 0 0 0,-1 0 0 0 0,0 1 0 0 0,1-1 1 0 0,-1 0-1 0 0,0 0 0 0 0,1 0 0 0 0,-1 0 0 0 0,0 0 1 0 0,1 0-1 0 0,-1 0 0 0 0,0 0 0 0 0,1 0 0 0 0,-1 0 0 0 0,1 0 1 0 0,-1 0-1 0 0,0 0 0 0 0,1 0 0 0 0,-1 0 0 0 0,0 0 0 0 0,1 0 1 0 0,-1 0-1 0 0,0 0 0 0 0,1 0 0 0 0,-1-1 0 0 0,0 1 1 0 0,1 0-1 0 0,-1 0 0 0 0,0 0 0 0 0,1-1 0 0 0,-1 1 0 0 0,0 0 1 0 0,0 0-1 0 0,1-1 0 0 0,-1 1 0 0 0,0 0 0 0 0,0-1 1 0 0,0 1-1 0 0,1 0 0 0 0,-1-1 0 0 0,0 1 0 0 0,0 0 0 0 0,0-1 1 0 0,0 1-1 0 0,0 0 0 0 0,0-1 0 0 0,0 1 0 0 0,0-1 1 0 0,7-7-3260 0 0,4 10 265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2.0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58 6169 0 0,'-13'11'4827'0'0,"24"-7"-2393"0"0,31-4-1272 0 0,-35 0-964 0 0,16-1-47 0 0,1-1 0 0 0,-1 0-1 0 0,26-7 1 0 0,-34 5-922 0 0,-1 0 0 0 0,1-1-1 0 0,16-8 1 0 0,-29 12 322 0 0,-1 0-1 0 0,1 0 1 0 0,0 0-1 0 0,0 0 1 0 0,-1-1-1 0 0,1 1 1 0 0,-1-1 0 0 0,1 1-1 0 0,-1-1 1 0 0,0 1-1 0 0,1-1 1 0 0,-1 0-1 0 0,1-2 1 0 0,3-6-3423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2.4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0 4193 0 0,'-5'20'1060'0'0,"0"1"1"0"0,1-1-1 0 0,1 0 0 0 0,1 1 1 0 0,1 0-1 0 0,2 26 0 0 0,18 128-736 0 0,-6-85-314 0 0,-10-72-397 0 0,-2-13-25 0 0,0 0 0 0 0,0 0-1 0 0,-1 0 1 0 0,1 0 0 0 0,-1 1-1 0 0,0-1 1 0 0,0 0 0 0 0,-1 0-1 0 0,0 0 1 0 0,-2 10 0 0 0,-11-22-3080 0 0,12 2 765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2.8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58 5257 0 0,'1'2'274'0'0,"0"1"-1"0"0,0-1 1 0 0,1 0-1 0 0,-1 0 1 0 0,0 0-1 0 0,1 0 1 0 0,-1 0-1 0 0,1 0 1 0 0,0 0-1 0 0,0-1 1 0 0,0 1-1 0 0,0 0 1 0 0,0-1-1 0 0,0 0 1 0 0,0 1-1 0 0,0-1 1 0 0,1 0-1 0 0,-1 0 1 0 0,0 0-1 0 0,1-1 1 0 0,-1 1-1 0 0,1-1 1 0 0,-1 1-1 0 0,1-1 1 0 0,-1 0-1 0 0,1 1 1 0 0,4-2-1 0 0,9 0 355 0 0,0 0-1 0 0,0-1 0 0 0,22-6 1 0 0,-8 2 609 0 0,132-23 1690 0 0,-21 3-5092 0 0,-162 24-6162 0 0,-27-9 4318 0 0,25 6 1939 0 0,8 2-60 0 0</inkml:trace>
  <inkml:trace contextRef="#ctx0" brushRef="#br0" timeOffset="1">242 47 1752 0 0,'-4'14'912'0'0,"1"0"-1"0"0,1 0 0 0 0,0 0 0 0 0,1 1 0 0 0,0-1 1 0 0,2 21-1 0 0,14 89 1967 0 0,-11-98-2723 0 0,-3-21-291 0 0,-1 0 1 0 0,1 0-1 0 0,0-1 1 0 0,1 1-1 0 0,-1-1 1 0 0,4 9-1 0 0,-5-13 48 0 0,1 0 0 0 0,-1 1 1 0 0,0-1-1 0 0,0 0 0 0 0,1 1 0 0 0,-1-1 0 0 0,0 0 1 0 0,1 1-1 0 0,-1-1 0 0 0,0 0 0 0 0,1 0 0 0 0,-1 1 0 0 0,1-1 1 0 0,-1 0-1 0 0,0 0 0 0 0,1 0 0 0 0,-1 0 0 0 0,1 0 1 0 0,-1 1-1 0 0,1-1 0 0 0,-1 0 0 0 0,0 0 0 0 0,1 0 1 0 0,-1 0-1 0 0,1 0 0 0 0,-1 0 0 0 0,1-1 0 0 0,17-12-3127 0 0,-9 5 410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3.2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317 1 5593 0 0,'-1'21'1982'0'0,"0"1"-1"0"0,3 35 1 0 0,0 12-695 0 0,-1-30-956 0 0,0-28-596 0 0,-1 1 0 0 0,0 0-1 0 0,-1 0 1 0 0,-4 21-1 0 0,5-33 185 0 0,0 1 0 0 0,0-1-1 0 0,0 0 1 0 0,0 1 0 0 0,0-1 0 0 0,0 0-1 0 0,0 1 1 0 0,0-1 0 0 0,-1 0-1 0 0,1 1 1 0 0,0-1 0 0 0,0 0 0 0 0,0 0-1 0 0,-1 1 1 0 0,1-1 0 0 0,0 0-1 0 0,0 0 1 0 0,-1 1 0 0 0,1-1 0 0 0,0 0-1 0 0,-1 0 1 0 0,1 0 0 0 0,0 0 0 0 0,0 1-1 0 0,-1-1 1 0 0,1 0 0 0 0,0 0-1 0 0,-1 0 1 0 0,1 0 0 0 0,0 0 0 0 0,-1 0-1 0 0,1 0 1 0 0,-1 0 0 0 0,1 0 0 0 0,0 0-1 0 0,-1 0 1 0 0,1 0 0 0 0,0 0-1 0 0,-1 0 1 0 0,1 0 0 0 0,0 0 0 0 0,-1 0-1 0 0,1-1 1 0 0,0 1 0 0 0,-1 0-1 0 0,1 0 1 0 0,0 0 0 0 0,0 0 0 0 0,-1-1-1 0 0,1 1 1 0 0,0 0 0 0 0,-1-1 0 0 0,-17-16-2924 0 0,12 10 1257 0 0,-2 0-365 0 0</inkml:trace>
  <inkml:trace contextRef="#ctx0" brushRef="#br0" timeOffset="1">16 251 3953 0 0,'-2'2'336'0'0,"1"0"-1"0"0,-1 0 1 0 0,1 0 0 0 0,0 0 0 0 0,-1 0 0 0 0,1 0 0 0 0,0 0-1 0 0,0 0 1 0 0,0 1 0 0 0,1-1 0 0 0,-1 0 0 0 0,0 1 0 0 0,1-1-1 0 0,0 0 1 0 0,-1 1 0 0 0,1-1 0 0 0,0 0 0 0 0,0 1-1 0 0,1-1 1 0 0,-1 1 0 0 0,0-1 0 0 0,1 0 0 0 0,-1 1 0 0 0,1-1-1 0 0,0 0 1 0 0,0 0 0 0 0,2 5 0 0 0,-1-5-150 0 0,-1 0 1 0 0,1-1 0 0 0,0 1-1 0 0,0 0 1 0 0,0-1-1 0 0,1 1 1 0 0,-1-1-1 0 0,0 1 1 0 0,0-1 0 0 0,1 0-1 0 0,-1 0 1 0 0,1 0-1 0 0,-1 0 1 0 0,1-1-1 0 0,-1 1 1 0 0,6 0 0 0 0,27 1 561 0 0,1-1 1 0 0,0-2-1 0 0,-1-2 1 0 0,48-8 0 0 0,39-4-2996 0 0,-122 15 2227 0 0,24-4-3902 0 0,-10-4-1652 0 0,-8 2 395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3.6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 44 5705 0 0,'-23'10'6000'0'0,"21"-10"-5902"0"0,0 1 1 0 0,0 0 0 0 0,0-1-1 0 0,0 1 1 0 0,0 0-1 0 0,0 0 1 0 0,0 0-1 0 0,0 1 1 0 0,0-1 0 0 0,0 0-1 0 0,0 1 1 0 0,1-1-1 0 0,-1 1 1 0 0,1-1-1 0 0,-1 1 1 0 0,1 0 0 0 0,-1 0-1 0 0,1 0 1 0 0,0 0-1 0 0,0 0 1 0 0,0 0-1 0 0,0 0 1 0 0,0 0 0 0 0,1 0-1 0 0,-1 0 1 0 0,1 0-1 0 0,-1 1 1 0 0,1-1-1 0 0,0 0 1 0 0,0 0 0 0 0,0 3-1 0 0,-1 2-194 0 0,1 1 0 0 0,-1-1 0 0 0,2 0 0 0 0,-1 1 1 0 0,1-1-1 0 0,0 0 0 0 0,0 1 0 0 0,1-1 0 0 0,0 0 0 0 0,1 0 0 0 0,-1 0 0 0 0,1-1 0 0 0,1 1 0 0 0,-1-1 0 0 0,1 1 0 0 0,0-1 0 0 0,9 11 0 0 0,-9-14 107 0 0,0 1 0 0 0,0-1 0 0 0,0 0 0 0 0,0 0 0 0 0,0-1 0 0 0,1 1 0 0 0,-1-1 0 0 0,1 0 0 0 0,-1 0-1 0 0,1 0 1 0 0,0-1 0 0 0,0 1 0 0 0,0-1 0 0 0,0 0 0 0 0,0-1 0 0 0,0 1 0 0 0,0-1 0 0 0,0 0 0 0 0,0 0 0 0 0,0-1-1 0 0,0 0 1 0 0,0 1 0 0 0,0-2 0 0 0,0 1 0 0 0,0 0 0 0 0,7-4 0 0 0,-4 1 224 0 0,0 0 0 0 0,0 0 0 0 0,0-1 0 0 0,0 0 0 0 0,-1-1 0 0 0,0 1 1 0 0,0-1-1 0 0,0 0 0 0 0,-1-1 0 0 0,0 0 0 0 0,6-9 0 0 0,-10 14-146 0 0,-1 0 1 0 0,0-1-1 0 0,0 1 0 0 0,1-1 0 0 0,-2 1 0 0 0,1-1 1 0 0,0 1-1 0 0,0-1 0 0 0,-1 1 0 0 0,1-1 1 0 0,-1 0-1 0 0,0 1 0 0 0,0-1 0 0 0,0 0 1 0 0,0 1-1 0 0,-1-1 0 0 0,0-3 0 0 0,0 3-45 0 0,0 0-1 0 0,-1 0 1 0 0,1 0-1 0 0,-1 1 1 0 0,0-1-1 0 0,0 0 1 0 0,0 1-1 0 0,0-1 1 0 0,-1 1-1 0 0,1 0 1 0 0,-1 0-1 0 0,1 0 1 0 0,-1 0-1 0 0,0 0 1 0 0,0 0-1 0 0,0 1 1 0 0,-4-2-1 0 0,-6-2-543 0 0,0 0 0 0 0,0 1 1 0 0,0 1-1 0 0,-18-2 0 0 0,17 3-1281 0 0,0-1 0 0 0,-29-10 0 0 0,39 12 1313 0 0,0-1 0 0 0,0 0 0 0 0,0-1 0 0 0,0 1 1 0 0,0-1-1 0 0,1 1 0 0 0,-1-1 0 0 0,1 0 0 0 0,-1-1 0 0 0,1 1 0 0 0,0 0 1 0 0,1-1-1 0 0,-5-6 0 0 0,2-5-2385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4.0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81 6473 0 0,'2'3'577'0'0,"0"0"-1"0"0,0-1 0 0 0,1 1 1 0 0,-1-1-1 0 0,1 1 0 0 0,0-1 1 0 0,-1 0-1 0 0,1 0 1 0 0,0 0-1 0 0,0-1 0 0 0,1 1 1 0 0,-1-1-1 0 0,6 3 0 0 0,-1-2-112 0 0,0-1 0 0 0,0 1 0 0 0,0-1 0 0 0,0-1 0 0 0,14 0 0 0 0,-3-1-374 0 0,0-2 0 0 0,-1 0 1 0 0,1-1-1 0 0,25-9 0 0 0,-39 12-39 0 0,8-4-661 0 0,-1 1 0 0 0,1-1-1 0 0,14-10 1 0 0,-24 14 138 0 0,-1-1-1 0 0,1 1 0 0 0,-1-1 1 0 0,0 0-1 0 0,0 0 1 0 0,0 0-1 0 0,0 0 1 0 0,0 0-1 0 0,0 0 0 0 0,-1 0 1 0 0,1-1-1 0 0,-1 1 1 0 0,1-1-1 0 0,-1 1 0 0 0,0-1 1 0 0,0 1-1 0 0,0-1 1 0 0,0 0-1 0 0,-1 0 1 0 0,1 1-1 0 0,0-6 0 0 0,-1-3-2781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4.4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6801 0 0,'1'80'7456'0'0,"1"0"-3448"0"0,13 160-3511 0 0,-6-107-958 0 0,-9-132 407 0 0,8 64-3051 0 0,-7-61 2477 0 0,0 0-1 0 0,0 0 1 0 0,0 0 0 0 0,1-1 0 0 0,0 1-1 0 0,0 0 1 0 0,0-1 0 0 0,3 4-1 0 0,-5-7 558 0 0,0 1 0 0 0,0-1 0 0 0,0 0 0 0 0,0 0 0 0 0,0 0 0 0 0,0 1 0 0 0,0-1 0 0 0,0 0 0 0 0,1 0 0 0 0,-1 0 0 0 0,0 0 0 0 0,0 0 0 0 0,0 1 0 0 0,0-1 0 0 0,1 0 0 0 0,-1 0 0 0 0,0 0 0 0 0,0 0 0 0 0,0 0 0 0 0,1 0 0 0 0,-1 0 0 0 0,0 0 0 0 0,0 1 0 0 0,0-1 0 0 0,1 0 0 0 0,-1 0 0 0 0,0 0 0 0 0,0 0 0 0 0,0 0 0 0 0,1 0 0 0 0,-1 0 0 0 0,0 0 0 0 0,0 0 0 0 0,1-1 0 0 0,-1 1 0 0 0,0 0 0 0 0,0 0 0 0 0,0 0 0 0 0,1 0 0 0 0,-1 0 0 0 0,0 0 0 0 0,0 0 0 0 0,0 0 0 0 0,0 0 0 0 0,1-1 0 0 0,-1 1 0 0 0,0 0 0 0 0,0 0 0 0 0,0 0 0 0 0,0 0 0 0 0,0-1 0 0 0,1 1 0 0 0,-1 0 0 0 0,0 0 0 0 0,0 0 0 0 0,0-1 0 0 0,0 1 0 0 0,0 0 0 0 0,0 0 0 0 0,0 0 0 0 0,0-1 0 0 0,0 1 0 0 0,0 0 0 0 0,0 0 0 0 0,0 0 0 0 0,0-1 0 0 0,0 1 0 0 0,0 0 0 0 0,0-1 0 0 0,0 1 28 0 0,3-7-2871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4.7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 1 5873 0 0,'-1'57'9197'0'0,"-3"-1"-4472"0"0,-17 114-4340 0 0,10-91-41 0 0,10-19-2197 0 0,1-57 1549 0 0,0 0 0 0 0,0 0 0 0 0,0 0 0 0 0,1-1 0 0 0,-1 1-1 0 0,1 0 1 0 0,0 0 0 0 0,0-1 0 0 0,0 1 0 0 0,0 0-1 0 0,0-1 1 0 0,1 1 0 0 0,-1-1 0 0 0,1 0 0 0 0,0 1 0 0 0,0-1-1 0 0,-1 0 1 0 0,5 3 0 0 0,-6-5 176 0 0,1 1 0 0 0,-1-1 1 0 0,1 0-1 0 0,-1 0 0 0 0,1 1 0 0 0,-1-1 0 0 0,1 0 0 0 0,-1 0 0 0 0,1 0 1 0 0,0 0-1 0 0,-1 0 0 0 0,1 0 0 0 0,-1 0 0 0 0,1 0 0 0 0,0 0 1 0 0,-1 0-1 0 0,1 0 0 0 0,-1 0 0 0 0,1 0 0 0 0,-1 0 0 0 0,1-1 0 0 0,0 1 1 0 0,-1 0-1 0 0,1 0 0 0 0,-1-1 0 0 0,1 1 0 0 0,-1 0 0 0 0,1-1 0 0 0,-1 1 1 0 0,1 0-1 0 0,-1-1 0 0 0,0 1 0 0 0,1-1 0 0 0,11-24-2157 0 0,-6-28 297 0 0,1 3-545 0 0,-6 24 1066 0 0</inkml:trace>
  <inkml:trace contextRef="#ctx0" brushRef="#br0" timeOffset="1">34 140 2561 0 0,'3'9'2914'0'0,"20"55"6137"0"0,-16-46-7654 0 0,1-1 1 0 0,19 29-1 0 0,-22-39-1598 0 0,0 0 1 0 0,0-1-1 0 0,1 1 1 0 0,0-1-1 0 0,0-1 1 0 0,0 1-1 0 0,1-1 0 0 0,13 8 1 0 0,-16-10-326 0 0,1-1 0 0 0,0 0 0 0 0,0-1 1 0 0,0 1-1 0 0,0-1 0 0 0,0 0 0 0 0,0 0 0 0 0,0 0 0 0 0,0-1 1 0 0,0 0-1 0 0,0 0 0 0 0,1 0 0 0 0,-1-1 0 0 0,0 1 0 0 0,0-1 1 0 0,6-2-1 0 0,1-2-1768 0 0,0-2-1362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5.1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70 0 3977 0 0,'-3'31'1002'0'0,"1"5"-378"0"0,-1 0 0 0 0,-2 0 0 0 0,-2 0-1 0 0,-1-1 1 0 0,-24 65 0 0 0,26-88-952 0 0,3-13 62 0 0,5-28-90 0 0,14-46 280 0 0,-7 30 586 0 0,6-23 3049 0 0,-15 68-3514 0 0,0 0 0 0 0,0-1 1 0 0,0 1-1 0 0,0 0 0 0 0,0 0 0 0 0,0 0 0 0 0,0 0 0 0 0,0 0 0 0 0,0-1 0 0 0,0 1 0 0 0,0 0 0 0 0,0 0 1 0 0,0 0-1 0 0,0 0 0 0 0,0 0 0 0 0,1 0 0 0 0,-1-1 0 0 0,0 1 0 0 0,0 0 0 0 0,0 0 0 0 0,0 0 1 0 0,0 0-1 0 0,0 0 0 0 0,0 0 0 0 0,1 0 0 0 0,-1 0 0 0 0,0 0 0 0 0,0-1 0 0 0,0 1 0 0 0,0 0 0 0 0,0 0 1 0 0,1 0-1 0 0,-1 0 0 0 0,0 0 0 0 0,0 0 0 0 0,0 0 0 0 0,0 0 0 0 0,1 0 0 0 0,-1 0 0 0 0,0 0 1 0 0,0 0-1 0 0,0 0 0 0 0,0 0 0 0 0,0 0 0 0 0,1 1 0 0 0,-1-1 0 0 0,0 0 0 0 0,0 0 0 0 0,0 0 0 0 0,0 0 1 0 0,0 0-1 0 0,0 0 0 0 0,1 0 0 0 0,-1 0 0 0 0,0 0 0 0 0,0 0 0 0 0,0 1 0 0 0,8 13 1134 0 0,6 25-640 0 0,-12-33-293 0 0,4 10-77 0 0,0 0 0 0 0,2-1 0 0 0,-1 0 0 0 0,2 0 1 0 0,0-1-1 0 0,16 20 0 0 0,-20-28-361 0 0,-1-1 1 0 0,1 0 0 0 0,1 0-1 0 0,-1 0 1 0 0,1-1 0 0 0,0 0 0 0 0,0 0-1 0 0,0 0 1 0 0,0-1 0 0 0,1 0-1 0 0,-1 0 1 0 0,1 0 0 0 0,0-1-1 0 0,0 0 1 0 0,0-1 0 0 0,0 1-1 0 0,0-1 1 0 0,7 0 0 0 0,-1-3-3170 0 0,-13 2 3282 0 0,0 0-1 0 0,0 0 0 0 0,0 0 0 0 0,0 0 1 0 0,0 0-1 0 0,0 0 0 0 0,1 0 1 0 0,-1 0-1 0 0,0-1 0 0 0,0 1 0 0 0,0 0 1 0 0,0 0-1 0 0,0 0 0 0 0,1 0 1 0 0,-1 0-1 0 0,0 0 0 0 0,0 0 1 0 0,0 0-1 0 0,0 0 0 0 0,0 0 0 0 0,0 0 1 0 0,0 0-1 0 0,1-1 0 0 0,-1 1 1 0 0,0 0-1 0 0,0 0 0 0 0,0 0 1 0 0,0 0-1 0 0,0 0 0 0 0,0 0 0 0 0,0-1 1 0 0,0 1-1 0 0,0 0 0 0 0,0 0 1 0 0,0 0-1 0 0,0 0 0 0 0,0 0 1 0 0,0-1-1 0 0,0 1 0 0 0,0 0 0 0 0,0 0 1 0 0,0 0-1 0 0,0 0 0 0 0,0 0 1 0 0,0-1-1 0 0,0 1 0 0 0,0 0 0 0 0,0 0 1 0 0,0 0-1 0 0,0 0 0 0 0,0 0 1 0 0,0 0-1 0 0,0-1 0 0 0,0 1 1 0 0,-1 0-1 0 0,1 0 0 0 0,0 0 0 0 0,0 0 1 0 0,0 0-1 0 0,0 0 0 0 0,0 0 1 0 0,0 0-1 0 0,0 0 0 0 0,-1-1 1 0 0,1 1-1 0 0,0 0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5.4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98 6665 0 0,'2'1'357'0'0,"-1"0"0"0"0,1 0 0 0 0,-1 0 0 0 0,1 0-1 0 0,-1-1 1 0 0,1 1 0 0 0,0 0 0 0 0,-1-1 0 0 0,1 1-1 0 0,0-1 1 0 0,-1 1 0 0 0,1-1 0 0 0,0 0-1 0 0,2 0 1 0 0,46-5 1571 0 0,-32 3-1083 0 0,202-21 3445 0 0,137-16-1932 0 0,-331 37-2507 0 0,29-5-518 0 0,-25-4-4573 0 0,-29 11 4986 0 0,-1 0 1 0 0,0-1-1 0 0,1 1 0 0 0,-1 0 0 0 0,0 0 1 0 0,2-2-1016 0 0,-2 2 1015 0 0,0 0 1 0 0,0-1-1 0 0,0 1 0 0 0,0 0 0 0 0,1-1 1 0 0,-1 1-1 0 0,0-1 0 0 0,0 1 1 0 0,0 0-1 0 0,0-1 0 0 0,0 1 0 0 0,0-1 1 0 0,0 1-1 0 0,0 0 0 0 0,0-1 1 0 0,0 1-1 0 0,0 0 0 0 0,0-1 0 0 0,0 1 1 0 0,0-1-1 0 0,0 0 23 0 0,-1-5-4320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5.8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6473 0 0,'1'5'7966'0'0,"-1"-3"-7867"0"0,0-1-1 0 0,1 1 1 0 0,-1 0-1 0 0,1-1 1 0 0,-1 1-1 0 0,1-1 1 0 0,0 1-1 0 0,0-1 1 0 0,0 0-1 0 0,0 1 1 0 0,0-1-1 0 0,0 0 1 0 0,0 1-1 0 0,0-1 1 0 0,2 1-1 0 0,4 2 68 0 0,1 0 0 0 0,-1 0 0 0 0,1-1 0 0 0,0-1 0 0 0,0 1-1 0 0,0-1 1 0 0,0-1 0 0 0,1 1 0 0 0,-1-1 0 0 0,0-1 0 0 0,1 1-1 0 0,10-2 1 0 0,7-3 288 0 0,1 0-1 0 0,38-12 1 0 0,-40 9 99 0 0,0 1-1 0 0,37-4 1 0 0,-61 10-501 0 0,0 0-1 0 0,0 0 1 0 0,1 0 0 0 0,-1 0 0 0 0,0 0-1 0 0,0 0 1 0 0,0 0 0 0 0,0 0 0 0 0,1 1-1 0 0,-1-1 1 0 0,0 0 0 0 0,0 1 0 0 0,0-1-1 0 0,0 1 1 0 0,0-1 0 0 0,0 1 0 0 0,0 0-1 0 0,0-1 1 0 0,0 1 0 0 0,0 0 0 0 0,-1 0-1 0 0,1 0 1 0 0,0-1 0 0 0,0 1 0 0 0,0 2-1 0 0,0-1 12 0 0,1 1 1 0 0,-2 0-1 0 0,1-1 0 0 0,0 1 0 0 0,-1 0 0 0 0,1 0 0 0 0,-1-1 0 0 0,0 1 0 0 0,0 0 1 0 0,0 4-1 0 0,-1 6 15 0 0,-1-1-1 0 0,-1 1 1 0 0,-6 19 0 0 0,-43 110-827 0 0,4-14-6942 0 0,48-128 7593 0 0,0 0 0 0 0,1 0 1 0 0,-1-1-1 0 0,0 1 1 0 0,0 0-1 0 0,0 0 1 0 0,0 0-1 0 0,0 0 1 0 0,0 0-1 0 0,0-1 1 0 0,0 1-1 0 0,0 0 0 0 0,0 0 1 0 0,0 0-1 0 0,0 0 1 0 0,1-1-391 0 0,-1 1 390 0 0,0 0 1 0 0,0 0-1 0 0,0 0 1 0 0,1 0-1 0 0,-1 0 1 0 0,0 0-1 0 0,0 0 1 0 0,0 0-1 0 0,0 0 1 0 0,0 0-1 0 0,1 0 0 0 0,-1 0 1 0 0,0 0-1 0 0,0 0 1 0 0,0 0-1 0 0,0 0 1 0 0,0 0-1 0 0,1 0 1 0 0,-1 0-1 0 0,0 0 1 0 0,0 0-1 0 0,0 0 0 0 0,0 0 1 0 0,0 0-1 0 0,1 0 1 0 0,-1 0-1 0 0,0 0 1 0 0,0 0-1 0 0,0 0 1 0 0,0 1-1 0 0,1-1-390 0 0,-1 0 391 0 0,0 0-1 0 0,0 0 1 0 0,0 1-1 0 0,0-1 1 0 0,0 0-1 0 0,0 0 0 0 0,0 0 1 0 0,1 0-51 0 0,0-1 0 0 0,0 0-1 0 0,-1 1 1 0 0,1-1 0 0 0,-1 0 0 0 0,1 0-1 0 0,0 0 1 0 0,-1 0 0 0 0,1 0 0 0 0,-1 0 0 0 0,0 0-1 0 0,1 0 1 0 0,-1 0 0 0 0,0 0 0 0 0,0 0-1 0 0,1 0 1 0 0,-1-1 0 0 0,-3-17-1864 0 0,10 4-812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02:16.1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7009 0 0,'5'61'12269'0'0,"16"52"-8562"0"0,2 8-3366 0 0,24 183-202 0 0,-10-101-4292 0 0,-31-191 763 0 0,-3-25-59 0 0,-1-26-2016 0 0,-5 18 1194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4.3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1555 3945 0 0,'-2'3'593'0'0,"1"0"1"0"0,0 0 0 0 0,0 0-1 0 0,0 0 1 0 0,0 0 0 0 0,0 0-1 0 0,1 0 1 0 0,0 0-1 0 0,-1 0 1 0 0,1 0 0 0 0,0 0-1 0 0,1 6 1 0 0,-1-8-503 0 0,0 0 1 0 0,0 0-1 0 0,0 0 1 0 0,0 0 0 0 0,1 0-1 0 0,-1 0 1 0 0,0 0-1 0 0,0 0 1 0 0,1 0-1 0 0,-1-1 1 0 0,0 1-1 0 0,1 0 1 0 0,-1 0-1 0 0,1 0 1 0 0,-1 0-1 0 0,1-1 1 0 0,0 1-1 0 0,-1 0 1 0 0,1-1-1 0 0,0 1 1 0 0,-1 0 0 0 0,1-1-1 0 0,0 1 1 0 0,0-1-1 0 0,0 1 1 0 0,-1-1-1 0 0,1 1 1 0 0,0-1-1 0 0,0 0 1 0 0,0 1-1 0 0,0-1 1 0 0,0 0-1 0 0,0 0 1 0 0,0 0-1 0 0,0 0 1 0 0,-1 0-1 0 0,1 0 1 0 0,0 0 0 0 0,0 0-1 0 0,0 0 1 0 0,0 0-1 0 0,0 0 1 0 0,0-1-1 0 0,1 1 1 0 0,18-8 317 0 0,1 0 0 0 0,-2-1 0 0 0,1-1 1 0 0,-1-1-1 0 0,-1-1 0 0 0,0 0 0 0 0,-1-1 1 0 0,0-1-1 0 0,-1-1 0 0 0,-1 0 0 0 0,0-1 1 0 0,18-26-1 0 0,-23 28-286 0 0,-2 1 1 0 0,0-2-1 0 0,0 1 1 0 0,-1-1-1 0 0,-1 0 1 0 0,-1 0-1 0 0,0 0 1 0 0,-1-1-1 0 0,0 0 1 0 0,-1 0-1 0 0,-1 0 1 0 0,-1 0-1 0 0,0 0 1 0 0,-1-1-1 0 0,-1 1 1 0 0,-1 0-1 0 0,-4-22 1 0 0,-4-11-24 0 0,0 2 37 0 0,-26-75 0 0 0,32 110-94 0 0,0 1 1 0 0,-1 0-1 0 0,-1 0 0 0 0,0 1 0 0 0,0-1 0 0 0,-1 1 0 0 0,0 1 0 0 0,-1-1 0 0 0,0 1 1 0 0,0 1-1 0 0,-18-15 0 0 0,21 21-25 0 0,1-1 0 0 0,-1 1 1 0 0,0 0-1 0 0,0 0 0 0 0,0 0 0 0 0,0 1 0 0 0,-1-1 1 0 0,1 1-1 0 0,0 0 0 0 0,0 1 0 0 0,-1 0 1 0 0,1-1-1 0 0,-1 2 0 0 0,1-1 0 0 0,0 1 0 0 0,-1-1 1 0 0,1 1-1 0 0,0 1 0 0 0,0-1 0 0 0,-7 4 1 0 0,5-3-50 0 0,1 1 1 0 0,-1 1 0 0 0,1-1 0 0 0,0 1 0 0 0,0 0 0 0 0,1 0-1 0 0,-1 1 1 0 0,1-1 0 0 0,0 1 0 0 0,0 1 0 0 0,0-1-1 0 0,1 1 1 0 0,0-1 0 0 0,0 1 0 0 0,-3 7 0 0 0,6-12-3 0 0,1 0 0 0 0,-1 0 1 0 0,1 0-1 0 0,-1 0 0 0 0,1 0 0 0 0,-1 1 1 0 0,1-1-1 0 0,0 0 0 0 0,0 0 0 0 0,0 0 0 0 0,0 0 1 0 0,-1 0-1 0 0,2 0 0 0 0,-1 0 0 0 0,0 1 1 0 0,0-1-1 0 0,0 0 0 0 0,0 0 0 0 0,1 0 1 0 0,-1 0-1 0 0,0 0 0 0 0,1 0 0 0 0,-1 0 1 0 0,1 0-1 0 0,-1 0 0 0 0,1 0 0 0 0,0 0 1 0 0,-1 0-1 0 0,1 0 0 0 0,1 0 0 0 0,0 1-10 0 0,1 0 1 0 0,0-1-1 0 0,0 1 0 0 0,0-1 0 0 0,0 1 0 0 0,0-1 0 0 0,0 0 1 0 0,0 0-1 0 0,0-1 0 0 0,5 1 0 0 0,7 1-43 0 0,0-1 1 0 0,0-1-1 0 0,25-3 0 0 0,-25 1 109 0 0,-1-2 0 0 0,0 0 0 0 0,1 0 0 0 0,-1-1 0 0 0,-1-1-1 0 0,1 0 1 0 0,-1-1 0 0 0,0 0 0 0 0,0-1 0 0 0,-1-1 0 0 0,0 0 0 0 0,-1 0 0 0 0,0-1 0 0 0,-1-1 0 0 0,0 0-1 0 0,0 0 1 0 0,-1-1 0 0 0,11-19 0 0 0,-3 2 196 0 0,-1-1-1 0 0,-2-1 1 0 0,-1-1-1 0 0,-1 0 1 0 0,-2 0-1 0 0,-2-1 1 0 0,6-35-1 0 0,-11 44 26 0 0,0 1-1 0 0,-1-31 0 0 0,-2 46-165 0 0,0 0-1 0 0,-1 1 1 0 0,0-1-1 0 0,0 0 0 0 0,-1 0 1 0 0,0 1-1 0 0,0-1 1 0 0,-1 1-1 0 0,0-1 0 0 0,-6-9 1 0 0,9 16-58 0 0,-1 0 1 0 0,0-1-1 0 0,0 1 1 0 0,0 0-1 0 0,0 0 0 0 0,0 0 1 0 0,0 0-1 0 0,0 0 1 0 0,0 0-1 0 0,0 0 1 0 0,0 1-1 0 0,-1-1 0 0 0,1 0 1 0 0,0 0-1 0 0,0 1 1 0 0,-1-1-1 0 0,1 1 1 0 0,-1 0-1 0 0,1-1 0 0 0,0 1 1 0 0,-1 0-1 0 0,1 0 1 0 0,-1 0-1 0 0,-2 0 1 0 0,2 0-5 0 0,-1 1 1 0 0,1 0-1 0 0,-1 0 1 0 0,1 0-1 0 0,-1 0 1 0 0,1 0-1 0 0,-1 0 1 0 0,1 1-1 0 0,0-1 1 0 0,0 1-1 0 0,0-1 1 0 0,-4 5-1 0 0,3-3-30 0 0,0 0 1 0 0,0 0-1 0 0,1 0 0 0 0,-1 1 1 0 0,1-1-1 0 0,-1 1 0 0 0,1 0 0 0 0,0 0 1 0 0,1 0-1 0 0,-1 0 0 0 0,0 0 1 0 0,1 0-1 0 0,0 0 0 0 0,0 1 0 0 0,1-1 1 0 0,-1 9-1 0 0,1-12 0 0 0,1 0 1 0 0,-1 0-1 0 0,1 0 1 0 0,-1 0-1 0 0,1 0 1 0 0,-1 0-1 0 0,1 0 0 0 0,0 0 1 0 0,0 0-1 0 0,-1 0 1 0 0,1-1-1 0 0,0 1 0 0 0,0 0 1 0 0,0 0-1 0 0,0-1 1 0 0,0 1-1 0 0,0-1 1 0 0,0 1-1 0 0,0-1 0 0 0,0 1 1 0 0,0-1-1 0 0,1 1 1 0 0,-1-1-1 0 0,0 0 1 0 0,0 0-1 0 0,0 0 0 0 0,0 1 1 0 0,1-1-1 0 0,-1 0 1 0 0,0-1-1 0 0,0 1 1 0 0,0 0-1 0 0,0 0 0 0 0,1 0 1 0 0,-1-1-1 0 0,0 1 1 0 0,0-1-1 0 0,0 1 0 0 0,1-1 1 0 0,53-21-217 0 0,-47 18 219 0 0,33-13-59 0 0,-23 10 76 0 0,-1-1 0 0 0,1 0 1 0 0,-2-1-1 0 0,29-19 0 0 0,-44 25 1 0 0,1 1-1 0 0,0 0 1 0 0,0-1 0 0 0,-1 0-1 0 0,1 1 1 0 0,-1-1 0 0 0,0 0-1 0 0,0 0 1 0 0,0 0-1 0 0,0 0 1 0 0,-1 0 0 0 0,1 0-1 0 0,-1 0 1 0 0,0 0 0 0 0,1 0-1 0 0,-1 0 1 0 0,-1-4-1 0 0,-7-56 28 0 0,7 56-32 0 0,0 5 0 0 0,1 0 0 0 0,-1-1 0 0 0,1 1 0 0 0,-1 0-1 0 0,0 0 1 0 0,0 0 0 0 0,0 0 0 0 0,0 0 0 0 0,0 0 0 0 0,0 0 0 0 0,-1 0 0 0 0,1 0 0 0 0,0 1 0 0 0,-1-1 0 0 0,0 0 0 0 0,1 1 0 0 0,-1-1 0 0 0,0 1-1 0 0,0 0 1 0 0,0-1 0 0 0,0 1 0 0 0,0 0 0 0 0,0 0 0 0 0,0 1 0 0 0,0-1 0 0 0,-1 0 0 0 0,1 1 0 0 0,0-1 0 0 0,0 1 0 0 0,-1-1 0 0 0,1 1-1 0 0,-3 0 1 0 0,-8 1 15 0 0,0 0-1 0 0,0 0 0 0 0,1 2 0 0 0,-22 5 1 0 0,9-2-7 0 0,146-27 83 0 0,-112 20-91 0 0,75-10 78 0 0,-79 10-72 0 0,0 0 0 0 0,1-1-1 0 0,-1 1 1 0 0,0-1 0 0 0,0 0 0 0 0,0-1 0 0 0,0 1 0 0 0,0-1 0 0 0,-1 0-1 0 0,1 0 1 0 0,-1-1 0 0 0,7-5 0 0 0,-11 8 19 0 0,0 0 1 0 0,0 0-1 0 0,0 0 0 0 0,0 1 0 0 0,0-1 1 0 0,0 0-1 0 0,0 0 0 0 0,0 0 1 0 0,0 1-1 0 0,0-1 0 0 0,-1 0 1 0 0,1 0-1 0 0,0 1 0 0 0,-1-1 0 0 0,1 0 1 0 0,0 0-1 0 0,-1 1 0 0 0,1-1 1 0 0,-1 0-1 0 0,1 1 0 0 0,-1-1 0 0 0,1 1 1 0 0,-1-1-1 0 0,0 0 0 0 0,1 1 1 0 0,-1 0-1 0 0,0-1 0 0 0,0 0 1 0 0,-5 0 119 0 0,15 17-90 0 0,-7-12-34 0 0,1 0-1 0 0,-1 0 1 0 0,-1 1 0 0 0,1-1-1 0 0,0 0 1 0 0,-1 1 0 0 0,0-1-1 0 0,0 1 1 0 0,0 0 0 0 0,-1 8-1 0 0,-1 51 168 0 0,0-49-167 0 0,-25 259-137 0 0,11-156-3046 0 0,3-21-3725 0 0,6-50-2078 0 0,12-30 3081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5.1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148 32 2961 0 0,'0'-1'137'0'0,"0"1"0"0"0,-1-1 0 0 0,1 1 0 0 0,0 0 1 0 0,-1-1-1 0 0,1 1 0 0 0,0-1 0 0 0,-1 1 0 0 0,1 0 1 0 0,0-1-1 0 0,-1 1 0 0 0,1 0 0 0 0,-1-1 0 0 0,1 1 1 0 0,-1 0-1 0 0,1 0 0 0 0,-1-1 0 0 0,1 1 0 0 0,-1 0 1 0 0,1 0-1 0 0,-1 0 0 0 0,1 0 0 0 0,-1 0 0 0 0,0 0 1 0 0,1 0-1 0 0,-1 0 0 0 0,1 0 0 0 0,-1 0 0 0 0,1 0 0 0 0,-1 0 1 0 0,1 0-1 0 0,-1 0 0 0 0,1 0 0 0 0,-1 1 0 0 0,1-1 1 0 0,-1 0-1 0 0,1 0 0 0 0,-1 1 0 0 0,1-1 0 0 0,-1 0 1 0 0,1 1-1 0 0,-1-1 0 0 0,1 0 0 0 0,0 1 0 0 0,-1-1 1 0 0,1 0-1 0 0,0 1 0 0 0,-1-1 0 0 0,1 1 0 0 0,0-1 1 0 0,0 1-1 0 0,-1-1 0 0 0,1 1 0 0 0,0-1 0 0 0,0 1 1 0 0,0-1-1 0 0,-1 2 0 0 0,-15 29 1686 0 0,10-12-1714 0 0,1 1 0 0 0,1 0 0 0 0,0 0 0 0 0,2 0 0 0 0,0 0 0 0 0,1 1-1 0 0,2-1 1 0 0,0 1 0 0 0,1-1 0 0 0,0 0 0 0 0,2 0 0 0 0,1 0 0 0 0,0 0-1 0 0,1-1 1 0 0,12 26 0 0 0,-16-42-76 0 0,-1 0-1 0 0,1-1 0 0 0,0 1 1 0 0,0 0-1 0 0,0-1 1 0 0,0 1-1 0 0,0-1 1 0 0,0 0-1 0 0,1 0 1 0 0,-1 0-1 0 0,1 0 1 0 0,-1 0-1 0 0,1 0 1 0 0,0 0-1 0 0,0-1 1 0 0,0 0-1 0 0,0 1 0 0 0,0-1 1 0 0,0 0-1 0 0,0-1 1 0 0,0 1-1 0 0,0 0 1 0 0,0-1-1 0 0,1 0 1 0 0,-1 0-1 0 0,0 0 1 0 0,0 0-1 0 0,0 0 1 0 0,1-1-1 0 0,-1 1 0 0 0,0-1 1 0 0,0 0-1 0 0,0 0 1 0 0,0 0-1 0 0,0 0 1 0 0,0-1-1 0 0,0 1 1 0 0,3-3-1 0 0,2-1 228 0 0,0 0-1 0 0,0 0 1 0 0,0-1-1 0 0,-1-1 0 0 0,0 1 1 0 0,0-1-1 0 0,-1 0 1 0 0,0-1-1 0 0,0 1 1 0 0,-1-1-1 0 0,9-16 1 0 0,-9 12-28 0 0,-1 0 0 0 0,-1 0 0 0 0,0 0 0 0 0,-1 0 0 0 0,0-1 0 0 0,-1 1 0 0 0,0 0 0 0 0,-1-1 0 0 0,0 1 0 0 0,-1-1 0 0 0,0 1 0 0 0,-1-1 0 0 0,-1 1 0 0 0,-5-17 0 0 0,5 20-177 0 0,0 1 0 0 0,0-1 0 0 0,-1 1-1 0 0,0 0 1 0 0,0 0 0 0 0,-1 1 0 0 0,0-1 0 0 0,0 1 0 0 0,-1 0 0 0 0,0 0 0 0 0,0 1 0 0 0,0 0 0 0 0,-1 0 0 0 0,0 0 0 0 0,-1 1 0 0 0,1 0 0 0 0,-1 0 0 0 0,0 1 0 0 0,0 0 0 0 0,-16-5 0 0 0,19 8-203 0 0,-1 0 0 0 0,1 0-1 0 0,0 1 1 0 0,-1-1 0 0 0,1 1 0 0 0,0 1-1 0 0,-1-1 1 0 0,1 1 0 0 0,0 0 0 0 0,-1 0-1 0 0,1 0 1 0 0,0 1 0 0 0,0 0 0 0 0,0 0-1 0 0,0 0 1 0 0,0 0 0 0 0,1 1 0 0 0,-7 4-1 0 0,3-1-943 0 0,0 1 0 0 0,1 0 1 0 0,-1 0-1 0 0,1 0 0 0 0,1 1 0 0 0,0 0 0 0 0,0 0 0 0 0,-9 16 0 0 0,-5 8-4787 0 0,18-18 2289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5.5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5001 0 0,'8'27'2924'0'0,"-1"1"0"0"0,6 52 1 0 0,-4 60-1054 0 0,-7-89-2835 0 0,2 1 1 0 0,15 76 0 0 0,-18-122 664 0 0,32 107-9490 0 0,-28-107 7738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5.9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54 3201 0 0,'0'-2'316'0'0,"1"0"1"0"0,-1 1-1 0 0,0-1 1 0 0,0 0-1 0 0,1 1 1 0 0,-1-1-1 0 0,1 0 1 0 0,-1 1 0 0 0,1-1-1 0 0,0 1 1 0 0,0-1-1 0 0,0 1 1 0 0,0-1-1 0 0,0 1 1 0 0,0-1-1 0 0,0 1 1 0 0,0 0-1 0 0,0 0 1 0 0,1 0-1 0 0,-1 0 1 0 0,0 0 0 0 0,3-2-1 0 0,1 1 119 0 0,0-1 1 0 0,1 1-1 0 0,-1 0 0 0 0,0 0 0 0 0,1 1 1 0 0,-1 0-1 0 0,7-1 0 0 0,8 0 288 0 0,0 1-1 0 0,0 1 0 0 0,22 2 1 0 0,-40-1-695 0 0,6-1 251 0 0,0 1-1 0 0,-1 0 1 0 0,1 0 0 0 0,-1 0-1 0 0,1 1 1 0 0,-1 1 0 0 0,9 3-1 0 0,-14-5-217 0 0,0 1 0 0 0,-1-1 0 0 0,1 0 0 0 0,-1 1 0 0 0,1-1 0 0 0,-1 1-1 0 0,0 0 1 0 0,0-1 0 0 0,1 1 0 0 0,-1 0 0 0 0,0 0 0 0 0,-1 0 0 0 0,1 0-1 0 0,0 0 1 0 0,-1 0 0 0 0,1 0 0 0 0,-1 0 0 0 0,1 0 0 0 0,-1 0 0 0 0,0 0-1 0 0,0 0 1 0 0,0 0 0 0 0,0 0 0 0 0,0 0 0 0 0,0 0 0 0 0,-1 0 0 0 0,1 0-1 0 0,-1 0 1 0 0,1 0 0 0 0,-1 0 0 0 0,-2 4 0 0 0,-3 11-103 0 0,-1-1 0 0 0,-1 1 0 0 0,-1-1 0 0 0,0-1 0 0 0,-1 1 0 0 0,-1-2 0 0 0,0 1 0 0 0,-1-1 0 0 0,0-1 0 0 0,-17 13 0 0 0,55-32-629 0 0,15-7 1032 0 0,18-13 235 0 0,-26 11-592 0 0,0 2 1 0 0,49-13-1 0 0,-82 26-157 0 0,1 0 0 0 0,-1-1 0 0 0,1 1 0 0 0,-1 0 0 0 0,1 0 0 0 0,-1-1 0 0 0,1 1 0 0 0,0 0 0 0 0,-1 0 0 0 0,1 0 0 0 0,-1 0 0 0 0,1 0 0 0 0,-1 0-1 0 0,1 0 1 0 0,-1 0 0 0 0,1 0 0 0 0,0 0 0 0 0,-1 0 0 0 0,1 0 0 0 0,-1 1 0 0 0,1-1 0 0 0,-1 0 0 0 0,1 0 0 0 0,-1 0 0 0 0,1 1 0 0 0,-1-1 0 0 0,1 0 0 0 0,-1 1 0 0 0,1-1 0 0 0,-1 0 0 0 0,0 1 0 0 0,1-1 0 0 0,-1 1-1 0 0,0-1 1 0 0,1 1 0 0 0,-1-1 0 0 0,0 1 0 0 0,1-1 0 0 0,-1 1 0 0 0,0-1 0 0 0,0 1 0 0 0,0-1 0 0 0,1 1 0 0 0,-1-1 0 0 0,0 1 0 0 0,0-1 0 0 0,0 1 0 0 0,0-1 0 0 0,0 1 0 0 0,0 0 0 0 0,0-1 0 0 0,0 1 0 0 0,0-1 0 0 0,0 1-1 0 0,-1-1 1 0 0,1 1 0 0 0,0-1 0 0 0,0 1 0 0 0,0-1 0 0 0,-1 1 0 0 0,1-1 0 0 0,0 1 0 0 0,0-1 0 0 0,-1 1 0 0 0,-14 22-5551 0 0,4-13 4787 0 0,-7-3-607 0 0,2 4-558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6.2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3 109 3497 0 0,'0'1'109'0'0,"-1"-1"0"0"0,1 0 0 0 0,0 1-1 0 0,0-1 1 0 0,-1 1 0 0 0,1-1 0 0 0,0 0 0 0 0,0 1 0 0 0,0-1 0 0 0,0 1 0 0 0,0-1 0 0 0,-1 1 0 0 0,1-1 0 0 0,0 1 0 0 0,0-1 0 0 0,0 1 0 0 0,0-1-1 0 0,0 0 1 0 0,1 1 0 0 0,-1-1 0 0 0,0 1 0 0 0,0-1 0 0 0,0 1 0 0 0,0-1 0 0 0,0 1 0 0 0,1-1 0 0 0,-1 0 0 0 0,0 1 0 0 0,0-1 0 0 0,0 0 0 0 0,1 1-1 0 0,-1-1 1 0 0,1 1 0 0 0,17 3 2819 0 0,22-10 483 0 0,-39 5-3311 0 0,206-63 5983 0 0,-41 10-5859 0 0,-166 54-352 0 0,0 0 0 0 0,1-1 0 0 0,-1 1 0 0 0,0 0 0 0 0,1 0 0 0 0,-1-1 0 0 0,0 1 0 0 0,1 0 0 0 0,-1 0 0 0 0,1 0 0 0 0,-1 0 0 0 0,1-1 0 0 0,-1 1 0 0 0,0 0 0 0 0,1 0 0 0 0,-1 0 0 0 0,1 0 0 0 0,-1 0 0 0 0,1 0 0 0 0,-1 0 0 0 0,1 0 0 0 0,-1 0 0 0 0,0 1 0 0 0,1-1 0 0 0,-1 0 0 0 0,1 0 0 0 0,-1 0 0 0 0,1 0 0 0 0,-1 1 0 0 0,0-1 0 0 0,1 0 0 0 0,-1 0 0 0 0,0 1 0 0 0,1-1 0 0 0,-1 0 0 0 0,0 1 0 0 0,1-1 0 0 0,-1 1 0 0 0,-10 15-4801 0 0,-27 16-376 0 0,15-20 3824 0 0,2 2-814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6.6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39 3865 0 0,'0'10'841'0'0,"0"1"0"0"0,2-1 1 0 0,-1 1-1 0 0,1-1 0 0 0,1 0 1 0 0,0 0-1 0 0,0 0 0 0 0,9 19 0 0 0,2-5-779 0 0,1 0 0 0 0,20 24 0 0 0,-42-63-4727 0 0,-8-26 3491 0 0,2 3 1311 0 0,10 30 283 0 0,-1-1 0 0 0,2 0 1 0 0,-1 0-1 0 0,1-1 0 0 0,0 1 0 0 0,1 0 0 0 0,0-17 1 0 0,1 23-204 0 0,0 1 0 0 0,1-1 0 0 0,-1 1 1 0 0,1-1-1 0 0,-1 0 0 0 0,1 1 0 0 0,0-1 0 0 0,0 1 1 0 0,0 0-1 0 0,1-1 0 0 0,-1 1 0 0 0,0 0 1 0 0,1 0-1 0 0,0 0 0 0 0,-1 0 0 0 0,1 0 0 0 0,0 0 1 0 0,0 0-1 0 0,0 0 0 0 0,0 1 0 0 0,0-1 1 0 0,1 1-1 0 0,-1 0 0 0 0,0-1 0 0 0,1 1 0 0 0,-1 0 1 0 0,1 1-1 0 0,-1-1 0 0 0,1 0 0 0 0,-1 1 1 0 0,6-1-1 0 0,7-1 539 0 0,1 0 0 0 0,-1 1 0 0 0,1 1-1 0 0,27 3 1 0 0,-37-2-663 0 0,0 0 0 0 0,1 0 1 0 0,-1 1-1 0 0,0-1 0 0 0,0 1 0 0 0,0 1 0 0 0,0-1 0 0 0,0 1 0 0 0,0 0 0 0 0,-1 0 0 0 0,1 1 0 0 0,-1 0 0 0 0,0 0 0 0 0,5 5 1 0 0,-8-7-99 0 0,0 1 1 0 0,-1 0-1 0 0,1 0 1 0 0,-1 0-1 0 0,0 0 1 0 0,0 0-1 0 0,0 1 1 0 0,0-1-1 0 0,0 0 1 0 0,-1 0-1 0 0,1 1 1 0 0,-1-1-1 0 0,0 0 1 0 0,0 1-1 0 0,0-1 1 0 0,-1 0-1 0 0,1 1 1 0 0,-1-1-1 0 0,0 0 1 0 0,0 0-1 0 0,0 0 0 0 0,0 1 1 0 0,0-1-1 0 0,-1 0 1 0 0,1-1-1 0 0,-1 1 1 0 0,-2 3-1 0 0,-3 5-118 0 0,0 0-1 0 0,-1-1 0 0 0,0-1 0 0 0,-1 1 0 0 0,-16 13 0 0 0,11-12 219 0 0,0-1 0 0 0,-1 0 0 0 0,0-1 0 0 0,-1-1 0 0 0,0-1 0 0 0,0 0 0 0 0,-32 9 0 0 0,94-31-53 0 0,0-1 0 0 0,-2-2-1 0 0,45-25 1 0 0,-76 35-307 0 0,34-20-3227 0 0,-35 21 1784 0 0,-2 0 0 0 0,1-1 0 0 0,-1 0-1 0 0,0 0 1 0 0,-1-1 0 0 0,0-1 0 0 0,13-17 0 0 0,-8 9-1248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7.0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4697 0 0,'4'12'7983'0'0,"2"23"-6585"0"0,-1-8-1116 0 0,1 3-204 0 0,43 178-2346 0 0,-5-73-6232 0 0,-38-123 5886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7.3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185 0 5529 0 0,'16'38'2537'0'0,"17"60"0"0"0,-22-54-1784 0 0,-1 0 0 0 0,6 83 1 0 0,-16-108-740 0 0,0 0 0 0 0,-1 0 0 0 0,-1 0-1 0 0,-1 0 1 0 0,-1-1 0 0 0,-7 23 0 0 0,10-33-20 0 0,-2-1 0 0 0,1 0 1 0 0,-1 0-1 0 0,0-1 0 0 0,-1 1 0 0 0,1 0 0 0 0,-1-1 0 0 0,-1 0 0 0 0,1 0 0 0 0,-1 0 0 0 0,0-1 0 0 0,0 1 0 0 0,-1-1 1 0 0,1 0-1 0 0,-1-1 0 0 0,0 0 0 0 0,-1 1 0 0 0,-8 3 0 0 0,11-7 85 0 0,-1 0 0 0 0,1 0 0 0 0,0-1 0 0 0,-1 0 0 0 0,1 0 0 0 0,0 0 0 0 0,-1 0 0 0 0,1 0 0 0 0,0-1 0 0 0,-1 0 1 0 0,1 0-1 0 0,0 0 0 0 0,0 0 0 0 0,0-1 0 0 0,0 0 0 0 0,0 0 0 0 0,0 0 0 0 0,0 0 0 0 0,1 0 0 0 0,-1-1 0 0 0,1 0 0 0 0,-6-5 0 0 0,3 3 19 0 0,0-1 0 0 0,1 0 0 0 0,0 0 0 0 0,0 0 0 0 0,0 0 0 0 0,1-1 0 0 0,0 0 0 0 0,0 0 0 0 0,1 0 0 0 0,0 0 0 0 0,-4-15 0 0 0,6 19-102 0 0,1 1 0 0 0,0-1-1 0 0,0 0 1 0 0,0 0 0 0 0,0 0 0 0 0,1 0 0 0 0,-1 0-1 0 0,1 1 1 0 0,0-1 0 0 0,-1 0 0 0 0,1 1-1 0 0,1-1 1 0 0,-1 0 0 0 0,0 1 0 0 0,1-1 0 0 0,-1 1-1 0 0,1 0 1 0 0,0-1 0 0 0,-1 1 0 0 0,1 0-1 0 0,0 0 1 0 0,1 0 0 0 0,1-2 0 0 0,9-5-381 0 0,0-1 0 0 0,1 2-1 0 0,17-9 1 0 0,10-7-2575 0 0,-14-1 301 0 0,-22 20 2088 0 0,0 0 0 0 0,0 0 1 0 0,1 1-1 0 0,-1-1 0 0 0,1 1 1 0 0,0 1-1 0 0,9-6 1 0 0,16 6-2198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7.7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3905 0 0,'4'3'578'0'0,"-1"0"0"0"0,1 1 0 0 0,-1 0 0 0 0,0-1 0 0 0,0 1 0 0 0,0 0 0 0 0,0 0 1 0 0,-1 1-1 0 0,1-1 0 0 0,2 8 0 0 0,16 52 1307 0 0,-15-45-1385 0 0,29 129 841 0 0,-2-6-3551 0 0,-25-124-1877 0 0,-7-34 1197 0 0,-8-33 1258 0 0,-14-21 1758 0 0,14 53 479 0 0,2-2 1 0 0,0 1-1 0 0,1 0 0 0 0,0-1 0 0 0,0-20 0 0 0,4 38-510 0 0,0 0 0 0 0,0 1-1 0 0,0-1 1 0 0,0 0 0 0 0,0 1-1 0 0,0-1 1 0 0,0 0 0 0 0,0 1-1 0 0,0-1 1 0 0,1 0 0 0 0,-1 1-1 0 0,0-1 1 0 0,0 1 0 0 0,1-1-1 0 0,-1 1 1 0 0,0-1 0 0 0,1 0-1 0 0,-1 1 1 0 0,1-1 0 0 0,-1 1-1 0 0,1 0 1 0 0,-1-1 0 0 0,1 1 0 0 0,-1-1-1 0 0,1 1 1 0 0,-1 0 0 0 0,1-1-1 0 0,0 1 1 0 0,-1 0 0 0 0,1 0-1 0 0,-1-1 1 0 0,1 1 0 0 0,0 0-1 0 0,-1 0 1 0 0,1 0 0 0 0,0 0-1 0 0,-1 0 1 0 0,1 0 0 0 0,0 0-1 0 0,-1 0 1 0 0,1 0 0 0 0,-1 0-1 0 0,2 0 1 0 0,40 12 761 0 0,-7-1-897 0 0,14-14-1754 0 0,-46 2 1304 0 0,1 0 0 0 0,0 0 0 0 0,-1 0 0 0 0,1 0 0 0 0,0-1 1 0 0,-1 1-1 0 0,0-1 0 0 0,1 0 0 0 0,-1 0 0 0 0,6-5 0 0 0,-1 1-854 0 0,9 7-904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8.1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 1936 0 0,'44'-2'8214'0'0,"-29"1"-7033"0"0,0 1-1 0 0,0 0 1 0 0,1 0 0 0 0,-1 2-1 0 0,16 3 1 0 0,-27-4-1064 0 0,1 0 1 0 0,-1 1-1 0 0,1 0 1 0 0,-1 0-1 0 0,0 0 0 0 0,0 0 1 0 0,0 1-1 0 0,0 0 0 0 0,0 0 1 0 0,0 0-1 0 0,-1 0 1 0 0,0 0-1 0 0,1 1 0 0 0,-1 0 1 0 0,0-1-1 0 0,-1 1 0 0 0,1 0 1 0 0,-1 1-1 0 0,0-1 0 0 0,3 8 1 0 0,2 6-19 0 0,-2 0 0 0 0,-1 1 0 0 0,0 0 0 0 0,-1-1 0 0 0,-1 1 0 0 0,-1 0 0 0 0,-1 23 0 0 0,0-29-878 0 0,-2 0 0 0 0,1 1 0 0 0,-2-1 0 0 0,0 0 0 0 0,0 0 0 0 0,-9 18 0 0 0,12-30 640 0 0,0-1 0 0 0,0 1 0 0 0,0-1 1 0 0,0 1-1 0 0,0-1 0 0 0,0 0 0 0 0,0 1 0 0 0,0-1 1 0 0,-1 1-1 0 0,1-1 0 0 0,0 0 0 0 0,0 1 0 0 0,0-1 0 0 0,-1 0 1 0 0,1 1-1 0 0,0-1 0 0 0,-1 0 0 0 0,1 1 0 0 0,0-1 1 0 0,-1 0-1 0 0,1 1 0 0 0,0-1 0 0 0,-1 0 0 0 0,1 0 0 0 0,0 1 1 0 0,-1-1-1 0 0,1 0 0 0 0,-1 0 0 0 0,1 0 0 0 0,0 0 1 0 0,-1 0-1 0 0,1 0 0 0 0,-1 0 0 0 0,1 1 0 0 0,-1-1 1 0 0,1 0-1 0 0,0-1 0 0 0,-1 1 0 0 0,1 0 0 0 0,-1 0 0 0 0,1 0 1 0 0,-1 0-1 0 0,-11-20-2737 0 0,0-30 1459 0 0,10 32 1454 0 0,-3-84 541 0 0,5 96-109 0 0,1-1 1 0 0,-1 0-1 0 0,1 1 0 0 0,0-1 1 0 0,1 1-1 0 0,0-1 1 0 0,0 1-1 0 0,0 0 0 0 0,1 0 1 0 0,-1 0-1 0 0,2 0 1 0 0,5-9-1 0 0,-7 13-189 0 0,-1 0 0 0 0,1 0 0 0 0,0 1-1 0 0,0-1 1 0 0,0 0 0 0 0,0 1 0 0 0,1 0 0 0 0,-1-1 0 0 0,0 1-1 0 0,0 0 1 0 0,1 0 0 0 0,-1 0 0 0 0,1 0 0 0 0,-1 1 0 0 0,1-1-1 0 0,-1 1 1 0 0,1-1 0 0 0,0 1 0 0 0,4 0 0 0 0,-2 1 12 0 0,0-1 0 0 0,0 1 0 0 0,0 1 1 0 0,0-1-1 0 0,0 1 0 0 0,0 0 0 0 0,0 0 0 0 0,0 0 0 0 0,6 5 1 0 0,-2-1-118 0 0,0 1 1 0 0,0-1 0 0 0,-1 2-1 0 0,0-1 1 0 0,0 1 0 0 0,0 1-1 0 0,-1 0 1 0 0,10 15 0 0 0,-14-18-513 0 0,0 0 1 0 0,0 1 0 0 0,-1-1 0 0 0,0 0 0 0 0,0 1 0 0 0,-1-1 0 0 0,1 1-1 0 0,-1 0 1 0 0,0 11 0 0 0,-2-3-2937 0 0,-1 0 0 0 0,0 0 1 0 0,-5 17-1 0 0,4-15 77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8.4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1 336 4833 0 0,'43'4'6478'0'0,"16"-1"-3653"0"0,2-13-1612 0 0,-2-2-1 0 0,104-35 0 0 0,-145 40-1346 0 0,-24 6-288 0 0,-31 11 162 0 0,34-8 258 0 0,-1-1-1 0 0,1 1 1 0 0,0 0-1 0 0,-1 0 1 0 0,1 0-1 0 0,0 1 1 0 0,0-1 0 0 0,1 1-1 0 0,-1-1 1 0 0,0 1-1 0 0,1 0 1 0 0,0 0-1 0 0,0 0 1 0 0,-1 0 0 0 0,2 1-1 0 0,-1-1 1 0 0,0 1-1 0 0,1-1 1 0 0,0 1-1 0 0,-2 4 1 0 0,2 0-2 0 0,0 1 0 0 0,1 0 1 0 0,0-1-1 0 0,0 1 0 0 0,1 0 0 0 0,0-1 0 0 0,0 1 0 0 0,3 9 1 0 0,5 14-738 0 0,1-1 0 0 0,17 38 0 0 0,13 16-7587 0 0,-38-82 7766 0 0,-3-3 508 0 0,1 0 0 0 0,0 1 0 0 0,0-1 0 0 0,0 0 0 0 0,1 0 0 0 0,-1 0 0 0 0,0 1 0 0 0,0-1 0 0 0,0 0 0 0 0,0 0 0 0 0,0 0 0 0 0,0 1 0 0 0,0-1 0 0 0,0 0 0 0 0,0 0 0 0 0,0 0 0 0 0,0 1 0 0 0,1-1 0 0 0,-1 0 0 0 0,0 0 0 0 0,0 0 0 0 0,0 0 0 0 0,0 0 0 0 0,0 1 0 0 0,1-1 0 0 0,-1 0 0 0 0,0 0 0 0 0,0 0 0 0 0,0 0 0 0 0,1 0 0 0 0,-1 0 0 0 0,0 0 0 0 0,0 0 0 0 0,0 0 0 0 0,1 0 0 0 0,-1 0 0 0 0,0 0 0 0 0,0 0 0 0 0,0 0 0 0 0,1 0 0 0 0,-1 0 0 0 0,0 0 0 0 0,0 0 0 0 0,0 0 0 0 0,1 0 0 0 0,-1 0 0 0 0,0 0 0 0 0,5-2-2217 0 0</inkml:trace>
  <inkml:trace contextRef="#ctx0" brushRef="#br0" timeOffset="1">378 98 4769 0 0,'12'-19'7163'0'0,"10"4"-3296"0"0,31-5-1820 0 0,-14 6-1126 0 0,-31 10-805 0 0,0 0 140 0 0,0 0 1 0 0,0 0-1 0 0,0 1 0 0 0,0 0 0 0 0,1 0 0 0 0,11-1 0 0 0,-18 4-194 0 0,1 0-1 0 0,-1 0 0 0 0,0 0 0 0 0,0 0 1 0 0,0 0-1 0 0,0 1 0 0 0,0-1 1 0 0,0 1-1 0 0,0 0 0 0 0,0-1 0 0 0,0 1 1 0 0,0 0-1 0 0,0 0 0 0 0,0 0 0 0 0,-1 0 1 0 0,1 1-1 0 0,0-1 0 0 0,-1 0 0 0 0,1 1 1 0 0,-1-1-1 0 0,1 1 0 0 0,-1 0 0 0 0,0-1 1 0 0,1 1-1 0 0,-1 0 0 0 0,0 0 1 0 0,0 0-1 0 0,-1 0 0 0 0,1 0 0 0 0,0 0 1 0 0,0 4-1 0 0,9 30 134 0 0,-1 1-1 0 0,-2 0 1 0 0,3 60 0 0 0,2 7-3777 0 0,-8-79-2586 0 0,15 51 0 0 0,-19-76 6115 0 0,0 0 0 0 0,0 0 0 0 0,0 0 1 0 0,0 0-1 0 0,-1 0 0 0 0,1 0 1 0 0,0 0-1 0 0,0 0 0 0 0,0 0 1 0 0,0 0-1 0 0,0 0 0 0 0,0 0 1 0 0,0 0-1 0 0,0 0 0 0 0,0 0 0 0 0,-1 0 1 0 0,1 0-1 0 0,0 0 0 0 0,0 0 1 0 0,0 0-1 0 0,0 0 0 0 0,0 0 1 0 0,0 1-1 0 0,0-1 0 0 0,0 0 0 0 0,0 0 1 0 0,0 0-1 0 0,0 0 0 0 0,0 0 1 0 0,0 0-1 0 0,0 0 0 0 0,0 0 1 0 0,-1 0-1 0 0,1 0 0 0 0,0 1 0 0 0,0-1 1 0 0,0 0-1 0 0,0 0 0 0 0,0 0 1 0 0,0 0-1 0 0,0 0 0 0 0,0 0 1 0 0,0 0-1 0 0,1 0 0 0 0,-1 1 1 0 0,0-1-1 0 0,0 0 0 0 0,0 0 0 0 0,0 0 1 0 0,0 0-1 0 0,0 0 0 0 0,0 0 1 0 0,0 0-1 0 0,-5-5-1486 0 0,7 2-886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3:43:18.7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5625 0 0,'29'52'7620'0'0,"-9"6"-4057"0"0,1 65-2268 0 0,-14-74-646 0 0,-3-18-869 0 0,28 137 501 0 0,-26-145-2808 0 0,2 0 1 0 0,17 36-1 0 0,-14-43-3017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  <a:endParaRPr lang="en-US" altLang="ko-KR" noProof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›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6485448"/>
      </p:ext>
    </p:extLst>
  </p:cSld>
  <p:clrMapOvr>
    <a:masterClrMapping/>
  </p:clrMapOvr>
  <p:transition spd="med">
    <p:fade thruBlk="1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2.png"/><Relationship Id="rId42" Type="http://schemas.openxmlformats.org/officeDocument/2006/relationships/customXml" Target="../ink/ink21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6.png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79" Type="http://schemas.openxmlformats.org/officeDocument/2006/relationships/image" Target="../media/image41.png"/><Relationship Id="rId87" Type="http://schemas.openxmlformats.org/officeDocument/2006/relationships/image" Target="../media/image45.png"/><Relationship Id="rId102" Type="http://schemas.openxmlformats.org/officeDocument/2006/relationships/customXml" Target="../ink/ink51.xml"/><Relationship Id="rId5" Type="http://schemas.openxmlformats.org/officeDocument/2006/relationships/image" Target="../media/image4.png"/><Relationship Id="rId61" Type="http://schemas.openxmlformats.org/officeDocument/2006/relationships/image" Target="../media/image32.png"/><Relationship Id="rId82" Type="http://schemas.openxmlformats.org/officeDocument/2006/relationships/customXml" Target="../ink/ink41.xml"/><Relationship Id="rId90" Type="http://schemas.openxmlformats.org/officeDocument/2006/relationships/customXml" Target="../ink/ink45.xml"/><Relationship Id="rId95" Type="http://schemas.openxmlformats.org/officeDocument/2006/relationships/image" Target="../media/image49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100" Type="http://schemas.openxmlformats.org/officeDocument/2006/relationships/customXml" Target="../ink/ink50.xml"/><Relationship Id="rId105" Type="http://schemas.openxmlformats.org/officeDocument/2006/relationships/image" Target="../media/image54.png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4.png"/><Relationship Id="rId93" Type="http://schemas.openxmlformats.org/officeDocument/2006/relationships/image" Target="../media/image48.png"/><Relationship Id="rId98" Type="http://schemas.openxmlformats.org/officeDocument/2006/relationships/customXml" Target="../ink/ink49.xml"/><Relationship Id="rId3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103" Type="http://schemas.openxmlformats.org/officeDocument/2006/relationships/image" Target="../media/image53.png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9.png"/><Relationship Id="rId83" Type="http://schemas.openxmlformats.org/officeDocument/2006/relationships/image" Target="../media/image43.png"/><Relationship Id="rId88" Type="http://schemas.openxmlformats.org/officeDocument/2006/relationships/customXml" Target="../ink/ink44.xml"/><Relationship Id="rId91" Type="http://schemas.openxmlformats.org/officeDocument/2006/relationships/image" Target="../media/image47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78" Type="http://schemas.openxmlformats.org/officeDocument/2006/relationships/customXml" Target="../ink/ink39.xml"/><Relationship Id="rId81" Type="http://schemas.openxmlformats.org/officeDocument/2006/relationships/image" Target="../media/image42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9.png"/><Relationship Id="rId76" Type="http://schemas.openxmlformats.org/officeDocument/2006/relationships/customXml" Target="../ink/ink38.xml"/><Relationship Id="rId97" Type="http://schemas.openxmlformats.org/officeDocument/2006/relationships/image" Target="../media/image50.png"/><Relationship Id="rId104" Type="http://schemas.openxmlformats.org/officeDocument/2006/relationships/customXml" Target="../ink/ink5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customXml" Target="../ink/ink59.xml"/><Relationship Id="rId18" Type="http://schemas.openxmlformats.org/officeDocument/2006/relationships/image" Target="../media/image64.png"/><Relationship Id="rId26" Type="http://schemas.openxmlformats.org/officeDocument/2006/relationships/image" Target="../media/image68.png"/><Relationship Id="rId39" Type="http://schemas.openxmlformats.org/officeDocument/2006/relationships/customXml" Target="../ink/ink72.xml"/><Relationship Id="rId3" Type="http://schemas.openxmlformats.org/officeDocument/2006/relationships/customXml" Target="../ink/ink54.xml"/><Relationship Id="rId21" Type="http://schemas.openxmlformats.org/officeDocument/2006/relationships/customXml" Target="../ink/ink63.xml"/><Relationship Id="rId34" Type="http://schemas.openxmlformats.org/officeDocument/2006/relationships/image" Target="../media/image72.png"/><Relationship Id="rId42" Type="http://schemas.openxmlformats.org/officeDocument/2006/relationships/image" Target="../media/image76.png"/><Relationship Id="rId47" Type="http://schemas.openxmlformats.org/officeDocument/2006/relationships/customXml" Target="../ink/ink76.xml"/><Relationship Id="rId7" Type="http://schemas.openxmlformats.org/officeDocument/2006/relationships/customXml" Target="../ink/ink56.xml"/><Relationship Id="rId12" Type="http://schemas.openxmlformats.org/officeDocument/2006/relationships/image" Target="../media/image61.png"/><Relationship Id="rId17" Type="http://schemas.openxmlformats.org/officeDocument/2006/relationships/customXml" Target="../ink/ink61.xml"/><Relationship Id="rId25" Type="http://schemas.openxmlformats.org/officeDocument/2006/relationships/customXml" Target="../ink/ink65.xml"/><Relationship Id="rId33" Type="http://schemas.openxmlformats.org/officeDocument/2006/relationships/customXml" Target="../ink/ink69.xml"/><Relationship Id="rId38" Type="http://schemas.openxmlformats.org/officeDocument/2006/relationships/image" Target="../media/image74.png"/><Relationship Id="rId46" Type="http://schemas.openxmlformats.org/officeDocument/2006/relationships/image" Target="../media/image78.png"/><Relationship Id="rId2" Type="http://schemas.openxmlformats.org/officeDocument/2006/relationships/image" Target="../media/image56.png"/><Relationship Id="rId16" Type="http://schemas.openxmlformats.org/officeDocument/2006/relationships/image" Target="../media/image63.png"/><Relationship Id="rId20" Type="http://schemas.openxmlformats.org/officeDocument/2006/relationships/image" Target="../media/image65.png"/><Relationship Id="rId29" Type="http://schemas.openxmlformats.org/officeDocument/2006/relationships/customXml" Target="../ink/ink67.xml"/><Relationship Id="rId41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customXml" Target="../ink/ink58.xml"/><Relationship Id="rId24" Type="http://schemas.openxmlformats.org/officeDocument/2006/relationships/image" Target="../media/image67.png"/><Relationship Id="rId32" Type="http://schemas.openxmlformats.org/officeDocument/2006/relationships/image" Target="../media/image71.png"/><Relationship Id="rId37" Type="http://schemas.openxmlformats.org/officeDocument/2006/relationships/customXml" Target="../ink/ink71.xml"/><Relationship Id="rId40" Type="http://schemas.openxmlformats.org/officeDocument/2006/relationships/image" Target="../media/image75.png"/><Relationship Id="rId45" Type="http://schemas.openxmlformats.org/officeDocument/2006/relationships/customXml" Target="../ink/ink75.xml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23" Type="http://schemas.openxmlformats.org/officeDocument/2006/relationships/customXml" Target="../ink/ink64.xml"/><Relationship Id="rId28" Type="http://schemas.openxmlformats.org/officeDocument/2006/relationships/image" Target="../media/image69.png"/><Relationship Id="rId36" Type="http://schemas.openxmlformats.org/officeDocument/2006/relationships/image" Target="../media/image73.png"/><Relationship Id="rId10" Type="http://schemas.openxmlformats.org/officeDocument/2006/relationships/image" Target="../media/image60.png"/><Relationship Id="rId19" Type="http://schemas.openxmlformats.org/officeDocument/2006/relationships/customXml" Target="../ink/ink62.xml"/><Relationship Id="rId31" Type="http://schemas.openxmlformats.org/officeDocument/2006/relationships/customXml" Target="../ink/ink68.xml"/><Relationship Id="rId44" Type="http://schemas.openxmlformats.org/officeDocument/2006/relationships/image" Target="../media/image77.png"/><Relationship Id="rId4" Type="http://schemas.openxmlformats.org/officeDocument/2006/relationships/image" Target="../media/image57.png"/><Relationship Id="rId9" Type="http://schemas.openxmlformats.org/officeDocument/2006/relationships/customXml" Target="../ink/ink57.xml"/><Relationship Id="rId14" Type="http://schemas.openxmlformats.org/officeDocument/2006/relationships/image" Target="../media/image62.png"/><Relationship Id="rId22" Type="http://schemas.openxmlformats.org/officeDocument/2006/relationships/image" Target="../media/image66.png"/><Relationship Id="rId27" Type="http://schemas.openxmlformats.org/officeDocument/2006/relationships/customXml" Target="../ink/ink66.xml"/><Relationship Id="rId30" Type="http://schemas.openxmlformats.org/officeDocument/2006/relationships/image" Target="../media/image70.png"/><Relationship Id="rId35" Type="http://schemas.openxmlformats.org/officeDocument/2006/relationships/customXml" Target="../ink/ink70.xml"/><Relationship Id="rId43" Type="http://schemas.openxmlformats.org/officeDocument/2006/relationships/customXml" Target="../ink/ink74.xml"/><Relationship Id="rId48" Type="http://schemas.openxmlformats.org/officeDocument/2006/relationships/image" Target="../media/image7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customXml" Target="../ink/ink82.xml"/><Relationship Id="rId18" Type="http://schemas.openxmlformats.org/officeDocument/2006/relationships/image" Target="../media/image88.png"/><Relationship Id="rId26" Type="http://schemas.openxmlformats.org/officeDocument/2006/relationships/image" Target="../media/image92.png"/><Relationship Id="rId3" Type="http://schemas.openxmlformats.org/officeDocument/2006/relationships/customXml" Target="../ink/ink77.xml"/><Relationship Id="rId21" Type="http://schemas.openxmlformats.org/officeDocument/2006/relationships/customXml" Target="../ink/ink86.xml"/><Relationship Id="rId7" Type="http://schemas.openxmlformats.org/officeDocument/2006/relationships/customXml" Target="../ink/ink79.xml"/><Relationship Id="rId12" Type="http://schemas.openxmlformats.org/officeDocument/2006/relationships/image" Target="../media/image85.png"/><Relationship Id="rId17" Type="http://schemas.openxmlformats.org/officeDocument/2006/relationships/customXml" Target="../ink/ink84.xml"/><Relationship Id="rId25" Type="http://schemas.openxmlformats.org/officeDocument/2006/relationships/customXml" Target="../ink/ink88.xml"/><Relationship Id="rId2" Type="http://schemas.openxmlformats.org/officeDocument/2006/relationships/image" Target="../media/image80.png"/><Relationship Id="rId16" Type="http://schemas.openxmlformats.org/officeDocument/2006/relationships/image" Target="../media/image87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customXml" Target="../ink/ink81.xml"/><Relationship Id="rId24" Type="http://schemas.openxmlformats.org/officeDocument/2006/relationships/image" Target="../media/image91.png"/><Relationship Id="rId5" Type="http://schemas.openxmlformats.org/officeDocument/2006/relationships/customXml" Target="../ink/ink78.xml"/><Relationship Id="rId15" Type="http://schemas.openxmlformats.org/officeDocument/2006/relationships/customXml" Target="../ink/ink83.xml"/><Relationship Id="rId23" Type="http://schemas.openxmlformats.org/officeDocument/2006/relationships/customXml" Target="../ink/ink87.xml"/><Relationship Id="rId10" Type="http://schemas.openxmlformats.org/officeDocument/2006/relationships/image" Target="../media/image84.png"/><Relationship Id="rId19" Type="http://schemas.openxmlformats.org/officeDocument/2006/relationships/customXml" Target="../ink/ink85.xml"/><Relationship Id="rId4" Type="http://schemas.openxmlformats.org/officeDocument/2006/relationships/image" Target="../media/image81.png"/><Relationship Id="rId9" Type="http://schemas.openxmlformats.org/officeDocument/2006/relationships/customXml" Target="../ink/ink80.xml"/><Relationship Id="rId14" Type="http://schemas.openxmlformats.org/officeDocument/2006/relationships/image" Target="../media/image86.png"/><Relationship Id="rId22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59632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3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70039" y="3356992"/>
            <a:ext cx="6480720" cy="792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리눅스 사용법 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(3)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상태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cat  (Concatenate)</a:t>
            </a:r>
          </a:p>
          <a:p>
            <a:pPr lvl="2"/>
            <a:r>
              <a:rPr lang="ko-KR" altLang="en-US" dirty="0"/>
              <a:t>파일의 연결과 파일의 내용을 간단하게 화면에 출력하기 위한 명령</a:t>
            </a:r>
            <a:endParaRPr lang="en-US" altLang="ko-KR" dirty="0"/>
          </a:p>
          <a:p>
            <a:pPr lvl="2"/>
            <a:r>
              <a:rPr lang="en-US" altLang="ko-KR" dirty="0"/>
              <a:t>cat </a:t>
            </a:r>
            <a:r>
              <a:rPr lang="ko-KR" altLang="en-US" dirty="0"/>
              <a:t>명령의 사용 방법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① </a:t>
            </a:r>
            <a:r>
              <a:rPr lang="ko-KR" altLang="en-US" dirty="0"/>
              <a:t>새로운 파일의 생성</a:t>
            </a:r>
          </a:p>
          <a:p>
            <a:pPr lvl="3"/>
            <a:r>
              <a:rPr lang="en-US" altLang="ko-KR" dirty="0"/>
              <a:t>&lt;Ctrl&gt; + &lt;D&gt; </a:t>
            </a:r>
            <a:r>
              <a:rPr lang="ko-KR" altLang="en-US" dirty="0"/>
              <a:t>를 누름으로써 문자 입력을 마치게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547664" y="2168205"/>
            <a:ext cx="4104456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563205" y="3861048"/>
            <a:ext cx="4104456" cy="1152128"/>
          </a:xfrm>
          <a:prstGeom prst="roundRect">
            <a:avLst>
              <a:gd name="adj" fmla="val 9356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</a:t>
            </a:r>
            <a:r>
              <a:rPr lang="en-US" altLang="ko-KR" sz="1600" b="1" dirty="0">
                <a:solidFill>
                  <a:srgbClr val="FF0000"/>
                </a:solidFill>
              </a:rPr>
              <a:t>&gt;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Sample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a sample text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love Linux system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&lt;CTRL&gt; + &lt;D&gt;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D729051-27D7-F3B7-2971-0988BC678257}"/>
                  </a:ext>
                </a:extLst>
              </p14:cNvPr>
              <p14:cNvContentPartPr/>
              <p14:nvPr/>
            </p14:nvContentPartPr>
            <p14:xfrm>
              <a:off x="6441449" y="2996593"/>
              <a:ext cx="154080" cy="3049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D729051-27D7-F3B7-2971-0988BC6782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2809" y="2987593"/>
                <a:ext cx="171720" cy="32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3E64825A-B840-2CF2-F175-E8170829E94F}"/>
              </a:ext>
            </a:extLst>
          </p:cNvPr>
          <p:cNvGrpSpPr/>
          <p:nvPr/>
        </p:nvGrpSpPr>
        <p:grpSpPr>
          <a:xfrm>
            <a:off x="5684009" y="3021793"/>
            <a:ext cx="451800" cy="271800"/>
            <a:chOff x="5684009" y="3021793"/>
            <a:chExt cx="45180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94A2AD5-F91C-7E73-D327-DD014138AA4F}"/>
                    </a:ext>
                  </a:extLst>
                </p14:cNvPr>
                <p14:cNvContentPartPr/>
                <p14:nvPr/>
              </p14:nvContentPartPr>
              <p14:xfrm>
                <a:off x="5684009" y="3040153"/>
                <a:ext cx="169200" cy="181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94A2AD5-F91C-7E73-D327-DD014138AA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75009" y="3031153"/>
                  <a:ext cx="186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BFC91F1-EA5D-7413-78D3-94BF30514090}"/>
                    </a:ext>
                  </a:extLst>
                </p14:cNvPr>
                <p14:cNvContentPartPr/>
                <p14:nvPr/>
              </p14:nvContentPartPr>
              <p14:xfrm>
                <a:off x="5867609" y="3044833"/>
                <a:ext cx="170640" cy="171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BFC91F1-EA5D-7413-78D3-94BF305140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58609" y="3036193"/>
                  <a:ext cx="188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F98535F-4E35-CC14-B62D-EBE351BBF2A1}"/>
                    </a:ext>
                  </a:extLst>
                </p14:cNvPr>
                <p14:cNvContentPartPr/>
                <p14:nvPr/>
              </p14:nvContentPartPr>
              <p14:xfrm>
                <a:off x="5978129" y="3086233"/>
                <a:ext cx="157680" cy="504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F98535F-4E35-CC14-B62D-EBE351BBF2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69129" y="3077233"/>
                  <a:ext cx="175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6FE7F5D-25AC-7A1C-70E5-0097A1C5ED75}"/>
                    </a:ext>
                  </a:extLst>
                </p14:cNvPr>
                <p14:cNvContentPartPr/>
                <p14:nvPr/>
              </p14:nvContentPartPr>
              <p14:xfrm>
                <a:off x="6078209" y="3021793"/>
                <a:ext cx="30960" cy="2718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6FE7F5D-25AC-7A1C-70E5-0097A1C5ED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69209" y="3012793"/>
                  <a:ext cx="486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C710B56-0D4D-EC8F-4EC5-E62BA939346E}"/>
              </a:ext>
            </a:extLst>
          </p:cNvPr>
          <p:cNvGrpSpPr/>
          <p:nvPr/>
        </p:nvGrpSpPr>
        <p:grpSpPr>
          <a:xfrm>
            <a:off x="6778409" y="3023233"/>
            <a:ext cx="987840" cy="361800"/>
            <a:chOff x="6778409" y="3023233"/>
            <a:chExt cx="98784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A719788-7AA3-576E-9F70-5B531A2CFFDC}"/>
                    </a:ext>
                  </a:extLst>
                </p14:cNvPr>
                <p14:cNvContentPartPr/>
                <p14:nvPr/>
              </p14:nvContentPartPr>
              <p14:xfrm>
                <a:off x="6778409" y="3059953"/>
                <a:ext cx="141840" cy="165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A719788-7AA3-576E-9F70-5B531A2CFF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69769" y="3051313"/>
                  <a:ext cx="159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273881D9-99A0-BC9D-4EF7-1A2E3E821BFE}"/>
                    </a:ext>
                  </a:extLst>
                </p14:cNvPr>
                <p14:cNvContentPartPr/>
                <p14:nvPr/>
              </p14:nvContentPartPr>
              <p14:xfrm>
                <a:off x="6843929" y="3099193"/>
                <a:ext cx="15480" cy="1432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273881D9-99A0-BC9D-4EF7-1A2E3E821B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34929" y="3090193"/>
                  <a:ext cx="33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C78248E-B51D-1EC2-C6DC-550B09408A28}"/>
                    </a:ext>
                  </a:extLst>
                </p14:cNvPr>
                <p14:cNvContentPartPr/>
                <p14:nvPr/>
              </p14:nvContentPartPr>
              <p14:xfrm>
                <a:off x="6809369" y="3089473"/>
                <a:ext cx="152640" cy="162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C78248E-B51D-1EC2-C6DC-550B09408A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00729" y="3080473"/>
                  <a:ext cx="170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7994339-1337-45DA-D41D-1F931670691B}"/>
                    </a:ext>
                  </a:extLst>
                </p14:cNvPr>
                <p14:cNvContentPartPr/>
                <p14:nvPr/>
              </p14:nvContentPartPr>
              <p14:xfrm>
                <a:off x="6962729" y="3097753"/>
                <a:ext cx="116640" cy="1724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7994339-1337-45DA-D41D-1F93167069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54089" y="3089113"/>
                  <a:ext cx="134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69F4CF6-02CD-1793-0A19-5B43FEDF725E}"/>
                    </a:ext>
                  </a:extLst>
                </p14:cNvPr>
                <p14:cNvContentPartPr/>
                <p14:nvPr/>
              </p14:nvContentPartPr>
              <p14:xfrm>
                <a:off x="7046969" y="3023233"/>
                <a:ext cx="160920" cy="1497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69F4CF6-02CD-1793-0A19-5B43FEDF72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38329" y="3014233"/>
                  <a:ext cx="178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BAA5235-1D47-AAF7-5AE8-8092DA443486}"/>
                    </a:ext>
                  </a:extLst>
                </p14:cNvPr>
                <p14:cNvContentPartPr/>
                <p14:nvPr/>
              </p14:nvContentPartPr>
              <p14:xfrm>
                <a:off x="7127969" y="3197113"/>
                <a:ext cx="125640" cy="1234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BAA5235-1D47-AAF7-5AE8-8092DA4434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18969" y="3188473"/>
                  <a:ext cx="143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04E3998-3FD7-EB57-EF38-CA76FDCB5E2E}"/>
                    </a:ext>
                  </a:extLst>
                </p14:cNvPr>
                <p14:cNvContentPartPr/>
                <p14:nvPr/>
              </p14:nvContentPartPr>
              <p14:xfrm>
                <a:off x="7384289" y="3085513"/>
                <a:ext cx="96120" cy="1342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04E3998-3FD7-EB57-EF38-CA76FDCB5E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75289" y="3076513"/>
                  <a:ext cx="113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501710E-F863-B181-F804-4699DFE065EA}"/>
                    </a:ext>
                  </a:extLst>
                </p14:cNvPr>
                <p14:cNvContentPartPr/>
                <p14:nvPr/>
              </p14:nvContentPartPr>
              <p14:xfrm>
                <a:off x="7513169" y="3104233"/>
                <a:ext cx="18720" cy="171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501710E-F863-B181-F804-4699DFE065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04169" y="3095593"/>
                  <a:ext cx="36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BFFA217-E6FB-3874-5F35-B007BF5139C9}"/>
                    </a:ext>
                  </a:extLst>
                </p14:cNvPr>
                <p14:cNvContentPartPr/>
                <p14:nvPr/>
              </p14:nvContentPartPr>
              <p14:xfrm>
                <a:off x="7577969" y="3094513"/>
                <a:ext cx="123480" cy="950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BFFA217-E6FB-3874-5F35-B007BF5139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69329" y="3085873"/>
                  <a:ext cx="141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7710FBC-2544-F266-1D04-2B4167B06B45}"/>
                    </a:ext>
                  </a:extLst>
                </p14:cNvPr>
                <p14:cNvContentPartPr/>
                <p14:nvPr/>
              </p14:nvContentPartPr>
              <p14:xfrm>
                <a:off x="7589129" y="3232393"/>
                <a:ext cx="132840" cy="291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7710FBC-2544-F266-1D04-2B4167B06B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80129" y="3223393"/>
                  <a:ext cx="150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F114ADC-B002-05FB-F6A6-CFA3EF1307B3}"/>
                    </a:ext>
                  </a:extLst>
                </p14:cNvPr>
                <p14:cNvContentPartPr/>
                <p14:nvPr/>
              </p14:nvContentPartPr>
              <p14:xfrm>
                <a:off x="7632689" y="3282793"/>
                <a:ext cx="133560" cy="98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F114ADC-B002-05FB-F6A6-CFA3EF1307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24049" y="3274153"/>
                  <a:ext cx="15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075AA48-CDA4-9A9B-49F5-C3E504247DD2}"/>
                    </a:ext>
                  </a:extLst>
                </p14:cNvPr>
                <p14:cNvContentPartPr/>
                <p14:nvPr/>
              </p14:nvContentPartPr>
              <p14:xfrm>
                <a:off x="7662569" y="3344713"/>
                <a:ext cx="95760" cy="403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075AA48-CDA4-9A9B-49F5-C3E504247D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53569" y="3335713"/>
                  <a:ext cx="11340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DF44958-F05F-2A4A-0E95-38B0BD223F08}"/>
              </a:ext>
            </a:extLst>
          </p:cNvPr>
          <p:cNvGrpSpPr/>
          <p:nvPr/>
        </p:nvGrpSpPr>
        <p:grpSpPr>
          <a:xfrm>
            <a:off x="7926449" y="3002353"/>
            <a:ext cx="778320" cy="324000"/>
            <a:chOff x="7926449" y="3002353"/>
            <a:chExt cx="77832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D014EA8-4CF0-9A30-8B22-5AD49C60EB4B}"/>
                    </a:ext>
                  </a:extLst>
                </p14:cNvPr>
                <p14:cNvContentPartPr/>
                <p14:nvPr/>
              </p14:nvContentPartPr>
              <p14:xfrm>
                <a:off x="7926449" y="3032593"/>
                <a:ext cx="129960" cy="289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D014EA8-4CF0-9A30-8B22-5AD49C60EB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17809" y="3023593"/>
                  <a:ext cx="147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13A81A0-8082-07FA-462F-3ED77C6731B3}"/>
                    </a:ext>
                  </a:extLst>
                </p14:cNvPr>
                <p14:cNvContentPartPr/>
                <p14:nvPr/>
              </p14:nvContentPartPr>
              <p14:xfrm>
                <a:off x="8088089" y="3022513"/>
                <a:ext cx="51480" cy="1969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13A81A0-8082-07FA-462F-3ED77C6731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79449" y="3013513"/>
                  <a:ext cx="69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904C8AD-8337-DD3B-AB45-ECB52F3110A8}"/>
                    </a:ext>
                  </a:extLst>
                </p14:cNvPr>
                <p14:cNvContentPartPr/>
                <p14:nvPr/>
              </p14:nvContentPartPr>
              <p14:xfrm>
                <a:off x="8116529" y="3095233"/>
                <a:ext cx="84240" cy="680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904C8AD-8337-DD3B-AB45-ECB52F3110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07889" y="3086233"/>
                  <a:ext cx="101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25EA2C5-F527-2DBC-3047-72AE8640DC43}"/>
                    </a:ext>
                  </a:extLst>
                </p14:cNvPr>
                <p14:cNvContentPartPr/>
                <p14:nvPr/>
              </p14:nvContentPartPr>
              <p14:xfrm>
                <a:off x="8211569" y="3019993"/>
                <a:ext cx="101520" cy="1857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25EA2C5-F527-2DBC-3047-72AE8640DC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02569" y="3010993"/>
                  <a:ext cx="119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2EE771E-22D6-4DD6-FB01-9B8A51721E8F}"/>
                    </a:ext>
                  </a:extLst>
                </p14:cNvPr>
                <p14:cNvContentPartPr/>
                <p14:nvPr/>
              </p14:nvContentPartPr>
              <p14:xfrm>
                <a:off x="8233169" y="3208993"/>
                <a:ext cx="106560" cy="918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2EE771E-22D6-4DD6-FB01-9B8A51721E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24169" y="3199993"/>
                  <a:ext cx="124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80E2E71-7211-85F0-CAF8-23BF14CB5A9E}"/>
                    </a:ext>
                  </a:extLst>
                </p14:cNvPr>
                <p14:cNvContentPartPr/>
                <p14:nvPr/>
              </p14:nvContentPartPr>
              <p14:xfrm>
                <a:off x="8384009" y="3060673"/>
                <a:ext cx="118440" cy="1695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80E2E71-7211-85F0-CAF8-23BF14CB5A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75369" y="3052033"/>
                  <a:ext cx="136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1E84D4AA-EDC4-CF94-E32A-9D14D1525088}"/>
                    </a:ext>
                  </a:extLst>
                </p14:cNvPr>
                <p14:cNvContentPartPr/>
                <p14:nvPr/>
              </p14:nvContentPartPr>
              <p14:xfrm>
                <a:off x="8438729" y="3018553"/>
                <a:ext cx="120600" cy="2196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1E84D4AA-EDC4-CF94-E32A-9D14D15250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30089" y="3009913"/>
                  <a:ext cx="138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9430445-AE45-F62D-F001-F05C5B51FC29}"/>
                    </a:ext>
                  </a:extLst>
                </p14:cNvPr>
                <p14:cNvContentPartPr/>
                <p14:nvPr/>
              </p14:nvContentPartPr>
              <p14:xfrm>
                <a:off x="8488409" y="3230233"/>
                <a:ext cx="109080" cy="831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9430445-AE45-F62D-F001-F05C5B51FC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79409" y="3221593"/>
                  <a:ext cx="126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D4093184-B2A5-9D38-163A-C3EA31A74251}"/>
                    </a:ext>
                  </a:extLst>
                </p14:cNvPr>
                <p14:cNvContentPartPr/>
                <p14:nvPr/>
              </p14:nvContentPartPr>
              <p14:xfrm>
                <a:off x="8613689" y="3002353"/>
                <a:ext cx="91080" cy="32400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D4093184-B2A5-9D38-163A-C3EA31A742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04689" y="2993353"/>
                  <a:ext cx="10872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DF40488-62C4-8879-7812-9CEF083ECE90}"/>
              </a:ext>
            </a:extLst>
          </p:cNvPr>
          <p:cNvGrpSpPr/>
          <p:nvPr/>
        </p:nvGrpSpPr>
        <p:grpSpPr>
          <a:xfrm>
            <a:off x="5781569" y="3656473"/>
            <a:ext cx="509760" cy="301320"/>
            <a:chOff x="5781569" y="3656473"/>
            <a:chExt cx="50976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DFA4AE7F-942A-89B6-5FB8-E84BC0C2F9EE}"/>
                    </a:ext>
                  </a:extLst>
                </p14:cNvPr>
                <p14:cNvContentPartPr/>
                <p14:nvPr/>
              </p14:nvContentPartPr>
              <p14:xfrm>
                <a:off x="5781569" y="3716233"/>
                <a:ext cx="114480" cy="17712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DFA4AE7F-942A-89B6-5FB8-E84BC0C2F9E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72929" y="3707593"/>
                  <a:ext cx="132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75EEB898-4FD6-9D5A-389A-EC2ED4EECB79}"/>
                    </a:ext>
                  </a:extLst>
                </p14:cNvPr>
                <p14:cNvContentPartPr/>
                <p14:nvPr/>
              </p14:nvContentPartPr>
              <p14:xfrm>
                <a:off x="5929529" y="3710473"/>
                <a:ext cx="186840" cy="1490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75EEB898-4FD6-9D5A-389A-EC2ED4EECB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20529" y="3701473"/>
                  <a:ext cx="204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A7DAF3CD-6E5C-FF33-1F15-EBBAA4B01F93}"/>
                    </a:ext>
                  </a:extLst>
                </p14:cNvPr>
                <p14:cNvContentPartPr/>
                <p14:nvPr/>
              </p14:nvContentPartPr>
              <p14:xfrm>
                <a:off x="6038609" y="3707593"/>
                <a:ext cx="177120" cy="5760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A7DAF3CD-6E5C-FF33-1F15-EBBAA4B01F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29609" y="3698953"/>
                  <a:ext cx="194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FC77DBF2-7F4A-B659-2B6B-7B7842780180}"/>
                    </a:ext>
                  </a:extLst>
                </p14:cNvPr>
                <p14:cNvContentPartPr/>
                <p14:nvPr/>
              </p14:nvContentPartPr>
              <p14:xfrm>
                <a:off x="6149489" y="3656473"/>
                <a:ext cx="141840" cy="30132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FC77DBF2-7F4A-B659-2B6B-7B78427801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40849" y="3647473"/>
                  <a:ext cx="1594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88844C1-B054-7912-393A-EFA2888597B5}"/>
              </a:ext>
            </a:extLst>
          </p:cNvPr>
          <p:cNvGrpSpPr/>
          <p:nvPr/>
        </p:nvGrpSpPr>
        <p:grpSpPr>
          <a:xfrm>
            <a:off x="6853289" y="3612193"/>
            <a:ext cx="466560" cy="317160"/>
            <a:chOff x="6853289" y="3612193"/>
            <a:chExt cx="4665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F5E2432C-31A9-F538-4BB4-D0B2C2E64731}"/>
                    </a:ext>
                  </a:extLst>
                </p14:cNvPr>
                <p14:cNvContentPartPr/>
                <p14:nvPr/>
              </p14:nvContentPartPr>
              <p14:xfrm>
                <a:off x="6853289" y="3655033"/>
                <a:ext cx="117000" cy="900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F5E2432C-31A9-F538-4BB4-D0B2C2E647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44649" y="3646393"/>
                  <a:ext cx="134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26E19E6E-6D03-EBF3-3F12-3D467C9F0D3D}"/>
                    </a:ext>
                  </a:extLst>
                </p14:cNvPr>
                <p14:cNvContentPartPr/>
                <p14:nvPr/>
              </p14:nvContentPartPr>
              <p14:xfrm>
                <a:off x="6907649" y="3667993"/>
                <a:ext cx="31680" cy="14112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26E19E6E-6D03-EBF3-3F12-3D467C9F0D3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99009" y="3659353"/>
                  <a:ext cx="49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2B78C6F-FCAB-D622-2EB5-58B6661F907B}"/>
                    </a:ext>
                  </a:extLst>
                </p14:cNvPr>
                <p14:cNvContentPartPr/>
                <p14:nvPr/>
              </p14:nvContentPartPr>
              <p14:xfrm>
                <a:off x="6868409" y="3689953"/>
                <a:ext cx="178200" cy="1540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2B78C6F-FCAB-D622-2EB5-58B6661F90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59409" y="3681313"/>
                  <a:ext cx="195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3592C5BD-34F9-2C27-786B-D8236457969A}"/>
                    </a:ext>
                  </a:extLst>
                </p14:cNvPr>
                <p14:cNvContentPartPr/>
                <p14:nvPr/>
              </p14:nvContentPartPr>
              <p14:xfrm>
                <a:off x="7044449" y="3668353"/>
                <a:ext cx="105120" cy="11808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3592C5BD-34F9-2C27-786B-D8236457969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35809" y="3659713"/>
                  <a:ext cx="122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DAB86AA0-BFAC-187A-C488-2DC7CE86A41A}"/>
                    </a:ext>
                  </a:extLst>
                </p14:cNvPr>
                <p14:cNvContentPartPr/>
                <p14:nvPr/>
              </p14:nvContentPartPr>
              <p14:xfrm>
                <a:off x="7129409" y="3612193"/>
                <a:ext cx="167400" cy="15480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DAB86AA0-BFAC-187A-C488-2DC7CE86A41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20409" y="3603553"/>
                  <a:ext cx="185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64624ED6-3C5D-F00B-0719-86A42C17E061}"/>
                    </a:ext>
                  </a:extLst>
                </p14:cNvPr>
                <p14:cNvContentPartPr/>
                <p14:nvPr/>
              </p14:nvContentPartPr>
              <p14:xfrm>
                <a:off x="7185569" y="3808393"/>
                <a:ext cx="134280" cy="1209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64624ED6-3C5D-F00B-0719-86A42C17E0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76929" y="3799753"/>
                  <a:ext cx="15192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317CC32-8913-86EB-2880-579A1135E299}"/>
              </a:ext>
            </a:extLst>
          </p:cNvPr>
          <p:cNvGrpSpPr/>
          <p:nvPr/>
        </p:nvGrpSpPr>
        <p:grpSpPr>
          <a:xfrm>
            <a:off x="7485089" y="3630913"/>
            <a:ext cx="396360" cy="294120"/>
            <a:chOff x="7485089" y="3630913"/>
            <a:chExt cx="39636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573B3DC8-BA17-BB15-AF01-5493A6F3F3B3}"/>
                    </a:ext>
                  </a:extLst>
                </p14:cNvPr>
                <p14:cNvContentPartPr/>
                <p14:nvPr/>
              </p14:nvContentPartPr>
              <p14:xfrm>
                <a:off x="7485089" y="3661873"/>
                <a:ext cx="101520" cy="12852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573B3DC8-BA17-BB15-AF01-5493A6F3F3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76449" y="3653233"/>
                  <a:ext cx="11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C098D680-048F-4F15-7931-8D4E08BB10E5}"/>
                    </a:ext>
                  </a:extLst>
                </p14:cNvPr>
                <p14:cNvContentPartPr/>
                <p14:nvPr/>
              </p14:nvContentPartPr>
              <p14:xfrm>
                <a:off x="7654649" y="3645313"/>
                <a:ext cx="30960" cy="2098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C098D680-048F-4F15-7931-8D4E08BB10E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46009" y="3636673"/>
                  <a:ext cx="48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E48D4C74-1ABC-984D-BDE0-F45526803A24}"/>
                    </a:ext>
                  </a:extLst>
                </p14:cNvPr>
                <p14:cNvContentPartPr/>
                <p14:nvPr/>
              </p14:nvContentPartPr>
              <p14:xfrm>
                <a:off x="7711169" y="3630913"/>
                <a:ext cx="111600" cy="1029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E48D4C74-1ABC-984D-BDE0-F45526803A2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02529" y="3622273"/>
                  <a:ext cx="129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874C2303-FC3C-2BEA-2AC0-4E6D9A125AAE}"/>
                    </a:ext>
                  </a:extLst>
                </p14:cNvPr>
                <p14:cNvContentPartPr/>
                <p14:nvPr/>
              </p14:nvContentPartPr>
              <p14:xfrm>
                <a:off x="7724849" y="3768793"/>
                <a:ext cx="128520" cy="241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874C2303-FC3C-2BEA-2AC0-4E6D9A125A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16209" y="3760153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BDAFAD5A-8A18-0AC8-F8F0-841191952996}"/>
                    </a:ext>
                  </a:extLst>
                </p14:cNvPr>
                <p14:cNvContentPartPr/>
                <p14:nvPr/>
              </p14:nvContentPartPr>
              <p14:xfrm>
                <a:off x="7733849" y="3831073"/>
                <a:ext cx="140760" cy="9396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BDAFAD5A-8A18-0AC8-F8F0-8411919529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25209" y="3822433"/>
                  <a:ext cx="158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69587A3D-1C81-2F18-D29B-A0581F9EE660}"/>
                    </a:ext>
                  </a:extLst>
                </p14:cNvPr>
                <p14:cNvContentPartPr/>
                <p14:nvPr/>
              </p14:nvContentPartPr>
              <p14:xfrm>
                <a:off x="7743209" y="3860233"/>
                <a:ext cx="138240" cy="583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69587A3D-1C81-2F18-D29B-A0581F9EE66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34209" y="3851593"/>
                  <a:ext cx="1558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4AF2EC1-786B-D1C7-143B-640396546848}"/>
              </a:ext>
            </a:extLst>
          </p:cNvPr>
          <p:cNvGrpSpPr/>
          <p:nvPr/>
        </p:nvGrpSpPr>
        <p:grpSpPr>
          <a:xfrm>
            <a:off x="8074049" y="3572593"/>
            <a:ext cx="691200" cy="324360"/>
            <a:chOff x="8074049" y="3572593"/>
            <a:chExt cx="69120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C6CC0686-F90F-4031-6331-DF16127A21D2}"/>
                    </a:ext>
                  </a:extLst>
                </p14:cNvPr>
                <p14:cNvContentPartPr/>
                <p14:nvPr/>
              </p14:nvContentPartPr>
              <p14:xfrm>
                <a:off x="8074049" y="3585553"/>
                <a:ext cx="154800" cy="26100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C6CC0686-F90F-4031-6331-DF16127A21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65049" y="3576913"/>
                  <a:ext cx="1724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658BA978-E0B4-51A0-443B-AB135399C0FD}"/>
                    </a:ext>
                  </a:extLst>
                </p14:cNvPr>
                <p14:cNvContentPartPr/>
                <p14:nvPr/>
              </p14:nvContentPartPr>
              <p14:xfrm>
                <a:off x="8258729" y="3572593"/>
                <a:ext cx="51120" cy="536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658BA978-E0B4-51A0-443B-AB135399C0F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50089" y="3563953"/>
                  <a:ext cx="68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C665C4D8-C1B8-5CDD-C414-94D4A922355D}"/>
                    </a:ext>
                  </a:extLst>
                </p14:cNvPr>
                <p14:cNvContentPartPr/>
                <p14:nvPr/>
              </p14:nvContentPartPr>
              <p14:xfrm>
                <a:off x="8227049" y="3644593"/>
                <a:ext cx="137160" cy="5508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C665C4D8-C1B8-5CDD-C414-94D4A92235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18049" y="3635953"/>
                  <a:ext cx="154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D257FACD-13F2-D794-5826-613C51890DB2}"/>
                    </a:ext>
                  </a:extLst>
                </p14:cNvPr>
                <p14:cNvContentPartPr/>
                <p14:nvPr/>
              </p14:nvContentPartPr>
              <p14:xfrm>
                <a:off x="8210129" y="3725593"/>
                <a:ext cx="137160" cy="6552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D257FACD-13F2-D794-5826-613C51890D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01489" y="3716953"/>
                  <a:ext cx="1548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5051D240-599C-23BC-448C-D64ACDA3B088}"/>
                    </a:ext>
                  </a:extLst>
                </p14:cNvPr>
                <p14:cNvContentPartPr/>
                <p14:nvPr/>
              </p14:nvContentPartPr>
              <p14:xfrm>
                <a:off x="8263409" y="3804433"/>
                <a:ext cx="191160" cy="9252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5051D240-599C-23BC-448C-D64ACDA3B08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54769" y="3795793"/>
                  <a:ext cx="208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E4AE4D36-A6B2-1A99-9A47-8B15AF5BB3B0}"/>
                    </a:ext>
                  </a:extLst>
                </p14:cNvPr>
                <p14:cNvContentPartPr/>
                <p14:nvPr/>
              </p14:nvContentPartPr>
              <p14:xfrm>
                <a:off x="8409569" y="3625153"/>
                <a:ext cx="133920" cy="1645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E4AE4D36-A6B2-1A99-9A47-8B15AF5BB3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00569" y="3616153"/>
                  <a:ext cx="151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66E1B94D-3F2B-9C12-71D5-6CEA874BE487}"/>
                    </a:ext>
                  </a:extLst>
                </p14:cNvPr>
                <p14:cNvContentPartPr/>
                <p14:nvPr/>
              </p14:nvContentPartPr>
              <p14:xfrm>
                <a:off x="8533049" y="3685633"/>
                <a:ext cx="79560" cy="4464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66E1B94D-3F2B-9C12-71D5-6CEA874BE48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24049" y="3676633"/>
                  <a:ext cx="97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8263BEA-D0B1-E4E0-5F23-BF9A7E811083}"/>
                    </a:ext>
                  </a:extLst>
                </p14:cNvPr>
                <p14:cNvContentPartPr/>
                <p14:nvPr/>
              </p14:nvContentPartPr>
              <p14:xfrm>
                <a:off x="8614049" y="3623353"/>
                <a:ext cx="18360" cy="1144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8263BEA-D0B1-E4E0-5F23-BF9A7E8110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5409" y="3614353"/>
                  <a:ext cx="36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43C929D8-1F6C-4492-BCDF-0F51D3305699}"/>
                    </a:ext>
                  </a:extLst>
                </p14:cNvPr>
                <p14:cNvContentPartPr/>
                <p14:nvPr/>
              </p14:nvContentPartPr>
              <p14:xfrm>
                <a:off x="8542769" y="3764833"/>
                <a:ext cx="117000" cy="8316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43C929D8-1F6C-4492-BCDF-0F51D33056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33769" y="3755833"/>
                  <a:ext cx="134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64E6FC15-B281-F39D-8A32-6BA760035E0F}"/>
                    </a:ext>
                  </a:extLst>
                </p14:cNvPr>
                <p14:cNvContentPartPr/>
                <p14:nvPr/>
              </p14:nvContentPartPr>
              <p14:xfrm>
                <a:off x="8647169" y="3606433"/>
                <a:ext cx="118080" cy="28980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64E6FC15-B281-F39D-8A32-6BA760035E0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38529" y="3597433"/>
                  <a:ext cx="13572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3676CF57-6AC5-6107-161F-FFCDF8681B3D}"/>
                  </a:ext>
                </a:extLst>
              </p14:cNvPr>
              <p14:cNvContentPartPr/>
              <p14:nvPr/>
            </p14:nvContentPartPr>
            <p14:xfrm>
              <a:off x="6426329" y="3597793"/>
              <a:ext cx="205560" cy="304560"/>
            </p14:xfrm>
          </p:contentPart>
        </mc:Choice>
        <mc:Fallback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3676CF57-6AC5-6107-161F-FFCDF8681B3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417689" y="3589153"/>
                <a:ext cx="223200" cy="3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8610892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상태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2495" y="888527"/>
            <a:ext cx="8663880" cy="5105400"/>
          </a:xfrm>
        </p:spPr>
        <p:txBody>
          <a:bodyPr/>
          <a:lstStyle/>
          <a:p>
            <a:pPr lvl="1"/>
            <a:r>
              <a:rPr lang="en-US" altLang="ko-KR" dirty="0"/>
              <a:t>cat  (Concatenate)</a:t>
            </a:r>
          </a:p>
          <a:p>
            <a:pPr marL="914400" lvl="2" indent="0">
              <a:buNone/>
            </a:pPr>
            <a:r>
              <a:rPr lang="ko-KR" altLang="en-US" dirty="0"/>
              <a:t>② 파일의 내용 출력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파일 내용에 추가 연결 저장  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sz="1600" dirty="0"/>
          </a:p>
          <a:p>
            <a:pPr marL="914400" lvl="2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519606" y="1670743"/>
            <a:ext cx="3988498" cy="318097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Sample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606" y="2102791"/>
            <a:ext cx="5760640" cy="963656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 bwMode="auto">
          <a:xfrm>
            <a:off x="1519606" y="3977703"/>
            <a:ext cx="3988498" cy="2016224"/>
          </a:xfrm>
          <a:prstGeom prst="roundRect">
            <a:avLst>
              <a:gd name="adj" fmla="val 7069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</a:t>
            </a:r>
            <a:r>
              <a:rPr lang="en-US" altLang="ko-KR" sz="1600" b="1" dirty="0">
                <a:solidFill>
                  <a:srgbClr val="FF0000"/>
                </a:solidFill>
              </a:rPr>
              <a:t>&gt;&gt;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Sample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a new line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&lt;CTRL&gt; + &lt;D&gt;</a:t>
            </a:r>
          </a:p>
          <a:p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cat   Sample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a sample text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love Linux system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a new line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9B087B3-95DD-35C2-0CCB-75C312047A6D}"/>
                  </a:ext>
                </a:extLst>
              </p14:cNvPr>
              <p14:cNvContentPartPr/>
              <p14:nvPr/>
            </p14:nvContentPartPr>
            <p14:xfrm>
              <a:off x="4175249" y="3448033"/>
              <a:ext cx="133560" cy="2660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9B087B3-95DD-35C2-0CCB-75C312047A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6249" y="3439033"/>
                <a:ext cx="151200" cy="28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4D49526F-6BC0-D8D8-AC51-3F90E15388F8}"/>
              </a:ext>
            </a:extLst>
          </p:cNvPr>
          <p:cNvGrpSpPr/>
          <p:nvPr/>
        </p:nvGrpSpPr>
        <p:grpSpPr>
          <a:xfrm>
            <a:off x="4448849" y="3476473"/>
            <a:ext cx="727920" cy="373680"/>
            <a:chOff x="4448849" y="3476473"/>
            <a:chExt cx="72792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C00E3E8-CF21-32B1-0393-5E9B67E0226A}"/>
                    </a:ext>
                  </a:extLst>
                </p14:cNvPr>
                <p14:cNvContentPartPr/>
                <p14:nvPr/>
              </p14:nvContentPartPr>
              <p14:xfrm>
                <a:off x="4507529" y="3476473"/>
                <a:ext cx="17640" cy="123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C00E3E8-CF21-32B1-0393-5E9B67E022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98529" y="3467833"/>
                  <a:ext cx="35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F0B7FA9-EEDF-176D-B312-4A7B0AFDC208}"/>
                    </a:ext>
                  </a:extLst>
                </p14:cNvPr>
                <p14:cNvContentPartPr/>
                <p14:nvPr/>
              </p14:nvContentPartPr>
              <p14:xfrm>
                <a:off x="4448849" y="3602473"/>
                <a:ext cx="129240" cy="43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F0B7FA9-EEDF-176D-B312-4A7B0AFDC20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39849" y="3593833"/>
                  <a:ext cx="14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7AF03EA-1C1A-D4BF-7D24-67E9F78850D6}"/>
                    </a:ext>
                  </a:extLst>
                </p14:cNvPr>
                <p14:cNvContentPartPr/>
                <p14:nvPr/>
              </p14:nvContentPartPr>
              <p14:xfrm>
                <a:off x="4502849" y="3662953"/>
                <a:ext cx="89280" cy="1029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7AF03EA-1C1A-D4BF-7D24-67E9F78850D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94209" y="3653953"/>
                  <a:ext cx="106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F6DADA9-A3EC-9FFA-204B-2E25959A2BD8}"/>
                    </a:ext>
                  </a:extLst>
                </p14:cNvPr>
                <p14:cNvContentPartPr/>
                <p14:nvPr/>
              </p14:nvContentPartPr>
              <p14:xfrm>
                <a:off x="4645049" y="3566113"/>
                <a:ext cx="87480" cy="1447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F6DADA9-A3EC-9FFA-204B-2E25959A2B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36409" y="3557473"/>
                  <a:ext cx="105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EA1264F-77E5-CC92-4781-32FD756B038D}"/>
                    </a:ext>
                  </a:extLst>
                </p14:cNvPr>
                <p14:cNvContentPartPr/>
                <p14:nvPr/>
              </p14:nvContentPartPr>
              <p14:xfrm>
                <a:off x="4592129" y="3772033"/>
                <a:ext cx="145080" cy="648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EA1264F-77E5-CC92-4781-32FD756B038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83489" y="3763393"/>
                  <a:ext cx="162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56435992-5071-3361-188A-C7280D264FB6}"/>
                    </a:ext>
                  </a:extLst>
                </p14:cNvPr>
                <p14:cNvContentPartPr/>
                <p14:nvPr/>
              </p14:nvContentPartPr>
              <p14:xfrm>
                <a:off x="4804889" y="3652513"/>
                <a:ext cx="102240" cy="1425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56435992-5071-3361-188A-C7280D264F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96249" y="3643873"/>
                  <a:ext cx="119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9B32508-BCE5-6CE7-1FE5-D4BC6EC8CF98}"/>
                    </a:ext>
                  </a:extLst>
                </p14:cNvPr>
                <p14:cNvContentPartPr/>
                <p14:nvPr/>
              </p14:nvContentPartPr>
              <p14:xfrm>
                <a:off x="4943849" y="3654673"/>
                <a:ext cx="95040" cy="1954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9B32508-BCE5-6CE7-1FE5-D4BC6EC8CF9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34849" y="3646033"/>
                  <a:ext cx="112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C602510-5BD7-3B35-A0B9-D9CA3E0B7AC7}"/>
                    </a:ext>
                  </a:extLst>
                </p14:cNvPr>
                <p14:cNvContentPartPr/>
                <p14:nvPr/>
              </p14:nvContentPartPr>
              <p14:xfrm>
                <a:off x="5118809" y="3696433"/>
                <a:ext cx="22320" cy="57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C602510-5BD7-3B35-A0B9-D9CA3E0B7AC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09809" y="3687433"/>
                  <a:ext cx="39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6972D40-1418-846F-50CF-C528D1B24F73}"/>
                    </a:ext>
                  </a:extLst>
                </p14:cNvPr>
                <p14:cNvContentPartPr/>
                <p14:nvPr/>
              </p14:nvContentPartPr>
              <p14:xfrm>
                <a:off x="5162729" y="3767353"/>
                <a:ext cx="14040" cy="33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6972D40-1418-846F-50CF-C528D1B24F7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54089" y="3758713"/>
                  <a:ext cx="316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FBAD5D6-814E-5086-6AB4-91D8D80D831A}"/>
              </a:ext>
            </a:extLst>
          </p:cNvPr>
          <p:cNvGrpSpPr/>
          <p:nvPr/>
        </p:nvGrpSpPr>
        <p:grpSpPr>
          <a:xfrm>
            <a:off x="5297369" y="3536953"/>
            <a:ext cx="1199880" cy="391680"/>
            <a:chOff x="5297369" y="3536953"/>
            <a:chExt cx="119988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503C666-0C0C-8166-BA3C-576F2466A7A5}"/>
                    </a:ext>
                  </a:extLst>
                </p14:cNvPr>
                <p14:cNvContentPartPr/>
                <p14:nvPr/>
              </p14:nvContentPartPr>
              <p14:xfrm>
                <a:off x="5297369" y="3568633"/>
                <a:ext cx="165240" cy="1724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503C666-0C0C-8166-BA3C-576F2466A7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88369" y="3559993"/>
                  <a:ext cx="182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6118AD1-F1CF-3E33-B052-9D440F138757}"/>
                    </a:ext>
                  </a:extLst>
                </p14:cNvPr>
                <p14:cNvContentPartPr/>
                <p14:nvPr/>
              </p14:nvContentPartPr>
              <p14:xfrm>
                <a:off x="5428769" y="3629113"/>
                <a:ext cx="101520" cy="266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6118AD1-F1CF-3E33-B052-9D440F13875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19769" y="3620473"/>
                  <a:ext cx="119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A42FBBB-09C6-DE84-CD5C-783579430E72}"/>
                    </a:ext>
                  </a:extLst>
                </p14:cNvPr>
                <p14:cNvContentPartPr/>
                <p14:nvPr/>
              </p14:nvContentPartPr>
              <p14:xfrm>
                <a:off x="5532089" y="3536953"/>
                <a:ext cx="14760" cy="1872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A42FBBB-09C6-DE84-CD5C-783579430E7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23449" y="3527953"/>
                  <a:ext cx="32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1F1F4723-9EDC-D041-3F0D-BDA52EF295CD}"/>
                    </a:ext>
                  </a:extLst>
                </p14:cNvPr>
                <p14:cNvContentPartPr/>
                <p14:nvPr/>
              </p14:nvContentPartPr>
              <p14:xfrm>
                <a:off x="5415089" y="3779233"/>
                <a:ext cx="172800" cy="13068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1F1F4723-9EDC-D041-3F0D-BDA52EF295C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06089" y="3770233"/>
                  <a:ext cx="190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4083F03-5F29-6BAF-FFFB-40543A3AC583}"/>
                    </a:ext>
                  </a:extLst>
                </p14:cNvPr>
                <p14:cNvContentPartPr/>
                <p14:nvPr/>
              </p14:nvContentPartPr>
              <p14:xfrm>
                <a:off x="5449649" y="3805153"/>
                <a:ext cx="159120" cy="1234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4083F03-5F29-6BAF-FFFB-40543A3AC58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40649" y="3796513"/>
                  <a:ext cx="176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3A50F8E9-C734-2725-9F6B-2149E82732AF}"/>
                    </a:ext>
                  </a:extLst>
                </p14:cNvPr>
                <p14:cNvContentPartPr/>
                <p14:nvPr/>
              </p14:nvContentPartPr>
              <p14:xfrm>
                <a:off x="5610209" y="3691393"/>
                <a:ext cx="101520" cy="10044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3A50F8E9-C734-2725-9F6B-2149E82732A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01209" y="3682753"/>
                  <a:ext cx="119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AAB4D87A-A59F-E7A4-2A47-BF3E897DAB21}"/>
                    </a:ext>
                  </a:extLst>
                </p14:cNvPr>
                <p14:cNvContentPartPr/>
                <p14:nvPr/>
              </p14:nvContentPartPr>
              <p14:xfrm>
                <a:off x="5678609" y="3680593"/>
                <a:ext cx="119160" cy="432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AAB4D87A-A59F-E7A4-2A47-BF3E897DAB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69969" y="3671593"/>
                  <a:ext cx="136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D36DB3DA-7F61-AC38-B60B-704F468D13E7}"/>
                    </a:ext>
                  </a:extLst>
                </p14:cNvPr>
                <p14:cNvContentPartPr/>
                <p14:nvPr/>
              </p14:nvContentPartPr>
              <p14:xfrm>
                <a:off x="5808569" y="3604993"/>
                <a:ext cx="23760" cy="2307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D36DB3DA-7F61-AC38-B60B-704F468D13E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99929" y="3596353"/>
                  <a:ext cx="41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609B45C-8C92-CD8E-1CC1-1628F99A104B}"/>
                    </a:ext>
                  </a:extLst>
                </p14:cNvPr>
                <p14:cNvContentPartPr/>
                <p14:nvPr/>
              </p14:nvContentPartPr>
              <p14:xfrm>
                <a:off x="5934209" y="3621193"/>
                <a:ext cx="102240" cy="17172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609B45C-8C92-CD8E-1CC1-1628F99A10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25569" y="3612553"/>
                  <a:ext cx="119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E7467D01-A4AE-5F38-32C3-ECA37D685D60}"/>
                    </a:ext>
                  </a:extLst>
                </p14:cNvPr>
                <p14:cNvContentPartPr/>
                <p14:nvPr/>
              </p14:nvContentPartPr>
              <p14:xfrm>
                <a:off x="6052649" y="3642793"/>
                <a:ext cx="102240" cy="1256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E7467D01-A4AE-5F38-32C3-ECA37D685D6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044009" y="3633793"/>
                  <a:ext cx="1198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5E3B6A67-61BB-445D-22BA-A5731641608F}"/>
                    </a:ext>
                  </a:extLst>
                </p14:cNvPr>
                <p14:cNvContentPartPr/>
                <p14:nvPr/>
              </p14:nvContentPartPr>
              <p14:xfrm>
                <a:off x="5918369" y="3832513"/>
                <a:ext cx="284040" cy="3888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5E3B6A67-61BB-445D-22BA-A5731641608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909369" y="3823513"/>
                  <a:ext cx="301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01020294-F8F9-96A7-6013-642B11E3D968}"/>
                    </a:ext>
                  </a:extLst>
                </p14:cNvPr>
                <p14:cNvContentPartPr/>
                <p14:nvPr/>
              </p14:nvContentPartPr>
              <p14:xfrm>
                <a:off x="6225449" y="3672673"/>
                <a:ext cx="142200" cy="1425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01020294-F8F9-96A7-6013-642B11E3D9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16809" y="3663673"/>
                  <a:ext cx="159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DF3FB0A1-7016-45CD-77E6-373A9CC52391}"/>
                    </a:ext>
                  </a:extLst>
                </p14:cNvPr>
                <p14:cNvContentPartPr/>
                <p14:nvPr/>
              </p14:nvContentPartPr>
              <p14:xfrm>
                <a:off x="6445049" y="3589513"/>
                <a:ext cx="52200" cy="2937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DF3FB0A1-7016-45CD-77E6-373A9CC523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436409" y="3580873"/>
                  <a:ext cx="69840" cy="31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5014361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조작 관련 명령</a:t>
            </a:r>
          </a:p>
          <a:p>
            <a:pPr lvl="1"/>
            <a:r>
              <a:rPr lang="en-US" altLang="ko-KR" dirty="0" err="1"/>
              <a:t>cp</a:t>
            </a:r>
            <a:r>
              <a:rPr lang="en-US" altLang="ko-KR" dirty="0"/>
              <a:t>  (</a:t>
            </a:r>
            <a:r>
              <a:rPr lang="en-US" altLang="ko-KR" dirty="0" err="1"/>
              <a:t>CoPy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파일 또는 디렉토리를 복사하는 명령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① </a:t>
            </a:r>
            <a:r>
              <a:rPr lang="ko-KR" altLang="en-US" dirty="0"/>
              <a:t>같은 디렉토리 안에서 하나의 파일을 다른 파일명으로 복사하는 경우</a:t>
            </a:r>
            <a:endParaRPr lang="en-US" altLang="ko-KR" dirty="0"/>
          </a:p>
          <a:p>
            <a:pPr marL="1485900" lvl="3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485900" lvl="3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485900" lvl="3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485900" lvl="3" indent="-1714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914400" lvl="2" indent="0">
              <a:buNone/>
            </a:pPr>
            <a:r>
              <a:rPr lang="en-US" altLang="ko-KR" dirty="0"/>
              <a:t>② </a:t>
            </a:r>
            <a:r>
              <a:rPr lang="ko-KR" altLang="en-US" dirty="0"/>
              <a:t>하나의 파일을 다른 디렉토리에 복사하는 경우</a:t>
            </a:r>
          </a:p>
          <a:p>
            <a:pPr marL="1485900" lvl="3" indent="-1714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259632" y="2348880"/>
            <a:ext cx="5544616" cy="454579"/>
          </a:xfrm>
          <a:prstGeom prst="roundRect">
            <a:avLst>
              <a:gd name="adj" fmla="val 12295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cp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복사할 파일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대상 파일 또는 대상 디렉토리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549346" y="3429000"/>
            <a:ext cx="3066911" cy="864096"/>
          </a:xfrm>
          <a:prstGeom prst="roundRect">
            <a:avLst>
              <a:gd name="adj" fmla="val 16998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cp  source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copy_source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FR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r>
              <a:rPr lang="fr-FR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copy_source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 bwMode="auto">
          <a:xfrm>
            <a:off x="1549346" y="4945224"/>
            <a:ext cx="3642976" cy="1368152"/>
          </a:xfrm>
          <a:prstGeom prst="roundRect">
            <a:avLst>
              <a:gd name="adj" fmla="val 7069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cp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source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/work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/work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392602101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4238600"/>
          </a:xfrm>
        </p:spPr>
        <p:txBody>
          <a:bodyPr/>
          <a:lstStyle/>
          <a:p>
            <a:pPr lvl="1"/>
            <a:r>
              <a:rPr lang="en-US" altLang="ko-KR" dirty="0" err="1"/>
              <a:t>cp</a:t>
            </a:r>
            <a:r>
              <a:rPr lang="en-US" altLang="ko-KR" dirty="0"/>
              <a:t>  (</a:t>
            </a:r>
            <a:r>
              <a:rPr lang="en-US" altLang="ko-KR" dirty="0" err="1"/>
              <a:t>CoPy</a:t>
            </a:r>
            <a:r>
              <a:rPr lang="en-US" altLang="ko-KR" dirty="0"/>
              <a:t>)</a:t>
            </a:r>
          </a:p>
          <a:p>
            <a:pPr marL="914400" lvl="2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다수의 파일들을 다른 디렉토리에 복사하는 경우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endParaRPr lang="en-US" altLang="ko-KR" sz="800" dirty="0"/>
          </a:p>
          <a:p>
            <a:pPr marL="914400" lvl="2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디렉토리 전체를 특정 위치에 다른 이름으로 복사하고자 하는 경우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5</a:t>
            </a:fld>
            <a:endParaRPr lang="en-US" altLang="ko-KR"/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1691680" y="1844824"/>
            <a:ext cx="5256584" cy="1368152"/>
          </a:xfrm>
          <a:prstGeom prst="roundRect">
            <a:avLst>
              <a:gd name="adj" fmla="val 7069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copy_source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cp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source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copy_source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/test1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/test1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copy_source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691680" y="3861048"/>
            <a:ext cx="5256584" cy="1368152"/>
          </a:xfrm>
          <a:prstGeom prst="roundRect">
            <a:avLst>
              <a:gd name="adj" fmla="val 7069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work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copy_source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cp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-r  work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/test1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/test1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copy_source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9672" y="5373216"/>
            <a:ext cx="332975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굴림" panose="020B0600000101010101" pitchFamily="50" charset="-127"/>
                <a:ea typeface="굴림" panose="020B0600000101010101" pitchFamily="50" charset="-127"/>
              </a:rPr>
              <a:t>cp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명령에서 사용되는 옵션</a:t>
            </a:r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-r :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디렉토리 복사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-f :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기존 파일을 강제로 덮어쓰기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en-US" altLang="ko-KR" sz="1400" dirty="0" err="1">
                <a:latin typeface="굴림" panose="020B0600000101010101" pitchFamily="50" charset="-127"/>
                <a:ea typeface="굴림" panose="020B0600000101010101" pitchFamily="50" charset="-127"/>
              </a:rPr>
              <a:t>i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 :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덮어쓰기 전에 여부를 물음</a:t>
            </a:r>
          </a:p>
        </p:txBody>
      </p:sp>
    </p:spTree>
    <p:extLst>
      <p:ext uri="{BB962C8B-B14F-4D97-AF65-F5344CB8AC3E}">
        <p14:creationId xmlns:p14="http://schemas.microsoft.com/office/powerpoint/2010/main" val="839144345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mv  (</a:t>
            </a:r>
            <a:r>
              <a:rPr lang="en-US" altLang="ko-KR" dirty="0" err="1"/>
              <a:t>MoVe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시스템 내의 특정한 파일의 이름을 변경하거나</a:t>
            </a:r>
            <a:r>
              <a:rPr lang="en-US" altLang="ko-KR" dirty="0"/>
              <a:t>,</a:t>
            </a:r>
            <a:r>
              <a:rPr lang="ko-KR" altLang="en-US" dirty="0"/>
              <a:t> 현재 디렉토리에서 다른 디렉토리로 파일</a:t>
            </a:r>
            <a:r>
              <a:rPr lang="en-US" altLang="ko-KR" dirty="0"/>
              <a:t>(</a:t>
            </a:r>
            <a:r>
              <a:rPr lang="ko-KR" altLang="en-US" dirty="0"/>
              <a:t>들</a:t>
            </a:r>
            <a:r>
              <a:rPr lang="en-US" altLang="ko-KR" dirty="0"/>
              <a:t>)</a:t>
            </a:r>
            <a:r>
              <a:rPr lang="ko-KR" altLang="en-US" dirty="0"/>
              <a:t>을 이동시킬 때 사용하는 명령</a:t>
            </a:r>
            <a:endParaRPr lang="en-US" altLang="ko-KR" dirty="0"/>
          </a:p>
          <a:p>
            <a:pPr lvl="2"/>
            <a:r>
              <a:rPr lang="en-US" altLang="ko-KR" dirty="0"/>
              <a:t>mv </a:t>
            </a:r>
            <a:r>
              <a:rPr lang="ko-KR" altLang="en-US" dirty="0"/>
              <a:t>명령의 사용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800" dirty="0"/>
          </a:p>
          <a:p>
            <a:pPr marL="914400" lvl="2" indent="0">
              <a:buNone/>
            </a:pPr>
            <a:r>
              <a:rPr lang="en-US" altLang="ko-KR" dirty="0"/>
              <a:t>① </a:t>
            </a:r>
            <a:r>
              <a:rPr lang="ko-KR" altLang="en-US" dirty="0"/>
              <a:t>현재의 디렉토리에서 파일 이름 변경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mv </a:t>
            </a:r>
            <a:r>
              <a:rPr lang="ko-KR" altLang="en-US" dirty="0"/>
              <a:t>명령에서 사용되는 옵션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547664" y="2492896"/>
            <a:ext cx="5904656" cy="648072"/>
          </a:xfrm>
          <a:prstGeom prst="roundRect">
            <a:avLst>
              <a:gd name="adj" fmla="val 16998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mv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원본 파일명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변경 파일명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mv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다수의 원본 파일명들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이동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547664" y="3789040"/>
            <a:ext cx="5904656" cy="1368152"/>
          </a:xfrm>
          <a:prstGeom prst="roundRect">
            <a:avLst>
              <a:gd name="adj" fmla="val 8040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sample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mv sample changed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changed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5589240"/>
            <a:ext cx="4752528" cy="8026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24953CE-BF14-FA06-16B5-7F1F590E0361}"/>
                  </a:ext>
                </a:extLst>
              </p14:cNvPr>
              <p14:cNvContentPartPr/>
              <p14:nvPr/>
            </p14:nvContentPartPr>
            <p14:xfrm>
              <a:off x="5353889" y="2101633"/>
              <a:ext cx="272520" cy="5846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B24953CE-BF14-FA06-16B5-7F1F590E03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4889" y="2092633"/>
                <a:ext cx="29016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CB34673-66E2-DD44-BC40-5A045B35E49E}"/>
                  </a:ext>
                </a:extLst>
              </p14:cNvPr>
              <p14:cNvContentPartPr/>
              <p14:nvPr/>
            </p14:nvContentPartPr>
            <p14:xfrm>
              <a:off x="5739809" y="1979593"/>
              <a:ext cx="126000" cy="1641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CB34673-66E2-DD44-BC40-5A045B35E4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0809" y="1970593"/>
                <a:ext cx="1436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20738AA-F51A-B970-132F-9CC49A44F838}"/>
                  </a:ext>
                </a:extLst>
              </p14:cNvPr>
              <p14:cNvContentPartPr/>
              <p14:nvPr/>
            </p14:nvContentPartPr>
            <p14:xfrm>
              <a:off x="5895689" y="1934233"/>
              <a:ext cx="36720" cy="2278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20738AA-F51A-B970-132F-9CC49A44F8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86689" y="1925593"/>
                <a:ext cx="543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190D097-E8F7-AB93-E0CB-67577A226F3F}"/>
                  </a:ext>
                </a:extLst>
              </p14:cNvPr>
              <p14:cNvContentPartPr/>
              <p14:nvPr/>
            </p14:nvContentPartPr>
            <p14:xfrm>
              <a:off x="5938529" y="1932073"/>
              <a:ext cx="154440" cy="939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190D097-E8F7-AB93-E0CB-67577A226F3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29529" y="1923433"/>
                <a:ext cx="1720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BF593282-6795-4072-5C61-FD81BB29D7B7}"/>
                  </a:ext>
                </a:extLst>
              </p14:cNvPr>
              <p14:cNvContentPartPr/>
              <p14:nvPr/>
            </p14:nvContentPartPr>
            <p14:xfrm>
              <a:off x="5969489" y="2069953"/>
              <a:ext cx="162720" cy="4608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BF593282-6795-4072-5C61-FD81BB29D7B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60489" y="2060953"/>
                <a:ext cx="1803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FEF793F-BB2E-D9D0-EE92-359B04C89D97}"/>
                  </a:ext>
                </a:extLst>
              </p14:cNvPr>
              <p14:cNvContentPartPr/>
              <p14:nvPr/>
            </p14:nvContentPartPr>
            <p14:xfrm>
              <a:off x="6024209" y="2144113"/>
              <a:ext cx="167400" cy="10368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FEF793F-BB2E-D9D0-EE92-359B04C89D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15569" y="2135113"/>
                <a:ext cx="1850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85A53047-3267-5574-C2FF-2CA2FB9B4604}"/>
                  </a:ext>
                </a:extLst>
              </p14:cNvPr>
              <p14:cNvContentPartPr/>
              <p14:nvPr/>
            </p14:nvContentPartPr>
            <p14:xfrm>
              <a:off x="6270449" y="1979953"/>
              <a:ext cx="43200" cy="16524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85A53047-3267-5574-C2FF-2CA2FB9B460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61449" y="1970953"/>
                <a:ext cx="608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9155F4FA-A533-A7AA-D178-0AC3D96667D3}"/>
                  </a:ext>
                </a:extLst>
              </p14:cNvPr>
              <p14:cNvContentPartPr/>
              <p14:nvPr/>
            </p14:nvContentPartPr>
            <p14:xfrm>
              <a:off x="6296369" y="1957273"/>
              <a:ext cx="97560" cy="22464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9155F4FA-A533-A7AA-D178-0AC3D96667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287729" y="1948273"/>
                <a:ext cx="1152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DE742EB-E235-378B-CA95-BCAEB15F2529}"/>
                  </a:ext>
                </a:extLst>
              </p14:cNvPr>
              <p14:cNvContentPartPr/>
              <p14:nvPr/>
            </p14:nvContentPartPr>
            <p14:xfrm>
              <a:off x="6425609" y="1960873"/>
              <a:ext cx="107640" cy="15912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DE742EB-E235-378B-CA95-BCAEB15F252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16969" y="1952233"/>
                <a:ext cx="1252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E8FAE157-41DA-4871-BEB0-52826C8CA4CF}"/>
                  </a:ext>
                </a:extLst>
              </p14:cNvPr>
              <p14:cNvContentPartPr/>
              <p14:nvPr/>
            </p14:nvContentPartPr>
            <p14:xfrm>
              <a:off x="6499769" y="1939633"/>
              <a:ext cx="152280" cy="1335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E8FAE157-41DA-4871-BEB0-52826C8CA4C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90769" y="1930993"/>
                <a:ext cx="1699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39E036E-0901-2694-3D3B-606F23EC3E4B}"/>
                  </a:ext>
                </a:extLst>
              </p14:cNvPr>
              <p14:cNvContentPartPr/>
              <p14:nvPr/>
            </p14:nvContentPartPr>
            <p14:xfrm>
              <a:off x="6552329" y="1987153"/>
              <a:ext cx="253440" cy="2343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39E036E-0901-2694-3D3B-606F23EC3E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43689" y="1978513"/>
                <a:ext cx="2710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CE8FB0AE-96AE-E080-1919-25EFBBCC4230}"/>
                  </a:ext>
                </a:extLst>
              </p14:cNvPr>
              <p14:cNvContentPartPr/>
              <p14:nvPr/>
            </p14:nvContentPartPr>
            <p14:xfrm>
              <a:off x="6825209" y="1950073"/>
              <a:ext cx="58680" cy="21708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CE8FB0AE-96AE-E080-1919-25EFBBCC423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16209" y="1941073"/>
                <a:ext cx="76320" cy="2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067153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mv  (</a:t>
            </a:r>
            <a:r>
              <a:rPr lang="en-US" altLang="ko-KR" dirty="0" err="1"/>
              <a:t>MoVe</a:t>
            </a:r>
            <a:r>
              <a:rPr lang="en-US" altLang="ko-KR" dirty="0"/>
              <a:t>)</a:t>
            </a:r>
          </a:p>
          <a:p>
            <a:pPr marL="914400" lvl="2" indent="0">
              <a:buNone/>
            </a:pPr>
            <a:r>
              <a:rPr lang="en-US" altLang="ko-KR" dirty="0"/>
              <a:t>② </a:t>
            </a:r>
            <a:r>
              <a:rPr lang="ko-KR" altLang="en-US" dirty="0"/>
              <a:t>하나의 파일을 다른 디렉토리로 이동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다수의 파일들을 다른 디렉토리로 이동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547664" y="1844824"/>
            <a:ext cx="5904656" cy="1368152"/>
          </a:xfrm>
          <a:prstGeom prst="roundRect">
            <a:avLst>
              <a:gd name="adj" fmla="val 8040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mv  source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</a:t>
            </a: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547664" y="4067200"/>
            <a:ext cx="5904656" cy="1728192"/>
          </a:xfrm>
          <a:prstGeom prst="roundRect">
            <a:avLst>
              <a:gd name="adj" fmla="val 8040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 source2 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mv  source  source2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</a:t>
            </a: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 /home/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wanlee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  source2</a:t>
            </a:r>
          </a:p>
        </p:txBody>
      </p:sp>
    </p:spTree>
    <p:extLst>
      <p:ext uri="{BB962C8B-B14F-4D97-AF65-F5344CB8AC3E}">
        <p14:creationId xmlns:p14="http://schemas.microsoft.com/office/powerpoint/2010/main" val="262119898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rm</a:t>
            </a:r>
            <a:r>
              <a:rPr lang="en-US" altLang="ko-KR" dirty="0"/>
              <a:t>  (</a:t>
            </a:r>
            <a:r>
              <a:rPr lang="en-US" altLang="ko-KR" dirty="0" err="1"/>
              <a:t>ReMove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시스템 내의 특정한 파일이 더는 필요하지 않을 때 해당 파일을 삭제하는 명령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주의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일단 삭제 되면 복구 불가 </a:t>
            </a:r>
            <a:endParaRPr lang="en-US" altLang="ko-KR" dirty="0">
              <a:solidFill>
                <a:schemeClr val="tx1"/>
              </a:solidFill>
            </a:endParaRPr>
          </a:p>
          <a:p>
            <a:pPr lvl="2"/>
            <a:r>
              <a:rPr lang="en-US" altLang="ko-KR" dirty="0" err="1"/>
              <a:t>rm</a:t>
            </a:r>
            <a:r>
              <a:rPr lang="en-US" altLang="ko-KR" dirty="0"/>
              <a:t> </a:t>
            </a:r>
            <a:r>
              <a:rPr lang="ko-KR" altLang="en-US" dirty="0"/>
              <a:t>명령의 사용법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 err="1"/>
              <a:t>rm</a:t>
            </a:r>
            <a:r>
              <a:rPr lang="en-US" altLang="ko-KR" dirty="0"/>
              <a:t> </a:t>
            </a:r>
            <a:r>
              <a:rPr lang="ko-KR" altLang="en-US" dirty="0"/>
              <a:t>명령이 사용하는 옵션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 err="1"/>
              <a:t>rm</a:t>
            </a:r>
            <a:r>
              <a:rPr lang="en-US" altLang="ko-KR" dirty="0"/>
              <a:t> -</a:t>
            </a:r>
            <a:r>
              <a:rPr lang="en-US" altLang="ko-KR" dirty="0" err="1"/>
              <a:t>rf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파일의 개수와 관계없이 강제로 삭제하는 옵션 ‘</a:t>
            </a:r>
            <a:r>
              <a:rPr lang="en-US" altLang="ko-KR" dirty="0"/>
              <a:t>f’</a:t>
            </a:r>
            <a:r>
              <a:rPr lang="ko-KR" altLang="en-US" dirty="0"/>
              <a:t>와 디렉터리일 경우라도 파일과 함께 삭제하는 </a:t>
            </a:r>
            <a:br>
              <a:rPr lang="en-US" altLang="ko-KR" dirty="0"/>
            </a:br>
            <a:r>
              <a:rPr lang="ko-KR" altLang="en-US" dirty="0"/>
              <a:t>‘</a:t>
            </a:r>
            <a:r>
              <a:rPr lang="en-US" altLang="ko-KR" dirty="0"/>
              <a:t>r’ </a:t>
            </a:r>
            <a:r>
              <a:rPr lang="ko-KR" altLang="en-US" dirty="0"/>
              <a:t>옵션을 함께 사용함으로써 다수 파일이 존재하는 </a:t>
            </a:r>
            <a:r>
              <a:rPr lang="ko-KR" altLang="en-US" dirty="0" err="1"/>
              <a:t>디렉토리를</a:t>
            </a:r>
            <a:r>
              <a:rPr lang="ko-KR" altLang="en-US" dirty="0"/>
              <a:t> 한 번에 삭제 가능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2123728" y="2564904"/>
            <a:ext cx="4320480" cy="360040"/>
          </a:xfrm>
          <a:prstGeom prst="roundRect">
            <a:avLst>
              <a:gd name="adj" fmla="val 16998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rm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삭제할 파일명 또는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634534"/>
            <a:ext cx="5760640" cy="1607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7387009"/>
      </p:ext>
    </p:extLst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ln  (</a:t>
            </a:r>
            <a:r>
              <a:rPr lang="en-US" altLang="ko-KR" dirty="0" err="1"/>
              <a:t>LiNk</a:t>
            </a:r>
            <a:r>
              <a:rPr lang="en-US" altLang="ko-KR" dirty="0"/>
              <a:t>): </a:t>
            </a:r>
            <a:r>
              <a:rPr lang="ko-KR" altLang="en-US" dirty="0" err="1"/>
              <a:t>심볼릭</a:t>
            </a:r>
            <a:r>
              <a:rPr lang="ko-KR" altLang="en-US" dirty="0"/>
              <a:t> 링크 </a:t>
            </a:r>
            <a:r>
              <a:rPr lang="en-US" altLang="ko-KR" dirty="0"/>
              <a:t>(Symbolic Links)</a:t>
            </a:r>
          </a:p>
          <a:p>
            <a:pPr lvl="2"/>
            <a:r>
              <a:rPr lang="ko-KR" altLang="en-US" dirty="0" err="1"/>
              <a:t>윈도즈</a:t>
            </a:r>
            <a:r>
              <a:rPr lang="ko-KR" altLang="en-US" dirty="0"/>
              <a:t> 운영체제의 ‘바로 가기’와 유사</a:t>
            </a:r>
            <a:endParaRPr lang="en-US" altLang="ko-KR" dirty="0"/>
          </a:p>
          <a:p>
            <a:pPr lvl="2"/>
            <a:r>
              <a:rPr lang="ko-KR" altLang="en-US" dirty="0"/>
              <a:t>링크로 생성된 파일의 내용은 존재하지 않으며</a:t>
            </a:r>
            <a:r>
              <a:rPr lang="en-US" altLang="ko-KR" dirty="0"/>
              <a:t>, </a:t>
            </a:r>
            <a:r>
              <a:rPr lang="ko-KR" altLang="en-US" dirty="0"/>
              <a:t>다른 파일이 어디를 가리키고 있는지 알려주는 역할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9</a:t>
            </a:fld>
            <a:endParaRPr lang="en-US" altLang="ko-KR"/>
          </a:p>
        </p:txBody>
      </p:sp>
      <p:sp>
        <p:nvSpPr>
          <p:cNvPr id="11" name="모서리가 둥근 직사각형 10"/>
          <p:cNvSpPr/>
          <p:nvPr/>
        </p:nvSpPr>
        <p:spPr bwMode="auto">
          <a:xfrm>
            <a:off x="1475656" y="2636912"/>
            <a:ext cx="4104456" cy="360040"/>
          </a:xfrm>
          <a:prstGeom prst="roundRect">
            <a:avLst>
              <a:gd name="adj" fmla="val 16998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ln  -s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원본 파일명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대상 파일명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89" y="3429001"/>
            <a:ext cx="5469611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283781"/>
      </p:ext>
    </p:extLst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(1)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66383" y="6293743"/>
            <a:ext cx="2133600" cy="136525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51519" y="980728"/>
            <a:ext cx="87484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홈 디렉토리에서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cat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명령으로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파일을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cat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명령으로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파일에 저장된 내용을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출력하시오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생성된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이용하여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Linksample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이름의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심볼릭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링크 파일을 만드시오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cat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명령으로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Linksample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파일에 저장된 내용을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출력하시오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cat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명령을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사용하여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textAdd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파일을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“cat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textAdd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&gt;&gt; sample2”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명령을 수행한 이후에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Linksample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파일에 저장된 내용을 출력하고 그 결과를 설명하시오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mv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명령을 사용하여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textAdd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sample3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의 이름으로 변경하고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명령어로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확인하시오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rm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명령을 사용하여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Linksample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삭제하고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명령어로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확인하시오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위의 실행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130826"/>
      </p:ext>
    </p:extLst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(2)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66383" y="6293743"/>
            <a:ext cx="2133600" cy="136525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5" name="TextBox 4"/>
          <p:cNvSpPr txBox="1"/>
          <p:nvPr/>
        </p:nvSpPr>
        <p:spPr>
          <a:xfrm>
            <a:off x="251519" y="980728"/>
            <a:ext cx="87484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홈 디렉토리에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test1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서브디렉토리를 만든다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sample2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파일을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test1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 아래에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aaa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이름으로 바꾸어서 복사하고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sample3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파일을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test1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 아래에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bbb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이름으로 바꾸어서 복사한다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test1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서브디렉토리에 복사된 실행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출력하시오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홈 디렉토리에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서브디렉토리를 만든다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두개의 파일인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sample2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sample3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</a:t>
            </a:r>
            <a:r>
              <a:rPr lang="ko-KR" altLang="en-US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한번의 </a:t>
            </a:r>
            <a:r>
              <a:rPr lang="en-US" altLang="ko-KR" i="1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cp</a:t>
            </a:r>
            <a:r>
              <a:rPr lang="en-US" altLang="ko-KR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i="1" u="sng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 아래에 복사한다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 test2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서브디렉토리에 복사된 실행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출력하시오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홈 디렉토리에서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cp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–r”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test1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 전체를 새로운 서브디렉토리인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test3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로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복사하시오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test3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서브디렉토리의 내용을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출력하시오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Tx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홈 디렉토리에서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test3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디렉토리를 포함하여 하위에 있는 모든 파일들을 하나의 명령어를 사용하여 제거하시오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제거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출력하시오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위의 실행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이클래스에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898663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5810</TotalTime>
  <Words>837</Words>
  <Application>Microsoft Office PowerPoint</Application>
  <PresentationFormat>화면 슬라이드 쇼(4:3)</PresentationFormat>
  <Paragraphs>173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굴림</vt:lpstr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techtropolis</vt:lpstr>
      <vt:lpstr>PowerPoint 프레젠테이션</vt:lpstr>
      <vt:lpstr>파일 및 디렉토리 상태 출력</vt:lpstr>
      <vt:lpstr>파일 및 디렉토리 상태 출력</vt:lpstr>
      <vt:lpstr>파일 및 디렉토리 관리</vt:lpstr>
      <vt:lpstr>파일 및 디렉토리 관리</vt:lpstr>
      <vt:lpstr>파일 및 디렉토리 관리</vt:lpstr>
      <vt:lpstr>파일 및 디렉토리 관리</vt:lpstr>
      <vt:lpstr>파일 및 디렉토리 관리</vt:lpstr>
      <vt:lpstr>파일 및 디렉토리 관리</vt:lpstr>
      <vt:lpstr>실습 과제 (1) </vt:lpstr>
      <vt:lpstr>실습 과제 (2)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259</cp:revision>
  <dcterms:created xsi:type="dcterms:W3CDTF">2011-06-15T00:21:10Z</dcterms:created>
  <dcterms:modified xsi:type="dcterms:W3CDTF">2023-09-22T03:43:19Z</dcterms:modified>
</cp:coreProperties>
</file>