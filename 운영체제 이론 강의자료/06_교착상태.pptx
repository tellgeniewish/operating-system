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3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notesSlides/notesSlide4.xml" ContentType="application/vnd.openxmlformats-officedocument.presentationml.notesSlide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notesSlides/notesSlide5.xml" ContentType="application/vnd.openxmlformats-officedocument.presentationml.notesSlide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notesSlides/notesSlide6.xml" ContentType="application/vnd.openxmlformats-officedocument.presentationml.notesSlide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notesSlides/notesSlide7.xml" ContentType="application/vnd.openxmlformats-officedocument.presentationml.notesSlide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notesSlides/notesSlide10.xml" ContentType="application/vnd.openxmlformats-officedocument.presentationml.notesSlide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notesSlides/notesSlide11.xml" ContentType="application/vnd.openxmlformats-officedocument.presentationml.notesSlide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notesSlides/notesSlide12.xml" ContentType="application/vnd.openxmlformats-officedocument.presentationml.notesSlide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notesSlides/notesSlide13.xml" ContentType="application/vnd.openxmlformats-officedocument.presentationml.notesSlide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notesSlides/notesSlide14.xml" ContentType="application/vnd.openxmlformats-officedocument.presentationml.notesSlide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notesSlides/notesSlide15.xml" ContentType="application/vnd.openxmlformats-officedocument.presentationml.notesSlide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notesSlides/notesSlide16.xml" ContentType="application/vnd.openxmlformats-officedocument.presentationml.notesSlide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notesSlides/notesSlide17.xml" ContentType="application/vnd.openxmlformats-officedocument.presentationml.notesSlide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notesSlides/notesSlide18.xml" ContentType="application/vnd.openxmlformats-officedocument.presentationml.notesSlide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notesSlides/notesSlide19.xml" ContentType="application/vnd.openxmlformats-officedocument.presentationml.notesSlide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notesSlides/notesSlide20.xml" ContentType="application/vnd.openxmlformats-officedocument.presentationml.notesSlide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notesSlides/notesSlide21.xml" ContentType="application/vnd.openxmlformats-officedocument.presentationml.notesSlide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340" r:id="rId2"/>
    <p:sldId id="533" r:id="rId3"/>
    <p:sldId id="622" r:id="rId4"/>
    <p:sldId id="657" r:id="rId5"/>
    <p:sldId id="624" r:id="rId6"/>
    <p:sldId id="625" r:id="rId7"/>
    <p:sldId id="626" r:id="rId8"/>
    <p:sldId id="627" r:id="rId9"/>
    <p:sldId id="629" r:id="rId10"/>
    <p:sldId id="630" r:id="rId11"/>
    <p:sldId id="661" r:id="rId12"/>
    <p:sldId id="632" r:id="rId13"/>
    <p:sldId id="634" r:id="rId14"/>
    <p:sldId id="658" r:id="rId15"/>
    <p:sldId id="659" r:id="rId16"/>
    <p:sldId id="636" r:id="rId17"/>
    <p:sldId id="660" r:id="rId18"/>
    <p:sldId id="662" r:id="rId19"/>
    <p:sldId id="666" r:id="rId20"/>
    <p:sldId id="664" r:id="rId21"/>
    <p:sldId id="665" r:id="rId22"/>
    <p:sldId id="646" r:id="rId23"/>
    <p:sldId id="667" r:id="rId24"/>
    <p:sldId id="668" r:id="rId25"/>
    <p:sldId id="673" r:id="rId26"/>
    <p:sldId id="669" r:id="rId27"/>
    <p:sldId id="654" r:id="rId28"/>
    <p:sldId id="672" r:id="rId29"/>
    <p:sldId id="656" r:id="rId30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6353" autoAdjust="0"/>
  </p:normalViewPr>
  <p:slideViewPr>
    <p:cSldViewPr>
      <p:cViewPr>
        <p:scale>
          <a:sx n="110" d="100"/>
          <a:sy n="110" d="100"/>
        </p:scale>
        <p:origin x="16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 smtClean="0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4EAE4DE-E7AC-4DF2-BABD-3EEA9B9C9B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3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0 106 5409 0 0,'8'-4'8842'0'0,"27"-16"-7490"0"0,-3-3-919 0 0,-25 16-622 0 0,2 0 0 0 0,-1 1 0 0 0,0 0 0 0 0,1 0 0 0 0,0 1 0 0 0,1 0 0 0 0,-1 1 0 0 0,1 0 0 0 0,13-4 0 0 0,-22 8-11 0 0,-1 0-1 0 0,1 0 1 0 0,-1 0 0 0 0,1 0 0 0 0,0 0 0 0 0,-1 0 0 0 0,1 0 0 0 0,-1 0-1 0 0,1 0 1 0 0,-1 0 0 0 0,1 1 0 0 0,-1-1 0 0 0,1 0 0 0 0,-1 0-1 0 0,1 0 1 0 0,-1 1 0 0 0,1-1 0 0 0,-1 0 0 0 0,1 1 0 0 0,-1-1 0 0 0,1 0-1 0 0,-1 1 1 0 0,0-1 0 0 0,1 1 0 0 0,-1-1 0 0 0,0 0 0 0 0,1 1 0 0 0,-1-1-1 0 0,0 1 1 0 0,1-1 0 0 0,-1 1 0 0 0,0-1 0 0 0,0 1 0 0 0,0 0 0 0 0,8 11-2963 0 0,6-2 673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3.4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 4769 0 0,'-2'3'562'0'0,"0"1"0"0"0,0-1 0 0 0,1 1 0 0 0,-1 0-1 0 0,1 0 1 0 0,0-1 0 0 0,0 1 0 0 0,0 0 0 0 0,0 0 0 0 0,1 0 0 0 0,-1 1 0 0 0,1-1-1 0 0,0 0 1 0 0,1 7 0 0 0,9 59 545 0 0,-8-56-1165 0 0,10 39-137 0 0,-12-50-263 0 0,1 0 0 0 0,0-1-1 0 0,0 1 1 0 0,0 0 0 0 0,1 0-1 0 0,-1-1 1 0 0,0 1 0 0 0,1-1 0 0 0,0 1-1 0 0,0-1 1 0 0,-1 0 0 0 0,1 0-1 0 0,5 4 1 0 0,-7-6 368 0 0,0 0 0 0 0,0 0 0 0 0,1 1 0 0 0,-1-1-1 0 0,0 0 1 0 0,0 0 0 0 0,1 0 0 0 0,-1 0 0 0 0,0 0 0 0 0,1 0 0 0 0,-1 0 0 0 0,0 0-1 0 0,0 0 1 0 0,1 0 0 0 0,-1 0 0 0 0,0 0 0 0 0,0 0 0 0 0,1 0 0 0 0,-1 0 0 0 0,0 0 0 0 0,1 0-1 0 0,-1 0 1 0 0,0-1 0 0 0,0 1 0 0 0,1 0 0 0 0,-1 0 0 0 0,0 0 0 0 0,0 0 0 0 0,0 0 0 0 0,1-1-1 0 0,-1 1 1 0 0,0 0 0 0 0,0 0 0 0 0,0 0 0 0 0,1-1 0 0 0,-1 1 0 0 0,0 0 0 0 0,0 0 0 0 0,0-1-1 0 0,0 1 1 0 0,1-1 0 0 0,1-4-2392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3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 1 4705 0 0,'-6'49'5836'0'0,"12"31"-3527"0"0,-6-80-2299 0 0,21 97-1104 0 0,-12-65-4816 0 0</inkml:trace>
  <inkml:trace contextRef="#ctx0" brushRef="#br0" timeOffset="1">0 353 4481 0 0,'14'-11'6627'0'0,"1"-1"-4222"0"0,16-13-1456 0 0,-5-4-745 0 0,25-25-1235 0 0,-48 52 438 0 0,-1-1 1 0 0,1 1-1 0 0,0 0 1 0 0,0 0 0 0 0,1 0-1 0 0,-1 0 1 0 0,0 1 0 0 0,0-1-1 0 0,1 1 1 0 0,-1 0 0 0 0,1 0-1 0 0,0 0 1 0 0,-1 0 0 0 0,1 1-1 0 0,6-1 1 0 0,-3 2-2093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4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0 4097 0 0,'-3'14'1312'0'0,"1"1"1"0"0,0-1-1 0 0,1 1 0 0 0,1 14 1 0 0,14 106-174 0 0,-11-115-1120 0 0,17 74-6335 0 0,-20-93 6287 0 0,0-1-1 0 0,0 0 1 0 0,0 0-1 0 0,0 0 1 0 0,0 1-1 0 0,0-1 1 0 0,0 0-1 0 0,0 0 1 0 0,0 0 0 0 0,0 1-1 0 0,0-1 1 0 0,0 0-1 0 0,0 0 1 0 0,0 0-1 0 0,0 1 1 0 0,0-1-1 0 0,0 0 1 0 0,0 0-1 0 0,0 0 1 0 0,0 1-1 0 0,0-1 1 0 0,0 0-1 0 0,0 0 1 0 0,0 0 0 0 0,-1 0-1 0 0,1 1 1 0 0,0-1-1 0 0,0 0 1 0 0,0 0-1 0 0,0 0 1 0 0,0 0-1 0 0,-1 1 1 0 0,1-1-1 0 0,0 0 1 0 0,0 0-1 0 0,0 0 1 0 0,0 0 0 0 0,-1 0-1 0 0,1 0 1 0 0,0 0-1 0 0,0 0 1 0 0,0 0-1 0 0,-1 0 1 0 0,1 0-1 0 0,0 0 1 0 0,0 0-1 0 0,0 0 1 0 0,-1 0-1 0 0,1 0 1 0 0,0 0-1 0 0,0 0 1 0 0,-1 0 0 0 0,1 0-1 0 0,0 0 1 0 0,-4 0-575 0 0,2 5-1593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4.6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0 121 4297 0 0,'25'-22'1526'0'0,"0"2"1"0"0,52-31 0 0 0,-48 32-1231 0 0,-28 18-259 0 0,0 0 1 0 0,1 0 0 0 0,-1 1 0 0 0,0-1 0 0 0,1 0 0 0 0,-1 0-1 0 0,0 1 1 0 0,1-1 0 0 0,-1 1 0 0 0,1 0 0 0 0,-1-1 0 0 0,1 1-1 0 0,-1 0 1 0 0,1 0 0 0 0,1 0 0 0 0,-3 0-2 0 0,1 0-1 0 0,-1 0 1 0 0,0 0 0 0 0,1 1-1 0 0,-1-1 1 0 0,1 0 0 0 0,-1 1-1 0 0,0-1 1 0 0,0 0 0 0 0,1 1-1 0 0,-1-1 1 0 0,0 0 0 0 0,1 1-1 0 0,-1-1 1 0 0,0 1 0 0 0,0-1-1 0 0,0 1 1 0 0,0-1 0 0 0,1 0-1 0 0,-1 1 1 0 0,0-1 0 0 0,0 1-1 0 0,0-1 1 0 0,0 1 0 0 0,0-1 0 0 0,0 1-1 0 0,0-1 1 0 0,0 1 0 0 0,0-1-1 0 0,0 1 1 0 0,-16 47 941 0 0,-4-8-735 0 0,14-31-164 0 0,1 1 1 0 0,-1 0 0 0 0,2 0-1 0 0,-1 1 1 0 0,2-1 0 0 0,-1 1-1 0 0,1 0 1 0 0,1 0 0 0 0,0 0-1 0 0,-1 15 1 0 0,3-26-72 0 0,0 0 1 0 0,0 1-1 0 0,0-1 0 0 0,0 0 1 0 0,0 1-1 0 0,1-1 0 0 0,-1 0 1 0 0,0 1-1 0 0,0-1 0 0 0,0 0 1 0 0,0 1-1 0 0,0-1 0 0 0,0 0 1 0 0,1 0-1 0 0,-1 1 1 0 0,0-1-1 0 0,0 0 0 0 0,1 0 1 0 0,-1 1-1 0 0,0-1 0 0 0,0 0 1 0 0,1 0-1 0 0,-1 0 0 0 0,0 1 1 0 0,0-1-1 0 0,1 0 0 0 0,-1 0 1 0 0,0 0-1 0 0,1 0 0 0 0,-1 0 1 0 0,0 0-1 0 0,1 1 0 0 0,-1-1 1 0 0,0 0-1 0 0,1 0 0 0 0,-1 0 1 0 0,0 0-1 0 0,1 0 0 0 0,-1 0 1 0 0,1-1-1 0 0,18-6 77 0 0,13-15-872 0 0,-8-4-1815 0 0,-21 21 1948 0 0,0 1 0 0 0,0 0 0 0 0,1 1 0 0 0,-1-1 0 0 0,1 1 0 0 0,0-1 0 0 0,5-2 0 0 0,7 5-2291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5.0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32 4641 0 0,'-1'-1'130'0'0,"1"-1"0"0"0,-1 1-1 0 0,1 0 1 0 0,-1 0 0 0 0,0-1 0 0 0,1 1-1 0 0,-1 0 1 0 0,0 0 0 0 0,0 0 0 0 0,0 0-1 0 0,0 0 1 0 0,0 0 0 0 0,0 0 0 0 0,0 0-1 0 0,0 0 1 0 0,0 0 0 0 0,-1 1 0 0 0,1-1-1 0 0,0 0 1 0 0,0 1 0 0 0,-1-1 0 0 0,1 1-1 0 0,-1-1 1 0 0,1 1 0 0 0,0 0 0 0 0,-1 0 0 0 0,1-1-1 0 0,-1 1 1 0 0,1 0 0 0 0,0 0 0 0 0,-1 1-1 0 0,1-1 1 0 0,-2 0 0 0 0,0 2-50 0 0,0-1 1 0 0,0 1 0 0 0,0-1-1 0 0,0 1 1 0 0,0 0 0 0 0,1 0-1 0 0,-1 1 1 0 0,1-1-1 0 0,-1 0 1 0 0,1 1 0 0 0,0 0-1 0 0,0-1 1 0 0,-3 7-1 0 0,2-5-69 0 0,1 1-1 0 0,-1-1 0 0 0,1 1 0 0 0,0 0 0 0 0,1 0 0 0 0,-1 0 0 0 0,1 0 0 0 0,0 0 0 0 0,0 9 0 0 0,0-12 41 0 0,1-1 0 0 0,0 1 0 0 0,0 0 0 0 0,0 0 0 0 0,1 0 0 0 0,-1 0 0 0 0,0 0 0 0 0,1-1 0 0 0,-1 1 0 0 0,1 0 0 0 0,0 0 0 0 0,0-1 1 0 0,-1 1-1 0 0,1 0 0 0 0,0-1 0 0 0,0 1 0 0 0,1-1 0 0 0,-1 1 0 0 0,0-1 0 0 0,0 0 0 0 0,1 1 0 0 0,-1-1 0 0 0,1 0 0 0 0,-1 0 0 0 0,4 2 0 0 0,-2-2-27 0 0,1-1-1 0 0,-1 1 1 0 0,1-1 0 0 0,0 1-1 0 0,-1-1 1 0 0,1 0-1 0 0,0 0 1 0 0,-1-1 0 0 0,1 1-1 0 0,0-1 1 0 0,-1 0 0 0 0,1 0-1 0 0,-1 0 1 0 0,1 0-1 0 0,-1-1 1 0 0,0 1 0 0 0,1-1-1 0 0,3-2 1 0 0,3-2 14 0 0,-1 0 1 0 0,1-1 0 0 0,-1 0-1 0 0,13-13 1 0 0,-19 17-77 0 0,-1-1 1 0 0,1 1-1 0 0,-1-1 1 0 0,0 0-1 0 0,0 0 1 0 0,0 0-1 0 0,0 0 1 0 0,-1 0-1 0 0,0 0 1 0 0,1 0-1 0 0,-2-1 1 0 0,1 1-1 0 0,0-5 1 0 0,-1 8 4 0 0,0 0 1 0 0,0 0 0 0 0,0 0-1 0 0,0-1 1 0 0,0 1-1 0 0,0 0 1 0 0,-1 0-1 0 0,1 0 1 0 0,0 0-1 0 0,-1 0 1 0 0,1 0-1 0 0,-1 0 1 0 0,1 0-1 0 0,-1 0 1 0 0,1 0-1 0 0,-1 0 1 0 0,0 0-1 0 0,1 0 1 0 0,-1 0-1 0 0,0 1 1 0 0,-1-2-1 0 0,1 1-15 0 0,-1 1 0 0 0,1-1 0 0 0,-1 1-1 0 0,0-1 1 0 0,1 1 0 0 0,-1 0 0 0 0,0 0-1 0 0,1 0 1 0 0,-1 0 0 0 0,0 0-1 0 0,1 0 1 0 0,-1 0 0 0 0,0 0 0 0 0,1 0-1 0 0,-1 1 1 0 0,0-1 0 0 0,1 1 0 0 0,-1 0-1 0 0,-1 0 1 0 0,-1 1 42 0 0,-1 0 0 0 0,1 0 0 0 0,0 0 0 0 0,0 0 0 0 0,0 1 0 0 0,0 0 0 0 0,0 0 0 0 0,0 0 0 0 0,1 0 0 0 0,-1 1 0 0 0,1-1 0 0 0,0 1 0 0 0,0 0 0 0 0,1 0 0 0 0,-1 0 0 0 0,-2 5 0 0 0,2-1 235 0 0,0 1 1 0 0,0-1 0 0 0,1 0-1 0 0,0 1 1 0 0,1 0-1 0 0,-1-1 1 0 0,2 1-1 0 0,-1 12 1 0 0,2 1 132 0 0,2-1 1 0 0,0 1-1 0 0,1-1 1 0 0,1 0-1 0 0,1 0 1 0 0,12 29-1 0 0,7-7-1224 0 0,-25-42 630 0 0,1 0 0 0 0,-1 0-1 0 0,1 0 1 0 0,-1 1-1 0 0,1-1 1 0 0,0 0-1 0 0,0 0 1 0 0,0 0-1 0 0,0 0 1 0 0,0 0-1 0 0,0 0 1 0 0,0-1 0 0 0,0 1-1 0 0,0 0 1 0 0,0 0-1 0 0,0-1 1 0 0,0 1-1 0 0,1-1 1 0 0,-1 1-1 0 0,0-1 1 0 0,0 1 0 0 0,1-1-1 0 0,-1 0 1 0 0,0 0-1 0 0,1 1 1 0 0,-1-1-1 0 0,0 0 1 0 0,1 0-1 0 0,-1 0 1 0 0,0-1 0 0 0,0 1-1 0 0,3-1 1 0 0,1-11-2089 0 0,-2 3-85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5.3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1 4425 0 0,'-2'17'1778'0'0,"0"1"-1"0"0,3 32 1 0 0,9 34-1680 0 0,0 3-4423 0 0,-9-86 4269 0 0,-1 1 1 0 0,0-1-1 0 0,0 0 1 0 0,0 1 0 0 0,0-1-1 0 0,0 1 1 0 0,0-1 0 0 0,-1 0-1 0 0,1 1 1 0 0,0-1 0 0 0,-1 0-1 0 0,1 1 1 0 0,-1-1 0 0 0,0 0-1 0 0,1 1 1 0 0,-1-1-1 0 0,0 0 1 0 0,0 0 0 0 0,1 0-1 0 0,-1 0 1 0 0,0 0 0 0 0,0 0-1 0 0,0 0 1 0 0,-1 0 0 0 0,1 0-1 0 0,0 0 1 0 0,0-1-1 0 0,0 1 1 0 0,-1 0 0 0 0,1-1-1 0 0,0 1 1 0 0,0-1 0 0 0,-1 1-1 0 0,-2-1 1 0 0,-4 2 110 0 0,0-2 0 0 0,-1 1 0 0 0,1-1 0 0 0,-1-1 0 0 0,-7 0 1 0 0,-15-1 9338 0 0,43 1-5790 0 0,40-9-646 0 0,80-35-1371 0 0,-76 26-9887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5.7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0 138 3809 0 0,'2'-8'359'0'0,"-1"1"1"0"0,2-1 0 0 0,-1 1-1 0 0,1 0 1 0 0,0 0-1 0 0,1 0 1 0 0,-1 1-1 0 0,1-1 1 0 0,1 1 0 0 0,-1 0-1 0 0,1 0 1 0 0,0 0-1 0 0,0 1 1 0 0,1-1-1 0 0,0 1 1 0 0,0 1 0 0 0,0-1-1 0 0,0 1 1 0 0,1 0-1 0 0,0 0 1 0 0,0 1 0 0 0,0 0-1 0 0,11-3 1 0 0,-17 6-276 0 0,0 0 0 0 0,0 0 0 0 0,0 0 0 0 0,-1 0 0 0 0,1 0 0 0 0,0 0 0 0 0,0 0 0 0 0,0 0 0 0 0,0 0 0 0 0,0 1 1 0 0,0-1-1 0 0,0 0 0 0 0,0 1 0 0 0,0-1 0 0 0,0 0 0 0 0,-1 1 0 0 0,1-1 0 0 0,0 1 0 0 0,0 0 0 0 0,-1-1 0 0 0,1 1 0 0 0,0 0 0 0 0,-1-1 1 0 0,1 1-1 0 0,1 1 0 0 0,5 28 1212 0 0,-14 38-339 0 0,6-61-894 0 0,-11 52 85 0 0,-3 15-1726 0 0,12-25-4467 0 0,1-57 787 0 0,1 1 4456 0 0,3-4-1508 0 0</inkml:trace>
  <inkml:trace contextRef="#ctx0" brushRef="#br0" timeOffset="1">140 128 4681 0 0,'1'1'491'0'0,"0"0"0"0"0,0 0 1 0 0,1 0-1 0 0,-1 0 0 0 0,1 0 0 0 0,-1 0 0 0 0,0-1 0 0 0,1 1 1 0 0,0-1-1 0 0,-1 1 0 0 0,1-1 0 0 0,-1 1 0 0 0,3-1 0 0 0,25-1 2232 0 0,31-18-3913 0 0,-40 12 264 0 0,17-5-6370 0 0,-30 12 4188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6.1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92 0 4993 0 0,'2'3'422'0'0,"1"0"1"0"0,0 1-1 0 0,-1-1 0 0 0,1 0 0 0 0,-1 1 1 0 0,0-1-1 0 0,0 1 0 0 0,0-1 0 0 0,-1 1 0 0 0,1 0 1 0 0,-1 0-1 0 0,0 0 0 0 0,0 0 0 0 0,0 0 1 0 0,-1 0-1 0 0,1 7 0 0 0,-2-4-514 0 0,1 0 0 0 0,-1 1 0 0 0,-1-1 0 0 0,0-1 0 0 0,1 1 0 0 0,-2 0 0 0 0,1 0 0 0 0,-8 12 0 0 0,1-3-700 0 0,-1 0 1 0 0,-2 0-1 0 0,-15 18 0 0 0,-14 9 2134 0 0,66-63 5379 0 0,27-13-3629 0 0,9-5-1887 0 0,-34 16-1060 0 0,24-16-56 0 0,-17 23-3225 0 0,-20 20-2248 0 0,-14-5 5240 0 0,0 0 0 0 0,0 0-1 0 0,1 0 1 0 0,-1 0 0 0 0,0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6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1 101 4513 0 0,'0'-2'432'0'0,"0"0"1"0"0,1 1-1 0 0,-1-1 1 0 0,1 1-1 0 0,-1-1 1 0 0,1 1-1 0 0,0-1 1 0 0,0 1-1 0 0,0 0 1 0 0,0-1-1 0 0,0 1 1 0 0,0 0-1 0 0,2-2 1 0 0,36-30 1407 0 0,-27 23-1268 0 0,-7 5-447 0 0,0 1-1 0 0,0 0 1 0 0,1 1-1 0 0,-1-1 0 0 0,1 1 1 0 0,0 0-1 0 0,-1 0 1 0 0,11-3-1 0 0,-14 6-66 0 0,-1 0 0 0 0,1 0 0 0 0,0 0 0 0 0,0 0 0 0 0,-1 0-1 0 0,1 0 1 0 0,0 0 0 0 0,-1 0 0 0 0,1 1 0 0 0,0-1 0 0 0,-1 1 0 0 0,1-1-1 0 0,-1 1 1 0 0,1-1 0 0 0,0 1 0 0 0,-1 0 0 0 0,0 0 0 0 0,1 0-1 0 0,-1 0 1 0 0,1 0 0 0 0,-1 0 0 0 0,0 0 0 0 0,0 1 0 0 0,0-1 0 0 0,0 0-1 0 0,0 1 1 0 0,0-1 0 0 0,0 1 0 0 0,0-1 0 0 0,0 1 0 0 0,-1-1 0 0 0,1 1-1 0 0,-1-1 1 0 0,1 1 0 0 0,-1 0 0 0 0,1 2 0 0 0,4 14-453 0 0,-2 1 0 0 0,0-1 0 0 0,-1 1 0 0 0,0 34 0 0 0,-7 32-9581 0 0,5-80 7174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6.9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1 169 5441 0 0,'0'1'164'0'0,"-1"-1"-1"0"0,1 1 0 0 0,0-1 1 0 0,0 1-1 0 0,0-1 1 0 0,0 1-1 0 0,0-1 1 0 0,0 0-1 0 0,0 1 1 0 0,1-1-1 0 0,-1 1 0 0 0,0-1 1 0 0,0 1-1 0 0,0-1 1 0 0,0 1-1 0 0,0-1 1 0 0,1 0-1 0 0,-1 1 0 0 0,0-1 1 0 0,0 0-1 0 0,1 1 1 0 0,-1-1-1 0 0,0 1 1 0 0,1-1-1 0 0,-1 0 1 0 0,0 0-1 0 0,1 1 0 0 0,-1-1 1 0 0,1 0-1 0 0,-1 0 1 0 0,1 1-1 0 0,14-6 1275 0 0,11-17-1436 0 0,25-49 53 0 0,-40 52 14 0 0,2 1 1 0 0,25-29 0 0 0,-33 66 4434 0 0,-1 29-2796 0 0,-1-22-1453 0 0,1 0 1 0 0,8 29 0 0 0,1-10-3626 0 0,-6-20-1037 0 0,-7-10-2456 0 0</inkml:trace>
  <inkml:trace contextRef="#ctx0" brushRef="#br0" timeOffset="1">155 231 3489 0 0,'-5'4'443'0'0,"1"1"0"0"0,1 0-1 0 0,-1 0 1 0 0,1 1 0 0 0,-1-1 0 0 0,2 1 0 0 0,-1-1 0 0 0,1 1 0 0 0,-1 0 0 0 0,1 0 0 0 0,1 0 0 0 0,-2 13 0 0 0,1-8-355 0 0,0 0 0 0 0,1 1 1 0 0,1-1-1 0 0,0 1 0 0 0,0-1 0 0 0,3 16 1 0 0,-3-26 12 0 0,1 0 0 0 0,-1 1 0 0 0,1-1 0 0 0,-1 0 0 0 0,1 0 1 0 0,-1 1-1 0 0,1-1 0 0 0,0 0 0 0 0,0 0 0 0 0,-1 0 0 0 0,1 0 0 0 0,0 0 0 0 0,0 0 1 0 0,0 0-1 0 0,0 0 0 0 0,0 0 0 0 0,1 0 0 0 0,-1 0 0 0 0,0-1 0 0 0,0 1 0 0 0,0 0 1 0 0,1-1-1 0 0,-1 1 0 0 0,0-1 0 0 0,1 1 0 0 0,-1-1 0 0 0,0 0 0 0 0,1 0 0 0 0,-1 0 1 0 0,1 1-1 0 0,-1-1 0 0 0,0-1 0 0 0,1 1 0 0 0,-1 0 0 0 0,1 0 0 0 0,-1 0 0 0 0,0-1 1 0 0,1 1-1 0 0,-1-1 0 0 0,0 1 0 0 0,0-1 0 0 0,1 1 0 0 0,0-2 0 0 0,11-3 743 0 0,0-1 0 0 0,-1-1-1 0 0,17-11 1 0 0,-15 9-341 0 0,14-6-199 0 0,25-15 446 0 0,-39 18-4467 0 0,-4-1-3729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7.4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6385 0 0,'2'0'2433'0'0,"0"2"-353"0"0,2-1-495 0 0,3 2-409 0 0,-1-2-464 0 0,2 0-352 0 0,-1 0-200 0 0,2 1-80 0 0,-1-2-120 0 0,2 1-264 0 0,-2-1-432 0 0,1 0-640 0 0,-2 0-673 0 0,-1 0-335 0 0,-2 0 271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7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1 122 5513 0 0,'3'-2'4368'0'0,"15"-11"-2353"0"0,6-11-674 0 0,-15 12-1049 0 0,1 2 0 0 0,1 0 0 0 0,0 0 0 0 0,0 1 1 0 0,1 0-1 0 0,18-10 0 0 0,-30 18-239 0 0,1 1 1 0 0,-1 0-1 0 0,1-1 0 0 0,-1 1 1 0 0,0 0-1 0 0,1 0 1 0 0,-1 0-1 0 0,1-1 0 0 0,-1 1 1 0 0,1 0-1 0 0,-1 0 1 0 0,1 0-1 0 0,-1 0 0 0 0,1 0 1 0 0,-1 0-1 0 0,1 0 1 0 0,-1 0-1 0 0,1 0 0 0 0,-1 0 1 0 0,1 0-1 0 0,-1 0 0 0 0,1 0 1 0 0,-1 1-1 0 0,0-1 1 0 0,1 0-1 0 0,-1 0 0 0 0,1 0 1 0 0,-1 1-1 0 0,1-1 1 0 0,-1 0-1 0 0,0 1 0 0 0,1-1 1 0 0,-1 0-1 0 0,0 1 1 0 0,1 0-1 0 0,1 20 775 0 0,-13 26-491 0 0,11-45-299 0 0,-1 0-28 0 0,-3 13-199 0 0,0 0 0 0 0,-1 0 0 0 0,-1-1 1 0 0,-1 0-1 0 0,0 0 0 0 0,0 0 0 0 0,-17 21 0 0 0,36-83-864 0 0,-8 40 1097 0 0,1 1 0 0 0,0 0 0 0 0,0 1 0 0 0,0-1 0 0 0,1 1 1 0 0,0 0-1 0 0,0 0 0 0 0,11-7 0 0 0,-14 11-6 0 0,0 0 1 0 0,0 0-1 0 0,0 0 0 0 0,0 1 1 0 0,1-1-1 0 0,-1 1 0 0 0,0 0 1 0 0,1 0-1 0 0,-1 0 0 0 0,0 0 1 0 0,1 1-1 0 0,0-1 0 0 0,-1 1 1 0 0,1 0-1 0 0,-1 0 0 0 0,1 0 1 0 0,-1 1-1 0 0,1-1 0 0 0,-1 1 1 0 0,1 0-1 0 0,-1 0 0 0 0,6 2 1 0 0,-2 6-910 0 0,-7-7 139 0 0,0 0 1 0 0,0-1-1 0 0,-1 1 1 0 0,1 0-1 0 0,-1-1 0 0 0,1 1 1 0 0,-1-1-1 0 0,1 1 0 0 0,-1-1 1 0 0,0 1-1 0 0,0-1 0 0 0,0 0 1 0 0,0 1-1 0 0,-2 1 0 0 0,-2 4-2866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8.4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1 182 5089 0 0,'4'-4'5426'0'0,"15"-19"-3245"0"0,-3 4-1534 0 0,1 1-1 0 0,0 1 1 0 0,1 0 0 0 0,1 2-1 0 0,0 0 1 0 0,2 1 0 0 0,-1 1-1 0 0,27-12 1 0 0,-46 25-634 0 0,-1 0 0 0 0,1-1-1 0 0,-1 1 1 0 0,1 0 0 0 0,0 0 0 0 0,-1 0 0 0 0,1 0-1 0 0,0-1 1 0 0,-1 1 0 0 0,1 0 0 0 0,0 0 0 0 0,-1 0 0 0 0,1 1-1 0 0,0-1 1 0 0,-1 0 0 0 0,1 0 0 0 0,0 0 0 0 0,-1 0-1 0 0,1 1 1 0 0,0-1 0 0 0,-1 0 0 0 0,1 1 0 0 0,-1-1-1 0 0,1 0 1 0 0,0 1 0 0 0,-1-1 0 0 0,1 1 0 0 0,-1-1 0 0 0,1 0-1 0 0,-1 1 1 0 0,0 0 0 0 0,1-1 0 0 0,-1 1 0 0 0,1-1-1 0 0,-1 1 1 0 0,7 32-446 0 0,-10 6-2488 0 0,-3-13-4081 0 0,-4-18 1651 0 0,10-8 5350 0 0,-1 0-1 0 0,0 0 1 0 0,1 1 0 0 0,-1-1-1 0 0,1 0 1 0 0,-1 1 0 0 0,1-1 0 0 0,-1 0-1 0 0,1 1 1 0 0,-1-1 0 0 0,1 0 0 0 0,-1 1-1 0 0,1-1 1 0 0,-1 1 0 0 0,1-1-1 0 0,0 1 1 0 0,-1-1 0 0 0,1 1 0 0 0,0 0-1 0 0,-1-1 1 0 0,1 1 0 0 0,0-1-1 0 0,0 1 1 0 0,0 0 0 0 0,-1-1 0 0 0,1 1-1 0 0,0 0 1 0 0,-20 49 4029 0 0,15-40-3132 0 0,0 1 0 0 0,1 0 0 0 0,0 0 0 0 0,-2 12 0 0 0,5-21-837 0 0,1 1-1 0 0,-1-1 1 0 0,1 0-1 0 0,0 1 1 0 0,0-1-1 0 0,0 0 1 0 0,0 1-1 0 0,1-1 1 0 0,-1 0-1 0 0,0 1 1 0 0,1-1-1 0 0,0 0 1 0 0,-1 0-1 0 0,1 1 0 0 0,0-1 1 0 0,0 0-1 0 0,1 0 1 0 0,-1 0-1 0 0,0 0 1 0 0,1 0-1 0 0,-1 0 1 0 0,1-1-1 0 0,-1 1 1 0 0,4 2-1 0 0,-3-3 23 0 0,1 0 1 0 0,-1 0-1 0 0,1 0 0 0 0,-1 0 1 0 0,1 0-1 0 0,-1-1 0 0 0,1 0 0 0 0,-1 1 1 0 0,1-1-1 0 0,0 0 0 0 0,-1 0 0 0 0,1 0 1 0 0,-1 0-1 0 0,1-1 0 0 0,0 1 1 0 0,-1-1-1 0 0,1 0 0 0 0,-1 1 0 0 0,1-1 1 0 0,-1 0-1 0 0,0 0 0 0 0,1-1 0 0 0,-1 1 1 0 0,0 0-1 0 0,0-1 0 0 0,0 0 0 0 0,3-2 1 0 0,6-5 345 0 0,-1 1 0 0 0,0-2 1 0 0,16-19-1 0 0,-20 21-270 0 0,-2 1 1 0 0,1-1-1 0 0,-1 0 0 0 0,-1-1 0 0 0,1 1 0 0 0,3-18 1 0 0,-6 24-142 0 0,0-1 1 0 0,-1 1 0 0 0,0-1 0 0 0,0 1-1 0 0,0-1 1 0 0,0 1 0 0 0,0-1 0 0 0,0 1-1 0 0,0-1 1 0 0,-1 1 0 0 0,1-1 0 0 0,-1 1-1 0 0,-1-3 1 0 0,1 4-39 0 0,1-1 1 0 0,-1 1-1 0 0,0 0 1 0 0,0 0-1 0 0,0 0 0 0 0,0 0 1 0 0,0 0-1 0 0,0 1 1 0 0,0-1-1 0 0,-1 0 1 0 0,1 0-1 0 0,0 1 0 0 0,0-1 1 0 0,-1 1-1 0 0,1-1 1 0 0,0 1-1 0 0,-1-1 0 0 0,1 1 1 0 0,0 0-1 0 0,-1 0 1 0 0,1 0-1 0 0,0 0 0 0 0,-1 0 1 0 0,1 0-1 0 0,-3 0 1 0 0,-1 1-466 0 0,-1 0 1 0 0,1 1-1 0 0,0-1 1 0 0,-1 1 0 0 0,1 0-1 0 0,0 0 1 0 0,0 1-1 0 0,1-1 1 0 0,-1 1 0 0 0,0 0-1 0 0,1 0 1 0 0,-6 7-1 0 0,3-4-706 0 0,0 0 1 0 0,0 1-1 0 0,1 1 0 0 0,0-1 0 0 0,1 1 0 0 0,-7 11 0 0 0,6-8-1256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8.7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4761 0 0,'3'17'10074'0'0,"8"28"-8131"0"0,1 5-2566 0 0,-1-4-2050 0 0,0 1-5804 0 0,-9-39 5136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9.1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1 245 5921 0 0,'0'-10'7396'0'0,"8"-5"-4935"0"0,13-13-2661 0 0,-18 26 639 0 0,37-40-1166 0 0,-31 34-462 0 0,1-1 1 0 0,-2 0-1 0 0,1-1 0 0 0,-1 1 0 0 0,-1-2 0 0 0,1 1 1 0 0,10-23-1 0 0,-18 24-74 0 0,0-23 1966 0 0,5 25 1581 0 0,6 16 1565 0 0,-9-6-3575 0 0,0 1 0 0 0,0 1 0 0 0,0-1 0 0 0,-1 0 0 0 0,0 0 1 0 0,0 1-1 0 0,0-1 0 0 0,0 1 0 0 0,-1-1 0 0 0,1 0 0 0 0,-1 1 0 0 0,0-1 0 0 0,0 1 0 0 0,-1-1 0 0 0,-1 6 0 0 0,1 13-3067 0 0,2-1-3869 0 0,-7-22 3861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9.5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9 159 3889 0 0,'7'-10'7237'0'0,"14"-15"-4339"0"0,62-70-3367 0 0,-63 76-866 0 0,-9 9-964 0 0</inkml:trace>
  <inkml:trace contextRef="#ctx0" brushRef="#br0" timeOffset="1">0 297 4113 0 0,'1'-3'606'0'0,"-1"1"-1"0"0,1-1 1 0 0,-1 0 0 0 0,1 1-1 0 0,0-1 1 0 0,0 0 0 0 0,0 1-1 0 0,0-1 1 0 0,3-3 0 0 0,33-41 1619 0 0,-23 30-1280 0 0,-1 0-386 0 0,3-4-33 0 0,1 0 0 0 0,0 1 1 0 0,2 0-1 0 0,41-32 0 0 0,-60 52-485 0 0,0-1-1 0 0,1 1 1 0 0,-1-1-1 0 0,1 1 1 0 0,-1 0-1 0 0,1-1 0 0 0,-1 1 1 0 0,1 0-1 0 0,0 0 1 0 0,-1-1-1 0 0,1 1 1 0 0,-1 0-1 0 0,1 0 1 0 0,-1 0-1 0 0,1 0 1 0 0,0 0-1 0 0,-1 0 1 0 0,1 0-1 0 0,0 0 1 0 0,-1 0-1 0 0,1 0 0 0 0,-1 0 1 0 0,1 0-1 0 0,0 0 1 0 0,-1 0-1 0 0,1 1 1 0 0,-1-1-1 0 0,1 0 1 0 0,-1 0-1 0 0,1 1 1 0 0,0 0-1 0 0,7 20 666 0 0,-8 39-793 0 0,-1-50-234 0 0,1 5-394 0 0,-2 25-3761 0 0,-8-3-3619 0 0,6-29 4858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09.9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81 3601 0 0,'-15'65'2626'0'0,"15"-61"-2386"0"0,-1-1 1 0 0,1 1-1 0 0,-1 0 0 0 0,1 0 1 0 0,0-1-1 0 0,1 1 0 0 0,-1 0 0 0 0,1-1 1 0 0,-1 1-1 0 0,1 0 0 0 0,0-1 0 0 0,1 1 1 0 0,-1-1-1 0 0,0 1 0 0 0,4 4 0 0 0,-4-7-78 0 0,1 0 0 0 0,0 0-1 0 0,-1 0 1 0 0,1 0 0 0 0,0-1-1 0 0,0 1 1 0 0,0-1-1 0 0,-1 1 1 0 0,1-1 0 0 0,0 1-1 0 0,0-1 1 0 0,0 0 0 0 0,0 0-1 0 0,0 0 1 0 0,0 0-1 0 0,0 0 1 0 0,0-1 0 0 0,-1 1-1 0 0,1 0 1 0 0,0-1-1 0 0,0 0 1 0 0,0 1 0 0 0,-1-1-1 0 0,1 0 1 0 0,0 0 0 0 0,0 0-1 0 0,-1 0 1 0 0,1 0-1 0 0,-1 0 1 0 0,1 0 0 0 0,-1-1-1 0 0,2-1 1 0 0,47-43 1267 0 0,12-30-1117 0 0,-56 67-2176 0 0,0 0 1 0 0,0-1-1 0 0,7-18 0 0 0,-10 11-3115 0 0,-1 11 1715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10.3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1 172 5729 0 0,'0'-6'553'0'0,"1"1"1"0"0,1-1-1 0 0,-1 1 0 0 0,1-1 0 0 0,0 1 1 0 0,0 0-1 0 0,0 0 0 0 0,1 0 0 0 0,0 0 1 0 0,0 0-1 0 0,0 1 0 0 0,0-1 0 0 0,6-5 1 0 0,2-2-44 0 0,0 1 1 0 0,1 0-1 0 0,17-13 1 0 0,-21 18-207 0 0,1 1-1 0 0,-1 0 1 0 0,1 0 0 0 0,-1 1 0 0 0,14-5 0 0 0,-21 8-262 0 0,0 1 0 0 0,1 0-1 0 0,-1-1 1 0 0,0 1 0 0 0,0 0 0 0 0,1-1-1 0 0,-1 1 1 0 0,0 0 0 0 0,1 0 0 0 0,-1 0 0 0 0,0 0-1 0 0,1 1 1 0 0,-1-1 0 0 0,0 0 0 0 0,1 0-1 0 0,-1 1 1 0 0,0-1 0 0 0,0 1 0 0 0,1-1-1 0 0,-1 1 1 0 0,0-1 0 0 0,0 1 0 0 0,0 0-1 0 0,0 0 1 0 0,0-1 0 0 0,0 1 0 0 0,0 0-1 0 0,0 0 1 0 0,0 0 0 0 0,0 0 0 0 0,0 0-1 0 0,-1 0 1 0 0,1 1 0 0 0,0-1 0 0 0,-1 0 0 0 0,1 0-1 0 0,-1 0 1 0 0,1 1 0 0 0,-1-1 0 0 0,0 0-1 0 0,1 1 1 0 0,-1-1 0 0 0,0 0 0 0 0,0 1-1 0 0,0-1 1 0 0,0 0 0 0 0,0 0 0 0 0,0 1-1 0 0,-1 1 1 0 0,1 19-162 0 0,-2 0-1 0 0,0-1 1 0 0,-1 1-1 0 0,-10 33 1 0 0,-15 36-7197 0 0,26-120-891 0 0,7-30 8040 0 0,-4 51 318 0 0,11-33-104 0 0,0 28 2072 0 0,9 8 3480 0 0,35-1-1608 0 0,-10-1-4706 0 0,-5 9-7264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10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 1 4369 0 0,'28'70'7161'0'0,"-24"-57"-6889"0"0,-1-1 0 0 0,0 1 0 0 0,-1 0 0 0 0,1 15 0 0 0,-3-23-332 0 0,1 0 0 0 0,-1-1 0 0 0,0 1 0 0 0,-1 0 0 0 0,1 0-1 0 0,-1-1 1 0 0,0 1 0 0 0,0-1 0 0 0,0 1 0 0 0,-1-1 0 0 0,1 1 0 0 0,-1-1 0 0 0,0 0 0 0 0,0 0 0 0 0,-1 0 0 0 0,1 0 0 0 0,-1 0 0 0 0,0 0 0 0 0,0-1-1 0 0,0 1 1 0 0,-1-1 0 0 0,1 0 0 0 0,-1 0 0 0 0,0 0 0 0 0,0 0 0 0 0,0-1 0 0 0,0 0 0 0 0,0 1 0 0 0,0-2 0 0 0,-8 3 0 0 0,10-3 121 0 0,1 0 1 0 0,-1-1 0 0 0,0 1-1 0 0,0-1 1 0 0,0 1-1 0 0,0-1 1 0 0,1 0 0 0 0,-1 0-1 0 0,0 0 1 0 0,0 0 0 0 0,0 0-1 0 0,0 0 1 0 0,0-1 0 0 0,0 1-1 0 0,0-1 1 0 0,1 1-1 0 0,-1-1 1 0 0,0 1 0 0 0,0-1-1 0 0,-3-2 1 0 0,5 3 26 0 0,0-1-1 0 0,0 1 1 0 0,-1 0 0 0 0,1-1-1 0 0,0 1 1 0 0,0 0 0 0 0,0-1-1 0 0,0 1 1 0 0,-1-1 0 0 0,1 1 0 0 0,0 0-1 0 0,0-1 1 0 0,0 1 0 0 0,0-1-1 0 0,0 1 1 0 0,0 0 0 0 0,0-1-1 0 0,0 1 1 0 0,0-1 0 0 0,0 1-1 0 0,0 0 1 0 0,0-1 0 0 0,0 1 0 0 0,0-1-1 0 0,1 1 1 0 0,-1 0 0 0 0,0-1-1 0 0,0 1 1 0 0,0 0 0 0 0,1-1-1 0 0,-1 0 1 0 0,22-13 2845 0 0,70-23 566 0 0,-40 16-2524 0 0,1-1-3354 0 0,15-9-9625 0 0,-63 22 8884 0 0,-5 6 2196 0 0,4-1-1880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11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1 103 5113 0 0,'1'-4'454'0'0,"0"0"0"0"0,0 1-1 0 0,0-1 1 0 0,0 1 0 0 0,1-1 0 0 0,0 1-1 0 0,0-1 1 0 0,0 1 0 0 0,0 0 0 0 0,0 0-1 0 0,1 0 1 0 0,-1 0 0 0 0,1 1 0 0 0,0-1-1 0 0,0 1 1 0 0,4-4 0 0 0,3-2 109 0 0,1 1 1 0 0,-1 0-1 0 0,19-9 1 0 0,-27 15-477 0 0,-1 0 1 0 0,1 0 0 0 0,-1 1 0 0 0,0-1 0 0 0,1 0 0 0 0,-1 1 0 0 0,1-1 0 0 0,0 1 0 0 0,-1 0-1 0 0,1-1 1 0 0,-1 1 0 0 0,1 0 0 0 0,0 0 0 0 0,-1 0 0 0 0,1 0 0 0 0,-1 0 0 0 0,1 0-1 0 0,0 1 1 0 0,-1-1 0 0 0,1 0 0 0 0,-1 1 0 0 0,1-1 0 0 0,-1 1 0 0 0,1 0 0 0 0,-1-1 0 0 0,1 1-1 0 0,-1 0 1 0 0,0 0 0 0 0,1 0 0 0 0,-1 0 0 0 0,0 0 0 0 0,0 0 0 0 0,2 2 0 0 0,-1 1 15 0 0,0 1 1 0 0,0-1 0 0 0,-1 1-1 0 0,1 0 1 0 0,-1-1 0 0 0,0 1 0 0 0,0 0-1 0 0,0 0 1 0 0,-1 0 0 0 0,0 6-1 0 0,0 3-372 0 0,0 0-1 0 0,-2 1 1 0 0,-3 19-1 0 0,-7 15-4009 0 0,2-8-4409 0 0,11-36 5220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1:57:11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1 207 4705 0 0,'6'-5'3951'0'0,"8"-9"-2586"0"0,19-22-97 0 0,-2-2-1 0 0,46-76 1 0 0,-73 135 2606 0 0,14 21-3052 0 0,-17-40-631 0 0,4 10-354 0 0,0 0 0 0 0,0 0 0 0 0,-1 0 1 0 0,-1 1-1 0 0,0 0 0 0 0,0-1 0 0 0,0 24 1 0 0,-6 5-4060 0 0,-7 2-3556 0 0,7-33 4209 0 0</inkml:trace>
  <inkml:trace contextRef="#ctx0" brushRef="#br0" timeOffset="1">125 317 4329 0 0,'0'2'95'0'0,"-1"11"674"0"0,1 0 1 0 0,1 0-1 0 0,0-1 0 0 0,1 1 1 0 0,5 20-1 0 0,-6-31-655 0 0,0 0 0 0 0,0 0 0 0 0,-1-1-1 0 0,1 1 1 0 0,0 0 0 0 0,1 0 0 0 0,-1-1 0 0 0,0 1 0 0 0,0-1 0 0 0,1 1 0 0 0,-1-1-1 0 0,1 1 1 0 0,-1-1 0 0 0,1 0 0 0 0,0 1 0 0 0,-1-1 0 0 0,4 1 0 0 0,-2-1 46 0 0,-1-1 1 0 0,1 1-1 0 0,0-1 1 0 0,-1 0 0 0 0,1 0-1 0 0,0 0 1 0 0,-1 0-1 0 0,1 0 1 0 0,0-1 0 0 0,-1 1-1 0 0,1-1 1 0 0,0 0-1 0 0,-1 0 1 0 0,1 0 0 0 0,-1 0-1 0 0,1 0 1 0 0,1-2-1 0 0,16-8 661 0 0,0 0 0 0 0,-2-2 0 0 0,0 0 0 0 0,31-30 0 0 0,-31 25-624 0 0,-1-1-1 0 0,0-1 1 0 0,27-43 0 0 0,-44 63-193 0 0,8-16-1989 0 0,-8 16 1706 0 0,0-1 1 0 0,0 1-1 0 0,0-1 0 0 0,0 1 0 0 0,1-1 1 0 0,-1 1-1 0 0,0 0 0 0 0,0-1 0 0 0,0 1 1 0 0,0-1-1 0 0,0 1 0 0 0,0-1 0 0 0,0 1 1 0 0,-1-1-1 0 0,1 1 0 0 0,0-1 0 0 0,0 1 1 0 0,0-1-1 0 0,0 1 0 0 0,-1-1 0 0 0,1 1 1 0 0,0 0-1 0 0,0-1 0 0 0,-1 1 0 0 0,1-1 0 0 0,0 1 1 0 0,0 0-1 0 0,-1-1 0 0 0,0 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4:38.01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132 1 1240 0 0,'-11'3'984'0'0,"-3"2"-815"0"0,-4 0-121 0 0,-1 2-72 0 0,0 1-65 0 0,-6-1-175 0 0,0 5-1288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4:39.2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12 280 1696 0 0,'-12'9'8899'0'0,"43"-3"-5450"0"0,-6-3-4002 0 0,280 3 6037 0 0,-231-9-5132 0 0,0-3-1 0 0,80-18 1 0 0,-120 19-82 0 0,0 2 1 0 0,0 1 0 0 0,45 3 0 0 0,-35 0-149 0 0,57-6 0 0 0,-41 1 176 0 0,66 3 1 0 0,-62 1-162 0 0,-16-2-28 0 0,51-8 0 0 0,-69 5-18 0 0,0 1-1 0 0,0 2 1 0 0,0 0 0 0 0,0 3 0 0 0,54 6 0 0 0,-41 3-20 0 0,-1-2 0 0 0,1-2 1 0 0,1-2-1 0 0,-1-2 0 0 0,49-4 0 0 0,-26-3 234 0 0,0 3 0 0 0,116 11 0 0 0,-133-8-278 0 0,0-1 1 0 0,0-3 0 0 0,0-2-1 0 0,76-18 1 0 0,76-7-27 0 0,-61 15 57 0 0,-94 7-21 0 0,0 3 1 0 0,0 2-1 0 0,1 1 0 0 0,-1 3 0 0 0,64 9 0 0 0,-22 4-20 0 0,1-3 1 0 0,1-5-1 0 0,0-3 0 0 0,138-14 1 0 0,-98-3 16 0 0,118-9 41 0 0,-209 23-53 0 0,48 5 0 0 0,11 1-61 0 0,132-3-229 0 0,-235-4-242 0 0,0-1-1 0 0,-1 0 0 0 0,1 0 1 0 0,0 0-1 0 0,0-1 1 0 0,0 1-1 0 0,-6-5 0 0 0,-9-4-922 0 0,-199-76-8739 0 0,77 34 5202 0 0,115 42 2257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7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58 183 5345 0 0,'-14'2'3139'0'0,"12"-1"-2849"0"0,0 0 0 0 0,0 0 0 0 0,0-1 0 0 0,-1 1 0 0 0,1-1 0 0 0,0 0 0 0 0,0 1 0 0 0,0-1 0 0 0,0 0 0 0 0,-1 0 0 0 0,1 0 0 0 0,0-1 0 0 0,0 1 0 0 0,0-1 0 0 0,0 1 0 0 0,-1-1 0 0 0,1 1 0 0 0,-3-3 0 0 0,6-1-250 0 0,1 0 0 0 0,-1 0 0 0 0,1 0 0 0 0,0 0 0 0 0,0 0 1 0 0,0 0-1 0 0,0 0 0 0 0,1 1 0 0 0,-1-1 0 0 0,1 1 0 0 0,6-5 0 0 0,-1-2-8 0 0,9-15-29 0 0,-9 13 4 0 0,1-1 0 0 0,0 2 0 0 0,0 0 0 0 0,1 0 0 0 0,0 0 0 0 0,21-15 0 0 0,-31 26-4 0 0,1 0-1 0 0,-1-1 1 0 0,0 1-1 0 0,1 0 1 0 0,-1-1-1 0 0,1 1 1 0 0,-1 0-1 0 0,1 0 1 0 0,0-1-1 0 0,-1 1 1 0 0,1 0-1 0 0,-1 0 1 0 0,1 0-1 0 0,-1 0 1 0 0,1 0-1 0 0,-1 0 1 0 0,1 0-1 0 0,0 0 1 0 0,-1 0-1 0 0,1 0 1 0 0,-1 0-1 0 0,1 0 1 0 0,-1 0-1 0 0,1 1 1 0 0,-1-1-1 0 0,1 0 1 0 0,-1 0-1 0 0,1 1 1 0 0,-1-1-1 0 0,1 0 1 0 0,-1 1-1 0 0,1-1 1 0 0,7 21 117 0 0,-7 30 79 0 0,-1-47-189 0 0,-4 34 187 0 0,-15 65 0 0 0,12-74-755 0 0,2 0-1 0 0,0 0 0 0 0,2 0 1 0 0,1 37-1 0 0,5-53-2371 0 0,1-20 87 0 0,2-20-383 0 0,-3 10 693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7.4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2353 0 0,'-4'6'6913'0'0,"4"12"-4647"0"0,5 15-978 0 0,-3-27-1225 0 0,1 0 0 0 0,-1 0 0 0 0,1 0 0 0 0,1 0 0 0 0,-1 0 0 0 0,1-1-1 0 0,0 1 1 0 0,0-1 0 0 0,1 0 0 0 0,0-1 0 0 0,0 1 0 0 0,8 6 0 0 0,-9-9-563 0 0,0 1 1 0 0,0-1-1 0 0,0 0 1 0 0,1 0-1 0 0,-1 0 0 0 0,0-1 1 0 0,1 0-1 0 0,-1 1 1 0 0,1-2-1 0 0,0 1 1 0 0,8 0-1 0 0,0-6-3026 0 0,-7 2 633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7.8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1 196 5137 0 0,'4'2'502'0'0,"-1"0"-1"0"0,1-1 1 0 0,0 1 0 0 0,0-1-1 0 0,0 0 1 0 0,0 0 0 0 0,0-1-1 0 0,0 1 1 0 0,0-1 0 0 0,0 0-1 0 0,5 0 1 0 0,-5-1-547 0 0,1 0 0 0 0,-1 0 0 0 0,0 0 0 0 0,1-1 0 0 0,-1 1 0 0 0,0-1 1 0 0,0 0-1 0 0,0 0 0 0 0,-1-1 0 0 0,1 1 0 0 0,0-1 0 0 0,-1 1 0 0 0,0-1 0 0 0,6-6 0 0 0,-5 4-229 0 0,0 0 0 0 0,0-1 0 0 0,-1 1-1 0 0,1-1 1 0 0,-1 1 0 0 0,-1-1 0 0 0,1 0 0 0 0,-1 0-1 0 0,0 0 1 0 0,0-1 0 0 0,-1 1 0 0 0,0 0-1 0 0,0-1 1 0 0,0 1 0 0 0,-1-1 0 0 0,0 1 0 0 0,0 0-1 0 0,-2-10 1 0 0,1 12 256 0 0,0 1-1 0 0,-1 1 0 0 0,1-1 1 0 0,-1 0-1 0 0,0 0 1 0 0,0 0-1 0 0,0 1 1 0 0,0-1-1 0 0,0 1 1 0 0,0 0-1 0 0,-1 0 1 0 0,1 0-1 0 0,-1 0 1 0 0,0 0-1 0 0,1 0 0 0 0,-1 0 1 0 0,0 1-1 0 0,0 0 1 0 0,0-1-1 0 0,-6 0 1 0 0,9 6 457 0 0,1 0 1 0 0,1 0-1 0 0,-1 1 1 0 0,0-1-1 0 0,1 0 1 0 0,0 0-1 0 0,0 0 1 0 0,5 6-1 0 0,2 8 239 0 0,0 1 0 0 0,-1 1-1 0 0,8 24 1 0 0,6 18-960 0 0,9-6-4573 0 0,-28-52 2998 0 0,2-1-1243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8.1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81 4537 0 0,'1'9'1472'0'0,"3"4"-560"0"0,1 5-127 0 0,-1 1-233 0 0,2-2-216 0 0,-2-1-168 0 0,2 1-104 0 0,-2-4-72 0 0,2 0-104 0 0,-2-2-232 0 0,1-3-296 0 0,0-3-289 0 0,-3 0-247 0 0,1-5-256 0 0</inkml:trace>
  <inkml:trace contextRef="#ctx0" brushRef="#br0" timeOffset="1">0 121 4289 0 0,'9'-13'4910'0'0,"18"-10"-4059"0"0,-19 18-295 0 0,16-18 178 0 0,-19 17-595 0 0,0 1 1 0 0,0-1-1 0 0,1 1 0 0 0,0 0 1 0 0,0 1-1 0 0,0-1 0 0 0,1 1 1 0 0,-1 1-1 0 0,1-1 0 0 0,0 1 1 0 0,11-4-1 0 0,-16 8-102 0 0,1-1 0 0 0,-1 1 0 0 0,0-1 0 0 0,0 1 0 0 0,1 0-1 0 0,-1 0 1 0 0,0 0 0 0 0,0 0 0 0 0,0 1 0 0 0,0-1 0 0 0,0 1 0 0 0,0-1 0 0 0,0 1-1 0 0,-1-1 1 0 0,1 1 0 0 0,-1 0 0 0 0,1 0 0 0 0,-1 0 0 0 0,1 0 0 0 0,-1 0 0 0 0,0 0 0 0 0,0 0-1 0 0,0 0 1 0 0,0 1 0 0 0,-1-1 0 0 0,2 3 0 0 0,8 33-1147 0 0,-10-7-3516 0 0,-7-23 864 0 0,4-4 612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8.5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1 165 4401 0 0,'6'-8'6394'0'0,"21"-28"-5041"0"0,-6 9-1226 0 0,7-13-2112 0 0,-25 35 1208 0 0,-1 1 0 0 0,0 0 1 0 0,0-1-1 0 0,0 0 1 0 0,0 1-1 0 0,-1-1 0 0 0,2-6 1 0 0,0 1-2277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8.8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84 52 2825 0 0,'-5'2'286'0'0,"0"0"1"0"0,1 0 0 0 0,-1 1 0 0 0,1-1 0 0 0,0 1-1 0 0,0 0 1 0 0,0 0 0 0 0,0 0 0 0 0,0 1 0 0 0,1-1-1 0 0,-1 1 1 0 0,1 0 0 0 0,0 0 0 0 0,0 0 0 0 0,1 1-1 0 0,-1-1 1 0 0,1 1 0 0 0,0-1 0 0 0,0 1 0 0 0,0 0-1 0 0,-1 5 1 0 0,1-4-213 0 0,1 0 0 0 0,-1 0 1 0 0,1 0-1 0 0,0 0 0 0 0,1 0 0 0 0,-1 0 0 0 0,1 0 0 0 0,1 0 1 0 0,-1 0-1 0 0,1 0 0 0 0,0 0 0 0 0,0 0 0 0 0,0 0 0 0 0,1-1 0 0 0,0 1 1 0 0,0 0-1 0 0,5 7 0 0 0,-6-11-65 0 0,0-1 0 0 0,0 1-1 0 0,0-1 1 0 0,1 0 0 0 0,-1 1 0 0 0,0-1 0 0 0,0 0-1 0 0,1 0 1 0 0,-1 0 0 0 0,1 0 0 0 0,-1 0 0 0 0,1 0-1 0 0,0-1 1 0 0,-1 1 0 0 0,1 0 0 0 0,0-1 0 0 0,-1 1 0 0 0,1-1-1 0 0,0 0 1 0 0,0 1 0 0 0,-1-1 0 0 0,4 0 0 0 0,-1-1 9 0 0,0 1-1 0 0,0-1 1 0 0,-1 0 0 0 0,1 0 0 0 0,0 0 0 0 0,0-1 0 0 0,-1 0 0 0 0,1 1 0 0 0,5-5 0 0 0,1-1 49 0 0,-1 0-1 0 0,1-1 1 0 0,-2 0 0 0 0,1 0 0 0 0,13-19 0 0 0,-17 20 25 0 0,0-1 1 0 0,-1 0-1 0 0,0-1 1 0 0,0 1 0 0 0,-1-1-1 0 0,0 1 1 0 0,0-1-1 0 0,-1 0 1 0 0,0 0-1 0 0,-1 0 1 0 0,1-15 0 0 0,-2 21-70 0 0,0 0 1 0 0,0 0-1 0 0,-1 0 1 0 0,1 0-1 0 0,-1 0 1 0 0,1 0 0 0 0,-1 0-1 0 0,0 0 1 0 0,0 0-1 0 0,-1 0 1 0 0,1 1-1 0 0,0-1 1 0 0,-1 1-1 0 0,0-1 1 0 0,0 1 0 0 0,1-1-1 0 0,-1 1 1 0 0,-1 0-1 0 0,1 0 1 0 0,0 0-1 0 0,0 0 1 0 0,-1 0 0 0 0,1 1-1 0 0,-1-1 1 0 0,0 1-1 0 0,1-1 1 0 0,-1 1-1 0 0,0 0 1 0 0,0 0-1 0 0,0 0 1 0 0,0 1 0 0 0,0-1-1 0 0,0 1 1 0 0,0-1-1 0 0,0 1 1 0 0,0 0-1 0 0,0 0 1 0 0,-3 1 0 0 0,0-1-239 0 0,1 0 1 0 0,-1 1 0 0 0,1 0 0 0 0,-1 0 0 0 0,1 0 0 0 0,-1 0-1 0 0,1 1 1 0 0,0 0 0 0 0,0 0 0 0 0,-10 6 0 0 0,10-5-340 0 0,0 1 0 0 0,0 0-1 0 0,1 0 1 0 0,0 0 0 0 0,-1 0 0 0 0,1 1 0 0 0,1 0 0 0 0,-1 0 0 0 0,1 0-1 0 0,-3 5 1 0 0,-2 8-2764 0 0</inkml:trace>
  <inkml:trace contextRef="#ctx0" brushRef="#br0" timeOffset="1">38 407 6705 0 0,'71'-51'5546'0'0,"-3"-6"-3712"0"0,55-68-8193 0 0,-116 119 3183 0 0,4 13 482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29.2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1 135 3353 0 0,'1'9'2000'0'0,"1"3"-824"0"0,1 2-343 0 0,2 0-241 0 0,-1-2-248 0 0,1-2-136 0 0,2 1-112 0 0,1-1-72 0 0,0-1-112 0 0,1-1-208 0 0,-2-2-272 0 0,1-1-273 0 0,-2-5-223 0 0,0-3-280 0 0,10 7-1697 0 0</inkml:trace>
  <inkml:trace contextRef="#ctx0" brushRef="#br0" timeOffset="1">92 1 3865 0 0,'1'6'1089'0'0,"-1"0"0"0"0,1 0 0 0 0,0 0 0 0 0,1 0 0 0 0,3 11 0 0 0,30 55 870 0 0,-11-26-1109 0 0,-22-40-878 0 0,15 30 579 0 0,-16-35-644 0 0,-1 1 1 0 0,1-1-1 0 0,0 1 1 0 0,0-1-1 0 0,0 0 0 0 0,0 0 1 0 0,0 1-1 0 0,0-1 0 0 0,0 0 1 0 0,0 0-1 0 0,0 0 1 0 0,0 0-1 0 0,1 0 0 0 0,-1 0 1 0 0,0 0-1 0 0,1-1 0 0 0,-1 1 1 0 0,1 0-1 0 0,1 0 1 0 0,-3-2-47 0 0,1 1 0 0 0,-1 0 1 0 0,0 0-1 0 0,1 0 1 0 0,-1-1-1 0 0,0 1 1 0 0,1 0-1 0 0,-1-1 0 0 0,0 1 1 0 0,0 0-1 0 0,1 0 1 0 0,-1-1-1 0 0,0 1 1 0 0,0-1-1 0 0,0 1 1 0 0,1 0-1 0 0,-1-1 0 0 0,0 1 1 0 0,0 0-1 0 0,0-1 1 0 0,0 1-1 0 0,0-1 1 0 0,0 1-1 0 0,0 0 0 0 0,0-1 1 0 0,0 1-1 0 0,0-1 1 0 0,0 1-1 0 0,0-1 1 0 0,0 1-1 0 0,0 0 1 0 0,0-1-1 0 0,0 1 0 0 0,0 0 1 0 0,0-1-1 0 0,-1 1 1 0 0,1-1-1 0 0,0 1 1 0 0,0 0-1 0 0,-1-1 1 0 0,1 0-271 0 0,-3-9-3580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0.4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98 4329 0 0,'3'-1'5470'0'0,"9"-4"-1713"0"0,25-17-3333 0 0,-25 11-403 0 0,-5 4-446 0 0,1 1-1 0 0,-1-1 1 0 0,0-1 0 0 0,-1 0-1 0 0,10-15 1 0 0,-67 57-1849 0 0,43-29 2371 0 0,1 2-1 0 0,-1-1 1 0 0,1 1-1 0 0,1 0 1 0 0,-1 1-1 0 0,-6 9 1 0 0,11-12 31 0 0,0 0 0 0 0,-1-1 0 0 0,2 1 0 0 0,-1 0 0 0 0,1 0 0 0 0,-1 0 0 0 0,1 0 0 0 0,1 0 0 0 0,-1 0 0 0 0,1 1 1 0 0,0-1-1 0 0,0 0 0 0 0,1 7 0 0 0,1 4 123 0 0,0-1 0 0 0,1 0 0 0 0,1 1 1 0 0,0-1-1 0 0,1-1 0 0 0,7 18 0 0 0,-10-30-253 0 0,-1 1-1 0 0,0-1 1 0 0,1 0-1 0 0,0 1 1 0 0,-1-1-1 0 0,1 0 1 0 0,0 0-1 0 0,0 0 1 0 0,0 0-1 0 0,0 0 1 0 0,1-1 0 0 0,-1 1-1 0 0,0-1 1 0 0,1 1-1 0 0,-1-1 1 0 0,1 0-1 0 0,2 1 1 0 0,-2-1-77 0 0,0-1 0 0 0,1 0 0 0 0,-1 0 0 0 0,0-1 0 0 0,0 1 0 0 0,0 0 0 0 0,0-1 0 0 0,0 0 0 0 0,0 0-1 0 0,0 0 1 0 0,0 0 0 0 0,0 0 0 0 0,-1-1 0 0 0,1 1 0 0 0,0-1 0 0 0,-1 1 0 0 0,1-1 0 0 0,-1 0 0 0 0,3-3 0 0 0,1-1-687 0 0,0 1 1 0 0,-1-1-1 0 0,1-1 0 0 0,-1 1 0 0 0,-1-1 0 0 0,1 0 0 0 0,-1 0 1 0 0,0 0-1 0 0,-1-1 0 0 0,0 1 0 0 0,3-12 0 0 0,0 5-1237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0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4473 0 0,'7'81'5519'0'0,"20"44"-5000"0"0,-12-65-836 0 0,-12-44-326 0 0,-3-10-62 0 0,1 0 0 0 0,0 0 1 0 0,1 0-1 0 0,-1 0 0 0 0,1 0 1 0 0,1 0-1 0 0,-1 0 0 0 0,6 8 1 0 0,-7-13-349 0 0,6 3-575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1.2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0 149 3073 0 0,'0'0'166'0'0,"0"1"1"0"0,0-1-1 0 0,0 1 1 0 0,0-1 0 0 0,0 0-1 0 0,1 1 1 0 0,-1-1-1 0 0,0 1 1 0 0,0-1 0 0 0,0 1-1 0 0,0-1 1 0 0,0 0-1 0 0,1 1 1 0 0,-1-1 0 0 0,0 1-1 0 0,0-1 1 0 0,1 0-1 0 0,-1 1 1 0 0,0-1 0 0 0,0 0-1 0 0,1 0 1 0 0,-1 1-1 0 0,0-1 1 0 0,1 0 0 0 0,-1 0-1 0 0,1 1 1 0 0,-1-1-1 0 0,0 0 1 0 0,1 0 0 0 0,-1 0-1 0 0,1 1 1 0 0,16-2 1541 0 0,14-14-1539 0 0,-27 8-360 0 0,0 1 0 0 0,0-1 0 0 0,0 0 0 0 0,-1 0 0 0 0,0-1 0 0 0,0 1 0 0 0,-1 0-1 0 0,0-1 1 0 0,0 0 0 0 0,-1 1 0 0 0,1-10 0 0 0,7-28 425 0 0,-5 43 695 0 0,2 12-381 0 0,2 12 150 0 0,0 28 526 0 0,2 68 0 0 0,0-6-5573 0 0,-11-108 1518 0 0,-2-9 1044 0 0,3 1-1019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1.5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7 241 2937 0 0,'-7'5'4878'0'0,"7"-5"-4852"0"0,0 1-1 0 0,0-1 0 0 0,0 0 1 0 0,1 1-1 0 0,-1-1 1 0 0,0 0-1 0 0,0 1 0 0 0,0-1 1 0 0,0 0-1 0 0,0 0 1 0 0,0 1-1 0 0,0-1 0 0 0,0 0 1 0 0,1 1-1 0 0,-1-1 0 0 0,0 0 1 0 0,0 0-1 0 0,0 1 1 0 0,0-1-1 0 0,1 0 0 0 0,-1 0 1 0 0,0 0-1 0 0,0 1 1 0 0,1-1-1 0 0,-1 0 0 0 0,0 0 1 0 0,0 0-1 0 0,1 0 0 0 0,-1 0 1 0 0,0 1-1 0 0,1-1 1 0 0,-1 0-1 0 0,0 0 0 0 0,1 0 1 0 0,-1 0-1 0 0,0 0 1 0 0,0 0-1 0 0,1 0 0 0 0,-1 0 1 0 0,0 0-1 0 0,1 0 1 0 0,-1 0-1 0 0,0 0 0 0 0,1 0 1 0 0,-1-1-1 0 0,0 1 0 0 0,0 0 1 0 0,1 0-1 0 0,-1 0 1 0 0,10-4 37 0 0,-1 0 1 0 0,0 0-1 0 0,0 0 1 0 0,-1-1-1 0 0,13-9 1 0 0,-14 8 104 0 0,1 1 1 0 0,0 0 0 0 0,1 0 0 0 0,-1 1 0 0 0,1 0 0 0 0,9-3 0 0 0,-17 7-110 0 0,-1 0 0 0 0,1 0 0 0 0,0 0-1 0 0,-1-1 1 0 0,1 1 0 0 0,-1 0 0 0 0,1 0 0 0 0,0 0 0 0 0,-1 0 0 0 0,1 1 0 0 0,0-1 0 0 0,-1 0 0 0 0,1 0 0 0 0,0 0 0 0 0,-1 0 0 0 0,1 1 0 0 0,-1-1 0 0 0,1 0 0 0 0,0 1 0 0 0,-1-1 0 0 0,1 0 0 0 0,-1 1 0 0 0,1-1 0 0 0,-1 1 0 0 0,1-1 0 0 0,-1 1 0 0 0,0-1 0 0 0,1 1 0 0 0,0 0 0 0 0,6 25 774 0 0,-9 35-566 0 0,1-52-234 0 0,-3 64-1581 0 0,3-26-3171 0 0,-3-39 735 0 0</inkml:trace>
  <inkml:trace contextRef="#ctx0" brushRef="#br0" timeOffset="1">304 0 5641 0 0,'-4'30'4569'0'0,"9"21"-2966"0"0,-2-14-684 0 0,1 44-775 0 0,3-1 0 0 0,20 83 0 0 0,-18-134-1878 0 0,-2-15-685 0 0,1-12-3458 0 0,-5-5 3295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2.5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63 4345 0 0,'35'-7'4175'0'0,"11"-18"-2460"0"0,-39 20-1533 0 0,0 1 1 0 0,0-1-1 0 0,0 1 0 0 0,1 1 0 0 0,0 0 0 0 0,9-3 0 0 0,-16 6-125 0 0,-1 1-1 0 0,1-1 1 0 0,0 1-1 0 0,-1-1 1 0 0,1 1-1 0 0,-1-1 1 0 0,1 1-1 0 0,-1-1 0 0 0,1 1 1 0 0,-1 0-1 0 0,1-1 1 0 0,-1 1-1 0 0,1 0 1 0 0,-1-1-1 0 0,0 1 1 0 0,0 0-1 0 0,1-1 0 0 0,-1 1 1 0 0,0 0-1 0 0,0 0 1 0 0,0 0-1 0 0,0-1 1 0 0,0 1-1 0 0,0 0 1 0 0,0 0-1 0 0,0-1 0 0 0,0 1 1 0 0,0 0-1 0 0,0 0 1 0 0,0 0-1 0 0,0-1 1 0 0,-1 1-1 0 0,1 0 1 0 0,0-1-1 0 0,-1 2 0 0 0,-5 35 89 0 0,5-35-88 0 0,-6 35 33 0 0,0-1-1171 0 0,-1 0 0 0 0,-2 0-1 0 0,-24 57 1 0 0,37-100 838 0 0,-1 1 0 0 0,0-1 0 0 0,-1 0 0 0 0,0 1 0 0 0,1-11 0 0 0,7-29 692 0 0,-8 44-378 0 0,-1 0 0 0 0,1 1-1 0 0,-1-1 1 0 0,1 1-1 0 0,0 0 1 0 0,-1-1 0 0 0,1 1-1 0 0,0-1 1 0 0,0 1-1 0 0,0 0 1 0 0,0 0-1 0 0,0-1 1 0 0,0 1 0 0 0,0 0-1 0 0,1 0 1 0 0,-1 0-1 0 0,0 0 1 0 0,0 0-1 0 0,1 1 1 0 0,-1-1 0 0 0,1 0-1 0 0,-1 1 1 0 0,1-1-1 0 0,-1 1 1 0 0,1-1 0 0 0,-1 1-1 0 0,1 0 1 0 0,0-1-1 0 0,-1 1 1 0 0,1 0-1 0 0,-1 0 1 0 0,1 0 0 0 0,0 0-1 0 0,-1 1 1 0 0,1-1-1 0 0,-1 0 1 0 0,1 1-1 0 0,-1-1 1 0 0,1 1 0 0 0,-1-1-1 0 0,1 1 1 0 0,-1 0-1 0 0,1 0 1 0 0,-1-1 0 0 0,0 1-1 0 0,0 0 1 0 0,1 0-1 0 0,-1 0 1 0 0,2 2-1 0 0,10 8 264 0 0,-1 1 0 0 0,0 0 0 0 0,19 26 0 0 0,-18-23-356 0 0,-2 3 64 0 0,-9-15-384 0 0,-1 0 0 0 0,1 0 0 0 0,0 0-1 0 0,0 0 1 0 0,0 0 0 0 0,0-1 0 0 0,1 1 0 0 0,-1-1 0 0 0,4 3-1 0 0,-6-5 183 0 0,0-1-1 0 0,1 1 0 0 0,-1 0 0 0 0,0 0 0 0 0,0-1 1 0 0,0 1-1 0 0,1 0 0 0 0,-1-1 0 0 0,0 1 0 0 0,0-1 1 0 0,0 1-1 0 0,0 0 0 0 0,0-1 0 0 0,0 1 0 0 0,0 0 1 0 0,0-1-1 0 0,0 1 0 0 0,0-1 0 0 0,0 1 0 0 0,0 0 1 0 0,0-1-1 0 0,0 1 0 0 0,0-1 0 0 0,0 1 0 0 0,0 0 1 0 0,0-1-1 0 0,-1 1 0 0 0,1 0 0 0 0,0-1 0 0 0,0 1 1 0 0,0 0-1 0 0,-1-1 0 0 0,1 1 0 0 0,0 0 1 0 0,0 0-1 0 0,-1-1 0 0 0,0 1 0 0 0,1-1-362 0 0,-2-7-1999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2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0 161 2553 0 0,'3'1'746'0'0,"1"0"0"0"0,-1 0 0 0 0,0 0 0 0 0,1 0 0 0 0,-1 0 0 0 0,1-1 0 0 0,-1 0 0 0 0,1 0 0 0 0,-1 1 0 0 0,1-2 0 0 0,7 0 0 0 0,-3-1-574 0 0,0 0 0 0 0,0 0 1 0 0,0 0-1 0 0,-1-1 0 0 0,9-5 1 0 0,-7 4-880 0 0,-1-1 1 0 0,0 0 0 0 0,0 0 0 0 0,-1 0 0 0 0,0-1-1 0 0,0-1 1 0 0,0 1 0 0 0,-1-1 0 0 0,0 0 0 0 0,8-11-1 0 0,-1 4-2373 0 0,-9 6 1558 0 0</inkml:trace>
  <inkml:trace contextRef="#ctx0" brushRef="#br0" timeOffset="1">195 1 2609 0 0,'0'13'6454'0'0,"2"57"-4932"0"0,17 61-1025 0 0,2-45-4540 0 0,-15-72 2081 0 0,7 5-1075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3.2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5441 0 0,'3'11'1128'0'0,"-1"4"-335"0"0,1 6-241 0 0,0-4-216 0 0,1-2-152 0 0,-2 0-96 0 0,2-2-72 0 0,1-2-128 0 0,0-3-176 0 0,-2-3-248 0 0,1-1-233 0 0,-1-2-207 0 0,-1-4-224 0 0,-2-3-1225 0 0,1 1 529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3.5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81 2697 0 0,'17'-2'7312'0'0,"19"-17"-6094"0"0,-22 11-486 0 0,102-43 510 0 0,-116 50-1231 0 0,1 1 0 0 0,-1 0 0 0 0,1 0-1 0 0,-1 0 1 0 0,1 0 0 0 0,-1 0 0 0 0,1 0-1 0 0,-1 0 1 0 0,1 0 0 0 0,-1 0-1 0 0,1 0 1 0 0,-1 0 0 0 0,0 0 0 0 0,1 1-1 0 0,-1-1 1 0 0,1 0 0 0 0,-1 0 0 0 0,1 0-1 0 0,-1 1 1 0 0,0-1 0 0 0,1 0-1 0 0,-1 0 1 0 0,1 1 0 0 0,-1-1 0 0 0,0 0-1 0 0,1 1 1 0 0,-1-1 0 0 0,0 0-1 0 0,0 1 1 0 0,1-1 0 0 0,-1 1 0 0 0,1 0-1 0 0,5 21 192 0 0,-4 23-249 0 0,-7 0-2435 0 0,4-42 1955 0 0,1-1 0 0 0,-1 1 0 0 0,1-1 1 0 0,-1 1-1 0 0,0-1 0 0 0,0 1 0 0 0,0-1 1 0 0,-1 1-1 0 0,1-1 0 0 0,-1 0 0 0 0,1 0 0 0 0,-1 0 1 0 0,1 0-1 0 0,-4 3 0 0 0,0 0-1991 0 0</inkml:trace>
  <inkml:trace contextRef="#ctx0" brushRef="#br0" timeOffset="1">51 172 6097 0 0,'4'3'595'0'0,"1"-1"0"0"0,0-1-1 0 0,0 1 1 0 0,0-1 0 0 0,0 0 0 0 0,0 0-1 0 0,0 0 1 0 0,0-1 0 0 0,8 0 0 0 0,-8 0-950 0 0,0-1 1 0 0,0 1 0 0 0,0-1 0 0 0,0-1-1 0 0,0 1 1 0 0,9-4 0 0 0,-10 3-335 0 0,-1 0-1 0 0,1 0 1 0 0,0-1 0 0 0,-1 1 0 0 0,1-1 0 0 0,-1 0-1 0 0,0 0 1 0 0,4-5 0 0 0,2 0-1929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3.9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110 93 2473 0 0,'-1'-2'248'0'0,"-1"0"0"0"0,0 0 0 0 0,0 0 0 0 0,-1 0 0 0 0,1 1 0 0 0,0-1 1 0 0,-1 1-1 0 0,1-1 0 0 0,-1 1 0 0 0,1 0 0 0 0,-1 0 0 0 0,1 0 0 0 0,-1 0 0 0 0,0 0 1 0 0,0 0-1 0 0,1 1 0 0 0,-1 0 0 0 0,0-1 0 0 0,0 1 0 0 0,0 0 0 0 0,0 0 1 0 0,1 1-1 0 0,-1-1 0 0 0,-4 1 0 0 0,4 1-208 0 0,1-1-1 0 0,-1 1 1 0 0,1-1 0 0 0,-1 1-1 0 0,1 0 1 0 0,-1 0 0 0 0,1 0-1 0 0,0 0 1 0 0,0 1 0 0 0,0-1 0 0 0,0 0-1 0 0,1 1 1 0 0,-1 0 0 0 0,1-1-1 0 0,-1 1 1 0 0,1 0 0 0 0,0 0-1 0 0,0-1 1 0 0,0 1 0 0 0,0 0-1 0 0,1 0 1 0 0,-1 6 0 0 0,0-5-40 0 0,0 1 0 0 0,1-1 0 0 0,0 1 0 0 0,0-1 0 0 0,0 0 0 0 0,0 1 0 0 0,1-1 0 0 0,0 0 0 0 0,-1 1 0 0 0,2-1 0 0 0,-1 0 0 0 0,0 0 0 0 0,1 0 0 0 0,0 0 0 0 0,0 0 0 0 0,4 6 0 0 0,-4-8-5 0 0,0 0 1 0 0,0-1-1 0 0,-1 1 1 0 0,1-1 0 0 0,0 0-1 0 0,0 1 1 0 0,0-1-1 0 0,0 0 1 0 0,1 0 0 0 0,-1 0-1 0 0,0-1 1 0 0,0 1-1 0 0,1 0 1 0 0,-1-1 0 0 0,0 0-1 0 0,1 1 1 0 0,-1-1-1 0 0,0 0 1 0 0,1 0 0 0 0,-1-1-1 0 0,0 1 1 0 0,1 0-1 0 0,-1-1 1 0 0,0 1 0 0 0,0-1-1 0 0,1 0 1 0 0,-1 1-1 0 0,0-1 1 0 0,0-1 0 0 0,0 1-1 0 0,0 0 1 0 0,4-3-1 0 0,2-2 22 0 0,0-1 0 0 0,0 0 0 0 0,0 0 0 0 0,-1-1-1 0 0,0 0 1 0 0,0 0 0 0 0,-1-1 0 0 0,0 1 0 0 0,0-1 0 0 0,8-19-1 0 0,-13 24 7 0 0,1 0-1 0 0,-1-1 0 0 0,1 1 1 0 0,-1 0-1 0 0,0 0 0 0 0,-1-1 1 0 0,1 1-1 0 0,-1-1 0 0 0,0 1 1 0 0,0 0-1 0 0,0-1 0 0 0,-2-7 1 0 0,1 10-18 0 0,0-1 0 0 0,0 1-1 0 0,0-1 1 0 0,0 1 0 0 0,-1 0 0 0 0,1-1 0 0 0,-1 1 0 0 0,1 0 0 0 0,-1 0 0 0 0,0 0 0 0 0,0 0 0 0 0,0 1-1 0 0,0-1 1 0 0,0 0 0 0 0,0 1 0 0 0,-1 0 0 0 0,1-1 0 0 0,-1 1 0 0 0,1 0 0 0 0,0 0 0 0 0,-1 0 0 0 0,-4-1-1 0 0,4 2-267 0 0,0-1 0 0 0,0 1 0 0 0,0-1 0 0 0,0 1-1 0 0,0 0 1 0 0,0 0 0 0 0,0 0 0 0 0,0 0 0 0 0,0 1-1 0 0,0-1 1 0 0,0 1 0 0 0,0 0 0 0 0,0 0-1 0 0,0 0 1 0 0,1 0 0 0 0,-1 0 0 0 0,0 1 0 0 0,1-1-1 0 0,-1 1 1 0 0,1 0 0 0 0,-1-1 0 0 0,1 1-1 0 0,0 1 1 0 0,0-1 0 0 0,0 0 0 0 0,-3 4 0 0 0,-5 5-2110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4.3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1 106 5009 0 0,'52'-4'6744'0'0,"-37"1"-6487"0"0,0-1 1 0 0,1 0-1 0 0,-2-1 1 0 0,1-1-1 0 0,24-12 1 0 0,-26 11-337 0 0,44-25 159 0 0,-20 10-2846 0 0,-41 29-3727 0 0,8 2 3717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4.6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3025 0 0,'18'108'6975'0'0,"-14"-76"-7637"0"0,2 0 0 0 0,12 42 0 0 0,-18-74 581 0 0,0 1 1 0 0,-1-1 0 0 0,1 0 0 0 0,0 0 0 0 0,0 1-1 0 0,0-1 1 0 0,0 0 0 0 0,0 0 0 0 0,0 0 0 0 0,0 1-1 0 0,0-1 1 0 0,0 0 0 0 0,0 0 0 0 0,0 1-1 0 0,0-1 1 0 0,0 0 0 0 0,1 0 0 0 0,-1 0 0 0 0,0 1-1 0 0,0-1 1 0 0,0 0 0 0 0,0 0 0 0 0,0 0-1 0 0,0 1 1 0 0,0-1 0 0 0,1 0 0 0 0,-1 0 0 0 0,0 0-1 0 0,0 0 1 0 0,0 1 0 0 0,0-1 0 0 0,1 0-1 0 0,-1 0 1 0 0,0 0 0 0 0,0 0 0 0 0,0 0 0 0 0,1 0-1 0 0,-1 0 1 0 0,0 0 0 0 0,0 0 0 0 0,0 1 0 0 0,1-1-1 0 0,-1 0 1 0 0,0 0 0 0 0,0 0 0 0 0,1 0-1 0 0,-1 0 1 0 0,0 0 0 0 0,0 0 0 0 0,0 0 0 0 0,1-1-1 0 0,-1 1 1 0 0,0 0 0 0 0,0 0 0 0 0,1 0-1 0 0,-1 0 1 0 0,0 0 0 0 0,0 0 0 0 0,0 0 0 0 0,0 0-1 0 0,1-1 1 0 0,-1 1 0 0 0,0 0 0 0 0,0 0-1 0 0,1-1 1 0 0,2-2-2047 0 0</inkml:trace>
  <inkml:trace contextRef="#ctx0" brushRef="#br0" timeOffset="1">129 18 2657 0 0,'-2'2'459'0'0,"1"0"1"0"0,0 0 0 0 0,-1 0 0 0 0,1 0 0 0 0,0 0 0 0 0,0 0 0 0 0,0 0 0 0 0,1 0 0 0 0,-1 0 0 0 0,0 1-1 0 0,1-1 1 0 0,-1 0 0 0 0,1 0 0 0 0,0 1 0 0 0,0-1 0 0 0,0 5 0 0 0,3 44 308 0 0,-2-43-443 0 0,1 12-419 0 0,0 0 1 0 0,10 31 0 0 0,11 5-5873 0 0,-17-48 2396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5.5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71 4809 0 0,'76'-35'6031'0'0,"-15"8"-5431"0"0,-60 26-590 0 0,0 0-1 0 0,1 0 1 0 0,0 0 0 0 0,-1 0 0 0 0,1 0-1 0 0,0 1 1 0 0,-1-1 0 0 0,1 0 0 0 0,0 1-1 0 0,0 0 1 0 0,-1-1 0 0 0,1 1 0 0 0,0 0-1 0 0,0 0 1 0 0,0 0 0 0 0,2 1 0 0 0,-4-1-24 0 0,0 1 0 0 0,0 0 0 0 0,1-1 0 0 0,-1 1 0 0 0,0 0 0 0 0,0 0 1 0 0,0-1-1 0 0,0 1 0 0 0,0 0 0 0 0,-1 0 0 0 0,1-1 0 0 0,0 1 0 0 0,0 0 1 0 0,0-1-1 0 0,-1 1 0 0 0,1 0 0 0 0,0-1 0 0 0,-1 1 0 0 0,1 0 0 0 0,0-1 0 0 0,-1 1 1 0 0,1-1-1 0 0,-1 1 0 0 0,1-1 0 0 0,-2 2 0 0 0,-3 4-111 0 0,-1 1 0 0 0,1-1 0 0 0,-1 0-1 0 0,-1 0 1 0 0,1-1 0 0 0,-9 6 0 0 0,-18 1-137 0 0,27-10 294 0 0,1-1 0 0 0,-1 1 0 0 0,1 0 1 0 0,0 1-1 0 0,0-1 0 0 0,-7 6 0 0 0,10-7 1 0 0,1 0 0 0 0,0 0 1 0 0,0 1-1 0 0,0-1 0 0 0,-1 1 0 0 0,2-1 1 0 0,-1 1-1 0 0,0-1 0 0 0,0 1 1 0 0,0-1-1 0 0,1 1 0 0 0,-1 0 0 0 0,1-1 1 0 0,-1 1-1 0 0,1 0 0 0 0,0 0 1 0 0,-1-1-1 0 0,1 1 0 0 0,0 0 0 0 0,0 0 1 0 0,1-1-1 0 0,-1 1 0 0 0,0 0 0 0 0,0 0 1 0 0,2 2-1 0 0,4 26 150 0 0,2-1 1 0 0,1 0-1 0 0,2-1 1 0 0,1 0-1 0 0,29 51 0 0 0,-40-77-179 0 0,0-1-1 0 0,0 0 0 0 0,0 0 1 0 0,-1 0-1 0 0,1 0 0 0 0,0 0 1 0 0,0 0-1 0 0,0 0 0 0 0,1 0 1 0 0,-1 0-1 0 0,0 0 0 0 0,0 0 1 0 0,0-1-1 0 0,1 1 0 0 0,-1-1 1 0 0,0 1-1 0 0,1-1 0 0 0,-1 1 1 0 0,0-1-1 0 0,1 0 0 0 0,-1 1 1 0 0,1-1-1 0 0,-1 0 0 0 0,0 0 1 0 0,3 0-1 0 0,-1-1-17 0 0,-1 0-1 0 0,1 0 1 0 0,-1 0 0 0 0,1 0-1 0 0,-1-1 1 0 0,1 1 0 0 0,-1-1-1 0 0,0 1 1 0 0,1-1-1 0 0,-1 0 1 0 0,0 0 0 0 0,2-2-1 0 0,6-8-678 0 0,0-1-1 0 0,-1 0 0 0 0,11-21 0 0 0,-18 30 257 0 0,19-39-4099 0 0,-14 30 1495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5.8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5057 0 0,'-1'5'600'0'0,"0"0"0"0"0,0 0 0 0 0,0-1 0 0 0,1 1 0 0 0,0 0 0 0 0,0 0 0 0 0,1 6 0 0 0,14 64 298 0 0,-9-53-532 0 0,3 20-338 0 0,21 80 19 0 0,-26-111-758 0 0,1 0 0 0 0,-1 0 0 0 0,2-1-1 0 0,9 16 1 0 0,-15-26 625 0 0,0 1-1 0 0,0-1 0 0 0,0 0 0 0 0,0 1 1 0 0,0-1-1 0 0,0 0 0 0 0,1 1 0 0 0,-1-1 1 0 0,0 0-1 0 0,0 0 0 0 0,0 1 0 0 0,0-1 1 0 0,0 0-1 0 0,1 1 0 0 0,-1-1 0 0 0,0 0 1 0 0,0 0-1 0 0,0 1 0 0 0,1-1 0 0 0,-1 0 1 0 0,0 0-1 0 0,0 0 0 0 0,1 0 0 0 0,-1 1 1 0 0,0-1-1 0 0,1 0 0 0 0,-1 0 0 0 0,0 0 1 0 0,1 0-1 0 0,-1 0 0 0 0,0 0 0 0 0,1 0 1 0 0,-1 1-1 0 0,0-1 0 0 0,0 0 0 0 0,1 0 1 0 0,-1 0-1 0 0,0-1 0 0 0,1 1 0 0 0,-1 0 1 0 0,0 0-1 0 0,1 0 0 0 0,-1 0 0 0 0,0 0 1 0 0,1 0-1 0 0,-1 0 0 0 0,0 0 0 0 0,1-1 1 0 0,-1 1-1 0 0,0 0 0 0 0,0 0 0 0 0,1 0 1 0 0,-1-1-1 0 0,0 1 0 0 0,0 0 0 0 0,0 0 1 0 0,1-1-1 0 0,-1 1 0 0 0,0 0 0 0 0,0 0 1 0 0,0-1-1 0 0,0 1 0 0 0,1-1 0 0 0,1-4-1673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6.2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1 154 2961 0 0,'0'1'185'0'0,"0"0"0"0"0,0 0 1 0 0,0-1-1 0 0,0 1 0 0 0,0 0 0 0 0,0 0 1 0 0,0 0-1 0 0,0-1 0 0 0,0 1 1 0 0,0 0-1 0 0,0 0 0 0 0,0-1 0 0 0,1 1 1 0 0,-1 0-1 0 0,0 0 0 0 0,0-1 1 0 0,1 1-1 0 0,-1 0 0 0 0,1-1 1 0 0,-1 1-1 0 0,1 0 0 0 0,-1-1 0 0 0,1 1 1 0 0,-1-1-1 0 0,1 1 0 0 0,-1-1 1 0 0,1 1-1 0 0,0-1 0 0 0,0 1 1 0 0,1-1-109 0 0,-1 0 0 0 0,0 0 0 0 0,0 0 1 0 0,1 0-1 0 0,-1-1 0 0 0,0 1 0 0 0,0 0 1 0 0,1-1-1 0 0,-1 1 0 0 0,0-1 0 0 0,0 0 1 0 0,0 1-1 0 0,0-1 0 0 0,0 0 1 0 0,2-1-1 0 0,3-3-163 0 0,-1 0 1 0 0,0 0 0 0 0,0 0-1 0 0,0-1 1 0 0,5-8-1 0 0,-6 7 41 0 0,-1 0 0 0 0,0 1 0 0 0,0-1-1 0 0,-1 0 1 0 0,0 0 0 0 0,0-1-1 0 0,0 1 1 0 0,-1 0 0 0 0,0-1 0 0 0,-1 1-1 0 0,0 0 1 0 0,0-1 0 0 0,0 1 0 0 0,-1-1-1 0 0,-2-10 1 0 0,14 58 2459 0 0,11 79 0 0 0,-17-82-3090 0 0,2 0 0 0 0,1-1 0 0 0,15 43-1 0 0,-10-62-2216 0 0,-13-17 2759 0 0,1 0-1 0 0,-1 0 1 0 0,1 0 0 0 0,0 0-1 0 0,-1 0 1 0 0,1 0 0 0 0,-1 0-1 0 0,1 0 1 0 0,-1 0 0 0 0,1 0 0 0 0,-1 0-1 0 0,1 0 1 0 0,0-1 0 0 0,-1 1-1 0 0,1 0 1 0 0,-1 0 0 0 0,1-1-1 0 0,-1 1 1 0 0,0 0 0 0 0,1-1-1 0 0,-1 1 1 0 0,1 0 0 0 0,-1-1-1 0 0,1 1 1 0 0,-1-1 0 0 0,0 1-1 0 0,1 0 1 0 0,-1-1 0 0 0,0 1-1 0 0,0-1 1 0 0,1 1 0 0 0,-1-1-1 0 0,0 0 1 0 0,5-7-2160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0:36.6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9 178 3889 0 0,'-8'9'3497'0'0,"13"-15"-2090"0"0,19-20-911 0 0,-10 7-73 0 0,-8 9-203 0 0,1 0 0 0 0,0 0-1 0 0,1 1 1 0 0,0 0 0 0 0,0 0 0 0 0,1 1-1 0 0,0 0 1 0 0,0 0 0 0 0,1 1 0 0 0,14-8-1 0 0,-23 15-165 0 0,0 0-1 0 0,0 0 0 0 0,0 0 0 0 0,0 0 1 0 0,0 0-1 0 0,0 0 0 0 0,0 0 1 0 0,0 1-1 0 0,0-1 0 0 0,0 0 1 0 0,0 0-1 0 0,-1 1 0 0 0,1-1 0 0 0,0 1 1 0 0,0-1-1 0 0,0 1 0 0 0,0-1 1 0 0,0 1-1 0 0,0-1 0 0 0,-1 1 1 0 0,1 0-1 0 0,0 0 0 0 0,-1-1 0 0 0,1 1 1 0 0,0 0-1 0 0,-1 0 0 0 0,1 0 1 0 0,-1-1-1 0 0,1 1 0 0 0,-1 0 0 0 0,0 0 1 0 0,1 0-1 0 0,-1 0 0 0 0,0 0 1 0 0,0 0-1 0 0,1 0 0 0 0,-1 0 1 0 0,0 0-1 0 0,0 2 0 0 0,6 49 530 0 0,-5-42-478 0 0,23 147-280 0 0,-2-53-6839 0 0,-22-103 6842 0 0,1-1-1 0 0,-1 1 0 0 0,0-1 1 0 0,0 1-1 0 0,0-1 0 0 0,1 0 1 0 0,-1 1-1 0 0,0-1 0 0 0,1 1 1 0 0,-1-1-1 0 0,0 0 1 0 0,1 1-1 0 0,-1-1 0 0 0,1 0 1 0 0,-1 1-1 0 0,1-1 0 0 0,-1 0 1 0 0,0 1-1 0 0,1-1 0 0 0,-1 0 1 0 0,1 0-1 0 0,-1 0 0 0 0,1 0 1 0 0,-1 1-1 0 0,2-1 0 0 0,-1 0-325 0 0,2-1-1907 0 0</inkml:trace>
  <inkml:trace contextRef="#ctx0" brushRef="#br0" timeOffset="1">292 0 4913 0 0,'-2'4'376'0'0,"1"0"1"0"0,-1 0-1 0 0,1-1 1 0 0,0 1-1 0 0,0 0 0 0 0,0 0 1 0 0,1 0-1 0 0,-1 0 0 0 0,1 1 1 0 0,0-1-1 0 0,0 0 1 0 0,0 0-1 0 0,1 5 0 0 0,11 57 401 0 0,-11-61-647 0 0,47 171-61 0 0,-24-102-4906 0 0,-23-71 2732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588 1229 2441 0 0,'-34'2'596'0'0,"-1"-2"1"0"0,1-2-1 0 0,0-1 1 0 0,0-1-1 0 0,0-2 1 0 0,1-1-1 0 0,-56-21 1 0 0,74 23-415 0 0,0-2 1 0 0,0 0 0 0 0,1-1-1 0 0,0 0 1 0 0,1-1-1 0 0,0-1 1 0 0,0 0 0 0 0,1-1-1 0 0,1 0 1 0 0,-1-1-1 0 0,2 0 1 0 0,0 0 0 0 0,0-1-1 0 0,1-1 1 0 0,1 0-1 0 0,0 0 1 0 0,1 0 0 0 0,-8-23-1 0 0,5 2-73 0 0,2 0-1 0 0,1 0 1 0 0,2-1 0 0 0,1 0-1 0 0,2 0 1 0 0,4-69 0 0 0,2 61-71 0 0,2 1 0 0 0,2 0 0 0 0,2 0 0 0 0,1 1 1 0 0,24-55-1 0 0,-26 76-12 0 0,1 0 0 0 0,1 1 0 0 0,1 1 0 0 0,1 0 0 0 0,0 1 0 0 0,1 0 0 0 0,1 1 0 0 0,1 1 0 0 0,0 0 0 0 0,1 1 0 0 0,1 1 1 0 0,0 0-1 0 0,1 2 0 0 0,1 0 0 0 0,-1 1 0 0 0,2 1 0 0 0,0 1 0 0 0,0 0 0 0 0,0 2 0 0 0,1 1 0 0 0,0 0 0 0 0,0 2 0 0 0,1 0 0 0 0,-1 2 0 0 0,32 0 0 0 0,-23 3-1 0 0,0 2 0 0 0,-1 2 0 0 0,1 0 0 0 0,-1 2 0 0 0,0 2-1 0 0,-1 0 1 0 0,0 2 0 0 0,0 1 0 0 0,-1 2 0 0 0,-1 0 0 0 0,0 2 0 0 0,27 21-1 0 0,-27-17 11 0 0,0 1-1 0 0,-2 2 0 0 0,0 0 0 0 0,-2 2 1 0 0,0 1-1 0 0,-2 0 0 0 0,-1 2 1 0 0,-1 0-1 0 0,-1 1 0 0 0,24 58 0 0 0,-35-69-95 0 0,-1 1 1 0 0,-1 0-1 0 0,-1 0 0 0 0,-1 0 0 0 0,-1 0 0 0 0,0 1 0 0 0,-1-1 0 0 0,-2 1 0 0 0,0-1 0 0 0,0 1 0 0 0,-7 23 0 0 0,5-27-745 0 0,-2-1 0 0 0,0 0 1 0 0,0 1-1 0 0,-1-2 0 0 0,-1 1 1 0 0,-1-1-1 0 0,0 0 0 0 0,-17 21 0 0 0,2-6-2820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2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1046 1090 1216 0 0,'-34'12'986'0'0,"0"0"1"0"0,1 3-1 0 0,-41 24 0 0 0,49-24-672 0 0,-1-1 0 0 0,0-2 0 0 0,-1 0 0 0 0,-1-2 0 0 0,1-1 0 0 0,-34 6 0 0 0,39-12-67 0 0,-1-2-1 0 0,1-1 1 0 0,0-1 0 0 0,0-1 0 0 0,-1 0-1 0 0,1-2 1 0 0,0-1 0 0 0,1 0-1 0 0,-1-2 1 0 0,1-1 0 0 0,1 0 0 0 0,-1-1-1 0 0,1-1 1 0 0,1-1 0 0 0,-20-15-1 0 0,13 7-167 0 0,1 0 0 0 0,1-2 0 0 0,1 0-1 0 0,1-2 1 0 0,1 0 0 0 0,1-2-1 0 0,1 0 1 0 0,1-1 0 0 0,1-1-1 0 0,-15-33 1 0 0,23 39-50 0 0,2 0 0 0 0,0-1 0 0 0,2 1 0 0 0,0-1 1 0 0,1-1-1 0 0,1 1 0 0 0,1 0 0 0 0,2-1 0 0 0,0 0 0 0 0,1 1 0 0 0,1-1 1 0 0,1 1-1 0 0,1 0 0 0 0,1 0 0 0 0,1 0 0 0 0,14-33 0 0 0,-9 30 25 0 0,0 1-1 0 0,1 0 1 0 0,2 1 0 0 0,0 0-1 0 0,2 1 1 0 0,0 1-1 0 0,2 0 1 0 0,0 2 0 0 0,1 0-1 0 0,1 0 1 0 0,0 2-1 0 0,2 1 1 0 0,38-23 0 0 0,-10 14-88 0 0,2 1 0 0 0,0 3 1 0 0,2 2-1 0 0,0 3 1 0 0,73-13-1 0 0,-85 21 20 0 0,1 3 0 0 0,0 2-1 0 0,-1 1 1 0 0,1 2 0 0 0,0 3 0 0 0,0 1 0 0 0,69 15 0 0 0,-96-15 22 0 0,-1 1 1 0 0,0 1-1 0 0,0 0 1 0 0,0 1-1 0 0,0 0 0 0 0,-1 1 1 0 0,-1 1-1 0 0,1 0 1 0 0,-1 1-1 0 0,-1 0 1 0 0,0 1-1 0 0,17 20 1 0 0,-17-15-15 0 0,0 1-1 0 0,-1 1 1 0 0,-1 0 0 0 0,0 0 0 0 0,-1 1 0 0 0,-2 0 0 0 0,0 1 0 0 0,-1-1 0 0 0,6 32 0 0 0,-7-15-47 0 0,-2-1-1 0 0,-1 1 0 0 0,-1 0 1 0 0,-3 0-1 0 0,0 0 0 0 0,-3 0 1 0 0,-1-1-1 0 0,-1 0 1 0 0,-2 0-1 0 0,-26 64 0 0 0,22-68-666 0 0,-2-1-1 0 0,-1-1 0 0 0,-35 50 0 0 0,41-66-147 0 0,0-1-1 0 0,-1-1 0 0 0,0 0 0 0 0,-1 0 1 0 0,0-1-1 0 0,-18 11 0 0 0,-1 0-1969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3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0 156 4401 0 0,'3'-9'303'0'0,"0"1"0"0"0,0-1-1 0 0,1 1 1 0 0,0-1 0 0 0,0 1 0 0 0,1 1 0 0 0,0-1 0 0 0,1 1-1 0 0,-1-1 1 0 0,1 1 0 0 0,1 1 0 0 0,-1-1 0 0 0,1 1-1 0 0,0 1 1 0 0,9-7 0 0 0,-6 7-220 0 0,0 1-1 0 0,0-1 1 0 0,0 1 0 0 0,0 1 0 0 0,1 0-1 0 0,-1 1 1 0 0,1 0 0 0 0,0 0-1 0 0,-1 1 1 0 0,1 0 0 0 0,15 2-1 0 0,-4 1-83 0 0,-1 1 0 0 0,0 0 0 0 0,0 2 0 0 0,0 1 0 0 0,0 0 0 0 0,-1 2-1 0 0,0 0 1 0 0,-1 1 0 0 0,0 1 0 0 0,0 1 0 0 0,-1 1 0 0 0,21 17 0 0 0,-10-1-386 0 0,-2 0 0 0 0,-1 2 1 0 0,-1 1-1 0 0,-1 1 1 0 0,-2 1-1 0 0,33 69 1 0 0,-52-98 60 0 0,-1 0 1 0 0,1 1 0 0 0,-1-1-1 0 0,0 1 1 0 0,-1 0 0 0 0,1 0-1 0 0,-1-1 1 0 0,0 1 0 0 0,0 0 0 0 0,-1 0-1 0 0,0 0 1 0 0,1 0 0 0 0,-2 8-1 0 0,-2-1-1845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4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2144 0 0,'2'-1'241'0'0,"1"0"-1"0"0,-1 1 0 0 0,0 0 1 0 0,1 0-1 0 0,-1-1 0 0 0,1 2 0 0 0,-1-1 1 0 0,1 0-1 0 0,-1 0 0 0 0,0 1 1 0 0,1-1-1 0 0,-1 1 0 0 0,0 0 0 0 0,1 0 1 0 0,-1-1-1 0 0,0 2 0 0 0,0-1 0 0 0,0 0 1 0 0,0 0-1 0 0,0 1 0 0 0,0-1 1 0 0,3 3-1 0 0,39 40 341 0 0,-35-31-306 0 0,-1 0-1 0 0,0 0 1 0 0,-1 1-1 0 0,0 0 1 0 0,9 29-1 0 0,12 24 2207 0 0,-28-67-2459 0 0,0 0 0 0 0,0 1 1 0 0,1-1-1 0 0,-1 0 0 0 0,0 0 0 0 0,0 1 1 0 0,0-1-1 0 0,1 0 0 0 0,-1 0 0 0 0,0 0 0 0 0,1 0 1 0 0,-1 1-1 0 0,0-1 0 0 0,0 0 0 0 0,1 0 0 0 0,-1 0 1 0 0,0 0-1 0 0,1 0 0 0 0,-1 0 0 0 0,0 0 1 0 0,1 0-1 0 0,-1 0 0 0 0,0 0 0 0 0,1 0 0 0 0,-1 0 1 0 0,0 0-1 0 0,1 0 0 0 0,-1 0 0 0 0,0 0 1 0 0,0 0-1 0 0,1 0 0 0 0,-1 0 0 0 0,0 0 0 0 0,1-1 1 0 0,-1 1-1 0 0,0 0 0 0 0,0 0 0 0 0,1 0 1 0 0,-1-1-1 0 0,0 1 0 0 0,0 0 0 0 0,1 0 0 0 0,-1-1 1 0 0,0 1-1 0 0,0 0 0 0 0,0 0 0 0 0,1-1 0 0 0,-1 1 1 0 0,0 0-1 0 0,0 0 0 0 0,0-1 0 0 0,0 1 1 0 0,0 0-1 0 0,0-1 0 0 0,0 1 0 0 0,0 0 0 0 0,0-1 1 0 0,0 1-1 0 0,0 0 0 0 0,0-1 0 0 0,0 0 1 0 0,12-28 170 0 0,-9 22-53 0 0,2-5-100 0 0,2 0 0 0 0,-1 0 0 0 0,2 0-1 0 0,-1 1 1 0 0,2 1 0 0 0,-1-1 0 0 0,1 1 0 0 0,11-9 0 0 0,15-10-2389 0 0,2 2-3485 0 0,-19 17 1463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4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1418 447 2272 0 0,'-2'-11'1776'0'0,"-2"-5"91"0"0,0 0 0 0 0,-1 0 1 0 0,-10-22-1 0 0,11 32-1733 0 0,0 0 0 0 0,1 0 0 0 0,-2 0 0 0 0,1 1 0 0 0,-1 0 0 0 0,0 0 0 0 0,0 0 0 0 0,0 0 0 0 0,-1 1 0 0 0,1 0 0 0 0,-9-5 0 0 0,-124-69 415 0 0,-189-77 0 0 0,303 145-645 0 0,-1 1 0 0 0,-1 1-1 0 0,1 1 1 0 0,-1 1 0 0 0,0 2 0 0 0,-40-3-1 0 0,49 7 26 0 0,0 1-1 0 0,1 0 0 0 0,-1 1 0 0 0,1 1 1 0 0,0 1-1 0 0,0 0 0 0 0,0 1 0 0 0,0 1 0 0 0,1 0 1 0 0,0 1-1 0 0,-22 14 0 0 0,-155 117-366 0 0,62-41-1197 0 0,39-38-2368 0 0,79-55 741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1 5233 0 0,'-2'13'1036'0'0,"-2"0"-1"0"0,1 0 1 0 0,-2-1-1 0 0,-10 22 0 0 0,-30 45 58 0 0,34-64-1209 0 0,2 0 0 0 0,0 1 0 0 0,0 0 1 0 0,1 1-1 0 0,1-1 0 0 0,1 2 0 0 0,1-1 1 0 0,-7 31-1 0 0,12-47 114 0 0,0 0 0 0 0,0 1-1 0 0,0-1 1 0 0,0 0 0 0 0,-1 0 0 0 0,1 1 0 0 0,1-1-1 0 0,-1 0 1 0 0,0 0 0 0 0,0 0 0 0 0,0 1 0 0 0,1-1 0 0 0,-1 0-1 0 0,1 0 1 0 0,-1 0 0 0 0,1 0 0 0 0,-1 0 0 0 0,1 0 0 0 0,0 0-1 0 0,1 2 1 0 0,-1-2 6 0 0,-1-1-1 0 0,1 0 1 0 0,0 1 0 0 0,0-1-1 0 0,0 0 1 0 0,0 0 0 0 0,0 1-1 0 0,0-1 1 0 0,0 0 0 0 0,0 0-1 0 0,0 0 1 0 0,0 0 0 0 0,0 0-1 0 0,0-1 1 0 0,0 1 0 0 0,0 0-1 0 0,0 0 1 0 0,0-1 0 0 0,0 1-1 0 0,1-1 1 0 0,8-4 61 0 0,-1 0 0 0 0,1-1 0 0 0,15-12 0 0 0,-11 8-16 0 0,129-75 57 0 0,-113 71-2479 0 0,43-15 0 0 0,-44 20-1700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6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2176 0 0,'-1'1'265'0'0,"0"0"-1"0"0,-1 0 0 0 0,1 0 0 0 0,0 0 1 0 0,0 0-1 0 0,0 0 0 0 0,0 0 0 0 0,0 0 1 0 0,0 1-1 0 0,0-1 0 0 0,1 0 0 0 0,-1 1 0 0 0,0-1 1 0 0,1 1-1 0 0,-1-1 0 0 0,1 0 0 0 0,-1 1 1 0 0,1-1-1 0 0,0 1 0 0 0,0-1 0 0 0,0 1 1 0 0,0 0-1 0 0,0-1 0 0 0,0 1 0 0 0,0 1 0 0 0,1-2-108 0 0,0 0 0 0 0,1 0 0 0 0,-1 0 0 0 0,0 0 0 0 0,1 0 0 0 0,-1 0 0 0 0,1 0 0 0 0,-1 0-1 0 0,1 0 1 0 0,-1-1 0 0 0,1 1 0 0 0,-1-1 0 0 0,1 1 0 0 0,0-1 0 0 0,-1 0 0 0 0,1 1 0 0 0,0-1-1 0 0,-1 0 1 0 0,1 0 0 0 0,0 0 0 0 0,2-1 0 0 0,162 6 504 0 0,-55 7-6877 0 0,-88-7 1586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7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5593 0 0,'1'-6'5041'0'0,"13"-12"-4036"0"0,19-16-1086 0 0,-29 30 129 0 0,0 1 0 0 0,0 0 0 0 0,1 0 0 0 0,0 0 0 0 0,-1 0 0 0 0,1 0 0 0 0,0 1 0 0 0,6-2 0 0 0,-10 4-15 0 0,0 0-1 0 0,0-1 0 0 0,0 1 1 0 0,0 0-1 0 0,0 0 1 0 0,0 0-1 0 0,0 0 0 0 0,0 0 1 0 0,0 0-1 0 0,0 1 1 0 0,0-1-1 0 0,0 0 0 0 0,0 0 1 0 0,0 1-1 0 0,0-1 1 0 0,0 1-1 0 0,0-1 0 0 0,0 1 1 0 0,0-1-1 0 0,0 1 0 0 0,-1-1 1 0 0,1 1-1 0 0,0 0 1 0 0,0-1-1 0 0,-1 1 0 0 0,1 0 1 0 0,0 0-1 0 0,-1 0 1 0 0,1 0-1 0 0,-1-1 0 0 0,1 1 1 0 0,-1 0-1 0 0,1 0 1 0 0,-1 0-1 0 0,0 0 0 0 0,1 0 1 0 0,-1 0-1 0 0,0 0 1 0 0,0 0-1 0 0,0 0 0 0 0,0 0 1 0 0,0 0-1 0 0,0 0 1 0 0,0 0-1 0 0,0 0 0 0 0,0 0 1 0 0,0 0-1 0 0,-1 2 1 0 0,-1 19-10 0 0,0 0 1 0 0,-2 0-1 0 0,-1 0 1 0 0,0-1-1 0 0,-12 29 1 0 0,9-26-490 0 0,0 1 0 0 0,2 1 0 0 0,-4 31 0 0 0,9-57 464 0 0,1 0 1 0 0,0 0 0 0 0,0 0 0 0 0,0 1 0 0 0,0-1 0 0 0,0 0 0 0 0,0 0 0 0 0,0 0 0 0 0,0 0 0 0 0,0 0 0 0 0,-1 0 0 0 0,1 1 0 0 0,0-1 0 0 0,0 0 0 0 0,0 0 0 0 0,0 0 0 0 0,0 0 0 0 0,0 1 0 0 0,0-1 0 0 0,0 0 0 0 0,0 0 0 0 0,0 0-1 0 0,0 0 1 0 0,0 0 0 0 0,0 1 0 0 0,0-1 0 0 0,0 0 0 0 0,0 0 0 0 0,0 0 0 0 0,1 0 0 0 0,-1 1 0 0 0,0-1 0 0 0,0 0 0 0 0,0 0 0 0 0,0 0 0 0 0,0 0 0 0 0,0 0 0 0 0,0 0 0 0 0,0 1 0 0 0,0-1 0 0 0,1 0 0 0 0,-1 0 0 0 0,0 0-1 0 0,0 0 1 0 0,0 0 0 0 0,0 0 0 0 0,0 0 0 0 0,1 0 0 0 0,-1 0 0 0 0,0 0 0 0 0,0 0 0 0 0,0 0 0 0 0,0 0 0 0 0,1 0 0 0 0,-1 0 0 0 0,0 0 0 0 0,0 0 0 0 0,0 0 0 0 0,0 0 0 0 0,0 0 0 0 0,1 0 0 0 0,-1 0 0 0 0,0 0 0 0 0,0 0 0 0 0,11-12 218 0 0,8-19 307 0 0,-16 24-351 0 0,1 1 0 0 0,0-1 0 0 0,0 1 1 0 0,1-1-1 0 0,-1 1 0 0 0,1 1 0 0 0,1-1 0 0 0,6-5 0 0 0,-11 10-140 0 0,1 0 0 0 0,-1 0 0 0 0,0 0-1 0 0,1 0 1 0 0,-1 1 0 0 0,1-1 0 0 0,0 0-1 0 0,-1 1 1 0 0,1-1 0 0 0,-1 1 0 0 0,1 0-1 0 0,0 0 1 0 0,-1-1 0 0 0,1 1 0 0 0,-1 0-1 0 0,1 1 1 0 0,0-1 0 0 0,-1 0 0 0 0,1 0-1 0 0,0 1 1 0 0,-1-1 0 0 0,1 0 0 0 0,-1 1-1 0 0,1 0 1 0 0,-1-1 0 0 0,1 1 0 0 0,-1 0-1 0 0,1 0 1 0 0,-1 0 0 0 0,0 0 0 0 0,0 0-1 0 0,1 0 1 0 0,-1 0 0 0 0,0 0 0 0 0,0 1-1 0 0,0-1 1 0 0,0 0 0 0 0,0 1 0 0 0,0-1-1 0 0,-1 1 1 0 0,1-1 0 0 0,0 1 0 0 0,0 1-1 0 0,7 14-125 0 0,0 1 0 0 0,-1 0 0 0 0,6 21-1 0 0,5 15-8359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8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3993 0 0,'1'10'4910'0'0,"5"14"-2953"0"0,2 11-1712 0 0,-2 1-265 0 0,17 95-794 0 0,1-48-5163 0 0,-19-72 2931 0 0</inkml:trace>
  <inkml:trace contextRef="#ctx0" brushRef="#br0" timeOffset="1">30 110 2529 0 0,'1'-1'2120'0'0,"2"1"-680"0"0,2 0-479 0 0,2 0-273 0 0,1-1-200 0 0,0-2-128 0 0,2 1-112 0 0,0 0-56 0 0,1-2-104 0 0,0-1-40 0 0,0 0-48 0 0,1 0-136 0 0,-1-2-264 0 0,0 0-472 0 0,-1-1-529 0 0,-1-3-503 0 0,-1 2-1369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8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18 3041 0 0,'-24'37'5446'0'0,"9"12"-4120"0"0,14-43-1340 0 0,0 0 0 0 0,0-1 0 0 0,1 1 0 0 0,0 0 0 0 0,0 0 0 0 0,0 0-1 0 0,1 0 1 0 0,-1 0 0 0 0,2-1 0 0 0,-1 1 0 0 0,0 0 0 0 0,1-1 0 0 0,0 1 0 0 0,3 5 0 0 0,-4-10 10 0 0,0 0 0 0 0,-1 0 1 0 0,1 0-1 0 0,-1 0 0 0 0,1 0 0 0 0,0 0 0 0 0,0-1 1 0 0,0 1-1 0 0,-1 0 0 0 0,1 0 0 0 0,0-1 0 0 0,0 1 0 0 0,0-1 1 0 0,0 1-1 0 0,0-1 0 0 0,0 1 0 0 0,0-1 0 0 0,0 1 1 0 0,0-1-1 0 0,1 0 0 0 0,-1 0 0 0 0,0 0 0 0 0,0 1 0 0 0,0-1 1 0 0,0 0-1 0 0,2-1 0 0 0,0 1 10 0 0,0-1 0 0 0,-1 0-1 0 0,1 0 1 0 0,-1-1 0 0 0,1 1 0 0 0,-1 0-1 0 0,0-1 1 0 0,0 1 0 0 0,1-1 0 0 0,2-4 0 0 0,4-3 103 0 0,-1 0 1 0 0,-1-1 0 0 0,13-19 0 0 0,-16 22-32 0 0,1 0 0 0 0,-2 0 0 0 0,1 0 0 0 0,-1 0 0 0 0,0-1 0 0 0,0 1 0 0 0,-1-1 0 0 0,0 0-1 0 0,-1 0 1 0 0,1 1 0 0 0,-2-1 0 0 0,1 0 0 0 0,-2-16 0 0 0,1 23-64 0 0,0 1-1 0 0,0-1 1 0 0,0 0-1 0 0,0 1 1 0 0,-1-1-1 0 0,1 0 1 0 0,0 1-1 0 0,-1-1 1 0 0,1 0-1 0 0,0 1 1 0 0,-1-1-1 0 0,1 1 1 0 0,-1-1 0 0 0,1 1-1 0 0,-1-1 1 0 0,1 1-1 0 0,-1-1 1 0 0,1 1-1 0 0,-1 0 1 0 0,1-1-1 0 0,-1 1 1 0 0,0 0-1 0 0,1-1 1 0 0,-1 1-1 0 0,1 0 1 0 0,-1 0 0 0 0,0 0-1 0 0,1-1 1 0 0,-2 1-1 0 0,-21 7-477 0 0,-17 24-2179 0 0,-11 16-2634 0 0,35-31 2858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99 4785 0 0,'5'2'659'0'0,"1"-1"-1"0"0,-1 0 0 0 0,0 0 1 0 0,1-1-1 0 0,-1 1 1 0 0,0-1-1 0 0,1 0 1 0 0,9-2-1 0 0,-6 0-408 0 0,0 0-1 0 0,0 0 1 0 0,0-1-1 0 0,15-7 0 0 0,-14 5-279 0 0,1-1-1 0 0,-1-1 1 0 0,0 1-1 0 0,0-2 1 0 0,0 1-1 0 0,-1-1 1 0 0,-1-1-1 0 0,10-10 1 0 0,-14 10-963 0 0,-13 12 88 0 0,-13 12 57 0 0,-43 66 577 0 0,58-72 382 0 0,1 0 0 0 0,0 1 0 0 0,1 0 0 0 0,0 1 0 0 0,1-1 0 0 0,0 1 0 0 0,-2 12 0 0 0,5-17-265 0 0,1 0-1 0 0,-1-1 1 0 0,2 1-1 0 0,-1 0 1 0 0,1-1-1 0 0,-1 1 1 0 0,1 0-1 0 0,1-1 1 0 0,-1 1-1 0 0,4 5 1 0 0,15 32-5232 0 0,-14-33 3364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9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7 264 3497 0 0,'-7'6'4745'0'0,"12"-4"-2276"0"0,13-8-1189 0 0,-3-6-1391 0 0,0 0 0 0 0,22-27 1 0 0,-3-10-5149 0 0,-25 35 2993 0 0,7 4-732 0 0</inkml:trace>
  <inkml:trace contextRef="#ctx0" brushRef="#br0" timeOffset="1">145 0 5289 0 0,'-2'4'1672'0'0,"2"3"-615"0"0,-2 2-297 0 0,2 1-320 0 0,3 1-232 0 0,-2 2-128 0 0,1 3-32 0 0,1 1 32 0 0,0 1-88 0 0,1 1-176 0 0,0 0-280 0 0,-1-1-472 0 0,2 2-497 0 0,-3-5-279 0 0,13 5-1673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19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0 359 4321 0 0,'1'8'465'0'0,"-1"0"-1"0"0,1 0 1 0 0,0-1-1 0 0,1 1 1 0 0,0 0 0 0 0,0-1-1 0 0,1 1 1 0 0,5 10-1 0 0,-8-17-439 0 0,1 1-1 0 0,0-1 0 0 0,0 0 1 0 0,0 1-1 0 0,-1-1 0 0 0,2 0 1 0 0,-1 0-1 0 0,0 0 0 0 0,0 0 1 0 0,0 0-1 0 0,0 0 0 0 0,1 0 0 0 0,-1 0 1 0 0,0 0-1 0 0,1 0 0 0 0,-1-1 1 0 0,1 1-1 0 0,-1-1 0 0 0,3 1 1 0 0,-2-1-19 0 0,0 0 0 0 0,-1 0 0 0 0,1-1 1 0 0,0 1-1 0 0,0-1 0 0 0,0 1 1 0 0,0-1-1 0 0,0 0 0 0 0,0 0 0 0 0,-1 1 1 0 0,1-1-1 0 0,0-1 0 0 0,-1 1 0 0 0,1 0 1 0 0,-1 0-1 0 0,1-1 0 0 0,-1 1 0 0 0,1 0 1 0 0,1-4-1 0 0,45-54-1409 0 0,-10-6-3422 0 0,-29 46 2523 0 0</inkml:trace>
  <inkml:trace contextRef="#ctx0" brushRef="#br0" timeOffset="0.71">202 68 2465 0 0,'0'0'63'0'0,"-1"0"0"0"0,0 0 0 0 0,0 0 0 0 0,1 0 1 0 0,-1 1-1 0 0,0-1 0 0 0,0 0 0 0 0,0 0 1 0 0,1 1-1 0 0,-1-1 0 0 0,0 0 0 0 0,1 1 1 0 0,-1-1-1 0 0,0 1 0 0 0,1-1 0 0 0,-1 1 0 0 0,1-1 1 0 0,-1 1-1 0 0,0-1 0 0 0,1 1 0 0 0,-1 0 1 0 0,1-1-1 0 0,0 1 0 0 0,-1 0 0 0 0,1-1 1 0 0,0 1-1 0 0,-1 1 0 0 0,-3 28 2048 0 0,12 28 428 0 0,-8-57-2519 0 0,1 1 1 0 0,-1 0 0 0 0,0 0 0 0 0,1 0 0 0 0,-1 0-1 0 0,1 0 1 0 0,0-1 0 0 0,0 1 0 0 0,-1 0 0 0 0,1 0-1 0 0,0-1 1 0 0,1 1 0 0 0,-1-1 0 0 0,0 1-1 0 0,0-1 1 0 0,1 1 0 0 0,-1-1 0 0 0,0 0 0 0 0,1 0-1 0 0,0 0 1 0 0,-1 0 0 0 0,1 0 0 0 0,0 0 0 0 0,-1 0-1 0 0,1 0 1 0 0,3 1 0 0 0,-2-3 14 0 0,-1 1 0 0 0,0-1 0 0 0,0 1-1 0 0,1-1 1 0 0,-1 0 0 0 0,0 1 0 0 0,0-1 0 0 0,0 0 0 0 0,0-1-1 0 0,0 1 1 0 0,0 0 0 0 0,0 0 0 0 0,0-1 0 0 0,0 1 0 0 0,-1-1 0 0 0,1 0-1 0 0,0 0 1 0 0,-1 1 0 0 0,0-1 0 0 0,1 0 0 0 0,-1 0 0 0 0,1-3 0 0 0,3-3 227 0 0,-1-1 0 0 0,0 1 0 0 0,-1-1 0 0 0,0 0 0 0 0,0 0 1 0 0,-1-1-1 0 0,0 1 0 0 0,1-12 0 0 0,-3 18-229 0 0,1-1 0 0 0,-1 1-1 0 0,0 0 1 0 0,0-1 0 0 0,0 1-1 0 0,0-1 1 0 0,0 1 0 0 0,-1-1-1 0 0,0 1 1 0 0,0 0 0 0 0,0-1 0 0 0,0 1-1 0 0,0 0 1 0 0,-1 0 0 0 0,1-1-1 0 0,-1 1 1 0 0,0 0 0 0 0,0 1 0 0 0,0-1-1 0 0,0 0 1 0 0,0 1 0 0 0,-1-1-1 0 0,1 1 1 0 0,-1-1 0 0 0,-4-2 0 0 0,6 5-97 0 0,-1-1 0 0 0,0 1 1 0 0,0 0-1 0 0,1 0 1 0 0,-1-1-1 0 0,0 1 0 0 0,0 0 1 0 0,0 0-1 0 0,1 1 1 0 0,-1-1-1 0 0,0 0 0 0 0,0 1 1 0 0,1-1-1 0 0,-1 1 1 0 0,0-1-1 0 0,1 1 0 0 0,-1 0 1 0 0,1 0-1 0 0,-1-1 1 0 0,1 1-1 0 0,-1 0 0 0 0,1 1 1 0 0,-1-1-1 0 0,1 0 1 0 0,0 0-1 0 0,0 1 0 0 0,-1-1 1 0 0,0 3-1 0 0,-36 51-4807 0 0,27-37 1828 0 0,3-3 208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0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1 306 3873 0 0,'0'0'186'0'0,"0"1"-1"0"0,1-1 1 0 0,-1 1 0 0 0,1-1-1 0 0,-1 1 1 0 0,1-1 0 0 0,-1 1 0 0 0,1-1-1 0 0,-1 0 1 0 0,1 1 0 0 0,-1-1 0 0 0,1 0-1 0 0,0 1 1 0 0,-1-1 0 0 0,1 0-1 0 0,-1 0 1 0 0,1 0 0 0 0,0 0 0 0 0,-1 1-1 0 0,1-1 1 0 0,0 0 0 0 0,-1 0 0 0 0,1 0-1 0 0,0 0 1 0 0,-1 0 0 0 0,1-1 0 0 0,0 1-1 0 0,-1 0 1 0 0,1 0 0 0 0,-1 0-1 0 0,1-1 1 0 0,0 1 0 0 0,-1 0 0 0 0,1 0-1 0 0,-1-1 1 0 0,2 0 0 0 0,27-9 1091 0 0,-29 10-1147 0 0,28-13 7 0 0,0 0 1 0 0,-2-2-1 0 0,29-20 0 0 0,-44 27-1363 0 0,1-1 0 0 0,-2 0 0 0 0,1-1-1 0 0,-1-1 1 0 0,9-12 0 0 0,-9 0-2051 0 0,-6 13 1538 0 0</inkml:trace>
  <inkml:trace contextRef="#ctx0" brushRef="#br0" timeOffset="1">204 9 3977 0 0,'0'-1'213'0'0,"-1"1"-1"0"0,1-1 1 0 0,0 1 0 0 0,0-1 0 0 0,0 1 0 0 0,-1 0-1 0 0,1-1 1 0 0,0 1 0 0 0,-1-1 0 0 0,1 1 0 0 0,0 0-1 0 0,-1-1 1 0 0,1 1 0 0 0,0 0 0 0 0,-1-1 0 0 0,1 1-1 0 0,-1 0 1 0 0,1 0 0 0 0,0-1 0 0 0,-1 1-1 0 0,1 0 1 0 0,-1 0 0 0 0,1 0 0 0 0,-1 0 0 0 0,1 0-1 0 0,-1 0 1 0 0,1 0 0 0 0,-1 0 0 0 0,1 0 0 0 0,-1 0-1 0 0,1 0 1 0 0,-1 0 0 0 0,1 0 0 0 0,-1 0 0 0 0,1 0-1 0 0,-1 0 1 0 0,2 22 2147 0 0,21 42-3232 0 0,-18-54 1556 0 0,7 22-864 0 0,30 85-965 0 0,-18-38-7688 0 0,-19-67 5769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0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98 3281 0 0,'-1'1'171'0'0,"1"-1"1"0"0,-1 0 0 0 0,1 0 0 0 0,-1 0-1 0 0,1 0 1 0 0,-1 0 0 0 0,1 0-1 0 0,-1 0 1 0 0,1 0 0 0 0,-1 0 0 0 0,1 0-1 0 0,-1 0 1 0 0,0 0 0 0 0,1 0-1 0 0,-1 0 1 0 0,1 0 0 0 0,-1 0 0 0 0,1-1-1 0 0,-1 1 1 0 0,1 0 0 0 0,-1 0 0 0 0,1-1-1 0 0,0 1 1 0 0,-1 0 0 0 0,1-1-1 0 0,-1 1 1 0 0,1 0 0 0 0,0-1 0 0 0,-1 1-1 0 0,1-1 1 0 0,0 1 0 0 0,-1-1-1 0 0,1 1 1 0 0,0-1 0 0 0,0 1 0 0 0,-1-1-1 0 0,1 1 1 0 0,0-1 0 0 0,0 1-1 0 0,0-1 1 0 0,0 1 0 0 0,0-1 0 0 0,0 0-1 0 0,16-26 2538 0 0,40-20-1280 0 0,-54 46-1403 0 0,-1-1 1 0 0,1 1-1 0 0,-1 0 1 0 0,1 0-1 0 0,0 0 1 0 0,-1 0-1 0 0,1 0 0 0 0,0 0 1 0 0,0 1-1 0 0,0-1 1 0 0,0 0-1 0 0,0 1 1 0 0,0 0-1 0 0,-1-1 1 0 0,1 1-1 0 0,0 0 1 0 0,0 0-1 0 0,0 0 0 0 0,0 0 1 0 0,0 1-1 0 0,0-1 1 0 0,0 0-1 0 0,0 1 1 0 0,0-1-1 0 0,0 1 1 0 0,0 0-1 0 0,-1 0 1 0 0,4 1-1 0 0,-3 0-29 0 0,0 1-1 0 0,-1-1 1 0 0,1 1 0 0 0,-1 0 0 0 0,1 0-1 0 0,-1-1 1 0 0,0 1 0 0 0,0 0 0 0 0,0 0-1 0 0,0 0 1 0 0,0 0 0 0 0,-1 0-1 0 0,1 1 1 0 0,-1-1 0 0 0,0 0 0 0 0,0 0-1 0 0,-1 5 1 0 0,0 9-894 0 0,-1 0 0 0 0,-1 0 1 0 0,-1 0-1 0 0,0 0 0 0 0,-1-1 0 0 0,-1 0 1 0 0,0 0-1 0 0,-10 18 0 0 0,20-48 466 0 0,13-31 2389 0 0,-12 38-1757 0 0,-2 1 224 0 0,1 0-1 0 0,0 1 1 0 0,0 0 0 0 0,0 0 0 0 0,10-8-1 0 0,-12 11-313 0 0,1 0 0 0 0,0 1 0 0 0,0-1 0 0 0,0 1 0 0 0,0 0 0 0 0,0 0 0 0 0,0 0 0 0 0,0 1 0 0 0,1-1-1 0 0,-1 1 1 0 0,0-1 0 0 0,0 1 0 0 0,0 0 0 0 0,6 1 0 0 0,2-1-75 0 0,0 0 1 0 0,-1-1-1 0 0,1 0 0 0 0,18-4 1 0 0,-24 4-368 0 0,-1 0 0 0 0,0 0 0 0 0,0-1 0 0 0,0 1 0 0 0,0-1-1 0 0,0 0 1 0 0,0 0 0 0 0,-1 0 0 0 0,1-1 0 0 0,-1 1 0 0 0,1-1 0 0 0,-1 0 0 0 0,0 0 0 0 0,5-6 0 0 0,-6 1-3464 0 0,2 10 663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1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4929 0 0,'0'8'1261'0'0,"1"0"-1"0"0,1 0 1 0 0,0 0 0 0 0,0 0-1 0 0,5 11 1 0 0,-5-14-1545 0 0,0 1 0 0 0,0 0 0 0 0,0-1 0 0 0,-1 1 0 0 0,1 0 0 0 0,-1 0 0 0 0,-1 0 0 0 0,1 0 0 0 0,-1 0 0 0 0,-1 9 0 0 0,1-14 132 0 0,0-1 0 0 0,0 1 0 0 0,0-1 0 0 0,-1 1 0 0 0,1-1 0 0 0,0 1 0 0 0,0-1 0 0 0,-1 1 1 0 0,1-1-1 0 0,0 1 0 0 0,0-1 0 0 0,-1 1 0 0 0,1-1 0 0 0,-1 0 0 0 0,1 1 0 0 0,0-1 0 0 0,-1 0 0 0 0,1 1 1 0 0,-1-1-1 0 0,1 0 0 0 0,-1 1 0 0 0,1-1 0 0 0,-1 0 0 0 0,1 0 0 0 0,-1 0 0 0 0,1 0 0 0 0,-1 1 0 0 0,0-1 1 0 0,-3 1-753 0 0,-3 3-2108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1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4921 0 0,'0'1'198'0'0,"0"0"1"0"0,0-1-1 0 0,0 1 0 0 0,0 0 1 0 0,0 0-1 0 0,0-1 0 0 0,0 1 1 0 0,0 0-1 0 0,0 0 0 0 0,0-1 1 0 0,1 1-1 0 0,-1 0 0 0 0,0-1 1 0 0,1 1-1 0 0,-1 0 0 0 0,0-1 1 0 0,1 1-1 0 0,-1 0 0 0 0,1-1 1 0 0,-1 1-1 0 0,1-1 1 0 0,-1 1-1 0 0,1-1 0 0 0,-1 1 1 0 0,1-1-1 0 0,0 1 0 0 0,-1-1 1 0 0,1 1-1 0 0,0-1 0 0 0,-1 0 1 0 0,1 0-1 0 0,0 1 0 0 0,1-1 1 0 0,1 0-14 0 0,-1 0 0 0 0,1 0 0 0 0,0 0 1 0 0,0 0-1 0 0,-1-1 0 0 0,1 1 0 0 0,0-1 1 0 0,-1 0-1 0 0,6-2 0 0 0,51-29-162 0 0,-26 9-97 0 0,25-17-1053 0 0,-16 18-4013 0 0,-33 14 788 0 0,-6 8 1993 0 0</inkml:trace>
  <inkml:trace contextRef="#ctx0" brushRef="#br0" timeOffset="1">138 172 1888 0 0,'-1'2'127'0'0,"1"-1"0"0"0,-1 0-1 0 0,0 1 1 0 0,1-1 0 0 0,-1 0-1 0 0,1 1 1 0 0,-1-1-1 0 0,1 1 1 0 0,0-1 0 0 0,-1 1-1 0 0,1-1 1 0 0,0 1 0 0 0,0-1-1 0 0,0 0 1 0 0,0 1-1 0 0,1-1 1 0 0,-1 1 0 0 0,0-1-1 0 0,0 1 1 0 0,1-1-1 0 0,-1 1 1 0 0,1-1 0 0 0,0 0-1 0 0,-1 1 1 0 0,1-1 0 0 0,0 0-1 0 0,0 0 1 0 0,-1 1-1 0 0,1-1 1 0 0,0 0 0 0 0,0 0-1 0 0,1 0 1 0 0,-1 0 0 0 0,0 0-1 0 0,0 0 1 0 0,0 0-1 0 0,3 1 1 0 0,-1-2-25 0 0,0 0 0 0 0,0 1 0 0 0,-1-1 1 0 0,1 0-1 0 0,0 0 0 0 0,0-1 0 0 0,0 1 0 0 0,0 0 0 0 0,0-1 0 0 0,0 0 0 0 0,-1 0 1 0 0,1 0-1 0 0,0 0 0 0 0,-1 0 0 0 0,1 0 0 0 0,-1-1 0 0 0,1 1 0 0 0,3-4 1 0 0,1-1 120 0 0,0 0 0 0 0,-1 0 0 0 0,0-1 0 0 0,0 0 0 0 0,0 0 0 0 0,-1 0 0 0 0,0-1 0 0 0,0 0 0 0 0,-1 0 0 0 0,0 0 0 0 0,4-13 0 0 0,-8 21-229 0 0,-1 0 0 0 0,1-1 0 0 0,0 1 0 0 0,-1 0 0 0 0,1 0-1 0 0,-1 0 1 0 0,1-1 0 0 0,-1 1 0 0 0,1 0 0 0 0,-1 0 0 0 0,1 0 0 0 0,-1 0 0 0 0,1 0 0 0 0,-1 0-1 0 0,1 0 1 0 0,-1 0 0 0 0,1 0 0 0 0,-1 0 0 0 0,1 0 0 0 0,-1 1 0 0 0,1-1 0 0 0,0 0 0 0 0,-1 0-1 0 0,1 0 1 0 0,-1 1 0 0 0,1-1 0 0 0,-1 0 0 0 0,1 0 0 0 0,0 1 0 0 0,-1-1 0 0 0,1 0 0 0 0,0 1 0 0 0,-1-1-1 0 0,1 0 1 0 0,0 1 0 0 0,-1-1 0 0 0,1 1 0 0 0,-23 14-1173 0 0,23-15 1147 0 0,-3 2-197 0 0,-50 31-2621 0 0,49-31 2578 0 0,1 0 1 0 0,-1-1 0 0 0,1 1 0 0 0,-1-1-1 0 0,1 1 1 0 0,-1-1 0 0 0,0 0-1 0 0,0 0 1 0 0,0-1 0 0 0,1 1 0 0 0,-1-1-1 0 0,0 0 1 0 0,-5 0 0 0 0,5-4-820 0 0,3 0-447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1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6985 0 0,'-1'1'142'0'0,"1"-1"-1"0"0,0 0 0 0 0,-1 1 0 0 0,1-1 0 0 0,0 0 0 0 0,-1 1 0 0 0,1-1 0 0 0,0 1 0 0 0,-1-1 0 0 0,1 1 0 0 0,0-1 0 0 0,0 1 0 0 0,0-1 0 0 0,-1 1 0 0 0,1-1 0 0 0,0 1 0 0 0,0-1 0 0 0,0 1 0 0 0,0-1 0 0 0,0 1 0 0 0,0-1 0 0 0,0 1 0 0 0,0-1 0 0 0,0 1 0 0 0,0-1 0 0 0,0 1 0 0 0,1-1 0 0 0,-1 1 0 0 0,0-1 0 0 0,0 1 0 0 0,0-1 0 0 0,1 1 0 0 0,17 1 1293 0 0,30-16-1664 0 0,-43 12 721 0 0,-3 1-478 0 0,-1 0 1 0 0,0 1-1 0 0,0-1 1 0 0,1 1 0 0 0,-1-1-1 0 0,0 1 1 0 0,1 0-1 0 0,-1 0 1 0 0,1-1 0 0 0,-1 1-1 0 0,0 0 1 0 0,1 0 0 0 0,-1 0-1 0 0,1 0 1 0 0,-1 1-1 0 0,0-1 1 0 0,1 0 0 0 0,-1 1-1 0 0,0-1 1 0 0,1 1-1 0 0,-1-1 1 0 0,0 1 0 0 0,1-1-1 0 0,-1 1 1 0 0,0 0-1 0 0,0 0 1 0 0,0 0 0 0 0,0-1-1 0 0,2 3 1 0 0,-2-1-34 0 0,0 1 0 0 0,-1-1 1 0 0,1 1-1 0 0,0 0 0 0 0,-1-1 0 0 0,1 1 0 0 0,-1-1 0 0 0,0 1 1 0 0,0 0-1 0 0,0-1 0 0 0,0 1 0 0 0,-1 0 0 0 0,1-1 1 0 0,-2 4-1 0 0,-1 8-490 0 0,-2 0 0 0 0,1 0 0 0 0,-2-1-1 0 0,-12 24 1 0 0,138-128 1737 0 0,-95 74-2571 0 0,-15 13-1229 0 0,-16 15-1253 0 0,-8 2 1467 0 0,7-4 724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2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3329 0 0,'9'-1'1572'0'0,"0"1"0"0"0,1-2 0 0 0,-2 1 0 0 0,1-1 0 0 0,15-5 0 0 0,3-4-88 0 0,45-26 0 0 0,1 0-944 0 0,-53 27-691 0 0,27-12-144 0 0,-46 21-103 0 0,0 1 0 0 0,1-1 0 0 0,-1 1 0 0 0,1 0 0 0 0,-1-1-1 0 0,1 1 1 0 0,-1 0 0 0 0,1 0 0 0 0,-1 0 0 0 0,1 0 0 0 0,-1 0 0 0 0,1 0 0 0 0,-1 1 0 0 0,3 0-1 0 0,-4-1 312 0 0,0 0 0 0 0,0 0 0 0 0,1 0 0 0 0,-1 0 0 0 0,0 0 0 0 0,0 0 0 0 0,0 0 0 0 0,0 0 0 0 0,0 0 0 0 0,1 0 0 0 0,-1 0 0 0 0,0 0 0 0 0,0 0-1 0 0,0 0 1 0 0,0 0 0 0 0,0 1 0 0 0,0-1 0 0 0,1 0 0 0 0,-1 0 0 0 0,0 0 0 0 0,0 0 0 0 0,0 0 0 0 0,0 0 0 0 0,0 0 0 0 0,0 1 0 0 0,0-1 0 0 0,0 0 0 0 0,0 0-1 0 0,0 0 1 0 0,0 0 0 0 0,0 1 0 0 0,0-1 0 0 0,0 0 0 0 0,0 0 0 0 0,0 0 0 0 0,0 0 0 0 0,0 0 0 0 0,0 1 0 0 0,0-1 0 0 0,0 0 0 0 0,0 0 0 0 0,0 0-1 0 0,0 0 1 0 0,0 0 0 0 0,0 1 0 0 0,0-1 0 0 0,0 0 0 0 0,0 0 0 0 0,0 0 0 0 0,0 0 0 0 0,0 0 0 0 0,0 0 0 0 0,-1 1 0 0 0,1-1 0 0 0,0 0 0 0 0,0 0-1 0 0,0 0 1 0 0,0 0 0 0 0,0 0 0 0 0,0 0 0 0 0,-1 0 0 0 0,1 0 0 0 0,0 0 0 0 0,0 0 0 0 0,0 1 0 0 0,0-1 0 0 0,0 0 0 0 0,-1 0 0 0 0,0 1-1244 0 0,-1 4-774 0 0</inkml:trace>
  <inkml:trace contextRef="#ctx0" brushRef="#br0" timeOffset="1">145 81 3241 0 0,'-2'22'4197'0'0,"15"22"-2720"0"0,-8-31-1083 0 0,5 26-253 0 0,12 33-874 0 0,3-30-4254 0 0,-22-40 3379 0 0,0-2-154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2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5401 0 0,'3'10'5475'0'0,"12"29"-3794"0"0,2-1-1511 0 0,8 24-930 0 0,-14-21-6473 0 0,-9-34 3659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3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4801 0 0,'-1'0'157'0'0,"1"0"-1"0"0,-1 0 1 0 0,1 1-1 0 0,0-1 1 0 0,-1 0-1 0 0,1 1 1 0 0,0-1-1 0 0,-1 0 1 0 0,1 1-1 0 0,0-1 1 0 0,-1 1-1 0 0,1-1 1 0 0,0 0-1 0 0,0 1 1 0 0,-1-1-1 0 0,1 1 1 0 0,0-1-1 0 0,0 1 1 0 0,0-1-1 0 0,0 1 1 0 0,0-1-1 0 0,0 1 1 0 0,-1-1-1 0 0,1 1 1 0 0,0-1-1 0 0,1 1 1 0 0,-1-1-1 0 0,0 1 1 0 0,0-1-1 0 0,0 1 1 0 0,0-1-1 0 0,0 1 1 0 0,0-1-1 0 0,0 0 1 0 0,1 1 0 0 0,-1-1-1 0 0,0 1 1 0 0,1 0-1 0 0,20 7 2098 0 0,27-7-777 0 0,13-18-265 0 0,-39 8-940 0 0,-23 7-150 0 0,-11 2 17 0 0,4 0-334 0 0,-1 1 1 0 0,1 0 0 0 0,-1 1-1 0 0,1 0 1 0 0,0 0 0 0 0,0 1-1 0 0,0 0 1 0 0,0 1-1 0 0,0 0 1 0 0,1 0 0 0 0,-9 6-1 0 0,12-8 170 0 0,1 1 0 0 0,0 0 0 0 0,0 0-1 0 0,0 0 1 0 0,0 0 0 0 0,1 1 0 0 0,-1-1-1 0 0,1 1 1 0 0,0 0 0 0 0,0-1 0 0 0,0 1 0 0 0,0 0-1 0 0,1 0 1 0 0,0 0 0 0 0,-1 1 0 0 0,1-1-1 0 0,1 0 1 0 0,-1 0 0 0 0,1 0 0 0 0,0 1 0 0 0,0-1-1 0 0,0 0 1 0 0,1 8 0 0 0,2 6-11 0 0,1-1 0 0 0,0 0 1 0 0,1 0-1 0 0,1-1 0 0 0,9 18 0 0 0,-13-30-83 0 0,-1 0 0 0 0,1 0-1 0 0,1 0 1 0 0,-1 0 0 0 0,1 0 0 0 0,-1 0-1 0 0,1-1 1 0 0,0 0 0 0 0,0 1-1 0 0,1-1 1 0 0,-1 0 0 0 0,1 0 0 0 0,-1-1-1 0 0,1 1 1 0 0,0-1 0 0 0,0 0-1 0 0,0 0 1 0 0,0 0 0 0 0,0 0 0 0 0,1-1-1 0 0,-1 1 1 0 0,1-1 0 0 0,-1-1-1 0 0,9 2 1 0 0,-9-3-11 0 0,0 1 0 0 0,0-1 0 0 0,0 0 0 0 0,0-1 0 0 0,0 1 0 0 0,0-1 0 0 0,0 0 0 0 0,-1 0 0 0 0,1 0 0 0 0,-1 0 0 0 0,1 0 0 0 0,-1-1 0 0 0,0 0 0 0 0,0 1 0 0 0,0-1 0 0 0,0 0 0 0 0,3-5 0 0 0,4-6-1364 0 0,0 0-1 0 0,12-27 1 0 0,-21 40 1372 0 0,7-15-2299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3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2561 0 0,'-3'8'1912'0'0,"2"4"-392"0"0,1 3-544 0 0,1 2-335 0 0,2 1-129 0 0,2 3-272 0 0,-1 0-104 0 0,1 2-104 0 0,3 1-48 0 0,-2 1 8 0 0,2 0-104 0 0,-1-1-256 0 0,2-4-432 0 0,-2-2-457 0 0,0-3-103 0 0,-2-5-40 0 0,0-2-97 0 0,1-1 25 0 0</inkml:trace>
  <inkml:trace contextRef="#ctx0" brushRef="#br0" timeOffset="1">35 154 2969 0 0,'2'2'446'0'0,"-1"0"1"0"0,1 0-1 0 0,-1-1 1 0 0,1 1-1 0 0,0-1 1 0 0,0 1 0 0 0,0-1-1 0 0,-1 0 1 0 0,1 0-1 0 0,1 0 1 0 0,-1 0-1 0 0,0 0 1 0 0,0 0 0 0 0,4 0-1 0 0,-2 0-241 0 0,0 0-1 0 0,0-1 1 0 0,0 0-1 0 0,0 0 0 0 0,0 0 1 0 0,0-1-1 0 0,0 1 1 0 0,5-2-1 0 0,-4 0-524 0 0,1 0-1 0 0,-1 1 0 0 0,0-2 0 0 0,0 1 1 0 0,0 0-1 0 0,0-1 0 0 0,-1 0 0 0 0,1 0 1 0 0,-1-1-1 0 0,1 1 0 0 0,-1-1 0 0 0,7-8 1 0 0,-6-10-3712 0 0,-3 12 1438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3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4345 0 0,'38'-9'5930'0'0,"45"-6"-2653"0"0,-82 15-3253 0 0,0 0 0 0 0,0-1 0 0 0,0 1 0 0 0,0 0 0 0 0,0 0-1 0 0,-1 1 1 0 0,1-1 0 0 0,0 0 0 0 0,0 0 0 0 0,0 0 0 0 0,0 0 0 0 0,0 1-1 0 0,0-1 1 0 0,0 1 0 0 0,0-1 0 0 0,0 0 0 0 0,-1 1 0 0 0,1 0 0 0 0,0-1-1 0 0,0 1 1 0 0,-1-1 0 0 0,1 1 0 0 0,0 0 0 0 0,-1-1 0 0 0,1 1 0 0 0,0 0 0 0 0,-1 0-1 0 0,1 0 1 0 0,-1-1 0 0 0,1 3 0 0 0,0 0-30 0 0,-1 0 1 0 0,1 0 0 0 0,-1 0-1 0 0,0 0 1 0 0,0 0-1 0 0,0 0 1 0 0,0 0-1 0 0,-1 0 1 0 0,1 0-1 0 0,-2 3 1 0 0,-1 7-360 0 0,-2 0 1 0 0,1 0 0 0 0,-11 18 0 0 0,3-13-210 0 0,9-14 469 0 0,0 0 0 0 0,0 0-1 0 0,1 1 1 0 0,-1-1 0 0 0,1 1-1 0 0,0-1 1 0 0,0 1-1 0 0,-2 9 1 0 0,7-15 251 0 0,1-1-1 0 0,0 1 1 0 0,-1-1-1 0 0,1 0 1 0 0,-1 0-1 0 0,0 0 1 0 0,5-4-1 0 0,26-30 112 0 0,22-20-346 0 0,-51 52-496 0 0,-1 0 1 0 0,1 1 0 0 0,0 0 0 0 0,0 0 0 0 0,0 1-1 0 0,7-3 1 0 0,-3 5-4493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4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6681 0 0,'47'-14'6027'0'0,"-2"-1"-3356"0"0,88-42-3298 0 0,-132 57 349 0 0,21-9-1874 0 0,-9 12-5084 0 0,-12 1 3590 0 0</inkml:trace>
  <inkml:trace contextRef="#ctx0" brushRef="#br0" timeOffset="1">81 98 3889 0 0,'0'1'249'0'0,"0"0"0"0"0,-1 0 1 0 0,1-1-1 0 0,0 1 0 0 0,0 0 0 0 0,0 0 0 0 0,-1-1 1 0 0,1 1-1 0 0,0 0 0 0 0,0 0 0 0 0,0 0 1 0 0,0-1-1 0 0,0 1 0 0 0,1 0 0 0 0,-1 0 1 0 0,0-1-1 0 0,0 1 0 0 0,0 0 0 0 0,1 0 1 0 0,-1 0-1 0 0,16 33 379 0 0,-12-27-142 0 0,5 13-291 0 0,27 49-249 0 0,-33-64-361 0 0,0-1 0 0 0,0 0 1 0 0,0-1-1 0 0,0 1 0 0 0,1 0 1 0 0,0-1-1 0 0,5 4 0 0 0,-9-6 349 0 0,1-1 0 0 0,-1 0 0 0 0,0 0 0 0 0,0 0-1 0 0,0 0 1 0 0,0 0 0 0 0,0 0 0 0 0,1 0 0 0 0,-1 0 0 0 0,0 0 0 0 0,0 0-1 0 0,0 0 1 0 0,0 1 0 0 0,1-1 0 0 0,-1 0 0 0 0,0 0 0 0 0,0 0 0 0 0,0 0-1 0 0,0 0 1 0 0,1 0 0 0 0,-1 0 0 0 0,0 0 0 0 0,0-1 0 0 0,0 1 0 0 0,0 0-1 0 0,1 0 1 0 0,-1 0 0 0 0,0 0 0 0 0,0 0 0 0 0,0 0 0 0 0,0 0 0 0 0,0 0-1 0 0,1 0 1 0 0,-1 0 0 0 0,0-1 0 0 0,0 1 0 0 0,0 0 0 0 0,0 0 0 0 0,0 0-1 0 0,0 0 1 0 0,0 0 0 0 0,1 0 0 0 0,-1-1 0 0 0,0 1 0 0 0,0 0 0 0 0,0 0-1 0 0,0 0 1 0 0,0 0 0 0 0,0-1 0 0 0,0 1 0 0 0,0 0 0 0 0,0 0 0 0 0,0 0 0 0 0,0 0-1 0 0,0-1 1 0 0,0 1 0 0 0,0 0 0 0 0,0 0 0 0 0,0 0 0 0 0,0-2-559 0 0,2-3-1402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4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70 2729 0 0,'0'0'121'0'0,"-1"0"0"0"0,1 1 0 0 0,0-1 0 0 0,0 0 1 0 0,0 0-1 0 0,-1 1 0 0 0,1-1 0 0 0,0 0 1 0 0,0 0-1 0 0,0 1 0 0 0,-1-1 0 0 0,1 0 1 0 0,0 0-1 0 0,0 1 0 0 0,0-1 0 0 0,0 0 0 0 0,0 1 1 0 0,0-1-1 0 0,0 0 0 0 0,-1 1 0 0 0,1-1 1 0 0,0 0-1 0 0,0 1 0 0 0,0-1 0 0 0,0 0 1 0 0,1 1-1 0 0,-1-1 0 0 0,0 0 0 0 0,0 0 0 0 0,0 1 1 0 0,0-1-1 0 0,0 0 0 0 0,0 1 0 0 0,0-1 1 0 0,1 0-1 0 0,-1 1 0 0 0,0-1 0 0 0,0 0 0 0 0,0 0 1 0 0,0 1-1 0 0,1-1 0 0 0,-1 0 0 0 0,0 0 1 0 0,1 1-1 0 0,15-7 2107 0 0,21-18-542 0 0,-37 23-1512 0 0,10-7 335 0 0,1 1 0 0 0,0 0 1 0 0,0 0-1 0 0,0 1 0 0 0,17-6 1 0 0,-26 11-470 0 0,0 1 1 0 0,0-1 0 0 0,0 0 0 0 0,0 1 0 0 0,1-1 0 0 0,-1 1 0 0 0,0 0-1 0 0,0 0 1 0 0,0 0 0 0 0,0 0 0 0 0,1 0 0 0 0,-1 0 0 0 0,0 1 0 0 0,0-1 0 0 0,0 1-1 0 0,0-1 1 0 0,0 1 0 0 0,0 0 0 0 0,0 0 0 0 0,0 0 0 0 0,0 0 0 0 0,0 0 0 0 0,0 0-1 0 0,0 1 1 0 0,-1-1 0 0 0,1 1 0 0 0,-1-1 0 0 0,1 1 0 0 0,-1-1 0 0 0,1 1-1 0 0,-1 0 1 0 0,0 0 0 0 0,0 0 0 0 0,0 0 0 0 0,0-1 0 0 0,0 2 0 0 0,0-1 0 0 0,-1 0-1 0 0,2 2 1 0 0,3 14 21 0 0,16 48-1458 0 0,-15-22-4861 0 0,-12-34 1355 0 0,2-6 1577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5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0 131 4217 0 0,'8'8'5847'0'0,"10"-5"-4082"0"0,14-5-1058 0 0,-21-1-707 0 0,0 1 0 0 0,0-2 0 0 0,-1 1 0 0 0,1-2 0 0 0,-1 1 0 0 0,0-1 0 0 0,0-1 0 0 0,-1 0 0 0 0,14-11 0 0 0,-17 12-841 0 0,-1 0 0 0 0,0 0 0 0 0,-1 0 0 0 0,1-1 1 0 0,-1 1-1 0 0,0-1 0 0 0,0 0 0 0 0,-1 0 0 0 0,6-13 1 0 0,-1 3-2472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5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2032 0 0,'-18'17'342'0'0,"1"2"0"0"0,0 0 0 0 0,2 1 0 0 0,0 0 0 0 0,1 1 0 0 0,1 1-1 0 0,2 0 1 0 0,0 1 0 0 0,1 0 0 0 0,1 0 0 0 0,1 1 0 0 0,-7 36 0 0 0,1 13-489 0 0,4 0 1 0 0,-3 144-1 0 0,13 322-1172 0 0,8-366 247 0 0,34 191 0 0 0,-36-330 766 0 0,29 152-589 0 0,-26-151 888 0 0,1-1 1 0 0,2 0-1 0 0,18 39 1 0 0,-27-67 76 0 0,0 0-1 0 0,0 0 1 0 0,1 0 0 0 0,0-1-1 0 0,0 1 1 0 0,0-1-1 0 0,1 0 1 0 0,-1 0 0 0 0,1-1-1 0 0,1 1 1 0 0,-1-1 0 0 0,0 0-1 0 0,13 6 1 0 0,-14-8 16 0 0,1-1 0 0 0,0 1 1 0 0,0-1-1 0 0,-1-1 0 0 0,1 1 1 0 0,0-1-1 0 0,0 1 0 0 0,0-1 1 0 0,0-1-1 0 0,0 1 0 0 0,0-1 1 0 0,0 0-1 0 0,-1 0 0 0 0,1 0 0 0 0,0-1 1 0 0,-1 1-1 0 0,1-1 0 0 0,-1 0 1 0 0,1-1-1 0 0,3-2 0 0 0,13-9 212 0 0,0-1 1 0 0,-1-1-1 0 0,-1-1 0 0 0,0 0 0 0 0,-1-1 0 0 0,-1-1 1 0 0,-1-1-1 0 0,-1-1 0 0 0,-1 0 0 0 0,0-1 0 0 0,-2 0 1 0 0,15-37-1 0 0,-3-3 11 0 0,-2-1 1 0 0,-3 0-1 0 0,17-109 1 0 0,-24 82-155 0 0,-4 0 1 0 0,-3 0 0 0 0,-11-124-1 0 0,-7 75 452 0 0,-46-201 0 0 0,52 308-367 0 0,-1 1 1 0 0,-2 0-1 0 0,-1 1 1 0 0,-2 0-1 0 0,0 1 0 0 0,-34-52 1 0 0,40 72-129 0 0,0-1 0 0 0,0 2 0 0 0,-1-1 0 0 0,0 1 1 0 0,-1 0-1 0 0,0 1 0 0 0,0 0 0 0 0,-1 1 0 0 0,-18-10 0 0 0,19 12-53 0 0,1 1-1 0 0,0 1 0 0 0,-1-1 1 0 0,1 1-1 0 0,-1 1 0 0 0,0 0 1 0 0,0 0-1 0 0,1 1 0 0 0,-1 0 1 0 0,0 0-1 0 0,0 1 0 0 0,1 0 1 0 0,-1 1-1 0 0,-12 3 0 0 0,15-3-126 0 0,0 0-1 0 0,-1 1 0 0 0,1 0 0 0 0,1 0 0 0 0,-1 1 0 0 0,0-1 0 0 0,1 1 0 0 0,0 0 0 0 0,0 1 0 0 0,0-1 0 0 0,0 1 0 0 0,1 0 1 0 0,-1 0-1 0 0,1 1 0 0 0,-6 11 0 0 0,6-11-657 0 0,1 1 0 0 0,0 1-1 0 0,0-1 1 0 0,1 0 0 0 0,0 1 0 0 0,0-1 0 0 0,0 1 0 0 0,0 9 0 0 0,3 4-3912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7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7 208 1480 0 0,'-2'7'316'0'0,"1"-1"1"0"0,0 1-1 0 0,0 0 0 0 0,0 0 0 0 0,1 0 0 0 0,0 1 0 0 0,0-1 0 0 0,1 0 0 0 0,-1 0 0 0 0,2 0 0 0 0,-1-1 1 0 0,5 13-1 0 0,-2-5-330 0 0,2-1 1 0 0,-1 1 0 0 0,2-1 0 0 0,0 0 0 0 0,9 13 0 0 0,-12-20 25 0 0,0-1 1 0 0,1 1 0 0 0,0-1 0 0 0,0 0-1 0 0,0-1 1 0 0,0 0 0 0 0,1 1 0 0 0,-1-2-1 0 0,1 1 1 0 0,0-1 0 0 0,0 1 0 0 0,1-2-1 0 0,-1 1 1 0 0,1-1 0 0 0,8 2 0 0 0,-4-2 22 0 0,0-1 0 0 0,0 0 0 0 0,0-1 0 0 0,0 0 0 0 0,-1-1 0 0 0,1 0 0 0 0,0 0 1 0 0,0-1-1 0 0,10-4 0 0 0,5-3 170 0 0,0-1 1 0 0,-1-1-1 0 0,0-2 1 0 0,-1 0-1 0 0,0-2 1 0 0,40-31-1 0 0,-49 32-111 0 0,0 1 0 0 0,-1-2-1 0 0,-1 0 1 0 0,0-1 0 0 0,-1 0-1 0 0,14-25 1 0 0,-20 31-53 0 0,0-2-1 0 0,-1 1 1 0 0,0-1-1 0 0,-1 1 1 0 0,0-1 0 0 0,-1 0-1 0 0,0-1 1 0 0,-1 1-1 0 0,-1-1 1 0 0,0 1 0 0 0,0-19-1 0 0,-1 30-22 0 0,0 0 0 0 0,0 0 0 0 0,0 0 1 0 0,0 0-1 0 0,0 0 0 0 0,0 0 0 0 0,-1 0 0 0 0,1 0 0 0 0,0 0 0 0 0,0 0 0 0 0,-1 0 0 0 0,1 0 0 0 0,-1 0 0 0 0,1 0 1 0 0,-1 1-1 0 0,1-1 0 0 0,-1 0 0 0 0,1 0 0 0 0,-1 0 0 0 0,0 1 0 0 0,0-1 0 0 0,1 0 0 0 0,-1 0 0 0 0,0 1 0 0 0,0-1 1 0 0,0 1-1 0 0,0-1 0 0 0,1 1 0 0 0,-1-1 0 0 0,0 1 0 0 0,-2-1 0 0 0,1 1 10 0 0,-1 0 0 0 0,1 1 0 0 0,-1-1 1 0 0,1 1-1 0 0,-1-1 0 0 0,1 1 0 0 0,0 0 0 0 0,-1 0 0 0 0,1 0 0 0 0,0 0 1 0 0,0 0-1 0 0,-4 3 0 0 0,-2 1-53 0 0,-1 2 0 0 0,1-1 0 0 0,1 1 0 0 0,-1 0 0 0 0,-9 14 0 0 0,12-13-32 0 0,1 1 1 0 0,0-1-1 0 0,0 2 1 0 0,1-1-1 0 0,1 0 1 0 0,-1 0-1 0 0,1 1 1 0 0,1-1-1 0 0,0 1 0 0 0,0 0 1 0 0,1-1-1 0 0,0 1 1 0 0,1 0-1 0 0,0-1 1 0 0,0 1-1 0 0,1-1 1 0 0,0 1-1 0 0,1-1 0 0 0,0 0 1 0 0,1 0-1 0 0,-1 0 1 0 0,2 0-1 0 0,8 13 1 0 0,-10-16 83 0 0,1 0 0 0 0,0 0 0 0 0,1 0 0 0 0,-1-1 1 0 0,1 0-1 0 0,0 0 0 0 0,0 0 0 0 0,1 0 0 0 0,-1-1 1 0 0,1 0-1 0 0,0 0 0 0 0,0 0 0 0 0,1-1 0 0 0,-1 0 1 0 0,1 0-1 0 0,-1 0 0 0 0,1-1 0 0 0,0 0 0 0 0,0-1 0 0 0,0 0 1 0 0,0 0-1 0 0,0 0 0 0 0,0-1 0 0 0,0 0 0 0 0,1 0 1 0 0,-1 0-1 0 0,0-1 0 0 0,0 0 0 0 0,0-1 0 0 0,0 0 1 0 0,0 0-1 0 0,8-4 0 0 0,-2 0 68 0 0,0-1 0 0 0,0 0 0 0 0,-1-1 0 0 0,0 0 0 0 0,0-1 0 0 0,-1 0 0 0 0,0-1 0 0 0,0 0 0 0 0,-1-1-1 0 0,17-24 1 0 0,-24 30-179 0 0,1 0 1 0 0,-1-1-1 0 0,0 1 0 0 0,-1-1 0 0 0,1 0 0 0 0,-1 0 0 0 0,0 0 0 0 0,0 0 0 0 0,-1 0 0 0 0,0 0 0 0 0,0-1 0 0 0,-1 1 0 0 0,1 0 0 0 0,-1-1 0 0 0,-1 1 0 0 0,1 0 1 0 0,-1-1-1 0 0,0 1 0 0 0,-1 0 0 0 0,1 0 0 0 0,-1 0 0 0 0,0 0 0 0 0,-1 0 0 0 0,1 0 0 0 0,-1 1 0 0 0,0-1 0 0 0,-6-7 0 0 0,-4-3-834 0 0,0-1 0 0 0,-22-19 1 0 0,32 33 878 0 0,0 0 0 0 0,-1 0 0 0 0,1 0 1 0 0,-1 0-1 0 0,1 0 0 0 0,-1 1 1 0 0,0 0-1 0 0,0 0 0 0 0,0 0 1 0 0,0 0-1 0 0,0 1 0 0 0,-1-1 1 0 0,1 1-1 0 0,0 0 0 0 0,-1 0 1 0 0,1 1-1 0 0,-1-1 0 0 0,-5 1 1 0 0,9 0 109 0 0,0 1 0 0 0,-1-1 0 0 0,1 0 0 0 0,0 1 0 0 0,0-1 1 0 0,0 1-1 0 0,-1-1 0 0 0,1 1 0 0 0,0-1 0 0 0,0 1 0 0 0,0 0 1 0 0,0 0-1 0 0,0-1 0 0 0,0 1 0 0 0,1 0 0 0 0,-1 0 1 0 0,0 0-1 0 0,0 0 0 0 0,0 0 0 0 0,1 0 0 0 0,-1 0 0 0 0,1 0 1 0 0,-1 1-1 0 0,0 0 0 0 0,1 1 81 0 0,-1 0 1 0 0,1 0-1 0 0,-1 0 1 0 0,1-1-1 0 0,0 1 0 0 0,1 0 1 0 0,-1 0-1 0 0,0 0 1 0 0,1 0-1 0 0,0 3 0 0 0,2 3 159 0 0,0-1 0 0 0,0 0-1 0 0,1 0 1 0 0,0 0 0 0 0,1 0-1 0 0,5 7 1 0 0,-3-7-158 0 0,0-1 0 0 0,0 1 0 0 0,1-1 0 0 0,0-1 0 0 0,1 0 0 0 0,0 0 0 0 0,0 0-1 0 0,0-1 1 0 0,0-1 0 0 0,1 1 0 0 0,0-2 0 0 0,0 1 0 0 0,0-1 0 0 0,0-1 0 0 0,0 0 0 0 0,1 0 0 0 0,-1-1 0 0 0,1 0 0 0 0,12-1 0 0 0,-12 0-85 0 0,-1-1 0 0 0,1 0 0 0 0,0-1 1 0 0,0 0-1 0 0,-1-1 0 0 0,1 0 0 0 0,-1 0 1 0 0,0-1-1 0 0,0-1 0 0 0,0 0 1 0 0,-1 0-1 0 0,0-1 0 0 0,0 0 0 0 0,0 0 1 0 0,0-1-1 0 0,-1 0 0 0 0,0-1 0 0 0,11-14 1 0 0,-18 21-53 0 0,1-1 0 0 0,-1 0 0 0 0,0 1 1 0 0,1-1-1 0 0,-1 0 0 0 0,0 0 0 0 0,-1 0 1 0 0,1 0-1 0 0,0 0 0 0 0,0 0 0 0 0,-1 0 1 0 0,1-1-1 0 0,-1 1 0 0 0,0 0 0 0 0,0 0 1 0 0,0-4-1 0 0,0 5 6 0 0,0 0-1 0 0,-1 0 1 0 0,1 0-1 0 0,0 0 1 0 0,-1 0 0 0 0,0 0-1 0 0,1 0 1 0 0,-1 1 0 0 0,1-1-1 0 0,-1 0 1 0 0,0 0 0 0 0,0 0-1 0 0,1 1 1 0 0,-1-1-1 0 0,0 0 1 0 0,0 1 0 0 0,0-1-1 0 0,0 1 1 0 0,0-1 0 0 0,0 1-1 0 0,0-1 1 0 0,0 1 0 0 0,-2-1-1 0 0,-1 1 22 0 0,1-1 0 0 0,-1 1 0 0 0,0-1-1 0 0,0 1 1 0 0,0 0 0 0 0,0 1 0 0 0,0-1 0 0 0,0 1-1 0 0,0 0 1 0 0,0 0 0 0 0,0 0 0 0 0,1 0 0 0 0,-1 1-1 0 0,0-1 1 0 0,1 1 0 0 0,-6 4 0 0 0,3-2-116 0 0,1 1-1 0 0,1 0 1 0 0,-1 0 0 0 0,1 1 0 0 0,0-1 0 0 0,0 1-1 0 0,1 0 1 0 0,-1 0 0 0 0,1 1 0 0 0,1-1 0 0 0,-1 0 0 0 0,1 1-1 0 0,0 0 1 0 0,1-1 0 0 0,-1 1 0 0 0,1 0 0 0 0,0 7-1 0 0,-1 20-726 0 0,2-1-1 0 0,4 44 0 0 0,-1-33 117 0 0,-3 0-4576 0 0,1-25 1035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8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70 2585 0 0,'-40'-27'5877'0'0,"34"21"-5417"0"0,-1 0 0 0 0,0 1 0 0 0,-1 0 0 0 0,1 1 0 0 0,-1 0 0 0 0,0 0 0 0 0,-10-4-1 0 0,16 8-423 0 0,1 0 0 0 0,-1-1 0 0 0,0 1 0 0 0,0 0-1 0 0,0 0 1 0 0,1 0 0 0 0,-1 0 0 0 0,0 0-1 0 0,0 1 1 0 0,1-1 0 0 0,-1 1 0 0 0,0-1-1 0 0,0 1 1 0 0,1-1 0 0 0,-1 1 0 0 0,-2 1-1 0 0,1 1 15 0 0,1-1 0 0 0,-1 0-1 0 0,1 0 1 0 0,0 1-1 0 0,-1 0 1 0 0,1-1-1 0 0,1 1 1 0 0,-1 0 0 0 0,0 0-1 0 0,1 0 1 0 0,-3 6-1 0 0,-1 7-50 0 0,0-1 0 0 0,2 1-1 0 0,-1 1 1 0 0,2-1 0 0 0,0 0-1 0 0,1 1 1 0 0,2 18 0 0 0,1 5-46 0 0,14 72 0 0 0,-14-103 32 0 0,0 1 1 0 0,1-1-1 0 0,0 0 0 0 0,0 0 0 0 0,1 0 1 0 0,0-1-1 0 0,1 1 0 0 0,0-1 1 0 0,8 12-1 0 0,-10-18 30 0 0,-1 1 1 0 0,1 0-1 0 0,0-1 1 0 0,0 1-1 0 0,0-1 1 0 0,0 0-1 0 0,0 0 0 0 0,0 0 1 0 0,0-1-1 0 0,1 1 1 0 0,-1-1-1 0 0,1 0 1 0 0,-1 0-1 0 0,1 0 1 0 0,0 0-1 0 0,-1 0 1 0 0,1-1-1 0 0,0 0 0 0 0,-1 0 1 0 0,1 0-1 0 0,0 0 1 0 0,-1 0-1 0 0,1-1 1 0 0,0 0-1 0 0,-1 0 1 0 0,1 0-1 0 0,3-1 1 0 0,7-4 122 0 0,-1 0 1 0 0,-1-1 0 0 0,1 0 0 0 0,-1-1-1 0 0,0 0 1 0 0,0-1 0 0 0,-1-1-1 0 0,16-17 1 0 0,0-3 537 0 0,43-63 0 0 0,-65 86-592 0 0,0-1 1 0 0,-1 0-1 0 0,1 0 0 0 0,-2 0 1 0 0,1 0-1 0 0,-1-1 0 0 0,-1 1 1 0 0,1-1-1 0 0,-2 0 0 0 0,1 0 1 0 0,0-10-1 0 0,-2 15-55 0 0,0 1 0 0 0,-1-1 1 0 0,1 0-1 0 0,-1 1 0 0 0,0-1 1 0 0,0 1-1 0 0,0-1 0 0 0,0 1 0 0 0,-1-1 1 0 0,1 1-1 0 0,-1 0 0 0 0,0-1 0 0 0,0 1 1 0 0,0 0-1 0 0,0 0 0 0 0,0 1 0 0 0,-1-1 1 0 0,0 0-1 0 0,1 1 0 0 0,-1 0 0 0 0,0-1 1 0 0,0 1-1 0 0,0 0 0 0 0,0 0 1 0 0,-1 1-1 0 0,1-1 0 0 0,-1 1 0 0 0,1 0 1 0 0,-6-2-1 0 0,-7-1-162 0 0,-1 0 1 0 0,-1 1 0 0 0,1 1-1 0 0,0 1 1 0 0,0 0 0 0 0,-1 1-1 0 0,1 1 1 0 0,-22 4 0 0 0,31-4-285 0 0,0 1 0 0 0,0 0 0 0 0,0 1 0 0 0,1-1 0 0 0,-1 2 1 0 0,1-1-1 0 0,-1 1 0 0 0,-11 9 0 0 0,15-11-70 0 0,1 1-1 0 0,0 0 1 0 0,0 0 0 0 0,0 1-1 0 0,0-1 1 0 0,1 0 0 0 0,-1 1-1 0 0,1 0 1 0 0,0 0 0 0 0,0-1-1 0 0,0 1 1 0 0,0 1 0 0 0,1-1-1 0 0,0 0 1 0 0,0 0 0 0 0,0 0-1 0 0,0 7 1 0 0,1 11-2750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57 3969 0 0,'-5'-1'348'0'0,"0"0"1"0"0,0 0-1 0 0,0 1 1 0 0,0 0 0 0 0,1 0-1 0 0,-1 1 1 0 0,0-1-1 0 0,0 1 1 0 0,0 0-1 0 0,0 0 1 0 0,1 1-1 0 0,-1-1 1 0 0,0 1-1 0 0,1 0 1 0 0,-1 1 0 0 0,1-1-1 0 0,0 1 1 0 0,-5 3-1 0 0,4-1-203 0 0,1 0 1 0 0,-1 0-1 0 0,1 0 0 0 0,0 1 1 0 0,1 0-1 0 0,-1-1 0 0 0,1 1 0 0 0,0 0 1 0 0,0 1-1 0 0,1-1 0 0 0,-3 13 0 0 0,1 3-150 0 0,1 1-1 0 0,0-1 0 0 0,2 1 1 0 0,1 0-1 0 0,1-1 0 0 0,6 41 1 0 0,-3-38-19 0 0,1 1 0 0 0,2-1 1 0 0,0-1-1 0 0,1 1 0 0 0,2-1 1 0 0,23 43-1 0 0,-29-61 20 0 0,0 0 1 0 0,1 0-1 0 0,0 0 0 0 0,0 0 0 0 0,0-1 1 0 0,1 0-1 0 0,0 0 0 0 0,0 0 0 0 0,0-1 0 0 0,0 0 1 0 0,14 7-1 0 0,-14-9 37 0 0,0 0 1 0 0,0-1-1 0 0,1 0 0 0 0,-1 0 1 0 0,0 0-1 0 0,0 0 0 0 0,1-1 1 0 0,-1 0-1 0 0,1-1 0 0 0,-1 0 1 0 0,0 0-1 0 0,0 0 0 0 0,0 0 1 0 0,1-1-1 0 0,-1 0 0 0 0,8-4 1 0 0,-2 0 127 0 0,0-1-1 0 0,-1 0 1 0 0,1 0 0 0 0,-1-1 0 0 0,-1 0 0 0 0,0-1 0 0 0,0-1-1 0 0,0 1 1 0 0,-1-1 0 0 0,-1-1 0 0 0,0 0 0 0 0,11-19 0 0 0,-9 12 27 0 0,-2 1 0 0 0,0-1 0 0 0,0-1 0 0 0,-2 0 0 0 0,-1 0 1 0 0,0 0-1 0 0,-1 0 0 0 0,2-32 0 0 0,-5 36-106 0 0,-1 1 1 0 0,0-1-1 0 0,-1 1 0 0 0,-1-1 0 0 0,0 1 1 0 0,-1 0-1 0 0,-1 0 0 0 0,0 0 1 0 0,0 0-1 0 0,-2 1 0 0 0,-11-23 1 0 0,11 27-85 0 0,1 1 1 0 0,-2 0-1 0 0,1 0 1 0 0,-1 1 0 0 0,0-1-1 0 0,-1 2 1 0 0,0-1-1 0 0,0 1 1 0 0,0 0-1 0 0,-1 0 1 0 0,0 1 0 0 0,0 1-1 0 0,0-1 1 0 0,-1 1-1 0 0,1 1 1 0 0,-1 0-1 0 0,-18-3 1 0 0,19 4-210 0 0,0 1 0 0 0,-1 1 0 0 0,1-1 0 0 0,0 2 0 0 0,-1-1 0 0 0,1 1 1 0 0,0 1-1 0 0,0 0 0 0 0,0 0 0 0 0,0 1 0 0 0,0 0 0 0 0,0 0 0 0 0,1 1 0 0 0,-1 0 0 0 0,1 0 0 0 0,0 1 0 0 0,1 1 0 0 0,-1-1 0 0 0,1 1 0 0 0,-8 8 1 0 0,2-1-655 0 0,1 0 1 0 0,0 1 0 0 0,2 1-1 0 0,-1 0 1 0 0,1 0 0 0 0,1 1 0 0 0,1 0-1 0 0,1 1 1 0 0,-9 25 0 0 0,4 2-2245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29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302 138 5001 0 0,'-10'-4'788'0'0,"0"1"-1"0"0,0 0 1 0 0,0 1 0 0 0,0 0-1 0 0,-1 1 1 0 0,1 0 0 0 0,0 1-1 0 0,-1 0 1 0 0,1 0 0 0 0,-16 4-1 0 0,17-3-748 0 0,0 2 0 0 0,1-1-1 0 0,-1 1 1 0 0,0 0 0 0 0,1 1-1 0 0,0 0 1 0 0,0 1-1 0 0,0-1 1 0 0,0 2 0 0 0,1-1-1 0 0,0 1 1 0 0,0 0 0 0 0,0 0-1 0 0,1 1 1 0 0,0 0 0 0 0,0 0-1 0 0,1 0 1 0 0,-1 1-1 0 0,2 0 1 0 0,-1 0 0 0 0,1 0-1 0 0,1 0 1 0 0,-1 1 0 0 0,1 0-1 0 0,1-1 1 0 0,-1 1 0 0 0,2 0-1 0 0,-1 0 1 0 0,1 16 0 0 0,0-9-72 0 0,1 0 1 0 0,1-1 0 0 0,1 1 0 0 0,0-1 0 0 0,1 0 0 0 0,1 0 0 0 0,0 0 0 0 0,1 0 0 0 0,0 0 0 0 0,1-1-1 0 0,1 0 1 0 0,1 0 0 0 0,17 24 0 0 0,-19-31 6 0 0,1 1 1 0 0,0-1-1 0 0,0 0 0 0 0,1 0 1 0 0,0-1-1 0 0,0 0 0 0 0,1 0 1 0 0,-1-1-1 0 0,1 0 0 0 0,0 0 1 0 0,1-1-1 0 0,-1-1 0 0 0,1 0 1 0 0,0 0-1 0 0,-1 0 0 0 0,1-1 0 0 0,0-1 1 0 0,1 0-1 0 0,-1 0 0 0 0,0-1 1 0 0,0 0-1 0 0,12-2 0 0 0,-8-1 88 0 0,0 0 0 0 0,0-1 1 0 0,-1 0-1 0 0,1-1 0 0 0,-1-1 0 0 0,0 0 0 0 0,-1-1 0 0 0,1 0 0 0 0,-1-1 0 0 0,-1 0 0 0 0,1-1 0 0 0,-1-1 0 0 0,-1 1 0 0 0,0-2 0 0 0,0 1 0 0 0,-1-1 1 0 0,0-1-1 0 0,-1 1 0 0 0,13-26 0 0 0,-14 23 20 0 0,0 0-1 0 0,-1 0 1 0 0,0-1 0 0 0,-1 0 0 0 0,-1 0 0 0 0,0 0 0 0 0,-1-1 0 0 0,-1 0-1 0 0,0 1 1 0 0,-1-1 0 0 0,-1 0 0 0 0,0 1 0 0 0,-1-1 0 0 0,-1 0-1 0 0,0 1 1 0 0,-1-1 0 0 0,-1 1 0 0 0,-6-16 0 0 0,4 20-34 0 0,0 0 0 0 0,0 0 0 0 0,-1 1 0 0 0,0 0 0 0 0,-1 0 0 0 0,0 1 0 0 0,-1 0 0 0 0,0 0 0 0 0,0 1 0 0 0,-1 1 0 0 0,0-1 0 0 0,0 1 0 0 0,-1 1 0 0 0,1 0 0 0 0,-21-8 0 0 0,22 11-247 0 0,0-1 0 0 0,0 2 1 0 0,0-1-1 0 0,0 1 0 0 0,0 0 0 0 0,-1 1 0 0 0,1 0 0 0 0,0 1 1 0 0,-1 0-1 0 0,1 0 0 0 0,-1 1 0 0 0,1 0 0 0 0,0 0 0 0 0,0 1 1 0 0,-1 1-1 0 0,1-1 0 0 0,1 2 0 0 0,-1-1 0 0 0,0 1 0 0 0,1 0 1 0 0,-8 6-1 0 0,3-1-1643 0 0,1 1-1 0 0,-20 21 1 0 0,9-1-3093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0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3937 0 0,'4'-7'6600'0'0,"24"-24"-4889"0"0,-21 24-1446 0 0,1 1-1 0 0,0 0 1 0 0,0 0-1 0 0,1 1 1 0 0,-1 0-1 0 0,1 0 1 0 0,13-4-1 0 0,-21 8-230 0 0,1 1-1 0 0,0-1 1 0 0,0 1-1 0 0,0 0 1 0 0,0 0-1 0 0,-1-1 1 0 0,1 1-1 0 0,0 0 1 0 0,0 0-1 0 0,0 1 1 0 0,0-1-1 0 0,0 0 1 0 0,-1 1-1 0 0,1-1 1 0 0,0 1-1 0 0,0-1 1 0 0,-1 1-1 0 0,4 2 1 0 0,-3-2-16 0 0,-1 1 0 0 0,1 0 0 0 0,0 0 0 0 0,-1 0 0 0 0,1 0 0 0 0,-1 0 0 0 0,0 1 0 0 0,0-1 0 0 0,0 0 0 0 0,0 1 1 0 0,0-1-1 0 0,0 0 0 0 0,-1 1 0 0 0,1-1 0 0 0,-1 1 0 0 0,1-1 0 0 0,-1 6 0 0 0,1 8-329 0 0,-1-1-1 0 0,-1 1 1 0 0,0 0 0 0 0,-1 0-1 0 0,-1-1 1 0 0,-1 1-1 0 0,0-1 1 0 0,0 0 0 0 0,-2 0-1 0 0,0 0 1 0 0,-1-1 0 0 0,0 0-1 0 0,-1 0 1 0 0,-14 19 0 0 0,22-34 309 0 0,0 1 0 0 0,0-1 1 0 0,0 1-1 0 0,0 0 0 0 0,0-1 1 0 0,0 1-1 0 0,0-1 1 0 0,0 1-1 0 0,0-1 0 0 0,0 1 1 0 0,0 0-1 0 0,0-1 0 0 0,0 1 1 0 0,-1-1-1 0 0,1 1 0 0 0,0 0 1 0 0,0-1-1 0 0,0 1 0 0 0,-1 0 1 0 0,1-1-1 0 0,0 1 1 0 0,-1 0-1 0 0,1-1 0 0 0,0 1 1 0 0,0 0-1 0 0,-1-1 0 0 0,1 1 1 0 0,-1 0-1 0 0,1 0 0 0 0,0 0 1 0 0,-1-1-1 0 0,1 1 1 0 0,0 0-1 0 0,-1 0 0 0 0,1 0 1 0 0,-1 0-1 0 0,1 0 0 0 0,-1 0 1 0 0,1 0-1 0 0,0 0 0 0 0,-1 0 1 0 0,1 0-1 0 0,-1 0 1 0 0,1 0-1 0 0,-1 0 0 0 0,1 0 1 0 0,0 0-1 0 0,-1 0 0 0 0,1 0 1 0 0,-1 0-1 0 0,1 1 0 0 0,0-1 1 0 0,-1 0-1 0 0,1 0 1 0 0,0 0-1 0 0,-1 1 0 0 0,1-1 1 0 0,0 0-1 0 0,-1 1 0 0 0,1-1 1 0 0,0 0-1 0 0,0 1 0 0 0,-1-1 1 0 0,1 0-1 0 0,-1 1 1 0 0,5-36 599 0 0,-2 32-484 0 0,-1 0 0 0 0,1 0-1 0 0,0 0 1 0 0,0 0 0 0 0,0 1 0 0 0,0-1-1 0 0,1 0 1 0 0,-1 1 0 0 0,1 0-1 0 0,-1-1 1 0 0,1 1 0 0 0,0 0-1 0 0,0 0 1 0 0,0 1 0 0 0,0-1-1 0 0,0 1 1 0 0,0-1 0 0 0,0 1-1 0 0,6-1 1 0 0,3 0 47 0 0,0 0 0 0 0,0 1 0 0 0,0 1 0 0 0,17 1 0 0 0,4-1-3132 0 0,-3-2-3349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0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4369 0 0,'20'88'5955'0'0,"3"16"-6707"0"0,-1-3-5689 0 0,-21-96 4174 0 0</inkml:trace>
  <inkml:trace contextRef="#ctx0" brushRef="#br0" timeOffset="1">17 108 3313 0 0,'12'-2'5048'0'0,"15"-9"-3890"0"0,-10 4-2590 0 0,0-2 0 0 0,0 0-1 0 0,20-16 1 0 0,-26 15-39 0 0,1 1-376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0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20 2609 0 0,'-4'1'370'0'0,"-1"-1"0"0"0,1 2 1 0 0,0-1-1 0 0,0 0 1 0 0,0 1-1 0 0,0-1 0 0 0,0 1 1 0 0,1 0-1 0 0,-1 1 0 0 0,1-1 1 0 0,-1 1-1 0 0,1-1 1 0 0,0 1-1 0 0,0 0 0 0 0,-4 4 1 0 0,6-5-361 0 0,-1 0 1 0 0,1 0 0 0 0,0 0-1 0 0,0 1 1 0 0,0-1 0 0 0,0 0-1 0 0,0 1 1 0 0,0-1 0 0 0,0 1-1 0 0,1-1 1 0 0,-1 1-1 0 0,1-1 1 0 0,0 1 0 0 0,0-1-1 0 0,0 1 1 0 0,0-1 0 0 0,0 1-1 0 0,0-1 1 0 0,1 1-1 0 0,-1-1 1 0 0,1 1 0 0 0,0-1-1 0 0,0 0 1 0 0,0 1 0 0 0,0-1-1 0 0,0 0 1 0 0,2 3 0 0 0,-2-3-10 0 0,0 0 0 0 0,1-1 1 0 0,-1 1-1 0 0,0-1 0 0 0,0 1 1 0 0,1-1-1 0 0,-1 1 0 0 0,1-1 1 0 0,0 0-1 0 0,-1 0 0 0 0,1 0 1 0 0,0 0-1 0 0,0 0 1 0 0,-1 0-1 0 0,1-1 0 0 0,0 1 1 0 0,0 0-1 0 0,0-1 0 0 0,0 0 1 0 0,0 1-1 0 0,3-1 0 0 0,0 0 75 0 0,0 0-1 0 0,0-1 0 0 0,0 0 0 0 0,0 0 1 0 0,-1 0-1 0 0,1 0 0 0 0,0-1 0 0 0,7-4 1 0 0,-2 1 227 0 0,0 0 1 0 0,-1-1 0 0 0,0 0-1 0 0,0-1 1 0 0,-1 0 0 0 0,1 0 0 0 0,10-14-1 0 0,-19 21-264 0 0,1-1 0 0 0,0 0-1 0 0,-1 0 1 0 0,1 0 0 0 0,0 0 0 0 0,-1 0-1 0 0,1 0 1 0 0,-1 0 0 0 0,0 0 0 0 0,1 0-1 0 0,-1 0 1 0 0,0 0 0 0 0,1 0 0 0 0,-1 0-1 0 0,0 0 1 0 0,0 0 0 0 0,0 0 0 0 0,0 0-1 0 0,0 0 1 0 0,0 0 0 0 0,0-1 0 0 0,0 1-1 0 0,-1 0 1 0 0,1 0 0 0 0,0 0 0 0 0,-1 0-1 0 0,1 0 1 0 0,-1 0 0 0 0,0-1 0 0 0,-1-1 10 0 0,0 1 1 0 0,-1 0 0 0 0,1 0 0 0 0,0 0 0 0 0,-1 1 0 0 0,1-1 0 0 0,-1 1 0 0 0,0-1 0 0 0,1 1 0 0 0,-6-2-1 0 0,-6-1-432 0 0,-1 0-1 0 0,1 1 0 0 0,-22-2 0 0 0,30 4-568 0 0,1 1-1 0 0,-1 0 0 0 0,1 0 1 0 0,-1 1-1 0 0,0-1 0 0 0,1 1 1 0 0,0 0-1 0 0,-11 4 0 0 0,8 1-1842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1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4449 0 0,'49'-29'4315'0'0,"-23"15"-3677"0"0,0-1-1 0 0,-1-1 0 0 0,-1-1 0 0 0,-1-1 1 0 0,42-42-1 0 0,-92 82-2718 0 0,17-15 1898 0 0,0 0-1 0 0,1 1 1 0 0,0 0-1 0 0,1 0 1 0 0,-11 14-1 0 0,15-15 227 0 0,0 0 1 0 0,1 0-1 0 0,0 0 1 0 0,0 0-1 0 0,0 1 1 0 0,1 0-1 0 0,1-1 1 0 0,-1 1-1 0 0,1 0 1 0 0,1 0-1 0 0,-1 0 1 0 0,1 0-1 0 0,0 0 1 0 0,1-1-1 0 0,0 1 0 0 0,1 0 1 0 0,-1 0-1 0 0,1-1 1 0 0,1 1-1 0 0,-1-1 1 0 0,1 1-1 0 0,1-1 1 0 0,-1 0-1 0 0,1 0 1 0 0,1-1-1 0 0,6 10 1 0 0,-11-16-186 0 0,1 1 0 0 0,-1 0 0 0 0,1-1 0 0 0,-1 1 0 0 0,1-1 0 0 0,0 1 0 0 0,-1-1 0 0 0,1 0 0 0 0,-1 1 0 0 0,1-1 0 0 0,0 1 0 0 0,0-1 0 0 0,-1 0 0 0 0,1 0 0 0 0,0 1 0 0 0,-1-1 0 0 0,1 0 1 0 0,0 0-1 0 0,0 0 0 0 0,-1 0 0 0 0,1 0 0 0 0,0 0 0 0 0,0 0 0 0 0,-1 0 0 0 0,1 0 0 0 0,0 0 0 0 0,0 0 0 0 0,-1-1 0 0 0,1 1 0 0 0,0 0 0 0 0,-1 0 0 0 0,1-1 0 0 0,0 1 0 0 0,-1 0 0 0 0,1-1 0 0 0,0 1 0 0 0,-1-1 1 0 0,1 1-1 0 0,-1-1 0 0 0,1 1 0 0 0,-1-1 0 0 0,1 0 0 0 0,-1 1 0 0 0,1-1 0 0 0,-1 1 0 0 0,0-1 0 0 0,1 0 0 0 0,-1 1 0 0 0,0-1 0 0 0,1 0 0 0 0,-1 0 0 0 0,0 1 0 0 0,0-1 0 0 0,0 0 0 0 0,0 0 0 0 0,0 0 1 0 0,3-8-1860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2 280 2881 0 0,'0'1'201'0'0,"-1"0"1"0"0,1 0-1 0 0,0 0 0 0 0,0 0 1 0 0,0 0-1 0 0,0 0 1 0 0,0 0-1 0 0,0 0 1 0 0,0 0-1 0 0,0 0 1 0 0,1 0-1 0 0,-1 0 1 0 0,0-1-1 0 0,0 1 1 0 0,1 0-1 0 0,-1 0 1 0 0,1 0-1 0 0,-1 0 1 0 0,1 0-1 0 0,-1-1 0 0 0,1 1 1 0 0,-1 0-1 0 0,1 0 1 0 0,0-1-1 0 0,0 1 1 0 0,-1 0-1 0 0,1-1 1 0 0,0 1-1 0 0,0-1 1 0 0,1 2-1 0 0,0-2-33 0 0,0-1-1 0 0,0 1 1 0 0,0 0-1 0 0,0 0 1 0 0,-1-1-1 0 0,1 1 1 0 0,0-1-1 0 0,0 0 1 0 0,-1 0-1 0 0,1 1 1 0 0,0-1-1 0 0,-1 0 1 0 0,1 0-1 0 0,2-3 1 0 0,10-7 10 0 0,-1-1 0 0 0,18-20 1 0 0,-28 28-12 0 0,29-28-306 0 0,19-12-4305 0 0,17-17-659 0 0,-67 60 5133 0 0,0-1 0 0 0,0 1 0 0 0,0-1 0 0 0,0 1 0 0 0,-1-1 0 0 0,1 1-1 0 0,0-1 1 0 0,-1 0 0 0 0,0 0 0 0 0,1 1 0 0 0,-1-1 0 0 0,0 0 0 0 0,0 1 0 0 0,0-1 0 0 0,0 0 0 0 0,0 0-1 0 0,0 1 1 0 0,0-1 0 0 0,-1 0 0 0 0,1 0 0 0 0,-1 1 0 0 0,-1-4 0 0 0,-19-41 3484 0 0,15 34-1744 0 0,7 38 1589 0 0,-1-1-3222 0 0,5 9-206 0 0,1 0 1 0 0,1 0-1 0 0,16 40 1 0 0,5-1-4025 0 0,-25-54-701 0 0,-3-14 2496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2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2569 0 0,'0'6'1554'0'0,"-1"1"-954"0"0,1 1 0 0 0,0-1 0 0 0,0 1 0 0 0,1-1 0 0 0,0 1 0 0 0,0-1 0 0 0,1 0 0 0 0,0 1 0 0 0,0-1-1 0 0,6 12 1 0 0,-4-18-212 0 0,0 0 0 0 0,0-1 0 0 0,0 0 0 0 0,0 0 0 0 0,0 0 0 0 0,0 0 0 0 0,0-1 0 0 0,1 1 0 0 0,-1-1 0 0 0,7-3 0 0 0,4 1-329 0 0,-1 2-190 0 0,17-3-55 0 0,-22-3-3084 0 0,-7-6-4263 0 0,-3 8 4636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2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18 2144 0 0,'-1'-1'99'0'0,"0"0"-1"0"0,0 0 1 0 0,0 0-1 0 0,0 0 0 0 0,-1 0 1 0 0,1 0-1 0 0,0 0 1 0 0,-1 0-1 0 0,1 0 0 0 0,0 1 1 0 0,-1-1-1 0 0,1 0 1 0 0,-1 1-1 0 0,1-1 0 0 0,-1 1 1 0 0,0 0-1 0 0,1 0 0 0 0,-1-1 1 0 0,1 1-1 0 0,-1 0 1 0 0,1 0-1 0 0,-1 1 0 0 0,0-1 1 0 0,1 0-1 0 0,-1 0 1 0 0,1 1-1 0 0,-4 0 0 0 0,4 1-73 0 0,0 0 0 0 0,0-1 0 0 0,-1 1-1 0 0,1 0 1 0 0,0 0 0 0 0,1 0 0 0 0,-1 0-1 0 0,0 0 1 0 0,0 0 0 0 0,1 0 0 0 0,-1 0-1 0 0,1 0 1 0 0,0 0 0 0 0,0 0 0 0 0,0 0-1 0 0,0 1 1 0 0,0-1 0 0 0,0 0 0 0 0,0 0-1 0 0,1 0 1 0 0,0 2 0 0 0,1 5 40 0 0,0 0 1 0 0,1 0-1 0 0,0-1 0 0 0,0 1 1 0 0,1-1-1 0 0,0 0 0 0 0,1 0 1 0 0,0 0-1 0 0,0 0 0 0 0,10 10 1 0 0,-14-16 32 0 0,1 0 1 0 0,-1 0 0 0 0,1 0-1 0 0,0 0 1 0 0,0-1 0 0 0,0 1-1 0 0,0-1 1 0 0,0 1 0 0 0,0-1-1 0 0,0 1 1 0 0,0-1 0 0 0,0 0 0 0 0,1 0-1 0 0,-1 0 1 0 0,1 0 0 0 0,-1-1-1 0 0,0 1 1 0 0,1-1 0 0 0,-1 1-1 0 0,1-1 1 0 0,-1 0 0 0 0,1 0-1 0 0,0 0 1 0 0,-1 0 0 0 0,1-1-1 0 0,-1 1 1 0 0,1-1 0 0 0,-1 1 0 0 0,0-1-1 0 0,1 0 1 0 0,-1 0 0 0 0,0 0-1 0 0,1 0 1 0 0,-1 0 0 0 0,0 0-1 0 0,0-1 1 0 0,0 1 0 0 0,0-1-1 0 0,0 0 1 0 0,0 1 0 0 0,-1-1 0 0 0,3-2-1 0 0,-1-2 111 0 0,1 1-1 0 0,-1-1 0 0 0,0 1 1 0 0,-1-1-1 0 0,1 0 0 0 0,-1 0 1 0 0,0 0-1 0 0,-1 0 0 0 0,1 0 1 0 0,-1 0-1 0 0,-1-1 0 0 0,1-8 1 0 0,0 12-186 0 0,-1 0 0 0 0,0 0 1 0 0,0 0-1 0 0,0 1 1 0 0,0-1-1 0 0,0 0 0 0 0,-1 0 1 0 0,1 1-1 0 0,-1-1 0 0 0,0 0 1 0 0,0 1-1 0 0,0-1 0 0 0,0 0 1 0 0,0 1-1 0 0,-1 0 1 0 0,1-1-1 0 0,-1 1 0 0 0,1 0 1 0 0,-1-1-1 0 0,0 1 0 0 0,0 0 1 0 0,0 0-1 0 0,0 1 0 0 0,0-1 1 0 0,0 0-1 0 0,-1 1 1 0 0,1-1-1 0 0,0 1 0 0 0,-1 0 1 0 0,-2-1-1 0 0,0 2-475 0 0,1 0 0 0 0,0 1-1 0 0,-1 0 1 0 0,1 0 0 0 0,0 0 0 0 0,-1 0 0 0 0,1 1-1 0 0,0-1 1 0 0,0 1 0 0 0,0 0 0 0 0,0 1 0 0 0,0-1 0 0 0,1 1-1 0 0,-1-1 1 0 0,1 1 0 0 0,0 0 0 0 0,-4 4 0 0 0,1-2-602 0 0,-11 12-2408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0 138 3009 0 0,'5'1'674'0'0,"-1"0"1"0"0,1-1 0 0 0,-1 0 0 0 0,1 0 0 0 0,0-1-1 0 0,-1 1 1 0 0,1-1 0 0 0,-1 0 0 0 0,1 0 0 0 0,-1 0 0 0 0,6-3-1 0 0,52-25 1783 0 0,-30 12-1581 0 0,16-1-444 0 0,19-8-1419 0 0,-31 2-3447 0 0,-27 7-996 0 0,-2 17 2874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3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8 4641 0 0,'0'-1'186'0'0,"0"1"0"0"0,0 0-1 0 0,0-1 1 0 0,-1 1 0 0 0,1-1 0 0 0,0 1-1 0 0,0 0 1 0 0,0-1 0 0 0,-1 1 0 0 0,1 0-1 0 0,0-1 1 0 0,-1 1 0 0 0,1 0 0 0 0,0 0-1 0 0,0-1 1 0 0,-1 1 0 0 0,1 0 0 0 0,-1 0-1 0 0,1-1 1 0 0,0 1 0 0 0,-1 0 0 0 0,1 0-1 0 0,0 0 1 0 0,-1 0 0 0 0,1 0 0 0 0,-1 0-1 0 0,1 0 1 0 0,0 0 0 0 0,-1-1 0 0 0,1 1-1 0 0,-1 1 1 0 0,1-1 0 0 0,-1 0 0 0 0,1 0-1 0 0,0 0 1 0 0,-1 0 0 0 0,1 0 0 0 0,0 0-1 0 0,-1 0 1 0 0,0 19 1504 0 0,2-7-1773 0 0,2 24 133 0 0,2 0 1 0 0,1-1-1 0 0,2 1 1 0 0,24 64 0 0 0,6 0-2899 0 0,-13-35-1495 0 0,-21-52 2073 0 0,0-2-936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4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74 2977 0 0,'-29'17'10759'0'0,"47"-28"-9771"0"0,22-20 340 0 0,-33 24-1228 0 0,0 1 1 0 0,1 0-1 0 0,0 0 1 0 0,0 1-1 0 0,0 0 1 0 0,0 1-1 0 0,14-6 1 0 0,-22 10-93 0 0,1 0-1 0 0,0 0 1 0 0,0 0 0 0 0,0 0 0 0 0,0 0 0 0 0,-1 1 0 0 0,1-1 0 0 0,0 0 0 0 0,0 0 0 0 0,-1 1 0 0 0,1-1 0 0 0,0 1-1 0 0,0-1 1 0 0,-1 0 0 0 0,1 1 0 0 0,0-1 0 0 0,-1 1 0 0 0,1-1 0 0 0,-1 1 0 0 0,1 0 0 0 0,0-1 0 0 0,-1 1 0 0 0,0 0 0 0 0,1-1-1 0 0,-1 1 1 0 0,1 0 0 0 0,-1 0 0 0 0,0-1 0 0 0,1 1 0 0 0,-1 0 0 0 0,0 0 0 0 0,0 0 0 0 0,0-1 0 0 0,0 1 0 0 0,0 0 0 0 0,1 0-1 0 0,-1 0 1 0 0,-1-1 0 0 0,1 1 0 0 0,0 0 0 0 0,0 0 0 0 0,-1 1 0 0 0,-1 43-69 0 0,1-43 38 0 0,-3 26-625 0 0,-1 0-1 0 0,-2 0 1 0 0,-1-1 0 0 0,-1 0 0 0 0,-1 0 0 0 0,-1-1 0 0 0,-20 33 0 0 0,29-58 416 0 0,2-7 137 0 0,4-21 188 0 0,12-35 309 0 0,-15 59-356 0 0,1 0 1 0 0,-1-1 0 0 0,0 1 0 0 0,1 0 0 0 0,-1-1 0 0 0,1 1-1 0 0,0 0 1 0 0,0 0 0 0 0,0 1 0 0 0,1-1 0 0 0,-1 0 0 0 0,1 1-1 0 0,-1-1 1 0 0,1 1 0 0 0,0 0 0 0 0,0 0 0 0 0,6-4 0 0 0,-5 5-3 0 0,0 1 0 0 0,1-1 1 0 0,-1 1-1 0 0,0 0 1 0 0,0 0-1 0 0,0 0 1 0 0,1 0-1 0 0,-1 1 1 0 0,0 0-1 0 0,0 0 0 0 0,0 0 1 0 0,0 0-1 0 0,0 0 1 0 0,8 5-1 0 0,-11-6-70 0 0,43 16 350 0 0,-42-15-494 0 0,1 0 0 0 0,0 0-1 0 0,-1-1 1 0 0,1 1 0 0 0,0-1 0 0 0,-1 0 0 0 0,1 0-1 0 0,0 0 1 0 0,0 0 0 0 0,0 0 0 0 0,-1 0 0 0 0,1-1-1 0 0,0 0 1 0 0,3-1 0 0 0,-5 2-89 0 0,-1-1-1 0 0,0 0 1 0 0,0 1 0 0 0,0-1-1 0 0,0 0 1 0 0,0 1 0 0 0,0-1-1 0 0,0 0 1 0 0,0 1 0 0 0,0-1-1 0 0,0 0 1 0 0,-1 1 0 0 0,1-1-1 0 0,0 1 1 0 0,0-1 0 0 0,-1 0-1 0 0,1 1 1 0 0,0-1 0 0 0,-1 1-1 0 0,1-1 1 0 0,0 1 0 0 0,-1-1-1 0 0,1 1 1 0 0,-1-1 0 0 0,1 1-1 0 0,-1-1 1 0 0,1 1 0 0 0,-1-1-1 0 0,1 1 1 0 0,-1 0 0 0 0,0-1-1 0 0,0 1 37 0 0,-4-4-2044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4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1136 0 0,'-3'3'1809'0'0,"2"3"-169"0"0,0 3-376 0 0,0 2 33 0 0,1 1-49 0 0,0 0-464 0 0,0 0-184 0 0,1 3-296 0 0,0-2-128 0 0,2 1-144 0 0,0-1-152 0 0,0-1-216 0 0,0-1-344 0 0,0-2-352 0 0,-2-1-329 0 0,0-1-119 0 0,-3-3-272 0 0,2 3-929 0 0</inkml:trace>
  <inkml:trace contextRef="#ctx0" brushRef="#br0" timeOffset="1">1 237 3513 0 0,'0'1'142'0'0,"0"0"0"0"0,-1-1 0 0 0,1 1 0 0 0,0 0 0 0 0,0 0 0 0 0,0-1 0 0 0,0 1 0 0 0,0 0 0 0 0,0 0 0 0 0,1-1 0 0 0,-1 1 0 0 0,0 0 0 0 0,0 0 0 0 0,0-1 0 0 0,1 1-1 0 0,-1 0 1 0 0,0-1 0 0 0,1 1 0 0 0,-1 0 0 0 0,1-1 0 0 0,-1 1 0 0 0,1-1 0 0 0,-1 1 0 0 0,1-1 0 0 0,-1 1 0 0 0,1-1 0 0 0,-1 1 0 0 0,1-1 0 0 0,0 1 0 0 0,-1-1 0 0 0,1 0 0 0 0,0 1 0 0 0,-1-1 0 0 0,1 0 0 0 0,0 1 0 0 0,0-1 0 0 0,-1 0 0 0 0,1 0 0 0 0,0 0 0 0 0,0 0 0 0 0,-1 0 0 0 0,1 0 0 0 0,0 0 0 0 0,0 0 0 0 0,-1 0 0 0 0,1 0 0 0 0,1-1 0 0 0,38-3 1927 0 0,-12-7-1520 0 0,0 0-1 0 0,45-26 0 0 0,9-11-4972 0 0,-68 33-2556 0 0,-11 13 4702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4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42 1536 0 0,'0'3'250'0'0,"0"0"-1"0"0,1 0 0 0 0,-1 0 1 0 0,1 0-1 0 0,0 1 1 0 0,0-1-1 0 0,0 0 0 0 0,0-1 1 0 0,0 1-1 0 0,1 0 0 0 0,-1 0 1 0 0,1 0-1 0 0,0-1 0 0 0,0 1 1 0 0,0-1-1 0 0,0 1 0 0 0,0-1 1 0 0,0 0-1 0 0,1 0 1 0 0,-1 0-1 0 0,1 0 0 0 0,0 0 1 0 0,-1-1-1 0 0,1 1 0 0 0,4 1 1 0 0,-3-3-73 0 0,0 1 0 0 0,-1-1 0 0 0,1 0 0 0 0,-1 0 0 0 0,1-1 0 0 0,-1 1 0 0 0,1-1 0 0 0,-1 1 0 0 0,1-1 0 0 0,-1 0 0 0 0,1-1 0 0 0,-1 1 0 0 0,0-1 0 0 0,0 1 0 0 0,0-1 0 0 0,0 0 0 0 0,0 0 0 0 0,0 0 0 0 0,0 0 0 0 0,0-1 0 0 0,-1 1 0 0 0,4-5 0 0 0,-2 3 12 0 0,-1 0 1 0 0,1 0-1 0 0,-1 0 1 0 0,0-1-1 0 0,-1 1 1 0 0,1-1-1 0 0,-1 1 0 0 0,1-1 1 0 0,1-7-1 0 0,-4 11-155 0 0,0 0-1 0 0,1 0 0 0 0,-1 0 0 0 0,0 0 0 0 0,0 1 0 0 0,0-1 0 0 0,0 0 0 0 0,0 0 0 0 0,0 0 0 0 0,-1 0 0 0 0,1 1 0 0 0,0-1 0 0 0,0 0 0 0 0,0 0 0 0 0,-1 0 0 0 0,1 1 0 0 0,-1-1 0 0 0,1 0 1 0 0,0 0-1 0 0,-1 1 0 0 0,1-1 0 0 0,-1 0 0 0 0,0 0 0 0 0,-1 0-22 0 0,0 0 0 0 0,0 0 0 0 0,1 0 0 0 0,-1 1 0 0 0,0-1 0 0 0,0 1 0 0 0,0-1 0 0 0,0 1 0 0 0,1 0 0 0 0,-1-1 0 0 0,0 1 0 0 0,0 0 0 0 0,0 0 0 0 0,0 1 0 0 0,-2-1 0 0 0,-6 2-281 0 0,1 0 0 0 0,-1 0 0 0 0,1 1-1 0 0,-16 7 1 0 0,-10 3-2055 0 0,1-7-3330 0 0,33-11 2449 0 0,4 2 1276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5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93 3201 0 0,'-22'3'3508'0'0,"-1"-2"-462"0"0,22-9-2122 0 0,13-9-278 0 0,-6 11-413 0 0,1-1 0 0 0,0 1 0 0 0,0 0 1 0 0,0 0-1 0 0,1 1 0 0 0,0 0 0 0 0,0 0 0 0 0,0 0 0 0 0,0 1 0 0 0,1 1 0 0 0,-1 0 0 0 0,1 0 1 0 0,0 0-1 0 0,15-1 0 0 0,-23 4-219 0 0,0 0 0 0 0,0 0 0 0 0,0 0 0 0 0,0 0 0 0 0,-1 0 0 0 0,1 0 1 0 0,0 0-1 0 0,0 1 0 0 0,0-1 0 0 0,0 0 0 0 0,0 1 0 0 0,-1-1 0 0 0,1 0 0 0 0,0 1 0 0 0,0-1 1 0 0,0 1-1 0 0,-1 0 0 0 0,1-1 0 0 0,0 1 0 0 0,-1-1 0 0 0,1 1 0 0 0,-1 0 0 0 0,1 0 0 0 0,-1-1 1 0 0,1 1-1 0 0,0 1 0 0 0,1 28 141 0 0,-18 29-735 0 0,-6-14-664 0 0,16-33 562 0 0,0 0 0 0 0,0 0-1 0 0,-6 24 1 0 0,12-36 686 0 0,0 0-1 0 0,0 0 1 0 0,0 0-1 0 0,0 1 1 0 0,0-1-1 0 0,-1 0 1 0 0,1 0-1 0 0,0 0 1 0 0,0 1-1 0 0,0-1 1 0 0,0 0 0 0 0,0 0-1 0 0,0 1 1 0 0,0-1-1 0 0,0 0 1 0 0,0 0-1 0 0,0 0 1 0 0,0 1-1 0 0,1-1 1 0 0,-1 0 0 0 0,0 0-1 0 0,0 1 1 0 0,0-1-1 0 0,0 0 1 0 0,0 0-1 0 0,0 0 1 0 0,0 0-1 0 0,0 1 1 0 0,1-1-1 0 0,-1 0 1 0 0,0 0 0 0 0,0 0-1 0 0,0 0 1 0 0,0 1-1 0 0,1-1 1 0 0,-1 0-1 0 0,0 0 1 0 0,0 0-1 0 0,0 0 1 0 0,1 0 0 0 0,-1 0-1 0 0,0 0 1 0 0,0 0-1 0 0,0 0 1 0 0,1 0-1 0 0,-1 0 1 0 0,0 0-1 0 0,0 0 1 0 0,1 0-1 0 0,15-5 538 0 0,12-13 316 0 0,18-27-55 0 0,-39 36-1056 0 0,1 0 0 0 0,0 1 0 0 0,1 0 0 0 0,0 1-1 0 0,0 0 1 0 0,0 0 0 0 0,13-6 0 0 0,-13 24-9327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5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3889 0 0,'46'7'6929'0'0,"6"-12"-3530"0"0,-41 3-3292 0 0,1-1 0 0 0,-1 0 0 0 0,1-1 0 0 0,-1 0 0 0 0,0-1 1 0 0,0 0-1 0 0,-1-1 0 0 0,0 0 0 0 0,0-1 0 0 0,16-13 0 0 0,-25 20-230 0 0,-1 0 0 0 0,0 0 0 0 0,0-1 0 0 0,1 1 0 0 0,-1 0 0 0 0,0 0 0 0 0,0-1 0 0 0,1 1 0 0 0,-1 0 0 0 0,0 0 0 0 0,0-1 0 0 0,0 1 0 0 0,0 0 0 0 0,1-1 0 0 0,-1 1 0 0 0,0 0 0 0 0,0 0 0 0 0,0-1 0 0 0,0 1 0 0 0,0 0 0 0 0,0-1 0 0 0,0 1 0 0 0,0 0 0 0 0,0-1 0 0 0,0 1 0 0 0,0 0 0 0 0,0-1 0 0 0,0 1 0 0 0,0 0 0 0 0,0-1 0 0 0,0 1 0 0 0,0 0 0 0 0,0-1 0 0 0,-1 1 0 0 0,1 0 0 0 0,0-1 0 0 0,0 1 0 0 0,0 0 0 0 0,0 0 0 0 0,-1-1 0 0 0,1 1 0 0 0,0 0 0 0 0,0 0 0 0 0,-1 0 0 0 0,1-1 0 0 0,-22-5-4673 0 0,19 5 4426 0 0,-1 1 0 0 0,1-1-1 0 0,0 1 1 0 0,0 0 0 0 0,0 0-1 0 0,-1 1 1 0 0,1-1-1 0 0,0 1 1 0 0,0-1 0 0 0,0 1-1 0 0,0 0 1 0 0,-5 2 0 0 0,1 7 842 0 0,-1 1 1 0 0,1 0-1 0 0,1 1 0 0 0,0-1 1 0 0,1 1-1 0 0,0 0 1 0 0,1 1-1 0 0,-4 13 1 0 0,3-3 155 0 0,1-1 1 0 0,0 1 0 0 0,0 39-1 0 0,4-61-694 0 0,0 0 0 0 0,-1 0-1 0 0,1 0 1 0 0,0 0 0 0 0,0 1-1 0 0,0-1 1 0 0,0 0-1 0 0,1 0 1 0 0,-1 0 0 0 0,0 0-1 0 0,0 0 1 0 0,1 0-1 0 0,-1 0 1 0 0,1 0 0 0 0,-1 0-1 0 0,1 0 1 0 0,-1 0 0 0 0,1 0-1 0 0,0 0 1 0 0,-1 0-1 0 0,1 0 1 0 0,0 0 0 0 0,0 0-1 0 0,-1-1 1 0 0,1 1-1 0 0,0 0 1 0 0,2 0 0 0 0,-2-1-69 0 0,0 0 1 0 0,1 0-1 0 0,-1 0 1 0 0,0 0-1 0 0,0-1 1 0 0,1 1-1 0 0,-1 0 1 0 0,0-1-1 0 0,0 1 1 0 0,0-1-1 0 0,0 1 1 0 0,1-1-1 0 0,-1 0 1 0 0,0 1-1 0 0,0-1 1 0 0,0 0-1 0 0,0 0 1 0 0,0 0-1 0 0,-1 0 1 0 0,1 0 0 0 0,0 0-1 0 0,0 0 1 0 0,1-2-1 0 0,5-7-1304 0 0</inkml:trace>
  <inkml:trace contextRef="#ctx0" brushRef="#br0" timeOffset="1">178 50 5185 0 0,'-2'7'2241'0'0,"2"4"-833"0"0,-1 3-304 0 0,2 0-368 0 0,0 0-336 0 0,2 2-240 0 0,0-2-88 0 0,2 3-88 0 0,1-1-160 0 0,-1-1-288 0 0,1 0-472 0 0,0-2-656 0 0,-1 0-449 0 0,-2-3-527 0 0,4 1-233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6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4385 0 0,'24'-42'6932'0'0,"13"2"-4871"0"0,-15 20-1657 0 0,39-25 1 0 0,-59 43-370 0 0,-1 1 1 0 0,1 0-1 0 0,0-1 1 0 0,-1 1-1 0 0,1 0 1 0 0,0 0-1 0 0,0 0 0 0 0,0 0 1 0 0,0 0-1 0 0,0 1 1 0 0,0-1-1 0 0,0 1 1 0 0,0-1-1 0 0,0 1 0 0 0,0 0 1 0 0,0 0-1 0 0,0-1 1 0 0,0 1-1 0 0,0 1 1 0 0,0-1-1 0 0,0 0 0 0 0,1 0 1 0 0,2 2-1 0 0,-3 0 2 0 0,0 0-1 0 0,0 0 1 0 0,0 0 0 0 0,-1 1-1 0 0,1-1 1 0 0,-1 0-1 0 0,1 1 1 0 0,-1-1-1 0 0,0 1 1 0 0,0 0-1 0 0,0-1 1 0 0,-1 1 0 0 0,1 0-1 0 0,0 0 1 0 0,-1-1-1 0 0,0 1 1 0 0,0 4-1 0 0,2 36-266 0 0,0 17-1838 0 0,8-28-3642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3353 0 0,'-3'15'2170'0'0,"2"0"-1"0"0,0 1 1 0 0,1 22 0 0 0,1-25-2603 0 0,0 0 1 0 0,1 0-1 0 0,0 0 1 0 0,1-1-1 0 0,0 1 1 0 0,1-1-1 0 0,0 0 1 0 0,7 12-1 0 0,-3-16-4956 0 0</inkml:trace>
  <inkml:trace contextRef="#ctx0" brushRef="#br0" timeOffset="1">4 102 1360 0 0,'0'0'1742'0'0,"8"-1"2660"0"0,23-4-3272 0 0,31-20-694 0 0,-58 24-1065 0 0,-1-1-1 0 0,1 0 1 0 0,-1 0 0 0 0,0-1-1 0 0,0 1 1 0 0,0 0 0 0 0,0-1-1 0 0,3-4 1 0 0,-3 5-1977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6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51 3457 0 0,'79'-21'7110'0'0,"-54"16"-6866"0"0,-1-1 0 0 0,31-13 1 0 0,-112 31-2759 0 0,46-11 2044 0 0,-1 1 0 0 0,0 0 0 0 0,0 0 0 0 0,1 2 0 0 0,-16 5 0 0 0,23-7 457 0 0,1 0-1 0 0,0 0 0 0 0,0 0 1 0 0,0 0-1 0 0,0 0 1 0 0,0 1-1 0 0,1-1 1 0 0,-1 1-1 0 0,1 0 1 0 0,0-1-1 0 0,-1 1 1 0 0,1 0-1 0 0,0 1 1 0 0,1-1-1 0 0,-1 0 0 0 0,1 0 1 0 0,-1 1-1 0 0,1-1 1 0 0,0 1-1 0 0,0-1 1 0 0,1 1-1 0 0,-1 0 1 0 0,0 3-1 0 0,-3 93-581 0 0,4-89 428 0 0,0 1 1 0 0,1-1-1 0 0,1 0 0 0 0,0 1 1 0 0,1-1-1 0 0,6 18 0 0 0,-8-28 249 0 0,0 1 0 0 0,0-1-1 0 0,0 0 1 0 0,0 0-1 0 0,1 1 1 0 0,-1-1-1 0 0,1 0 1 0 0,-1 0-1 0 0,0 0 1 0 0,1 0-1 0 0,0-1 1 0 0,-1 1-1 0 0,1 0 1 0 0,0-1-1 0 0,-1 1 1 0 0,1-1 0 0 0,0 1-1 0 0,-1-1 1 0 0,1 0-1 0 0,0 0 1 0 0,0 0-1 0 0,-1 0 1 0 0,1 0-1 0 0,0 0 1 0 0,0 0-1 0 0,-1-1 1 0 0,1 1-1 0 0,0-1 1 0 0,0 1-1 0 0,-1-1 1 0 0,1 0-1 0 0,2-1 1 0 0,58-26 2513 0 0,-57 25-2443 0 0,17-11 168 0 0,-15 9-375 0 0,0 1 1 0 0,0 0-1 0 0,1 0 0 0 0,-1 0 1 0 0,1 1-1 0 0,0 0 1 0 0,0 0-1 0 0,0 1 1 0 0,10-2-1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2545 0 0,'3'-4'2520'0'0,"6"-1"-944"0"0,0 1-463 0 0,5-2-329 0 0,-1 1-304 0 0,-2 0-344 0 0,2 0-96 0 0,1 0-16 0 0,0 1-104 0 0,-1-1-144 0 0,0-1-304 0 0,-2 1-400 0 0,1 0-329 0 0,-1-1-175 0 0,-3 0-232 0 0,2 0-753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7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49 2921 0 0,'-1'-1'247'0'0,"0"0"1"0"0,0 0-1 0 0,0 1 1 0 0,0-1-1 0 0,0 0 1 0 0,-1 0 0 0 0,1 1-1 0 0,0-1 1 0 0,0 1-1 0 0,-1-1 1 0 0,1 1-1 0 0,0 0 1 0 0,-1-1 0 0 0,1 1-1 0 0,0 0 1 0 0,-1 0-1 0 0,1 0 1 0 0,-1 0-1 0 0,1 0 1 0 0,0 0 0 0 0,-1 0-1 0 0,1 0 1 0 0,0 1-1 0 0,-1-1 1 0 0,1 0-1 0 0,-2 2 1 0 0,1-1-167 0 0,1 0 1 0 0,-1 1-1 0 0,1-1 1 0 0,0 0-1 0 0,-1 1 1 0 0,1-1-1 0 0,0 1 1 0 0,0 0-1 0 0,0-1 0 0 0,0 1 1 0 0,0 0-1 0 0,1 0 1 0 0,-1 0-1 0 0,0-1 1 0 0,1 1-1 0 0,-1 4 1 0 0,0-3-106 0 0,1-1 1 0 0,-1 1 0 0 0,1 0 0 0 0,0 0 0 0 0,0 0-1 0 0,0 0 1 0 0,0 0 0 0 0,0 0 0 0 0,1 0 0 0 0,-1 0 0 0 0,1 0-1 0 0,0 0 1 0 0,0 0 0 0 0,0-1 0 0 0,0 1 0 0 0,0 0-1 0 0,1-1 1 0 0,-1 1 0 0 0,1-1 0 0 0,0 1 0 0 0,0-1-1 0 0,0 0 1 0 0,0 1 0 0 0,0-1 0 0 0,0 0 0 0 0,5 3 0 0 0,-2-4 61 0 0,0 1 1 0 0,0-1-1 0 0,0 0 1 0 0,0 0-1 0 0,0-1 1 0 0,0 1-1 0 0,0-1 1 0 0,0 0-1 0 0,1-1 1 0 0,-1 1-1 0 0,0-1 1 0 0,0 0-1 0 0,0 0 1 0 0,0-1-1 0 0,-1 1 1 0 0,1-1-1 0 0,0 0 1 0 0,0-1-1 0 0,-1 1 1 0 0,8-6-1 0 0,-9 6 54 0 0,0 0 0 0 0,1-1 0 0 0,-1 1 0 0 0,0-1 0 0 0,0 0 0 0 0,0 0 0 0 0,-1 0 0 0 0,1 0-1 0 0,-1 0 1 0 0,0-1 0 0 0,0 1 0 0 0,0-1 0 0 0,0 1 0 0 0,0-1 0 0 0,-1 0 0 0 0,1 0 0 0 0,-1 0 0 0 0,0 0-1 0 0,-1 0 1 0 0,1 0 0 0 0,-1 0 0 0 0,1 0 0 0 0,-1 0 0 0 0,0 0 0 0 0,-1 0 0 0 0,0-5 0 0 0,0 7-84 0 0,1 0 1 0 0,-1 0-1 0 0,0 0 1 0 0,0 1-1 0 0,0-1 1 0 0,0 0-1 0 0,0 0 1 0 0,-1 1-1 0 0,1-1 1 0 0,0 1-1 0 0,-1-1 1 0 0,1 1-1 0 0,-1 0 1 0 0,1-1-1 0 0,-1 1 1 0 0,0 0 0 0 0,1 0-1 0 0,-1 0 1 0 0,0 0-1 0 0,0 1 1 0 0,0-1-1 0 0,0 0 1 0 0,0 1-1 0 0,0-1 1 0 0,0 1-1 0 0,0 0 1 0 0,0 0-1 0 0,0-1 1 0 0,0 1-1 0 0,-4 1 1 0 0,-7 0-1120 0 0,1 0 0 0 0,-1 1 0 0 0,-21 6 0 0 0,24-5-663 0 0,-10 2-1010 0 0,3 2-804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8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3905 0 0,'21'-7'6492'0'0,"18"1"-3590"0"0,-4 2-1689 0 0,32-16-332 0 0,11-1-1131 0 0,-27 15-5392 0 0</inkml:trace>
  <inkml:trace contextRef="#ctx0" brushRef="#br0" timeOffset="1">123 111 1304 0 0,'-2'5'455'0'0,"0"1"0"0"0,0 0 0 0 0,0 0 0 0 0,1 0 0 0 0,0 0-1 0 0,0 0 1 0 0,0 0 0 0 0,1 0 0 0 0,0 0 0 0 0,1 9 0 0 0,8 61 1057 0 0,8-24-1380 0 0,0-31-991 0 0,-17-20 782 0 0,1-1 0 0 0,-1 0 0 0 0,1 0 0 0 0,0 1 0 0 0,-1-1 0 0 0,1 0-1 0 0,-1 0 1 0 0,1 0 0 0 0,0 0 0 0 0,-1 0 0 0 0,1 0 0 0 0,0 0-1 0 0,-1 0 1 0 0,1 0 0 0 0,0 0 0 0 0,-1 0 0 0 0,1 0 0 0 0,-1 0 0 0 0,1-1-1 0 0,0 1 1 0 0,-1 0 0 0 0,1 0 0 0 0,-1-1 0 0 0,1 1 0 0 0,0 0-1 0 0,-1-1 1 0 0,1 1 0 0 0,-1-1 0 0 0,1 1 0 0 0,-1-1 0 0 0,0 1 0 0 0,1-1-1 0 0,0 0 1 0 0,9-27-3087 0 0,-7 16 2010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38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2497 0 0,'12'-14'6097'0'0,"17"-5"-3698"0"0,54-25 1200 0 0,-76 41-3414 0 0,0 0 1 0 0,0 1-1 0 0,0-1 1 0 0,0 1 0 0 0,0 1-1 0 0,0-1 1 0 0,0 1-1 0 0,0 1 1 0 0,1-1-1 0 0,12 2 1 0 0,-18 0-163 0 0,0 0 0 0 0,0 0 1 0 0,0 1-1 0 0,0-1 0 0 0,0 1 0 0 0,0-1 1 0 0,-1 1-1 0 0,1-1 0 0 0,-1 1 0 0 0,1 0 1 0 0,-1 0-1 0 0,0 0 0 0 0,1 0 0 0 0,-1 0 1 0 0,0 0-1 0 0,0 0 0 0 0,-1 1 1 0 0,1-1-1 0 0,0 0 0 0 0,-1 0 0 0 0,1 1 1 0 0,-1-1-1 0 0,0 0 0 0 0,0 1 0 0 0,0-1 1 0 0,0 4-1 0 0,-3 66-3300 0 0,-1-55 667 0 0,4-16 2380 0 0,0-1 0 0 0,-1 1 0 0 0,1-1 0 0 0,0 1 0 0 0,0-1 0 0 0,-1 1 0 0 0,1-1 0 0 0,0 1 0 0 0,-1-1 0 0 0,1 1 0 0 0,-1-1 0 0 0,1 1 0 0 0,-1-1 0 0 0,1 1 0 0 0,-1-1 0 0 0,1 0 0 0 0,-1 1 0 0 0,1-1 0 0 0,-1 0-1 0 0,1 1 1 0 0,-1-1 0 0 0,1 0 0 0 0,-1 0 0 0 0,0 0 0 0 0,1 0 0 0 0,-1 1 0 0 0,1-1 0 0 0,-1 0 0 0 0,0 0 0 0 0,1 0 0 0 0,-1 0 0 0 0,0 0 0 0 0,1 0 0 0 0,-2-1 0 0 0,-3 1-2413 0 0</inkml:trace>
  <inkml:trace contextRef="#ctx0" brushRef="#br0" timeOffset="1">81 207 5873 0 0,'17'-1'1970'0'0,"0"1"0"0"0,0-2 1 0 0,0 0-1 0 0,19-6 0 0 0,-31 7-2141 0 0,0-1-1 0 0,1 0 1 0 0,-1 0 0 0 0,0-1 0 0 0,0 1-1 0 0,0-1 1 0 0,6-5 0 0 0,-9 6-314 0 0,0 0 0 0 0,0 1 1 0 0,-1-1-1 0 0,1 0 0 0 0,0-1 0 0 0,-1 1 0 0 0,1 0 0 0 0,-1 0 1 0 0,0-1-1 0 0,0 1 0 0 0,0 0 0 0 0,0-1 0 0 0,0 1 0 0 0,0-1 1 0 0,-1 0-1 0 0,1-3 0 0 0,0 1-3739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2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47 128 6281 0 0,'-29'27'4448'0'0,"27"-26"-4256"0"0,1 1 0 0 0,-1-1 0 0 0,1 1 0 0 0,0-1 0 0 0,-1 1-1 0 0,1 0 1 0 0,0-1 0 0 0,0 1 0 0 0,0 0 0 0 0,0 0 0 0 0,0 0 0 0 0,1 0 0 0 0,-1 0 0 0 0,1 0 0 0 0,-1 0 0 0 0,1 2 0 0 0,5-7-127 0 0,0 1-1 0 0,0-2 0 0 0,0 1 0 0 0,0 0 1 0 0,7-7-1 0 0,22-20-78 0 0,1 1 1 0 0,2 2 0 0 0,70-39-1 0 0,-104 65 19 0 0,-1-1-1 0 0,1 1 1 0 0,0 0-1 0 0,0 0 1 0 0,0 0-1 0 0,0 0 0 0 0,0 0 1 0 0,0 1-1 0 0,0-1 1 0 0,0 1-1 0 0,1 0 1 0 0,-1 0-1 0 0,0 0 0 0 0,0 0 1 0 0,0 1-1 0 0,0-1 1 0 0,0 1-1 0 0,0 0 1 0 0,0 0-1 0 0,5 2 1 0 0,-5-1 19 0 0,1 1 1 0 0,-1 0 0 0 0,0 0 0 0 0,0-1 0 0 0,0 2-1 0 0,0-1 1 0 0,-1 0 0 0 0,1 1 0 0 0,-1-1 0 0 0,0 1 0 0 0,0 0-1 0 0,0-1 1 0 0,2 7 0 0 0,2 11 54 0 0,0 1 0 0 0,-1 0 0 0 0,-1 1-1 0 0,1 32 1 0 0,-5-50-99 0 0,5 102-2202 0 0,-10-36-4903 0 0,2-50 3053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2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6665 0 0,'9'78'7231'0'0,"0"-4"-6182"0"0,-5 24-374 0 0,0-26-2436 0 0,-3-24-3602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2.7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1 5881 0 0,'1'30'2200'0'0,"2"-1"1"0"0,8 36-1 0 0,3 37-3641 0 0,-13-101 1283 0 0,-1 0 1 0 0,0-1-1 0 0,0 1 0 0 0,0 0 0 0 0,0 0 0 0 0,0 0 1 0 0,0 0-1 0 0,0-1 0 0 0,0 1 0 0 0,0 0 1 0 0,0 0-1 0 0,0 0 0 0 0,0 0 0 0 0,-1 0 1 0 0,1-1-1 0 0,0 1 0 0 0,0 0 0 0 0,-1 0 1 0 0,1-1-1 0 0,-1 1 0 0 0,1 0 0 0 0,-1-1 1 0 0,1 1-1 0 0,-1 0 0 0 0,1-1 0 0 0,-1 1 1 0 0,0 0-1 0 0,1-1 0 0 0,-1 1 0 0 0,0-1 0 0 0,0 0 1 0 0,1 1-1 0 0,-1-1 0 0 0,0 1 0 0 0,0-1 1 0 0,1 0-1 0 0,-1 0 0 0 0,0 1 0 0 0,0-1 1 0 0,0 0-1 0 0,0 0 0 0 0,0 0 0 0 0,1 0 1 0 0,-1 0-1 0 0,0 0 0 0 0,0 0 0 0 0,0 0 1 0 0,0-1-1 0 0,1 1 0 0 0,-3-1 0 0 0,-6 0-2149 0 0</inkml:trace>
  <inkml:trace contextRef="#ctx0" brushRef="#br0" timeOffset="1">10 256 4257 0 0,'-1'0'245'0'0,"1"1"-1"0"0,-1-1 1 0 0,0 1-1 0 0,1 0 1 0 0,-1-1-1 0 0,0 1 1 0 0,1-1 0 0 0,-1 1-1 0 0,1 0 1 0 0,-1-1-1 0 0,1 1 1 0 0,-1 0 0 0 0,1 0-1 0 0,0-1 1 0 0,-1 1-1 0 0,1 0 1 0 0,0 0 0 0 0,0 0-1 0 0,-1 0 1 0 0,1-1-1 0 0,0 1 1 0 0,0 0 0 0 0,0 0-1 0 0,0 0 1 0 0,0 0-1 0 0,0 0 1 0 0,1 0-1 0 0,-1 0-44 0 0,1 0-1 0 0,0 0 0 0 0,0-1 1 0 0,0 1-1 0 0,0 0 0 0 0,0-1 1 0 0,0 1-1 0 0,0-1 0 0 0,0 1 1 0 0,0-1-1 0 0,0 0 0 0 0,0 1 1 0 0,0-1-1 0 0,0 0 0 0 0,0 0 1 0 0,0 0-1 0 0,2 0 0 0 0,4 1 274 0 0,1-1 0 0 0,-1 0 0 0 0,0-1 1 0 0,1 0-1 0 0,7-2 0 0 0,29-11 702 0 0,69-18 190 0 0,-97 28-1799 0 0,1 2-1 0 0,-1 0 1 0 0,1 2-1 0 0,0-1 1 0 0,20 4-1 0 0,-27-2-452 0 0,13 1-2787 0 0,-8-4-1750 0 0,-7-1 297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3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0 6473 0 0,'2'17'7195'0'0,"-3"33"-6790"0"0,0-23-30 0 0,-4 83-1335 0 0,-8-39-6548 0 0,9-55 3280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3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5 173 6337 0 0,'-1'0'192'0'0,"1"1"-1"0"0,-1 0 0 0 0,1-1 1 0 0,-1 1-1 0 0,1 0 0 0 0,0 0 0 0 0,-1-1 1 0 0,1 1-1 0 0,0 0 0 0 0,0 0 1 0 0,-1 0-1 0 0,1-1 0 0 0,0 1 1 0 0,0 0-1 0 0,0 0 0 0 0,0 0 0 0 0,0 0 1 0 0,0-1-1 0 0,0 1 0 0 0,0 0 1 0 0,1 0-1 0 0,-1 0 0 0 0,0-1 1 0 0,0 1-1 0 0,1 0 0 0 0,-1 0 1 0 0,1 1-1 0 0,0-2-88 0 0,0 0-1 0 0,0 0 1 0 0,0 0 0 0 0,1 0 0 0 0,-1 0 0 0 0,0 0-1 0 0,0-1 1 0 0,0 1 0 0 0,0 0 0 0 0,0 0 0 0 0,0-1-1 0 0,0 1 1 0 0,0-1 0 0 0,0 1 0 0 0,0-1 0 0 0,0 1 0 0 0,1-2-1 0 0,41-30 698 0 0,-1-11 39 0 0,-26 25-660 0 0,0 1 1 0 0,1 1-1 0 0,1 1 1 0 0,1 0-1 0 0,24-14 0 0 0,-42 28-168 0 0,0 1 0 0 0,-1-1-1 0 0,1 1 1 0 0,0 0-1 0 0,-1-1 1 0 0,1 1 0 0 0,0 0-1 0 0,-1-1 1 0 0,1 1-1 0 0,0 0 1 0 0,0 0-1 0 0,0 0 1 0 0,-1 0 0 0 0,1 0-1 0 0,0-1 1 0 0,0 2-1 0 0,-1-1 1 0 0,1 0 0 0 0,0 0-1 0 0,0 0 1 0 0,-1 0-1 0 0,1 0 1 0 0,0 1-1 0 0,0-1 1 0 0,-1 0 0 0 0,1 0-1 0 0,0 1 1 0 0,-1-1-1 0 0,1 1 1 0 0,0 0 0 0 0,0 0 6 0 0,0 1 0 0 0,0-1 0 0 0,0 1 1 0 0,0-1-1 0 0,-1 1 0 0 0,1 0 1 0 0,-1-1-1 0 0,1 1 0 0 0,-1 0 1 0 0,0 0-1 0 0,1-1 0 0 0,-1 4 0 0 0,-7 57 194 0 0,7-59-205 0 0,-5 24-237 0 0,-1 0 0 0 0,-2 0 0 0 0,0-1 0 0 0,-2 0 0 0 0,0-1 0 0 0,-2 0 0 0 0,-1 0 0 0 0,-21 29 0 0 0,34-54 226 0 0,0 0-1 0 0,0 1 1 0 0,0-1 0 0 0,0 0-1 0 0,0 0 1 0 0,0 0 0 0 0,0 0-1 0 0,0 1 1 0 0,0-1 0 0 0,0 0 0 0 0,0 0-1 0 0,0 0 1 0 0,0 0 0 0 0,0 0-1 0 0,0 1 1 0 0,0-1 0 0 0,0 0-1 0 0,0 0 1 0 0,0 0 0 0 0,0 0 0 0 0,-1 0-1 0 0,1 1 1 0 0,0-1 0 0 0,0 0-1 0 0,0 0 1 0 0,0 0 0 0 0,0 0-1 0 0,0 0 1 0 0,-1 0 0 0 0,1 0 0 0 0,0 0-1 0 0,0 0 1 0 0,0 0 0 0 0,0 1-1 0 0,0-1 1 0 0,-1 0 0 0 0,1 0 0 0 0,0 0-1 0 0,0 0 1 0 0,0 0 0 0 0,0 0-1 0 0,-1 0 1 0 0,1 0 0 0 0,0 0-1 0 0,0 0 1 0 0,0 0 0 0 0,0 0 0 0 0,0 0-1 0 0,-1-1 1 0 0,1 1 0 0 0,0 0-1 0 0,0 0 1 0 0,0 0 0 0 0,0 0-1 0 0,0 0 1 0 0,-1 0 0 0 0,1 0 0 0 0,0 0-1 0 0,0 0 1 0 0,0-1 0 0 0,0 1-1 0 0,0 0 1 0 0,0 0 0 0 0,0 0-1 0 0,-1 0 1 0 0,1 0 0 0 0,0 0 0 0 0,0-1-1 0 0,2-16-167 0 0,12-23 218 0 0,-10 34 76 0 0,0-1-1 0 0,1 0 0 0 0,-1 1 0 0 0,2 0 0 0 0,-1 0 0 0 0,1 0 0 0 0,-1 1 0 0 0,2 0 0 0 0,-1 0 0 0 0,0 1 1 0 0,1-1-1 0 0,0 1 0 0 0,0 1 0 0 0,15-6 0 0 0,-2 3-212 0 0,1 1 0 0 0,1 2-1 0 0,-1 0 1 0 0,23 0 0 0 0,5-1-2351 0 0,-48 4 2300 0 0,1 0-186 0 0,-1 0 0 0 0,1 0 0 0 0,-1 0 0 0 0,0 0 0 0 0,1 0 0 0 0,-1 0-1 0 0,0-1 1 0 0,1 1 0 0 0,-1 0 0 0 0,0-1 0 0 0,1 1 0 0 0,-1-1 0 0 0,0 1 0 0 0,0-1-1 0 0,1 0 1 0 0,-1 1 0 0 0,0-1 0 0 0,0 0 0 0 0,0 0 0 0 0,0 0 0 0 0,0 0 0 0 0,0 0-1 0 0,0 0 1 0 0,0 0 0 0 0,-1 0 0 0 0,2-3 0 0 0,1-1-2764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3.8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6369 0 0,'20'84'7143'0'0,"-9"2"-4408"0"0,-7-51-4353 0 0,1 0 0 0 0,17 62 0 0 0</inkml:trace>
  <inkml:trace contextRef="#ctx0" brushRef="#br0" timeOffset="1">33 155 2713 0 0,'3'-5'1712'0'0,"3"0"-552"0"0,2-1-280 0 0,0 2-175 0 0,0 1-185 0 0,2-1-192 0 0,2 1-160 0 0,-1-1-120 0 0,1-1-160 0 0,-1 0-312 0 0,0 2-481 0 0,-2-2-543 0 0,7 13-2081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4.2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1 230 7882 0 0,'14'-5'1328'0'0,"0"-1"1"0"0,0 0-1 0 0,0-2 1 0 0,12-8-1 0 0,8-8-174 0 0,40-39-1 0 0,-47 38-1085 0 0,1 2 0 0 0,36-24 1 0 0,-63 47-67 0 0,0-1 0 0 0,0 0 0 0 0,1 1 0 0 0,-1-1 0 0 0,0 0 0 0 0,0 1 0 0 0,0 0 0 0 0,0-1 0 0 0,0 1 0 0 0,1 0 0 0 0,-1-1 0 0 0,0 1 0 0 0,0 0 0 0 0,0 0 0 0 0,1 0 0 0 0,-1 0 0 0 0,0 0 0 0 0,0 0 0 0 0,1 0 0 0 0,-1 1 0 0 0,0-1 0 0 0,0 0 0 0 0,0 1-1 0 0,1-1 1 0 0,0 2 1 0 0,0-1-11 0 0,0 1 0 0 0,0-1 0 0 0,-1 1 0 0 0,1 0 0 0 0,-1 0 0 0 0,0 0 0 0 0,0 0 0 0 0,1 0 0 0 0,-1 0 0 0 0,0 0 0 0 0,-1 0 1 0 0,1 0-1 0 0,0 3 0 0 0,3 12-389 0 0,-1 0 0 0 0,0 0 1 0 0,-1 21-1 0 0,-1-17-779 0 0,3 21-1918 0 0,-4-13-1867 0 0,1-11 522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4.6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147 1 6353 0 0,'-4'4'916'0'0,"1"1"0"0"0,-1 0-1 0 0,0 0 1 0 0,1 0-1 0 0,0 0 1 0 0,-3 9 0 0 0,-19 66 641 0 0,18-55-960 0 0,5-17-634 0 0,-54 209 990 0 0,30-71-6783 0 0,23-136 1028 0 0</inkml:trace>
  <inkml:trace contextRef="#ctx0" brushRef="#br0" timeOffset="1">31 225 2729 0 0,'2'1'2848'0'0,"3"2"-967"0"0,2 2-377 0 0,4 2-152 0 0,1 2-280 0 0,1 2-399 0 0,3 1-281 0 0,1 0-232 0 0,2-1-80 0 0,1-2-72 0 0,3-2-160 0 0,1-2-280 0 0,0-1-321 0 0,-1-3-351 0 0,0-1-320 0 0,-5-2-312 0 0,-5-4-313 0 0,-1 1-1592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5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0 3841 0 0,'-1'17'3273'0'0,"2"9"-1313"0"0,0 7-552 0 0,1 5-424 0 0,2-2-375 0 0,0 0-321 0 0,-2-1-88 0 0,2-4-192 0 0,0-3-288 0 0,0-6-417 0 0,1-2-423 0 0,0-6-400 0 0,-1-4-280 0 0,-4-8-273 0 0</inkml:trace>
  <inkml:trace contextRef="#ctx0" brushRef="#br0" timeOffset="1">31 108 3641 0 0,'4'2'2192'0'0,"4"2"-535"0"0,1-1-417 0 0,3 1-416 0 0,-1-4-376 0 0,0 0-216 0 0,1-3-184 0 0,0 1-240 0 0,-1-2-352 0 0,1 0-552 0 0,-1-1-793 0 0,-3-5-1271 0 0,2 6 367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5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1 114 4761 0 0,'1'6'367'0'0,"1"-1"-1"0"0,0 1 1 0 0,1-1 0 0 0,0 0-1 0 0,-1 1 1 0 0,2-1 0 0 0,-1-1 0 0 0,0 1-1 0 0,1 0 1 0 0,0-1 0 0 0,0 0-1 0 0,1 0 1 0 0,7 7 0 0 0,-9-10-269 0 0,0 0 0 0 0,-1 0-1 0 0,1 0 1 0 0,0 0 0 0 0,-1 0 0 0 0,1-1 0 0 0,0 1 0 0 0,0-1 0 0 0,0 0 0 0 0,0 1 0 0 0,-1-1 0 0 0,1-1 0 0 0,0 1 0 0 0,0 0 0 0 0,0-1 0 0 0,0 1 0 0 0,-1-1 0 0 0,1 0-1 0 0,0 0 1 0 0,-1 0 0 0 0,1 0 0 0 0,-1-1 0 0 0,1 1 0 0 0,-1-1 0 0 0,1 1 0 0 0,-1-1 0 0 0,0 0 0 0 0,0 0 0 0 0,0 0 0 0 0,2-3 0 0 0,2-1 6 0 0,-1-1 0 0 0,0 0 0 0 0,0 0 0 0 0,-1 0 0 0 0,0-1 0 0 0,0 1 0 0 0,-1-1 0 0 0,0 0 0 0 0,-1 0 0 0 0,4-16-1 0 0,-5 20-47 0 0,-1 1 0 0 0,1 0-1 0 0,-1-1 1 0 0,0 1 0 0 0,0 0-1 0 0,-1-1 1 0 0,1 1 0 0 0,0 0-1 0 0,-1-1 1 0 0,0 1 0 0 0,0 0-1 0 0,0 0 1 0 0,-2-4 0 0 0,2 5-20 0 0,-1 0-1 0 0,1 0 1 0 0,-1 1 0 0 0,1-1 0 0 0,-1 0 0 0 0,1 1 0 0 0,-1 0-1 0 0,0-1 1 0 0,0 1 0 0 0,0 0 0 0 0,0 0 0 0 0,0 0 0 0 0,0 0-1 0 0,0 0 1 0 0,0 1 0 0 0,0-1 0 0 0,0 0 0 0 0,0 1 0 0 0,-1 0 0 0 0,1-1-1 0 0,0 1 1 0 0,-3 0 0 0 0,0 1-290 0 0,1 0-1 0 0,-1 0 1 0 0,0 0-1 0 0,0 0 1 0 0,1 1 0 0 0,-1 0-1 0 0,1 0 1 0 0,-1 0-1 0 0,1 0 1 0 0,0 1 0 0 0,0 0-1 0 0,0 0 1 0 0,0 0-1 0 0,0 0 1 0 0,1 1-1 0 0,-1-1 1 0 0,-3 6 0 0 0,-11 8-4040 0 0,8-8-343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5.7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5 126 4761 0 0,'0'0'169'0'0,"0"1"0"0"0,0-1 1 0 0,0 0-1 0 0,0 1 0 0 0,0-1 0 0 0,0 0 0 0 0,0 1 1 0 0,1-1-1 0 0,-1 0 0 0 0,0 1 0 0 0,0-1 0 0 0,0 0 0 0 0,0 0 1 0 0,1 1-1 0 0,-1-1 0 0 0,0 0 0 0 0,0 0 0 0 0,0 1 1 0 0,1-1-1 0 0,-1 0 0 0 0,0 0 0 0 0,1 0 0 0 0,-1 1 1 0 0,0-1-1 0 0,0 0 0 0 0,1 0 0 0 0,-1 0 0 0 0,0 0 0 0 0,1 0 1 0 0,-1 0-1 0 0,0 1 0 0 0,1-1 0 0 0,-1 0 0 0 0,1 0 1 0 0,16-2 1792 0 0,12-8-1276 0 0,-8 0-409 0 0,-1-1 1 0 0,-1-1-1 0 0,0-1 0 0 0,0 0 1 0 0,-1-2-1 0 0,28-29 1 0 0,-46 44-276 0 0,0 0 0 0 0,0 0 0 0 0,0 0 0 0 0,0 0 0 0 0,0 0 0 0 0,0 0 0 0 0,-1 0 0 0 0,1 0 0 0 0,0 0 0 0 0,0 0 0 0 0,0 0 1 0 0,0 0-1 0 0,0 0 0 0 0,0 0 0 0 0,0 0 0 0 0,0 0 0 0 0,-1 0 0 0 0,1 0 0 0 0,0 0 0 0 0,0 0 0 0 0,0 0 0 0 0,0 0 0 0 0,0 0 0 0 0,0 0 1 0 0,0 0-1 0 0,0 0 0 0 0,-1 0 0 0 0,1 0 0 0 0,0 0 0 0 0,0 0 0 0 0,0 0 0 0 0,0 0 0 0 0,0 0 0 0 0,0 0 0 0 0,0 0 0 0 0,0 0 0 0 0,0 0 1 0 0,0 0-1 0 0,-1-1 0 0 0,1 1 0 0 0,0 0 0 0 0,0 0 0 0 0,0 0 0 0 0,0 0 0 0 0,0 0 0 0 0,0 0 0 0 0,0 0 0 0 0,0 0 0 0 0,0-1 0 0 0,0 1 1 0 0,0 0-1 0 0,0 0 0 0 0,0 0 0 0 0,0 0 0 0 0,0 0 0 0 0,0 0 0 0 0,0 0 0 0 0,0-1 0 0 0,0 1 0 0 0,0 0 0 0 0,0 0 0 0 0,0 0 1 0 0,0 0-1 0 0,0 0 0 0 0,0 0 0 0 0,0 0 0 0 0,0 0 0 0 0,1 0 0 0 0,-1-1 0 0 0,-16 5 214 0 0,-15 6 65 0 0,9 0-305 0 0,6-4-93 0 0,0 1-1 0 0,1 1 0 0 0,-1 0 0 0 0,-23 19 0 0 0,34-23 92 0 0,1 0 0 0 0,0 0 0 0 0,1 0 0 0 0,-1 0 0 0 0,1 1 0 0 0,0-1 0 0 0,0 1-1 0 0,0 0 1 0 0,0 0 0 0 0,1 0 0 0 0,0 1 0 0 0,0-1 0 0 0,1 0 0 0 0,-1 1 0 0 0,1-1 0 0 0,0 1 0 0 0,1 0 0 0 0,-1 10 0 0 0,4 38-394 0 0,3 0 0 0 0,23 101 0 0 0,-29-153 406 0 0,0 0 0 0 0,1 0 0 0 0,-1 1 0 0 0,1-1 0 0 0,0 0-1 0 0,0 0 1 0 0,0 0 0 0 0,0 0 0 0 0,0 0 0 0 0,0-1 0 0 0,0 1 0 0 0,0 0 0 0 0,1 0 0 0 0,-1-1 0 0 0,1 1 0 0 0,0-1 0 0 0,-1 1-1 0 0,1-1 1 0 0,0 0 0 0 0,0 1 0 0 0,0-1 0 0 0,0 0 0 0 0,0 0 0 0 0,3 1 0 0 0,-1-2 55 0 0,0 1 1 0 0,1-1-1 0 0,-1 0 0 0 0,0 0 1 0 0,0 0-1 0 0,0-1 0 0 0,0 1 1 0 0,0-1-1 0 0,1 0 0 0 0,-1-1 1 0 0,0 1-1 0 0,4-3 0 0 0,7-2-226 0 0,-1-2 0 0 0,0 0-1 0 0,-1-1 1 0 0,0 0-1 0 0,24-22 1 0 0,-36 30-152 0 0,0 0 1 0 0,0 0-1 0 0,0 0 1 0 0,0 0-1 0 0,0 0 1 0 0,0 0-1 0 0,0 0 1 0 0,0-1-1 0 0,0 1 0 0 0,0 0 1 0 0,-1-1-1 0 0,1 1 1 0 0,0 0-1 0 0,-1-1 1 0 0,0 1-1 0 0,1-1 1 0 0,-1 1-1 0 0,0-1 0 0 0,1 1 1 0 0,-1-1-1 0 0,0-1 1 0 0,-2-3-3312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6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1 249 7418 0 0,'7'1'1968'0'0,"4"-1"-528"0"0,3 0-359 0 0,2-2-289 0 0,-2-2-296 0 0,4-1-240 0 0,0-1-112 0 0,2-1-112 0 0,-1-1-168 0 0,0-2-240 0 0,-1 1-480 0 0,-1-2-753 0 0,-2 0-719 0 0,-7-6-849 0 0,4 5-712 0 0</inkml:trace>
  <inkml:trace contextRef="#ctx0" brushRef="#br0" timeOffset="1">333 0 4793 0 0,'0'7'2849'0'0,"2"8"-705"0"0,2 4-544 0 0,-1 5-471 0 0,4 3-513 0 0,-4 1-248 0 0,2 2-168 0 0,-1 2-128 0 0,-1-3-64 0 0,0-1-176 0 0,-1-3-312 0 0,0-4-432 0 0,0-2-513 0 0,1-3-455 0 0,0-5-417 0 0,-5-7-247 0 0,7 0-601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6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0 161 2521 0 0,'40'-13'5888'0'0,"-33"11"-5696"0"0,0 0 0 0 0,0 0 0 0 0,0-1 1 0 0,0 0-1 0 0,8-4 0 0 0,-9 3-188 0 0,0 0-1 0 0,0-1 0 0 0,0 1 1 0 0,-1-1-1 0 0,0 0 1 0 0,0 0-1 0 0,0-1 1 0 0,7-11-1 0 0,-10 14 13 0 0,-1 0-1 0 0,1 0 1 0 0,-1 0-1 0 0,0-1 1 0 0,0 1-1 0 0,0 0 1 0 0,0-1-1 0 0,-1 1 1 0 0,1-1-1 0 0,-1 1 0 0 0,0 0 1 0 0,0-1-1 0 0,0 1 1 0 0,-1-1-1 0 0,1 1 1 0 0,-1-1-1 0 0,0 1 1 0 0,0 0-1 0 0,0-1 1 0 0,-2-3-1 0 0,10 24 1163 0 0,-1 1 0 0 0,-2-1 0 0 0,5 22-1 0 0,8 122 355 0 0,-6-37-1903 0 0,-8-98-289 0 0,5 26-1540 0 0,3-19-3427 0 0,-3-19 1261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6.9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5233 0 0,'29'37'5210'0'0,"64"64"1"0"0,-60-72-4991 0 0,2-1 0 0 0,0-1 0 0 0,2-2 0 0 0,1-2 0 0 0,0-1 0 0 0,2-2 0 0 0,61 22 0 0 0,-28-13-391 0 0,5 1-1557 0 0,-26-14-4230 0 0,-44-14 2765 0 0,-1-2-1235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1:57.3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1 7242 0 0,'-16'52'6511'0'0,"4"1"-4095"0"0,-16 51-891 0 0,-72 131 341 0 0,40-102-2686 0 0,8 1-4699 0 0,38-106-1249 0 0,9-21 2131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2.2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9258 0 0,'2'6'258'0'0,"0"0"1"0"0,1 0-1 0 0,0 0 1 0 0,0-1-1 0 0,0 1 1 0 0,1-1-1 0 0,-1 0 1 0 0,1 0-1 0 0,1 0 0 0 0,-1-1 1 0 0,1 0-1 0 0,-1 1 1 0 0,11 5-1 0 0,-10-7-559 0 0,-1-1 1 0 0,0 0-1 0 0,0 0 0 0 0,1 0 0 0 0,-1-1 0 0 0,1 0 1 0 0,0 1-1 0 0,-1-2 0 0 0,1 1 0 0 0,0 0 0 0 0,-1-1 1 0 0,1 0-1 0 0,0 0 0 0 0,0-1 0 0 0,-1 1 0 0 0,1-1 1 0 0,0 0-1 0 0,-1 0 0 0 0,7-2 0 0 0,-4 2-4077 0 0,-5 3 2224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2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35 5409 0 0,'0'1'186'0'0,"0"0"-1"0"0,0 0 0 0 0,0 0 1 0 0,0 0-1 0 0,0 1 1 0 0,0-1-1 0 0,1 0 1 0 0,-1 0-1 0 0,0 0 1 0 0,1 0-1 0 0,-1 0 1 0 0,1 0-1 0 0,-1 0 0 0 0,1 0 1 0 0,-1 0-1 0 0,1 0 1 0 0,0 0-1 0 0,0 0 1 0 0,-1 0-1 0 0,1 0 1 0 0,0 0-1 0 0,0-1 0 0 0,0 1 1 0 0,0 0-1 0 0,0-1 1 0 0,1 2-1 0 0,1-2-31 0 0,-1 1 0 0 0,1 0 0 0 0,0-1 0 0 0,-1 1-1 0 0,1-1 1 0 0,0 0 0 0 0,0 0 0 0 0,-1 0 0 0 0,1 0-1 0 0,5-1 1 0 0,4-2 22 0 0,0 0-1 0 0,0 0 0 0 0,20-10 0 0 0,-6 0 93 0 0,-13 6-55 0 0,0 1 0 0 0,0 0 1 0 0,16-3-1 0 0,-48 54 1262 0 0,-5-6-1518 0 0,-3-1 1 0 0,-48 54 0 0 0,145-156-1784 0 0,-58 54 1903 0 0,0 0 0 0 0,1 2 0 0 0,-1-1 1 0 0,2 2-1 0 0,26-12 0 0 0,-39 18-63 0 0,0 1 0 0 0,0 0 0 0 0,0 0 0 0 0,0 0 0 0 0,0 0-1 0 0,0 1 1 0 0,1-1 0 0 0,-1 0 0 0 0,0 0 0 0 0,0 1 0 0 0,0-1 0 0 0,0 0 0 0 0,0 1 0 0 0,0-1 0 0 0,0 1 0 0 0,-1-1-1 0 0,1 1 1 0 0,0 0 0 0 0,0-1 0 0 0,0 1 0 0 0,0 0 0 0 0,-1 0 0 0 0,1-1 0 0 0,0 1 0 0 0,-1 0 0 0 0,1 0 0 0 0,-1 0-1 0 0,1 0 1 0 0,0 1 0 0 0,17 39 23 0 0,-6-16-620 0 0,10-2-2437 0 0,-14-15-385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2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53 6097 0 0,'-1'1'161'0'0,"1"-1"1"0"0,-1 0-1 0 0,1 1 0 0 0,-1-1 0 0 0,1 0 0 0 0,-1 1 1 0 0,1-1-1 0 0,0 1 0 0 0,-1-1 0 0 0,1 1 0 0 0,0-1 1 0 0,-1 1-1 0 0,1-1 0 0 0,0 1 0 0 0,-1 0 0 0 0,1-1 1 0 0,0 1-1 0 0,0-1 0 0 0,0 1 0 0 0,0-1 0 0 0,0 1 1 0 0,0 0-1 0 0,0-1 0 0 0,0 1 0 0 0,0 0 0 0 0,0-1 1 0 0,0 1-1 0 0,0-1 0 0 0,0 1 0 0 0,0 0 0 0 0,1-1 0 0 0,-1 1 1 0 0,0 0-1 0 0,20 9 2223 0 0,30-5-872 0 0,-18-10-1324 0 0,0-1 0 0 0,-1-1 0 0 0,1-2 0 0 0,-1-2 1 0 0,43-20-1 0 0,-46 20-130 0 0,-28 10-52 0 0,1 1 1 0 0,0-1-1 0 0,0 0 1 0 0,0 1-1 0 0,0-1 1 0 0,0 1-1 0 0,0-1 1 0 0,0 1 0 0 0,0 0-1 0 0,0-1 1 0 0,0 1-1 0 0,0 0 1 0 0,0 0-1 0 0,0 0 1 0 0,0 0-1 0 0,0 0 1 0 0,0 0-1 0 0,0 0 1 0 0,0 0-1 0 0,0 0 1 0 0,0 0-1 0 0,0 0 1 0 0,0 1-1 0 0,0-1 1 0 0,0 1-1 0 0,0-1 1 0 0,0 0-1 0 0,0 1 1 0 0,0-1-1 0 0,0 1 1 0 0,0 0-1 0 0,0-1 1 0 0,-1 1-1 0 0,1 0 1 0 0,0 0-1 0 0,0-1 1 0 0,-1 1-1 0 0,1 0 1 0 0,-1 0-1 0 0,1 0 1 0 0,-1 0-1 0 0,1 0 1 0 0,-1 0-1 0 0,1 0 1 0 0,-1 0 0 0 0,0 0-1 0 0,1 0 1 0 0,-1 0-1 0 0,0 0 1 0 0,0 0-1 0 0,0 0 1 0 0,0 0-1 0 0,0 0 1 0 0,0 0-1 0 0,0 0 1 0 0,-1 1-1 0 0,0 13-291 0 0,-1-1-1 0 0,0-1 1 0 0,-8 25 0 0 0,3-7-3073 0 0,3-19-569 0 0,4-12 3807 0 0,-1 0-1 0 0,1 0 0 0 0,0 0 1 0 0,0 0-1 0 0,0 0 1 0 0,0 0-1 0 0,-1 1 0 0 0,1-1 1 0 0,0 0-1 0 0,0 0 0 0 0,0 0 1 0 0,-1 0-1 0 0,1 0 1 0 0,0 0-1 0 0,0 0 0 0 0,0 0 1 0 0,-1 0-1 0 0,1 0 0 0 0,0 0 1 0 0,0 0-1 0 0,0 0 1 0 0,-1 0-1 0 0,1 0 0 0 0,0 0 1 0 0,0 0-1 0 0,0 0 1 0 0,-1-1-1 0 0,1 1 0 0 0,0 0 1 0 0,0 0-1 0 0,0 0 0 0 0,0 0 1 0 0,-1 0-1 0 0,1 0 1 0 0,0-1-1 0 0,0 1 0 0 0,0 0 1 0 0,0 0-1 0 0,0 0 0 0 0,-1 0 1 0 0,1-1-1 0 0,0 1 1 0 0,0 0-1 0 0,0 0 0 0 0,0 0 1 0 0,0 0-1 0 0,0-1 0 0 0,0 1 1 0 0,0 0-1 0 0,-2-4-1918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3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0 848 0 0,'-9'8'876'0'0,"1"0"0"0"0,0 0-1 0 0,0 1 1 0 0,1 0 0 0 0,0 1-1 0 0,0-1 1 0 0,1 1 0 0 0,-6 15-1 0 0,9-20-773 0 0,1-1 0 0 0,0 1 0 0 0,1-1-1 0 0,-1 1 1 0 0,1 0 0 0 0,0 0 0 0 0,0 0-1 0 0,0 0 1 0 0,1-1 0 0 0,0 1-1 0 0,0 0 1 0 0,0 0 0 0 0,0 0 0 0 0,1 0-1 0 0,0 0 1 0 0,0 0 0 0 0,0 0-1 0 0,0 0 1 0 0,1-1 0 0 0,0 1 0 0 0,0-1-1 0 0,4 6 1 0 0,-4-7-41 0 0,0-1-1 0 0,0 0 1 0 0,0 0-1 0 0,1 1 1 0 0,0-1-1 0 0,-1-1 1 0 0,1 1-1 0 0,0 0 1 0 0,0-1-1 0 0,-1 1 1 0 0,1-1-1 0 0,0 0 1 0 0,1 0-1 0 0,-1 0 1 0 0,0-1-1 0 0,0 1 1 0 0,6 0-1 0 0,-1-1 77 0 0,-1 0-1 0 0,0 0 1 0 0,0-1-1 0 0,0 0 1 0 0,0 0-1 0 0,0-1 1 0 0,0 0-1 0 0,9-4 1 0 0,-9 4-24 0 0,0-2 0 0 0,0 1 0 0 0,-1-1 0 0 0,0 0 0 0 0,1 0 0 0 0,-1 0 0 0 0,-1-1 0 0 0,7-6 0 0 0,-10 9-86 0 0,0-1 0 0 0,0 0 0 0 0,0 1-1 0 0,0-1 1 0 0,0 0 0 0 0,0 0 0 0 0,-1 0 0 0 0,1 0 0 0 0,-1 0 0 0 0,0-1-1 0 0,0 1 1 0 0,0 0 0 0 0,0-1 0 0 0,-1 1 0 0 0,1 0 0 0 0,-1-8 0 0 0,0 9-14 0 0,-1 0 1 0 0,0-1 0 0 0,1 1 0 0 0,-1 0 0 0 0,0 0 0 0 0,0 0 0 0 0,-1 0-1 0 0,1 0 1 0 0,0 0 0 0 0,-1 0 0 0 0,1 0 0 0 0,-1 0 0 0 0,0 1 0 0 0,1-1 0 0 0,-1 1-1 0 0,0-1 1 0 0,0 1 0 0 0,0 0 0 0 0,0-1 0 0 0,0 1 0 0 0,0 0 0 0 0,0 0 0 0 0,-1 1-1 0 0,1-1 1 0 0,0 0 0 0 0,-1 1 0 0 0,1-1 0 0 0,0 1 0 0 0,-1 0 0 0 0,-4 0 0 0 0,-5-1-256 0 0,-1 0 1 0 0,1 2 0 0 0,-1-1 0 0 0,-18 4-1 0 0,-74 22-6278 0 0,84-21 3316 0 0,11-1 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3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20 7450 0 0,'-7'21'5431'0'0,"6"26"-3851"0"0,1-31-1011 0 0,-2 19-568 0 0,0 71 287 0 0,11-35-6709 0 0,-9-60 1841 0 0,1-6 1390 0 0</inkml:trace>
  <inkml:trace contextRef="#ctx0" brushRef="#br0" timeOffset="1">1 217 3489 0 0,'0'0'201'0'0,"0"-1"0"0"0,0 0 0 0 0,-1 0 0 0 0,1 0 0 0 0,0 0 0 0 0,0 0 1 0 0,0 0-1 0 0,0 0 0 0 0,0 0 0 0 0,0 0 0 0 0,0 1 0 0 0,1-1 0 0 0,-1 0 0 0 0,0 0 0 0 0,0 0 1 0 0,1 0-1 0 0,-1 0 0 0 0,0 0 0 0 0,1 1 0 0 0,-1-1 0 0 0,1 0 0 0 0,-1 0 0 0 0,1 1 0 0 0,0-1 1 0 0,-1 0-1 0 0,1 1 0 0 0,0-1 0 0 0,-1 0 0 0 0,1 1 0 0 0,0-1 0 0 0,0 1 0 0 0,-1-1 0 0 0,1 1 0 0 0,0 0 1 0 0,0-1-1 0 0,0 1 0 0 0,1-1 0 0 0,40-12 743 0 0,-34 11-895 0 0,37-7-624 0 0,6-1-2879 0 0,-47 9 2878 0 0,-1-1-1 0 0,1 1 1 0 0,-1-1 0 0 0,0 1 0 0 0,0-1 0 0 0,0 0-1 0 0,0 0 1 0 0,0-1 0 0 0,0 1 0 0 0,0 0-1 0 0,3-6 1 0 0,-1 1-484 0 0</inkml:trace>
  <inkml:trace contextRef="#ctx0" brushRef="#br0" timeOffset="2">209 2 1704 0 0,'0'0'151'0'0,"0"-1"1"0"0,-1 1-1 0 0,1 0 0 0 0,-1 0 0 0 0,1 0 0 0 0,0 0 0 0 0,-1 0 0 0 0,1 0 0 0 0,-1 0 0 0 0,1 0 0 0 0,-1 0 1 0 0,1 0-1 0 0,0 0 0 0 0,-1 0 0 0 0,1 0 0 0 0,-1 0 0 0 0,1 0 0 0 0,0 1 0 0 0,-1-1 0 0 0,1 0 0 0 0,0 0 1 0 0,-1 0-1 0 0,1 1 0 0 0,-1-1 0 0 0,1 0 0 0 0,0 0 0 0 0,0 1 0 0 0,-1-1 0 0 0,1 0 0 0 0,0 1 1 0 0,-1-1-1 0 0,1 0 0 0 0,0 1 0 0 0,0-1 0 0 0,-1 1 0 0 0,-7 21 2289 0 0,1 22-718 0 0,7-15-1633 0 0,0-1 0 0 0,6 38 0 0 0,-1-9-4367 0 0,-5-57 4124 0 0,0 1 0 0 0,0-1 0 0 0,0 1 0 0 0,0 0 0 0 0,0-1-1 0 0,0 1 1 0 0,0-1 0 0 0,0 1 0 0 0,0-1 0 0 0,0 1 0 0 0,0-1 0 0 0,0 1 0 0 0,0-1 0 0 0,-1 1 0 0 0,1-1 0 0 0,0 1 0 0 0,0-1 0 0 0,-1 1-1 0 0,1-1 1 0 0,0 1 0 0 0,-1-1 0 0 0,1 0 0 0 0,0 1 0 0 0,-1-1 0 0 0,0 1 0 0 0,1-1-6 0 0,-2 6-2353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4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5473 0 0,'1'1'2097'0'0,"6"2"-745"0"0,2 2-376 0 0,2-2-336 0 0,1 0-264 0 0,1-1-152 0 0,1-1-64 0 0,0-2-48 0 0,1-1-96 0 0,-1 1-136 0 0,2-2-184 0 0,-1-2-272 0 0,-1 0-288 0 0,2 1-264 0 0,-6 1-321 0 0,1-2-335 0 0,-6-1-368 0 0,1 6-329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4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4065 0 0,'9'0'1417'0'0,"1"-1"-1"0"0,0 0 1 0 0,-1 0 0 0 0,12-4 0 0 0,59-27 41 0 0,3 0-1406 0 0,-82 31-45 0 0,-1 1 0 0 0,1 0 0 0 0,-1 0 0 0 0,1 0 0 0 0,-1 0 1 0 0,1 0-1 0 0,-1-1 0 0 0,1 1 0 0 0,-1 0 0 0 0,1 0 0 0 0,-1 0 0 0 0,1 1 1 0 0,0-1-1 0 0,-1 0 0 0 0,1 0 0 0 0,-1 0 0 0 0,1 0 0 0 0,-1 0 1 0 0,1 1-1 0 0,-1-1 0 0 0,1 0 0 0 0,-1 0 0 0 0,0 1 0 0 0,1-1 0 0 0,-1 0 1 0 0,1 1-1 0 0,-1-1 0 0 0,0 0 0 0 0,1 1 0 0 0,-1-1 0 0 0,1 1 0 0 0,1 19 331 0 0,-14 31 259 0 0,10-43-533 0 0,0-1-383 0 0,-7 35 717 0 0,9-40-775 0 0,0-1-1 0 0,0 1 1 0 0,0-1-1 0 0,0 0 0 0 0,0 1 1 0 0,1-1-1 0 0,-1 0 1 0 0,0 1-1 0 0,1-1 1 0 0,-1 0-1 0 0,0 0 1 0 0,1 1-1 0 0,0-1 1 0 0,-1 0-1 0 0,1 0 0 0 0,1 2 1 0 0,1-12-6410 0 0</inkml:trace>
  <inkml:trace contextRef="#ctx0" brushRef="#br0" timeOffset="1">70 125 2793 0 0,'-3'7'522'0'0,"-1"-1"1"0"0,1 0 0 0 0,-1 1 0 0 0,2-1 0 0 0,-1 1 0 0 0,1 0-1 0 0,0 0 1 0 0,0 0 0 0 0,1 0 0 0 0,0 0 0 0 0,1 1 0 0 0,-1-1-1 0 0,2 13 1 0 0,-1-17-433 0 0,1 0 1 0 0,-1-1-1 0 0,1 1 0 0 0,0 0 0 0 0,0 0 0 0 0,0-1 0 0 0,1 1 1 0 0,-1-1-1 0 0,0 1 0 0 0,1-1 0 0 0,0 0 0 0 0,-1 1 0 0 0,1-1 1 0 0,0 0-1 0 0,0 0 0 0 0,0 0 0 0 0,1 0 0 0 0,-1-1 1 0 0,0 1-1 0 0,1 0 0 0 0,-1-1 0 0 0,1 0 0 0 0,-1 0 0 0 0,1 0 1 0 0,0 0-1 0 0,-1 0 0 0 0,1 0 0 0 0,0 0 0 0 0,0-1 0 0 0,0 0 1 0 0,-1 1-1 0 0,1-1 0 0 0,0 0 0 0 0,0-1 0 0 0,0 1 1 0 0,0 0-1 0 0,3-2 0 0 0,5 1-106 0 0,1-2 0 0 0,-1 0 1 0 0,0 0-1 0 0,-1-1 0 0 0,1 0 0 0 0,-1 0 1 0 0,1-2-1 0 0,16-10 0 0 0,-21 12-861 0 0,0 0-1 0 0,-1-1 1 0 0,0 1 0 0 0,0-1-1 0 0,0 0 1 0 0,0-1 0 0 0,-1 1-1 0 0,1-1 1 0 0,3-7 0 0 0,-1 2-2571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4.8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 6929 0 0,'0'0'7'0'0,"10"0"7053"0"0,21-8-6733 0 0,-17 2-164 0 0,0 1 0 0 0,0 0-1 0 0,0 0 1 0 0,28-4 0 0 0,-39 9-100 0 0,-1 0 1 0 0,1-1-1 0 0,-1 1 1 0 0,1 0-1 0 0,-1 0 0 0 0,1 1 1 0 0,-1-1-1 0 0,1 0 1 0 0,-1 1-1 0 0,1 0 0 0 0,-1-1 1 0 0,0 1-1 0 0,1 0 1 0 0,-1 0-1 0 0,0 1 0 0 0,3 0 1 0 0,-4 0-20 0 0,0-1-1 0 0,0 1 1 0 0,0 0 0 0 0,0-1 0 0 0,0 1-1 0 0,0 0 1 0 0,0 0 0 0 0,-1-1 0 0 0,1 1 0 0 0,-1 0-1 0 0,1 0 1 0 0,-1 0 0 0 0,0 0 0 0 0,0 0-1 0 0,0 0 1 0 0,0 0 0 0 0,0 0 0 0 0,0 0-1 0 0,0 0 1 0 0,0 0 0 0 0,-1 0 0 0 0,1 0-1 0 0,-1-1 1 0 0,-1 3 0 0 0,-4 16-458 0 0,0-1 0 0 0,-18 33 0 0 0,-9 3-8109 0 0,33-56 8420 0 0,0 1 0 0 0,0 0 0 0 0,0 0 0 0 0,0 0 0 0 0,0-1 0 0 0,0 1 0 0 0,0 0-1 0 0,0 0 1 0 0,0 0 0 0 0,0-1 0 0 0,-1 1 0 0 0,1 0 0 0 0,0 0 0 0 0,0 0 0 0 0,0 0 0 0 0,0-1-1 0 0,0 1 1 0 0,0 0 0 0 0,-1 0 0 0 0,1 0 0 0 0,0 0 0 0 0,0 0 0 0 0,0-1 0 0 0,0 1 0 0 0,-1 0 0 0 0,1 0-1 0 0,0 0 1 0 0,0 0 0 0 0,0 0 0 0 0,-1 0 0 0 0,1 0 0 0 0,0 0 0 0 0,0 0 0 0 0,0 0 0 0 0,-1 0-1 0 0,1 0 1 0 0,0 0 0 0 0,0 0 0 0 0,0 0 0 0 0,-1 0 0 0 0,1 0 0 0 0,0 0 0 0 0,0 0 0 0 0,0 0 0 0 0,-1 0-1 0 0,1 0 1 0 0,0 0 0 0 0,0 0 0 0 0,0 1 0 0 0,-1-1 0 0 0,1 0 0 0 0,0 0 0 0 0,0 0 0 0 0,0 0-1 0 0,0 0 1 0 0,0 1 0 0 0,-1-1 0 0 0,1 0 0 0 0,0 0 0 0 0,0 0 0 0 0,0 0 0 0 0,0 1 0 0 0,0-1 0 0 0,1-4-819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5.2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1456 0 0,'0'-2'373'0'0,"0"1"-1"0"0,0-1 0 0 0,0 1 0 0 0,1-1 0 0 0,-1 1 1 0 0,0-1-1 0 0,1 1 0 0 0,-1-1 0 0 0,1 1 0 0 0,-1 0 1 0 0,1-1-1 0 0,-1 1 0 0 0,1 0 0 0 0,0-1 0 0 0,0 1 1 0 0,0 0-1 0 0,0 0 0 0 0,0 0 0 0 0,1-2 0 0 0,1 2-27 0 0,-1-1-1 0 0,0 1 1 0 0,0 0 0 0 0,0 0-1 0 0,1 0 1 0 0,-1 0-1 0 0,1 0 1 0 0,-1 1-1 0 0,1-1 1 0 0,-1 1-1 0 0,3-1 1 0 0,10 1 204 0 0,-1 0 1 0 0,1 1 0 0 0,22 5-1 0 0,-2-1-548 0 0,-21-5-279 0 0,23 3-1129 0 0,-14 5-3588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5.5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72 145 3913 0 0,'2'23'5832'0'0,"2"-2"-3362"0"0,-3-14-2409 0 0,0-1-1 0 0,0 1 1 0 0,0 0 0 0 0,0 0-1 0 0,-1 0 1 0 0,0-1-1 0 0,-2 10 1 0 0,-1 6-1013 0 0,-2 0 1 0 0,0 0-1 0 0,-1 0 1 0 0,-1-1-1 0 0,-2 0 0 0 0,-18 35 1 0 0,27-55 1058 0 0,0-1 0 0 0,-1 0 0 0 0,1 1 0 0 0,0-1 0 0 0,0 0 0 0 0,0 1 0 0 0,-1-1 0 0 0,1 0 0 0 0,0 1 0 0 0,0-1 0 0 0,-1 0 0 0 0,1 0 0 0 0,0 1 0 0 0,-1-1 0 0 0,1 0 0 0 0,0 0 0 0 0,-1 0 0 0 0,1 1 0 0 0,-1-1 0 0 0,1 0 0 0 0,0 0 0 0 0,-1 0 0 0 0,1 0 0 0 0,0 0 0 0 0,-1 0 0 0 0,1 0 0 0 0,-1 0 0 0 0,1 0 0 0 0,0 0-1 0 0,-1 0 1 0 0,1 0 0 0 0,-1 0 0 0 0,1 0 0 0 0,0 0 0 0 0,-1 0 0 0 0,1 0 0 0 0,-1-1 0 0 0,1 1 0 0 0,0 0 0 0 0,-1 0 0 0 0,1 0 0 0 0,0-1 0 0 0,-1 1 0 0 0,1 0 0 0 0,0 0 0 0 0,0-1 0 0 0,-1 1 0 0 0,1 0 0 0 0,0-1 0 0 0,0 1 0 0 0,-1-1 0 0 0,1 0 28 0 0,0 1 0 0 0,-1-1 0 0 0,1 1 0 0 0,0-1-1 0 0,0 0 1 0 0,0 1 0 0 0,0-1 0 0 0,0 0 0 0 0,0 1-1 0 0,0-1 1 0 0,0 0 0 0 0,0 1 0 0 0,0-1 0 0 0,0 0 0 0 0,0 1-1 0 0,1-1 1 0 0,-1 0 0 0 0,0 1 0 0 0,0-1 0 0 0,1 0-1 0 0,-1 1 1 0 0,1-1 0 0 0,-1 1 0 0 0,0-1 0 0 0,1 1-1 0 0,-1-1 1 0 0,1 1 0 0 0,-1-1 0 0 0,1 1 0 0 0,-1-1-1 0 0,1 1 1 0 0,-1 0 0 0 0,1-1 0 0 0,0 1 0 0 0,0-1 0 0 0,12-4 42 0 0,1 1 1 0 0,-1 0 0 0 0,1 1 0 0 0,-1 0 0 0 0,1 1 0 0 0,0 1 0 0 0,0 0 0 0 0,21 2 0 0 0,30-4-6474 0 0,-64 3 6166 0 0,-1 0 0 0 0,0 0 0 0 0,0 0 0 0 0,1 0 0 0 0,-1 0 0 0 0,0 0 1 0 0,1 0-1 0 0,-1 0 0 0 0,0 0 0 0 0,0 0 0 0 0,1 0 0 0 0,-1 0 0 0 0,0 0 0 0 0,0 0 0 0 0,1 0 0 0 0,-1 0 0 0 0,0 0 0 0 0,0-1 0 0 0,1 1 0 0 0,-1 0 0 0 0,0 0 0 0 0,0 0 0 0 0,1 0 0 0 0,-1-1 0 0 0,0 1 1 0 0,0 0-1 0 0,0 0 0 0 0,0-1 0 0 0,1 1 0 0 0,-1 0 0 0 0,0 0 0 0 0,0-1 0 0 0,0 1 0 0 0,0 0 0 0 0,0 0 0 0 0,0-1 0 0 0,0 1 0 0 0,0 0 0 0 0,0 0 0 0 0,0-1 0 0 0,0 1 0 0 0,0 0 0 0 0,0-1 0 0 0,0 1 1 0 0,0 0-1 0 0,0 0 0 0 0,0-1 0 0 0,0 1 0 0 0,0 0 0 0 0,0 0 0 0 0,0-1 0 0 0,0 1 0 0 0,0 0 0 0 0,-1-1 0 0 0,1-1-450 0 0,0-4-2606 0 0</inkml:trace>
  <inkml:trace contextRef="#ctx0" brushRef="#br0" timeOffset="1">204 1 6569 0 0,'3'2'574'0'0,"-1"1"0"0"0,1-1 0 0 0,0 0-1 0 0,1 0 1 0 0,-1 0 0 0 0,0 0 0 0 0,1-1 0 0 0,-1 1-1 0 0,0-1 1 0 0,6 1 0 0 0,38 5 1652 0 0,-39-6-2251 0 0,1 0 0 0 0,-1 0 0 0 0,0 0 0 0 0,0 1 0 0 0,14 6 0 0 0,-20-7 60 0 0,1 0-1 0 0,-1 1 0 0 0,0-1 1 0 0,0 1-1 0 0,0 0 1 0 0,0-1-1 0 0,0 1 0 0 0,0 0 1 0 0,0 0-1 0 0,-1 1 1 0 0,1-1-1 0 0,-1 0 1 0 0,1 0-1 0 0,-1 1 0 0 0,0-1 1 0 0,0 1-1 0 0,0-1 1 0 0,0 1-1 0 0,0-1 0 0 0,-1 1 1 0 0,1 0-1 0 0,-1 3 1 0 0,3 26-213 0 0,-3 57 1 0 0,-1-37-5351 0 0,1-52 5376 0 0,0 0 0 0 0,-1 0 0 0 0,1 0 1 0 0,0 0-1 0 0,0 0 0 0 0,-1 0 0 0 0,1 0 0 0 0,0 0 0 0 0,0 0 0 0 0,-1-1 0 0 0,1 1 1 0 0,0 0-1 0 0,0 0 0 0 0,-1 0 0 0 0,1 0 0 0 0,0 0 0 0 0,0 0 0 0 0,0 0 1 0 0,-1-1-1 0 0,1 1 0 0 0,0 0 0 0 0,0 0 0 0 0,0 0 0 0 0,-1 0 0 0 0,1-1 0 0 0,0 1 1 0 0,0 0-1 0 0,0 0 0 0 0,0 0 0 0 0,0-1 0 0 0,0 1 0 0 0,0 0 0 0 0,-1 0 0 0 0,1-1 1 0 0,0 1-1 0 0,0 0 0 0 0,0 0 0 0 0,0-1 0 0 0,0 1 0 0 0,0 0 0 0 0,0-1 0 0 0,-1-6-2575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5.9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0 146 1224 0 0,'1'-4'5781'0'0,"12"-7"-3812"0"0,25-16-2438 0 0,-26 18 1254 0 0,12-8-401 0 0,0 0 1 0 0,1 1-1 0 0,1 2 0 0 0,36-16 1 0 0,-62 30-348 0 0,0 0 1 0 0,1 0 0 0 0,-1 0-1 0 0,0 0 1 0 0,0 0-1 0 0,1 0 1 0 0,-1 0 0 0 0,0 0-1 0 0,0 0 1 0 0,1 0-1 0 0,-1 0 1 0 0,0 0 0 0 0,0 0-1 0 0,0 0 1 0 0,1 0 0 0 0,-1 0-1 0 0,0 0 1 0 0,0 0-1 0 0,0 0 1 0 0,1 0 0 0 0,-1 1-1 0 0,0-1 1 0 0,0 0-1 0 0,0 0 1 0 0,1 0 0 0 0,-1 0-1 0 0,0 0 1 0 0,0 1-1 0 0,0-1 1 0 0,0 0 0 0 0,0 0-1 0 0,1 0 1 0 0,-1 1 0 0 0,0-1-1 0 0,0 0 1 0 0,0 0-1 0 0,0 0 1 0 0,0 1 0 0 0,0-1-1 0 0,0 0 1 0 0,0 0-1 0 0,0 1 1 0 0,0 16 1000 0 0,-9 26-95 0 0,7-32-767 0 0,-10 84-2073 0 0,10-65-2418 0 0,-3-18-697 0 0,4-7 2026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6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 2625 0 0,'-4'29'1116'0'0,"-3"58"-136"0"0,6-79-866 0 0,2 0 0 0 0,-1 0 0 0 0,1 0 0 0 0,0 0 0 0 0,1 0 0 0 0,0-1 0 0 0,0 1 0 0 0,5 11 0 0 0,-6-18 18 0 0,0 0 0 0 0,1 0 0 0 0,-1 1 0 0 0,0-1 0 0 0,0-1 1 0 0,1 1-1 0 0,-1 0 0 0 0,0 0 0 0 0,1 0 0 0 0,-1-1 0 0 0,0 1 1 0 0,1 0-1 0 0,-1-1 0 0 0,1 0 0 0 0,0 1 0 0 0,-1-1 0 0 0,1 0 0 0 0,-1 0 1 0 0,1 0-1 0 0,-1 0 0 0 0,1 0 0 0 0,-1 0 0 0 0,1 0 0 0 0,0 0 1 0 0,-1-1-1 0 0,1 1 0 0 0,-1 0 0 0 0,1-1 0 0 0,-1 0 0 0 0,3-1 1 0 0,54-25 1696 0 0,-46 21-1746 0 0,19-9-58 0 0,45-24-5549 0 0,-62 32 1531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6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2881 0 0,'0'0'247'0'0,"0"1"0"0"0,0-1 0 0 0,0 0 0 0 0,0 1 0 0 0,0-1 0 0 0,0 0 0 0 0,0 1 0 0 0,0-1 0 0 0,3 6 4940 0 0,-3-6-4940 0 0,1 0 0 0 0,-1 0 0 0 0,0 1 0 0 0,1-1 0 0 0,-1 0 0 0 0,0 0 0 0 0,1 0 0 0 0,-1 0 0 0 0,0 0 0 0 0,1 0 0 0 0,-1 0 0 0 0,0 0 0 0 0,1 0 0 0 0,-1 0 0 0 0,1 0 0 0 0,30 2 2782 0 0,35-8-2589 0 0,-16-3-309 0 0,44-6-140 0 0,-85 14-683 0 0,0 1 0 0 0,-1 0 1 0 0,1 1-1 0 0,16 3 0 0 0,-20-1-3980 0 0,-13 0 1753 0 0,-17-3-132 0 0,10-3 1606 0 0,1 0-395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7.1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 1248 0 0,'-4'6'794'0'0,"1"1"0"0"0,-1 0 0 0 0,2 0 0 0 0,-1 0-1 0 0,1 1 1 0 0,0-1 0 0 0,-1 8 0 0 0,1 2-267 0 0,0 0 0 0 0,1-1-1 0 0,0 1 1 0 0,4 22 0 0 0,-3-31-628 0 0,11 50 121 0 0,8-23-4701 0 0,-8-24 1002 0 0</inkml:trace>
  <inkml:trace contextRef="#ctx0" brushRef="#br0" timeOffset="1">136 16 6593 0 0,'-2'10'1945'0'0,"-1"2"-881"0"0,0 4-360 0 0,1 1-240 0 0,2 0-216 0 0,0 1-120 0 0,0 1-72 0 0,0 1-120 0 0,0-1-240 0 0,2 1-368 0 0,-2-1-496 0 0,-2-1-464 0 0,1-1-305 0 0,-12-7-7 0 0,9 3-793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7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6 337 5953 0 0,'-5'2'5517'0'0,"11"0"-3247"0"0,16 0-932 0 0,143-36-385 0 0,-58 2-8298 0 0,-77 17 2490 0 0,-15 8 1896 0 0</inkml:trace>
  <inkml:trace contextRef="#ctx0" brushRef="#br0" timeOffset="1">390 1 6697 0 0,'-5'11'2105'0'0,"-1"4"-945"0"0,-1 7-464 0 0,3 0-280 0 0,1-1-232 0 0,1 6-88 0 0,2-1-64 0 0,2 2-192 0 0,-1 1-264 0 0,2 1-448 0 0,-1-2-520 0 0,-2-2-609 0 0,-8-7-1007 0 0,7 3 143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7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32 5537 0 0,'18'0'6103'0'0,"27"-10"-5631"0"0,-32 7 149 0 0,9-2-389 0 0,-10 2-178 0 0,-1 0 1 0 0,1 0 0 0 0,0 1-1 0 0,0 0 1 0 0,1 1-1 0 0,-1 1 1 0 0,0 0 0 0 0,0 1-1 0 0,22 3 1 0 0,-33-4-52 0 0,-1 1 1 0 0,1-1-1 0 0,0 0 0 0 0,-1 0 1 0 0,1 1-1 0 0,0-1 0 0 0,-1 0 1 0 0,1 1-1 0 0,0-1 0 0 0,-1 1 1 0 0,1-1-1 0 0,-1 1 0 0 0,1-1 1 0 0,-1 1-1 0 0,1-1 0 0 0,-1 1 1 0 0,1 0-1 0 0,-1-1 1 0 0,0 1-1 0 0,1 0 0 0 0,-1-1 1 0 0,0 1-1 0 0,0 0 0 0 0,1-1 1 0 0,-1 1-1 0 0,0 0 0 0 0,0-1 1 0 0,0 2-1 0 0,-9 22 41 0 0,-27 16-31 0 0,35-39-12 0 0,-11 10-14 0 0,7-7-7 0 0,0 0-1 0 0,0 0 0 0 0,0 1 0 0 0,0 0 1 0 0,1 0-1 0 0,0 0 0 0 0,0 1 0 0 0,0-1 0 0 0,1 1 1 0 0,0 0-1 0 0,-5 12 0 0 0,9-18-3 0 0,0 0-1 0 0,0 1 1 0 0,0-1-1 0 0,0 0 1 0 0,-1 0 0 0 0,1 0-1 0 0,0 0 1 0 0,0 0-1 0 0,0 0 1 0 0,0 0-1 0 0,0 0 1 0 0,0 0 0 0 0,0 0-1 0 0,-1-1 1 0 0,1 1-1 0 0,0 0 1 0 0,0-1-1 0 0,0 1 1 0 0,0 0 0 0 0,-1-1-1 0 0,1 1 1 0 0,0-1-1 0 0,0 1 1 0 0,0-2-1 0 0,29-12-253 0 0,-4-1-404 0 0,-5 5-1186 0 0,-1-1 0 0 0,0-1 0 0 0,-1-1 0 0 0,33-29 0 0 0,-34 26-249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8.2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1 2369 0 0,'-4'-1'621'0'0,"0"1"0"0"0,0 0 1 0 0,0 1-1 0 0,0-1 1 0 0,0 1-1 0 0,0-1 0 0 0,0 1 1 0 0,1 0-1 0 0,-1 1 1 0 0,0-1-1 0 0,-5 3 0 0 0,3 0-382 0 0,0-1 0 0 0,0 1-1 0 0,0 0 1 0 0,0 1 0 0 0,1-1-1 0 0,-8 10 1 0 0,10-11-236 0 0,0-1 1 0 0,0 1-1 0 0,1 0 1 0 0,0 0-1 0 0,-1 0 0 0 0,1 1 1 0 0,1-1-1 0 0,-1 0 0 0 0,0 1 1 0 0,1-1-1 0 0,-1 1 1 0 0,1 0-1 0 0,0-1 0 0 0,0 1 1 0 0,1 0-1 0 0,-1 0 0 0 0,1 0 1 0 0,0 0-1 0 0,0-1 1 0 0,0 1-1 0 0,0 0 0 0 0,1 0 1 0 0,0 0-1 0 0,0-1 0 0 0,0 1 1 0 0,0 0-1 0 0,3 6 0 0 0,-2-8-1 0 0,-1 0-1 0 0,1-1 0 0 0,0 1 0 0 0,0-1 0 0 0,0 1 0 0 0,0-1 0 0 0,0 0 0 0 0,0 1 0 0 0,0-1 0 0 0,0 0 0 0 0,1 0 0 0 0,-1-1 0 0 0,0 1 0 0 0,1 0 0 0 0,-1-1 0 0 0,1 0 0 0 0,-1 1 0 0 0,0-1 0 0 0,1 0 0 0 0,-1 0 0 0 0,1 0 0 0 0,-1-1 1 0 0,1 1-1 0 0,-1-1 0 0 0,0 1 0 0 0,1-1 0 0 0,-1 0 0 0 0,0 1 0 0 0,0-1 0 0 0,1-1 0 0 0,2 0 0 0 0,8-5 65 0 0,-1 1 0 0 0,1-1 0 0 0,20-16 0 0 0,-26 18-10 0 0,-1-1-1 0 0,0 1 1 0 0,0-1 0 0 0,0 0 0 0 0,6-10-1 0 0,-11 16-43 0 0,0-1-1 0 0,-1 0 0 0 0,1 0 0 0 0,0 0 0 0 0,-1 0 0 0 0,1 0 1 0 0,-1 0-1 0 0,0 0 0 0 0,1 0 0 0 0,-1 0 0 0 0,0 0 0 0 0,1 0 0 0 0,-1 0 1 0 0,0 0-1 0 0,0-1 0 0 0,0 1 0 0 0,0 0 0 0 0,0 0 0 0 0,0 0 1 0 0,0 0-1 0 0,0 0 0 0 0,-1 0 0 0 0,1 0 0 0 0,0 0 0 0 0,-1 0 1 0 0,1 0-1 0 0,0 0 0 0 0,-1 0 0 0 0,0 0 0 0 0,1 0 0 0 0,-1 0 1 0 0,1 0-1 0 0,-1 0 0 0 0,0 0 0 0 0,0 0 0 0 0,0 1 0 0 0,1-1 0 0 0,-1 0 1 0 0,0 1-1 0 0,0-1 0 0 0,0 0 0 0 0,0 1 0 0 0,0-1 0 0 0,0 1 1 0 0,0 0-1 0 0,0-1 0 0 0,0 1 0 0 0,0 0 0 0 0,0 0 0 0 0,-1-1 1 0 0,0 1-1 0 0,-3-1-8 0 0,1 1 0 0 0,-1-1 0 0 0,1 1 1 0 0,-1-1-1 0 0,0 2 0 0 0,1-1 0 0 0,-1 0 0 0 0,0 1 1 0 0,1 0-1 0 0,-1 0 0 0 0,1 0 0 0 0,-1 0 1 0 0,1 1-1 0 0,0 0 0 0 0,0 0 0 0 0,0 0 0 0 0,0 0 1 0 0,0 1-1 0 0,0 0 0 0 0,0-1 0 0 0,1 1 0 0 0,-1 1 1 0 0,1-1-1 0 0,0 0 0 0 0,0 1 0 0 0,-4 6 1 0 0,-1 1-27 0 0,1 0 0 0 0,0 1 0 0 0,1 0 1 0 0,0 0-1 0 0,1 0 0 0 0,0 1 1 0 0,1 0-1 0 0,-2 14 0 0 0,2-7 57 0 0,2 1 0 0 0,0 0-1 0 0,2 0 1 0 0,0 0-1 0 0,3 21 1 0 0,-2-34-223 0 0,0-1 0 0 0,0 1 0 0 0,1 0 0 0 0,0-1 0 0 0,0 0 0 0 0,0 0 1 0 0,1 1-1 0 0,0-1 0 0 0,1-1 0 0 0,-1 1 0 0 0,1-1 0 0 0,1 1 0 0 0,-1-1 0 0 0,1 0 0 0 0,0 0 0 0 0,12 9 0 0 0,-17-14 47 0 0,1-1-1 0 0,-1 1 0 0 0,1-1 0 0 0,0 0 0 0 0,-1 1 1 0 0,1-1-1 0 0,0 0 0 0 0,-1 1 0 0 0,1-1 0 0 0,0 0 0 0 0,0 0 1 0 0,-1 1-1 0 0,1-1 0 0 0,0 0 0 0 0,0 0 0 0 0,-1 0 1 0 0,1 0-1 0 0,0 0 0 0 0,0 0 0 0 0,-1 0 0 0 0,1 0 1 0 0,0 0-1 0 0,0-1 0 0 0,-1 1 0 0 0,1 0 0 0 0,0 0 1 0 0,-1-1-1 0 0,1 1 0 0 0,0 0 0 0 0,-1-1 0 0 0,1 1 0 0 0,0-1 1 0 0,-1 1-1 0 0,1-1 0 0 0,-1 1 0 0 0,1-1 0 0 0,-1 1 1 0 0,1-1-1 0 0,-1 0 0 0 0,1 1 0 0 0,-1-1 0 0 0,0 0 1 0 0,1 1-1 0 0,-1-1 0 0 0,0 0 0 0 0,1-1 0 0 0,6-9-2244 0 0</inkml:trace>
  <inkml:trace contextRef="#ctx0" brushRef="#br0" timeOffset="1">157 139 4113 0 0,'2'17'2448'0'0,"1"5"-1047"0"0,0 5-513 0 0,0 0-344 0 0,-1-4-304 0 0,1 2-152 0 0,0-2-32 0 0,-2 1-128 0 0,1-4-144 0 0,-1-2-264 0 0,-1-1-352 0 0,-3-1-345 0 0,-1-1-311 0 0,-4-4-320 0 0,-1 2-1017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8.6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61 5713 0 0,'7'-1'6417'0'0,"25"-3"-3971"0"0,145-11 1882 0 0,-59 0-7059 0 0,-90 12 1170 0 0,-25 3 871 0 0,0-1-1 0 0,1 1 0 0 0,-1-1 0 0 0,0 0 0 0 0,1 1 1 0 0,-1-2-1 0 0,0 1 0 0 0,0 0 0 0 0,0-1 0 0 0,0 1 1 0 0,0-1-1 0 0,3-2 0 0 0,5-3-3541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8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3929 0 0,'24'20'9430'0'0,"22"7"-7767"0"0,12 9-5275 0 0,-57-36 3373 0 0,0 0-1 0 0,-1 1 0 0 0,1-1 1 0 0,0 0-1 0 0,-1 1 0 0 0,1-1 1 0 0,-1 1-1 0 0,1-1 0 0 0,0 1 1 0 0,-1-1-1 0 0,1 1 0 0 0,-1-1 0 0 0,1 1 1 0 0,-1-1-1 0 0,1 1 0 0 0,-1 0 1 0 0,0-1-1 0 0,1 1 0 0 0,-1 0 1 0 0,0-1-1 0 0,0 1 0 0 0,1 0 1 0 0,-1 0-1 0 0,0-1 0 0 0,0 1 1 0 0,0 0-1 0 0,0 0 0 0 0,0-1 0 0 0,0 1 1 0 0,0 0-1 0 0,0 0 0 0 0,0 0 1 0 0,-2 5-2558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9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 4593 0 0,'-2'2'297'0'0,"0"-1"1"0"0,0 0-1 0 0,1 1 0 0 0,-1 0 1 0 0,0-1-1 0 0,1 1 0 0 0,-1 0 0 0 0,1 0 1 0 0,0 0-1 0 0,0 0 0 0 0,-1 0 1 0 0,1 0-1 0 0,1 0 0 0 0,-1 0 1 0 0,0 1-1 0 0,0-1 0 0 0,1 0 1 0 0,-1 0-1 0 0,1 5 0 0 0,0-7-237 0 0,0 1-1 0 0,0 0 1 0 0,0 0-1 0 0,1-1 1 0 0,-1 1 0 0 0,0 0-1 0 0,0 0 1 0 0,1-1-1 0 0,-1 1 1 0 0,1 0-1 0 0,-1-1 1 0 0,1 1 0 0 0,-1-1-1 0 0,1 1 1 0 0,-1-1-1 0 0,1 1 1 0 0,-1-1-1 0 0,1 1 1 0 0,0-1 0 0 0,-1 1-1 0 0,1-1 1 0 0,1 1-1 0 0,0 0 12 0 0,0-1 0 0 0,0 1-1 0 0,0-1 1 0 0,0 1 0 0 0,1-1-1 0 0,-1 0 1 0 0,0 0 0 0 0,0 0-1 0 0,1 0 1 0 0,-1 0 0 0 0,3-1-1 0 0,12-3 479 0 0,-1-1 0 0 0,1 0-1 0 0,25-12 1 0 0,-30 11-325 0 0,0 0 0 0 0,0 2 0 0 0,1 0 0 0 0,-1 0 0 0 0,1 1 1 0 0,0 0-1 0 0,16 0 0 0 0,-28 3-204 0 0,0 0-1 0 0,-1 0 1 0 0,1 0 0 0 0,-1 0-1 0 0,1 1 1 0 0,-1-1 0 0 0,1 0-1 0 0,-1 1 1 0 0,1-1 0 0 0,-1 0-1 0 0,0 1 1 0 0,1-1 0 0 0,-1 0-1 0 0,1 1 1 0 0,-1-1 0 0 0,0 1-1 0 0,1-1 1 0 0,-1 1 0 0 0,0-1 0 0 0,1 1-1 0 0,-1-1 1 0 0,0 1 0 0 0,0-1-1 0 0,0 1 1 0 0,0-1 0 0 0,1 1-1 0 0,-1-1 1 0 0,0 1 0 0 0,0 0-1 0 0,0-1 1 0 0,0 1 0 0 0,0-1-1 0 0,0 1 1 0 0,0-1 0 0 0,0 1-1 0 0,-1 0 1 0 0,1-1 0 0 0,0 1-1 0 0,0-1 1 0 0,0 1 0 0 0,-1-1 0 0 0,1 1-1 0 0,0-1 1 0 0,0 1 0 0 0,-1-1-1 0 0,1 1 1 0 0,-1-1 0 0 0,-13 31 224 0 0,13-29-222 0 0,-9 15-121 0 0,0 0 0 0 0,-1 0 0 0 0,0-1 0 0 0,-2 0 1 0 0,1-1-1 0 0,-2-1 0 0 0,0 0 0 0 0,-21 16 0 0 0,34-30 68 0 0,1 1 1 0 0,0-1-1 0 0,0 0 0 0 0,0 0 0 0 0,-1 1 0 0 0,1-1 1 0 0,0 0-1 0 0,0 0 0 0 0,0 1 0 0 0,-1-1 0 0 0,1 0 1 0 0,0 0-1 0 0,-1 1 0 0 0,1-1 0 0 0,0 0 0 0 0,-1 0 0 0 0,1 0 1 0 0,0 0-1 0 0,-1 0 0 0 0,1 0 0 0 0,0 0 0 0 0,-1 1 1 0 0,1-1-1 0 0,0 0 0 0 0,-1 0 0 0 0,1 0 0 0 0,0 0 0 0 0,-1 0 1 0 0,1-1-1 0 0,0 1 0 0 0,-1 0 0 0 0,1 0 0 0 0,0 0 1 0 0,-1 0-1 0 0,1 0 0 0 0,0 0 0 0 0,0 0 0 0 0,-1-1 0 0 0,1 1 1 0 0,0 0-1 0 0,-1 0 0 0 0,1 0 0 0 0,0-1 0 0 0,-1 1 1 0 0,5-19-914 0 0,15-20 52 0 0,-12 26 860 0 0,2 1-1 0 0,0 0 0 0 0,0 1 0 0 0,1 0 0 0 0,0 0 1 0 0,1 1-1 0 0,0 1 0 0 0,13-9 0 0 0,-16 12 351 0 0,1 1 0 0 0,-1 0 0 0 0,1 1 0 0 0,0 0 0 0 0,1 0 0 0 0,-1 1 0 0 0,18-4 0 0 0,-25 7-198 0 0,1 1 0 0 0,-1 0 1 0 0,1 0-1 0 0,-1 0 0 0 0,0 0 1 0 0,1 0-1 0 0,-1 1 0 0 0,0-1 0 0 0,0 1 1 0 0,0-1-1 0 0,0 1 0 0 0,0 0 1 0 0,-1-1-1 0 0,1 1 0 0 0,0 0 0 0 0,-1 0 1 0 0,1 1-1 0 0,-1-1 0 0 0,0 0 1 0 0,2 4-1 0 0,20 22-724 0 0,-13-21 147 0 0,6 5-3396 0 0,-16-12 3716 0 0,1 0 0 0 0,-1 0 0 0 0,0 0 0 0 0,0 1 0 0 0,0-1 0 0 0,0 0 0 0 0,0 0 0 0 0,0 1 0 0 0,0-1 0 0 0,0 0 0 0 0,0 0 1 0 0,0 1-1 0 0,0-1 0 0 0,0 0 0 0 0,0 0 0 0 0,0 1 0 0 0,0-1 0 0 0,0 0 0 0 0,0 0 0 0 0,0 1 0 0 0,0-1 0 0 0,0 0 0 0 0,0 0 0 0 0,-1 1 0 0 0,1-1 0 0 0,0 0 0 0 0,0 0 0 0 0,0 0 0 0 0,0 1 0 0 0,-1-1 0 0 0,1 0 0 0 0,0 0 0 0 0,0 0 0 0 0,0 0 0 0 0,0 1 0 0 0,-1-1 0 0 0,1 0 0 0 0,0 0 0 0 0,0 0 0 0 0,-1 0 0 0 0,1 0 0 0 0,0 0 0 0 0,0 0 0 0 0,-1 0 0 0 0,1 0 0 0 0,0 0 0 0 0,0 0 0 0 0,-1 0 0 0 0,1 0 0 0 0,0 0 0 0 0,0 0 0 0 0,-1 0 0 0 0,1 0 0 0 0,0 0 0 0 0,0 0 0 0 0,-1 0 0 0 0,1 0 0 0 0,0 0 0 0 0,0 0 0 0 0,-1 0 0 0 0,1 0 0 0 0,0-1 0 0 0,0 1 0 0 0,-7 2-3425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39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70 4361 0 0,'0'0'157'0'0,"0"0"0"0"0,0 0 0 0 0,-1 0 0 0 0,1 0 0 0 0,0 0 0 0 0,0 0 0 0 0,-1 0 1 0 0,1 0-1 0 0,0 1 0 0 0,0-1 0 0 0,-1 0 0 0 0,1 0 0 0 0,0 0 0 0 0,0 0 0 0 0,-1 0 0 0 0,1 1 0 0 0,0-1 0 0 0,0 0 0 0 0,0 0 0 0 0,0 0 1 0 0,-1 1-1 0 0,1-1 0 0 0,0 0 0 0 0,0 0 0 0 0,0 0 0 0 0,0 1 0 0 0,0-1 0 0 0,0 0 0 0 0,-1 0 0 0 0,1 1 0 0 0,0-1 0 0 0,0 0 0 0 0,0 1 1 0 0,0-1-1 0 0,0 0 0 0 0,0 0 0 0 0,0 1 0 0 0,0-1 0 0 0,0 0 0 0 0,0 0 0 0 0,0 1 0 0 0,1-1 0 0 0,-1 0 0 0 0,0 0 0 0 0,0 1 0 0 0,15 1 2321 0 0,22-6-1220 0 0,51-25 228 0 0,-51 15-1374 0 0,1 3 1 0 0,47-10-1 0 0,-84 21-112 0 0,1-1 0 0 0,-1 1 0 0 0,0 0 0 0 0,1 0 1 0 0,-1 0-1 0 0,1-1 0 0 0,-1 2 0 0 0,1-1 0 0 0,-1 0 0 0 0,0 0 0 0 0,1 0 0 0 0,-1 1 0 0 0,1-1 0 0 0,-1 1 1 0 0,0-1-1 0 0,1 1 0 0 0,-1-1 0 0 0,0 1 0 0 0,0 0 0 0 0,0-1 0 0 0,1 1 0 0 0,-1 0 0 0 0,0 0 0 0 0,0 0 1 0 0,0 0-1 0 0,0 0 0 0 0,0 0 0 0 0,-1 1 0 0 0,1-1 0 0 0,0 0 0 0 0,0 0 0 0 0,-1 0 0 0 0,1 1 0 0 0,-1-1 1 0 0,1 0-1 0 0,-1 1 0 0 0,0-1 0 0 0,1 1 0 0 0,-1-1 0 0 0,0 2 0 0 0,0 0-184 0 0,0 0 0 0 0,0-1 0 0 0,0 1 0 0 0,0 0 0 0 0,-1-1 0 0 0,1 1 0 0 0,-1 0 0 0 0,0-1 0 0 0,0 1 0 0 0,0-1 0 0 0,0 1 0 0 0,0-1 0 0 0,0 0 0 0 0,-1 1 0 0 0,1-1 0 0 0,-1 0 0 0 0,1 0 0 0 0,-1 0 0 0 0,0 0 0 0 0,0 0 0 0 0,-3 2 0 0 0,5-4-72 0 0,-1 0-1 0 0,0 1 0 0 0,1-1 1 0 0,-1 1-1 0 0,0-1 0 0 0,1 0 1 0 0,-1 0-1 0 0,0 1 0 0 0,0-1 0 0 0,1 0 1 0 0,-1 0-1 0 0,0 0 0 0 0,0 0 1 0 0,1 0-1 0 0,-1 0 0 0 0,0 0 0 0 0,0 0 1 0 0,1 0-1 0 0,-1 0 0 0 0,0 0 1 0 0,0-1-1 0 0,1 1 0 0 0,-1 0 1 0 0,0 0-1 0 0,1-1 0 0 0,-1 1 0 0 0,0 0 1 0 0,1-1-1 0 0,-2 0 0 0 0,-8-3-1619 0 0,-3 8 4433 0 0,3 3-1663 0 0,1 1 0 0 0,-1 1 1 0 0,1 0-1 0 0,1 0 0 0 0,-12 17 0 0 0,17-23-850 0 0,1 0 1 0 0,0 0-1 0 0,0 0 1 0 0,0 0-1 0 0,0 0 1 0 0,1 1-1 0 0,-1-1 1 0 0,1 1-1 0 0,0-1 1 0 0,0 1-1 0 0,0 0 1 0 0,0-1-1 0 0,1 1 1 0 0,0 0-1 0 0,0 0 0 0 0,0-1 1 0 0,0 1-1 0 0,0 0 1 0 0,1 0-1 0 0,-1-1 1 0 0,1 1-1 0 0,0 0 1 0 0,2 3-1 0 0,-2-5-36 0 0,1 1 0 0 0,0-1 0 0 0,0 0-1 0 0,0 0 1 0 0,1 0 0 0 0,-1 0-1 0 0,1-1 1 0 0,-1 1 0 0 0,1 0 0 0 0,-1-1-1 0 0,1 0 1 0 0,0 0 0 0 0,-1 0 0 0 0,1 0-1 0 0,0 0 1 0 0,0 0 0 0 0,0-1 0 0 0,0 1-1 0 0,0-1 1 0 0,0 0 0 0 0,0 0-1 0 0,0 0 1 0 0,0 0 0 0 0,0-1 0 0 0,0 1-1 0 0,-1-1 1 0 0,5 0 0 0 0,3-2 159 0 0,-1 1 1 0 0,1-1-1 0 0,-1 0 0 0 0,1-1 1 0 0,-1 0-1 0 0,16-10 1 0 0,-22 12-89 0 0,1-1 1 0 0,-1 0 0 0 0,1 0 0 0 0,-1 0 0 0 0,0-1-1 0 0,0 1 1 0 0,0-1 0 0 0,0 0 0 0 0,-1 0-1 0 0,0 0 1 0 0,0 0 0 0 0,0 0 0 0 0,0 0-1 0 0,0 0 1 0 0,-1-1 0 0 0,0 1 0 0 0,0 0 0 0 0,0-1-1 0 0,0-8 1 0 0,-1 11-44 0 0,0 0-1 0 0,0 0 0 0 0,0 0 1 0 0,-1 0-1 0 0,1 0 1 0 0,-1 0-1 0 0,1 1 1 0 0,-1-1-1 0 0,0 0 1 0 0,0 0-1 0 0,0 0 0 0 0,0 1 1 0 0,0-1-1 0 0,0 1 1 0 0,0-1-1 0 0,0 0 1 0 0,-1 1-1 0 0,-2-3 0 0 0,1 3-26 0 0,0-1 0 0 0,1 1 0 0 0,-1-1 0 0 0,0 1 0 0 0,0 0 0 0 0,0 0 0 0 0,0 1 0 0 0,-1-1 0 0 0,1 1-1 0 0,0-1 1 0 0,0 1 0 0 0,0 0 0 0 0,0 0 0 0 0,-1 0 0 0 0,-3 1 0 0 0,-5 1-391 0 0,0 1 1 0 0,0 0-1 0 0,-17 7 0 0 0,-17 4-4862 0 0,46-14 5070 0 0,-1 0 1 0 0,1 0-1 0 0,-1 0 0 0 0,1 0 0 0 0,-1 0 1 0 0,1 0-1 0 0,-1 0 0 0 0,1 0 0 0 0,-1 0 1 0 0,1 0-1 0 0,-1 0 0 0 0,1 0 1 0 0,-1 0-1 0 0,1-1 0 0 0,-1 1 0 0 0,1 0 1 0 0,0 0-1 0 0,-1-1 0 0 0,1 1 0 0 0,-1 0 1 0 0,1 0-1 0 0,0-1 0 0 0,-1 1 0 0 0,1-1 1 0 0,0 1-1 0 0,-1 0 0 0 0,1-1 1 0 0,0 1-1 0 0,0-1 0 0 0,-1 1 0 0 0,1 0 1 0 0,0-1-1 0 0,0 1 0 0 0,0-1 0 0 0,0 1 1 0 0,-1-1-1 0 0,6-5-2348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0.2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7858 0 0,'-4'11'7527'0'0,"-1"45"-6938"0"0,5-21-1012 0 0,2 0 0 0 0,7 37 0 0 0,-2-11-6104 0 0,-9-53 1966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0.6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1 200 3593 0 0,'5'3'8740'0'0,"24"12"-5998"0"0,-19-14-2665 0 0,-1 0-1 0 0,1-1 1 0 0,0-1-1 0 0,-1 1 1 0 0,1-1-1 0 0,0-1 0 0 0,-1 0 1 0 0,1 0-1 0 0,-1-1 1 0 0,13-5-1 0 0,35-21-2840 0 0,-11-4-3560 0 0,-25 3 1220 0 0,-10-10 3816 0 0,-11 37 1582 0 0,0-1 1 0 0,0 1-1 0 0,0-1 1 0 0,0 1-1 0 0,-1-1 1 0 0,1 1-1 0 0,-1-1 1 0 0,0 1-1 0 0,-1-4 1 0 0,1 5 211 0 0,0-1 1 0 0,0 1-1 0 0,-1 0 0 0 0,1 0 1 0 0,0 1-1 0 0,-1-1 1 0 0,1 0-1 0 0,-1 0 0 0 0,0 1 1 0 0,1-1-1 0 0,-1 1 1 0 0,0-1-1 0 0,0 1 1 0 0,-3-2-1 0 0,4 3-400 0 0,1-1 1 0 0,-1 1-1 0 0,1 0 0 0 0,-1 0 1 0 0,1-1-1 0 0,-1 1 0 0 0,1 0 1 0 0,-1 0-1 0 0,0 0 0 0 0,1 0 1 0 0,-1 0-1 0 0,1 0 0 0 0,-1 0 1 0 0,1 0-1 0 0,-1 0 0 0 0,1 0 1 0 0,-1 0-1 0 0,0 0 0 0 0,1 0 1 0 0,-1 0-1 0 0,1 1 0 0 0,-1-1 1 0 0,1 0-1 0 0,-1 0 0 0 0,1 1 1 0 0,-1-1-1 0 0,1 0 0 0 0,-1 1 1 0 0,1-1-1 0 0,0 0 0 0 0,-1 1 1 0 0,1-1-1 0 0,-1 1 0 0 0,0 0 1 0 0,-7 25 928 0 0,7 27-1116 0 0,4-18-1123 0 0,1 7-2031 0 0,-7-3-4218 0 0,2-29 4476 0 0</inkml:trace>
  <inkml:trace contextRef="#ctx0" brushRef="#br0" timeOffset="1">27 243 4113 0 0,'0'0'142'0'0,"-1"1"285"0"0,1-1-285 0 0,0 0 0 0 0,0 0 1 0 0,0 0-1 0 0,0 1 0 0 0,0-1 1 0 0,-1 0-1 0 0,1 0 0 0 0,0 0 0 0 0,0 1 1 0 0,0-1-1 0 0,0 0 0 0 0,0 0 0 0 0,0 1 1 0 0,0-1-1 0 0,0 0 0 0 0,0 0 0 0 0,0 0 1 0 0,0 1-1 0 0,0-1 0 0 0,0 0 0 0 0,0 0 1 0 0,0 1-1 0 0,0-1 0 0 0,0 0 1 0 0,0 0-1 0 0,0 0 0 0 0,1 1 0 0 0,-1-1 1 0 0,0 0-1 0 0,0 0 0 0 0,0 0 0 0 0,0 1 1 0 0,1-1 283 0 0,-1 0-283 0 0,0 0-1 0 0,0 0 0 0 0,0 1 1 0 0,1-1-1 0 0,13 6 1821 0 0,16 1-1181 0 0,-6-5-658 0 0,0 0 0 0 0,0-2 1 0 0,0 0-1 0 0,36-6 0 0 0,-44 3-1240 0 0,0 0 0 0 0,0-1 0 0 0,-1-1 0 0 0,20-8-1 0 0,-35 13 900 0 0,1 0 0 0 0,0 0 0 0 0,-1 0 0 0 0,1-1 0 0 0,0 1 0 0 0,-1 0 0 0 0,1-1 0 0 0,0 1 0 0 0,-1 0 0 0 0,1-1 0 0 0,-1 1 0 0 0,1-1 0 0 0,-1 1 0 0 0,1-1 0 0 0,-1 1 0 0 0,1-1 0 0 0,-1 1 0 0 0,0-1 0 0 0,1 0 0 0 0,-1 1 0 0 0,0-1 0 0 0,1 0 0 0 0,-1 1 0 0 0,0-1 0 0 0,0 0 0 0 0,1 0 0 0 0,-3-3-1832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1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78 3569 0 0,'8'1'683'0'0,"1"1"-1"0"0,-1-1 1 0 0,1 0 0 0 0,-1-1 0 0 0,0 0 0 0 0,1-1 0 0 0,-1 1-1 0 0,1-2 1 0 0,14-3 0 0 0,1-2 183 0 0,44-22 0 0 0,-47 19-573 0 0,1 0 0 0 0,29-7 0 0 0,-50 17-263 0 0,-1-1 0 0 0,1 1 0 0 0,-1 0 0 0 0,1 0 0 0 0,-1 0 0 0 0,1 0 0 0 0,-1 0 0 0 0,1 0 0 0 0,-1 0 0 0 0,1 0 0 0 0,0 0 0 0 0,-1 0 0 0 0,1 0 0 0 0,-1 0 0 0 0,1 0 0 0 0,-1 0 0 0 0,1 0 0 0 0,-1 1 0 0 0,1-1 0 0 0,-1 0 0 0 0,1 0 0 0 0,-1 1 0 0 0,1-1 0 0 0,-1 0 0 0 0,1 0 0 0 0,-1 1-1 0 0,0-1 1 0 0,1 1 0 0 0,-1-1 0 0 0,0 0 0 0 0,1 1 0 0 0,-1-1 0 0 0,1 2 0 0 0,0 20 533 0 0,-15 24-253 0 0,14-45-308 0 0,-6 17-312 0 0,-11 26-1410 0 0,1-26-3088 0 0,4-21 305 0 0,5 1 1718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1.4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0 2705 0 0,'-2'2'409'0'0,"-1"-1"1"0"0,0 0-1 0 0,1 1 1 0 0,-1-1 0 0 0,1 1-1 0 0,0 0 1 0 0,-1 0 0 0 0,1 0-1 0 0,0 0 1 0 0,0 0 0 0 0,0 1-1 0 0,0-1 1 0 0,1 0-1 0 0,-2 4 1 0 0,0-2-210 0 0,2 1 0 0 0,-1 0 0 0 0,0-1 1 0 0,1 1-1 0 0,0 0 0 0 0,0 0 0 0 0,1 0 0 0 0,-1 0 0 0 0,1 0 0 0 0,0 0 0 0 0,0 0 0 0 0,1 0 0 0 0,0 5 0 0 0,0-6-146 0 0,-1 0 0 0 0,1 0-1 0 0,0 0 1 0 0,0 0-1 0 0,0 0 1 0 0,1 0-1 0 0,-1-1 1 0 0,1 1-1 0 0,0 0 1 0 0,0-1-1 0 0,0 0 1 0 0,0 1-1 0 0,1-1 1 0 0,0 0-1 0 0,-1 0 1 0 0,1 0-1 0 0,0-1 1 0 0,0 1 0 0 0,1-1-1 0 0,-1 1 1 0 0,0-1-1 0 0,1 0 1 0 0,-1 0-1 0 0,1-1 1 0 0,0 1-1 0 0,0-1 1 0 0,0 0-1 0 0,5 1 1 0 0,7-2 381 0 0,-1-1 1 0 0,0 0 0 0 0,0-1-1 0 0,0-1 1 0 0,0-1-1 0 0,23-7 1 0 0,-2-3-1690 0 0,49-27 0 0 0,-64 27-4418 0 0,-7 13 465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2.1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0 109 3529 0 0,'8'-10'6296'0'0,"21"-10"-5214"0"0,-25 17-484 0 0,16-10 95 0 0,0 1 0 0 0,42-17 0 0 0,-52 25-587 0 0,0 0 0 0 0,0 1 0 0 0,1 0 0 0 0,-1 0 1 0 0,1 2-1 0 0,-1-1 0 0 0,1 1 0 0 0,18 1 0 0 0,-28 0-77 0 0,0 0 0 0 0,0 0 0 0 0,1 0 0 0 0,-1 0-1 0 0,0 1 1 0 0,0-1 0 0 0,0 0 0 0 0,0 1 0 0 0,0-1 0 0 0,0 1 0 0 0,0-1-1 0 0,0 1 1 0 0,0-1 0 0 0,0 1 0 0 0,-1 0 0 0 0,1-1 0 0 0,0 1 0 0 0,0 0 0 0 0,0 0-1 0 0,-1-1 1 0 0,1 1 0 0 0,0 0 0 0 0,-1 0 0 0 0,1 0 0 0 0,-1 0 0 0 0,1 0-1 0 0,-1 0 1 0 0,1 2 0 0 0,-1 0 16 0 0,1 1 0 0 0,-1-1-1 0 0,0 0 1 0 0,-1 0 0 0 0,1 0 0 0 0,0 0-1 0 0,-1 0 1 0 0,0 0 0 0 0,1 0 0 0 0,-3 4-1 0 0,-3 7 31 0 0,0 0 0 0 0,-1 0 0 0 0,-10 14-1 0 0,1-4-135 0 0,-1 3-1060 0 0,-1 0 0 0 0,-38 41 0 0 0,48-62-476 0 0,6-7 533 0 0,8-19 116 0 0,17-26 860 0 0,-20 42 312 0 0,0 1 0 0 0,0-1-1 0 0,1 1 1 0 0,0-1 0 0 0,-1 1 0 0 0,1 0 0 0 0,0 0 0 0 0,0 1 0 0 0,1-1-1 0 0,-1 1 1 0 0,0 0 0 0 0,1 0 0 0 0,0 1 0 0 0,-1-1 0 0 0,1 1 0 0 0,0 0-1 0 0,-1 0 1 0 0,8 0 0 0 0,9 0 392 0 0,0 1 0 0 0,1 1 1 0 0,21 4-1 0 0,8-1-793 0 0,-38-2-115 0 0,23 0-815 0 0,-20-6-4008 0 0,-28 2-1603 0 0,-14 0 5134 0 0,-21-7 1343 0 0,23 2 2416 0 0,23 8-1991 0 0,1-1 0 0 0,-1 0 0 0 0,1 0 1 0 0,-1 1-1 0 0,1-1 0 0 0,-1 0 0 0 0,1 1 1 0 0,-1-1-1 0 0,1 0 0 0 0,0 1 0 0 0,-1-1 1 0 0,1 1-1 0 0,0-1 0 0 0,0 1 0 0 0,-1-1 1 0 0,1 1-1 0 0,0-1 0 0 0,0 1 1 0 0,-1-1-1 0 0,1 1 0 0 0,0-1 0 0 0,0 1 1 0 0,0-1-1 0 0,0 1 0 0 0,0-1 0 0 0,0 1 1 0 0,0 0-1 0 0,0-1 0 0 0,0 1 0 0 0,0-1 1 0 0,0 1-1 0 0,0-1 0 0 0,1 1 0 0 0,-1-1 1 0 0,0 1-1 0 0,1 0 0 0 0,4 32 388 0 0,-3-24 100 0 0,0 8-563 0 0,0 0 0 0 0,-2 1 0 0 0,0 0-1 0 0,-1-1 1 0 0,0 1 0 0 0,-2-1-1 0 0,0 0 1 0 0,-7 23 0 0 0,8-34-149 0 0,0 0 0 0 0,0 1 0 0 0,-1-1 0 0 0,0-1-1 0 0,0 1 1 0 0,0 0 0 0 0,-1-1 0 0 0,0 0 0 0 0,0 1 0 0 0,0-2 0 0 0,-1 1 0 0 0,0 0 0 0 0,0-1 0 0 0,0 0-1 0 0,0 0 1 0 0,0 0 0 0 0,-1-1 0 0 0,0 0 0 0 0,0 0 0 0 0,1 0 0 0 0,-2-1 0 0 0,1 0 0 0 0,0 0-1 0 0,0-1 1 0 0,-10 2 0 0 0,14-2 105 0 0,1-1-1 0 0,-1 0 1 0 0,1 0-1 0 0,-1 1 1 0 0,1-1-1 0 0,-1 0 1 0 0,1 0 0 0 0,-1-1-1 0 0,1 1 1 0 0,-1 0-1 0 0,1 0 1 0 0,-1-1-1 0 0,1 1 1 0 0,-1-1-1 0 0,1 1 1 0 0,0-1-1 0 0,-1 0 1 0 0,1 1-1 0 0,0-1 1 0 0,-1 0-1 0 0,1 0 1 0 0,0 0 0 0 0,0 0-1 0 0,0 0 1 0 0,0 0-1 0 0,0 0 1 0 0,0 0-1 0 0,0-1 1 0 0,0 1-1 0 0,0 0 1 0 0,1 0-1 0 0,-1-1 1 0 0,0 1-1 0 0,0-3 1 0 0,1 2 63 0 0,0 0 0 0 0,0 1 0 0 0,0-1 0 0 0,1 0 0 0 0,-1 0 0 0 0,0 0 0 0 0,1 1 0 0 0,-1-1 0 0 0,1 0 0 0 0,0 1 0 0 0,-1-1 0 0 0,1 0 0 0 0,0 1 0 0 0,0-1 0 0 0,0 1 0 0 0,0-1 0 0 0,1 1 0 0 0,-1-1 0 0 0,0 1 0 0 0,0 0 0 0 0,1 0 0 0 0,-1 0 0 0 0,1 0 0 0 0,-1 0 0 0 0,1 0 0 0 0,0 0 0 0 0,-1 0 0 0 0,3 0 0 0 0,16-6 387 0 0,1 1 1 0 0,-1 0-1 0 0,1 2 1 0 0,0 1 0 0 0,22-1-1 0 0,43-8-557 0 0,-66 11-620 0 0,1-1-2790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2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2 5337 0 0,'0'-1'166'0'0,"-1"1"0"0"0,1 0 1 0 0,0 0-1 0 0,-1 0 0 0 0,1 0 0 0 0,0 0 0 0 0,-1 0 1 0 0,1 0-1 0 0,0 0 0 0 0,-1 0 0 0 0,1 0 0 0 0,-1 0 0 0 0,1 0 1 0 0,0 0-1 0 0,-1 0 0 0 0,1 0 0 0 0,0 0 0 0 0,-1 0 0 0 0,1 0 1 0 0,0 0-1 0 0,-1 0 0 0 0,1 0 0 0 0,0 1 0 0 0,-1-1 0 0 0,1 0 1 0 0,0 0-1 0 0,0 0 0 0 0,-1 1 0 0 0,1-1 0 0 0,0 0 1 0 0,0 0-1 0 0,-1 1 0 0 0,1-1 0 0 0,0 0 0 0 0,0 1 0 0 0,-1-1 1 0 0,1 1-130 0 0,1-1 0 0 0,-1 0 0 0 0,0 1 0 0 0,0-1 0 0 0,0 1 0 0 0,1-1 0 0 0,-1 0 0 0 0,0 1 0 0 0,0-1 0 0 0,1 0 0 0 0,-1 0 0 0 0,0 1 0 0 0,0-1 0 0 0,1 0 0 0 0,-1 0 0 0 0,0 1 0 0 0,1-1 0 0 0,-1 0 0 0 0,1 0 0 0 0,-1 0 0 0 0,0 0 0 0 0,1 1 0 0 0,-1-1 0 0 0,0 0 0 0 0,1 0 0 0 0,-1 0 0 0 0,1 0 0 0 0,-1 0 0 0 0,0 0 0 0 0,1 0 0 0 0,-1 0 1 0 0,1 0-1 0 0,-1 0 0 0 0,0 0 0 0 0,1 0 0 0 0,-1-1 0 0 0,0 1 0 0 0,1 0 0 0 0,0 0 0 0 0,22-3 693 0 0,-13 1-422 0 0,0 0 1 0 0,0 1-1 0 0,0 1 1 0 0,0 0-1 0 0,0 0 1 0 0,19 4-1 0 0,-26-3-272 0 0,0 0-1 0 0,0 0 1 0 0,0 0-1 0 0,-1 1 0 0 0,1-1 1 0 0,-1 1-1 0 0,1 0 0 0 0,-1 0 1 0 0,0 0-1 0 0,1 0 1 0 0,-1 0-1 0 0,0 0 0 0 0,0 1 1 0 0,-1-1-1 0 0,1 1 0 0 0,0-1 1 0 0,-1 1-1 0 0,0 0 1 0 0,1-1-1 0 0,-1 1 0 0 0,0 0 1 0 0,0 0-1 0 0,-1 0 0 0 0,1 0 1 0 0,-1 0-1 0 0,1 0 1 0 0,-1 0-1 0 0,0 3 0 0 0,1 11-162 0 0,-1 0 0 0 0,0 0 0 0 0,-4 25 0 0 0,-10 17-6456 0 0,7-55 768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1 196 5153 0 0,'15'-6'5185'0'0,"12"-14"-3785"0"0,-12 9-725 0 0,9-4 83 0 0,-5 4-1324 0 0,-1 0 0 0 0,0 0 1 0 0,-1-2-1 0 0,0 0 0 0 0,-1-1 0 0 0,-1-1 1 0 0,0 0-1 0 0,13-20 0 0 0,-28 35 660 0 0,0 0 1 0 0,0 0-1 0 0,0 0 1 0 0,0-1-1 0 0,0 1 0 0 0,1 0 1 0 0,-1 0-1 0 0,0 0 1 0 0,0-1-1 0 0,0 1 0 0 0,0 0 1 0 0,0 0-1 0 0,0-1 1 0 0,0 1-1 0 0,0 0 0 0 0,0 0 1 0 0,1 0-1 0 0,-1 0 1 0 0,0-1-1 0 0,0 1 0 0 0,0 0 1 0 0,0 0-1 0 0,1 0 0 0 0,-1 0 1 0 0,0 0-1 0 0,0 0 1 0 0,0-1-1 0 0,1 1 0 0 0,-1 0 1 0 0,0 0-1 0 0,0 0 1 0 0,0 0-1 0 0,1 0 0 0 0,-1 0 1 0 0,0 0-1 0 0,0 0 1 0 0,0 0-1 0 0,1 0 0 0 0,-1 0 1 0 0,0 0-1 0 0,0 0 1 0 0,1 0-1 0 0,-1 0 0 0 0,0 0 1 0 0,0 0-1 0 0,0 0 0 0 0,1 0 1 0 0,-1 0-1 0 0,0 1 1 0 0,0-1-1 0 0,0 0 0 0 0,1 0 1 0 0,-1 0-1 0 0,0 0 1 0 0,0 0-1 0 0,0 1 0 0 0,0-1 1 0 0,1 0-1 0 0,-1 0 1 0 0,0 0-1 0 0,0 0 0 0 0,0 1 1 0 0,0-1-1 0 0,0 0 1 0 0,0 0-1 0 0,0 0 0 0 0,0 1 1 0 0,0-1-1 0 0,1 0 1 0 0,3 30 2311 0 0,-5 52-1936 0 0,0-71 102 0 0,-1 45-604 0 0,-1 52-1003 0 0,5-72-3107 0 0,3-2-3462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3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 4617 0 0,'-2'0'331'0'0,"0"1"1"0"0,0 0-1 0 0,1 0 0 0 0,-1 0 1 0 0,0 1-1 0 0,0-1 0 0 0,1 0 0 0 0,-1 1 1 0 0,1-1-1 0 0,-1 1 0 0 0,1-1 1 0 0,0 1-1 0 0,0 0 0 0 0,-2 2 1 0 0,-12 35 1253 0 0,12-23-1455 0 0,1-1-1 0 0,-1 32 1 0 0,3-40-89 0 0,0 12-24 0 0,0 0 1 0 0,2 0 0 0 0,4 21 0 0 0,-6-36 36 0 0,1 0-1 0 0,0-1 1 0 0,0 1 0 0 0,0 0 0 0 0,0-1 0 0 0,1 1 0 0 0,-1-1 0 0 0,1 1 0 0 0,0-1 0 0 0,0 0 0 0 0,0 0 0 0 0,1 0 0 0 0,-1 0 0 0 0,1 0 0 0 0,-1-1 0 0 0,1 1 0 0 0,0-1 0 0 0,0 1 0 0 0,0-1 0 0 0,0 0 0 0 0,1 0-1 0 0,5 2 1 0 0,-5-3 85 0 0,0-1 0 0 0,-1 0 0 0 0,1 0 0 0 0,0 0 0 0 0,0 0-1 0 0,0 0 1 0 0,0-1 0 0 0,-1 0 0 0 0,1 0 0 0 0,0 0-1 0 0,0 0 1 0 0,6-4 0 0 0,47-25 506 0 0,-41 21-487 0 0,-3 2-331 0 0,38-22 643 0 0,-48 28-832 0 0,-1-1-1 0 0,1 0 1 0 0,-1 1-1 0 0,0-1 0 0 0,0 0 1 0 0,0 0-1 0 0,0 0 1 0 0,0-1-1 0 0,-1 1 0 0 0,1 0 1 0 0,-1-1-1 0 0,1 1 1 0 0,-1-1-1 0 0,0 1 0 0 0,0-1 1 0 0,1-3-1 0 0,-2-1-2855 0 0,-2 2-1274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4.2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67 4985 0 0,'-8'7'6687'0'0,"19"-7"-4039"0"0,21-6-1393 0 0,11-8-750 0 0,93-28 451 0 0,-118 38-1809 0 0,0 1-1 0 0,0 1 0 0 0,20 0 1 0 0,-38 2 757 0 0,0-1 1 0 0,0 1-1 0 0,0 0 1 0 0,1 0 0 0 0,-1 0-1 0 0,0 0 1 0 0,0 0 0 0 0,0 0-1 0 0,1 0 1 0 0,-1 0 0 0 0,0 0-1 0 0,0 0 1 0 0,0 0-1 0 0,1 0 1 0 0,-1 0 0 0 0,0 0-1 0 0,0 0 1 0 0,0 1 0 0 0,1-1-1 0 0,-1 0 1 0 0,0 0-1 0 0,0 0 1 0 0,0 0 0 0 0,0 0-1 0 0,1 0 1 0 0,-1 0 0 0 0,0 1-1 0 0,0-1 1 0 0,0 0-1 0 0,0 0 1 0 0,0 0 0 0 0,1 0-1 0 0,-1 0 1 0 0,0 1 0 0 0,0-1-1 0 0,0 0 1 0 0,0 0 0 0 0,0 0-1 0 0,0 1 1 0 0,0-1-1 0 0,0 0 1 0 0,0 0 0 0 0,0 0-1 0 0,0 1 1 0 0,-6 9-2810 0 0,-14 7-691 0 0,20-17 3533 0 0,-13 10-2167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4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2304 0 0,'-1'2'386'0'0,"-1"-1"0"0"0,1 0 0 0 0,0 1 0 0 0,0-1 0 0 0,-1 1 0 0 0,1-1 0 0 0,0 1 0 0 0,1 0 0 0 0,-1-1 0 0 0,0 1 0 0 0,0 0 0 0 0,1 0 0 0 0,-1 0-1 0 0,1-1 1 0 0,-1 1 0 0 0,1 0 0 0 0,0 0 0 0 0,0 0 0 0 0,0 0 0 0 0,0 0 0 0 0,0 2 0 0 0,5 52 564 0 0,-3-37-254 0 0,0 20-527 0 0,3 47 453 0 0,-4-80-948 0 0,0 0 1 0 0,0 0-1 0 0,1 0 0 0 0,0 0 0 0 0,0 0 0 0 0,0 0 0 0 0,1-1 0 0 0,0 1 0 0 0,0-1 0 0 0,6 9 0 0 0,-9-14 216 0 0,0 0-1 0 0,0 1 0 0 0,0-1 1 0 0,1 0-1 0 0,-1 1 0 0 0,0-1 0 0 0,0 0 1 0 0,0 0-1 0 0,1 1 0 0 0,-1-1 1 0 0,0 0-1 0 0,1 0 0 0 0,-1 1 1 0 0,0-1-1 0 0,0 0 0 0 0,1 0 0 0 0,-1 0 1 0 0,0 1-1 0 0,1-1 0 0 0,-1 0 1 0 0,0 0-1 0 0,1 0 0 0 0,-1 0 1 0 0,1 0-1 0 0,-1 0 0 0 0,0 0 0 0 0,1 0 1 0 0,-1 0-1 0 0,0 0 0 0 0,1 0 1 0 0,-1 0-1 0 0,0 0 0 0 0,1 0 1 0 0,-1 0-1 0 0,1 0 0 0 0,-1 0 0 0 0,0-1 1 0 0,1 1-1 0 0,-1 0 0 0 0,0 0 1 0 0,0 0-1 0 0,1-1 0 0 0,-1 1 1 0 0,0 0-1 0 0,1-1 0 0 0,3-2-1061 0 0,6 1-1059 0 0</inkml:trace>
  <inkml:trace contextRef="#ctx0" brushRef="#br0" timeOffset="1.04">103 27 912 0 0,'-5'-9'6144'0'0,"2"20"-3605"0"0,3 27-1819 0 0,0-31-206 0 0,6 53 235 0 0,-4-42-1067 0 0,0-1 0 0 0,-1 30 0 0 0,-1-42-214 0 0,-1 1 0 0 0,0-1 0 0 0,0 0 0 0 0,0 0 0 0 0,-1 0 0 0 0,1 0 0 0 0,-5 8 0 0 0,5-10 197 0 0,-1-1 0 0 0,1 0 0 0 0,-1 0 1 0 0,0 0-1 0 0,0-1 0 0 0,0 1 0 0 0,0 0 0 0 0,0-1 0 0 0,0 1 0 0 0,-2 1 1 0 0,-3 1-593 0 0,-2 3-623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5.0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47 355 1064 0 0,'-26'-3'3754'0'0,"26"3"-3551"0"0,-1 0-1 0 0,0 0 1 0 0,0 0 0 0 0,0 0 0 0 0,1 0 0 0 0,-1 0 0 0 0,0 0-1 0 0,0 0 1 0 0,1 0 0 0 0,-1 0 0 0 0,0 0 0 0 0,0 1-1 0 0,1-1 1 0 0,-1 0 0 0 0,0 1 0 0 0,1-1 0 0 0,-1 0-1 0 0,0 1 1 0 0,1-1 0 0 0,-1 1 0 0 0,0-1 0 0 0,1 1 0 0 0,-1-1-1 0 0,1 1 1 0 0,-1-1 0 0 0,1 1 0 0 0,-1 0 0 0 0,1-1-1 0 0,-1 1 1 0 0,1 0 0 0 0,50-13 3412 0 0,52-11-3113 0 0,13-4-1783 0 0,-43 0-4814 0 0,-52 10 1530 0 0,-10 12 1932 0 0</inkml:trace>
  <inkml:trace contextRef="#ctx0" brushRef="#br0" timeOffset="1">401 1 5617 0 0,'-2'6'2433'0'0,"1"6"-961"0"0,-1 4-544 0 0,2 4-352 0 0,0 0-200 0 0,-1 4-160 0 0,1 0-71 0 0,1 1-41 0 0,1 0-80 0 0,-1 0-160 0 0,1 0-281 0 0,0-2-343 0 0,-1-3-384 0 0,-2-1-320 0 0,-1-5-473 0 0,-3-5-543 0 0,2 3-337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5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 4689 0 0,'0'5'4595'0'0,"10"-4"-3188"0"0,10-3-838 0 0,20-14 265 0 0,27-11 100 0 0,-62 26-873 0 0,0-1 0 0 0,0 1 0 0 0,0 0-1 0 0,1 0 1 0 0,-1 1 0 0 0,0 0 0 0 0,0 0 0 0 0,1 0 0 0 0,-1 0 0 0 0,7 2 0 0 0,-11-2-52 0 0,0 0 1 0 0,0 0-1 0 0,0 1 1 0 0,0-1 0 0 0,0 0-1 0 0,0 1 1 0 0,0-1 0 0 0,0 1-1 0 0,0-1 1 0 0,0 1-1 0 0,0-1 1 0 0,-1 1 0 0 0,1 0-1 0 0,0-1 1 0 0,0 1-1 0 0,-1 0 1 0 0,1 0 0 0 0,0-1-1 0 0,-1 1 1 0 0,1 0 0 0 0,-1 0-1 0 0,1 0 1 0 0,-1 0-1 0 0,0 0 1 0 0,1 0 0 0 0,-1 0-1 0 0,0 0 1 0 0,1 0 0 0 0,-1 0-1 0 0,0 1 1 0 0,0 1-18 0 0,-1 0 0 0 0,1 0 0 0 0,-1 0 0 0 0,0 0 0 0 0,0 0 0 0 0,0-1 0 0 0,0 1 0 0 0,0 0 0 0 0,-1-1 0 0 0,-2 5 0 0 0,-4 4-101 0 0,-1 0 0 0 0,0 0-1 0 0,-16 14 1 0 0,3-8 4 0 0,16-12 116 0 0,-1-1-1 0 0,1 1 1 0 0,0 1-1 0 0,0 0 1 0 0,0-1 0 0 0,1 2-1 0 0,0-1 1 0 0,-6 10 0 0 0,12-16 8 0 0,-1 1 0 0 0,1-1 0 0 0,0 1 0 0 0,0-1 0 0 0,-1 0 0 0 0,1 0 1 0 0,0 1-1 0 0,0-1 0 0 0,0 0 0 0 0,0 0 0 0 0,-1 0 0 0 0,1 0 0 0 0,0 0 1 0 0,0 0-1 0 0,0 0 0 0 0,0 0 0 0 0,-1 0 0 0 0,1 0 0 0 0,0 0 0 0 0,0 0 1 0 0,0-1-1 0 0,-1 1 0 0 0,1 0 0 0 0,0-1 0 0 0,0 1 0 0 0,1-1 0 0 0,28-8 123 0 0,105-55-145 0 0,-80 32-3745 0 0,-39 12-1765 0 0,-10 13 1841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5.7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62 4161 0 0,'-4'-5'1117'0'0,"1"1"1"0"0,-1 0-1 0 0,0 1 1 0 0,-1-1-1 0 0,1 1 1 0 0,-9-5-1 0 0,7 4-1005 0 0,-1 0 0 0 0,1 1 0 0 0,-1 0 0 0 0,0 0-1 0 0,-1 0 1 0 0,1 1 0 0 0,0 0 0 0 0,-1 1 0 0 0,1 0 0 0 0,-1 0 0 0 0,1 0 0 0 0,-1 1 0 0 0,-14 1 0 0 0,21 0-101 0 0,0-1 0 0 0,-1 1 1 0 0,1 0-1 0 0,-1-1 1 0 0,1 1-1 0 0,0 0 0 0 0,0 0 1 0 0,-1 0-1 0 0,1 0 1 0 0,0 0-1 0 0,0 0 0 0 0,0 0 1 0 0,0 0-1 0 0,0 0 1 0 0,0 1-1 0 0,0-1 0 0 0,1 0 1 0 0,-1 0-1 0 0,0 1 1 0 0,1-1-1 0 0,-1 1 0 0 0,1-1 1 0 0,-1 1-1 0 0,1-1 1 0 0,0 1-1 0 0,0-1 0 0 0,0 1 1 0 0,-1-1-1 0 0,1 1 1 0 0,1-1-1 0 0,-1 1 0 0 0,0-1 1 0 0,0 1-1 0 0,0-1 1 0 0,1 1-1 0 0,-1-1 0 0 0,1 1 1 0 0,-1-1-1 0 0,1 0 1 0 0,0 1-1 0 0,1 1 0 0 0,0 3 0 0 0,1-1-1 0 0,-1 0 1 0 0,1 0-1 0 0,0 0 0 0 0,0 0 1 0 0,1-1-1 0 0,0 1 1 0 0,-1-1-1 0 0,10 8 0 0 0,-8-9 13 0 0,1-1-1 0 0,-1 0 0 0 0,1 0 0 0 0,-1-1 0 0 0,1 1 0 0 0,0-1 1 0 0,-1 0-1 0 0,1-1 0 0 0,0 1 0 0 0,0-1 0 0 0,0-1 1 0 0,0 1-1 0 0,-1-1 0 0 0,1 0 0 0 0,0 0 0 0 0,0 0 1 0 0,7-4-1 0 0,-9 4-4 0 0,1 0 0 0 0,-1-1 0 0 0,0 0 0 0 0,0 1 0 0 0,1-2 0 0 0,-1 1 0 0 0,-1 0 0 0 0,1-1 0 0 0,0 0 0 0 0,-1 0 0 0 0,1 0 0 0 0,-1 0 1 0 0,0-1-1 0 0,0 1 0 0 0,0-1 0 0 0,0 0 0 0 0,-1 0 0 0 0,1 0 0 0 0,-1 0 0 0 0,0 0 0 0 0,-1 0 0 0 0,3-7 0 0 0,-4 10-35 0 0,0-1 0 0 0,1 1 0 0 0,-1-1 1 0 0,0 1-1 0 0,0-1 0 0 0,0 1 0 0 0,0-1 0 0 0,0 1 0 0 0,-1-1 0 0 0,1 1 0 0 0,0-1 0 0 0,-1 1 0 0 0,1 0 0 0 0,-1-1 1 0 0,0 1-1 0 0,1-1 0 0 0,-1 1 0 0 0,0 0 0 0 0,0 0 0 0 0,0-1 0 0 0,0 1 0 0 0,0 0 0 0 0,0 0 0 0 0,0 0 0 0 0,0 0 0 0 0,0 0 1 0 0,0 0-1 0 0,-1 0 0 0 0,1 1 0 0 0,0-1 0 0 0,-1 0 0 0 0,1 1 0 0 0,0-1 0 0 0,-1 1 0 0 0,1-1 0 0 0,-1 1 0 0 0,1 0 1 0 0,-3-1-1 0 0,1 1-3 0 0,0 0 0 0 0,0 0 0 0 0,1 0 0 0 0,-1 0 0 0 0,0 0 1 0 0,0 0-1 0 0,1 1 0 0 0,-1-1 0 0 0,0 1 0 0 0,1 0 0 0 0,-1 0 1 0 0,1 0-1 0 0,-1 0 0 0 0,1 0 0 0 0,-1 1 0 0 0,1-1 0 0 0,0 1 0 0 0,-1 0 1 0 0,1-1-1 0 0,-3 5 0 0 0,-4 6 5 0 0,2 1 1 0 0,0 0-1 0 0,0 0 1 0 0,1 0-1 0 0,1 1 1 0 0,0 0-1 0 0,1 0 1 0 0,-4 24-1 0 0,5-15 31 0 0,0 1 0 0 0,2-1-1 0 0,0 0 1 0 0,5 41 0 0 0,-3-55-119 0 0,1 0 0 0 0,0-1 0 0 0,1 0 1 0 0,0 1-1 0 0,0-1 0 0 0,0 0 0 0 0,6 8 0 0 0,-8-13-109 0 0,1-1 0 0 0,-1 0-1 0 0,0 0 1 0 0,1 0 0 0 0,-1 0 0 0 0,1 0 0 0 0,-1 0-1 0 0,1-1 1 0 0,0 1 0 0 0,0 0 0 0 0,0-1-1 0 0,0 0 1 0 0,0 1 0 0 0,0-1 0 0 0,0 0 0 0 0,0 0-1 0 0,1 0 1 0 0,-1 0 0 0 0,0 0 0 0 0,1-1-1 0 0,-1 1 1 0 0,0-1 0 0 0,1 0 0 0 0,-1 1 0 0 0,1-1-1 0 0,-1 0 1 0 0,1 0 0 0 0,-1-1 0 0 0,5 0-1 0 0,8-11-3193 0 0,-13 8 2726 0 0,7-4-1487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6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0 2617 0 0,'-2'14'1221'0'0,"1"-1"0"0"0,1 0 0 0 0,0 0 0 0 0,4 27 1 0 0,-2-29-1177 0 0,-1 1-1 0 0,0 0 1 0 0,-1 0 0 0 0,0 0 0 0 0,-1 0 0 0 0,0 0 0 0 0,-4 14 0 0 0,3-20-137 0 0,0-1 0 0 0,0 1 0 0 0,0-1 0 0 0,-1 0 0 0 0,0 0 0 0 0,0 0 0 0 0,-1 0 0 0 0,1-1 0 0 0,-1 1 0 0 0,0-1 0 0 0,0 0 0 0 0,0 0 0 0 0,-1 0 0 0 0,1 0 0 0 0,-10 4 0 0 0,-2 0 511 0 0,0 0 0 0 0,-1-1 1 0 0,-29 7-1 0 0,10-3 2723 0 0,50-13 1122 0 0,24 0-2587 0 0,10-1-1138 0 0,11-2-225 0 0,43-5-344 0 0,-39-5-4313 0 0,-62 15 4038 0 0,0-1 1 0 0,0 1-1 0 0,0 0 1 0 0,0-1-1 0 0,0 1 1 0 0,-1 0-1 0 0,1-1 1 0 0,0 1-1 0 0,0-1 1 0 0,0 0-1 0 0,-1 1 1 0 0,1-1-1 0 0,0 1 1 0 0,-1-1-1 0 0,1 0 1 0 0,-1 0-1 0 0,1 1 1 0 0,-1-1-1 0 0,1 0 1 0 0,-1 0-1 0 0,1 0 1 0 0,-1 0-1 0 0,0 1 1 0 0,1-1-1 0 0,-1 0 1 0 0,0 0-1 0 0,0 0 1 0 0,0 0-1 0 0,0-2 1 0 0,0 3 158 0 0,4-7-4071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6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 4929 0 0,'24'-12'8012'0'0,"27"-8"-5703"0"0,-38 14-2196 0 0,1 1 0 0 0,0 1 0 0 0,0 1 1 0 0,0 0-1 0 0,1 0 0 0 0,15 0 0 0 0,-29 3-82 0 0,1 0 0 0 0,-1 1 1 0 0,1-1-1 0 0,0 0 0 0 0,-1 1 0 0 0,1-1 0 0 0,-1 1 0 0 0,0-1 1 0 0,1 1-1 0 0,-1-1 0 0 0,1 1 0 0 0,-1 0 0 0 0,0 0 1 0 0,1 0-1 0 0,-1 0 0 0 0,0 0 0 0 0,0 0 0 0 0,0 0 0 0 0,0 0 1 0 0,0 1-1 0 0,0-1 0 0 0,0 0 0 0 0,0 1 0 0 0,1 1 0 0 0,-1 1 28 0 0,0 1 0 0 0,1-1 0 0 0,-2 0 0 0 0,1 0 0 0 0,0 1 0 0 0,-1-1 0 0 0,0 1 0 0 0,0 7 0 0 0,-2 6-21 0 0,-1-1 0 0 0,-1 0 0 0 0,-8 25 0 0 0,-15 27-1335 0 0,25-64 794 0 0,0-1-1 0 0,-1 0 1 0 0,1 0 0 0 0,-1 1-1 0 0,0-2 1 0 0,0 1 0 0 0,0 0-1 0 0,-1-1 1 0 0,1 1 0 0 0,-1-1 0 0 0,0 0-1 0 0,0 0 1 0 0,-4 2 0 0 0,7-5 362 0 0,1 0 0 0 0,0 0 0 0 0,-1 0 0 0 0,1 0 1 0 0,-1 0-1 0 0,1 0 0 0 0,0 0 0 0 0,-1 0 1 0 0,1 0-1 0 0,-1 0 0 0 0,1-1 0 0 0,0 1 0 0 0,-1 0 1 0 0,1 0-1 0 0,0 0 0 0 0,-1-1 0 0 0,1 1 1 0 0,0 0-1 0 0,-1 0 0 0 0,1-1 0 0 0,0 1 0 0 0,0 0 1 0 0,-1-1-1 0 0,1 1 0 0 0,0 0 0 0 0,0-1 1 0 0,0 1-1 0 0,-1 0 0 0 0,1-1 0 0 0,0 1 0 0 0,0 0 1 0 0,0-1-1 0 0,0 1 0 0 0,0-1 0 0 0,0 1 0 0 0,0-1 1 0 0,-3-15-2082 0 0,5 5 700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6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2016 0 0,'44'4'7767'0'0,"22"9"-4625"0"0,-1 0-2224 0 0,-60-12-1023 0 0,-2-1-89 0 0,0 0-1 0 0,0 0 1 0 0,-1 0 0 0 0,1 1 0 0 0,0-1 0 0 0,0 1 0 0 0,0 0 0 0 0,-1 0 0 0 0,1 0 0 0 0,0 0 0 0 0,-1 0 0 0 0,1 1-1 0 0,-1-1 1 0 0,3 3 0 0 0,-13-1-5672 0 0,3-3 2298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7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194 109 3793 0 0,'-3'12'1351'0'0,"0"1"1"0"0,1-1-1 0 0,-2 25 1 0 0,4-30-1595 0 0,0-1 0 0 0,0 1 0 0 0,-1 0 0 0 0,0 0 0 0 0,0-1 0 0 0,-1 1 0 0 0,0 0 0 0 0,0-1 0 0 0,0 0 0 0 0,-1 1 0 0 0,0-1 0 0 0,0 0 0 0 0,-1 0 0 0 0,1-1 0 0 0,-1 1 0 0 0,-1-1 0 0 0,-5 7 0 0 0,-65 44-2180 0 0,15-12 6004 0 0,70-45 3116 0 0,51-13-3763 0 0,-4-10-1391 0 0,-29 12-1490 0 0,0 0 1 0 0,1 2 0 0 0,48-9 0 0 0,-63 19-1188 0 0,7 0-3003 0 0</inkml:trace>
  <inkml:trace contextRef="#ctx0" brushRef="#br0" timeOffset="0.04">298 2 4737 0 0,'19'-1'5586'0'0,"21"12"-4292"0"0,-32-9-788 0 0,-2 0-272 0 0,1 0 0 0 0,0 0 0 0 0,-1 0 1 0 0,1 1-1 0 0,-1 0 0 0 0,0 0 0 0 0,0 0 1 0 0,0 1-1 0 0,-1 0 0 0 0,1 0 0 0 0,-1 1 1 0 0,5 5-1 0 0,-7-6-130 0 0,0 1 0 0 0,-1-1 0 0 0,1 1 1 0 0,-1 0-1 0 0,0 0 0 0 0,0-1 0 0 0,-1 2 1 0 0,0-1-1 0 0,0 0 0 0 0,0 0 0 0 0,0 0 0 0 0,-1 0 1 0 0,0 1-1 0 0,0-1 0 0 0,0 0 0 0 0,-2 7 1 0 0,-4 29-705 0 0,1-11-1117 0 0,3 1-3325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7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1 153 2945 0 0,'1'-3'388'0'0,"0"-1"1"0"0,0 1 0 0 0,0 0-1 0 0,1-1 1 0 0,0 1 0 0 0,-1 0 0 0 0,1 0-1 0 0,0 0 1 0 0,0 0 0 0 0,1 0 0 0 0,-1 0-1 0 0,1 1 1 0 0,-1-1 0 0 0,5-2-1 0 0,41-34 339 0 0,-48 39-716 0 0,12-8 273 0 0,-4 1 16 0 0,0 1-1 0 0,0 0 0 0 0,1 0 1 0 0,-1 1-1 0 0,1 0 0 0 0,0 1 1 0 0,0 0-1 0 0,1 0 0 0 0,0 1 1 0 0,-1 0-1 0 0,13-2 1 0 0,-22 6-224 0 0,1-1 0 0 0,0 0 1 0 0,0 1-1 0 0,0-1 0 0 0,0 1 1 0 0,-1-1-1 0 0,1 1 0 0 0,0-1 1 0 0,0 1-1 0 0,-1-1 0 0 0,1 1 1 0 0,0 0-1 0 0,-1-1 1 0 0,1 1-1 0 0,-1 0 0 0 0,1-1 1 0 0,-1 1-1 0 0,1 0 0 0 0,-1 0 1 0 0,0 0-1 0 0,1 0 0 0 0,-1-1 1 0 0,0 1-1 0 0,1 0 0 0 0,-1 0 1 0 0,0 0-1 0 0,0 0 1 0 0,0 0-1 0 0,0 0 0 0 0,0 0 1 0 0,0 0-1 0 0,0 0 0 0 0,0-1 1 0 0,0 1-1 0 0,-1 1 0 0 0,-5 44 376 0 0,4-34-341 0 0,0 14-200 0 0,4 46 0 0 0,0-25-2863 0 0,-4-1-5257 0 0,2-38 4359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8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0 3721 0 0,'-16'35'3788'0'0,"0"30"-3016"0"0,10-36-610 0 0,4-23-98 0 0,1 0 0 0 0,-1-1 0 0 0,1 1 0 0 0,0 0 0 0 0,1 0 0 0 0,0 0 0 0 0,0 10 0 0 0,0-15-6 0 0,1 0 1 0 0,-1 0-1 0 0,0-1 0 0 0,0 1 0 0 0,1 0 1 0 0,-1 0-1 0 0,1-1 0 0 0,-1 1 0 0 0,0 0 1 0 0,1 0-1 0 0,0-1 0 0 0,-1 1 1 0 0,1-1-1 0 0,-1 1 0 0 0,1 0 0 0 0,0-1 1 0 0,-1 1-1 0 0,1-1 0 0 0,0 1 0 0 0,-1-1 1 0 0,1 0-1 0 0,1 1 0 0 0,1 0 83 0 0,-1-1-1 0 0,0 0 1 0 0,1 0 0 0 0,-1 0-1 0 0,1 0 1 0 0,-1 0-1 0 0,0 0 1 0 0,1 0 0 0 0,-1-1-1 0 0,1 1 1 0 0,3-3 0 0 0,49-9 1277 0 0,-31 7-1086 0 0,-1 0 1 0 0,26-10 0 0 0,-45 13-577 0 0,1 1 0 0 0,-1-1 1 0 0,0 0-1 0 0,1-1 0 0 0,-1 1 0 0 0,0-1 0 0 0,0 0 1 0 0,-1 0-1 0 0,1 0 0 0 0,-1 0 0 0 0,1 0 0 0 0,-1-1 0 0 0,0 0 1 0 0,0 0-1 0 0,-1 0 0 0 0,4-5 0 0 0,-6 7-40 0 0,0 1-1 0 0,1 0 1 0 0,-1 0-1 0 0,0 0 1 0 0,0 0-1 0 0,0 0 1 0 0,0-1-1 0 0,0 1 1 0 0,0 0-1 0 0,0 0 1 0 0,-1 0-1 0 0,1 0 1 0 0,0-1-1 0 0,-1 1 0 0 0,1 0 1 0 0,-1 0-1 0 0,0-1 1 0 0,1 0-255 0 0,-4-5-3047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9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565 4 2985 0 0,'-17'-2'816'0'0,"-1"1"0"0"0,1 0 0 0 0,0 1 0 0 0,0 1 0 0 0,-27 5 0 0 0,35-3-776 0 0,-1 0 0 0 0,1 0 0 0 0,-1 1 0 0 0,1 0 0 0 0,0 1 0 0 0,1 0 0 0 0,-1 0 0 0 0,1 1 0 0 0,0 0 0 0 0,0 1 0 0 0,-8 8-1 0 0,-6 10-26 0 0,1 0-1 0 0,1 2 1 0 0,1 0-1 0 0,1 2 1 0 0,2 0-1 0 0,-21 49 1 0 0,5 6 24 0 0,-27 106 1 0 0,36-97 157 0 0,4 1-1 0 0,4 1 1 0 0,-4 131 0 0 0,17-155-20 0 0,4 1 0 0 0,3 0 0 0 0,3-1 0 0 0,4 0 1 0 0,23 81-1 0 0,-28-126-148 0 0,2 1-1 0 0,1-1 1 0 0,1 0 0 0 0,1-1-1 0 0,1 0 1 0 0,1-1 0 0 0,1-1-1 0 0,2 0 1 0 0,0-1 0 0 0,1-1-1 0 0,1 0 1 0 0,1-2 0 0 0,1 0-1 0 0,0-1 1 0 0,2-1 0 0 0,0-2-1 0 0,1 0 1 0 0,0-1 0 0 0,1-1-1 0 0,0-2 1 0 0,1 0 0 0 0,32 7-1 0 0,-28-10-108 0 0,0-1 0 0 0,60 6 0 0 0,-77-13-440 0 0,1 1 0 0 0,-1-2 0 0 0,1 0 0 0 0,-1 0 0 0 0,0-1 1 0 0,1-1-1 0 0,-1 0 0 0 0,0-1 0 0 0,14-6 0 0 0,-2-2-3203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3:49.5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31 3473 0 0,'-36'-3'6152'0'0,"30"4"-4334"0"0,24 1-1145 0 0,73 9-370 0 0,1-5 0 0 0,0-3 0 0 0,176-19 0 0 0,-264 15-375 0 0,43-9-1104 0 0,-18-4-3166 0 0,-17 4-643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5.2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54 4097 0 0,'24'3'7578'0'0,"1"5"-5739"0"0,23 4-1818 0 0,3-12 28 0 0,0-2 0 0 0,-1-2 0 0 0,63-14 0 0 0,-31 4-452 0 0,61-14-4601 0 0,-143 28 4904 0 0,1 0-1 0 0,-1 0 0 0 0,1 0 0 0 0,-1 0 0 0 0,0 0 0 0 0,1 0 0 0 0,-1 0 1 0 0,0 0-1 0 0,1-1 0 0 0,-1 1 0 0 0,0 0 0 0 0,1 0 0 0 0,-1 0 0 0 0,0 0 1 0 0,1-1-1 0 0,-1 1 0 0 0,0 0 0 0 0,1 0 0 0 0,-1-1 0 0 0,0 1 0 0 0,0 0 1 0 0,1-1-1 0 0,-1 1 0 0 0,0 0 0 0 0,0 0 0 0 0,0-1 0 0 0,1 1 1 0 0,-1-1-1 0 0,0 1 0 0 0,0 0 0 0 0,0-1 0 0 0,0 1 0 0 0,0 0 0 0 0,0-1 1 0 0,0 1-1 0 0,0 0 0 0 0,0-1 0 0 0,0 1 0 0 0,0-1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5.6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4825 0 0,'7'7'3699'0'0,"25"30"-2662"0"0,29 10-314 0 0,-47-38-412 0 0,-1 1 0 0 0,0 0 1 0 0,-1 1-1 0 0,22 24 0 0 0,-32-32-211 0 0,0 0 0 0 0,0 0 0 0 0,0 0 0 0 0,0 1 0 0 0,-1-1 0 0 0,0 1 0 0 0,1-1 0 0 0,-1 1 0 0 0,0 0 0 0 0,-1 0 0 0 0,1-1 0 0 0,-1 1 0 0 0,0 0 0 0 0,0 0 0 0 0,0-1 0 0 0,0 1 0 0 0,0 0 0 0 0,-1 0 0 0 0,0-1 0 0 0,0 1 0 0 0,0 0 0 0 0,0-1 0 0 0,0 1 0 0 0,-1-1 0 0 0,0 1 0 0 0,0-1 0 0 0,0 0 0 0 0,-4 6 0 0 0,-6 6-366 0 0,-1 1-1 0 0,-1-2 1 0 0,0 0-1 0 0,-21 16 1 0 0,16-14-1354 0 0,-7 0-3629 0 0,17-13 830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6.2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70 4705 0 0,'0'-1'323'0'0,"0"0"-1"0"0,0-1 1 0 0,0 1-1 0 0,1 0 1 0 0,-1-1-1 0 0,1 1 1 0 0,-1 0-1 0 0,1 0 1 0 0,-1 0 0 0 0,1 0-1 0 0,-1-1 1 0 0,1 1-1 0 0,0 0 1 0 0,0 0-1 0 0,0 0 1 0 0,0 0-1 0 0,0 0 1 0 0,1 0 0 0 0,28-16 2078 0 0,39-2-2115 0 0,-58 17 29 0 0,1-1-321 0 0,-7 1 34 0 0,1 1-1 0 0,-1 0 1 0 0,0 0-1 0 0,0 0 1 0 0,1 1 0 0 0,8 0-1 0 0,-13 0-17 0 0,0 0 0 0 0,-1 1 0 0 0,1-1 0 0 0,0 0 0 0 0,0 1 0 0 0,0-1 0 0 0,0 1 0 0 0,0-1 0 0 0,0 1-1 0 0,0-1 1 0 0,-1 1 0 0 0,1 0 0 0 0,0 0 0 0 0,-1-1 0 0 0,1 1 0 0 0,0 0 0 0 0,-1 0 0 0 0,1 0 0 0 0,-1 0 0 0 0,1-1 0 0 0,-1 1-1 0 0,1 0 1 0 0,-1 0 0 0 0,0 0 0 0 0,0 0 0 0 0,1 0 0 0 0,-1 0 0 0 0,0 0 0 0 0,0 0 0 0 0,0 0 0 0 0,0 0 0 0 0,0 0-1 0 0,0 0 1 0 0,0 0 0 0 0,-1 0 0 0 0,1 0 0 0 0,0 0 0 0 0,0 0 0 0 0,-1 0 0 0 0,0 2 0 0 0,-8 31-240 0 0,-3 0 1 0 0,0 0 0 0 0,-2-1-1 0 0,-2 0 1 0 0,-1-1-1 0 0,-1-1 1 0 0,-38 47 0 0 0,46-69-28 0 0,13-21-130 0 0,12-23-122 0 0,-5 15 633 0 0,1 1 0 0 0,1-1-1 0 0,0 2 1 0 0,2 0 0 0 0,0 0-1 0 0,32-30 1 0 0,-44 47-110 0 0,-1 0 0 0 0,1 0-1 0 0,-1 0 1 0 0,1 0 0 0 0,0 0 0 0 0,-1 0 0 0 0,1 0-1 0 0,0 1 1 0 0,-1-1 0 0 0,1 1 0 0 0,0-1 0 0 0,0 1 0 0 0,0 0-1 0 0,0-1 1 0 0,-1 1 0 0 0,1 0 0 0 0,0 0 0 0 0,0 0-1 0 0,0 1 1 0 0,0-1 0 0 0,0 0 0 0 0,-1 1 0 0 0,1-1 0 0 0,0 1-1 0 0,0 0 1 0 0,-1-1 0 0 0,1 1 0 0 0,0 0 0 0 0,-1 0-1 0 0,1 0 1 0 0,-1 0 0 0 0,1 1 0 0 0,-1-1 0 0 0,1 0-1 0 0,-1 0 1 0 0,0 1 0 0 0,0-1 0 0 0,0 1 0 0 0,0-1 0 0 0,1 3-1 0 0,7 9 26 0 0,-1 1-1 0 0,0 0 1 0 0,11 28 0 0 0,-7-16-85 0 0,17 24-1104 0 0,-5-21-2597 0 0,-24-29 3673 0 0,0 0-1 0 0,0-1 1 0 0,-1 1 0 0 0,1 0 0 0 0,0 0 0 0 0,0 0 0 0 0,0-1 0 0 0,0 1-1 0 0,0 0 1 0 0,0 0 0 0 0,0 0 0 0 0,0-1 0 0 0,0 1 0 0 0,0 0-1 0 0,0 0 1 0 0,0-1 0 0 0,0 1 0 0 0,0 0 0 0 0,0 0 0 0 0,0 0 0 0 0,0-1-1 0 0,0 1 1 0 0,0 0 0 0 0,0 0 0 0 0,0-1 0 0 0,0 1 0 0 0,0 0 0 0 0,0 0-1 0 0,0 0 1 0 0,0-1 0 0 0,1 1 0 0 0,-1 0 0 0 0,0 0 0 0 0,0 0 0 0 0,0-1-1 0 0,0 1 1 0 0,1 0 0 0 0,-1 0 0 0 0,0 0 0 0 0,0 0 0 0 0,0 0-1 0 0,1 0 1 0 0,-1-1 0 0 0,0 1 0 0 0,0 0 0 0 0,0 0 0 0 0,1 0 0 0 0,-1 0-1 0 0,0 0 1 0 0,0 0 0 0 0,1 0 0 0 0,-1 0 0 0 0,0 0 0 0 0,0 0 0 0 0,0 0-1 0 0,1 0 1 0 0,-1 0 0 0 0,0 0 0 0 0,0 0 0 0 0,1 0 0 0 0,-1 0-1 0 0,0 0 1 0 0,0 1 0 0 0,0-1 0 0 0,1 0 0 0 0,-1 0 0 0 0,0 0 0 0 0,0-3-660 0 0,3-6-1152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6.6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25 2793 0 0,'-3'-24'4417'0'0,"6"43"-1496"0"0,8 44-724 0 0,17 157-500 0 0,3-75-5893 0 0,-24-116 1712 0 0,-6-24-205 0 0,-2-18 1080 0 0,-1 2 1647 0 0,-21-130-1562 0 0,1 11 5499 0 0,45 136 1245 0 0,32-5-5620 0 0,-38-4-1473 0 0,0-1 1 0 0,0 0 0 0 0,25-11 0 0 0,-27 11-387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7.0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120 8 3745 0 0,'-3'-1'255'0'0,"0"0"1"0"0,0-1 0 0 0,0 1 0 0 0,0 1-1 0 0,0-1 1 0 0,0 0 0 0 0,0 1-1 0 0,0 0 1 0 0,0 0 0 0 0,0 0-1 0 0,0 0 1 0 0,0 0 0 0 0,0 0 0 0 0,0 1-1 0 0,0-1 1 0 0,0 1 0 0 0,0 0-1 0 0,0 0 1 0 0,0 0 0 0 0,0 1-1 0 0,0-1 1 0 0,1 1 0 0 0,-5 2-1 0 0,3 0-126 0 0,0-1-1 0 0,1 1 1 0 0,-1 0-1 0 0,1 0 1 0 0,0 1-1 0 0,0-1 0 0 0,0 1 1 0 0,1-1-1 0 0,-1 1 1 0 0,1 0-1 0 0,0 0 1 0 0,1 0-1 0 0,-2 6 0 0 0,1-4-143 0 0,1-1 0 0 0,0 1 0 0 0,1-1 0 0 0,-1 1 0 0 0,1-1 0 0 0,1 1 0 0 0,-1-1 0 0 0,1 1 0 0 0,0-1 0 0 0,0 0 0 0 0,3 7 0 0 0,-3-10 25 0 0,1 1-1 0 0,-1-1 1 0 0,1 0 0 0 0,-1 0-1 0 0,1 0 1 0 0,0 0 0 0 0,0 0-1 0 0,1 0 1 0 0,-1 0-1 0 0,0-1 1 0 0,1 1 0 0 0,0-1-1 0 0,0 0 1 0 0,-1 0-1 0 0,1 0 1 0 0,0 0 0 0 0,1 0-1 0 0,-1-1 1 0 0,0 1 0 0 0,5 1-1 0 0,0-2-6 0 0,-1 0 1 0 0,0-1-1 0 0,0 1 0 0 0,1-1 0 0 0,-1-1 0 0 0,0 1 0 0 0,1-1 1 0 0,-1-1-1 0 0,0 1 0 0 0,0-1 0 0 0,0 0 0 0 0,0-1 0 0 0,0 0 1 0 0,-1 0-1 0 0,1 0 0 0 0,-1-1 0 0 0,9-7 0 0 0,-10 8-12 0 0,-1 0 0 0 0,1 0 0 0 0,-1-1-1 0 0,0 1 1 0 0,0-1 0 0 0,-1 0 0 0 0,1 0 0 0 0,-1-1-1 0 0,0 1 1 0 0,0-1 0 0 0,0 1 0 0 0,-1-1-1 0 0,1 0 1 0 0,-1 0 0 0 0,-1 0 0 0 0,1 0 0 0 0,-1-1-1 0 0,1 1 1 0 0,-1 0 0 0 0,-1-1 0 0 0,1 1-1 0 0,-1 0 1 0 0,0-1 0 0 0,-1-6 0 0 0,0 9-64 0 0,1 0 0 0 0,-1 0 1 0 0,0 0-1 0 0,0 1 0 0 0,-1-1 0 0 0,1 0 0 0 0,0 1 1 0 0,-1-1-1 0 0,0 1 0 0 0,1 0 0 0 0,-1-1 1 0 0,0 1-1 0 0,0 0 0 0 0,0 0 0 0 0,-1 0 1 0 0,1 0-1 0 0,0 1 0 0 0,-1-1 0 0 0,1 1 1 0 0,-1-1-1 0 0,1 1 0 0 0,-1 0 0 0 0,0 0 1 0 0,0 0-1 0 0,0 0 0 0 0,1 1 0 0 0,-1-1 0 0 0,0 1 1 0 0,0-1-1 0 0,0 1 0 0 0,0 0 0 0 0,0 0 1 0 0,-4 1-1 0 0,-7 0-796 0 0,-1 1-1 0 0,1 1 1 0 0,1 0 0 0 0,-1 1-1 0 0,-19 8 1 0 0,6 1-1777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7.3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72 4153 0 0,'48'4'6011'0'0,"-37"-3"-5927"0"0,1 0 0 0 0,0 0 0 0 0,0-1 0 0 0,13-1 0 0 0,-6-2-78 0 0,0-2 0 0 0,31-9 1 0 0,-44 12-176 0 0,0 0 0 0 0,1-1 0 0 0,-1 0 0 0 0,-1 0 0 0 0,1 0 0 0 0,0-1 0 0 0,-1 0 0 0 0,0 0 0 0 0,1 0 0 0 0,-2 0 0 0 0,8-9 0 0 0,-12 13 160 0 0,0 0-1 0 0,0 0 1 0 0,0 0-1 0 0,1 0 1 0 0,-1 0 0 0 0,0-1-1 0 0,0 1 1 0 0,0 0-1 0 0,0 0 1 0 0,0 0-1 0 0,0 0 1 0 0,0 0-1 0 0,0 0 1 0 0,0-1 0 0 0,0 1-1 0 0,0 0 1 0 0,0 0-1 0 0,0 0 1 0 0,1 0-1 0 0,-1-1 1 0 0,0 1-1 0 0,0 0 1 0 0,0 0 0 0 0,0 0-1 0 0,-1 0 1 0 0,1 0-1 0 0,0-1 1 0 0,0 1-1 0 0,0 0 1 0 0,0 0-1 0 0,0 0 1 0 0,0 0 0 0 0,0 0-1 0 0,0-1 1 0 0,0 1-1 0 0,0 0 1 0 0,0 0-1 0 0,0 0 1 0 0,0 0-1 0 0,-1 0 1 0 0,1 0 0 0 0,0 0-1 0 0,0-1 1 0 0,0 1-1 0 0,0 0 1 0 0,0 0-1 0 0,0 0 1 0 0,-1 0-1 0 0,1 0 1 0 0,0 0 0 0 0,0 0-1 0 0,0 0 1 0 0,0 0-1 0 0,0 0 1 0 0,-1 0-1 0 0,1 0 1 0 0,0 0-1 0 0,-15 1-113 0 0,-14 8 221 0 0,17-2 117 0 0,1 1 0 0 0,-1 1 1 0 0,1 0-1 0 0,0 0 0 0 0,1 1 0 0 0,0 0 1 0 0,1 1-1 0 0,0 0 0 0 0,1 1 1 0 0,0-1-1 0 0,-8 19 0 0 0,10-19-136 0 0,0 1-1 0 0,1 0 1 0 0,0 0-1 0 0,1 0 1 0 0,1 1 0 0 0,0-1-1 0 0,0 1 1 0 0,1 0-1 0 0,1 0 1 0 0,0 0-1 0 0,1 0 1 0 0,3 21-1 0 0,-3-31-269 0 0,1-1 1 0 0,-1 1-1 0 0,1 0 0 0 0,0-1 0 0 0,0 1 0 0 0,0 0 0 0 0,1-1 0 0 0,-1 0 0 0 0,1 1 0 0 0,-1-1 0 0 0,1 0 0 0 0,2 3 0 0 0,-3-4-101 0 0,0 0 0 0 0,0 0 0 0 0,0 0 0 0 0,1-1 0 0 0,-1 1 0 0 0,0 0 0 0 0,1-1 0 0 0,-1 1 0 0 0,0 0 0 0 0,1-1 0 0 0,-1 0 0 0 0,1 1 0 0 0,-1-1 0 0 0,1 0 0 0 0,2 0 0 0 0,5 0-2784 0 0</inkml:trace>
  <inkml:trace contextRef="#ctx0" brushRef="#br0" timeOffset="1">173 233 4569 0 0,'-17'17'6424'0'0,"20"-13"-5026"0"0,11-9-1122 0 0,59-30-821 0 0,-51 25-945 0 0,0 0 0 0 0,0-1 0 0 0,-1-2 1 0 0,0 0-1 0 0,35-30 0 0 0,-40 29-829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7.7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167 1 4417 0 0,'-4'3'690'0'0,"1"1"1"0"0,0 0-1 0 0,0 0 1 0 0,1 1-1 0 0,-1-1 1 0 0,1 1-1 0 0,0-1 0 0 0,-2 7 1 0 0,-9 47 1205 0 0,11-24-2057 0 0,2 46 0 0 0,5-19-1949 0 0,0 12-4266 0 0,-3-61 3745 0 0</inkml:trace>
  <inkml:trace contextRef="#ctx0" brushRef="#br0" timeOffset="1">32 261 4425 0 0,'-3'5'526'0'0,"-1"0"0"0"0,1 0 1 0 0,0 0-1 0 0,0 0 0 0 0,0 0 0 0 0,1 1 1 0 0,-1-1-1 0 0,1 1 0 0 0,-1 7 0 0 0,2-9-352 0 0,0 1 0 0 0,1-1 0 0 0,0 1 0 0 0,0-1 0 0 0,0 1 0 0 0,0-1-1 0 0,0 1 1 0 0,1-1 0 0 0,0 1 0 0 0,3 8 0 0 0,-2-9-260 0 0,0 0 0 0 0,0-1 0 0 0,0 1 0 0 0,0 0 0 0 0,1-1 0 0 0,0 1 0 0 0,0-1 0 0 0,0 0 0 0 0,0 0 1 0 0,0 0-1 0 0,0-1 0 0 0,1 1 0 0 0,0-1 0 0 0,-1 1 0 0 0,1-1 0 0 0,0 0 0 0 0,0-1 0 0 0,0 1 0 0 0,0-1 0 0 0,0 1 0 0 0,1-1 0 0 0,-1-1 0 0 0,0 1 0 0 0,1-1 0 0 0,-1 1 0 0 0,8-2 0 0 0,-6 1-249 0 0,0 0-1 0 0,-1-1 1 0 0,1 0 0 0 0,0 0-1 0 0,-1 0 1 0 0,1-1-1 0 0,0 0 1 0 0,-1 0-1 0 0,0 0 1 0 0,0-1-1 0 0,1 1 1 0 0,-1-2 0 0 0,-1 1-1 0 0,1 0 1 0 0,0-1-1 0 0,-1 0 1 0 0,0 0-1 0 0,7-8 1 0 0,4-4-1747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8.1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39 2817 0 0,'0'-2'225'0'0,"-1"0"0"0"0,0 0 1 0 0,-1 1-1 0 0,1-1 0 0 0,0 0 1 0 0,0 0-1 0 0,-1 1 0 0 0,1-1 1 0 0,-1 1-1 0 0,0 0 0 0 0,1-1 1 0 0,-1 1-1 0 0,0 0 0 0 0,0 0 1 0 0,0 0-1 0 0,1 0 0 0 0,-1 0 1 0 0,0 0-1 0 0,0 1 0 0 0,-1-1 1 0 0,1 0-1 0 0,0 1 1 0 0,-4-1-1 0 0,4 2-99 0 0,0 0-1 0 0,0 0 1 0 0,0 0 0 0 0,-1 0-1 0 0,1 0 1 0 0,0 0 0 0 0,0 0-1 0 0,1 1 1 0 0,-1-1 0 0 0,0 1-1 0 0,0 0 1 0 0,1-1 0 0 0,-1 1 0 0 0,1 0-1 0 0,-1 0 1 0 0,1 0 0 0 0,-2 4-1 0 0,-2 3-60 0 0,0 1 0 0 0,1 0 0 0 0,0 0 0 0 0,1 0 0 0 0,0 1 0 0 0,1-1 0 0 0,0 1 0 0 0,-1 14 0 0 0,3-22-71 0 0,-1 0 0 0 0,1 0 0 0 0,0 1 1 0 0,0-1-1 0 0,1 0 0 0 0,-1 0 0 0 0,1 1 0 0 0,-1-1 1 0 0,1 0-1 0 0,0 0 0 0 0,0 0 0 0 0,1 0 0 0 0,-1 0 1 0 0,1 0-1 0 0,-1 0 0 0 0,1-1 0 0 0,0 1 0 0 0,0-1 1 0 0,0 1-1 0 0,0-1 0 0 0,0 1 0 0 0,1-1 0 0 0,-1 0 1 0 0,1 0-1 0 0,0 0 0 0 0,-1-1 0 0 0,1 1 0 0 0,0-1 1 0 0,0 1-1 0 0,0-1 0 0 0,0 0 0 0 0,0 0 0 0 0,0 0 1 0 0,1 0-1 0 0,-1-1 0 0 0,0 0 0 0 0,0 1 0 0 0,0-1 1 0 0,1 0-1 0 0,-1 0 0 0 0,0-1 0 0 0,0 1 0 0 0,0-1 1 0 0,1 1-1 0 0,-1-1 0 0 0,0 0 0 0 0,0 0 0 0 0,3-2 1 0 0,5-2 6 0 0,-1 0-1 0 0,0 0 1 0 0,0-1 0 0 0,0 0 0 0 0,-1-1 0 0 0,0 0 0 0 0,15-15 0 0 0,-20 19 6 0 0,0-2-1 0 0,0 1 1 0 0,0 0 0 0 0,-1-1-1 0 0,0 1 1 0 0,0-1 0 0 0,0 0 0 0 0,0 0-1 0 0,-1 0 1 0 0,0-1 0 0 0,0 1-1 0 0,0-1 1 0 0,-1 1 0 0 0,1-1 0 0 0,-2 1-1 0 0,1-1 1 0 0,0-9 0 0 0,-1 12-56 0 0,-1 0-1 0 0,0 0 1 0 0,1 0 0 0 0,-1 1 0 0 0,0-1 0 0 0,0 0 0 0 0,0 1 0 0 0,-1-1 0 0 0,1 1 0 0 0,-1-1 0 0 0,1 1 0 0 0,-1 0 0 0 0,0-1-1 0 0,0 1 1 0 0,0 0 0 0 0,0 0 0 0 0,0 0 0 0 0,0 1 0 0 0,-1-1 0 0 0,1 0 0 0 0,0 1 0 0 0,-1 0 0 0 0,0-1 0 0 0,1 1 0 0 0,-1 0-1 0 0,0 0 1 0 0,1 1 0 0 0,-1-1 0 0 0,0 0 0 0 0,0 1 0 0 0,0 0 0 0 0,-4 0 0 0 0,-2-1-623 0 0,0 1 0 0 0,1 1 0 0 0,-1 0 1 0 0,1 0-1 0 0,-1 0 0 0 0,1 1 0 0 0,0 1 0 0 0,0-1 1 0 0,-14 8-1 0 0,5 0-1442 0 0</inkml:trace>
  <inkml:trace contextRef="#ctx0" brushRef="#br0" timeOffset="0.1">57 303 4081 0 0,'0'2'158'0'0,"-1"0"0"0"0,1-1 1 0 0,0 1-1 0 0,-1 0 0 0 0,1-1 1 0 0,0 1-1 0 0,0 0 0 0 0,0 0 0 0 0,0 0 1 0 0,1-1-1 0 0,-1 1 0 0 0,0 0 1 0 0,1-1-1 0 0,-1 1 0 0 0,1 0 1 0 0,-1-1-1 0 0,1 1 0 0 0,0 0 0 0 0,0-1 1 0 0,0 1-1 0 0,0-1 0 0 0,0 0 1 0 0,0 1-1 0 0,3 1 0 0 0,-2-1-103 0 0,0-1 0 0 0,1 0 0 0 0,-1 0-1 0 0,1-1 1 0 0,-1 1 0 0 0,1-1 0 0 0,-1 1-1 0 0,1-1 1 0 0,0 0 0 0 0,-1 0 0 0 0,1 0 0 0 0,0 0-1 0 0,-1 0 1 0 0,5-1 0 0 0,11-4-466 0 0,0 0 1 0 0,-1-1-1 0 0,28-13 0 0 0,-39 16 365 0 0,10-3-325 0 0,-11 4 61 0 0,0 0 1 0 0,-1 1 0 0 0,1-2-1 0 0,0 1 1 0 0,-1 0 0 0 0,1-1-1 0 0,-1 0 1 0 0,0 0-1 0 0,0-1 1 0 0,0 1 0 0 0,0-1-1 0 0,0 1 1 0 0,-1-1 0 0 0,4-6-1 0 0,-1 0-1449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8.5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1 2401 0 0,'-6'22'1859'0'0,"1"0"1"0"0,0 0-1 0 0,-1 29 1 0 0,3 132-1299 0 0,3-177-468 0 0,6 52-628 0 0,-2-9-1618 0 0,-4-18-2131 0 0,3-20 1539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8.9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49 4425 0 0,'1'-2'280'0'0,"-1"0"1"0"0,1 0-1 0 0,0 0 0 0 0,0 0 1 0 0,0 0-1 0 0,0 0 0 0 0,0 1 1 0 0,0-1-1 0 0,1 1 0 0 0,-1-1 1 0 0,1 1-1 0 0,-1-1 0 0 0,1 1 1 0 0,-1 0-1 0 0,1-1 0 0 0,0 1 1 0 0,0 0-1 0 0,-1 0 0 0 0,1 0 1 0 0,0 1-1 0 0,0-1 0 0 0,0 0 1 0 0,0 1-1 0 0,0-1 0 0 0,3 1 1 0 0,55-12 911 0 0,-60 12-1162 0 0,6-1 9 0 0,-1 0 0 0 0,1 1-1 0 0,0 0 1 0 0,-1 0 0 0 0,1 0-1 0 0,0 0 1 0 0,-1 1 0 0 0,1 0 0 0 0,0 0-1 0 0,-1 1 1 0 0,0-1 0 0 0,1 1-1 0 0,6 4 1 0 0,-10-5-24 0 0,0 1 1 0 0,0 0-1 0 0,0 0 0 0 0,0 1 0 0 0,0-1 0 0 0,0 0 0 0 0,0 0 1 0 0,-1 1-1 0 0,1-1 0 0 0,-1 1 0 0 0,0 0 0 0 0,0-1 0 0 0,0 1 1 0 0,0 0-1 0 0,0 0 0 0 0,-1 0 0 0 0,1-1 0 0 0,-1 1 0 0 0,0 0 1 0 0,0 0-1 0 0,0 0 0 0 0,0 0 0 0 0,0 0 0 0 0,0 0 0 0 0,-1-1 1 0 0,0 1-1 0 0,-1 5 0 0 0,-2 8-114 0 0,-1 1 1 0 0,-1-1-1 0 0,-1 0 0 0 0,0 0 0 0 0,-1-1 1 0 0,-16 25-1 0 0,18-31-126 0 0,0-1 0 0 0,-1 0 0 0 0,0 0 0 0 0,-1-1 1 0 0,1 0-1 0 0,-1 0 0 0 0,-12 8 0 0 0,20-16 215 0 0,0 1-1 0 0,0 0 1 0 0,0 0 0 0 0,0 0-1 0 0,0 0 1 0 0,0 0 0 0 0,0 0-1 0 0,0 0 1 0 0,0 0-1 0 0,0-1 1 0 0,0 1 0 0 0,0 0-1 0 0,0 0 1 0 0,0 0 0 0 0,0 0-1 0 0,0 0 1 0 0,0 0-1 0 0,0 0 1 0 0,0 0 0 0 0,0 0-1 0 0,0-1 1 0 0,0 1 0 0 0,-1 0-1 0 0,1 0 1 0 0,0 0 0 0 0,0 0-1 0 0,0 0 1 0 0,0 0-1 0 0,0 0 1 0 0,0 0 0 0 0,0 0-1 0 0,0 0 1 0 0,0 0 0 0 0,0 0-1 0 0,0 0 1 0 0,0-1-1 0 0,-1 1 1 0 0,1 0 0 0 0,0 0-1 0 0,0 0 1 0 0,0 0 0 0 0,0 0-1 0 0,0 0 1 0 0,0 0 0 0 0,0 0-1 0 0,0 0 1 0 0,0 0-1 0 0,-1 0 1 0 0,1 0 0 0 0,0 0-1 0 0,0 0 1 0 0,0 0 0 0 0,0 0-1 0 0,0 0 1 0 0,0 0-1 0 0,0 1 1 0 0,0-1 0 0 0,-1 0-1 0 0,1 0 1 0 0,0 0 0 0 0,0 0-1 0 0,0 0 1 0 0,0 0 0 0 0,0 0-1 0 0,0 0 1 0 0,0 0-1 0 0,0 0 1 0 0,5-13-199 0 0,8-11 291 0 0,-10 20 33 0 0,0 0 1 0 0,0 0-1 0 0,1 0 0 0 0,-1 0 1 0 0,1 1-1 0 0,0 0 0 0 0,0-1 1 0 0,0 1-1 0 0,1 1 0 0 0,-1-1 1 0 0,1 1-1 0 0,0-1 0 0 0,5 0 0 0 0,-8 2-53 0 0,1 1 0 0 0,-1-1 0 0 0,1 1 0 0 0,-1 0 0 0 0,1 0 0 0 0,-1 0 0 0 0,1 1 0 0 0,-1-1 0 0 0,1 1 0 0 0,-1-1 0 0 0,0 1-1 0 0,1 0 1 0 0,-1 0 0 0 0,0 0 0 0 0,1 0 0 0 0,-1 0 0 0 0,0 0 0 0 0,0 1 0 0 0,0-1 0 0 0,0 1 0 0 0,0-1 0 0 0,0 1 0 0 0,0 0-1 0 0,-1 0 1 0 0,1 0 0 0 0,-1 0 0 0 0,1 0 0 0 0,0 2 0 0 0,66 99-216 0 0,-27-33-6345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9.3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50 5729 0 0,'10'-5'3837'0'0,"12"0"-2548"0"0,0-1-1163 0 0,-2-4-42 0 0,-13 6-54 0 0,1 1-1 0 0,-1-1 0 0 0,1 1 0 0 0,-1 1 1 0 0,1-1-1 0 0,14-1 0 0 0,-20 4-19 0 0,-1 0 1 0 0,0 0-1 0 0,1 0 0 0 0,-1 0 0 0 0,1 0 0 0 0,-1 0 0 0 0,0 1 0 0 0,1-1 0 0 0,-1 1 1 0 0,1-1-1 0 0,-1 1 0 0 0,0-1 0 0 0,0 1 0 0 0,1 0 0 0 0,-1 0 0 0 0,0-1 0 0 0,2 3 1 0 0,-1-1 11 0 0,-1 1 0 0 0,1-1 1 0 0,-1 0-1 0 0,0 0 0 0 0,0 1 1 0 0,0-1-1 0 0,0 1 0 0 0,0-1 1 0 0,0 1-1 0 0,-1-1 0 0 0,1 1 1 0 0,-1 0-1 0 0,0 2 0 0 0,3 36 263 0 0,-5 73-1 0 0,-10-12-5998 0 0,7-90 2544 0 0,2-9 680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39.6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1 4409 0 0,'-3'32'4793'0'0,"-6"19"-2881"0"0,-1 14-1378 0 0,5-17-388 0 0,-2 57 272 0 0,7-95-919 0 0,0 1 0 0 0,1-1 0 0 0,1 0 0 0 0,0 0 0 0 0,0 1 0 0 0,1-1 0 0 0,6 16 0 0 0,-9-26 390 0 0,0 1 1 0 0,0-1-1 0 0,0 0 0 0 0,0 1 0 0 0,0-1 0 0 0,0 1 0 0 0,0-1 0 0 0,0 0 0 0 0,0 1 0 0 0,0-1 0 0 0,0 1 0 0 0,1-1 0 0 0,-1 0 0 0 0,0 1 0 0 0,0-1 0 0 0,0 0 0 0 0,1 1 0 0 0,-1-1 0 0 0,0 0 1 0 0,0 1-1 0 0,1-1 0 0 0,-1 0 0 0 0,0 1 0 0 0,1-1 0 0 0,-1 0 0 0 0,0 0 0 0 0,1 1 0 0 0,-1-1 0 0 0,0 0 0 0 0,1 0 0 0 0,-1 0 0 0 0,0 0 0 0 0,1 1 0 0 0,-1-1 0 0 0,1 0 0 0 0,-1 0 0 0 0,0 0 0 0 0,1 0 1 0 0,-1 0-1 0 0,1 0 0 0 0,-1 0 0 0 0,1 0 0 0 0,-1 0 0 0 0,0 0 0 0 0,1 0 0 0 0,0-1 0 0 0,5-2-2223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0.0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148 145 4609 0 0,'-9'7'373'0'0,"0"0"0"0"0,1 1 0 0 0,0 0 0 0 0,1 1 0 0 0,0 0 0 0 0,0 0 1 0 0,1 0-1 0 0,0 1 0 0 0,-5 10 0 0 0,9-15-241 0 0,-1 0 1 0 0,1 0-1 0 0,0 1 1 0 0,0-1-1 0 0,1 0 1 0 0,-1 0-1 0 0,1 1 1 0 0,1-1-1 0 0,-1 1 1 0 0,1-1-1 0 0,-1 1 1 0 0,2-1-1 0 0,-1 1 1 0 0,1-1-1 0 0,-1 1 1 0 0,1-1-1 0 0,1 1 1 0 0,-1-1-1 0 0,1 0 1 0 0,3 6-1 0 0,-3-8-140 0 0,0 0 0 0 0,0-1-1 0 0,1 1 1 0 0,-1-1-1 0 0,1 0 1 0 0,-1 0 0 0 0,1 0-1 0 0,0 0 1 0 0,0-1-1 0 0,0 1 1 0 0,0-1 0 0 0,0 1-1 0 0,0-1 1 0 0,0 0-1 0 0,1 0 1 0 0,-1-1 0 0 0,0 1-1 0 0,1-1 1 0 0,-1 1-1 0 0,0-1 1 0 0,1 0 0 0 0,-1 0-1 0 0,0-1 1 0 0,1 1-1 0 0,-1-1 1 0 0,0 1 0 0 0,1-1-1 0 0,-1 0 1 0 0,0 0-1 0 0,4-3 1 0 0,2 1-15 0 0,-1 0 0 0 0,0 0 1 0 0,0-1-1 0 0,0-1 0 0 0,-1 1 0 0 0,1-1 1 0 0,-1-1-1 0 0,-1 1 0 0 0,1-1 0 0 0,9-11 1 0 0,-13 14 37 0 0,-1 0 0 0 0,1-1 1 0 0,-1 1-1 0 0,0-1 1 0 0,0 1-1 0 0,0-1 0 0 0,-1 0 1 0 0,1 0-1 0 0,-1 0 1 0 0,0 0-1 0 0,0 0 0 0 0,0 0 1 0 0,-1-1-1 0 0,1 1 1 0 0,-1 0-1 0 0,0 0 0 0 0,0 0 1 0 0,-1-1-1 0 0,1 1 1 0 0,-1 0-1 0 0,0 0 1 0 0,0 0-1 0 0,0 0 0 0 0,-1 0 1 0 0,-3-7-1 0 0,2 6-35 0 0,0 1 0 0 0,0 1 0 0 0,-1-1 0 0 0,1 0 0 0 0,-1 1 0 0 0,0 0 0 0 0,0 0-1 0 0,0 0 1 0 0,0 0 0 0 0,-1 1 0 0 0,1-1 0 0 0,-1 1 0 0 0,0 0 0 0 0,1 1 0 0 0,-1-1 0 0 0,0 1 0 0 0,0 0 0 0 0,0 0 0 0 0,0 0-1 0 0,0 1 1 0 0,-9 0 0 0 0,5 0-348 0 0,-1 1-1 0 0,0 0 0 0 0,0 0 0 0 0,1 1 1 0 0,-1 0-1 0 0,1 1 0 0 0,0 0 1 0 0,-1 0-1 0 0,1 1 0 0 0,1 1 1 0 0,-1-1-1 0 0,-11 9 0 0 0,-6-4-2378 0 0,21-4 501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6.1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 19 3073 0 0,'0'-1'186'0'0,"-1"0"-1"0"0,1 0 1 0 0,0 0 0 0 0,-1 0 0 0 0,1 0 0 0 0,-1 0 0 0 0,0 0 0 0 0,1 0 0 0 0,-1 0 0 0 0,0 1-1 0 0,1-1 1 0 0,-1 0 0 0 0,0 0 0 0 0,0 1 0 0 0,0-1 0 0 0,0 0 0 0 0,0 1 0 0 0,0-1 0 0 0,0 1-1 0 0,0-1 1 0 0,0 1 0 0 0,0 0 0 0 0,0-1 0 0 0,0 1 0 0 0,0 0 0 0 0,0 0 0 0 0,0-1 0 0 0,-2 1 0 0 0,2 1-9 0 0,0 1 0 0 0,0-1-1 0 0,0 0 1 0 0,0 0 0 0 0,0 1 0 0 0,0-1 0 0 0,0 1 0 0 0,1-1 0 0 0,-1 1 0 0 0,1-1 0 0 0,-1 1 0 0 0,1-1 0 0 0,-1 1 0 0 0,1-1 0 0 0,0 1 0 0 0,0 2 0 0 0,-2 71 1890 0 0,5 6-1352 0 0,4 38-899 0 0,6-42-3564 0 0,-9-67-75 0 0,-3-25-118 0 0,-1 10 3594 0 0,1-10-1504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6.5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 2008 0 0,'25'-1'9234'0'0,"14"-2"-7022"0"0,52-4-3001 0 0,-91 7 750 0 0,40 1-1318 0 0,-22 4-685 0 0,-18-5 1942 0 0,1 0 0 0 0,-1 0 0 0 0,0 0 0 0 0,0 1 0 0 0,1-1 0 0 0,-1 0 0 0 0,0 0 0 0 0,0 1 0 0 0,0-1 1 0 0,1 0-1 0 0,-1 0 0 0 0,0 1 0 0 0,0-1 0 0 0,0 0 0 0 0,0 0 0 0 0,1 1 0 0 0,-1-1 0 0 0,0 0 0 0 0,0 1 0 0 0,0-1 1 0 0,0 0-1 0 0,0 1 0 0 0,0-1 0 0 0,0 0 0 0 0,0 0 0 0 0,0 1 0 0 0,0-1 0 0 0,0 0 0 0 0,0 1 0 0 0,0-1 1 0 0,0 0-1 0 0,0 1 0 0 0,-1-1 0 0 0,1 0 0 0 0,0 0 0 0 0,0 1 0 0 0,0-1 0 0 0,0 0 0 0 0,0 1 0 0 0,-1-1 0 0 0,-9 10-2040 0 0,17 2 190 0 0</inkml:trace>
  <inkml:trace contextRef="#ctx0" brushRef="#br0" timeOffset="1">92 88 1840 0 0,'-20'16'4483'0'0,"24"-12"-3232"0"0,12-7-947 0 0,58-12-272 0 0,-24 12-4109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6.9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45 3481 0 0,'2'1'312'0'0,"-1"0"1"0"0,1 0 0 0 0,0 0-1 0 0,0-1 1 0 0,-1 1 0 0 0,1 0-1 0 0,0-1 1 0 0,0 1 0 0 0,0-1-1 0 0,0 1 1 0 0,0-1 0 0 0,0 0-1 0 0,0 0 1 0 0,0 0 0 0 0,0 0-1 0 0,0 0 1 0 0,0 0 0 0 0,0-1-1 0 0,-1 1 1 0 0,5-2-1 0 0,46-17 161 0 0,-31 10 254 0 0,-9 5-480 0 0,1-1 0 0 0,0 2 0 0 0,-1 0 0 0 0,1 0 0 0 0,0 1-1 0 0,15 0 1 0 0,-26 2-196 0 0,1 0 0 0 0,-1 1 0 0 0,1-1 0 0 0,0 0 0 0 0,-1 1 0 0 0,1 0 0 0 0,-1-1 0 0 0,1 1-1 0 0,-1 0 1 0 0,1 0 0 0 0,-1 0 0 0 0,0 1 0 0 0,0-1 0 0 0,1 1 0 0 0,-1-1 0 0 0,0 1 0 0 0,0 0 0 0 0,-1-1-1 0 0,1 1 1 0 0,0 0 0 0 0,0 0 0 0 0,-1 0 0 0 0,1 1 0 0 0,-1-1 0 0 0,0 0 0 0 0,0 1 0 0 0,0-1 0 0 0,0 0-1 0 0,0 1 1 0 0,0-1 0 0 0,-1 1 0 0 0,1 0 0 0 0,-1-1 0 0 0,0 1 0 0 0,1-1 0 0 0,-1 1 0 0 0,-1 3 0 0 0,1 7 75 0 0,-1-1 0 0 0,-1 1 1 0 0,0-1-1 0 0,-6 19 0 0 0,-3 17-946 0 0,10-3-3386 0 0,10-57-1884 0 0,-2 0 2962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7.3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138 2 4593 0 0,'-1'0'291'0'0,"0"-1"1"0"0,-1 1-1 0 0,1 0 1 0 0,0-1-1 0 0,-1 1 0 0 0,1 0 1 0 0,0 0-1 0 0,-1 0 1 0 0,1 0-1 0 0,0 0 0 0 0,-1 1 1 0 0,1-1-1 0 0,0 0 1 0 0,0 1-1 0 0,-1-1 0 0 0,1 0 1 0 0,0 1-1 0 0,0 0 1 0 0,-1-1-1 0 0,1 1 0 0 0,-1 0 1 0 0,-1 2-18 0 0,1-1 0 0 0,0 0 0 0 0,0 1 0 0 0,0-1 0 0 0,0 1 0 0 0,0-1 0 0 0,0 1 0 0 0,-2 5 0 0 0,-3 8-287 0 0,2-1 0 0 0,-8 32-1 0 0,8-26 516 0 0,-10 42-381 0 0,0 2-1565 0 0,0-26-3174 0 0,15-38 4479 0 0,0-1 1 0 0,-1 1-1 0 0,1-1 0 0 0,0 0 1 0 0,0 1-1 0 0,-1-1 0 0 0,1 0 0 0 0,0 1 1 0 0,0-1-1 0 0,-1 0 0 0 0,1 0 1 0 0,-1 1-1 0 0,1-1 0 0 0,0 0 1 0 0,-1 0-1 0 0,1 1 0 0 0,-1-1 1 0 0,1 0-1 0 0,0 0 0 0 0,-1 0 0 0 0,1 0 1 0 0,-1 0-1 0 0,1 0 0 0 0,-1 0 1 0 0,1 0-1 0 0,0 0 0 0 0,-1 0 1 0 0,1 0-1 0 0,-1 0 0 0 0,1 0 0 0 0,-1 0 1 0 0,0 0-1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7.7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0 166 4921 0 0,'2'7'7690'0'0,"-1"-7"-7545"0"0,-1 0 0 0 0,0 0 1 0 0,0 0-1 0 0,0 0 0 0 0,21 9 1796 0 0,22 4-2228 0 0,-9-6 76 0 0,-1-1-3761 0 0,54 18 0 0 0,-67-24 454 0 0,-11 1 1048 0 0</inkml:trace>
  <inkml:trace contextRef="#ctx0" brushRef="#br0" timeOffset="1">247 0 4177 0 0,'-9'53'5484'0'0,"13"33"-3027"0"0,-1-46-1798 0 0,-1-13-625 0 0,3 121-91 0 0,-10-50-5082 0 0,-1-81 722 0 0,6-11 1843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8.1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6 3561 0 0,'-3'6'2248'0'0,"0"6"-703"0"0,0 3-321 0 0,1 3-240 0 0,1 2-280 0 0,1 1-264 0 0,0 3-200 0 0,0-2-112 0 0,0 1-48 0 0,1-2-200 0 0,2 0-352 0 0,1-3-408 0 0,0 1-448 0 0,-1-3-289 0 0,2-3-7 0 0,-13-16-208 0 0,13 11-689 0 0</inkml:trace>
  <inkml:trace contextRef="#ctx0" brushRef="#br0" timeOffset="1">1 60 5921 0 0,'15'-7'6942'0'0,"62"-21"-6362"0"0,-62 23-471 0 0,0 0 0 0 0,0 1-1 0 0,0 1 1 0 0,0 0 0 0 0,1 1 0 0 0,17 0 0 0 0,-29 2-56 0 0,0 0 0 0 0,1 0 1 0 0,-1 1-1 0 0,0 0 1 0 0,0 0-1 0 0,0 0 1 0 0,-1 0-1 0 0,1 1 0 0 0,0-1 1 0 0,0 1-1 0 0,-1 0 1 0 0,1 0-1 0 0,-1 1 1 0 0,1-1-1 0 0,-1 1 0 0 0,0-1 1 0 0,0 1-1 0 0,0 0 1 0 0,-1 0-1 0 0,1 0 1 0 0,-1 1-1 0 0,1-1 0 0 0,-1 1 1 0 0,0-1-1 0 0,0 1 1 0 0,-1 0-1 0 0,1-1 1 0 0,0 6-1 0 0,2 3 32 0 0,-1-1 0 0 0,-1 1 0 0 0,0 0 0 0 0,-1 0 0 0 0,0 0 0 0 0,-1 0 0 0 0,-1 12 0 0 0,0-16-679 0 0,0-1-1 0 0,0 1 0 0 0,-1-1 0 0 0,0 1 0 0 0,0-1 0 0 0,-1 0 1 0 0,-4 9-1 0 0,6-15 385 0 0,1 0 0 0 0,-1-1 0 0 0,1 1 1 0 0,-1-1-1 0 0,0 1 0 0 0,1-1 0 0 0,-1 1 0 0 0,0-1 1 0 0,1 1-1 0 0,-1-1 0 0 0,0 1 0 0 0,1-1 0 0 0,-1 0 1 0 0,0 1-1 0 0,0-1 0 0 0,0 0 0 0 0,1 0 0 0 0,-1 0 1 0 0,0 0-1 0 0,0 0 0 0 0,0 0 0 0 0,0 0 0 0 0,1 0 1 0 0,-1 0-1 0 0,0 0 0 0 0,0 0 0 0 0,0 0 1 0 0,0 0-1 0 0,1-1 0 0 0,-1 1 0 0 0,0 0 0 0 0,0-1 1 0 0,1 1-1 0 0,-2-1 0 0 0,-7-4-2819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8.5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10 709 4473 0 0,'-1'0'76'0'0,"0"0"0"0"0,1 1-1 0 0,-1-1 1 0 0,1 1 0 0 0,-1-1 0 0 0,0 1 0 0 0,1 0-1 0 0,-1-1 1 0 0,1 1 0 0 0,0-1 0 0 0,-1 1 0 0 0,1 0-1 0 0,-1-1 1 0 0,1 1 0 0 0,0 0 0 0 0,0 0 0 0 0,-1-1-1 0 0,1 1 1 0 0,0 0 0 0 0,0 0 0 0 0,0-1 0 0 0,0 1-1 0 0,0 0 1 0 0,0 0 0 0 0,0 0 0 0 0,0-1 0 0 0,0 1-1 0 0,0 0 1 0 0,0 0 0 0 0,1 1 0 0 0,0-1 151 0 0,0 0 1 0 0,0 0-1 0 0,0-1 0 0 0,1 1 1 0 0,-1 0-1 0 0,0 0 1 0 0,0 0-1 0 0,1-1 1 0 0,-1 1-1 0 0,1-1 0 0 0,-1 1 1 0 0,0-1-1 0 0,1 0 1 0 0,1 1-1 0 0,52 1 4182 0 0,35-19-10566 0 0,-15 1 228 0 0,-63 13 3716 0 0</inkml:trace>
  <inkml:trace contextRef="#ctx0" brushRef="#br0" timeOffset="1">337 0 6225 0 0,'-2'4'1561'0'0,"2"2"-361"0"0,-1 3-168 0 0,-1 4-168 0 0,1 3-152 0 0,-1 3-143 0 0,0 1-161 0 0,1 1-136 0 0,-1 3-104 0 0,-1-2-96 0 0,0 1-176 0 0,0 0-304 0 0,1-1-440 0 0,-1-2-433 0 0,2-2-367 0 0,-1-4-377 0 0,-14-14-287 0 0,15 9-1001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8.9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42 6089 0 0,'3'1'3761'0'0,"2"1"-2513"0"0,1-2-295 0 0,4-2-321 0 0,3 1-320 0 0,1-1-152 0 0,0-1-80 0 0,3 0-40 0 0,-1-2-80 0 0,2 2-168 0 0,-1-2-328 0 0,2-1-385 0 0,-2 3-351 0 0,-1-2-312 0 0,2 2-249 0 0,-7 0-39 0 0,1 3-1673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9.3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30 266 3201 0 0,'-3'3'212'0'0,"1"0"0"0"0,-1 0 0 0 0,1 0 0 0 0,-1 0 0 0 0,1 0 0 0 0,0 1 0 0 0,0-1 0 0 0,0 1 1 0 0,1 0-1 0 0,-1 0 0 0 0,1-1 0 0 0,0 1 0 0 0,0 0 0 0 0,0 0 0 0 0,1 0 0 0 0,-1 0 0 0 0,1 0 0 0 0,0 0 1 0 0,0 0-1 0 0,0 0 0 0 0,1 0 0 0 0,-1 0 0 0 0,1 0 0 0 0,0 0 0 0 0,0 0 0 0 0,3 6 0 0 0,-2-7-174 0 0,-1 0-1 0 0,1 0 1 0 0,0-1 0 0 0,0 1-1 0 0,1 0 1 0 0,-1-1-1 0 0,1 1 1 0 0,-1-1-1 0 0,1 0 1 0 0,0 0-1 0 0,-1 0 1 0 0,1 0-1 0 0,0 0 1 0 0,1 0 0 0 0,-1-1-1 0 0,0 0 1 0 0,0 0-1 0 0,1 1 1 0 0,-1-2-1 0 0,0 1 1 0 0,1 0-1 0 0,-1-1 1 0 0,1 0-1 0 0,-1 1 1 0 0,1-2 0 0 0,-1 1-1 0 0,1 0 1 0 0,-1-1-1 0 0,0 1 1 0 0,1-1-1 0 0,3-1 1 0 0,0 0 48 0 0,0-1 1 0 0,1 0-1 0 0,-1-1 0 0 0,0 1 1 0 0,-1-1-1 0 0,1 0 0 0 0,-1-1 1 0 0,1 0-1 0 0,-1 0 0 0 0,6-7 1 0 0,-9 9-39 0 0,0 0 1 0 0,0-1-1 0 0,0 1 1 0 0,-1 0-1 0 0,1-1 1 0 0,-1 0 0 0 0,0 0-1 0 0,0 0 1 0 0,0 0-1 0 0,-1 0 1 0 0,1 0-1 0 0,-1 0 1 0 0,0 0 0 0 0,0 0-1 0 0,-1-1 1 0 0,1 1-1 0 0,-1 0 1 0 0,0-1-1 0 0,0 1 1 0 0,-1-5 0 0 0,1 7-24 0 0,-1 0 0 0 0,0 0 1 0 0,0 1-1 0 0,0-1 0 0 0,0 0 1 0 0,0 1-1 0 0,0-1 1 0 0,0 1-1 0 0,0 0 0 0 0,-1-1 1 0 0,1 1-1 0 0,-1 0 0 0 0,1-1 1 0 0,-1 1-1 0 0,1 0 0 0 0,-1 0 1 0 0,0 0-1 0 0,1 1 1 0 0,-1-1-1 0 0,0 0 0 0 0,0 1 1 0 0,0-1-1 0 0,1 1 0 0 0,-1-1 1 0 0,0 1-1 0 0,0 0 1 0 0,0 0-1 0 0,0 0 0 0 0,0 0 1 0 0,0 0-1 0 0,0 0 0 0 0,1 1 1 0 0,-1-1-1 0 0,0 1 0 0 0,-3 0 1 0 0,-9 2-76 0 0,-1 1 1 0 0,1 0 0 0 0,-17 8 0 0 0,29-11 22 0 0,-21 10-376 0 0,18-7-141 0 0,-1-1 1 0 0,0-1-1 0 0,1 1 0 0 0,-1-1 0 0 0,0 0 1 0 0,-1 0-1 0 0,-7 1 0 0 0,28-29-5156 0 0,-2 13 3853 0 0</inkml:trace>
  <inkml:trace contextRef="#ctx0" brushRef="#br0" timeOffset="1">411 0 5729 0 0,'-2'7'5898'0'0,"-3"15"-3293"0"0,-3 8-2023 0 0,-2-4-505 0 0,-5 17 452 0 0,-15 68-1 0 0,27-95-1018 0 0,1-1-1 0 0,0 1 1 0 0,2 17-1 0 0,0-25-353 0 0,1 1-1 0 0,0 0 1 0 0,1-1-1 0 0,0 1 1 0 0,0-1 0 0 0,5 14-1 0 0,5-3-2850 0 0,4-1 683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49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173 1 5129 0 0,'21'3'6004'0'0,"35"-3"-7224"0"0,-38 0 104 0 0,17 2-4346 0 0,-29-1 3055 0 0</inkml:trace>
  <inkml:trace contextRef="#ctx0" brushRef="#br0" timeOffset="1">53 203 4673 0 0,'-6'8'704'0'0,"0"1"1"0"0,0 0-1 0 0,1 0 1 0 0,0 1-1 0 0,1-1 1 0 0,0 1-1 0 0,0 0 1 0 0,1 0-1 0 0,-3 21 1 0 0,5-25-822 0 0,0 0-1 0 0,0 0 1 0 0,0 1 0 0 0,1-1-1 0 0,0 0 1 0 0,1 1 0 0 0,-1-1-1 0 0,1 0 1 0 0,1 0 0 0 0,-1 1-1 0 0,1-1 1 0 0,0 0 0 0 0,0 0-1 0 0,1-1 1 0 0,-1 1 0 0 0,1 0-1 0 0,7 9 1 0 0,-9-15-6 0 0,-1 1 0 0 0,0 0-1 0 0,1-1 1 0 0,-1 1 0 0 0,0-1 0 0 0,1 1 0 0 0,-1-1-1 0 0,1 1 1 0 0,-1-1 0 0 0,1 1 0 0 0,-1-1 0 0 0,1 0-1 0 0,0 1 1 0 0,-1-1 0 0 0,1 0 0 0 0,-1 1-1 0 0,1-1 1 0 0,0 0 0 0 0,-1 0 0 0 0,1 1 0 0 0,0-1-1 0 0,-1 0 1 0 0,1 0 0 0 0,0 0 0 0 0,-1 0 0 0 0,1 0-1 0 0,0 0 1 0 0,4-14-3194 0 0,0 8 1142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50.1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23 3497 0 0,'2'-6'4892'0'0,"10"3"-2858"0"0,12 2-511 0 0,-24 1-1482 0 0,68-6 2102 0 0,-56 4-2044 0 0,0 0 1 0 0,0 1 0 0 0,0 0-1 0 0,0 1 1 0 0,0 0-1 0 0,0 1 1 0 0,0 0 0 0 0,0 1-1 0 0,15 4 1 0 0,-26-5-33 0 0,1 0 1 0 0,0 0-1 0 0,0 1 0 0 0,-1-1 1 0 0,1 1-1 0 0,-1-1 1 0 0,1 1-1 0 0,-1 0 0 0 0,0-1 1 0 0,1 1-1 0 0,-1 0 0 0 0,0 0 1 0 0,0 0-1 0 0,0 0 1 0 0,-1 0-1 0 0,1 0 0 0 0,0 0 1 0 0,-1 0-1 0 0,0 0 0 0 0,1 0 1 0 0,-1 1-1 0 0,0-1 1 0 0,0 0-1 0 0,0 0 0 0 0,0 0 1 0 0,0 0-1 0 0,-1 3 0 0 0,-14 70-410 0 0,10-57-369 0 0,3-4-56 0 0,-2 6-2757 0 0,3-19 3221 0 0,1-1 1 0 0,0 1 0 0 0,-1 0 0 0 0,1-1-1 0 0,0 1 1 0 0,-1 0 0 0 0,1-1 0 0 0,-1 1 0 0 0,1-1-1 0 0,-1 1 1 0 0,1-1 0 0 0,-1 1 0 0 0,0-1-1 0 0,1 1 1 0 0,-1-1 0 0 0,0 0 0 0 0,1 1 0 0 0,-1-1-1 0 0,0 0 1 0 0,1 1 0 0 0,-1-1 0 0 0,0 0-1 0 0,-1 0 1 0 0,-3 2-2731 0 0</inkml:trace>
  <inkml:trace contextRef="#ctx0" brushRef="#br0" timeOffset="1">65 206 6441 0 0,'7'0'4939'0'0,"16"2"-2517"0"0,-2-1-1734 0 0,-19-1-767 0 0,86-10 769 0 0,-59 2-3195 0 0,-4-3-3806 0 0,-19 7 1978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51.0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179 12 1736 0 0,'0'-1'84'0'0,"0"1"-1"0"0,0 0 1 0 0,0-1-1 0 0,0 1 1 0 0,0 0-1 0 0,0 0 1 0 0,0 0-1 0 0,0-1 0 0 0,0 1 1 0 0,0 0-1 0 0,-1 0 1 0 0,1-1-1 0 0,0 1 1 0 0,0 0-1 0 0,0 0 1 0 0,0 0-1 0 0,0-1 0 0 0,-1 1 1 0 0,1 0-1 0 0,0 0 1 0 0,0 0-1 0 0,0 0 1 0 0,-1-1-1 0 0,1 1 1 0 0,0 0-1 0 0,0 0 1 0 0,-1 0-1 0 0,1 0 0 0 0,0 0 1 0 0,0 0-1 0 0,-1 0 1 0 0,1 0-1 0 0,0 0 1 0 0,0 0-1 0 0,-1 0 1 0 0,1 0-1 0 0,0 0 0 0 0,0 0 1 0 0,-1 0-1 0 0,1 0 1 0 0,0 0-1 0 0,0 0 1 0 0,-1 0-1 0 0,1 0 1 0 0,0 0-1 0 0,0 0 1 0 0,-1 0-1 0 0,1 0 0 0 0,0 0 1 0 0,0 1-1 0 0,0-1 1 0 0,-1 0-1 0 0,1 0 1 0 0,0 0-1 0 0,0 0 1 0 0,0 1-1 0 0,0-1 0 0 0,-1 0 1 0 0,1 0-1 0 0,0 1 1 0 0,0-1-1 0 0,0 0 1 0 0,0 0-1 0 0,0 0 1 0 0,0 1-1 0 0,0-1 0 0 0,0 0 1 0 0,-1 1-1 0 0,1-2 0 0 0,0 1-1 0 0,0-1 0 0 0,0 1 0 0 0,0-1 0 0 0,0 1 0 0 0,0 0 1 0 0,0-1-1 0 0,0 1 0 0 0,-1-1 0 0 0,1 1 0 0 0,0 0 0 0 0,0-1 1 0 0,-1 1-1 0 0,1-1 0 0 0,0 1 0 0 0,0 0 0 0 0,-1-1 0 0 0,1 1 1 0 0,0 0-1 0 0,-1-1 0 0 0,1 1 0 0 0,-1 0 0 0 0,1 0 0 0 0,0 0 1 0 0,-1-1-1 0 0,1 1 0 0 0,-1 0 0 0 0,1 0 0 0 0,-1 0 0 0 0,1 0 1 0 0,0 0-1 0 0,-1-1 0 0 0,1 1 0 0 0,-1 0 0 0 0,1 0 0 0 0,-1 0 1 0 0,1 0-1 0 0,-1 1 0 0 0,1-1 0 0 0,-1 0 0 0 0,1 0 0 0 0,0 0 1 0 0,-1 0-1 0 0,1 0 0 0 0,-1 0 0 0 0,1 1 0 0 0,-1-1 0 0 0,1 0 1 0 0,0 0-1 0 0,-1 1 0 0 0,1-1 0 0 0,-1 1 0 0 0,-9 3 141 0 0,-1 1 1 0 0,1-2-1 0 0,-1 1 0 0 0,0-2 0 0 0,0 1 0 0 0,0-2 1 0 0,-12 2-1 0 0,-18-8-6498 0 0,36 2 3927 0 0,0 1-1144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6:53.4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995 54 3185 0 0,'-25'-11'990'0'0,"0"2"0"0"0,-1 1 0 0 0,0 1 0 0 0,-1 1 0 0 0,-29-2 0 0 0,20 5-497 0 0,-1 2 0 0 0,1 1 1 0 0,-51 7-1 0 0,39 0-282 0 0,1 3-1 0 0,0 1 1 0 0,1 3-1 0 0,0 2 1 0 0,1 1-1 0 0,-45 25 1 0 0,71-31-98 0 0,1-1 0 0 0,0 2 0 0 0,0 1-1 0 0,2 0 1 0 0,-1 1 0 0 0,2 1 0 0 0,0 0 0 0 0,1 1 0 0 0,-14 20 0 0 0,19-23-50 0 0,0 1 1 0 0,2 1 0 0 0,0-1-1 0 0,0 1 1 0 0,1 0 0 0 0,1 1-1 0 0,1-1 1 0 0,0 1 0 0 0,1 0-1 0 0,0 0 1 0 0,2 0 0 0 0,-1 26-1 0 0,4-9-40 0 0,0-1 0 0 0,3 0 0 0 0,0-1 0 0 0,2 1 0 0 0,1-1 0 0 0,2 0 0 0 0,1-1 0 0 0,1 0 0 0 0,1-1 0 0 0,21 32 0 0 0,-21-41-18 0 0,0-1 1 0 0,2 0-1 0 0,0-1 0 0 0,1-1 0 0 0,0-1 0 0 0,2 0 1 0 0,0-1-1 0 0,1-1 0 0 0,0 0 0 0 0,1-2 0 0 0,0 0 1 0 0,1-1-1 0 0,0-2 0 0 0,37 13 0 0 0,-15-11-3 0 0,0-2 0 0 0,0-2 0 0 0,1-2 0 0 0,0-2 0 0 0,0-1 0 0 0,0-3 0 0 0,69-9 0 0 0,-53 1-10 0 0,0-3-1 0 0,-1-3 1 0 0,-1-2-1 0 0,109-48 1 0 0,-132 48 37 0 0,-1-2 0 0 0,-2-1 0 0 0,1-2 1 0 0,-2 0-1 0 0,-1-3 0 0 0,35-36 1 0 0,-43 38 35 0 0,-1-1 0 0 0,-2-1 1 0 0,0-1-1 0 0,-2 0 0 0 0,0-1 1 0 0,-2-1-1 0 0,-1-1 1 0 0,10-32-1 0 0,-20 50 5 0 0,0-1 1 0 0,-2 1-1 0 0,1-1 0 0 0,-1 1 0 0 0,-1-1 1 0 0,0 1-1 0 0,-1-1 0 0 0,0 0 1 0 0,0 0-1 0 0,-2 1 0 0 0,1-1 0 0 0,-6-18 1 0 0,2 17 37 0 0,0 0 0 0 0,-1 1 0 0 0,0 0 0 0 0,-1 0 0 0 0,0 1 0 0 0,-1-1 1 0 0,-1 2-1 0 0,1-1 0 0 0,-2 1 0 0 0,-16-14 0 0 0,-2 0 16 0 0,-1 1-1 0 0,-1 2 1 0 0,-1 1 0 0 0,-1 2 0 0 0,-1 1-1 0 0,0 1 1 0 0,-1 2 0 0 0,0 1-1 0 0,-63-14 1 0 0,40 16-632 0 0,1 3 1 0 0,-2 3-1 0 0,1 2 1 0 0,0 2-1 0 0,-89 11 1 0 0,134-8 160 0 0,-23 2-2508 0 0,0-1 1 0 0,-55-3 0 0 0,60-4-1756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2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689 168 3529 0 0,'-41'-16'5761'0'0,"36"15"-5299"0"0,0 0-1 0 0,0-1 1 0 0,0 1 0 0 0,1-1 0 0 0,-1 0-1 0 0,1 0 1 0 0,-1-1 0 0 0,-7-5 0 0 0,9 6-358 0 0,-1-1 0 0 0,0 1 0 0 0,0 0 0 0 0,0 0 0 0 0,0 0 0 0 0,0 1 1 0 0,0 0-1 0 0,0-1 0 0 0,0 1 0 0 0,-1 1 0 0 0,1-1 0 0 0,-1 1 0 0 0,1-1 1 0 0,0 1-1 0 0,-1 1 0 0 0,1-1 0 0 0,0 1 0 0 0,-1-1 0 0 0,1 1 0 0 0,-6 2 0 0 0,-12 4 28 0 0,0 1 0 0 0,-37 19-1 0 0,22-9 372 0 0,9-6-277 0 0,-4 0-42 0 0,0 3-1 0 0,1 0 1 0 0,0 2 0 0 0,-34 26-1 0 0,61-40-183 0 0,-15 11 6 0 0,0 2 0 0 0,1 0 0 0 0,-25 29 1 0 0,38-38-9 0 0,0 0 0 0 0,1 0 0 0 0,-1 0 1 0 0,1 1-1 0 0,1 0 0 0 0,0 0 0 0 0,0 0 1 0 0,0 0-1 0 0,1 0 0 0 0,0 1 1 0 0,1-1-1 0 0,0 1 0 0 0,0 15 0 0 0,2 0 22 0 0,1-1-1 0 0,1 1 0 0 0,1 0 0 0 0,1 0 0 0 0,1-1 0 0 0,1 0 0 0 0,1-1 0 0 0,1 1 0 0 0,1-2 0 0 0,1 1 0 0 0,1-1 0 0 0,0-1 1 0 0,2 0-1 0 0,1-1 0 0 0,19 21 0 0 0,-17-22 59 0 0,2-1 0 0 0,0-1-1 0 0,0 0 1 0 0,1-1 0 0 0,1-1 0 0 0,1-1 0 0 0,0-1 0 0 0,0-1-1 0 0,1-1 1 0 0,1-1 0 0 0,0-1 0 0 0,0-1 0 0 0,0-1 0 0 0,1-2 0 0 0,28 3-1 0 0,54 9 131 0 0,31 3 71 0 0,-105-20-187 0 0,0-2 0 0 0,-1 0 0 0 0,0-2 0 0 0,63-19 0 0 0,-29 7 44 0 0,-31 9-71 0 0,0-2 0 0 0,0-2 0 0 0,-2-1 0 0 0,1-2 0 0 0,48-29 0 0 0,-58 28-19 0 0,-1-1-1 0 0,38-38 1 0 0,-50 44-30 0 0,-1 0 0 0 0,0-1 0 0 0,-1 0 0 0 0,-1 0 0 0 0,0-1-1 0 0,-1 0 1 0 0,0-1 0 0 0,-1 1 0 0 0,0-1 0 0 0,-1 0 0 0 0,-1-1 0 0 0,0 1 0 0 0,-1-1-1 0 0,-1 0 1 0 0,0 0 0 0 0,-1 0 0 0 0,0 0 0 0 0,-1 0 0 0 0,-1 0 0 0 0,-1 0 0 0 0,-5-26 0 0 0,1 23 19 0 0,0 2 0 0 0,-2-1 0 0 0,0 1 0 0 0,0 0 1 0 0,-1 1-1 0 0,-1 0 0 0 0,-1 1 0 0 0,-19-22 1 0 0,-27-38 23 0 0,45 57-42 0 0,0 0 0 0 0,-2 2 0 0 0,0 0 0 0 0,0 0 0 0 0,-2 1 0 0 0,-17-12 0 0 0,0 2 70 0 0,-1 2 1 0 0,-41-19-1 0 0,46 30-18 0 0,-1 1 0 0 0,1 1 0 0 0,-2 2-1 0 0,1 1 1 0 0,-1 2 0 0 0,-51-2 0 0 0,-34-6-199 0 0,76 5-442 0 0,-38-4-2866 0 0,27 9-4905 0 0,30 3 2075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4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4689 0 0,'9'1'6825'0'0,"94"12"-4319"0"0,-62-3-2025 0 0,1-3-1 0 0,0-1 1 0 0,60 1-1 0 0,-71-7-1407 0 0,0-2-1 0 0,59-11 1 0 0,-89 14 812 0 0,-1-1-1 0 0,0 0 1 0 0,1 0 0 0 0,-1 0-1 0 0,1 0 1 0 0,-1 0 0 0 0,0 0-1 0 0,1 0 1 0 0,-1 0 0 0 0,1 0-1 0 0,-1 0 1 0 0,0-1 0 0 0,1 1-1 0 0,-1 0 1 0 0,1 0 0 0 0,-1 0-1 0 0,0 0 1 0 0,1-1 0 0 0,-1 1-1 0 0,0 0 1 0 0,1 0 0 0 0,-1-1-1 0 0,0 1 1 0 0,1 0 0 0 0,-1 0-1 0 0,0-1 1 0 0,0 1 0 0 0,1 0-1 0 0,-1-1 1 0 0,0 1 0 0 0,0-1-1 0 0,0 1 1 0 0,1 0 0 0 0,-1-1-1 0 0,0 1 1 0 0,0 0 0 0 0,0-1-1 0 0,0 1 1 0 0,0-1 0 0 0,0 1-1 0 0,0 0 1 0 0,0-1 0 0 0,0 1-1 0 0,0-1 1 0 0,0 1 0 0 0,0-1-1 0 0,0 1 1 0 0,0 0 0 0 0,0-1-1 0 0,-1 1 1 0 0,1 0 0 0 0,0-1-1 0 0,0 1 1 0 0,-1-1 0 0 0,-15-14-3603 0 0,14 13 3942 0 0,-10-7-2643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4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3945 0 0,'7'5'4417'0'0,"16"9"-3039"0"0,-12-8-842 0 0,17 12 5 0 0,-2 1 0 0 0,0 1 0 0 0,44 45 0 0 0,-65-60-457 0 0,0 0-1 0 0,0 0 0 0 0,-1 1 1 0 0,1 0-1 0 0,-1 0 0 0 0,-1 0 1 0 0,1 1-1 0 0,-1-1 0 0 0,0 1 1 0 0,-1 0-1 0 0,0 0 0 0 0,0 0 0 0 0,0 0 1 0 0,-1 0-1 0 0,0 0 0 0 0,0 0 1 0 0,-1 0-1 0 0,0 1 0 0 0,0-1 1 0 0,-1 0-1 0 0,1 0 0 0 0,-2 0 1 0 0,1 1-1 0 0,-3 6 0 0 0,-8 11-466 0 0,-2-1 1 0 0,0-1-1 0 0,-1 0 0 0 0,-1 0 0 0 0,-2-2 0 0 0,-37 38 0 0 0,37-40-1072 0 0,18-19 1434 0 0,0 1-154 0 0,-1-1 1 0 0,1 1-1 0 0,-1 0 0 0 0,1 0 1 0 0,-1-1-1 0 0,1 1 0 0 0,-1 0 0 0 0,0-1 1 0 0,1 1-1 0 0,-1 0 0 0 0,0-1 0 0 0,1 1 1 0 0,-1-1-1 0 0,0 1 0 0 0,0-1 0 0 0,1 0 1 0 0,-1 1-1 0 0,0-1 0 0 0,0 0 1 0 0,0 1-1 0 0,0-1 0 0 0,0 0 0 0 0,1 0 1 0 0,-1 0-1 0 0,0 0 0 0 0,0 0 0 0 0,0 0 1 0 0,0 0-1 0 0,0 0 0 0 0,0 0 0 0 0,0 0 1 0 0,-1-1-1 0 0,2-3-3026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5.3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65 3689 0 0,'10'-4'4015'0'0,"28"-4"-2369"0"0,-8 1-604 0 0,-14 3-514 0 0,11-3 304 0 0,1-2 0 0 0,38-16 0 0 0,-100 45-191 0 0,-60 50-1 0 0,85-63-614 0 0,-1 1-59 0 0,1 1-1 0 0,0 0 0 0 0,1 0 1 0 0,0 1-1 0 0,-13 21 0 0 0,18-27 18 0 0,2-1 0 0 0,-1 1-1 0 0,0 0 1 0 0,1-1 0 0 0,-1 1 0 0 0,1 0-1 0 0,0 0 1 0 0,1 0 0 0 0,-1 0-1 0 0,0 5 1 0 0,2-7 6 0 0,-1 0 0 0 0,0 0 0 0 0,0 0-1 0 0,1 0 1 0 0,-1 0 0 0 0,1 0 0 0 0,0-1 0 0 0,-1 1 0 0 0,1 0-1 0 0,0 0 1 0 0,0-1 0 0 0,0 1 0 0 0,0-1 0 0 0,1 1 0 0 0,-1-1-1 0 0,0 1 1 0 0,1-1 0 0 0,-1 0 0 0 0,1 1 0 0 0,-1-1 0 0 0,1 0-1 0 0,2 1 1 0 0,-1 0-1 0 0,0-1-1 0 0,1 1 0 0 0,-1-1 1 0 0,1 0-1 0 0,-1 0 0 0 0,1-1 1 0 0,-1 1-1 0 0,1-1 1 0 0,-1 0-1 0 0,1 0 0 0 0,-1 0 1 0 0,1 0-1 0 0,0 0 0 0 0,-1-1 1 0 0,1 1-1 0 0,-1-1 0 0 0,1 0 1 0 0,-1-1-1 0 0,0 1 0 0 0,7-4 1 0 0,6-3 27 0 0,0-2 0 0 0,-1 0-1 0 0,15-13 1 0 0,14-9 13 0 0,-42 31-18 0 0,1-1-1 0 0,0 0 0 0 0,0 1 0 0 0,0 0 1 0 0,0-1-1 0 0,0 1 0 0 0,0 1 1 0 0,0-1-1 0 0,0 0 0 0 0,0 1 0 0 0,6-1 1 0 0,-8 1 1 0 0,0 1 1 0 0,0-1-1 0 0,0 1 1 0 0,0-1 0 0 0,0 1-1 0 0,-1 0 1 0 0,1-1-1 0 0,0 1 1 0 0,0 0-1 0 0,0 0 1 0 0,-1-1-1 0 0,1 1 1 0 0,0 0 0 0 0,-1 0-1 0 0,1 0 1 0 0,-1 0-1 0 0,1 0 1 0 0,-1 0-1 0 0,1 0 1 0 0,-1 0 0 0 0,0 0-1 0 0,1 0 1 0 0,-1 0-1 0 0,0 0 1 0 0,0 0-1 0 0,0 0 1 0 0,0 0-1 0 0,0 1 1 0 0,0-1 0 0 0,0 0-1 0 0,0 0 1 0 0,0 0-1 0 0,-1 0 1 0 0,1 0-1 0 0,0 0 1 0 0,-1 1-1 0 0,-2 15-173 0 0,-1 0 1 0 0,0-1-1 0 0,-11 29 0 0 0,-11 17-3833 0 0,17-41 1349 0 0,8-19 2246 0 0,0 0 0 0 0,0 0 0 0 0,0 0 1 0 0,-1 0-1 0 0,1-1 0 0 0,0 1 0 0 0,-1 0 1 0 0,1-1-1 0 0,-1 1 0 0 0,0-1 0 0 0,-2 2 1 0 0,-1 2-1599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5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9 104 4009 0 0,'0'-1'80'0'0,"0"1"1"0"0,-1 0 0 0 0,1 0-1 0 0,0 0 1 0 0,0 0-1 0 0,-1 0 1 0 0,1 0-1 0 0,0 0 1 0 0,0 0-1 0 0,-1 0 1 0 0,1 0 0 0 0,0 0-1 0 0,-1 0 1 0 0,1 0-1 0 0,0 0 1 0 0,0 0-1 0 0,-1 0 1 0 0,1 0-1 0 0,0 0 1 0 0,0 1 0 0 0,-1-1-1 0 0,1 0 1 0 0,0 0-1 0 0,0 0 1 0 0,0 0-1 0 0,-1 0 1 0 0,1 1-1 0 0,0-1 1 0 0,0 0 0 0 0,0 0-1 0 0,-1 0 1 0 0,1 1-1 0 0,0-1 1 0 0,0 0-1 0 0,0 0 1 0 0,0 1-1 0 0,0-1 1 0 0,0 0 0 0 0,0 0-1 0 0,-1 1 1 0 0,1-1-1 0 0,0 0 1 0 0,0 0-1 0 0,0 1 1 0 0,0-1-1 0 0,0 0 1 0 0,0 1 0 0 0,0-1-1 0 0,0 0 1 0 0,0 0-1 0 0,0 1 1 0 0,1-1-1 0 0,-1 0 1 0 0,0 0-1 0 0,0 1 1 0 0,0-1 0 0 0,0 0-1 0 0,0 0 1 0 0,1 1-1 0 0,17 0 1774 0 0,284-92 481 0 0,-286 85-2708 0 0,32-10-1260 0 0,-19 15-3436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6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70 3385 0 0,'-3'8'241'0'0,"0"0"-1"0"0,1 0 1 0 0,0 1 0 0 0,0-1 0 0 0,1 1 0 0 0,0-1 0 0 0,0 1 0 0 0,1 0-1 0 0,0-1 1 0 0,1 1 0 0 0,0-1 0 0 0,3 13 0 0 0,-4-19-184 0 0,1 1 0 0 0,0 0 0 0 0,0-1 0 0 0,0 1 0 0 0,0 0 0 0 0,0-1 1 0 0,0 1-1 0 0,1-1 0 0 0,-1 0 0 0 0,1 1 0 0 0,0-1 0 0 0,0 0 0 0 0,-1 0 0 0 0,2 0 0 0 0,-1 0 0 0 0,0 0 0 0 0,0-1 1 0 0,0 1-1 0 0,1 0 0 0 0,-1-1 0 0 0,1 0 0 0 0,-1 0 0 0 0,1 0 0 0 0,0 0 0 0 0,-1 0 0 0 0,1 0 0 0 0,0-1 0 0 0,0 1 1 0 0,-1-1-1 0 0,1 0 0 0 0,0 0 0 0 0,0 0 0 0 0,0 0 0 0 0,0 0 0 0 0,-1-1 0 0 0,1 1 0 0 0,0-1 0 0 0,0 0 0 0 0,-1 1 0 0 0,6-4 1 0 0,1 0 131 0 0,1-1 0 0 0,-1 0 0 0 0,0 0 0 0 0,-1-1 0 0 0,1 0 0 0 0,-1-1 0 0 0,0 0 0 0 0,-1 0 0 0 0,0-1 0 0 0,12-15 0 0 0,-16 19-136 0 0,0 0 1 0 0,1 0-1 0 0,-2 0 0 0 0,1 0 0 0 0,0-1 0 0 0,-1 0 0 0 0,0 1 1 0 0,0-1-1 0 0,0 0 0 0 0,-1 0 0 0 0,1 0 0 0 0,-1 0 0 0 0,-1 0 0 0 0,1 0 1 0 0,-1-1-1 0 0,1 1 0 0 0,-1 0 0 0 0,-1 0 0 0 0,1 0 0 0 0,-1-1 0 0 0,0 1 1 0 0,0 0-1 0 0,-3-7 0 0 0,2 10-35 0 0,0-1 1 0 0,0 1-1 0 0,0-1 1 0 0,-1 1-1 0 0,1 0 1 0 0,-1 0-1 0 0,1 0 0 0 0,-1 0 1 0 0,0 0-1 0 0,1 1 1 0 0,-1-1-1 0 0,0 1 1 0 0,0 0-1 0 0,0 0 0 0 0,-1 0 1 0 0,1 0-1 0 0,0 0 1 0 0,0 1-1 0 0,0 0 1 0 0,-1-1-1 0 0,1 1 1 0 0,0 0-1 0 0,0 1 0 0 0,-1-1 1 0 0,1 0-1 0 0,0 1 1 0 0,0 0-1 0 0,0 0 1 0 0,-4 1-1 0 0,-6 2-308 0 0,0 0-1 0 0,0 1 1 0 0,0 0-1 0 0,1 1 1 0 0,-19 12-1 0 0,26-15-181 0 0,0 1 0 0 0,1 0 0 0 0,0 0 0 0 0,0 0 0 0 0,0 0 0 0 0,0 1 0 0 0,1-1 0 0 0,-1 1-1 0 0,-3 8 1 0 0,4-8-488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6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71 3233 0 0,'36'-15'4661'0'0,"56"-23"-2307"0"0,-82 35-2163 0 0,1-1-1 0 0,0 1 1 0 0,0 1 0 0 0,0 0 0 0 0,0 0 0 0 0,18 1 0 0 0,-28 1-157 0 0,0 0 1 0 0,-1 0-1 0 0,1 0 1 0 0,0 1 0 0 0,0-1-1 0 0,0 0 1 0 0,-1 1-1 0 0,1-1 1 0 0,0 1-1 0 0,0-1 1 0 0,-1 1-1 0 0,1-1 1 0 0,0 1-1 0 0,-1-1 1 0 0,1 1 0 0 0,0 0-1 0 0,-1-1 1 0 0,1 1-1 0 0,-1 0 1 0 0,0 0-1 0 0,1-1 1 0 0,-1 1-1 0 0,1 0 1 0 0,-1 0 0 0 0,0 0-1 0 0,0-1 1 0 0,1 1-1 0 0,-1 0 1 0 0,0 0-1 0 0,0 0 1 0 0,0 0-1 0 0,0-1 1 0 0,0 1-1 0 0,0 0 1 0 0,0 0 0 0 0,0 0-1 0 0,0 0 1 0 0,-1 0-1 0 0,1-1 1 0 0,0 1-1 0 0,0 0 1 0 0,-1 0-1 0 0,1 0 1 0 0,-1-1 0 0 0,0 2-1 0 0,-18 41 426 0 0,18-40-439 0 0,-6 10-12 0 0,-72 127-360 0 0,20-54-3122 0 0,88-141 337 0 0,-26 47 3155 0 0,0-1 0 0 0,1 1 1 0 0,0 0-1 0 0,0 0 1 0 0,1 0-1 0 0,0 1 0 0 0,0 0 1 0 0,1 0-1 0 0,0 0 1 0 0,0 0-1 0 0,1 1 0 0 0,10-8 1 0 0,-16 14 61 0 0,1 0 0 0 0,0-1 0 0 0,-1 1 0 0 0,1 0 0 0 0,-1 0 0 0 0,1 0 0 0 0,0 0 0 0 0,-1 0 0 0 0,1 0 0 0 0,-1 1 0 0 0,1-1 0 0 0,0 1 0 0 0,-1-1 0 0 0,1 1 0 0 0,-1-1 0 0 0,0 1 0 0 0,1 0 0 0 0,-1 0 0 0 0,1-1 0 0 0,-1 1 0 0 0,0 0 0 0 0,0 0 0 0 0,1 0 0 0 0,-1 1 0 0 0,0-1 0 0 0,0 0 0 0 0,0 0 0 0 0,1 3 0 0 0,32 48 913 0 0,-26-38-784 0 0,-8-13-225 0 0,41 55 276 0 0,-39-54-507 0 0,0 1 0 0 0,1-1-1 0 0,-1 1 1 0 0,0-1 0 0 0,1 0-1 0 0,0 0 1 0 0,-1 0 0 0 0,1 0 0 0 0,0-1-1 0 0,0 1 1 0 0,0-1 0 0 0,0 1-1 0 0,0-1 1 0 0,0 0 0 0 0,0-1 0 0 0,1 1-1 0 0,-1 0 1 0 0,5 0 0 0 0,3-9-2318 0 0,-7 2 141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6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1 220 5049 0 0,'1'1'338'0'0,"0"0"0"0"0,1 0 1 0 0,-1 0-1 0 0,0 0 0 0 0,1 0 0 0 0,-1-1 0 0 0,1 1 0 0 0,-1 0 1 0 0,1-1-1 0 0,-1 1 0 0 0,1-1 0 0 0,0 0 0 0 0,-1 1 1 0 0,3-1-1 0 0,29-4 1159 0 0,30-18-2647 0 0,-55 19 1143 0 0,19-10-3111 0 0,-1-1 0 0 0,44-29 0 0 0,-62 37 2474 0 0,-2 1 188 0 0</inkml:trace>
  <inkml:trace contextRef="#ctx0" brushRef="#br0" timeOffset="1">277 81 920 0 0,'-8'-11'1266'0'0,"-1"0"0"0"0,2-1 0 0 0,-1 0 0 0 0,-9-22 0 0 0,17 68 3071 0 0,-1 8-3688 0 0,6 26-315 0 0,4 108-745 0 0,-10-153-1704 0 0,0 1-1 0 0,-9 41 1 0 0,9-54 459 0 0,3 7-1141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07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3 102 2312 0 0,'0'1'107'0'0,"-1"-1"0"0"0,1 1 0 0 0,0 0 0 0 0,-1-1 0 0 0,1 1 0 0 0,0 0 0 0 0,0-1-1 0 0,0 1 1 0 0,-1 0 0 0 0,1 0 0 0 0,0-1 0 0 0,0 1 0 0 0,0 0 0 0 0,0 0 0 0 0,0-1-1 0 0,1 1 1 0 0,-1 0 0 0 0,0-1 0 0 0,0 1 0 0 0,0 0 0 0 0,1 0 0 0 0,-1-1-1 0 0,0 1 1 0 0,1-1 0 0 0,-1 1 0 0 0,0 0 0 0 0,1-1 0 0 0,-1 1 0 0 0,1-1 0 0 0,-1 1-1 0 0,1-1 1 0 0,-1 1 0 0 0,1-1 0 0 0,-1 1 0 0 0,2 0 0 0 0,1 0 21 0 0,-1-1 1 0 0,1 1-1 0 0,-1-1 0 0 0,1 0 1 0 0,-1 0-1 0 0,1 0 1 0 0,-1 0-1 0 0,1 0 0 0 0,-1 0 1 0 0,5-2-1 0 0,60-19 958 0 0,10-21 219 0 0,-62 32-915 0 0,-1 1-1 0 0,2 1 1 0 0,-1 1 0 0 0,1 0 0 0 0,0 1 0 0 0,32-8 0 0 0,-47 13-334 0 0,1 1 0 0 0,-1 0 0 0 0,1 0 0 0 0,-1 0-1 0 0,1 0 1 0 0,-1 0 0 0 0,1 0 0 0 0,-1 0 0 0 0,1 0 0 0 0,-1 0 0 0 0,1 1 0 0 0,-1-1 0 0 0,0 1-1 0 0,1-1 1 0 0,-1 1 0 0 0,0-1 0 0 0,1 1 0 0 0,-1 0 0 0 0,0 0 0 0 0,0 0 0 0 0,1 0-1 0 0,-1 0 1 0 0,0 0 0 0 0,0 0 0 0 0,1 1 0 0 0,0 1 25 0 0,-1 0 1 0 0,0 0-1 0 0,0 0 0 0 0,1 0 1 0 0,-2 0-1 0 0,1 1 0 0 0,0-1 1 0 0,-1 0-1 0 0,1 0 1 0 0,-1 1-1 0 0,0 3 0 0 0,-1 11 76 0 0,-1 1-1 0 0,-1-1 0 0 0,-6 24 1 0 0,7-33-205 0 0,-2 5-231 0 0,-4 20-611 0 0,9-14-3090 0 0,4-21-251 0 0,7 1 705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34.8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24 105 2825 0 0,'-1'0'129'0'0,"0"0"0"0"0,0 0 1 0 0,-1 0-1 0 0,1 0 0 0 0,0 0 1 0 0,0 0-1 0 0,0 0 0 0 0,-1 1 0 0 0,1-1 1 0 0,0 1-1 0 0,0-1 0 0 0,0 0 1 0 0,0 1-1 0 0,0 0 0 0 0,0-1 1 0 0,0 1-1 0 0,0 0 0 0 0,0 0 1 0 0,-1 1-1 0 0,2-2-92 0 0,0 1 0 0 0,0-1 1 0 0,-1 1-1 0 0,1-1 0 0 0,0 1 0 0 0,0 0 0 0 0,0-1 1 0 0,0 1-1 0 0,0-1 0 0 0,0 1 0 0 0,0-1 0 0 0,0 1 1 0 0,1 0-1 0 0,-1-1 0 0 0,0 1 0 0 0,0-1 0 0 0,0 1 1 0 0,1-1-1 0 0,-1 1 0 0 0,0-1 0 0 0,0 1 0 0 0,1-1 0 0 0,-1 1 1 0 0,0-1-1 0 0,1 0 0 0 0,-1 1 0 0 0,1-1 0 0 0,-1 1 1 0 0,1-1-1 0 0,-1 0 0 0 0,0 1 0 0 0,1-1 0 0 0,-1 0 1 0 0,1 0-1 0 0,0 1 0 0 0,-1-1 0 0 0,1 0 0 0 0,-1 0 1 0 0,1 0-1 0 0,42-9 4456 0 0,-24 8-4109 0 0,-1-1 1 0 0,1-1-1 0 0,31-9 1 0 0,-31 7-155 0 0,-1 1 1 0 0,0 0 0 0 0,35-1-1 0 0,116 5 753 0 0,-99 3-458 0 0,-46 0-301 0 0,0-2 0 0 0,41-3-1 0 0,78-7 188 0 0,-89 8-179 0 0,61-10-1 0 0,39-6 218 0 0,-81 10-421 0 0,184-18 108 0 0,-175 23-90 0 0,-58 3-28 0 0,-1-2 0 0 0,1 0 0 0 0,0-2 0 0 0,31-7 0 0 0,-42 8 36 0 0,1 1-1 0 0,-1-1 1 0 0,0 2-1 0 0,1 0 1 0 0,-1 1-1 0 0,23 4 1 0 0,30 0-5743 0 0,-62-5 5189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7:38.1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18 151 3417 0 0,'-17'-10'2083'0'0,"17"1"-571"0"0,25-5 375 0 0,-10 7-1287 0 0,-15 9-430 0 0,1-1-1 0 0,-1 0 0 0 0,1 0 1 0 0,0 1-1 0 0,-1-1 1 0 0,1 0-1 0 0,0 0 0 0 0,0 0 1 0 0,0 0-1 0 0,0 0 0 0 0,0 0 1 0 0,0 0-1 0 0,0 0 1 0 0,0-1-1 0 0,0 1 0 0 0,1 0 1 0 0,-1-1-1 0 0,0 1 0 0 0,0-1 1 0 0,1 1-1 0 0,1 0 0 0 0,52 5 1379 0 0,-47-4-1308 0 0,1-1 0 0 0,-1 0 0 0 0,0 0 0 0 0,0-1 0 0 0,1 0 0 0 0,-1 0 0 0 0,0-1 0 0 0,0 0 0 0 0,9-2 0 0 0,2-1-49 0 0,1 1 0 0 0,-1 1 0 0 0,1 1 0 0 0,29 1-1 0 0,34-2-70 0 0,129-6 708 0 0,-100-7-452 0 0,176-18-20 0 0,-104 6-133 0 0,-120 15-135 0 0,129-6 1 0 0,57 12 242 0 0,-221 5-2624 0 0,43-5-8637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7:09.9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1 232 2240 0 0,'6'-38'3904'0'0,"18"-13"-2600"0"0,-18 41-1183 0 0,-1 0 0 0 0,0-1 0 0 0,6-19 0 0 0,51 8 4074 0 0,-36 7-3513 0 0,-20 11-538 0 0,0 0 1 0 0,0 0-1 0 0,0 1 1 0 0,1-1-1 0 0,-1 1 1 0 0,1 1-1 0 0,0-1 1 0 0,-1 1-1 0 0,1 1 0 0 0,0-1 1 0 0,0 1-1 0 0,0 0 1 0 0,1 1-1 0 0,-1-1 1 0 0,0 1-1 0 0,13 2 1 0 0,4 2 165 0 0,0-2 1 0 0,0-1 0 0 0,0-1-1 0 0,0-1 1 0 0,31-5 0 0 0,45-1 532 0 0,-76 7-724 0 0,0 1-1 0 0,-1 2 1 0 0,1 0 0 0 0,41 12-1 0 0,-52-13-63 0 0,0 0 0 0 0,-1-1-1 0 0,1 0 1 0 0,0-1 0 0 0,0 0 0 0 0,0-1-1 0 0,21-5 1 0 0,-19 3 18 0 0,0 1-1 0 0,0 1 1 0 0,0 0 0 0 0,0 1-1 0 0,25 3 1 0 0,-6 3 63 0 0,1-2 1 0 0,0-2-1 0 0,66-3 0 0 0,-77 1-43 0 0,0 1-1 0 0,42 6 1 0 0,-41-3-25 0 0,-1-2 0 0 0,41 0 0 0 0,21-6 304 0 0,-41 4-200 0 0,0-3-1 0 0,89-17 1 0 0,-113 16-108 0 0,1 1 0 0 0,0 1 0 0 0,1 1 0 0 0,24 2 0 0 0,-23 0-32 0 0,0-1 1 0 0,0-1 0 0 0,29-6-1 0 0,-27 4 11 0 0,1 1-1 0 0,-1 1 1 0 0,1 2-1 0 0,-1 0 0 0 0,46 9 1 0 0,4 0 18 0 0,-16-3-82 0 0,28 1 2 0 0,-29-9 74 0 0,25-1 897 0 0,-42 9-3019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8:52.5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10 139 1560 0 0,'1'-12'2593'0'0,"-1"11"-2364"0"0,0-1 1 0 0,0 1 0 0 0,0 0 0 0 0,1 0 0 0 0,-1-1 0 0 0,-1 1-1 0 0,-10-26 5699 0 0,12 26-5867 0 0,11-2 1133 0 0,19 7 38 0 0,-27-2-1164 0 0,0-2 0 0 0,0 1 0 0 0,0 0 0 0 0,1-1-1 0 0,-1 0 1 0 0,0 0 0 0 0,1 0 0 0 0,-1 0 0 0 0,0-1-1 0 0,0 0 1 0 0,1 0 0 0 0,-1 0 0 0 0,0 0 0 0 0,0-1-1 0 0,0 1 1 0 0,0-1 0 0 0,0 0 0 0 0,5-4 0 0 0,-4 3 8 0 0,0 1 1 0 0,0-1 0 0 0,0 1 0 0 0,0 0 0 0 0,0 0-1 0 0,0 1 1 0 0,0 0 0 0 0,1 0 0 0 0,-1 0 0 0 0,1 0-1 0 0,6 1 1 0 0,16 4 252 0 0,0-2-1 0 0,30-1 1 0 0,-49-1-235 0 0,4 0 32 0 0,0 2 0 0 0,-1-1-1 0 0,21 7 1 0 0,-23-6-74 0 0,0 1 1 0 0,0-1-1 0 0,1-1 1 0 0,-1 0-1 0 0,1 0 0 0 0,19-2 1 0 0,11-6 83 0 0,-32 5-108 0 0,1 0-1 0 0,-1 0 1 0 0,1 0-1 0 0,0 1 1 0 0,0 1 0 0 0,0 0-1 0 0,-1 0 1 0 0,1 1 0 0 0,0 0-1 0 0,0 1 1 0 0,-1 0-1 0 0,1 0 1 0 0,10 5 0 0 0,-14-5-15 0 0,1 1 1 0 0,0-1-1 0 0,0 0 1 0 0,0 0-1 0 0,0-1 1 0 0,0 0-1 0 0,1 0 1 0 0,-1-1 0 0 0,8 0-1 0 0,70-9 152 0 0,-4 0 23 0 0,123 3-52 0 0,-115 15-8 0 0,-71-5-106 0 0,-1-2 1 0 0,1 0-1 0 0,-1-1 0 0 0,1-1 0 0 0,21-2 0 0 0,6-5 19 0 0,0-1 65 0 0,79-2 1 0 0,-86 8-35 0 0,67-12 1 0 0,-67 7-20 0 0,68-2-1 0 0,-87 8-22 0 0,1-1 0 0 0,-1-1 0 0 0,29-8 0 0 0,-35 7-12 0 0,0 1 0 0 0,0 0 0 0 0,0 1 0 0 0,0 0 0 0 0,1 1 0 0 0,-1 1-1 0 0,0 0 1 0 0,1 1 0 0 0,20 3 0 0 0,30 7 53 0 0,-51-10-65 0 0,1 1 1 0 0,-1 0-1 0 0,0 1 1 0 0,0 1-1 0 0,0 0 1 0 0,13 7-1 0 0,-4-2 25 0 0,0 0-1 0 0,0-1 1 0 0,0-1 0 0 0,45 7-1 0 0,95 2 256 0 0,-11-1-146 0 0,-114-12-117 0 0,-1-1-1 0 0,1-2 1 0 0,37-4 0 0 0,-27 1 5 0 0,50 3 1 0 0,-46 0-11 0 0,1-2 0 0 0,81-13 0 0 0,18-2 39 0 0,-28 7-2 0 0,-58 4-36 0 0,111 2 1 0 0,-147 4-11 0 0,1-1 1 0 0,53-9-1 0 0,-56 6-14 0 0,0 0-1 0 0,0 2 1 0 0,50 3 0 0 0,17 6 47 0 0,-1-3 0 0 0,98-9 1 0 0,14-1 90 0 0,-189 6-120 0 0,1 1-1 0 0,-1 1 1 0 0,0 0-1 0 0,0 1 1 0 0,24 8 0 0 0,-23-6-2 0 0,1 0 0 0 0,0-1 0 0 0,0-1 1 0 0,21 0-1 0 0,80-1 25 0 0,170-9 109 0 0,-212 3-105 0 0,151 12 0 0 0,-35 1-2 0 0,-39-16-41 0 0,41 0-12 0 0,-89 17-24 0 0,-68-5 67 0 0,-1-2-1 0 0,62-2 0 0 0,185-12 34 0 0,-92 6-23 0 0,-146 6-55 0 0,-1 1 0 0 0,0 3 1 0 0,52 11-1 0 0,-15-2 5 0 0,-44-11 68 0 0,0-1-1 0 0,0-3 1 0 0,66-7-1 0 0,-61 3 11 0 0,0 2-1 0 0,69 4 1 0 0,26 6 27 0 0,237-18 0 0 0,-365 10-92 0 0,190-1 63 0 0,0 1-3 0 0,-154 0-48 0 0,75 9-1 0 0,9 1 6 0 0,-109-11 3 0 0,0 0 0 0 0,0-1 0 0 0,0-1 0 0 0,-1-1 0 0 0,21-8 0 0 0,21-5-42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09:08.0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79 157 544 0 0,'-4'-2'276'0'0,"1"0"0"0"0,0 0-1 0 0,-1 1 1 0 0,1 0 0 0 0,-1 0-1 0 0,1 0 1 0 0,-1 0 0 0 0,1 0 0 0 0,-1 1-1 0 0,0-1 1 0 0,0 1 0 0 0,1 0-1 0 0,-1 0 1 0 0,-4 1 0 0 0,-12 0 571 0 0,29-23 1399 0 0,-9 21-2193 0 0,1 0 0 0 0,0 0 0 0 0,-1 0-1 0 0,1-1 1 0 0,0 1 0 0 0,-1 0-1 0 0,1 1 1 0 0,0-1 0 0 0,0 0 0 0 0,0 0-1 0 0,0 0 1 0 0,0 0 0 0 0,0 1 0 0 0,0-1-1 0 0,0 1 1 0 0,0-1 0 0 0,0 0 0 0 0,1 1-1 0 0,-1 0 1 0 0,0-1 0 0 0,0 1 0 0 0,0 0-1 0 0,1 0 1 0 0,-1-1 0 0 0,2 1 0 0 0,52 22 2094 0 0,-45-17-1884 0 0,2 0 1 0 0,-1-1-1 0 0,0 0 0 0 0,17 3 0 0 0,-23-6-239 0 0,0-1 1 0 0,0-1-1 0 0,0 1 1 0 0,0-1-1 0 0,0 1 1 0 0,-1-2-1 0 0,1 1 1 0 0,0 0-1 0 0,-1-1 1 0 0,6-2-1 0 0,-6 2 41 0 0,1 0 0 0 0,-1 1 0 0 0,1-1 1 0 0,0 1-1 0 0,0 0 0 0 0,-1 0 0 0 0,1 0 0 0 0,0 1 0 0 0,0 0 0 0 0,8 0 1 0 0,3 2 15 0 0,1-1 0 0 0,-1 0 0 0 0,21-3 0 0 0,7 0 283 0 0,-11 4-39 0 0,-26-1-292 0 0,0 0-1 0 0,0-1 0 0 0,0 0 1 0 0,0 0-1 0 0,0-1 0 0 0,14-3 1 0 0,72-11 465 0 0,-69 12-397 0 0,0-1-1 0 0,27-7 1 0 0,-39 8-79 0 0,1 1 0 0 0,-1 1 0 0 0,1 0 0 0 0,-1 1 0 0 0,1 0 0 0 0,0 1 0 0 0,-1 0 0 0 0,19 5 0 0 0,48 2 61 0 0,-54-6-60 0 0,0 0-1 0 0,0 2 0 0 0,30 8 1 0 0,-31-6 1 0 0,1-1 0 0 0,0-1 0 0 0,32 1 0 0 0,-36-5 15 0 0,9-1 49 0 0,-1 1 1 0 0,1 1-1 0 0,-1 2 0 0 0,0 1 0 0 0,51 14 0 0 0,-57-12-26 0 0,0-2 0 0 0,0 0 0 0 0,0-1-1 0 0,34-1 1 0 0,51 7 100 0 0,-71-5-151 0 0,1-1 1 0 0,0-3-1 0 0,0 0 1 0 0,0-3-1 0 0,49-9 1 0 0,47-4-59 0 0,-10 1 116 0 0,-77 8-13 0 0,69-2-1 0 0,2 3-15 0 0,-78 3-17 0 0,-1 1 1 0 0,1 2-1 0 0,50 6 1 0 0,211 29 22 0 0,-252-30-10 0 0,1-2 0 0 0,-1-2-1 0 0,1-2 1 0 0,61-10 0 0 0,27 0 60 0 0,-54 6-55 0 0,-25 0-15 0 0,1 3-1 0 0,72 8 0 0 0,191 17-23 0 0,-286-21-2 0 0,208-10 223 0 0,-60 0-65 0 0,-104 7-64 0 0,-34-1-46 0 0,0 2-1 0 0,0 2 1 0 0,52 10-1 0 0,-54-6-25 0 0,1-2 1 0 0,-1-3-1 0 0,1-1 0 0 0,46-6 0 0 0,47 0 121 0 0,-63 2-88 0 0,98-17 0 0 0,14-1 41 0 0,175-13-96 0 0,-19-8 99 0 0,-283 37-85 0 0,-1 2 0 0 0,1 3 0 0 0,0 2 1 0 0,97 16-1 0 0,330 28-1 0 0,210 18 26 0 0,-484-55-34 0 0,18 1 51 0 0,187 6 103 0 0,-340-19-138 0 0,85-14 0 0 0,-86 7 25 0 0,86 0 1 0 0,-92 11-8 0 0,215 6 199 0 0,-35-4-67 0 0,-21-1-130 0 0,146-8 223 0 0,151-24-255 0 0,-379 16 1 0 0,49 0 4 0 0,12 1-6 0 0,-137 6-5 0 0,114 3 0 0 0,131 7-41 0 0,23-5 122 0 0,-242-2-18 0 0,167 13-1 0 0,118 23 154 0 0,17-20 53 0 0,-316-14-184 0 0,86-16 1 0 0,14-2-51 0 0,-21 21 27 0 0,-102 1 14 0 0,96-9-1 0 0,-18-2 14 0 0,13-2 24 0 0,62-5 84 0 0,-19 4-38 0 0,-145 8-99 0 0,-1 4 1 0 0,63 4 0 0 0,-1 1 11 0 0,-103-4 183 0 0,11 1-3676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7.4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 1928 0 0,'-6'22'7835'0'0,"-8"117"-6277"0"0,13-123-1770 0 0,2 1-1 0 0,0-1 1 0 0,3 19-1 0 0,-3-29-496 0 0,1 0 0 0 0,-1 0 0 0 0,1-1 0 0 0,0 1 0 0 0,0 0 0 0 0,6 9 0 0 0,-4-16-1884 0 0,-3-10 1660 0 0,-2-14 135 0 0,1 24 586 0 0,1-13-528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7.8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10 158 960 0 0,'-1'-5'146'0'0,"-2"-3"207"0"0,1 0 1 0 0,1 0-1 0 0,0 0 0 0 0,0 0 0 0 0,0-11 0 0 0,1 18-190 0 0,0-1 0 0 0,1 0 1 0 0,-1 0-1 0 0,0 0 0 0 0,1 1 0 0 0,-1-1 1 0 0,1 0-1 0 0,0 0 0 0 0,-1 1 0 0 0,1-1 1 0 0,0 1-1 0 0,0-1 0 0 0,0 1 0 0 0,0-1 1 0 0,1 1-1 0 0,-1 0 0 0 0,0-1 0 0 0,0 1 1 0 0,1 0-1 0 0,-1 0 0 0 0,1 0 0 0 0,-1 0 1 0 0,1 0-1 0 0,-1 0 0 0 0,1 0 0 0 0,0 1 1 0 0,0-1-1 0 0,3 0 0 0 0,47-24 2020 0 0,-46 21-1974 0 0,-1 0 0 0 0,2 1 0 0 0,-1 0 0 0 0,0 0 0 0 0,1 0-1 0 0,-1 1 1 0 0,1 0 0 0 0,-1 0 0 0 0,1 1 0 0 0,13-2 0 0 0,-18 4-123 0 0,0 0 0 0 0,0 0-1 0 0,0-1 1 0 0,0 1 0 0 0,-1 0 0 0 0,1 1-1 0 0,0-1 1 0 0,0 0 0 0 0,-1 0 0 0 0,1 1-1 0 0,-1-1 1 0 0,1 1 0 0 0,-1-1 0 0 0,0 1 0 0 0,1 0-1 0 0,-1-1 1 0 0,0 1 0 0 0,0 0 0 0 0,0 0-1 0 0,-1 0 1 0 0,1 0 0 0 0,0 0 0 0 0,-1 0-1 0 0,1 0 1 0 0,0 4 0 0 0,7 59 516 0 0,-8-56-488 0 0,4 39-54 0 0,1 40 121 0 0,-3-30-3064 0 0,-2-57 2631 0 0,0 0 0 0 0,0 0 0 0 0,0 0 0 0 0,0 0 0 0 0,0 0 0 0 0,-1 0 0 0 0,1-1 1 0 0,0 1-1 0 0,0 0 0 0 0,-1 0 0 0 0,1 0 0 0 0,0 0 0 0 0,-1 0 0 0 0,1 0 0 0 0,-1-1 0 0 0,1 1 0 0 0,-1 0 0 0 0,1 0 0 0 0,-1-1 0 0 0,0 1 0 0 0,1 0 0 0 0,-1-1 0 0 0,0 1 1 0 0,0-1-1 0 0,1 1 0 0 0,-1-1 0 0 0,0 1 0 0 0,0-1 0 0 0,0 0 0 0 0,0 1 0 0 0,1-1 0 0 0,-1 0 0 0 0,0 0 0 0 0,-1 1 0 0 0,-3 4-891 0 0,12 12-824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8.2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1 470 3569 0 0,'0'-1'272'0'0,"0"0"0"0"0,0 0 1 0 0,1 0-1 0 0,-1 0 0 0 0,0 1 1 0 0,1-1-1 0 0,-1 0 0 0 0,1 0 1 0 0,-1 0-1 0 0,1 0 0 0 0,-1 1 1 0 0,1-1-1 0 0,0 0 0 0 0,-1 1 0 0 0,1-1 1 0 0,0 0-1 0 0,-1 1 0 0 0,1-1 1 0 0,0 1-1 0 0,0-1 0 0 0,0 1 1 0 0,0 0-1 0 0,-1-1 0 0 0,1 1 1 0 0,0 0-1 0 0,0-1 0 0 0,0 1 0 0 0,1 0 1 0 0,40-15 621 0 0,-31 12-323 0 0,25-9-259 0 0,41-16-590 0 0,-71 25-458 0 0,0 0 1 0 0,0 0 0 0 0,0 0-1 0 0,-1-1 1 0 0,1 0 0 0 0,-1 0 0 0 0,0-1-1 0 0,0 0 1 0 0,6-7 0 0 0,-4-10-1999 0 0,-4 11 600 0 0</inkml:trace>
  <inkml:trace contextRef="#ctx0" brushRef="#br0" timeOffset="1">306 0 3169 0 0,'1'0'137'0'0,"0"0"0"0"0,0 0 0 0 0,0 0 0 0 0,0 0 0 0 0,0 0 1 0 0,0 0-1 0 0,-1 1 0 0 0,1-1 0 0 0,0 0 0 0 0,0 0 0 0 0,0 1 1 0 0,0-1-1 0 0,0 0 0 0 0,0 1 0 0 0,0-1 0 0 0,0 1 0 0 0,-1-1 0 0 0,1 1 1 0 0,0 0-1 0 0,0-1 0 0 0,-1 1 0 0 0,1 0 0 0 0,0-1 0 0 0,-1 1 0 0 0,1 0 1 0 0,-1 0-1 0 0,1 0 0 0 0,-1 0 0 0 0,1-1 0 0 0,-1 1 0 0 0,0 0 1 0 0,1 0-1 0 0,-1 0 0 0 0,0 0 0 0 0,0 0 0 0 0,0 0 0 0 0,1 1 0 0 0,9 39 1483 0 0,-10-40-1550 0 0,5 44 1307 0 0,1 49 1 0 0,0 11-1362 0 0,-4-86-1011 0 0,1 0 1 0 0,1 0 0 0 0,8 24-1 0 0,-6-27-1238 0 0,-6-16 2152 0 0,0 0 1 0 0,1 1 0 0 0,-1-1-1 0 0,0 0 1 0 0,0 0 0 0 0,0 0-1 0 0,0 1 1 0 0,0-1 0 0 0,0 0-1 0 0,0 0 1 0 0,0 0 0 0 0,0 0-1 0 0,0 1 1 0 0,0-1 0 0 0,0 0-1 0 0,1 0 1 0 0,-1 0 0 0 0,0 0-1 0 0,0 1 1 0 0,0-1 0 0 0,0 0-1 0 0,0 0 1 0 0,1 0 0 0 0,-1 0-1 0 0,0 0 1 0 0,0 0 0 0 0,0 0-1 0 0,0 1 1 0 0,1-1 0 0 0,-1 0-1 0 0,0 0 1 0 0,0 0 0 0 0,0 0-1 0 0,1 0 1 0 0,-1 0 0 0 0,0 0-1 0 0,0 0 1 0 0,0 0 0 0 0,1 0-1 0 0,-1 0 1 0 0,0 0 0 0 0,0 0-1 0 0,0 0 1 0 0,1 0 0 0 0,-1 0-1 0 0,0-1 1 0 0,0 1 0 0 0,0 0-1 0 0,1 0 1 0 0,-1 0 0 0 0,5-2-1893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8.6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0 103 3729 0 0,'25'-11'4151'0'0,"-14"6"-3777"0"0,-1 0 0 0 0,0 0 0 0 0,-1-1 0 0 0,1 0 0 0 0,9-9 0 0 0,-13 9-279 0 0,0 1 0 0 0,0 0 0 0 0,1 1 0 0 0,-1 0 1 0 0,1 0-1 0 0,0 0 0 0 0,0 1 0 0 0,0 0 0 0 0,1 0 1 0 0,-1 1-1 0 0,0 0 0 0 0,12-2 0 0 0,-17 4-76 0 0,-1 1 0 0 0,0-1 0 0 0,1 0 0 0 0,-1 1 1 0 0,0 0-1 0 0,1-1 0 0 0,-1 1 0 0 0,0 0 0 0 0,0-1 0 0 0,0 1 0 0 0,0 0 0 0 0,0 0 0 0 0,0 0 0 0 0,0 0 0 0 0,0 0 1 0 0,0 0-1 0 0,0 0 0 0 0,-1 1 0 0 0,1-1 0 0 0,0 0 0 0 0,-1 0 0 0 0,1 1 0 0 0,-1-1 0 0 0,1 0 0 0 0,-1 0 0 0 0,0 1 1 0 0,1-1-1 0 0,-1 1 0 0 0,0-1 0 0 0,0 0 0 0 0,0 1 0 0 0,0-1 0 0 0,0 3 0 0 0,-3 52 310 0 0,2-51-315 0 0,-5 29 137 0 0,-1 0 0 0 0,-20 52 0 0 0,17-57 428 0 0,1 0-1 0 0,2 1 1 0 0,-8 57 0 0 0,15-86-571 0 0,-1-1 1 0 0,1 1-1 0 0,0 0 1 0 0,0 0-1 0 0,0-1 1 0 0,0 1-1 0 0,0 0 1 0 0,0 0-1 0 0,0-1 1 0 0,0 1-1 0 0,0 0 1 0 0,0-1-1 0 0,1 1 1 0 0,-1 0-1 0 0,0 0 1 0 0,0-1 0 0 0,1 1-1 0 0,-1 0 1 0 0,0-1-1 0 0,1 1 1 0 0,-1-1-1 0 0,1 1 1 0 0,-1 0-1 0 0,1-1 1 0 0,-1 1-1 0 0,1-1 1 0 0,-1 1-1 0 0,1-1 1 0 0,-1 1-1 0 0,1-1 1 0 0,0 0-1 0 0,-1 1 1 0 0,2-1 0 0 0,0 1-5 0 0,0-2 0 0 0,0 1 0 0 0,0 0 1 0 0,0 0-1 0 0,0-1 0 0 0,0 1 0 0 0,0-1 1 0 0,0 1-1 0 0,0-1 0 0 0,0 0 0 0 0,0 0 1 0 0,2-1-1 0 0,51-39-98 0 0,-52 39 100 0 0,43-30-1208 0 0,13-10-4225 0 0,-55 38 4838 0 0,0 1-1 0 0,-1-1 1 0 0,1 0-1 0 0,-1 1 1 0 0,0-2-1 0 0,0 1 1 0 0,0 0-1 0 0,0-1 1 0 0,-1 1-1 0 0,4-8 0 0 0,-2 0-1162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9.0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2825 0 0,'3'28'5121'0'0,"9"16"-2083"0"0,0-3-1402 0 0,-6 4-419 0 0,3 51 1 0 0,-7-54-1902 0 0,12 67 0 0 0,-4-84-3219 0 0,-4-19 12 0 0,-2-17 1071 0 0,-1 4 547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19.4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 4289 0 0,'-1'1'460'0'0,"-1"1"0"0"0,1 0 0 0 0,0-1 0 0 0,0 1 1 0 0,1 0-1 0 0,-1 0 0 0 0,0 0 0 0 0,0 0 0 0 0,1 0 0 0 0,0 0 0 0 0,-1 4 0 0 0,0 48 2172 0 0,1-32-1850 0 0,-1 3-835 0 0,-1 1 908 0 0,1 0-1 0 0,4 30 1 0 0,10-5-2901 0 0,-11-47 1246 0 0,0 0 0 0 0,0 0 0 0 0,0 0 0 0 0,1-1 0 0 0,-1 1 0 0 0,1-1 0 0 0,0 0 0 0 0,0 1 0 0 0,4 2 0 0 0,-3-3-1184 0 0,0-1-737 0 0</inkml:trace>
  <inkml:trace contextRef="#ctx0" brushRef="#br0" timeOffset="1">83 453 2393 0 0,'0'7'9504'0'0,"4"7"-4627"0"0,6 10-4105 0 0,-1-12-5273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23.35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 1 2248 0 0,'0'0'37'0'0,"0"0"0"0"0,0 0-1 0 0,-1 0 1 0 0,1 0 0 0 0,0 0-1 0 0,0 0 1 0 0,-1 0-1 0 0,1 0 1 0 0,0 0 0 0 0,0 0-1 0 0,0 0 1 0 0,-1 0-1 0 0,1 0 1 0 0,0 0 0 0 0,0 0-1 0 0,0 0 1 0 0,-1 0-1 0 0,1 0 1 0 0,0 0 0 0 0,-2 2 292 0 0,2-2-292 0 0,0 0-1 0 0,0 0 1 0 0,0 0-1 0 0,0 0 1 0 0,0 1 0 0 0,0-1-1 0 0,0 0 1 0 0,0 0 0 0 0,-1 0-1 0 0,1 1 1 0 0,0-1-1 0 0,0 0 1 0 0,0 0 0 0 0,0 1-1 0 0,0-1 1 0 0,0 0-1 0 0,0 0 1 0 0,0 0 0 0 0,0 1-1 0 0,0-1 1 0 0,1 0-1 0 0,8 15 389 0 0,18 9 494 0 0,12 3 1146 0 0,6 4-1596 0 0,-42-30-435 0 0,-1 0 1 0 0,1 0 0 0 0,-1 0-1 0 0,1-1 1 0 0,0 1-1 0 0,-1-1 1 0 0,1 1-1 0 0,0-1 1 0 0,0 0 0 0 0,0 0-1 0 0,-1 0 1 0 0,1 0-1 0 0,0-1 1 0 0,0 1-1 0 0,-1-1 1 0 0,1 1 0 0 0,3-3-1 0 0,87-41 1976 0 0,-72 39-1834 0 0,0 1 1 0 0,0 0-1 0 0,1 2 0 0 0,29 0 0 0 0,-4 9 772 0 0,-40-5-873 0 0,-1 0-1 0 0,1-1 1 0 0,0 0-1 0 0,0 0 1 0 0,0-1 0 0 0,10 0-1 0 0,12-3 236 0 0,-10 0-23 0 0,0 1 0 0 0,0 1 0 0 0,34 2 0 0 0,-42-1-257 0 0,0 1-1 0 0,0-2 1 0 0,-1 1 0 0 0,17-4 0 0 0,-18 2 46 0 0,0 1 1 0 0,0 0 0 0 0,0 0-1 0 0,0 1 1 0 0,0 0-1 0 0,0 1 1 0 0,13 2-1 0 0,8 5 2 0 0,-21-4-9 0 0,0-2 1 0 0,0 1-1 0 0,1-1 1 0 0,-1-1-1 0 0,1 0 1 0 0,-1 0-1 0 0,1-1 1 0 0,13-1-1 0 0,-6 0 18 0 0,-1 0 0 0 0,1 1 1 0 0,17 2-1 0 0,-22-1-77 0 0,1 0 1 0 0,-1 0-1 0 0,1-2 0 0 0,-1 1 1 0 0,1-2-1 0 0,23-4 0 0 0,-19 1 16 0 0,0 2 0 0 0,0 0-1 0 0,0 2 1 0 0,1-1 0 0 0,28 3-1 0 0,23-1-16 0 0,-48-3 5 0 0,0 0 0 0 0,23-8 1 0 0,-29 7 11 0 0,-1 1 1 0 0,1 0 0 0 0,0 1-1 0 0,0 0 1 0 0,28 1 0 0 0,-14 2 6 0 0,1-1 0 0 0,37-5 0 0 0,-41 2-10 0 0,-1 1 0 0 0,0 1 1 0 0,47 5-1 0 0,-50 0-3 0 0,1-1 0 0 0,-1 0 0 0 0,1-2 0 0 0,-1-1 0 0 0,1-1 0 0 0,40-6 0 0 0,-51 6 0 0 0,1 0-1 0 0,-1 1 1 0 0,1 0 0 0 0,-1 1 0 0 0,1 1-1 0 0,-1 0 1 0 0,1 0 0 0 0,-1 1-1 0 0,14 6 1 0 0,-6-3-6 0 0,-1-1-1 0 0,34 4 0 0 0,46 8-6 0 0,-26-3-70 0 0,-57-13 81 0 0,0-1 0 0 0,0 0 0 0 0,0-1-1 0 0,0-1 1 0 0,30-7 0 0 0,-30 5 9 0 0,0 1-1 0 0,1 1 1 0 0,0 0 0 0 0,0 1-1 0 0,20 2 1 0 0,-14 0-18 0 0,1-1 1 0 0,-1-1-1 0 0,24-4 1 0 0,-29 3 4 0 0,0 0 0 0 0,0 1 1 0 0,1 0-1 0 0,-1 2 1 0 0,0 0-1 0 0,21 5 1 0 0,-30-5-5 0 0,0 0 1 0 0,0 0-1 0 0,0-1 0 0 0,1 0 1 0 0,-1-1-1 0 0,0 0 1 0 0,0 0-1 0 0,0-1 0 0 0,-1 0 1 0 0,12-4-1 0 0,20-5 94 0 0,-28 8-94 0 0,-11 0 228 0 0,-1 3-229 0 0,-1 0 1 0 0,1 0-1 0 0,0 0 1 0 0,0 0-1 0 0,-1 0 1 0 0,1 0-1 0 0,0 0 1 0 0,0 0-1 0 0,-1 0 1 0 0,1 0-1 0 0,0 0 0 0 0,0 0 1 0 0,-1 0-1 0 0,1 0 1 0 0,0 0-1 0 0,0 0 1 0 0,-1 0-1 0 0,1 0 1 0 0,0 0-1 0 0,0 1 1 0 0,0-1-1 0 0,-1 0 1 0 0,1 0-1 0 0,0 0 1 0 0,0 0-1 0 0,0 0 1 0 0,-1 1-1 0 0,1-1 1 0 0,0 0-1 0 0,0 0 1 0 0,0 0-1 0 0,0 1 1 0 0,0-1-1 0 0,-1 0 1 0 0,1 0-1 0 0,0 1 1 0 0,0-1-1 0 0,0 0 1 0 0,0 1-1 0 0,10 9-1884 0 0,-4-3 1008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12:28.81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 97 1704 0 0,'-3'-9'84'0'0,"2"-17"5308"0"0,1 26-5300 0 0,1-1 1 0 0,-1 1-1 0 0,1 0 0 0 0,-1 0 0 0 0,1 0 0 0 0,-1 0 0 0 0,1-1 1 0 0,-1 1-1 0 0,1 0 0 0 0,-1 0 0 0 0,1 0 0 0 0,-1 0 0 0 0,1 0 0 0 0,-1 0 1 0 0,0 0-1 0 0,1 1 0 0 0,-1-1 0 0 0,1 0 0 0 0,3 2 738 0 0,-3-1-738 0 0,1 0-15 0 0,-1 0-1 0 0,1 0 1 0 0,0 0 0 0 0,0 0 0 0 0,-1 1 0 0 0,1-1-1 0 0,0 0 1 0 0,-1 1 0 0 0,0 0 0 0 0,1-1 0 0 0,-1 1-1 0 0,0 0 1 0 0,1 2 0 0 0,-1-2-47 0 0,0 0 0 0 0,1-1 0 0 0,-1 1 0 0 0,0 0 0 0 0,1 0 0 0 0,-1-1 0 0 0,1 1 1 0 0,-1-1-1 0 0,1 1 0 0 0,0-1 0 0 0,0 0 0 0 0,0 1 0 0 0,-1-1 0 0 0,1 0 0 0 0,4 1 0 0 0,-1-2 115 0 0,0 1 0 0 0,0-1 0 0 0,0 0 0 0 0,1 0-1 0 0,-1-1 1 0 0,0 0 0 0 0,0 0 0 0 0,0 0 0 0 0,0 0 0 0 0,0-1 0 0 0,9-4 0 0 0,-8 4 30 0 0,1-1 1 0 0,0 1 0 0 0,0 0 0 0 0,0 0-1 0 0,0 1 1 0 0,8 0 0 0 0,0 0-80 0 0,0-1 1 0 0,0 0-1 0 0,0-1 0 0 0,20-6 1 0 0,-26 5-13 0 0,1 1 1 0 0,-1 1-1 0 0,1 0 1 0 0,0 0-1 0 0,0 1 1 0 0,-1 0-1 0 0,1 0 1 0 0,0 1-1 0 0,0 1 1 0 0,0 0-1 0 0,0 0 1 0 0,15 5-1 0 0,-9-3-18 0 0,-1 0-1 0 0,1-1 1 0 0,-1-1 0 0 0,1 0 0 0 0,26-3-1 0 0,31 3 469 0 0,-36 3-381 0 0,-17-1-35 0 0,1-1 0 0 0,0 0 0 0 0,0-2 0 0 0,0-1 1 0 0,31-4-1 0 0,99-15 445 0 0,-54 8-222 0 0,-63 10-218 0 0,0 0 0 0 0,61 7 1 0 0,-2-1 1 0 0,-77-3-114 0 0,-1 1 0 0 0,1 0 0 0 0,21 6 1 0 0,-24-4 2 0 0,0-1-1 0 0,0-1 1 0 0,0 0 0 0 0,1-1 0 0 0,18 0 0 0 0,-4-2 29 0 0,0 1 0 0 0,54 9 0 0 0,-55-5-17 0 0,-1-1 0 0 0,1-2 0 0 0,39-2 0 0 0,-26-3 15 0 0,1 1 0 0 0,-1 1-1 0 0,70 8 1 0 0,-80-4-3 0 0,-1-1-1 0 0,54-5 1 0 0,-52 2-15 0 0,1 1 0 0 0,32 2 1 0 0,-47 1-5 0 0,0-2 0 0 0,0 0 0 0 0,0-1 0 0 0,0 0 0 0 0,-1-2 0 0 0,1 0 0 0 0,20-7 0 0 0,-1 3 0 0 0,0 0 0 0 0,37 0 0 0 0,34-6-58 0 0,-79 9 63 0 0,0 2 0 0 0,0 2 0 0 0,0 0 0 0 0,46 7 0 0 0,38 1 124 0 0,-18-1 88 0 0,-74-4-203 0 0,0-1-1 0 0,1-1 0 0 0,-1-1 0 0 0,0 0 1 0 0,39-7-1 0 0,-39 3-28 0 0,4-3 15 0 0,1 2-1 0 0,0 1 0 0 0,0 1 1 0 0,0 1-1 0 0,34 2 0 0 0,-44 0-13 0 0,-1-1 0 0 0,1 0 0 0 0,0 0 0 0 0,22-7 0 0 0,-24 5-2 0 0,1 0-1 0 0,-1 1 0 0 0,1 1 1 0 0,0 0-1 0 0,20 2 0 0 0,-16 0 9 0 0,0-1 0 0 0,28-2 1 0 0,-33 1 2 0 0,1 0 1 0 0,0 1 0 0 0,0 0-1 0 0,0 1 1 0 0,-1 1-1 0 0,18 4 1 0 0,31 5-2 0 0,10 3 98 0 0,-33-28-165 0 0,-8 1-4387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29.6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17 423 2641 0 0,'-17'12'7165'0'0,"32"-18"-6303"0"0,191-111 3887 0 0,94-76-3569 0 0,-296 191-1292 0 0,0-1-1 0 0,-1 1 1 0 0,0-1 0 0 0,1 0 0 0 0,-1 0-1 0 0,0 0 1 0 0,0-1 0 0 0,-1 1-1 0 0,1-1 1 0 0,-1 1 0 0 0,0-1 0 0 0,3-5-1 0 0,-5 6-329 0 0,1 0 0 0 0,0 1 0 0 0,-1-1 0 0 0,0 0 0 0 0,0 0 0 0 0,0 0 0 0 0,0 1 0 0 0,0-1 0 0 0,0 0 0 0 0,-1 0 0 0 0,1 0 0 0 0,-1 1 0 0 0,0-1-1 0 0,0 0 1 0 0,0 1 0 0 0,0-1 0 0 0,0 1 0 0 0,0-1 0 0 0,-3-3 0 0 0,-6-8-3830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29.9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6025 0 0,'4'11'4109'0'0,"4"37"-2957"0"0,-7-42-1027 0 0,0 1-1 0 0,0 0 0 0 0,1-1 0 0 0,0 1 0 0 0,0-1 1 0 0,1 1-1 0 0,-1-1 0 0 0,2 0 0 0 0,-1 0 0 0 0,1 0 0 0 0,-1-1 1 0 0,2 1-1 0 0,-1-1 0 0 0,1 0 0 0 0,-1 0 0 0 0,8 5 1 0 0,-5-5 86 0 0,0-1 0 0 0,1 1 1 0 0,0-1-1 0 0,0-1 1 0 0,0 0-1 0 0,0 0 1 0 0,1 0-1 0 0,-1-1 0 0 0,1 0 1 0 0,0-1-1 0 0,-1 0 1 0 0,12 0-1 0 0,1-1 78 0 0,-15-1-193 0 0,0 0 0 0 0,0 1 0 0 0,0 0 0 0 0,0 0 0 0 0,0 1 0 0 0,0-1 0 0 0,-1 1 0 0 0,1 1 1 0 0,0-1-1 0 0,10 5 0 0 0,-16-5-62 0 0,1 0 1 0 0,-1 0-1 0 0,1 0 1 0 0,-1 0-1 0 0,1 0 1 0 0,-1 1-1 0 0,0-1 0 0 0,1 0 1 0 0,-1 0-1 0 0,0 1 1 0 0,0-1-1 0 0,0 0 1 0 0,0 0-1 0 0,0 0 1 0 0,0 1-1 0 0,-1-1 1 0 0,1 0-1 0 0,0 0 1 0 0,0 1-1 0 0,-1-1 0 0 0,1 0 1 0 0,-1 0-1 0 0,1 0 1 0 0,-2 1-1 0 0,-16 34 102 0 0,13-28-85 0 0,-121 195-1778 0 0,151-226-8671 0 0,-15 7 6023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0.7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3489 0 0,'1'0'211'0'0,"0"1"0"0"0,0-1 0 0 0,-1 0-1 0 0,1 1 1 0 0,0-1 0 0 0,0 1 0 0 0,0-1 0 0 0,-1 1 0 0 0,1 0 0 0 0,0-1 0 0 0,0 1 0 0 0,-1 0 0 0 0,1-1 0 0 0,-1 1 0 0 0,1 0-1 0 0,-1 0 1 0 0,1-1 0 0 0,-1 1 0 0 0,1 0 0 0 0,-1 0 0 0 0,0 0 0 0 0,1 0 0 0 0,-1 0 0 0 0,0 1 0 0 0,8 27-410 0 0,-7-24 563 0 0,3 27-259 0 0,-1-1 0 0 0,-1 1 0 0 0,-4 49 0 0 0,0-43-4 0 0,6 70 1 0 0,-3-105-79 0 0,-1 1 1 0 0,1-1-1 0 0,0 0 0 0 0,-1 0 1 0 0,1 1-1 0 0,1-1 1 0 0,-1 0-1 0 0,0 0 0 0 0,4 4 1 0 0,-5-6 15 0 0,1 0 0 0 0,0 0 0 0 0,0 0 0 0 0,0 0 0 0 0,0 0 0 0 0,0 0 0 0 0,0-1 1 0 0,0 1-1 0 0,0 0 0 0 0,0-1 0 0 0,0 1 0 0 0,0-1 0 0 0,1 1 0 0 0,-1-1 0 0 0,0 1 1 0 0,0-1-1 0 0,0 0 0 0 0,3 0 0 0 0,0 0 42 0 0,1-1 1 0 0,-1 0-1 0 0,1 0 1 0 0,-1 0-1 0 0,0 0 1 0 0,1-1-1 0 0,-1 0 1 0 0,0 0-1 0 0,0 0 1 0 0,0-1-1 0 0,0 1 1 0 0,5-5-1 0 0,-1 1-203 0 0,34-19 689 0 0,-40 24-746 0 0,0 0-1 0 0,1 0 1 0 0,-1 1 0 0 0,1-1 0 0 0,-1 1-1 0 0,1 0 1 0 0,-1 0 0 0 0,1 0 0 0 0,-1 0-1 0 0,1 0 1 0 0,-1 0 0 0 0,1 1 0 0 0,-1-1-1 0 0,1 1 1 0 0,-1 0 0 0 0,0 0 0 0 0,5 2 0 0 0,-7-4 86 0 0,0 1 0 0 0,0 0 0 0 0,0 0 0 0 0,1 0 0 0 0,-1 0 0 0 0,0 0 0 0 0,0 0 0 0 0,0 0 0 0 0,0 0 0 0 0,1-1 0 0 0,-1 1 0 0 0,0 0 0 0 0,0 0 0 0 0,0 0 0 0 0,0 0 0 0 0,0-1 1 0 0,1 1-1 0 0,-1 0 0 0 0,0 0 0 0 0,0 0 0 0 0,0-1 0 0 0,0 1 0 0 0,0 0 0 0 0,0 0 0 0 0,0 0 0 0 0,0-1 0 0 0,0 1 0 0 0,0 0 0 0 0,0 0 0 0 0,0 0 0 0 0,0-1 0 0 0,0 1 0 0 0,0 0 0 0 0,0 0 1 0 0,0-1-1 0 0,0 1 0 0 0,0 0 0 0 0,0 0 0 0 0,0 0 0 0 0,0-1 0 0 0,0 1 0 0 0,0 0 0 0 0,-1 0 0 0 0,1 0 0 0 0,0-1 0 0 0,0 1 0 0 0,0 0 0 0 0,0 0 0 0 0,0 0 0 0 0,-1 0 0 0 0,1-1 0 0 0,-1-2-924 0 0,1-5-1281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1.0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5881 0 0,'5'259'6556'0'0,"1"-171"-6907"0"0,3-1 1 0 0,29 122-1 0 0,-40-224-4188 0 0,-8-51 804 0 0,13 40 1504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1.4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1 136 904 0 0,'-1'15'786'0'0,"2"-1"-1"0"0,-1 0 1 0 0,2 0-1 0 0,0 0 1 0 0,1 0 0 0 0,5 17-1 0 0,-7-27-663 0 0,1-1 0 0 0,-1 0 0 0 0,1 1 0 0 0,0-1 0 0 0,0 0 0 0 0,0 0 0 0 0,0 0 0 0 0,0 0-1 0 0,1-1 1 0 0,0 1 0 0 0,-1-1 0 0 0,1 1 0 0 0,0-1 0 0 0,0 0 0 0 0,0 0 0 0 0,0 0 0 0 0,1 0 0 0 0,-1-1 0 0 0,0 1 0 0 0,1-1 0 0 0,-1 0-1 0 0,1 0 1 0 0,-1 0 0 0 0,1-1 0 0 0,0 1 0 0 0,-1-1 0 0 0,1 0 0 0 0,0 0 0 0 0,4-1 0 0 0,0 1-23 0 0,-1-1 1 0 0,0-1-1 0 0,1 1 1 0 0,-1-1-1 0 0,0 0 1 0 0,0-1-1 0 0,-1 0 1 0 0,1 0 0 0 0,7-5-1 0 0,-10 6-260 0 0,0-1-1 0 0,0 1 1 0 0,0-1 0 0 0,-1 0 0 0 0,1 0-1 0 0,-1-1 1 0 0,0 1 0 0 0,0-1-1 0 0,0 1 1 0 0,-1-1 0 0 0,1 0-1 0 0,-1 0 1 0 0,0 0 0 0 0,0 0-1 0 0,2-9 1 0 0,-6-10-4056 0 0,-2 11 1071 0 0</inkml:trace>
  <inkml:trace contextRef="#ctx0" brushRef="#br0" timeOffset="1">246 0 3201 0 0,'2'166'8004'0'0,"18"80"-7749"0"0,-16-229-1844 0 0,-2-28-1109 0 0,-1-26-1033 0 0,0 17 1257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1.8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11 1872 0 0,'-1'0'87'0'0,"0"0"0"0"0,1 1 0 0 0,-1-1 0 0 0,1 0 0 0 0,-1 1 0 0 0,1-1 0 0 0,-1 1 0 0 0,0-1 0 0 0,1 1-1 0 0,0-1 1 0 0,-1 1 0 0 0,1-1 0 0 0,-1 1 0 0 0,1-1 0 0 0,0 1 0 0 0,-1 0 0 0 0,1-1 0 0 0,0 1 0 0 0,-1 0-1 0 0,1-1 1 0 0,0 1 0 0 0,0 0 0 0 0,0-1 0 0 0,0 1 0 0 0,0 0 0 0 0,0-1 0 0 0,0 1 0 0 0,0 0 0 0 0,0 0-1 0 0,0-1 1 0 0,0 1 0 0 0,0 0 0 0 0,0-1 0 0 0,0 1 0 0 0,1 0 0 0 0,-1-1 0 0 0,0 1 0 0 0,1 0 0 0 0,-1-1 0 0 0,0 1-1 0 0,1-1 1 0 0,-1 1 0 0 0,1-1 0 0 0,-1 1 0 0 0,0-1 0 0 0,1 1 0 0 0,0-1 0 0 0,-1 1 0 0 0,1 0 0 0 0,1-1 128 0 0,0 1 1 0 0,0 0 0 0 0,0-1-1 0 0,0 1 1 0 0,0-1 0 0 0,1 0-1 0 0,-1 1 1 0 0,0-1 0 0 0,0 0 0 0 0,0 0-1 0 0,0-1 1 0 0,0 1 0 0 0,0 0-1 0 0,0-1 1 0 0,3 0 0 0 0,27-15 1804 0 0,-26 13-1839 0 0,-1-1 1 0 0,0 1 0 0 0,1 1-1 0 0,0-1 1 0 0,0 1 0 0 0,0 0-1 0 0,0 0 1 0 0,0 1-1 0 0,0 0 1 0 0,0 0 0 0 0,7 0-1 0 0,-12 2-148 0 0,1-1 0 0 0,-1 1 0 0 0,0-1 0 0 0,1 1 0 0 0,-1 0 0 0 0,0 0 0 0 0,0-1 0 0 0,0 1-1 0 0,0 0 1 0 0,0 0 0 0 0,1 0 0 0 0,-2 1 0 0 0,1-1 0 0 0,0 0 0 0 0,0 0 0 0 0,0 0 0 0 0,0 1 0 0 0,-1-1-1 0 0,1 0 1 0 0,-1 1 0 0 0,1-1 0 0 0,-1 1 0 0 0,1-1 0 0 0,-1 0 0 0 0,0 1 0 0 0,0-1 0 0 0,0 1 0 0 0,0-1 0 0 0,0 1-1 0 0,0-1 1 0 0,0 2 0 0 0,-5 55 366 0 0,4-50-349 0 0,-1 9-91 0 0,1 0-1 0 0,1 0 1 0 0,0 0 0 0 0,4 25 0 0 0,-4-37-171 0 0,1 0 1 0 0,0 0-1 0 0,0 0 1 0 0,0-1 0 0 0,1 1-1 0 0,0 0 1 0 0,0 0-1 0 0,0-1 1 0 0,0 1 0 0 0,1-1-1 0 0,0 0 1 0 0,0 0-1 0 0,0 0 1 0 0,0 0 0 0 0,1 0-1 0 0,-1-1 1 0 0,1 0-1 0 0,0 1 1 0 0,7 3 0 0 0,-6-6-3545 0 0,-12-6-173 0 0,2 3 1438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2.1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33 211 2296 0 0,'-25'23'2740'0'0,"25"-23"-2699"0"0,-1 1 0 0 0,0-1 0 0 0,1 1 0 0 0,-1 0 0 0 0,1-1 0 0 0,-1 1 0 0 0,1 0 0 0 0,-1 0 0 0 0,1-1 0 0 0,-1 1 0 0 0,1 0 0 0 0,0 0 0 0 0,-1-1 0 0 0,1 1 0 0 0,0 0 1 0 0,0 0-1 0 0,0 0 0 0 0,0 0 0 0 0,-1-1 0 0 0,1 1 0 0 0,0 0 0 0 0,1 0 0 0 0,-1 0 0 0 0,0 0 0 0 0,0 0 0 0 0,0-1 0 0 0,0 1 0 0 0,1 0 0 0 0,-1 0 0 0 0,0 0 0 0 0,1-1 0 0 0,-1 1 0 0 0,0 0 0 0 0,1 0 0 0 0,-1-1 0 0 0,1 1 0 0 0,-1 0 0 0 0,2 0 0 0 0,1-1 16 0 0,1 0 1 0 0,0 0-1 0 0,-1-1 0 0 0,1 1 0 0 0,-1-1 1 0 0,1 0-1 0 0,-1 0 0 0 0,1 0 1 0 0,-1 0-1 0 0,0 0 0 0 0,1-1 0 0 0,-1 0 1 0 0,0 0-1 0 0,0 0 0 0 0,4-3 0 0 0,4-1 71 0 0,69-40-1086 0 0,-55 31-2167 0 0,-21 14 664 0 0</inkml:trace>
  <inkml:trace contextRef="#ctx0" brushRef="#br0" timeOffset="1">136 13 2481 0 0,'1'5'884'0'0,"0"0"1"0"0,-1 0 0 0 0,2 0 0 0 0,-1 0 0 0 0,1 0 0 0 0,0-1 0 0 0,2 6 0 0 0,1-1-777 0 0,-1 0-1 0 0,1-1 1 0 0,1 1 0 0 0,-1-1-1 0 0,11 11 1 0 0,-13-17-148 0 0,-1 0-1 0 0,0 0 1 0 0,1 0 0 0 0,-1-1-1 0 0,1 1 1 0 0,-1-1 0 0 0,1 1-1 0 0,-1-1 1 0 0,1 0-1 0 0,0 0 1 0 0,0 0 0 0 0,0 0-1 0 0,0-1 1 0 0,0 1 0 0 0,0-1-1 0 0,0 0 1 0 0,0 1-1 0 0,0-1 1 0 0,0-1 0 0 0,0 1-1 0 0,0 0 1 0 0,0-1 0 0 0,-1 1-1 0 0,1-1 1 0 0,0 0-1 0 0,0 0 1 0 0,0 0 0 0 0,-1-1-1 0 0,1 1 1 0 0,0-1 0 0 0,-1 1-1 0 0,1-1 1 0 0,-1 0-1 0 0,0 0 1 0 0,0 0 0 0 0,3-2-1 0 0,4-6-716 0 0,-1 1-1 0 0,1-1 0 0 0,-2 0 1 0 0,1-1-1 0 0,-2 1 1 0 0,1-1-1 0 0,5-14 0 0 0,-3 5-1269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2.5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4345 0 0,'1'1'233'0'0,"0"-1"-1"0"0,-1 0 1 0 0,1 1 0 0 0,0-1 0 0 0,0 1 0 0 0,0-1-1 0 0,-1 1 1 0 0,1-1 0 0 0,0 1 0 0 0,-1 0-1 0 0,1-1 1 0 0,-1 1 0 0 0,1 0 0 0 0,0-1-1 0 0,-1 1 1 0 0,1 0 0 0 0,-1 0 0 0 0,0-1 0 0 0,1 1-1 0 0,-1 0 1 0 0,0 0 0 0 0,1 0 0 0 0,-1 0-1 0 0,0 0 1 0 0,0-1 0 0 0,0 1 0 0 0,0 2-1 0 0,3 28-213 0 0,-3-27 273 0 0,2 89 54 0 0,-3-40-180 0 0,10 69 0 0 0,-8-115-350 0 0,10 46-792 0 0,7-22-4862 0 0,-9-19 2585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2.8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2809 0 0,'9'0'968'0'0,"0"1"1"0"0,-1 0 0 0 0,1 1 0 0 0,-1 0 0 0 0,1 0 0 0 0,8 4 0 0 0,9 5 9 0 0,44 26 0 0 0,-63-33-692 0 0,-6-3-263 0 0,0 0 1 0 0,-1 0-1 0 0,1-1 0 0 0,0 1 1 0 0,-1 0-1 0 0,1 0 0 0 0,-1 0 1 0 0,1 0-1 0 0,-1 0 0 0 0,1 0 0 0 0,-1 0 1 0 0,0 0-1 0 0,1 0 0 0 0,-1 1 1 0 0,0-1-1 0 0,0 0 0 0 0,0 0 0 0 0,0 0 1 0 0,0 0-1 0 0,0 0 0 0 0,0 0 1 0 0,0 0-1 0 0,0 1 0 0 0,-1-1 1 0 0,1 0-1 0 0,0 0 0 0 0,-1 0 0 0 0,1 0 1 0 0,-1 0-1 0 0,-1 2 0 0 0,-20 39-206 0 0,15-30 67 0 0,-3 3-115 0 0,2 2 0 0 0,0-1 0 0 0,1 1 0 0 0,0 0-1 0 0,2 0 1 0 0,-5 26 0 0 0,9-43 198 0 0,1 1 0 0 0,0-1 0 0 0,0 0 0 0 0,0 1 1 0 0,0-1-1 0 0,-1 0 0 0 0,1 1 0 0 0,0-1 0 0 0,0 1 0 0 0,0-1 0 0 0,0 0 0 0 0,0 1 0 0 0,0-1 0 0 0,0 0 0 0 0,0 1 0 0 0,0-1 0 0 0,0 1 0 0 0,0-1 0 0 0,0 0 0 0 0,0 1 0 0 0,1-1 0 0 0,-1 0 0 0 0,0 1 1 0 0,0-1-1 0 0,0 0 0 0 0,0 1 0 0 0,1-1 0 0 0,-1 0 0 0 0,0 0 0 0 0,0 1 0 0 0,1-1 0 0 0,-1 0 0 0 0,0 1 0 0 0,0-1 0 0 0,1 0 0 0 0,-1 0 0 0 0,0 0 0 0 0,1 1 0 0 0,11-12-200 0 0,9-20 592 0 0,-10 7-138 0 0,14-26 252 0 0,-24 47-350 0 0,1 0-1 0 0,0 1 1 0 0,0-1 0 0 0,0 1 0 0 0,0-1 0 0 0,0 1-1 0 0,0 0 1 0 0,1 0 0 0 0,-1 0 0 0 0,1 0 0 0 0,0 0-1 0 0,-1 0 1 0 0,5-1 0 0 0,-6 3-89 0 0,0 0 0 0 0,0 0 1 0 0,0 0-1 0 0,0 0 0 0 0,0 1 1 0 0,0-1-1 0 0,0 0 0 0 0,0 1 0 0 0,0-1 1 0 0,0 0-1 0 0,0 1 0 0 0,0-1 1 0 0,0 1-1 0 0,0 0 0 0 0,0-1 0 0 0,-1 1 1 0 0,1 0-1 0 0,0-1 0 0 0,0 1 1 0 0,-1 0-1 0 0,1 0 0 0 0,0 0 0 0 0,-1 0 1 0 0,1 1-1 0 0,19 29 110 0 0,-15-21-66 0 0,9 13-64 0 0,29 42-186 0 0,-41-62 59 0 0,0 0 0 0 0,1-1 0 0 0,-1 1-1 0 0,1-1 1 0 0,-1 1 0 0 0,1-1 0 0 0,0 0 0 0 0,-1 0-1 0 0,1 0 1 0 0,0 0 0 0 0,1-1 0 0 0,-1 1 0 0 0,0-1-1 0 0,0 0 1 0 0,1 0 0 0 0,-1 0 0 0 0,6 1 0 0 0,-8-3-94 0 0,0 1 1 0 0,1-1 0 0 0,-1 1-1 0 0,0-1 1 0 0,1 0 0 0 0,-1 1 0 0 0,0-1-1 0 0,0 0 1 0 0,0 0 0 0 0,0 0-1 0 0,0 0 1 0 0,0 0 0 0 0,0 0 0 0 0,0 0-1 0 0,0 0 1 0 0,0 0 0 0 0,0 0-1 0 0,-1-1 1 0 0,1 1 0 0 0,-1 0-1 0 0,1-1 1 0 0,-1 1 0 0 0,1 0 0 0 0,-1-1-1 0 0,1 1 1 0 0,-1 0 0 0 0,0-1-1 0 0,0 1 1 0 0,0-1 0 0 0,0 1 0 0 0,0-2-1 0 0,1-12-2807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3.2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6169 0 0,'5'6'648'0'0,"-1"-1"0"0"0,0 1 0 0 0,0 0-1 0 0,0 1 1 0 0,-1-1 0 0 0,1 1 0 0 0,-2 0 0 0 0,1 0-1 0 0,3 14 1 0 0,9 72-887 0 0,-11-61 698 0 0,6 57-368 0 0,-4 0-1 0 0,-6 121 1 0 0,-14-45-2477 0 0,17-201-2607 0 0,7 15 1569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3.7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66 3633 0 0,'-11'0'1644'0'0,"-22"-1"3531"0"0,33 1-5144 0 0,0 0-1 0 0,0 0 1 0 0,0 0 0 0 0,0 0-1 0 0,-1 0 1 0 0,1 0-1 0 0,0 0 1 0 0,0 0 0 0 0,0 0-1 0 0,0 0 1 0 0,0 0-1 0 0,0 0 1 0 0,0 0 0 0 0,0 0-1 0 0,-1 0 1 0 0,1 0 0 0 0,0 0-1 0 0,0 0 1 0 0,0 0-1 0 0,0 0 1 0 0,0 0 0 0 0,0-1-1 0 0,0 1 1 0 0,0 0-1 0 0,0 0 1 0 0,0 0 0 0 0,0 0-1 0 0,0 0 1 0 0,-1 0-1 0 0,1 0 1 0 0,0 0 0 0 0,0 0-1 0 0,0-1 1 0 0,0 1 0 0 0,0 0-1 0 0,0 0 1 0 0,0 0-1 0 0,0 0 1 0 0,0 0 0 0 0,0 0-1 0 0,0 0 1 0 0,0 0-1 0 0,0-1 1 0 0,0 1 0 0 0,0 0-1 0 0,0 0 1 0 0,0 0-1 0 0,0 0 1 0 0,0 0 0 0 0,0 0-1 0 0,0 0 1 0 0,1 0 0 0 0,-1-1-1 0 0,0 1 1 0 0,0 0-1 0 0,0 0 1 0 0,0 0 0 0 0,0 0-1 0 0,0 0 1 0 0,0 0-1 0 0,0 0 1 0 0,0 0 0 0 0,0 0-1 0 0,0 0 1 0 0,19-9 977 0 0,19-6 410 0 0,44-10 1 0 0,-67 22-1263 0 0,0 0-1 0 0,0 0 1 0 0,0 2 0 0 0,0 0 0 0 0,1 0-1 0 0,18 3 1 0 0,-32-2-119 0 0,0 0-1 0 0,0 1 1 0 0,1-1-1 0 0,-1 1 1 0 0,0-1 0 0 0,0 1-1 0 0,0 0 1 0 0,0 0-1 0 0,0 0 1 0 0,0 0-1 0 0,0 0 1 0 0,0 0 0 0 0,0 1-1 0 0,0-1 1 0 0,-1 1-1 0 0,1-1 1 0 0,0 1 0 0 0,-1 0-1 0 0,1-1 1 0 0,-1 1-1 0 0,0 0 1 0 0,2 2-1 0 0,-2 0 9 0 0,0 0-1 0 0,0-1 0 0 0,0 1 0 0 0,0 0 0 0 0,-1 0 0 0 0,1 0 0 0 0,-1 0 0 0 0,0 0 0 0 0,0 0 0 0 0,-1 0 1 0 0,0 7-1 0 0,-3 3-21 0 0,0 0 0 0 0,-1 1-1 0 0,0-2 1 0 0,-1 1 0 0 0,-13 21 0 0 0,11-21-85 0 0,-1 0-1 0 0,-1-1 0 0 0,-13 13 0 0 0,21-23 54 0 0,0-1 0 0 0,-1 1-1 0 0,1-1 1 0 0,-1 1 0 0 0,1-1 0 0 0,-1 0-1 0 0,0 0 1 0 0,0 0 0 0 0,0-1 0 0 0,0 1-1 0 0,0-1 1 0 0,-1 1 0 0 0,1-1 0 0 0,0 0-1 0 0,-1 0 1 0 0,1-1 0 0 0,-1 1 0 0 0,1-1-1 0 0,-1 1 1 0 0,1-1 0 0 0,-5-1 0 0 0,7 1 3 0 0,1 0 1 0 0,0 0-1 0 0,-1 0 1 0 0,1 0 0 0 0,-1 0-1 0 0,1 0 1 0 0,0 0-1 0 0,-1 0 1 0 0,1 0 0 0 0,-1-1-1 0 0,1 1 1 0 0,0 0-1 0 0,-1 0 1 0 0,1 0 0 0 0,0-1-1 0 0,-1 1 1 0 0,1 0 0 0 0,0-1-1 0 0,-1 1 1 0 0,1 0-1 0 0,0-1 1 0 0,0 1 0 0 0,-1 0-1 0 0,1-1 1 0 0,0 1-1 0 0,0 0 1 0 0,0-1 0 0 0,0 1-1 0 0,-1-1 1 0 0,1 1-1 0 0,0 0 1 0 0,0-1 0 0 0,0 1-1 0 0,0-1 1 0 0,0 1-1 0 0,9-15-80 0 0,20-6 124 0 0,-15 14 42 0 0,0 1 0 0 0,0 0 0 0 0,0 1 0 0 0,1 1 0 0 0,0 0 0 0 0,0 1 1 0 0,0 1-1 0 0,1 0 0 0 0,22 1 0 0 0,-32 1-26 0 0,1 1 0 0 0,-1-1 0 0 0,0 1-1 0 0,0 0 1 0 0,0 1 0 0 0,0 0 0 0 0,-1 0 0 0 0,1 0 0 0 0,0 1 0 0 0,-1-1 0 0 0,9 7 0 0 0,-10-6-31 0 0,-1-1 1 0 0,0 1 0 0 0,0 1-1 0 0,-1-1 1 0 0,1 0 0 0 0,-1 1-1 0 0,1-1 1 0 0,-1 1 0 0 0,0 0-1 0 0,-1-1 1 0 0,1 1 0 0 0,0 0-1 0 0,-1 0 1 0 0,0 0 0 0 0,0 0 0 0 0,0 1-1 0 0,-1-1 1 0 0,1 7 0 0 0,-1-6-37 0 0,0 0 1 0 0,-1 0-1 0 0,1-1 0 0 0,-1 1 1 0 0,0 0-1 0 0,0-1 1 0 0,0 1-1 0 0,-1-1 1 0 0,1 1-1 0 0,-1-1 1 0 0,0 1-1 0 0,0-1 1 0 0,-1 0-1 0 0,0 0 1 0 0,1 0-1 0 0,-1-1 0 0 0,0 1 1 0 0,-1 0-1 0 0,1-1 1 0 0,-1 0-1 0 0,1 0 1 0 0,-1 0-1 0 0,0 0 1 0 0,0-1-1 0 0,0 0 1 0 0,-1 1-1 0 0,1-2 1 0 0,-1 1-1 0 0,-6 2 0 0 0,1-1-499 0 0,0-1-1 0 0,0 1 1 0 0,0-2-1 0 0,-1 1 1 0 0,1-1-1 0 0,-1-1 1 0 0,1 0-1 0 0,-1-1 1 0 0,1 1-1 0 0,0-2 1 0 0,-1 0-1 0 0,-15-5 1 0 0,25 7 370 0 0,0 0 1 0 0,0 0-1 0 0,1 0 1 0 0,-1-1-1 0 0,0 1 1 0 0,1 0-1 0 0,-1-1 1 0 0,0 1 0 0 0,1 0-1 0 0,-1-1 1 0 0,1 1-1 0 0,-1-1 1 0 0,1 1-1 0 0,-1-1 1 0 0,1 1-1 0 0,-1-1 1 0 0,1 1-1 0 0,-1-1 1 0 0,1 1-1 0 0,0-1 1 0 0,-1 0-1 0 0,1 1 1 0 0,0-1-1 0 0,-1 0 1 0 0,1 1-1 0 0,0-1 1 0 0,0 0 0 0 0,0 1-1 0 0,0-1 1 0 0,0 0-1 0 0,-1 1 1 0 0,1-1-1 0 0,0 0 1 0 0,1 0-1 0 0,-1 1 1 0 0,0-1-1 0 0,0 0 1 0 0,0 1-1 0 0,1-2 1 0 0,16-25-4381 0 0,-14 23 4158 0 0,8-7-1538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4.0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89 2353 0 0,'-22'-28'5333'0'0,"25"16"-2347"0"0,18 6 222 0 0,-6 3-2706 0 0,-1 0-1 0 0,0-1 0 0 0,16-7 0 0 0,-22 7-339 0 0,1 0 0 0 0,-1 1 0 0 0,1 1 1 0 0,-1-1-1 0 0,1 1 0 0 0,0 1 0 0 0,0-1 0 0 0,0 2 0 0 0,0-1 0 0 0,0 1 0 0 0,17 2 0 0 0,-24-1-140 0 0,0 0 0 0 0,-1 0 0 0 0,1 0 0 0 0,0 0 0 0 0,-1 1 0 0 0,1-1 0 0 0,-1 0 0 0 0,0 1 0 0 0,1-1 0 0 0,-1 1 0 0 0,0-1 0 0 0,0 1 0 0 0,0 0 0 0 0,0 0 0 0 0,0-1 0 0 0,0 1-1 0 0,-1 0 1 0 0,1 0 0 0 0,0 0 0 0 0,-1 0 0 0 0,0 0 0 0 0,1 4 0 0 0,2 52 133 0 0,-2-39-166 0 0,2 9-894 0 0,1 1 1 0 0,9 27-1 0 0,3 22-2925 0 0,-10-52 1801 0 0,1-14-3904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4.5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44 4489 0 0,'1'-28'5200'0'0,"3"24"-3179"0"0,0 19-1099 0 0,22 160-58 0 0,-16-91-756 0 0,22 86-1 0 0,-21-142-500 0 0,-7-29-163 0 0,-3-18 122 0 0,-16-122-923 0 0,7 87 2083 0 0,-1-67 0 0 0,10 128-650 0 0,1 0 1 0 0,0-1-1 0 0,0 1 1 0 0,0 0-1 0 0,0-1 1 0 0,1 1 0 0 0,1-1-1 0 0,-1 0 1 0 0,1 0-1 0 0,0 0 1 0 0,0-1-1 0 0,0 1 1 0 0,1-1-1 0 0,6 5 1 0 0,-9-8-51 0 0,0 0 0 0 0,0 0 0 0 0,1 0-1 0 0,-1 0 1 0 0,1-1 0 0 0,-1 0 0 0 0,1 1 0 0 0,-1-1 0 0 0,1 0 0 0 0,0 0-1 0 0,0 0 1 0 0,-1-1 0 0 0,1 1 0 0 0,0-1 0 0 0,0 1 0 0 0,5-1 0 0 0,-6-1 22 0 0,1 1 1 0 0,0-1-1 0 0,0 0 1 0 0,-1 0-1 0 0,1 0 0 0 0,0-1 1 0 0,-1 1-1 0 0,1-1 1 0 0,-1 1-1 0 0,0-1 1 0 0,0 0-1 0 0,1 0 1 0 0,-1 0-1 0 0,0 0 1 0 0,0 0-1 0 0,-1-1 1 0 0,1 1-1 0 0,0 0 1 0 0,-1-1-1 0 0,2-4 1 0 0,2-3-1 0 0,-1 0 0 0 0,-1-1 1 0 0,0 0-1 0 0,0 1 0 0 0,-1-1 1 0 0,-1 0-1 0 0,0-1 0 0 0,0 1 1 0 0,-1 0-1 0 0,0 0 0 0 0,-1 0 0 0 0,-3-18 1 0 0,-1-37 92 0 0,24 136 729 0 0,29 299 399 0 0,-48-365-1298 0 0,0 0-33 0 0,0 0-1 0 0,1 0 0 0 0,-1 0 1 0 0,1 0-1 0 0,0 0 1 0 0,0 0-1 0 0,0 0 0 0 0,0 0 1 0 0,1 0-1 0 0,-1-1 1 0 0,1 1-1 0 0,0-1 0 0 0,3 5 1 0 0,-4-8-28 0 0,-1-1 0 0 0,1 1 0 0 0,-1 0 1 0 0,1 0-1 0 0,0-1 0 0 0,-1 1 1 0 0,1 0-1 0 0,-1 0 0 0 0,1-1 0 0 0,-1 1 1 0 0,0-1-1 0 0,1 1 0 0 0,-1 0 1 0 0,1-1-1 0 0,-1 1 0 0 0,0-1 0 0 0,1 1 1 0 0,-1-1-1 0 0,0 1 0 0 0,1-1 0 0 0,-1 1 1 0 0,0-1-1 0 0,0 0 0 0 0,0 1 1 0 0,0-1-1 0 0,1 1 0 0 0,-1-1 0 0 0,0 1 1 0 0,0-1-1 0 0,0 0 0 0 0,0 1 1 0 0,0-1-1 0 0,0 1 0 0 0,-1-2 0 0 0,1-24-4626 0 0,-5 8 1076 0 0,2 2-495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8.2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22 2288 0 0,'-2'2'437'0'0,"0"0"-1"0"0,0 0 0 0 0,1 0 0 0 0,-1 1 0 0 0,0-1 1 0 0,1 1-1 0 0,0-1 0 0 0,-1 1 0 0 0,1-1 0 0 0,0 1 0 0 0,0 0 1 0 0,1-1-1 0 0,-1 1 0 0 0,1 0 0 0 0,-1 5 0 0 0,1-8-404 0 0,0 1 0 0 0,0-1 0 0 0,0 1 1 0 0,0-1-1 0 0,0 1 0 0 0,0-1 0 0 0,0 1 0 0 0,1 0 0 0 0,-1-1 0 0 0,0 1 0 0 0,0-1 0 0 0,1 0 0 0 0,-1 1 0 0 0,0-1 1 0 0,1 1-1 0 0,-1-1 0 0 0,0 1 0 0 0,1-1 0 0 0,-1 0 0 0 0,0 1 0 0 0,1-1 0 0 0,-1 0 0 0 0,1 1 0 0 0,-1-1 0 0 0,1 0 1 0 0,-1 0-1 0 0,1 1 0 0 0,0-1 0 0 0,1 0 21 0 0,0 0-1 0 0,0 0 1 0 0,0 0 0 0 0,-1 0-1 0 0,1 0 1 0 0,0-1 0 0 0,0 1-1 0 0,0-1 1 0 0,-1 1 0 0 0,1-1 0 0 0,0 0-1 0 0,0 1 1 0 0,2-3 0 0 0,26-13 553 0 0,-16 7-335 0 0,1 0 0 0 0,0 2 1 0 0,0 0-1 0 0,1 1 1 0 0,0 0-1 0 0,23-4 1 0 0,-39 9-239 0 0,1 1 0 0 0,0 0 1 0 0,-1 0-1 0 0,1 0 1 0 0,0 0-1 0 0,-1 0 0 0 0,1 0 1 0 0,0 0-1 0 0,-1 0 1 0 0,1 0-1 0 0,-1 0 1 0 0,1 0-1 0 0,0 0 0 0 0,-1 0 1 0 0,1 1-1 0 0,0-1 1 0 0,-1 0-1 0 0,1 0 0 0 0,-1 1 1 0 0,1-1-1 0 0,0 1 1 0 0,-1-1-1 0 0,1 0 0 0 0,-1 1 1 0 0,1-1-1 0 0,-1 1 1 0 0,0-1-1 0 0,1 1 1 0 0,-1-1-1 0 0,1 1 0 0 0,-1-1 1 0 0,1 2-1 0 0,-4 23 719 0 0,-24 28 5 0 0,25-51-723 0 0,-7 13 93 0 0,-5 11-35 0 0,-2 0-1 0 0,-1-1 1 0 0,-2-1 0 0 0,-39 41 0 0 0,58-65-99 0 0,0 0-1 0 0,0 0 1 0 0,0 0 0 0 0,0 0-1 0 0,0-1 1 0 0,0 1 0 0 0,0 0-1 0 0,0 0 1 0 0,0 0 0 0 0,0 0-1 0 0,0 0 1 0 0,0 0 0 0 0,0-1-1 0 0,-1 1 1 0 0,1 0 0 0 0,0 0 0 0 0,0 0-1 0 0,0 0 1 0 0,0 0 0 0 0,0 0-1 0 0,0 0 1 0 0,0 0 0 0 0,0-1-1 0 0,0 1 1 0 0,0 0 0 0 0,-1 0-1 0 0,1 0 1 0 0,0 0 0 0 0,0 0-1 0 0,0 0 1 0 0,0 0 0 0 0,0 0 0 0 0,0 0-1 0 0,0 0 1 0 0,-1 0 0 0 0,1 0-1 0 0,0 0 1 0 0,0 0 0 0 0,0 0-1 0 0,0 0 1 0 0,0 0 0 0 0,-1 0-1 0 0,1 0 1 0 0,0 0 0 0 0,0 0-1 0 0,0 0 1 0 0,0 0 0 0 0,0 0-1 0 0,0 0 1 0 0,-1 0 0 0 0,1 0 0 0 0,0 0-1 0 0,0 0 1 0 0,0 0 0 0 0,0 0-1 0 0,0 0 1 0 0,0 0 0 0 0,0 1-1 0 0,0-1 1 0 0,-1 0 0 0 0,1 0-1 0 0,0 0 1 0 0,0 0 0 0 0,0 0-1 0 0,0 0 1 0 0,0 0 0 0 0,0 1 0 0 0,0-1-1 0 0,3-18-324 0 0,11-20-78 0 0,-8 27 317 0 0,1 0 0 0 0,0 0 1 0 0,1 0-1 0 0,10-9 0 0 0,-16 17 91 0 0,1 0 1 0 0,-1 0-1 0 0,1 1 0 0 0,0-1 1 0 0,0 1-1 0 0,0-1 0 0 0,0 1 0 0 0,1 0 1 0 0,-1 0-1 0 0,1 1 0 0 0,-1-1 1 0 0,1 1-1 0 0,-1-1 0 0 0,1 1 1 0 0,0 0-1 0 0,0 1 0 0 0,-1-1 1 0 0,6 0-1 0 0,-8 2 24 0 0,0-1 1 0 0,1 0 0 0 0,-1 1-1 0 0,0 0 1 0 0,0-1-1 0 0,0 1 1 0 0,0-1-1 0 0,0 1 1 0 0,0 0 0 0 0,0 0-1 0 0,0 0 1 0 0,0 0-1 0 0,0 0 1 0 0,0 0-1 0 0,0 0 1 0 0,0 0-1 0 0,-1 0 1 0 0,1 0 0 0 0,-1 0-1 0 0,1 0 1 0 0,-1 1-1 0 0,1-1 1 0 0,0 2-1 0 0,9 41 546 0 0,-2-10-240 0 0,-6-31-396 0 0,0-1 0 0 0,0 1 0 0 0,0-1 0 0 0,0 1 0 0 0,1-1 0 0 0,0 0 0 0 0,-1 0 0 0 0,1 0 0 0 0,0 0 0 0 0,0-1 0 0 0,0 1 0 0 0,0-1 0 0 0,0 0 0 0 0,0 0 0 0 0,0 0-1 0 0,0 0 1 0 0,1 0 0 0 0,-1-1 0 0 0,0 1 0 0 0,0-1 0 0 0,1 0 0 0 0,-1 0 0 0 0,0 0 0 0 0,1-1 0 0 0,-1 1 0 0 0,5-2 0 0 0,-24-11-8183 0 0,9 6 6133 0 0,-1 0-835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8.6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 1 528 0 0,'-3'2'207'0'0,"-1"0"0"0"0,1 1 1 0 0,0 0-1 0 0,0 0 0 0 0,0 0 0 0 0,1 0 0 0 0,-1 0 0 0 0,0 0 1 0 0,1 1-1 0 0,0-1 0 0 0,0 1 0 0 0,0-1 0 0 0,1 1 0 0 0,-1 0 0 0 0,1 0 1 0 0,0 0-1 0 0,0 0 0 0 0,0 0 0 0 0,0 0 0 0 0,1 0 0 0 0,-1 0 1 0 0,1 0-1 0 0,0 1 0 0 0,1-1 0 0 0,-1 0 0 0 0,1 0 0 0 0,-1 0 0 0 0,1 0 1 0 0,2 5-1 0 0,-2-8-93 0 0,0 0 0 0 0,0-1 1 0 0,-1 1-1 0 0,1 0 0 0 0,0-1 1 0 0,0 1-1 0 0,0-1 0 0 0,0 1 1 0 0,0-1-1 0 0,0 1 0 0 0,0-1 0 0 0,0 1 1 0 0,0-1-1 0 0,0 0 0 0 0,0 0 1 0 0,0 0-1 0 0,0 1 0 0 0,0-1 1 0 0,0 0-1 0 0,0 0 0 0 0,0 0 0 0 0,0-1 1 0 0,1 1-1 0 0,-1 0 0 0 0,0 0 1 0 0,0 0-1 0 0,0-1 0 0 0,1 0 1 0 0,38-13 1294 0 0,-26 9-941 0 0,-3 1-361 0 0,0 2 0 0 0,1-1 1 0 0,-1 2-1 0 0,1-1 0 0 0,-1 2 1 0 0,1-1-1 0 0,-1 2 0 0 0,1-1 1 0 0,-1 2-1 0 0,1-1 0 0 0,-1 2 1 0 0,1-1-1 0 0,-1 2 1 0 0,0-1-1 0 0,-1 2 0 0 0,1-1 1 0 0,12 9-1 0 0,-22-13-64 0 0,0 1 0 0 0,-1 0 0 0 0,1 0 0 0 0,0 0 0 0 0,-1 0 0 0 0,1 0 0 0 0,-1 0 0 0 0,1 0 0 0 0,-1 0 1 0 0,0 0-1 0 0,1 1 0 0 0,-1-1 0 0 0,0 0 0 0 0,0 0 0 0 0,0 0 0 0 0,0 0 0 0 0,0 0 0 0 0,0 1 0 0 0,0-1 0 0 0,0 0 0 0 0,0 0 0 0 0,0 0 0 0 0,-1 0 0 0 0,0 2 0 0 0,-11 37 963 0 0,3-15-1004 0 0,10 4-1472 0 0,-3-46-5473 0 0,-6 4 3445 0 0,5 7 570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8.9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56 70 2481 0 0,'4'-4'3681'0'0,"8"-6"-565"0"0,-34 36-714 0 0,-16 24-920 0 0,37-48-1475 0 0,-1 1 0 0 0,1-1 0 0 0,0 0 0 0 0,0 1 0 0 0,0-1 0 0 0,0 1 0 0 0,0-1-1 0 0,0 1 1 0 0,1-1 0 0 0,-1 1 0 0 0,1 0 0 0 0,0-1 0 0 0,0 1 0 0 0,0 0 0 0 0,0-1 0 0 0,0 1 0 0 0,0 0 0 0 0,2 2 0 0 0,-2-3-12 0 0,1-1 1 0 0,0 0-1 0 0,0 0 1 0 0,0 0-1 0 0,0 0 1 0 0,0 0-1 0 0,1 0 1 0 0,-1 0 0 0 0,0 0-1 0 0,0 0 1 0 0,1-1-1 0 0,-1 1 1 0 0,0 0-1 0 0,1-1 1 0 0,-1 1-1 0 0,1-1 1 0 0,-1 0 0 0 0,1 1-1 0 0,-1-1 1 0 0,1 0-1 0 0,-1 0 1 0 0,1 0-1 0 0,-1 0 1 0 0,3 0 0 0 0,43-5 29 0 0,-38 3-21 0 0,13-1 13 0 0,0-1 0 0 0,1-1 1 0 0,-1-1-1 0 0,-1-1 0 0 0,0-1 0 0 0,0-1 0 0 0,23-13 1 0 0,-43 21 12 0 0,0 1 0 0 0,0-1 0 0 0,-1 1 1 0 0,1-1-1 0 0,0 1 0 0 0,-1-1 0 0 0,1 0 1 0 0,0 1-1 0 0,-1-1 0 0 0,1 0 0 0 0,-1 0 1 0 0,1 1-1 0 0,-1-1 0 0 0,1 0 0 0 0,-1 0 1 0 0,0 0-1 0 0,1 0 0 0 0,-1 0 0 0 0,0 1 1 0 0,0-1-1 0 0,0 0 0 0 0,1 0 1 0 0,-1 0-1 0 0,0 0 0 0 0,0 0 0 0 0,0 0 1 0 0,0 0-1 0 0,-1-1 0 0 0,0 0 15 0 0,0-1 0 0 0,0 1 0 0 0,0 0 0 0 0,-1-1 0 0 0,1 1 0 0 0,-1 0 0 0 0,1 0 0 0 0,-1 0 0 0 0,0 0 0 0 0,-3-2 0 0 0,-8-7-69 0 0,0 1 0 0 0,-25-13 0 0 0,29 18-162 0 0,1 0-18 0 0,0 1-1 0 0,0 1 0 0 0,-1-1 1 0 0,1 1-1 0 0,0 1 0 0 0,-1 0 1 0 0,0 0-1 0 0,0 0 0 0 0,-15 0 0 0 0,19 2-422 0 0,0 0-1 0 0,-1 1 0 0 0,1-1 1 0 0,0 1-1 0 0,0 0 0 0 0,-1 1 1 0 0,1-1-1 0 0,0 1 0 0 0,0 0 1 0 0,-8 5-1 0 0,4 1-3173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9.3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1 3841 0 0,'-14'64'4102'0'0,"8"36"-3558"0"0,7-86-719 0 0,1 12-20 0 0,-2-26 130 0 0,0-1 0 0 0,0 1 0 0 0,0 0 0 0 0,-1 0 0 0 0,1 0 0 0 0,0 0 0 0 0,0 0 0 0 0,0 0-1 0 0,0-1 1 0 0,-1 1 0 0 0,1 0 0 0 0,0 0 0 0 0,0 0 0 0 0,0 0 0 0 0,-1 0 0 0 0,1 0 0 0 0,0 0 0 0 0,0 0 0 0 0,0 0 0 0 0,-1 0 0 0 0,1 0-1 0 0,0 0 1 0 0,0 0 0 0 0,0 0 0 0 0,-1 0 0 0 0,1 0 0 0 0,0 0 0 0 0,0 0 0 0 0,0 0 0 0 0,0 0 0 0 0,-1 1 0 0 0,1-1 0 0 0,0 0 0 0 0,0 0-1 0 0,0 0 1 0 0,0 0 0 0 0,-1 0 0 0 0,1 0 0 0 0,0 1 0 0 0,0-1 0 0 0,0 0 0 0 0,0 0 0 0 0,0 0 0 0 0,0 0 0 0 0,0 1 0 0 0,-1-1 0 0 0,1 0 0 0 0,0 0-1 0 0,0 0 1 0 0,0 0 0 0 0,0 1 0 0 0,0-1 0 0 0,0 0 0 0 0,0 0 0 0 0,0 0 0 0 0,0 1 0 0 0,0-1 0 0 0,0 0 0 0 0,0 0 0 0 0,0 0 0 0 0,0 1-1 0 0,0-1 1 0 0,0 0 0 0 0,0 0 0 0 0,1 1 0 0 0,-4-5-2661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39.7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40 2681 0 0,'-1'0'123'0'0,"0"0"1"0"0,1 0 0 0 0,-1 0 0 0 0,0 1 0 0 0,1-1 0 0 0,-1 0-1 0 0,0 0 1 0 0,1 1 0 0 0,-1-1 0 0 0,1 1 0 0 0,-1-1 0 0 0,1 1-1 0 0,-1-1 1 0 0,1 1 0 0 0,-1-1 0 0 0,1 1 0 0 0,-1-1 0 0 0,1 1-1 0 0,-1-1 1 0 0,1 1 0 0 0,0 0 0 0 0,-1-1 0 0 0,1 1 0 0 0,0 0-1 0 0,0-1 1 0 0,0 1 0 0 0,-1 0 0 0 0,1-1 0 0 0,0 1-1 0 0,0 0 1 0 0,0 0 0 0 0,0-1 0 0 0,0 1 0 0 0,0 0 0 0 0,0-1-1 0 0,0 1 1 0 0,1 0 0 0 0,-1 0 0 0 0,0-1 0 0 0,0 1 0 0 0,1 0-1 0 0,-1-1 1 0 0,0 1 0 0 0,1-1 0 0 0,-1 1 0 0 0,0 0 0 0 0,1-1-1 0 0,-1 1 1 0 0,1-1 0 0 0,-1 1 0 0 0,2 0 0 0 0,-1 0-69 0 0,1 1 1 0 0,0-1-1 0 0,0 1 1 0 0,0-1-1 0 0,0 0 1 0 0,0 0-1 0 0,0 0 1 0 0,0 0-1 0 0,0 0 1 0 0,1-1-1 0 0,-1 1 1 0 0,0 0-1 0 0,1-1 1 0 0,-1 0-1 0 0,3 1 0 0 0,13-4 49 0 0,-1 0 0 0 0,1-2 0 0 0,-1 0 0 0 0,0 0 0 0 0,31-16 0 0 0,-34 14-130 0 0,2 0-1 0 0,-1 1 1 0 0,1 1 0 0 0,0 0 0 0 0,0 2-1 0 0,0-1 1 0 0,22 0 0 0 0,-26 6-1756 0 0,-14 6-3042 0 0,-1-2 1873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0.1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130 1 3385 0 0,'-12'11'630'0'0,"1"1"-1"0"0,1 0 1 0 0,0 1 0 0 0,1 0 0 0 0,0 1-1 0 0,1-1 1 0 0,-8 19 0 0 0,12-23-556 0 0,0 0 0 0 0,0 1 0 0 0,1-1 1 0 0,1 1-1 0 0,-1-1 0 0 0,2 1 0 0 0,-1 0 0 0 0,1 0 1 0 0,1 0-1 0 0,-1 0 0 0 0,2-1 0 0 0,2 19 0 0 0,-3-26-72 0 0,1 0 1 0 0,-1 0-1 0 0,1 0 0 0 0,0 0 0 0 0,0 0 0 0 0,0 0 0 0 0,0 0 0 0 0,0-1 1 0 0,0 1-1 0 0,0 0 0 0 0,1-1 0 0 0,-1 1 0 0 0,0-1 0 0 0,1 1 0 0 0,-1-1 0 0 0,1 0 1 0 0,0 0-1 0 0,0 1 0 0 0,-1-1 0 0 0,1-1 0 0 0,0 1 0 0 0,0 0 0 0 0,2 1 1 0 0,1-2 5 0 0,-1 1 0 0 0,1 0 0 0 0,-1-1 0 0 0,1 0 0 0 0,0 0 0 0 0,0 0 1 0 0,-1-1-1 0 0,1 1 0 0 0,8-3 0 0 0,6-3 130 0 0,-1-1-1 0 0,1-1 1 0 0,28-16-1 0 0,-32 15 40 0 0,0-1-1 0 0,0 0 0 0 0,-1-1 1 0 0,23-22-1 0 0,-34 30-113 0 0,-1 0 1 0 0,1 0-1 0 0,-1 0 1 0 0,0-1-1 0 0,0 1 1 0 0,0 0-1 0 0,0-1 1 0 0,0 0-1 0 0,-1 1 1 0 0,1-1-1 0 0,-1 0 1 0 0,1-5-1 0 0,-2 7-11 0 0,0-1-1 0 0,0 1 1 0 0,-1 0 0 0 0,1 0-1 0 0,-1-1 1 0 0,1 1-1 0 0,-1 0 1 0 0,0 0 0 0 0,1 0-1 0 0,-1 0 1 0 0,0 0 0 0 0,0 0-1 0 0,-1 0 1 0 0,1 0-1 0 0,0 0 1 0 0,-1 0 0 0 0,1 1-1 0 0,-1-1 1 0 0,0 0 0 0 0,1 1-1 0 0,-1-1 1 0 0,0 1-1 0 0,-3-2 1 0 0,-3-1-55 0 0,0-1 0 0 0,-1 1 0 0 0,0 1 0 0 0,0-1 0 0 0,0 2 0 0 0,0-1 0 0 0,0 1 0 0 0,-1 1 0 0 0,1-1 0 0 0,0 2 0 0 0,-1-1 0 0 0,1 1 0 0 0,-1 1 0 0 0,-10 1 0 0 0,-2 1-795 0 0,1 1 1 0 0,-1 1-1 0 0,1 1 1 0 0,1 1-1 0 0,-22 10 1 0 0,30-16-1530 0 0,12-1 2245 0 0,0 0 0 0 0,-1-1 0 0 0,1 1 0 0 0,0 0-1 0 0,0 0 1 0 0,0-1 0 0 0,0 1 0 0 0,0 0 0 0 0,0-1-1 0 0,-1 1 1 0 0,1 0 0 0 0,0 0 0 0 0,0-1 0 0 0,0 1-1 0 0,0 0 1 0 0,0-1 0 0 0,0 1 0 0 0,0 0 0 0 0,0 0-1 0 0,0-1 1 0 0,0 1 0 0 0,0 0 0 0 0,0-1-1 0 0,1 1 1 0 0,-1 0 0 0 0,0 0 0 0 0,0-1 0 0 0,0 1-1 0 0,0 0 1 0 0,0 0 0 0 0,1-1 0 0 0,-1 1 0 0 0,0 0-1 0 0,0 0 1 0 0,0 0 0 0 0,0-1 0 0 0,1 1 0 0 0,-1 0-1 0 0,0 0 1 0 0,0 0 0 0 0,1 0 0 0 0,-1-1-1 0 0,10-8-1833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0.5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2256 0 0,'3'16'4445'0'0,"3"17"-3570"0"0,-7 52 702 0 0,-1-12-1466 0 0,4-1 1 0 0,18 130-1 0 0,-18-198-1422 0 0,0-9 457 0 0,2-24 113 0 0,1-40 288 0 0,-4 23 547 0 0,-1 1 0 0 0,-3-1 0 0 0,-11-58 0 0 0,15 112 164 0 0,1 1-101 0 0,-1 1 0 0 0,1-1 0 0 0,1 1 0 0 0,0-1 0 0 0,0 0 0 0 0,5 9 0 0 0,-8-16-139 0 0,1 0 0 0 0,0-1 0 0 0,1 1-1 0 0,-1 0 1 0 0,0-1 0 0 0,0 1 0 0 0,1-1 0 0 0,-1 0 0 0 0,1 1 0 0 0,-1-1-1 0 0,1 0 1 0 0,-1 0 0 0 0,1 0 0 0 0,0 0 0 0 0,0 0 0 0 0,-1 0-1 0 0,1-1 1 0 0,0 1 0 0 0,0 0 0 0 0,0-1 0 0 0,0 0 0 0 0,0 1 0 0 0,0-1-1 0 0,0 0 1 0 0,0 0 0 0 0,0 0 0 0 0,0 0 0 0 0,0 0 0 0 0,-1-1-1 0 0,1 1 1 0 0,0 0 0 0 0,0-1 0 0 0,0 0 0 0 0,0 1 0 0 0,0-1 0 0 0,-1 0-1 0 0,1 0 1 0 0,0 0 0 0 0,0 0 0 0 0,-1 0 0 0 0,1-1 0 0 0,1-1 0 0 0,6-3-130 0 0,-2-1 1 0 0,1 1 0 0 0,-1-1-1 0 0,0-1 1 0 0,0 1 0 0 0,-1-1 0 0 0,0 0-1 0 0,-1-1 1 0 0,0 1 0 0 0,0-1-1 0 0,-1 0 1 0 0,0-1 0 0 0,0 1 0 0 0,-1 0-1 0 0,0-1 1 0 0,-1 0 0 0 0,2-11-1 0 0,-13 1 296 0 0,8 19-141 0 0,0 0 0 0 0,1 0 0 0 0,-1-1 0 0 0,0 1 0 0 0,0 0 0 0 0,1 0 0 0 0,-1-1 0 0 0,1 1 0 0 0,-1 0 0 0 0,1-1 0 0 0,-1 1 0 0 0,1-1 0 0 0,0 1 0 0 0,0 0 0 0 0,0-1 0 0 0,0 1 0 0 0,0-1 0 0 0,0 1 0 0 0,0-1 0 0 0,1-2 0 0 0,-1 5-8 0 0,1-1-1 0 0,0 0 1 0 0,-1 0-1 0 0,1 1 0 0 0,-1-1 1 0 0,1 0-1 0 0,-1 1 1 0 0,1-1-1 0 0,-1 1 1 0 0,1-1-1 0 0,-1 1 1 0 0,1-1-1 0 0,-1 1 0 0 0,0-1 1 0 0,1 1-1 0 0,-1-1 1 0 0,0 1-1 0 0,1-1 1 0 0,-1 1-1 0 0,0 0 0 0 0,0-1 1 0 0,1 1-1 0 0,-1 0 1 0 0,0-1-1 0 0,0 1 1 0 0,0-1-1 0 0,0 2 1 0 0,7 20 407 0 0,2 34 122 0 0,-2 0 0 0 0,-3 1 0 0 0,-2-1 0 0 0,-9 96 0 0 0,21-169-566 0 0,2 0 0 0 0,0 1 1 0 0,1 1-1 0 0,0 0 1 0 0,24-14-1 0 0,-34 26-20 0 0,0 0-1 0 0,0 0 1 0 0,0 1-1 0 0,0 0 0 0 0,0 1 1 0 0,15-2-1 0 0,21 9-3366 0 0,-49-7-2078 0 0,-2-2 3024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0.9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0 5121 0 0,'-3'4'296'0'0,"0"0"0"0"0,1 0 0 0 0,-1 0 0 0 0,1 0-1 0 0,0 0 1 0 0,0 0 0 0 0,0 0 0 0 0,1 1 0 0 0,0-1 0 0 0,0 1 0 0 0,0-1 0 0 0,0 1-1 0 0,0 0 1 0 0,1-1 0 0 0,0 1 0 0 0,0 0 0 0 0,1 5 0 0 0,2 13-286 0 0,0 1-1 0 0,9 26 1 0 0,-6-23 375 0 0,17 91-211 0 0,22 88-1646 0 0,-55-250 654 0 0,-5-72 0 0 0,4 24 570 0 0,8 75 275 0 0,1 6 111 0 0,0 0 0 0 0,0-1 0 0 0,1 1 0 0 0,0-1 1 0 0,1 1-1 0 0,1-1 0 0 0,2-16 0 0 0,12 76 1857 0 0,-13-39-1872 0 0,0 0 0 0 0,1 0 0 0 0,0 0 0 0 0,0 0 0 0 0,9 14 0 0 0,-10-21-34 0 0,-1 0 0 0 0,1 0 0 0 0,0 0 0 0 0,-1 0 0 0 0,1 0 0 0 0,0 0 0 0 0,0-1 1 0 0,1 1-1 0 0,-1-1 0 0 0,0 1 0 0 0,0-1 0 0 0,1 0 0 0 0,-1 0 0 0 0,1 0 0 0 0,-1 0 0 0 0,1 0 0 0 0,-1-1 1 0 0,1 1-1 0 0,0-1 0 0 0,-1 0 0 0 0,1 1 0 0 0,-1-1 0 0 0,1-1 0 0 0,0 1 0 0 0,2 0 0 0 0,74-14 1241 0 0,-31-7-4872 0 0,-60 21-5505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1.8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142 0 6089 0 0,'-46'80'3491'0'0,"27"-46"-3496"0"0,3 0 0 0 0,0 1 1 0 0,-17 62-1 0 0,32-92-156 0 0,-10 50-724 0 0,14-23-3466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2.2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 3441 0 0,'1'-1'168'0'0,"-1"1"0"0"0,1 0 0 0 0,0 0 0 0 0,-1-1 1 0 0,1 1-1 0 0,0 0 0 0 0,-1 0 0 0 0,1 0 0 0 0,0 0 0 0 0,-1-1 1 0 0,1 1-1 0 0,0 0 0 0 0,-1 0 0 0 0,1 0 0 0 0,0 0 0 0 0,-1 1 1 0 0,1-1-1 0 0,0 0 0 0 0,-1 0 0 0 0,1 0 0 0 0,0 1 0 0 0,-1-1 0 0 0,1 0 1 0 0,-1 0-1 0 0,1 1 0 0 0,-1-1 0 0 0,1 1 0 0 0,0 0 0 0 0,21 10 660 0 0,-2 4-760 0 0,-11-7 55 0 0,1 0-1 0 0,1-1 1 0 0,-1 0-1 0 0,1-1 1 0 0,17 8 0 0 0,-25-13-316 0 0,0 0 0 0 0,1 0 1 0 0,-1 0-1 0 0,0-1 0 0 0,0 0 1 0 0,1 1-1 0 0,-1-1 0 0 0,0 0 1 0 0,1 0-1 0 0,-1-1 0 0 0,0 1 1 0 0,1-1-1 0 0,-1 1 1 0 0,0-1-1 0 0,0 0 0 0 0,0 0 1 0 0,0-1-1 0 0,0 1 0 0 0,0-1 1 0 0,0 1-1 0 0,0-1 0 0 0,0 0 1 0 0,-1 0-1 0 0,1 0 0 0 0,4-5 1 0 0,1-1-3076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2.5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92 4937 0 0,'1'8'537'0'0,"1"0"-1"0"0,0 0 0 0 0,0 0 1 0 0,1 0-1 0 0,1-1 1 0 0,-1 1-1 0 0,1-1 1 0 0,0 0-1 0 0,7 10 1 0 0,-9-15-523 0 0,0 0 0 0 0,1 0 1 0 0,-1 0-1 0 0,0 0 0 0 0,1 0 0 0 0,-1 0 1 0 0,1 0-1 0 0,0-1 0 0 0,-1 0 0 0 0,1 1 1 0 0,0-1-1 0 0,0 0 0 0 0,0 0 0 0 0,0 0 1 0 0,0-1-1 0 0,0 1 0 0 0,0-1 0 0 0,0 0 1 0 0,0 0-1 0 0,1 0 0 0 0,-1 0 0 0 0,0 0 1 0 0,0-1-1 0 0,0 1 0 0 0,0-1 0 0 0,0 0 1 0 0,3-1-1 0 0,8-4-395 0 0,0-1 0 0 0,-1 0 0 0 0,0-1-1 0 0,0 0 1 0 0,-1-1 0 0 0,0-1 0 0 0,0 0 0 0 0,-1 0 0 0 0,-1-1-1 0 0,1-1 1 0 0,-2 1 0 0 0,0-2 0 0 0,0 1 0 0 0,9-20 0 0 0,-18 31 353 0 0,1 0 0 0 0,-1 0 0 0 0,0 0 0 0 0,0 0 0 0 0,0 0 1 0 0,1 1-1 0 0,-1-1 0 0 0,0 0 0 0 0,0 0 0 0 0,0 0 0 0 0,0 0 1 0 0,0 0-1 0 0,-1 0 0 0 0,1 0 0 0 0,0 0 0 0 0,0 0 0 0 0,-1 0 0 0 0,1 0 1 0 0,0 0-1 0 0,-1 0 0 0 0,1 1 0 0 0,-1-1 0 0 0,1 0 0 0 0,-1 0 1 0 0,0 0-1 0 0,1 1 0 0 0,-1-1 0 0 0,0 0 0 0 0,1 1 0 0 0,-1-1 0 0 0,0 1 1 0 0,0-1-1 0 0,0 1 0 0 0,0-1 0 0 0,1 1 0 0 0,-1-1 0 0 0,0 1 1 0 0,0 0-1 0 0,0-1 0 0 0,0 1 0 0 0,0 0 0 0 0,0 0 0 0 0,0 0 0 0 0,0 0 1 0 0,0 0-1 0 0,0 0 0 0 0,0 0 0 0 0,0 0 0 0 0,0 0 0 0 0,0 0 1 0 0,-1 1-1 0 0,1-1 88 0 0,0 0 1 0 0,0-1-1 0 0,0 1 1 0 0,0 0-1 0 0,0 0 1 0 0,0 0-1 0 0,0 0 1 0 0,0 0-1 0 0,0 1 1 0 0,0-1-1 0 0,0 0 1 0 0,0 0-1 0 0,0 1 1 0 0,0-1 0 0 0,0 1-1 0 0,0-1 1 0 0,0 1-1 0 0,0-1 1 0 0,0 1-1 0 0,0-1 1 0 0,1 1-1 0 0,-1 0 1 0 0,0-1-1 0 0,0 1 1 0 0,1 0-1 0 0,-1 0 1 0 0,0 0-1 0 0,1 0 1 0 0,-1-1-1 0 0,1 1 1 0 0,-1 0-1 0 0,1 0 1 0 0,-1 0 0 0 0,1 0-1 0 0,0 0 1 0 0,0 0-1 0 0,-1 0 1 0 0,1 0-1 0 0,0 0 1 0 0,0 0-1 0 0,0 1 1 0 0,0-1-1 0 0,0 0 1 0 0,0 0-1 0 0,0 0 1 0 0,1 0-1 0 0,-1 0 1 0 0,0 1-1 0 0,7 14 342 0 0,-2 1 0 0 0,0 0 0 0 0,-1 0 1 0 0,0 0-1 0 0,-2 0 0 0 0,0 1 0 0 0,0 23 0 0 0,-14 125-751 0 0,6-117-215 0 0,5-43-919 0 0,1-11 10 0 0,-1-7-866 0 0,6 8-131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2.9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47 4297 0 0,'-5'7'356'0'0,"1"2"1"0"0,1-1-1 0 0,0 0 1 0 0,0 1-1 0 0,0-1 1 0 0,1 1-1 0 0,0 0 1 0 0,1 0-1 0 0,0 0 1 0 0,0 0-1 0 0,1 0 1 0 0,0 0-1 0 0,1 0 1 0 0,2 12-1 0 0,-3-18-326 0 0,1 1-1 0 0,0-1 0 0 0,0 1 0 0 0,0-1 0 0 0,0 0 0 0 0,1 0 0 0 0,-1 1 1 0 0,1-1-1 0 0,0 0 0 0 0,0 0 0 0 0,0-1 0 0 0,0 1 0 0 0,0 0 0 0 0,0-1 1 0 0,1 1-1 0 0,0-1 0 0 0,-1 0 0 0 0,1 1 0 0 0,0-1 0 0 0,0-1 0 0 0,0 1 1 0 0,0 0-1 0 0,0-1 0 0 0,1 0 0 0 0,-1 1 0 0 0,0-1 0 0 0,1-1 0 0 0,-1 1 1 0 0,1 0-1 0 0,-1-1 0 0 0,1 0 0 0 0,-1 0 0 0 0,1 0 0 0 0,-1 0 0 0 0,1 0 1 0 0,-1-1-1 0 0,1 1 0 0 0,5-3 0 0 0,1 0 45 0 0,-1 0 1 0 0,0-1-1 0 0,0 0 1 0 0,0-1-1 0 0,-1 0 0 0 0,0 0 1 0 0,0-1-1 0 0,0 0 1 0 0,0 0-1 0 0,-1-1 0 0 0,0 0 1 0 0,9-12-1 0 0,-12 15-8 0 0,-1 0 1 0 0,1 0-1 0 0,-1-1 0 0 0,0 1 0 0 0,0-1 1 0 0,-1 0-1 0 0,0 0 0 0 0,1 0 0 0 0,-2 0 1 0 0,1 0-1 0 0,0 0 0 0 0,-1-1 0 0 0,0 1 1 0 0,0 0-1 0 0,-1-1 0 0 0,0 1 0 0 0,0-1 0 0 0,0 1 1 0 0,0 0-1 0 0,-1-1 0 0 0,0 1 0 0 0,0 0 1 0 0,0-1-1 0 0,-3-5 0 0 0,3 8-111 0 0,-1 1 0 0 0,0-1 1 0 0,0 0-1 0 0,0 0 0 0 0,0 1 0 0 0,0-1 0 0 0,0 1 0 0 0,-1 0 0 0 0,1 0 0 0 0,-1 0 1 0 0,0 0-1 0 0,1 0 0 0 0,-1 0 0 0 0,0 1 0 0 0,0-1 0 0 0,0 1 0 0 0,0 0 0 0 0,-1 0 0 0 0,1 0 1 0 0,0 0-1 0 0,0 1 0 0 0,-1-1 0 0 0,1 1 0 0 0,0 0 0 0 0,0 0 0 0 0,-1 0 0 0 0,1 0 1 0 0,0 1-1 0 0,-1-1 0 0 0,1 1 0 0 0,0 0 0 0 0,0 0 0 0 0,0 0 0 0 0,0 0 0 0 0,-4 2 1 0 0,-7 3-1072 0 0,0 1 0 0 0,1 0 0 0 0,0 1 0 0 0,0 0 0 0 0,1 1 0 0 0,-16 14 0 0 0,21-13-1685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3.3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1 236 3305 0 0,'14'-5'1206'0'0,"0"1"1"0"0,1 0-1 0 0,0 1 1 0 0,21-2-1 0 0,-24 4-1008 0 0,1 0 0 0 0,-1 1-1 0 0,1 0 1 0 0,-1 1-1 0 0,1 1 1 0 0,-1 0-1 0 0,1 0 1 0 0,-1 1 0 0 0,22 9-1 0 0,-34-11-176 0 0,1-1 0 0 0,-1 1 0 0 0,0 0-1 0 0,1 0 1 0 0,-1-1 0 0 0,0 1 0 0 0,0 0 0 0 0,0 0-1 0 0,0 0 1 0 0,1-1 0 0 0,-1 1 0 0 0,0 0 0 0 0,0 0 0 0 0,0 0-1 0 0,-1 0 1 0 0,1-1 0 0 0,0 1 0 0 0,0 0 0 0 0,0 0-1 0 0,-1 0 1 0 0,1-1 0 0 0,0 1 0 0 0,-1 0 0 0 0,1 0-1 0 0,0-1 1 0 0,-1 1 0 0 0,1 0 0 0 0,-1-1 0 0 0,1 1 0 0 0,-2 1-1 0 0,-18 27 128 0 0,17-26-126 0 0,-61 91 53 0 0,58-84-84 0 0,1 1 0 0 0,-1 0 0 0 0,2 0-1 0 0,0 0 1 0 0,0 1 0 0 0,1-1 0 0 0,-3 18-1 0 0,6-29 4 0 0,0 0-1 0 0,0 1 0 0 0,-1-1 0 0 0,1 0 1 0 0,0 1-1 0 0,0-1 0 0 0,0 0 1 0 0,0 0-1 0 0,0 1 0 0 0,0-1 1 0 0,0 0-1 0 0,0 1 0 0 0,0-1 1 0 0,0 0-1 0 0,0 1 0 0 0,1-1 0 0 0,-1 0 1 0 0,0 0-1 0 0,0 1 0 0 0,0-1 1 0 0,0 0-1 0 0,0 0 0 0 0,1 1 1 0 0,-1-1-1 0 0,0 0 0 0 0,0 0 0 0 0,0 1 1 0 0,1-1-1 0 0,-1 0 0 0 0,0 0 1 0 0,0 0-1 0 0,1 1 0 0 0,-1-1 1 0 0,0 0-1 0 0,0 0 0 0 0,1 0 1 0 0,-1 0-1 0 0,14-4-175 0 0,15-18 18 0 0,-27 20 161 0 0,168-136-3001 0 0,-114 93 195 0 0,-54 44 2597 0 0,-1-1 0 0 0,1 1 0 0 0,-1-1 0 0 0,1 1 1 0 0,-1-1-1 0 0,0 0 0 0 0,0 0 0 0 0,0 1 0 0 0,0-1 0 0 0,0 0 0 0 0,0-3 0 0 0,4-7-2110 0 0</inkml:trace>
  <inkml:trace contextRef="#ctx0" brushRef="#br0" timeOffset="1">512 1 4313 0 0,'-4'86'4615'0'0,"-8"44"-2993"0"0,-1 17-684 0 0,7-86-750 0 0,3-41-474 0 0,1-1-1 0 0,1 1 1 0 0,0-1 0 0 0,1 1-1 0 0,2-1 1 0 0,6 38-1 0 0,-5-50-821 0 0,1-9-913 0 0,-2-1 1019 0 0,5-1-2137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3.6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1600 0 0,'0'9'1121'0'0,"3"6"-401"0"0,3 2-144 0 0,2 2-176 0 0,1 2-128 0 0,3-1-200 0 0,-1 2 8 0 0,0 0-32 0 0,0-4-16 0 0,0-2-112 0 0,-2-4-120 0 0,2-2-232 0 0,-3-4-280 0 0,-3-4-208 0 0,5-1-665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4.0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206 0 1800 0 0,'11'83'3136'0'0,"2"49"-1334"0"0,-13-120-1715 0 0,0 0 1 0 0,-1 0-1 0 0,0 0 0 0 0,-1 0 1 0 0,0-1-1 0 0,-1 1 1 0 0,0 0-1 0 0,-7 14 0 0 0,10-24-82 0 0,-1-1 0 0 0,0 1 0 0 0,1-1-1 0 0,-1 0 1 0 0,0 1 0 0 0,0-1 0 0 0,0 0-1 0 0,0 0 1 0 0,0 0 0 0 0,0 1-1 0 0,0-1 1 0 0,0 0 0 0 0,0 0 0 0 0,0-1-1 0 0,-1 1 1 0 0,1 0 0 0 0,0 0 0 0 0,-1-1-1 0 0,1 1 1 0 0,-1 0 0 0 0,1-1 0 0 0,-1 0-1 0 0,1 1 1 0 0,-1-1 0 0 0,1 0 0 0 0,-1 0-1 0 0,-2 1 1 0 0,0-2-3 0 0,1 0 0 0 0,-1 0 0 0 0,0 0-1 0 0,1 0 1 0 0,-1-1 0 0 0,1 0 0 0 0,-1 1-1 0 0,1-1 1 0 0,0 0 0 0 0,-6-5 0 0 0,-5-5 5 0 0,1-1 0 0 0,0 0 0 0 0,-18-25 1 0 0,30 38-6 0 0,-8-12 104 0 0,0 0 1 0 0,1 0 0 0 0,0-1 0 0 0,1 0 0 0 0,-9-24-1 0 0,17 41-48 0 0,1 1 0 0 0,-1-1 0 0 0,1 0-1 0 0,0-1 1 0 0,0 1 0 0 0,0 0 0 0 0,0 0 0 0 0,0-1-1 0 0,1 0 1 0 0,0 1 0 0 0,0-1 0 0 0,0 0-1 0 0,0 0 1 0 0,0 0 0 0 0,1-1 0 0 0,-1 1-1 0 0,1-1 1 0 0,0 0 0 0 0,-1 0 0 0 0,1 0-1 0 0,0-1 1 0 0,0 1 0 0 0,0-1 0 0 0,1 0-1 0 0,-1 0 1 0 0,5 1 0 0 0,-1-2-202 0 0,0 1 0 0 0,-1-1 0 0 0,1 0 0 0 0,-1 0 1 0 0,1-1-1 0 0,-1 0 0 0 0,1-1 0 0 0,-1 0 0 0 0,1 0 0 0 0,-1 0 0 0 0,0-1 0 0 0,0 0 0 0 0,0 0 1 0 0,9-7-1 0 0,-13 8-103 0 0,-1 0 0 0 0,1 0 0 0 0,-1 0 1 0 0,0 0-1 0 0,0-1 0 0 0,0 1 0 0 0,0-1 1 0 0,-1 1-1 0 0,1-1 0 0 0,2-5 0 0 0,-1 1-479 0 0,11-12-2383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4.4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 2953 0 0,'0'-2'2400'0'0,"3"2"-1576"0"0,2 0-496 0 0,1 3-88 0 0,2 4-64 0 0,0 4-71 0 0,0 1-33 0 0,0 7-40 0 0,1 2-32 0 0,1 1-56 0 0,-1 0-105 0 0,0-1-87 0 0,1-1-192 0 0,1-2-232 0 0,-1-6-320 0 0,-6-4-672 0 0,6 2-585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4.7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82 3785 0 0,'-1'1'172'0'0,"1"1"1"0"0,0-1-1 0 0,0 0 1 0 0,-1 1-1 0 0,1-1 1 0 0,0 0-1 0 0,0 1 1 0 0,0-1-1 0 0,1 0 1 0 0,-1 0-1 0 0,0 1 1 0 0,0-1-1 0 0,1 0 1 0 0,-1 0-1 0 0,0 1 1 0 0,1-1-1 0 0,0 0 1 0 0,-1 0-1 0 0,1 0 1 0 0,-1 0-1 0 0,1 0 1 0 0,0 1-1 0 0,0-1 1 0 0,0-1-1 0 0,0 1 1 0 0,0 0-1 0 0,2 1 1 0 0,0 0 15 0 0,0-1 0 0 0,0 1 0 0 0,0-1 0 0 0,0 0 0 0 0,1-1 0 0 0,-1 1 0 0 0,0 0 1 0 0,1-1-1 0 0,-1 0 0 0 0,6 0 0 0 0,8-1 134 0 0,0-1 1 0 0,-1-1-1 0 0,22-6 0 0 0,130-50 525 0 0,-58 11-4932 0 0,-98 46 2302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5.1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69 17 1952 0 0,'-5'4'374'0'0,"-1"0"0"0"0,1 0 0 0 0,0 1 0 0 0,1-1 0 0 0,-1 1 0 0 0,1 1 0 0 0,0-1 0 0 0,0 1 0 0 0,1-1 0 0 0,-1 1-1 0 0,1 0 1 0 0,-4 12 0 0 0,5-14-303 0 0,0 1 1 0 0,1-1-1 0 0,0 0 0 0 0,0 1 0 0 0,0-1 1 0 0,0 1-1 0 0,1-1 0 0 0,-1 1 0 0 0,1-1 1 0 0,0 1-1 0 0,1 0 0 0 0,-1-1 0 0 0,1 1 0 0 0,0-1 1 0 0,0 1-1 0 0,0-1 0 0 0,1 0 0 0 0,-1 0 1 0 0,5 8-1 0 0,-4-10-35 0 0,0 0 0 0 0,0-1-1 0 0,0 1 1 0 0,0-1 0 0 0,0 1 0 0 0,0-1 0 0 0,0 0 0 0 0,0 0 0 0 0,0 0 0 0 0,1 0 0 0 0,-1-1 0 0 0,0 1-1 0 0,1 0 1 0 0,-1-1 0 0 0,0 0 0 0 0,1 0 0 0 0,-1 1 0 0 0,1-1 0 0 0,-1-1 0 0 0,0 1 0 0 0,1 0 0 0 0,2-1-1 0 0,60-15 1179 0 0,-50 11-905 0 0,-5 2-108 0 0,-2 2-32 0 0,0-1 0 0 0,-1 0 0 0 0,1 0-1 0 0,-1-1 1 0 0,0 0 0 0 0,0-1 0 0 0,0 1 0 0 0,0-1-1 0 0,0-1 1 0 0,11-9 0 0 0,-18 14-146 0 0,0-1-1 0 0,0 1 1 0 0,0-1-1 0 0,-1 1 1 0 0,1-1-1 0 0,0 1 1 0 0,0-1-1 0 0,0 1 1 0 0,-1-1 0 0 0,1 1-1 0 0,0-1 1 0 0,-1 1-1 0 0,1-1 1 0 0,0 1-1 0 0,-1 0 1 0 0,1-1-1 0 0,0 1 1 0 0,-1 0 0 0 0,1-1-1 0 0,-1 1 1 0 0,1 0-1 0 0,0 0 1 0 0,-1-1-1 0 0,1 1 1 0 0,-1 0-1 0 0,1 0 1 0 0,-1 0 0 0 0,1 0-1 0 0,-1-1 1 0 0,1 1-1 0 0,-1 0 1 0 0,1 0-1 0 0,-1 0 1 0 0,1 0-1 0 0,-1 0 1 0 0,0 0 0 0 0,1 1-1 0 0,-1-1 1 0 0,1 0-1 0 0,-1 0 1 0 0,-33-3-33 0 0,28 3 22 0 0,-9-1-136 0 0,0-1 1 0 0,1-1-1 0 0,-30-8 1 0 0,40 10-67 0 0,1 0 0 0 0,-1-1 1 0 0,0 1-1 0 0,0-1 0 0 0,1 0 0 0 0,-1 0 0 0 0,1 0 1 0 0,0-1-1 0 0,0 1 0 0 0,0-1 0 0 0,0 0 0 0 0,0 1 1 0 0,0-1-1 0 0,1-1 0 0 0,-1 1 0 0 0,1 0 0 0 0,0-1 1 0 0,0 1-1 0 0,0-1 0 0 0,-1-5 0 0 0,3 7-244 0 0,0-1 1 0 0,0 1-1 0 0,0-1 0 0 0,1 1 0 0 0,-1-1 0 0 0,1 1 0 0 0,0-1 0 0 0,0 1 0 0 0,0 0 1 0 0,0-1-1 0 0,0 1 0 0 0,0 0 0 0 0,0 0 0 0 0,4-4 0 0 0,5-5-1757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5.6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1 7314 0 0,'-7'74'4213'0'0,"0"37"-3536"0"0,3-26-620 0 0,0-37-62 0 0,-2 200-420 0 0,6-245 339 0 0,0 0 0 0 0,0 1 1 0 0,1-1-1 0 0,0 0 1 0 0,-1 0-1 0 0,1 1 1 0 0,0-1-1 0 0,1 0 0 0 0,-1 0 1 0 0,1 0-1 0 0,2 4 1 0 0,-4-7 60 0 0,0 0 0 0 0,1 1 0 0 0,-1-1 0 0 0,0 0 0 0 0,1 1 0 0 0,-1-1 1 0 0,0 0-1 0 0,1 0 0 0 0,-1 1 0 0 0,0-1 0 0 0,1 0 0 0 0,-1 0 0 0 0,1 0 0 0 0,-1 0 1 0 0,0 0-1 0 0,1 1 0 0 0,-1-1 0 0 0,1 0 0 0 0,-1 0 0 0 0,1 0 0 0 0,-1 0 1 0 0,0 0-1 0 0,1 0 0 0 0,-1 0 0 0 0,1 0 0 0 0,-1-1 0 0 0,1 1 0 0 0,-1 0 0 0 0,0 0 1 0 0,1 0-1 0 0,15-21-498 0 0,-9 4 192 0 0,0-1-1 0 0,-2 0 1 0 0,0 0-1 0 0,-1 0 1 0 0,0-1-1 0 0,-2 1 1 0 0,1-33-1 0 0,-2 40 393 0 0,-2 0-1 0 0,1 0 0 0 0,-1-1 0 0 0,-1 1 1 0 0,0 0-1 0 0,-1 0 0 0 0,0 0 0 0 0,0 0 0 0 0,-1 1 1 0 0,-1-1-1 0 0,1 1 0 0 0,-2 0 0 0 0,-12-18 1 0 0,17 27-40 0 0,1 0 0 0 0,0 1 0 0 0,-1-1 0 0 0,1 0 0 0 0,-1 0 0 0 0,1 1 0 0 0,-1-1 0 0 0,0 0 0 0 0,1 1 0 0 0,-1-1 0 0 0,0 1 0 0 0,1-1 0 0 0,-1 1 1 0 0,0-1-1 0 0,0 1 0 0 0,1-1 0 0 0,-1 1 0 0 0,0-1 0 0 0,0 1 0 0 0,0 0 0 0 0,0 0 0 0 0,1-1 0 0 0,-1 1 0 0 0,0 0 0 0 0,0 0 0 0 0,0 0 0 0 0,0 0 0 0 0,0 0 0 0 0,0 0 0 0 0,0 0 1 0 0,1 1-1 0 0,-1-1 0 0 0,0 0 0 0 0,0 0 0 0 0,0 1 0 0 0,0-1 0 0 0,0 0 0 0 0,1 1 0 0 0,-1-1 0 0 0,0 1 0 0 0,0-1 0 0 0,1 1 0 0 0,-1-1 0 0 0,0 1 0 0 0,1 0 0 0 0,-1-1 1 0 0,1 1-1 0 0,-1 0 0 0 0,1-1 0 0 0,-1 1 0 0 0,1 0 0 0 0,-1 0 0 0 0,1-1 0 0 0,-1 1 0 0 0,1 0 0 0 0,0 0 0 0 0,0 0 0 0 0,-1 0 0 0 0,1 0 0 0 0,0 1 0 0 0,-1 2 73 0 0,-1 1-1 0 0,1-1 0 0 0,0 1 1 0 0,1 0-1 0 0,-1-1 0 0 0,1 1 1 0 0,0 0-1 0 0,0 0 0 0 0,0-1 0 0 0,2 8 1 0 0,-1-9 9 0 0,-1-1 1 0 0,1 0-1 0 0,0 0 0 0 0,0 0 1 0 0,0 0-1 0 0,0 0 1 0 0,1 0-1 0 0,-1 0 1 0 0,0 0-1 0 0,1-1 0 0 0,-1 1 1 0 0,1 0-1 0 0,0-1 1 0 0,0 1-1 0 0,-1-1 0 0 0,1 0 1 0 0,0 0-1 0 0,0 0 1 0 0,0 0-1 0 0,0 0 0 0 0,1 0 1 0 0,2 1-1 0 0,-1-1 3 0 0,1-1-1 0 0,0 1 0 0 0,0-1 1 0 0,0 0-1 0 0,0-1 1 0 0,-1 1-1 0 0,1-1 0 0 0,0 0 1 0 0,0 0-1 0 0,4-2 1 0 0,12-4-55 0 0,-1-2 0 0 0,0 0 1 0 0,28-19-1 0 0,-46 27-60 0 0,2-1-374 0 0,0 0-1 0 0,0-1 1 0 0,-1 0-1 0 0,1 1 1 0 0,-1-1 0 0 0,1 0-1 0 0,-1 0 1 0 0,0-1-1 0 0,0 1 1 0 0,0-1 0 0 0,-1 1-1 0 0,3-6 1 0 0,-4 6 15 0 0,0 0 1 0 0,-1 0-1 0 0,1 0 1 0 0,-1 0 0 0 0,0 0-1 0 0,0 0 1 0 0,0 0-1 0 0,0 0 1 0 0,0 0-1 0 0,-1 0 1 0 0,1 0-1 0 0,-1 0 1 0 0,0 0-1 0 0,0 1 1 0 0,0-1-1 0 0,0 0 1 0 0,-1 0 0 0 0,1 1-1 0 0,-2-4 1 0 0,-26-65-710 0 0,12-3 4758 0 0,17 74-3599 0 0,0 1-1 0 0,1-1 1 0 0,-1 1-1 0 0,1-1 1 0 0,-1 0-1 0 0,0 0 1 0 0,1 1-1 0 0,-1-1 1 0 0,1 0 0 0 0,-1 0-1 0 0,1 1 1 0 0,-1-1-1 0 0,1 0 1 0 0,-1 0-1 0 0,1 0 1 0 0,-1 0-1 0 0,1 0 1 0 0,-1 0-1 0 0,1 0 1 0 0,-1 0-1 0 0,1 0 1 0 0,-1 0-1 0 0,1 0 1 0 0,-1 0 0 0 0,1 0-1 0 0,-1 0 1 0 0,1 0-1 0 0,-1 0 1 0 0,1-1-1 0 0,-1 1 1 0 0,1 0-1 0 0,-1 0 1 0 0,1-1-1 0 0,-1 1 1 0 0,1 0-1 0 0,-1-1 1 0 0,0 1-1 0 0,1 0 1 0 0,-1-1 0 0 0,0 1-1 0 0,1 0 1 0 0,-1-1-1 0 0,0 1 1 0 0,0-1-1 0 0,1 1 1 0 0,-1-1-1 0 0,0 1 1 0 0,0-1-1 0 0,0 1 1 0 0,1-1-1 0 0,-1 1 1 0 0,0-1 0 0 0,0 1-1 0 0,0-1 1 0 0,0 1-1 0 0,0-1 1 0 0,0 1-1 0 0,0-1 1 0 0,0 1-1 0 0,0-1 1 0 0,0 1-1 0 0,-1-1 1 0 0,1 1-1 0 0,0-1 1 0 0,0 1-1 0 0,0-1 1 0 0,-1 1 0 0 0,1-1-1 0 0,-1 0 1 0 0,41 32 1277 0 0,-30-22-521 0 0,-6-7-731 0 0,0 0 0 0 0,0-1 0 0 0,1 1 1 0 0,-1-1-1 0 0,1 0 0 0 0,-1 0 1 0 0,1 0-1 0 0,-1 0 0 0 0,1-1 1 0 0,0 0-1 0 0,-1 0 0 0 0,1 0 1 0 0,-1-1-1 0 0,1 0 0 0 0,0 1 0 0 0,-1-2 1 0 0,1 1-1 0 0,-1 0 0 0 0,0-1 1 0 0,7-3-1 0 0,-3 2 54 0 0,-1 0 1 0 0,1 1-1 0 0,0 0 1 0 0,-1 1-1 0 0,11-1 1 0 0,-17 2-136 0 0,0 0 1 0 0,-1 0-1 0 0,1 1 1 0 0,-1-1 0 0 0,1 0-1 0 0,-1 0 1 0 0,1 1-1 0 0,-1-1 1 0 0,1 0 0 0 0,-1 1-1 0 0,1-1 1 0 0,-1 1-1 0 0,1-1 1 0 0,-1 1 0 0 0,0-1-1 0 0,1 1 1 0 0,-1-1-1 0 0,0 1 1 0 0,1-1 0 0 0,-1 1-1 0 0,0-1 1 0 0,1 1-1 0 0,-1-1 1 0 0,0 1 0 0 0,0 0-1 0 0,0-1 1 0 0,0 1-1 0 0,0-1 1 0 0,0 1 0 0 0,0 0-1 0 0,0-1 1 0 0,0 1 0 0 0,0 0-1 0 0,0-1 1 0 0,0 1-1 0 0,0-1 1 0 0,0 1 0 0 0,0-1-1 0 0,-1 1 1 0 0,1 0-1 0 0,0-1 1 0 0,-1 1 0 0 0,-10 32 298 0 0,9-28-267 0 0,-26 59-308 0 0,-48 83 1 0 0,15-34-691 0 0,70-133 905 0 0,1 0-84 0 0,0 0-1 0 0,23-32 1 0 0,-30 47 105 0 0,0 1 0 0 0,1 0-1 0 0,-1 0 1 0 0,1 0 0 0 0,0 0 0 0 0,1 0 0 0 0,-1 1-1 0 0,0 0 1 0 0,1 0 0 0 0,0 0 0 0 0,0 0 0 0 0,-1 1-1 0 0,2 0 1 0 0,-1 0 0 0 0,0 0 0 0 0,0 1 0 0 0,7-2-1 0 0,-7 3-74 0 0,0 1 0 0 0,1 0 0 0 0,-1 0 0 0 0,0 0 0 0 0,0 1 0 0 0,0-1 0 0 0,0 1 0 0 0,-1 0 0 0 0,1 1-1 0 0,0-1 1 0 0,-1 1 0 0 0,0 0 0 0 0,6 5 0 0 0,-6-5-28 0 0,-1-1 0 0 0,0 1 0 0 0,1-1 1 0 0,0 1-1 0 0,-1-1 0 0 0,1 0 0 0 0,0 0 0 0 0,0-1 0 0 0,0 1 0 0 0,0-1 0 0 0,1 0 0 0 0,-1 0 1 0 0,0 0-1 0 0,0-1 0 0 0,1 1 0 0 0,-1-1 0 0 0,8 0 0 0 0,-11-1-166 0 0,1 0 0 0 0,-1 1 0 0 0,1-1 0 0 0,-1 0 0 0 0,0 0-1 0 0,1 0 1 0 0,-1 0 0 0 0,0 0 0 0 0,0 0 0 0 0,0 0 0 0 0,0 0 0 0 0,0 0 0 0 0,0-1 0 0 0,0 1 0 0 0,0 0-1 0 0,0-1 1 0 0,0 1 0 0 0,-1 0 0 0 0,1-1 0 0 0,0 1 0 0 0,-1-1 0 0 0,0 1 0 0 0,1-1 0 0 0,-1-2 0 0 0,4-8-2793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5.9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4337 0 0,'3'61'4387'0'0,"12"30"-2897"0"0,-1 3-831 0 0,8 244 876 0 0,-22-334-1566 0 0,0 4-180 0 0,1 0-1 0 0,0 0 1 0 0,0 0 0 0 0,1 0 0 0 0,0 0-1 0 0,0-1 1 0 0,1 1 0 0 0,4 9 0 0 0,-7-16 164 0 0,0-1 0 0 0,1 0 0 0 0,-1 0 0 0 0,0 0 0 0 0,0 0 0 0 0,0 1 1 0 0,0-1-1 0 0,0 0 0 0 0,0 0 0 0 0,1 0 0 0 0,-1 0 0 0 0,0 0 0 0 0,0 1 1 0 0,0-1-1 0 0,0 0 0 0 0,0 0 0 0 0,1 0 0 0 0,-1 0 0 0 0,0 0 1 0 0,0 0-1 0 0,0 0 0 0 0,1 0 0 0 0,-1 0 0 0 0,0 0 0 0 0,0 0 0 0 0,0 0 1 0 0,1 0-1 0 0,-1 0 0 0 0,0 0 0 0 0,0 0 0 0 0,0 0 0 0 0,1 0 0 0 0,-1 0 1 0 0,0 0-1 0 0,0 0 0 0 0,0 0 0 0 0,1 0 0 0 0,-1 0 0 0 0,0 0 0 0 0,0 0 1 0 0,0 0-1 0 0,0 0 0 0 0,1-1 0 0 0,-1 1 0 0 0,0 0 0 0 0,0 0 1 0 0,0 0-1 0 0,0 0 0 0 0,0 0 0 0 0,1-1 0 0 0,-1 1 0 0 0,0 0 0 0 0,0 0 1 0 0,0 0-1 0 0,0 0 0 0 0,0-1 0 0 0,0 1 0 0 0,0 0 0 0 0,0 0 0 0 0,0 0 1 0 0,0-1-1 0 0,0 1 0 0 0,0 0 0 0 0,0 0 0 0 0,0 0 0 0 0,0-1 1 0 0,5-17-1939 0 0,-5 15 1441 0 0,6-17-2728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6.5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79 5 2601 0 0,'0'-1'111'0'0,"-1"1"1"0"0,1-1 0 0 0,-1 1 0 0 0,1 0 0 0 0,-1-1 0 0 0,1 1 0 0 0,-1 0 0 0 0,1 0 0 0 0,-1-1 0 0 0,0 1-1 0 0,1 0 1 0 0,-1 0 0 0 0,1 0 0 0 0,-1 0 0 0 0,0 0 0 0 0,1 0 0 0 0,-1 0 0 0 0,0 0 0 0 0,1 0 0 0 0,-1 0 0 0 0,1 0-1 0 0,-1 0 1 0 0,0 0 0 0 0,1 0 0 0 0,-1 0 0 0 0,1 1 0 0 0,-1-1 0 0 0,0 0 0 0 0,1 0 0 0 0,-1 1 0 0 0,-12 20 946 0 0,-2 38-1419 0 0,14-49 662 0 0,-6 24-226 0 0,-15 94 398 0 0,20-115-393 0 0,2 0 0 0 0,-1 0 0 0 0,2 0 0 0 0,0 0 0 0 0,0 0-1 0 0,1 0 1 0 0,6 20 0 0 0,-7-31-59 0 0,-1 1 0 0 0,1-1 0 0 0,0 0 0 0 0,0 1 0 0 0,0-1 0 0 0,1 0 0 0 0,-1 0-1 0 0,0 1 1 0 0,1-1 0 0 0,-1 0 0 0 0,1-1 0 0 0,0 1 0 0 0,0 0 0 0 0,0 0 0 0 0,0-1 0 0 0,0 1 0 0 0,0-1 0 0 0,0 0 0 0 0,0 1 0 0 0,1-1-1 0 0,-1 0 1 0 0,4 1 0 0 0,-2-2 71 0 0,0 1 0 0 0,0-1-1 0 0,0 0 1 0 0,-1-1 0 0 0,1 1-1 0 0,0-1 1 0 0,0 1-1 0 0,0-1 1 0 0,-1 0 0 0 0,1 0-1 0 0,0-1 1 0 0,-1 1 0 0 0,6-4-1 0 0,0-1 164 0 0,1 0 0 0 0,-1 0 0 0 0,0-1 0 0 0,0 0 0 0 0,0-1 0 0 0,-1 0-1 0 0,-1-1 1 0 0,1 1 0 0 0,7-13 0 0 0,-13 17-216 0 0,0-1-1 0 0,0 0 0 0 0,0 1 1 0 0,0-1-1 0 0,-1 0 1 0 0,0 0-1 0 0,0 0 1 0 0,0 0-1 0 0,0 0 1 0 0,-1 0-1 0 0,0 0 1 0 0,0 0-1 0 0,-1 0 1 0 0,1 0-1 0 0,-1 0 1 0 0,0 0-1 0 0,0 0 1 0 0,-1 0-1 0 0,0 0 1 0 0,1 1-1 0 0,-1-1 1 0 0,-1 0-1 0 0,1 1 1 0 0,-1 0-1 0 0,0 0 1 0 0,0-1-1 0 0,0 2 1 0 0,0-1-1 0 0,-1 0 1 0 0,-7-5-1 0 0,6 4-251 0 0,0 1 0 0 0,-1 0 0 0 0,1 0 1 0 0,-1 0-1 0 0,0 1 0 0 0,0 0 0 0 0,0 0 0 0 0,-1 0 0 0 0,1 1 0 0 0,0 0 0 0 0,-1 1 0 0 0,0-1 1 0 0,1 1-1 0 0,-1 0 0 0 0,0 1 0 0 0,1-1 0 0 0,-1 2 0 0 0,0-1 0 0 0,0 1 0 0 0,1-1 0 0 0,-1 2 0 0 0,-12 3 1 0 0,9 0-1544 0 0,33-11-3682 0 0,-9-1 4039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7.2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 1448 0 0,'-2'2'263'0'0,"1"1"0"0"0,-1 0 0 0 0,0 0-1 0 0,1-1 1 0 0,0 1 0 0 0,-1 0 0 0 0,1 0 0 0 0,1 1-1 0 0,-1-1 1 0 0,0 0 0 0 0,1 0 0 0 0,-1 0-1 0 0,1 0 1 0 0,0 1 0 0 0,0-1 0 0 0,0 0 0 0 0,1 0-1 0 0,-1 0 1 0 0,1 1 0 0 0,1 4 0 0 0,0-6-167 0 0,0 0-1 0 0,-1 1 1 0 0,1-1 0 0 0,0 0 0 0 0,0 0 0 0 0,0-1-1 0 0,0 1 1 0 0,0 0 0 0 0,1-1 0 0 0,-1 1 0 0 0,0-1-1 0 0,1 0 1 0 0,-1 0 0 0 0,1 0 0 0 0,-1 0 0 0 0,1 0 0 0 0,0 0-1 0 0,-1-1 1 0 0,1 1 0 0 0,0-1 0 0 0,0 0 0 0 0,-1 0-1 0 0,1 0 1 0 0,3 0 0 0 0,13-1 67 0 0,0 0 1 0 0,-1-1-1 0 0,1-1 0 0 0,22-6 1 0 0,-32 6-478 0 0,-1 1 1 0 0,1-1-1 0 0,-1-1 1 0 0,1 0 0 0 0,-1 0-1 0 0,0 0 1 0 0,0-1-1 0 0,-1-1 1 0 0,0 1-1 0 0,12-12 1 0 0,-18 17 232 0 0,-1-1 1 0 0,0 1-1 0 0,1-1 1 0 0,-1 1 0 0 0,0-1-1 0 0,0 1 1 0 0,1 0-1 0 0,-1-1 1 0 0,0 1-1 0 0,0-1 1 0 0,1 0-1 0 0,-1 1 1 0 0,0-1-1 0 0,0 1 1 0 0,0-1 0 0 0,0 1-1 0 0,0-1 1 0 0,0 1-1 0 0,0-1 1 0 0,0 1-1 0 0,0-1 1 0 0,0 1-1 0 0,0-1 1 0 0,0 0-1 0 0,-1 1 1 0 0,1-1 0 0 0,0 1-1 0 0,0-1 1 0 0,0 1-1 0 0,-1-1 1 0 0,1 1-1 0 0,0 0 1 0 0,-1-1-1 0 0,1 1 1 0 0,0-1 0 0 0,-1 1-1 0 0,1 0 1 0 0,0-1-1 0 0,-1 1 1 0 0,1 0-1 0 0,-1-1 1 0 0,0 1-1 0 0,-2-2-2278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9.6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30 3017 0 0,'1'0'199'0'0,"-1"1"1"0"0,1 0 0 0 0,0-1 0 0 0,0 1 0 0 0,-1-1 0 0 0,1 1-1 0 0,0-1 1 0 0,0 1 0 0 0,0-1 0 0 0,0 1 0 0 0,0-1 0 0 0,-1 0-1 0 0,1 0 1 0 0,0 1 0 0 0,0-1 0 0 0,0 0 0 0 0,0 0 0 0 0,0 0-1 0 0,0 0 1 0 0,0 0 0 0 0,2 0 0 0 0,22 0 1376 0 0,195-25 2447 0 0,-250 26-3849 0 0,1-1 0 0 0,-55-7 0 0 0,29 2-261 0 0,54 5 72 0 0,0 0 0 0 0,-1 0 0 0 0,1 0 1 0 0,-1 0-1 0 0,1 0 0 0 0,-1 0 0 0 0,1 0 0 0 0,-1 0 1 0 0,1 1-1 0 0,0-1 0 0 0,-1 0 0 0 0,1 1 0 0 0,-1 0 1 0 0,1-1-1 0 0,0 1 0 0 0,0 0 0 0 0,-1-1 0 0 0,1 1 0 0 0,0 0 1 0 0,0 0-1 0 0,0 0 0 0 0,0 0 0 0 0,0 0 0 0 0,0 0 1 0 0,0 0-1 0 0,0 1 0 0 0,-1 0 0 0 0,1 2-27 0 0,0-1 1 0 0,0 1-1 0 0,0-1 0 0 0,1 1 0 0 0,-1-1 0 0 0,1 1 1 0 0,0-1-1 0 0,-1 1 0 0 0,2-1 0 0 0,0 8 0 0 0,1 3-103 0 0,1 0 0 0 0,1-1 0 0 0,0 1 0 0 0,11 22 0 0 0,-14-32 160 0 0,1 0 1 0 0,0-1-1 0 0,0 1 1 0 0,0-1-1 0 0,1 1 1 0 0,-1-1-1 0 0,1 0 1 0 0,-1 0-1 0 0,1 0 1 0 0,0-1-1 0 0,0 1 1 0 0,1-1-1 0 0,-1 1 0 0 0,0-1 1 0 0,1 0-1 0 0,-1 0 1 0 0,1-1-1 0 0,0 1 1 0 0,0-1-1 0 0,0 0 1 0 0,-1 0-1 0 0,1 0 1 0 0,0 0-1 0 0,0-1 1 0 0,0 1-1 0 0,0-1 1 0 0,0 0-1 0 0,1 0 1 0 0,-1-1-1 0 0,0 1 1 0 0,0-1-1 0 0,-1 0 1 0 0,1 0-1 0 0,0 0 1 0 0,7-4-1 0 0,11-5 435 0 0,0-1 1 0 0,0-1-1 0 0,-2-1 0 0 0,36-29 0 0 0,-27 21 130 0 0,-8 11 225 0 0,-11 16 170 0 0,-9-3-900 0 0,0 0 0 0 0,0 1 0 0 0,-1-1-1 0 0,1 0 1 0 0,-1 1 0 0 0,0-1 0 0 0,0 0 0 0 0,0 1 0 0 0,-1-1 0 0 0,0 4-1 0 0,-4 19-108 0 0,-2 0-1 0 0,-1 0 1 0 0,-10 24-1 0 0,10-31-543 0 0,0 0 0 0 0,2 1-1 0 0,0 0 1 0 0,2 0 0 0 0,0 0 0 0 0,-2 27-1 0 0,9-41-1738 0 0,2-15 974 0 0,4-19-593 0 0,-9 24 1438 0 0,0 0 0 0 0,-1-1 0 0 0,1 1 0 0 0,-1 0 0 0 0,0 0 0 0 0,0 0 0 0 0,-2-5 0 0 0,-1-2-2358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49.9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79 5033 0 0,'22'8'6498'0'0,"12"3"-5450"0"0,-5-8-530 0 0,-1 0 0 0 0,1-2 0 0 0,0-1 0 0 0,0-2 0 0 0,46-8 0 0 0,-54 6-1115 0 0,0-1 0 0 0,-1-1 0 0 0,1-1 0 0 0,34-18-1 0 0,-52 23 79 0 0,-1 1 0 0 0,0 0-1 0 0,1-1 1 0 0,-1 0-1 0 0,0 0 1 0 0,0 1 0 0 0,0-1-1 0 0,-1 0 1 0 0,1 0-1 0 0,0-1 1 0 0,-1 1 0 0 0,1 0-1 0 0,-1-1 1 0 0,0 1-1 0 0,0 0 1 0 0,1-4-1 0 0,3-3-2431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0.8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11 3209 0 0,'-3'-1'494'0'0,"0"0"1"0"0,0 0-1 0 0,0 0 1 0 0,0 0-1 0 0,0 0 1 0 0,0 1-1 0 0,0-1 1 0 0,0 1-1 0 0,-4 0 1 0 0,7 0-470 0 0,0 0-1 0 0,0 0 1 0 0,0 0 0 0 0,0 0 0 0 0,0 0 0 0 0,0 0 0 0 0,0 0 0 0 0,0 0 0 0 0,0 0 0 0 0,0 0-1 0 0,0 1 1 0 0,0-1 0 0 0,0 0 0 0 0,0 0 0 0 0,0 0 0 0 0,0 0 0 0 0,0 0 0 0 0,0 0 0 0 0,0 0-1 0 0,0 0 1 0 0,0 0 0 0 0,0 0 0 0 0,0 0 0 0 0,0 1 0 0 0,0-1 0 0 0,0 0 0 0 0,0 0-1 0 0,0 0 1 0 0,0 0 0 0 0,0 0 0 0 0,0 0 0 0 0,0 0 0 0 0,0 0 0 0 0,0 0 0 0 0,0 0 0 0 0,0 0-1 0 0,0 0 1 0 0,0 0 0 0 0,-1 0 0 0 0,1 1 0 0 0,0-1 0 0 0,0 0 0 0 0,0 0 0 0 0,0 0 0 0 0,0 0-1 0 0,0 0 1 0 0,0 0 0 0 0,0 0 0 0 0,0 0 0 0 0,0 0 0 0 0,0 0 0 0 0,0 0 0 0 0,-1 0-1 0 0,1 0 1 0 0,0 0 0 0 0,0 0 0 0 0,0 0 0 0 0,0 0 0 0 0,0 0 0 0 0,19 6 1172 0 0,-5-4-853 0 0,0-1-1 0 0,1 0 1 0 0,-1-1 0 0 0,0-1 0 0 0,0 0 0 0 0,23-5 0 0 0,41-2 708 0 0,-78 8-1023 0 0,0 0 1 0 0,1 0-1 0 0,-1 0 1 0 0,0 0-1 0 0,0 0 0 0 0,1 0 1 0 0,-1 0-1 0 0,0 0 1 0 0,0 0-1 0 0,1 0 0 0 0,-1 0 1 0 0,0 0-1 0 0,0 0 1 0 0,0 1-1 0 0,1-1 0 0 0,-1 0 1 0 0,0 0-1 0 0,0 0 1 0 0,0 0-1 0 0,1 1 0 0 0,-1-1 1 0 0,0 0-1 0 0,0 0 1 0 0,0 0-1 0 0,0 0 0 0 0,0 1 1 0 0,1-1-1 0 0,-1 0 1 0 0,0 0-1 0 0,0 1 0 0 0,0-1 1 0 0,0 0-1 0 0,0 0 1 0 0,0 1-1 0 0,0-1 0 0 0,0 0 1 0 0,0 0-1 0 0,0 1 1 0 0,0-1-1 0 0,0 0 0 0 0,0 1 1 0 0,-5 15 511 0 0,-14 16-262 0 0,18-30-205 0 0,-19 26-219 0 0,-36 39 0 0 0,-11 15-584 0 0,66-81 711 0 0,1 0 0 0 0,-1 0 0 0 0,0 0 1 0 0,0 0-1 0 0,1 0 0 0 0,-1 0 0 0 0,0 0 0 0 0,1 0 1 0 0,-1 0-1 0 0,1 1 0 0 0,0-1 0 0 0,-1 0 0 0 0,1 0 1 0 0,0 0-1 0 0,0 1 0 0 0,-1-1 0 0 0,1 0 1 0 0,1 2-1 0 0,-1-2 17 0 0,1-1-1 0 0,-1 0 1 0 0,1 1 0 0 0,-1-1 0 0 0,1 0 0 0 0,-1 0 0 0 0,1 1-1 0 0,0-1 1 0 0,-1 0 0 0 0,1 0 0 0 0,0 0 0 0 0,-1 0 0 0 0,1 0 0 0 0,0 0-1 0 0,-1 0 1 0 0,1 0 0 0 0,-1 0 0 0 0,1 0 0 0 0,0 0 0 0 0,-1 0-1 0 0,1 0 1 0 0,0-1 0 0 0,-1 1 0 0 0,2-1 0 0 0,57-26 379 0 0,-41 18-221 0 0,-12 7-86 0 0,0 0-1 0 0,0 0 1 0 0,0 1 0 0 0,0 0 0 0 0,1 0 0 0 0,-1 0 0 0 0,0 1 0 0 0,1-1 0 0 0,-1 2 0 0 0,0-1 0 0 0,0 1-1 0 0,1 0 1 0 0,-1 0 0 0 0,8 3 0 0 0,-11-3-58 0 0,0 0-1 0 0,-1 1 1 0 0,1-1-1 0 0,0 1 1 0 0,-1 0 0 0 0,1 0-1 0 0,-1 0 1 0 0,1 0-1 0 0,-1 0 1 0 0,0 0-1 0 0,0 1 1 0 0,0-1 0 0 0,0 1-1 0 0,-1-1 1 0 0,1 1-1 0 0,-1 0 1 0 0,1 0-1 0 0,-1-1 1 0 0,0 1-1 0 0,0 0 1 0 0,0 0 0 0 0,-1 0-1 0 0,1 1 1 0 0,-1-1-1 0 0,1 0 1 0 0,-1 0-1 0 0,0 0 1 0 0,0 0 0 0 0,0 0-1 0 0,-1 0 1 0 0,0 4-1 0 0,1-6-120 0 0,0 1 0 0 0,0 0-1 0 0,-1-1 1 0 0,1 1 0 0 0,0 0-1 0 0,-1-1 1 0 0,1 1-1 0 0,-1-1 1 0 0,1 1 0 0 0,-1-1-1 0 0,0 1 1 0 0,0-1 0 0 0,0 0-1 0 0,1 1 1 0 0,-1-1 0 0 0,-2 2-1 0 0,2-3 39 0 0,0 1-1 0 0,1-1 1 0 0,-1 0-1 0 0,0 0 1 0 0,1 0-1 0 0,-1 1 0 0 0,0-1 1 0 0,0 0-1 0 0,1 0 1 0 0,-1 0-1 0 0,0 0 1 0 0,0 0-1 0 0,1 0 0 0 0,-1-1 1 0 0,0 1-1 0 0,0 0 1 0 0,1 0-1 0 0,-1 0 1 0 0,0-1-1 0 0,1 1 0 0 0,-1 0 1 0 0,0-1-1 0 0,1 1 1 0 0,-2-2-1 0 0,-7-4-557 0 0,1-2 1 0 0,1 1-1 0 0,-1-1 0 0 0,-7-11 1 0 0,-12-11-1173 0 0,22 28 1566 0 0,0-1 1 0 0,0 1-1 0 0,0 0 0 0 0,0 1 1 0 0,-1-1-1 0 0,1 1 1 0 0,-1 0-1 0 0,1 1 0 0 0,-1-1 1 0 0,1 1-1 0 0,-1 0 1 0 0,1 0-1 0 0,-1 1 0 0 0,1 0 1 0 0,-1 0-1 0 0,1 0 0 0 0,-10 4 1 0 0,9-3 485 0 0,0 0 1 0 0,0 0-1 0 0,0 0 1 0 0,0 1-1 0 0,0 0 1 0 0,1 0-1 0 0,-1 1 1 0 0,1 0-1 0 0,0-1 1 0 0,0 2-1 0 0,0-1 1 0 0,1 1-1 0 0,-1-1 1 0 0,1 1-1 0 0,-4 7 0 0 0,7-11-122 0 0,1 0 0 0 0,-1 0 0 0 0,1-1-1 0 0,0 1 1 0 0,-1 0 0 0 0,1 0 0 0 0,0 0-1 0 0,-1 0 1 0 0,1 0 0 0 0,0 0 0 0 0,0 0-1 0 0,0 0 1 0 0,0 0 0 0 0,0 0 0 0 0,0 0-1 0 0,0 0 1 0 0,0 0 0 0 0,1 0 0 0 0,-1 0-1 0 0,0 0 1 0 0,0 0 0 0 0,1 0-1 0 0,-1 0 1 0 0,1-1 0 0 0,-1 1 0 0 0,1 0-1 0 0,-1 0 1 0 0,1 0 0 0 0,1 1 0 0 0,0-1 75 0 0,0 1 0 0 0,1 0 1 0 0,-1-1-1 0 0,1 1 1 0 0,0-1-1 0 0,-1 0 1 0 0,1 0-1 0 0,0 0 0 0 0,0 0 1 0 0,3 0-1 0 0,11 2 392 0 0,1-1 0 0 0,27-1 0 0 0,-40-1-488 0 0,26 0-59 0 0,1-1 0 0 0,-1-1 0 0 0,1-2 0 0 0,-1-1 0 0 0,52-16 0 0 0,-50 3-1924 0 0,-19 3-3809 0 0,-46 22 2183 0 0,30-6 3384 0 0,-112 37-2841 0 0,103-33 3220 0 0,1-1 0 0 0,0 2 0 0 0,0-1-1 0 0,1 1 1 0 0,0 1 0 0 0,0-1 0 0 0,0 2 0 0 0,-12 12 0 0 0,20-19-35 0 0,0 1 0 0 0,-1-1-1 0 0,1 1 1 0 0,0-1 0 0 0,0 1 0 0 0,0-1 0 0 0,0 1 0 0 0,0 0 0 0 0,0 0 0 0 0,1-1 0 0 0,-1 1 0 0 0,0 0 0 0 0,1 0-1 0 0,0 0 1 0 0,-1 0 0 0 0,1 0 0 0 0,0 0 0 0 0,0 2 0 0 0,0-3-40 0 0,1 0 1 0 0,-1 0-1 0 0,1 0 1 0 0,-1 0-1 0 0,1 0 1 0 0,0 0-1 0 0,-1 0 1 0 0,1 0-1 0 0,0 0 1 0 0,0 0-1 0 0,-1 0 1 0 0,1-1-1 0 0,0 1 1 0 0,0 0-1 0 0,0-1 1 0 0,0 1-1 0 0,0 0 1 0 0,0-1-1 0 0,0 1 1 0 0,0-1-1 0 0,2 1 1 0 0,4 1 84 0 0,-1-1 1 0 0,1 0 0 0 0,-1 0 0 0 0,1-1 0 0 0,-1 0-1 0 0,1 0 1 0 0,-1 0 0 0 0,13-3 0 0 0,178-37 2600 0 0,-196 39-2849 0 0,1 1 0 0 0,-1 0 0 0 0,0-1 1 0 0,1 1-1 0 0,-1 0 0 0 0,0 0 0 0 0,1 0 0 0 0,-1 0 1 0 0,0 0-1 0 0,1 0 0 0 0,-1 0 0 0 0,0 1 0 0 0,1-1 1 0 0,-1 0-1 0 0,0 1 0 0 0,0-1 0 0 0,1 1 0 0 0,-1 0 1 0 0,0-1-1 0 0,0 1 0 0 0,0 0 0 0 0,0-1 0 0 0,0 1 1 0 0,0 0-1 0 0,0 0 0 0 0,0 0 0 0 0,0 0 0 0 0,0 0 1 0 0,0 0-1 0 0,0 0 0 0 0,-1 1 0 0 0,1-1 0 0 0,-1 0 1 0 0,1 0-1 0 0,-1 0 0 0 0,1 1 0 0 0,-1-1 1 0 0,1 0-1 0 0,-1 1 0 0 0,0-1 0 0 0,0 0 0 0 0,0 1 1 0 0,0 1-1 0 0,0 10-333 0 0,-1-1 0 0 0,-1 0 0 0 0,0 0 1 0 0,-4 17-1 0 0,-3 18-2814 0 0,11-28 863 0 0,-2-20 2150 0 0,0 1 0 0 0,1 0 1 0 0,-1 0-1 0 0,0 0 1 0 0,0-1-1 0 0,0 1 0 0 0,0 0 1 0 0,0 0-1 0 0,0 0 1 0 0,0-1-1 0 0,0 1 0 0 0,1 0 1 0 0,-1 0-1 0 0,0 0 1 0 0,0 0-1 0 0,0-1 0 0 0,0 1 1 0 0,1 0-1 0 0,-1 0 1 0 0,0 0-1 0 0,0 0 0 0 0,0 0 1 0 0,1 0-1 0 0,-1 0 1 0 0,0 0-1 0 0,0-1 0 0 0,0 1 1 0 0,1 0-1 0 0,-1 0 1 0 0,0 0-1 0 0,0 0 0 0 0,1 0 1 0 0,-1 0-1 0 0,0 0 1 0 0,0 0-1 0 0,0 0 0 0 0,1 0 1 0 0,-1 1-1 0 0,0-1 1 0 0,0 0-1 0 0,1 0 0 0 0,-1 0 1 0 0,0 0-1 0 0,0 0 1 0 0,0 0-1 0 0,0 0 0 0 0,1 0 1 0 0,-1 1-1 0 0,0-1 1 0 0,0 0-1 0 0,0 0 0 0 0,0 0 1 0 0,1 0-1 0 0,-1 1 1 0 0,0-1-1 0 0,0 0 0 0 0,0 0 1 0 0,0 0-1 0 0,0 1 1 0 0,0-1-1 0 0,0 0 0 0 0,0 0 1 0 0,1 1-1 0 0,2-7-3908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7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36 180 1000 0 0,'-3'-5'456'0'0,"0"0"0"0"0,0-1 0 0 0,0 0 0 0 0,1 0 0 0 0,0 0 0 0 0,0 0 0 0 0,1 0 0 0 0,-1 0 0 0 0,1-1 0 0 0,1 1 0 0 0,-1 0 0 0 0,1-1 0 0 0,1-8 0 0 0,-8-45 3296 0 0,5 56-3717 0 0,-3-17 2481 0 0,10 20-1026 0 0,9 10-868 0 0,-11-6-562 0 0,0 0-1 0 0,0 1 0 0 0,-1-1 0 0 0,1 1 1 0 0,-1 0-1 0 0,0 0 0 0 0,0 0 0 0 0,0 0 1 0 0,0 0-1 0 0,-1 0 0 0 0,0 0 1 0 0,0 0-1 0 0,0 1 0 0 0,0-1 0 0 0,0 5 1 0 0,0 76 398 0 0,-2-45-368 0 0,2 0-107 0 0,7 135 127 0 0,-6-148-338 0 0,2 0 0 0 0,2 0 0 0 0,0-1 0 0 0,13 34 0 0 0,-18-57 129 0 0,0-1 0 0 0,0 0-1 0 0,0 0 1 0 0,0 1 0 0 0,0-1 0 0 0,1 0 0 0 0,-1 0 0 0 0,1 0 0 0 0,0 0-1 0 0,-1 0 1 0 0,5 2 0 0 0,1-6-1485 0 0,-4-19-674 0 0,-8-14-2204 0 0,2 17 27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8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31 4617 0 0,'-11'-17'3407'0'0,"11"17"-3365"0"0,-1 0-1 0 0,1 0 1 0 0,0-1 0 0 0,0 1-1 0 0,0 0 1 0 0,-1 0 0 0 0,1-1-1 0 0,0 1 1 0 0,0 0 0 0 0,0 0-1 0 0,0-1 1 0 0,-1 1 0 0 0,1 0-1 0 0,0-1 1 0 0,0 1 0 0 0,0 0-1 0 0,0-1 1 0 0,0 1 0 0 0,0 0-1 0 0,0-1 1 0 0,0 1 0 0 0,0 0-1 0 0,0-1 1 0 0,0 1 0 0 0,0 0-1 0 0,0-1 1 0 0,0 1 0 0 0,0 0-1 0 0,0-1 1 0 0,1 1 0 0 0,-1 0-1 0 0,0 0 1 0 0,0-1 0 0 0,0 1-1 0 0,0 0 1 0 0,1-1 0 0 0,-1 1-1 0 0,0 0 1 0 0,0 0 0 0 0,0 0-1 0 0,1-1 1 0 0,-1 1 0 0 0,0 0-1 0 0,0 0 1 0 0,1 0 0 0 0,-1-1-1 0 0,0 1 1 0 0,1 0 0 0 0,-1 0-1 0 0,1 0 1 0 0,0 0 20 0 0,-1 1-1 0 0,1 0 1 0 0,0 0 0 0 0,-1-1-1 0 0,1 1 1 0 0,-1 0 0 0 0,1 0-1 0 0,-1 0 1 0 0,1-1 0 0 0,-1 1-1 0 0,1 0 1 0 0,-1 0 0 0 0,0 0-1 0 0,0 0 1 0 0,1 0 0 0 0,-1 0-1 0 0,0 0 1 0 0,0 0 0 0 0,0 0-1 0 0,0 0 1 0 0,0 1 0 0 0,1 31 180 0 0,-1-27-149 0 0,2 76 170 0 0,-1-6-134 0 0,15 100-1 0 0,-16-176-129 0 0,0 1 1 0 0,0-1-1 0 0,0 0 0 0 0,0 1 0 0 0,0-1 0 0 0,0 0 0 0 0,0 1 0 0 0,1-1 1 0 0,-1 0-1 0 0,0 1 0 0 0,0-1 0 0 0,0 0 0 0 0,0 0 0 0 0,0 1 0 0 0,1-1 0 0 0,-1 0 1 0 0,0 1-1 0 0,0-1 0 0 0,0 0 0 0 0,1 0 0 0 0,-1 0 0 0 0,0 1 0 0 0,0-1 1 0 0,1 0-1 0 0,-1 0 0 0 0,0 0 0 0 0,1 1 0 0 0,-1-1 0 0 0,0 0 0 0 0,0 0 0 0 0,1 0 1 0 0,-1 0-1 0 0,0 0 0 0 0,1 0 0 0 0,0 0 0 0 0,12-7 58 0 0,19-28 280 0 0,-19 21-29 0 0,-10 11-215 0 0,0 0 1 0 0,1 1-1 0 0,-1-1 0 0 0,1 1 1 0 0,0 0-1 0 0,0 0 1 0 0,0 1-1 0 0,0-1 0 0 0,0 1 1 0 0,0 0-1 0 0,0 0 0 0 0,0 0 1 0 0,5 0-1 0 0,57 3 497 0 0,-20 2-2303 0 0,-45-4 1451 0 0,0 0 0 0 0,0 0 0 0 0,1 0 0 0 0,-1 0 0 0 0,0 0 0 0 0,0 0 0 0 0,0 0-1 0 0,1 0 1 0 0,-1-1 0 0 0,0 1 0 0 0,0 0 0 0 0,0-1 0 0 0,0 1 0 0 0,0 0 0 0 0,0-1 0 0 0,0 0 0 0 0,0 1 0 0 0,2-2 0 0 0,-5-18-3779 0 0,2 18 3969 0 0,-1-8-2980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8.4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 6217 0 0,'-1'1'110'0'0,"1"-1"0"0"0,-1 1-1 0 0,1 0 1 0 0,0 0-1 0 0,-1 0 1 0 0,1 0 0 0 0,0 0-1 0 0,0 0 1 0 0,0 0 0 0 0,0 0-1 0 0,0 0 1 0 0,0 0-1 0 0,0 0 1 0 0,0 0 0 0 0,0 0-1 0 0,1 0 1 0 0,-1 0-1 0 0,0 0 1 0 0,0 0 0 0 0,1-1-1 0 0,-1 1 1 0 0,1 0 0 0 0,-1 0-1 0 0,1 0 1 0 0,-1 0-1 0 0,1-1 1 0 0,0 1 0 0 0,-1 0-1 0 0,1 0 1 0 0,0-1-1 0 0,-1 1 1 0 0,1-1 0 0 0,0 1-1 0 0,0 0 1 0 0,0-1 0 0 0,-1 0-1 0 0,1 1 1 0 0,0-1-1 0 0,0 1 1 0 0,0-1 0 0 0,0 0-1 0 0,0 0 1 0 0,0 0 0 0 0,0 1-1 0 0,0-1 1 0 0,1 0-1 0 0,54 6 763 0 0,-47-6-492 0 0,30 1 239 0 0,-25-2-586 0 0,-1 2-1 0 0,1-1 1 0 0,0 2-1 0 0,24 5 1 0 0,-37-7-127 0 0,0 0 0 0 0,-1 1 0 0 0,1-1 0 0 0,-1 0 1 0 0,1 0-1 0 0,0 1 0 0 0,-1-1 0 0 0,1 0 0 0 0,-1 1 0 0 0,1-1 0 0 0,-1 1 1 0 0,1-1-1 0 0,-1 1 0 0 0,0-1 0 0 0,1 1 0 0 0,-1-1 0 0 0,1 1 0 0 0,-1-1 1 0 0,0 1-1 0 0,0-1 0 0 0,1 1 0 0 0,-1-1 0 0 0,0 1 0 0 0,0 0 0 0 0,0-1 0 0 0,1 2 1 0 0,-1-2-23 0 0,-1 0 0 0 0,1 1 0 0 0,0-1 0 0 0,0 0 0 0 0,0 0 0 0 0,-1 1 0 0 0,1-1 0 0 0,0 0 0 0 0,0 0 0 0 0,-1 0 0 0 0,1 1 0 0 0,0-1 0 0 0,0 0 0 0 0,-1 0 0 0 0,1 0 0 0 0,0 0 0 0 0,-1 0 0 0 0,1 1 0 0 0,0-1 0 0 0,-1 0 0 0 0,1 0 0 0 0,0 0 0 0 0,-1 0 0 0 0,1 0 0 0 0,0 0 0 0 0,-1 0 0 0 0,1 0 0 0 0,0 0 0 0 0,0 0 0 0 0,-1-1 0 0 0,1 1 0 0 0,0 0 0 0 0,-1 0 0 0 0,1 0 0 0 0,0 0 0 0 0,-1 0 0 0 0,1 0 0 0 0,0-1 0 0 0,0 1 0 0 0,-1 0 0 0 0,1 0 0 0 0,0-1 0 0 0,0 1 0 0 0,-1 0 0 0 0,1 0 0 0 0,0-1 0 0 0,0 1 0 0 0,0 0 0 0 0,0 0 0 0 0,-1-1 0 0 0,1 1 0 0 0,0-1 0 0 0,-9-7-1995 0 0,5 2-51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8.8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0 1672 0 0,'-1'1'230'0'0,"-1"0"-1"0"0,0 0 0 0 0,1 0 1 0 0,-1 0-1 0 0,1 0 0 0 0,-1 0 0 0 0,1 1 1 0 0,-1-1-1 0 0,1 0 0 0 0,0 1 1 0 0,0-1-1 0 0,0 1 0 0 0,0-1 1 0 0,0 1-1 0 0,0 0 0 0 0,0 0 0 0 0,0-1 1 0 0,0 1-1 0 0,1 0 0 0 0,-1 0 1 0 0,1 0-1 0 0,-1 3 0 0 0,2-4-94 0 0,0 0 0 0 0,0 1 0 0 0,0-1 0 0 0,0 0 0 0 0,0 0 0 0 0,0 0 0 0 0,0 0 0 0 0,0 0 0 0 0,0 0 0 0 0,0 0 0 0 0,0 0 0 0 0,1 0 0 0 0,-1 0 0 0 0,0-1 0 0 0,1 1 0 0 0,-1-1 0 0 0,1 1 0 0 0,-1-1 0 0 0,1 1 0 0 0,-1-1 0 0 0,2 0 0 0 0,13 3 161 0 0,0-1-1 0 0,0 0 1 0 0,30-3-1 0 0,-35 0-262 0 0,0-1 0 0 0,-1 0 0 0 0,0-1 0 0 0,0 0 0 0 0,0-1 0 0 0,0 0 0 0 0,10-6 0 0 0,-9 5-26 0 0,0 0 0 0 0,0 0 1 0 0,0 1-1 0 0,21-4 0 0 0,-31 8-109 0 0,0-1-1 0 0,0 1 0 0 0,0 0 0 0 0,0 0 0 0 0,0 0 0 0 0,0 0 1 0 0,1 0-1 0 0,-1 0 0 0 0,0 0 0 0 0,0 0 0 0 0,0 1 0 0 0,0-1 1 0 0,0 0-1 0 0,0 1 0 0 0,0-1 0 0 0,0 0 0 0 0,0 1 0 0 0,0-1 0 0 0,0 1 1 0 0,0 0-1 0 0,-1-1 0 0 0,1 1 0 0 0,0 0 0 0 0,0-1 0 0 0,-1 1 1 0 0,1 0-1 0 0,0 0 0 0 0,-1 0 0 0 0,1 0 0 0 0,0 0 0 0 0,-1 0 1 0 0,1 0-1 0 0,-1 0 0 0 0,1 1 0 0 0,5 10-4154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5:59.1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111 15 1992 0 0,'-4'0'259'0'0,"-1"0"0"0"0,1 1-1 0 0,0-1 1 0 0,0 1 0 0 0,0 0-1 0 0,-1 1 1 0 0,1-1 0 0 0,0 1-1 0 0,1-1 1 0 0,-1 1 0 0 0,0 0-1 0 0,0 1 1 0 0,1-1 0 0 0,-1 1-1 0 0,1-1 1 0 0,0 1 0 0 0,0 0-1 0 0,0 0 1 0 0,0 1 0 0 0,1-1-1 0 0,-1 1 1 0 0,-2 3 0 0 0,2-3-202 0 0,1-1 1 0 0,-1 1-1 0 0,1-1 1 0 0,-1 1 0 0 0,1 0-1 0 0,0 0 1 0 0,1 0-1 0 0,-1 0 1 0 0,1 1 0 0 0,0-1-1 0 0,0 0 1 0 0,0 1-1 0 0,0-1 1 0 0,1 0 0 0 0,-1 1-1 0 0,1-1 1 0 0,1 1-1 0 0,-1-1 1 0 0,0 0-1 0 0,1 1 1 0 0,2 6 0 0 0,-1-9-42 0 0,0 0 0 0 0,0 0 0 0 0,0 0 0 0 0,0-1 1 0 0,0 1-1 0 0,0-1 0 0 0,0 1 0 0 0,1-1 1 0 0,-1 0-1 0 0,1 0 0 0 0,-1 0 0 0 0,1 0 0 0 0,-1 0 1 0 0,1-1-1 0 0,-1 1 0 0 0,1-1 0 0 0,0 1 0 0 0,-1-1 1 0 0,1 0-1 0 0,0 0 0 0 0,3-1 0 0 0,63-6 394 0 0,-62 6-316 0 0,-2 0-34 0 0,4 0 98 0 0,0 0 1 0 0,0 0-1 0 0,-1-1 1 0 0,1-1-1 0 0,0 0 0 0 0,-1 0 1 0 0,0 0-1 0 0,1-1 1 0 0,11-7-1 0 0,-20 10-136 0 0,0 0-1 0 0,1 1 1 0 0,-1-1-1 0 0,0 0 1 0 0,0 0 0 0 0,0 1-1 0 0,0-1 1 0 0,0 0-1 0 0,0 0 1 0 0,0 1 0 0 0,0-1-1 0 0,0 0 1 0 0,0 0-1 0 0,0 1 1 0 0,0-1-1 0 0,0 0 1 0 0,-1 1 0 0 0,1-1-1 0 0,0 0 1 0 0,-1 1-1 0 0,1-1 1 0 0,0 0-1 0 0,-1 1 1 0 0,1-1 0 0 0,-1 0-1 0 0,1 1 1 0 0,-1-1-1 0 0,1 1 1 0 0,-1-1 0 0 0,1 1-1 0 0,-1-1 1 0 0,1 1-1 0 0,-1 0 1 0 0,-1-1-1 0 0,-26-22 270 0 0,24 20-245 0 0,-15-12 9 0 0,7 4-66 0 0,0 1 0 0 0,-1 0-1 0 0,0 1 1 0 0,-1 1 0 0 0,0 0-1 0 0,0 1 1 0 0,-22-8-1 0 0,34 15-301 0 0,0 1 0 0 0,0-1 0 0 0,0 1-1 0 0,0 0 1 0 0,0-1 0 0 0,0 1-1 0 0,0 0 1 0 0,0 0 0 0 0,0 0 0 0 0,1 1-1 0 0,-1-1 1 0 0,0 0 0 0 0,1 1-1 0 0,-1-1 1 0 0,0 1 0 0 0,1-1 0 0 0,0 1-1 0 0,-2 3 1 0 0,-2 0-1387 0 0,-4 8-2161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0.4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0 5553 0 0,'-16'246'8611'0'0,"16"-202"-8461"0"0,2 0 0 0 0,2-1 0 0 0,16 70 0 0 0,-20-112-347 0 0,0 1-1 0 0,0-1 0 0 0,1 1 0 0 0,-1-1 1 0 0,0 1-1 0 0,1-1 0 0 0,0 0 0 0 0,-1 1 1 0 0,1-1-1 0 0,0 0 0 0 0,-1 1 0 0 0,1-1 1 0 0,0 0-1 0 0,0 0 0 0 0,0 0 0 0 0,0 0 0 0 0,0 0 1 0 0,0 0-1 0 0,1 0 0 0 0,0 1 0 0 0,5-8-3754 0 0,-6-14 1219 0 0,-2 7-97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0.7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1 157 2601 0 0,'0'1'175'0'0,"0"0"0"0"0,1 0 0 0 0,0 0 0 0 0,-1-1 1 0 0,1 1-1 0 0,-1 0 0 0 0,1 0 0 0 0,0-1 1 0 0,-1 1-1 0 0,1-1 0 0 0,0 1 0 0 0,0 0 1 0 0,0-1-1 0 0,-1 1 0 0 0,1-1 0 0 0,0 0 1 0 0,0 1-1 0 0,0-1 0 0 0,0 0 0 0 0,0 1 0 0 0,0-1 1 0 0,0 0-1 0 0,0 0 0 0 0,0 0 0 0 0,0 0 1 0 0,0 0-1 0 0,0 0 0 0 0,0 0 0 0 0,0 0 1 0 0,-1 0-1 0 0,1 0 0 0 0,2-1 0 0 0,34-5 1297 0 0,5-1-63 0 0,37-11-295 0 0,-74 17-1238 0 0,-1 0 1 0 0,1-1-1 0 0,-1 0 0 0 0,0 0 0 0 0,1 0 0 0 0,-1 0 0 0 0,-1-1 0 0 0,1 0 0 0 0,0 0 0 0 0,0 0 0 0 0,-1 0 0 0 0,0 0 1 0 0,5-7-1 0 0,-7 7-157 0 0,0 0 0 0 0,0 0 1 0 0,0 0-1 0 0,-1 0 0 0 0,1 0 1 0 0,-1 0-1 0 0,0 0 0 0 0,0 0 1 0 0,0 0-1 0 0,0 0 1 0 0,0 0-1 0 0,-1-1 0 0 0,1 1 1 0 0,-1 0-1 0 0,0 0 0 0 0,0 0 1 0 0,0 0-1 0 0,-1 1 0 0 0,1-1 1 0 0,0 0-1 0 0,-5-5 0 0 0,2 0-530 0 0,-2-10-1871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1.1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146 0 4377 0 0,'8'17'2177'0'0,"-1"0"0"0"0,8 29 0 0 0,1 40 966 0 0,-4 89-1582 0 0,-10-139-1228 0 0,0-15 153 0 0,-2-5-3991 0 0,-14-31-1745 0 0,4 2 2908 0 0,2 0-1264 0 0</inkml:trace>
  <inkml:trace contextRef="#ctx0" brushRef="#br0" timeOffset="1">0 481 2809 0 0,'5'4'1991'0'0,"10"10"2647"0"0,13 1-2059 0 0,-23-14-2582 0 0,-1 1 1 0 0,0-1-1 0 0,1 0 0 0 0,-1 0 0 0 0,0-1 1 0 0,1 1-1 0 0,-1-1 0 0 0,1 0 0 0 0,-1 0 0 0 0,1 0 1 0 0,-1-1-1 0 0,1 0 0 0 0,-1 0 0 0 0,0 0 0 0 0,1 0 1 0 0,-1-1-1 0 0,0 1 0 0 0,0-1 0 0 0,7-4 0 0 0,-6 1-593 0 0,1 1-1 0 0,-1-1 0 0 0,0 0 1 0 0,0-1-1 0 0,0 1 0 0 0,-1-1 1 0 0,0 0-1 0 0,0 0 0 0 0,0-1 0 0 0,-1 1 1 0 0,4-11-1 0 0,0-1-2644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1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1 114 6081 0 0,'10'124'7997'0'0,"5"36"-5246"0"0,-11-137-2963 0 0,1 0-1 0 0,0 0 0 0 0,2 0 1 0 0,15 33-1 0 0,-11-40-1845 0 0,-3-21-1505 0 0,0-26-1744 0 0,-5 8 1845 0 0</inkml:trace>
  <inkml:trace contextRef="#ctx0" brushRef="#br0" timeOffset="1">233 0 6705 0 0,'-2'22'2186'0'0,"1"0"0"0"0,2 24-1 0 0,2-8-2182 0 0,13 60 0 0 0,-16-98-147 0 0,0-1 0 0 0,1 1 0 0 0,-1 0 0 0 0,0 0 0 0 0,0-1 0 0 0,0 1 0 0 0,0 0 0 0 0,0 0 0 0 0,0 0 0 0 0,0-1 0 0 0,0 1 0 0 0,0 0 0 0 0,1 0 0 0 0,-1 0 0 0 0,0-1-144 0 0,0 1 144 0 0,0 0 0 0 0,1 0 0 0 0,-1 0 0 0 0,0 0-1 0 0,0 0 1 0 0,0 0 0 0 0,1-1 0 0 0,-1 1 0 0 0,0 0 0 0 0,0 0 0 0 0,1 0 0 0 0,-1 0 0 0 0,0 0 0 0 0,0 0 0 0 0,0 0 0 0 0,1 0 0 0 0,-1 0 0 0 0,0 0 0 0 0,0 0 0 0 0,1 0 0 0 0,-1 0 0 0 0,0 0 0 0 0,0 0 0 0 0,1 0 0 0 0,-1 1 0 0 0,0-1 0 0 0,0 0 0 0 0,0 0 0 0 0,1 0 0 0 0,-1 0 0 0 0,0 0 0 0 0,0 0 0 0 0,0 1 0 0 0,1-1-144 0 0,-1 0 144 0 0,0 0-1 0 0,0 0 1 0 0,0 1 0 0 0,0-1 0 0 0,0 0 0 0 0,0 0 0 0 0,1 0 0 0 0,-1 1 0 0 0,0-1 0 0 0,0 0 0 0 0,0 0 0 0 0,0 1 0 0 0,0-1 0 0 0,0 0 0 0 0,0-9-2722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1.8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89 4657 0 0,'1'2'363'0'0,"-1"0"-1"0"0,1-1 1 0 0,0 1 0 0 0,0 0 0 0 0,-1 0-1 0 0,1 0 1 0 0,0-1 0 0 0,0 1 0 0 0,1 0-1 0 0,-1-1 1 0 0,0 1 0 0 0,0-1 0 0 0,1 1-1 0 0,-1-1 1 0 0,1 0 0 0 0,-1 1 0 0 0,1-1-1 0 0,0 0 1 0 0,0 0 0 0 0,3 1 0 0 0,-2-1-199 0 0,1 0 0 0 0,0 0 1 0 0,0 0-1 0 0,0-1 0 0 0,0 1 1 0 0,0-1-1 0 0,0 0 0 0 0,0 0 1 0 0,0-1-1 0 0,4 0 0 0 0,1-1-284 0 0,0 0-1 0 0,0 0 1 0 0,0-1-1 0 0,0-1 1 0 0,0 1-1 0 0,-1-1 1 0 0,0-1-1 0 0,11-7 0 0 0,36-43-3071 0 0,-25 23-769 0 0,-30 32 3884 0 0,-8 5-5282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2.1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0 2088 0 0,'-11'62'5238'0'0,"12"38"-1555"0"0,1-66-2700 0 0,-2-32-936 0 0,0 10 202 0 0,1 0 0 0 0,0 0 0 0 0,1 0 0 0 0,4 17-1 0 0,-5-27-227 0 0,-1-1-1 0 0,1 1 1 0 0,-1-1-1 0 0,1 1 1 0 0,0-1 0 0 0,-1 0-1 0 0,1 1 1 0 0,0-1-1 0 0,0 0 1 0 0,0 0-1 0 0,0 1 1 0 0,0-1-1 0 0,0 0 1 0 0,1 0-1 0 0,-1 0 1 0 0,0 0-1 0 0,0 0 1 0 0,2 0-1 0 0,-1-1-11 0 0,0 1 0 0 0,-1-1-1 0 0,1 0 1 0 0,0 0 0 0 0,0 0-1 0 0,-1-1 1 0 0,1 1 0 0 0,0 0-1 0 0,-1 0 1 0 0,1-1 0 0 0,0 1-1 0 0,-1-1 1 0 0,1 0 0 0 0,-1 0 0 0 0,1 1-1 0 0,-1-1 1 0 0,1 0 0 0 0,-1 0-1 0 0,0 0 1 0 0,1 0 0 0 0,0-2-1 0 0,12-8 59 0 0,-1-1 0 0 0,0-1 0 0 0,-1 0 0 0 0,-1 0 0 0 0,0-1 0 0 0,-1-1 0 0 0,0 0-1 0 0,-1 0 1 0 0,-1-1 0 0 0,0 0 0 0 0,-1 0 0 0 0,7-29 0 0 0,-13 44-42 0 0,-1-1 1 0 0,1 0-1 0 0,-1 0 1 0 0,0 1 0 0 0,0-1-1 0 0,0 0 1 0 0,1 0-1 0 0,-2 1 1 0 0,1-1-1 0 0,0 0 1 0 0,0 0-1 0 0,0 1 1 0 0,-1-1-1 0 0,1 0 1 0 0,-1 1 0 0 0,0-1-1 0 0,1 0 1 0 0,-1 1-1 0 0,0-1 1 0 0,0 1-1 0 0,0-1 1 0 0,0 1-1 0 0,-2-3 1 0 0,1 3 5 0 0,0 0 0 0 0,0 0 0 0 0,0 0 0 0 0,-1 0 0 0 0,1 0 1 0 0,0 1-1 0 0,0-1 0 0 0,-1 1 0 0 0,1-1 0 0 0,0 1 0 0 0,-1 0 0 0 0,1 0 0 0 0,0 0 0 0 0,-1 0 0 0 0,-2 1 1 0 0,-7 1-18 0 0,0 1 1 0 0,1 0 0 0 0,-1 1-1 0 0,1 0 1 0 0,-19 10 0 0 0,4 3-368 0 0,20-12-183 0 0,-1 0 0 0 0,-1-1 1 0 0,1 0-1 0 0,0 0 0 0 0,-13 4 0 0 0,38-45-6201 0 0,-10 15 4546 0 0,3 1-446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2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 3073 0 0,'-1'11'4821'0'0,"8"16"-3052"0"0,-2-14-651 0 0,12 119 2864 0 0,-13-83-3512 0 0,13 53 0 0 0,-17-101-554 0 0,0 0 0 0 0,0 0-1 0 0,0 0 1 0 0,0 0 0 0 0,0 0-1 0 0,0 0 1 0 0,0 0 0 0 0,1 0-1 0 0,-1 0 1 0 0,0 0 0 0 0,1 0-1 0 0,-1 0 1 0 0,0-1-1 0 0,1 1 1 0 0,-1 0 0 0 0,1 0-1 0 0,0 0 1 0 0,-1-1 0 0 0,1 1-1 0 0,-1 0 1 0 0,1-1 0 0 0,0 1-1 0 0,0 0 1 0 0,0-1 0 0 0,0 1-1 0 0,10-19-1973 0 0,0-42-195 0 0,-11 58 2204 0 0,3-65-812 0 0,-3 64 900 0 0,0 0 0 0 0,0 1-1 0 0,0-1 1 0 0,0 1 0 0 0,-1-1-1 0 0,1 1 1 0 0,-1-1 0 0 0,0 1-1 0 0,0-1 1 0 0,1 1-1 0 0,-2-1 1 0 0,1 1 0 0 0,0 0-1 0 0,0 0 1 0 0,-1-1 0 0 0,1 1-1 0 0,-1 0 1 0 0,0 0-1 0 0,1 0 1 0 0,-1 1 0 0 0,0-1-1 0 0,-4-2 1 0 0,6 4 36 0 0,-1-1 0 0 0,0 1 0 0 0,0 0 0 0 0,1 0-1 0 0,-1 0 1 0 0,0-1 0 0 0,0 1 0 0 0,0 0 0 0 0,1 0 0 0 0,-1 0 0 0 0,0 1 0 0 0,0-1 0 0 0,1 0 0 0 0,-1 0-1 0 0,0 0 1 0 0,0 0 0 0 0,1 1 0 0 0,-1-1 0 0 0,0 0 0 0 0,1 1 0 0 0,-1-1 0 0 0,0 1 0 0 0,1-1 0 0 0,-1 0-1 0 0,0 1 1 0 0,1-1 0 0 0,-1 1 0 0 0,0 1 0 0 0,-12 25 1075 0 0,11-20-925 0 0,0 0 0 0 0,1 0 0 0 0,0 0 0 0 0,0 0 0 0 0,1 0 0 0 0,0 8 0 0 0,0-14-200 0 0,0-1-1 0 0,0 1 1 0 0,0 0-1 0 0,1-1 1 0 0,-1 1 0 0 0,0 0-1 0 0,0-1 1 0 0,0 1 0 0 0,1-1-1 0 0,-1 1 1 0 0,0-1-1 0 0,1 1 1 0 0,-1-1 0 0 0,0 1-1 0 0,1-1 1 0 0,-1 1-1 0 0,1-1 1 0 0,-1 1 0 0 0,1-1-1 0 0,-1 0 1 0 0,1 1 0 0 0,-1-1-1 0 0,1 0 1 0 0,-1 1-1 0 0,1-1 1 0 0,-1 0 0 0 0,1 0-1 0 0,0 1 1 0 0,-1-1-1 0 0,1 0 1 0 0,-1 0 0 0 0,1 0-1 0 0,0 0 1 0 0,25-8 489 0 0,18-24 142 0 0,-33 21-568 0 0,0 0-1 0 0,0-1 0 0 0,-2 0 1 0 0,11-16-1 0 0,-16 22-39 0 0,0-1-1 0 0,0 1 1 0 0,-1-1-1 0 0,0 0 1 0 0,0-1-1 0 0,0 1 1 0 0,-1 0 0 0 0,0-1-1 0 0,-1 1 1 0 0,1-11-1 0 0,1 37 23 0 0,0 1 0 0 0,1-1 0 0 0,1 0 0 0 0,1 0 0 0 0,9 21 0 0 0,-12-32-362 0 0,16 48-654 0 0,-13-20-4949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2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30 2705 0 0,'-3'8'823'0'0,"0"0"1"0"0,1 0 0 0 0,0 0 0 0 0,0 0-1 0 0,0 1 1 0 0,1-1 0 0 0,0 16 0 0 0,1-11-474 0 0,1 0 0 0 0,0 1 1 0 0,1-1-1 0 0,0 0 0 0 0,0-1 1 0 0,2 1-1 0 0,9 23 0 0 0,-13-34-318 0 0,1 1 0 0 0,0-1 0 0 0,0 0 0 0 0,1 0-1 0 0,-1 0 1 0 0,0 0 0 0 0,1 0 0 0 0,-1 0 0 0 0,1 0-1 0 0,-1-1 1 0 0,1 1 0 0 0,0-1 0 0 0,0 1 0 0 0,0-1 0 0 0,0 1-1 0 0,0-1 1 0 0,0 0 0 0 0,0 0 0 0 0,0 0 0 0 0,1 0-1 0 0,-1-1 1 0 0,0 1 0 0 0,1 0 0 0 0,-1-1 0 0 0,0 0 0 0 0,1 0-1 0 0,-1 1 1 0 0,1-1 0 0 0,-1 0 0 0 0,0-1 0 0 0,1 1-1 0 0,-1 0 1 0 0,0-1 0 0 0,1 0 0 0 0,-1 1 0 0 0,0-1 0 0 0,0 0-1 0 0,1 0 1 0 0,-1 0 0 0 0,0 0 0 0 0,0 0 0 0 0,0-1-1 0 0,0 1 1 0 0,2-3 0 0 0,6-4 91 0 0,0 0 0 0 0,-1-1-1 0 0,0 0 1 0 0,-1 0 0 0 0,1-1 0 0 0,-2 0-1 0 0,8-12 1 0 0,-11 15-44 0 0,0-1-1 0 0,-1 0 1 0 0,0 0 0 0 0,0 0-1 0 0,0-1 1 0 0,-1 1 0 0 0,-1-1-1 0 0,1 1 1 0 0,-1-1-1 0 0,-1 0 1 0 0,0-14 0 0 0,0 21-54 0 0,0-1 1 0 0,-1 0-1 0 0,1 1 0 0 0,-1-1 1 0 0,0 0-1 0 0,0 1 1 0 0,0-1-1 0 0,0 1 1 0 0,0-1-1 0 0,0 1 1 0 0,-1-1-1 0 0,1 1 1 0 0,-1 0-1 0 0,1 0 0 0 0,-1-1 1 0 0,0 1-1 0 0,0 1 1 0 0,0-1-1 0 0,0 0 1 0 0,0 0-1 0 0,-1 1 1 0 0,1-1-1 0 0,0 1 1 0 0,-1 0-1 0 0,1 0 0 0 0,-1 0 1 0 0,0 0-1 0 0,1 0 1 0 0,-1 0-1 0 0,0 1 1 0 0,1-1-1 0 0,-1 1 1 0 0,0 0-1 0 0,0 0 0 0 0,1 0 1 0 0,-1 0-1 0 0,0 0 1 0 0,1 0-1 0 0,-1 1 1 0 0,-3 0-1 0 0,-1 1-222 0 0,1 0 0 0 0,-1 0-1 0 0,1 1 1 0 0,-1 0 0 0 0,1 0 0 0 0,0 0-1 0 0,0 1 1 0 0,0 0 0 0 0,1 0 0 0 0,-1 0 0 0 0,1 1-1 0 0,0 0 1 0 0,0 0 0 0 0,0 0 0 0 0,1 1-1 0 0,0-1 1 0 0,0 1 0 0 0,1 0 0 0 0,-5 10-1 0 0,7-12-3261 0 0,6-10 1368 0 0,8-13-730 0 0,-3 1-193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3.2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0 194 3257 0 0,'4'2'521'0'0,"1"0"1"0"0,-1-1-1 0 0,0 1 0 0 0,1-1 1 0 0,0 0-1 0 0,-1 0 1 0 0,1 0-1 0 0,-1-1 1 0 0,1 0-1 0 0,0 0 1 0 0,-1 0-1 0 0,10-1 0 0 0,49-20 1383 0 0,-52 16-1497 0 0,1 1-1 0 0,-1 0 1 0 0,0 1 0 0 0,17-3-1 0 0,-27 6-340 0 0,0 0 1 0 0,1 0-1 0 0,-1 0 0 0 0,0 1 0 0 0,0-1 0 0 0,0 0 0 0 0,1 1 1 0 0,-1-1-1 0 0,0 1 0 0 0,0 0 0 0 0,0-1 0 0 0,0 1 0 0 0,0 0 1 0 0,0-1-1 0 0,0 1 0 0 0,0 0 0 0 0,0 0 0 0 0,0 0 0 0 0,-1 0 0 0 0,1 0 1 0 0,0 0-1 0 0,0 0 0 0 0,-1 0 0 0 0,1 0 0 0 0,-1 0 0 0 0,1 0 1 0 0,-1 1-1 0 0,0-1 0 0 0,1 0 0 0 0,-1 0 0 0 0,0 0 0 0 0,0 2 1 0 0,7 48 783 0 0,-6-41-722 0 0,2 48 195 0 0,-3-37-519 0 0,0 0-1 0 0,2 0 0 0 0,1 0 0 0 0,0 0 1 0 0,13 38-1 0 0,-16-58 102 0 0,0 0 1 0 0,0 0-1 0 0,0 0 1 0 0,1-1-1 0 0,-1 1 0 0 0,0 0 1 0 0,0 0-1 0 0,1 0 1 0 0,-1-1-1 0 0,1 1 1 0 0,-1 0-1 0 0,1 0 1 0 0,-1-1-1 0 0,1 1 0 0 0,-1 0 1 0 0,1-1-1 0 0,-1 1 1 0 0,1-1-1 0 0,0 1 1 0 0,0-1-1 0 0,-1 1 1 0 0,1-1-1 0 0,0 1 0 0 0,0-1 1 0 0,-1 0-1 0 0,1 1 1 0 0,0-1-1 0 0,0 0 1 0 0,1 1-1 0 0,-1-2-81 0 0,0 0 0 0 0,0 0-1 0 0,0 0 1 0 0,0 0 0 0 0,0 0 0 0 0,0 0-1 0 0,-1 0 1 0 0,1 0 0 0 0,0 0 0 0 0,0 0-1 0 0,-1 0 1 0 0,1 0 0 0 0,-1-1 0 0 0,1 1-1 0 0,-1 0 1 0 0,1-2 0 0 0,12-55-4911 0 0,-9 31 1482 0 0</inkml:trace>
  <inkml:trace contextRef="#ctx0" brushRef="#br0" timeOffset="1">373 1 3529 0 0,'56'152'8744'0'0,"8"81"-6614"0"0,-61-219-2118 0 0,-2-5-111 0 0,1 1 0 0 0,0-1 1 0 0,1 0-1 0 0,0 0 0 0 0,0 0 0 0 0,0 0 0 0 0,2-1 0 0 0,7 13 1 0 0,-12-20 51 0 0,0-1 1 0 0,0 0-1 0 0,0 0 1 0 0,0 1-1 0 0,0-1 1 0 0,0 0 0 0 0,0 0-1 0 0,0 1 1 0 0,0-1-1 0 0,1 0 1 0 0,-1 0-1 0 0,0 1 1 0 0,0-1-1 0 0,0 0 1 0 0,0 0 0 0 0,1 0-1 0 0,-1 1 1 0 0,0-1-1 0 0,0 0 1 0 0,1 0-1 0 0,-1 0 1 0 0,0 0 0 0 0,0 0-1 0 0,1 1 1 0 0,-1-1-1 0 0,0 0 1 0 0,0 0-1 0 0,1 0 1 0 0,-1 0 0 0 0,0 0-1 0 0,0 0 1 0 0,1 0-1 0 0,-1 0 1 0 0,0 0-1 0 0,1 0 1 0 0,-1 0-1 0 0,0 0 1 0 0,0 0 0 0 0,1 0-1 0 0,-1 0 1 0 0,0 0-1 0 0,0 0 1 0 0,1-1-1 0 0,-1 1 1 0 0,0 0 0 0 0,0 0-1 0 0,1 0 1 0 0,-1 0-1 0 0,0-1 1 0 0,0 1-1 0 0,3-19-2016 0 0,-7-19-1701 0 0,1 16 106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4.0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0 6705 0 0,'-7'12'460'0'0,"1"0"-1"0"0,1 1 1 0 0,0 0-1 0 0,1 0 1 0 0,0 0-1 0 0,0 0 1 0 0,2 1-1 0 0,0-1 0 0 0,0 1 1 0 0,1 17-1 0 0,1-9-236 0 0,1 0-1 0 0,0 1 1 0 0,2-1 0 0 0,1 0-1 0 0,9 32 1 0 0,-12-49-196 0 0,1 1 0 0 0,0-1 0 0 0,0-1-1 0 0,0 1 1 0 0,1 0 0 0 0,0 0 0 0 0,0-1 0 0 0,0 0 0 0 0,0 1 0 0 0,1-1 0 0 0,0-1 0 0 0,0 1 0 0 0,0 0 0 0 0,0-1 0 0 0,0 0-1 0 0,1 0 1 0 0,5 3 0 0 0,-7-5-6 0 0,1 0 0 0 0,-1 0 0 0 0,0 0 0 0 0,1-1 0 0 0,-1 1 0 0 0,0-1 0 0 0,1 0 0 0 0,-1 0 0 0 0,1 0 0 0 0,-1 0 0 0 0,0-1 0 0 0,1 1 0 0 0,-1-1 0 0 0,0 0 0 0 0,1 0 0 0 0,-1 0 0 0 0,0-1 0 0 0,0 1 0 0 0,0-1 0 0 0,0 0 0 0 0,0 1 0 0 0,0-1 0 0 0,-1 0 0 0 0,1-1 0 0 0,0 1 0 0 0,-1 0 0 0 0,4-6 0 0 0,5-5 47 0 0,-2 0-1 0 0,1 0 1 0 0,-2-1-1 0 0,0-1 1 0 0,0 1 0 0 0,-1-1-1 0 0,-1-1 1 0 0,-1 1-1 0 0,6-28 1 0 0,-9 35 3 0 0,-1 1 0 0 0,0-1 1 0 0,-1 1-1 0 0,0-1 0 0 0,0 1 0 0 0,0-1 1 0 0,-1 1-1 0 0,0-1 0 0 0,-1 1 0 0 0,-3-11 1 0 0,3 14-4 0 0,1 0 0 0 0,-2 0 1 0 0,1 0-1 0 0,0 0 1 0 0,-1 0-1 0 0,0 1 0 0 0,0-1 1 0 0,0 1-1 0 0,0-1 1 0 0,-1 1-1 0 0,1 0 0 0 0,-1 1 1 0 0,0-1-1 0 0,0 0 1 0 0,0 1-1 0 0,0 0 0 0 0,0 0 1 0 0,-6-2-1 0 0,5 3-59 0 0,-1-1 0 0 0,0 1 1 0 0,1 1-1 0 0,-1-1 0 0 0,0 1 0 0 0,0-1 0 0 0,0 2 0 0 0,0-1 0 0 0,0 1 0 0 0,1 0 0 0 0,-1 0 0 0 0,0 0 0 0 0,1 1 1 0 0,-1 0-1 0 0,1 0 0 0 0,-1 0 0 0 0,1 1 0 0 0,0 0 0 0 0,0 0 0 0 0,-7 6 0 0 0,-1 1-660 0 0,0 1 0 0 0,0 0 0 0 0,1 1 0 0 0,1 0 0 0 0,-19 28 0 0 0,25-32-1936 0 0,10-11 119 0 0,9-18-199 0 0,-5-2 843 0 0,5-1-809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4.3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3841 0 0,'0'11'766'0'0,"0"1"0"0"0,1-1 0 0 0,0 1 0 0 0,1-1 0 0 0,1 0 0 0 0,0 0 0 0 0,0 0 0 0 0,10 21 0 0 0,-1 1 524 0 0,6 26 30 0 0,-5-10-1226 0 0,3-1-1 0 0,2-1 1 0 0,1 0 0 0 0,39 64 0 0 0,-56-108-399 0 0,0 0-1 0 0,0-1 1 0 0,1 1 0 0 0,-1 0 0 0 0,1-1 0 0 0,0 1 0 0 0,0-1 0 0 0,4 3 0 0 0,-7-5 220 0 0,0 0 1 0 0,1 0-1 0 0,-1 0 1 0 0,0 1-1 0 0,1-1 1 0 0,-1 0-1 0 0,0 0 1 0 0,1 0-1 0 0,-1 0 1 0 0,1 0-1 0 0,-1 0 1 0 0,0 0 0 0 0,1 0-1 0 0,-1 0 1 0 0,0 0-1 0 0,1 0 1 0 0,-1 0-1 0 0,1 0 1 0 0,-1 0-1 0 0,0 0 1 0 0,1 0-1 0 0,-1 0 1 0 0,0 0 0 0 0,1-1-1 0 0,-1 1 1 0 0,0 0-1 0 0,1 0 1 0 0,-1 0-1 0 0,0-1 1 0 0,1 1-1 0 0,1-21-2075 0 0,-5-1 192 0 0,1-2-1049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4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 4193 0 0,'4'10'835'0'0,"0"0"1"0"0,0 1-1 0 0,0-1 1 0 0,2-1-1 0 0,-1 1 0 0 0,1-1 1 0 0,0 0-1 0 0,8 8 1 0 0,-12-15-857 0 0,0 0 0 0 0,0 0-1 0 0,0 0 1 0 0,1 0 0 0 0,-1-1 0 0 0,1 1 0 0 0,-1-1 0 0 0,1 1 0 0 0,-1-1 0 0 0,1 0 0 0 0,-1 0 0 0 0,1 0 0 0 0,0 0 0 0 0,0-1 0 0 0,0 1 0 0 0,-1-1 0 0 0,1 0 0 0 0,0 0 0 0 0,0 0 0 0 0,0 0 0 0 0,0 0 0 0 0,0 0 0 0 0,-1-1 0 0 0,1 1 0 0 0,0-1 0 0 0,0 0 0 0 0,-1 0 0 0 0,1 0 0 0 0,0 0 0 0 0,-1-1 0 0 0,1 1-1 0 0,-1-1 1 0 0,0 1 0 0 0,1-1 0 0 0,2-2 0 0 0,10-10-1498 0 0,0-1 0 0 0,-1 0 1 0 0,24-31-1 0 0,-25 28-218 0 0,0 1-685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5.0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4 131 5689 0 0,'-3'28'1003'0'0,"2"-1"-1"0"0,1 1 1 0 0,2-1-1 0 0,0 1 1 0 0,2-1-1 0 0,8 31 1 0 0,-12-56-982 0 0,1 0 0 0 0,-1 0 0 0 0,1 0 0 0 0,0 0 0 0 0,-1 0 0 0 0,1 0 0 0 0,0 0 0 0 0,0 0 0 0 0,1-1 0 0 0,-1 1 0 0 0,0 0-1 0 0,0-1 1 0 0,1 1 0 0 0,-1 0 0 0 0,1-1 0 0 0,0 0 0 0 0,-1 1 0 0 0,1-1 0 0 0,0 0 0 0 0,0 0 0 0 0,2 1 0 0 0,-2-2-16 0 0,0 1-1 0 0,0-1 0 0 0,0 0 0 0 0,0-1 1 0 0,0 1-1 0 0,0 0 0 0 0,-1 0 1 0 0,1-1-1 0 0,0 1 0 0 0,0-1 0 0 0,0 0 1 0 0,0 1-1 0 0,-1-1 0 0 0,1 0 0 0 0,0 0 1 0 0,-1 0-1 0 0,1 0 0 0 0,2-3 1 0 0,3-2-76 0 0,1-2 0 0 0,-1 1 0 0 0,0-1 1 0 0,-1 0-1 0 0,0-1 0 0 0,0 0 1 0 0,5-12-1 0 0,-7 14 17 0 0,-1 0 0 0 0,0 0 0 0 0,0 0 0 0 0,-1-1 0 0 0,0 0 0 0 0,0 1 0 0 0,-1-1 0 0 0,0 0 0 0 0,0 0 0 0 0,-1 1 0 0 0,-1-11 0 0 0,1 13 49 0 0,-1 1-1 0 0,-1 0 1 0 0,1 0-1 0 0,0-1 1 0 0,-1 1 0 0 0,0 0-1 0 0,0 0 1 0 0,0 1-1 0 0,0-1 1 0 0,-1 0 0 0 0,0 1-1 0 0,0-1 1 0 0,0 1-1 0 0,0 0 1 0 0,0 0 0 0 0,0 0-1 0 0,-1 1 1 0 0,1-1-1 0 0,-1 1 1 0 0,0-1 0 0 0,-5-1-1 0 0,-2-1-10 0 0,-23-16 141 0 0,34 21-119 0 0,-1-1 1 0 0,1 1-1 0 0,0 0 0 0 0,0-1 1 0 0,0 1-1 0 0,-1 0 1 0 0,1-1-1 0 0,0 1 1 0 0,0 0-1 0 0,0 0 1 0 0,0-1-1 0 0,0 1 1 0 0,0-1-1 0 0,0 1 1 0 0,0 0-1 0 0,0-1 1 0 0,0 1-1 0 0,0 0 1 0 0,0-1-1 0 0,0 1 0 0 0,0 0 1 0 0,0-1-1 0 0,0 1 1 0 0,0 0-1 0 0,0-1 1 0 0,0 1-1 0 0,0 0 1 0 0,1-1-1 0 0,-1 1 1 0 0,0 0-1 0 0,0-1 1 0 0,0 1-1 0 0,1-1 1 0 0,22-10 356 0 0,-5 7-105 0 0,0 0-1 0 0,35-1 1 0 0,-41 5-333 0 0,1-1 1 0 0,0-1-1 0 0,-1 1 1 0 0,1-2-1 0 0,-1 0 0 0 0,0 0 1 0 0,0-1-1 0 0,15-7 1 0 0,-27 10-184 0 0,1 0 0 0 0,-1 1-1 0 0,1-1 1 0 0,-1 0 0 0 0,1 0 0 0 0,-1 1 0 0 0,1-1 0 0 0,-1 0 0 0 0,0 0 0 0 0,1 0 0 0 0,-1 0 0 0 0,0 0 0 0 0,0 1 0 0 0,1-1 0 0 0,-1 0-1 0 0,0 0 1 0 0,0 0 0 0 0,0 0 0 0 0,0 0 0 0 0,0 0 0 0 0,-1 0 0 0 0,1 0 0 0 0,0 1 0 0 0,0-1 0 0 0,-1 0 0 0 0,1 0 0 0 0,0 0 0 0 0,-1 0-1 0 0,1 1 1 0 0,-1-2 0 0 0,0 0-226 0 0,0-4-2662 0 0</inkml:trace>
  <inkml:trace contextRef="#ctx0" brushRef="#br0" timeOffset="1">201 166 5265 0 0,'-1'2'184'0'0,"0"0"0"0"0,1 0 0 0 0,-1 0 0 0 0,0 1 0 0 0,1-1 0 0 0,-1 0 0 0 0,1 0 0 0 0,-1 0 0 0 0,1 1 0 0 0,0-1 0 0 0,0 0 0 0 0,0 0-1 0 0,1 1 1 0 0,-1-1 0 0 0,0 0 0 0 0,1 0 0 0 0,-1 1 0 0 0,1-1 0 0 0,0 0 0 0 0,0 0 0 0 0,0 0 0 0 0,0 0 0 0 0,0 0 0 0 0,0 0 0 0 0,0 0 0 0 0,1 0 0 0 0,-1-1 0 0 0,1 1 0 0 0,-1-1 0 0 0,1 1 0 0 0,2 1 0 0 0,-1-2-160 0 0,0 0 1 0 0,-1 0 0 0 0,1 0 0 0 0,0-1 0 0 0,0 1 0 0 0,0-1 0 0 0,0 0-1 0 0,0 0 1 0 0,0 0 0 0 0,0 0 0 0 0,0 0 0 0 0,0-1 0 0 0,-1 1 0 0 0,1-1 0 0 0,0 0-1 0 0,0 0 1 0 0,0 0 0 0 0,-1 0 0 0 0,1 0 0 0 0,-1 0 0 0 0,1-1 0 0 0,-1 0-1 0 0,1 1 1 0 0,1-3 0 0 0,7-4-689 0 0,0 0 1 0 0,-1-1-1 0 0,-1 0 0 0 0,1 0 0 0 0,-2-1 0 0 0,1-1 1 0 0,13-21-1 0 0,-21 30 480 0 0,-1 1 1 0 0,0-1 0 0 0,1 1-1 0 0,-1-1 1 0 0,0 1-1 0 0,0-1 1 0 0,0 1 0 0 0,0-1-1 0 0,0 0 1 0 0,0 1 0 0 0,0-1-1 0 0,0 1 1 0 0,-1-4-1 0 0,-1-4-1257 0 0,2 0-533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5.4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5593 0 0,'6'30'2042'0'0,"28"122"2149"0"0,-28-131-4356 0 0,1-1 0 0 0,0 1 1 0 0,2-1-1 0 0,21 36 0 0 0,-29-56 61 0 0,-1 1 0 0 0,0 0 1 0 0,0-1-1 0 0,1 1 0 0 0,-1 0 0 0 0,1-1 0 0 0,-1 1 0 0 0,1 0 0 0 0,-1-1 0 0 0,1 1 0 0 0,-1-1 0 0 0,1 1 0 0 0,-1-1 0 0 0,1 0 0 0 0,0 1 0 0 0,-1-1 0 0 0,1 1 1 0 0,0-1-1 0 0,-1 0 0 0 0,1 0 0 0 0,0 1 0 0 0,-1-1 0 0 0,1 0 0 0 0,0 0 0 0 0,0 0 0 0 0,0 0 0 0 0,0 0-68 0 0,-1-1 1 0 0,1 1-1 0 0,-1-1 0 0 0,1 1 0 0 0,-1-1 1 0 0,1 1-1 0 0,-1-1 0 0 0,0 0 0 0 0,1 1 1 0 0,-1-1-1 0 0,0 0 0 0 0,0 1 0 0 0,1-1 1 0 0,-1 0-1 0 0,0 0 0 0 0,0 1 0 0 0,0-1 1 0 0,0 0-1 0 0,0 0 0 0 0,0 1 0 0 0,0-1 1 0 0,0 0-1 0 0,0-1 0 0 0,0-12-2718 0 0</inkml:trace>
  <inkml:trace contextRef="#ctx0" brushRef="#br0" timeOffset="1">110 24 5329 0 0,'3'15'1208'0'0,"3"2"-111"0"0,2 8 39 0 0,0 1-152 0 0,-2-1-48 0 0,2 2-152 0 0,0 1-207 0 0,2-1-193 0 0,-1 0-184 0 0,1 0-72 0 0,-2-4-80 0 0,-2 1-48 0 0,0-5-168 0 0,1-1-392 0 0,-1-7-633 0 0,-1-5-743 0 0,-12-12-889 0 0,10-1-1528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5.8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 3633 0 0,'-4'8'399'0'0,"0"-1"1"0"0,0 1-1 0 0,1 1 1 0 0,1-1 0 0 0,-1 0-1 0 0,1 1 1 0 0,1-1-1 0 0,0 1 1 0 0,0 0-1 0 0,0-1 1 0 0,2 16-1 0 0,0-12-296 0 0,0 1-1 0 0,0-1 1 0 0,2 1-1 0 0,-1-1 1 0 0,2 0-1 0 0,-1 0 1 0 0,9 17-1 0 0,-10-26-94 0 0,-1 1 0 0 0,1-1 0 0 0,0 0 0 0 0,0 0 0 0 0,0 0 0 0 0,1 0 0 0 0,-1 0-1 0 0,1 0 1 0 0,0 0 0 0 0,-1-1 0 0 0,1 0 0 0 0,0 1 0 0 0,1-1 0 0 0,-1 0 0 0 0,0-1 0 0 0,1 1-1 0 0,-1 0 1 0 0,1-1 0 0 0,-1 0 0 0 0,1 0 0 0 0,-1 0 0 0 0,1 0 0 0 0,0-1 0 0 0,0 1 0 0 0,-1-1 0 0 0,1 0-1 0 0,0 0 1 0 0,0 0 0 0 0,-1-1 0 0 0,1 1 0 0 0,0-1 0 0 0,0 0 0 0 0,-1 0 0 0 0,1 0 0 0 0,4-3-1 0 0,2 0 116 0 0,-1-1 0 0 0,1 0 0 0 0,-1-1 0 0 0,-1 0 0 0 0,1 0 0 0 0,-1-1 0 0 0,0 0 0 0 0,-1 0 0 0 0,1-1 0 0 0,-1 0-1 0 0,9-13 1 0 0,-13 16-60 0 0,-1 1 0 0 0,1 0 0 0 0,-1-1-1 0 0,0 0 1 0 0,0 1 0 0 0,0-1 0 0 0,0 0 0 0 0,-1 0-1 0 0,0 0 1 0 0,0 0 0 0 0,0 0 0 0 0,-1 0-1 0 0,0-9 1 0 0,0 12-30 0 0,-1-1 1 0 0,0 1-1 0 0,0 0 0 0 0,0-1 0 0 0,0 1 0 0 0,0 0 1 0 0,-1 0-1 0 0,1 0 0 0 0,-1 0 0 0 0,1 0 0 0 0,-1 0 1 0 0,0 0-1 0 0,1 0 0 0 0,-1 0 0 0 0,0 1 0 0 0,0-1 1 0 0,-1 1-1 0 0,1 0 0 0 0,0-1 0 0 0,0 1 1 0 0,-1 0-1 0 0,1 0 0 0 0,0 1 0 0 0,-1-1 0 0 0,1 0 1 0 0,-1 1-1 0 0,1 0 0 0 0,-1-1 0 0 0,-2 1 0 0 0,-4-1-74 0 0,1 1 0 0 0,-1 0 0 0 0,0 0-1 0 0,1 1 1 0 0,-1 0 0 0 0,1 1-1 0 0,-1 0 1 0 0,1 0 0 0 0,0 0 0 0 0,-1 1-1 0 0,-13 8 1 0 0,-30 8-3809 0 0,52-19 3765 0 0,-1 0-1 0 0,1 0 1 0 0,0 0-1 0 0,0 0 1 0 0,0 0-1 0 0,-1 0 1 0 0,1 0-1 0 0,0 0 0 0 0,0 0 1 0 0,0 0-1 0 0,0 0 1 0 0,-1 0-1 0 0,1 0 1 0 0,0 0-1 0 0,0-1 1 0 0,0 1-1 0 0,0 0 1 0 0,-1 0-1 0 0,1 0 0 0 0,0 0 1 0 0,0 0-1 0 0,0 0 1 0 0,0-1-1 0 0,0 1 1 0 0,0 0-1 0 0,0 0 1 0 0,-1 0-1 0 0,1 0 0 0 0,0-1 1 0 0,0 1-1 0 0,0 0 1 0 0,0 0-1 0 0,0 0 1 0 0,0-1-1 0 0,0 1 1 0 0,0 0-1 0 0,0 0 0 0 0,0 0 1 0 0,0 0-1 0 0,0-1 1 0 0,0 1-1 0 0,0 0 1 0 0,0 0-1 0 0,0 0 1 0 0,0-1-1 0 0,0 1 0 0 0,0 0 1 0 0,1 0-1 0 0,-1 0 1 0 0,0 0-1 0 0,0-1 1 0 0,4-10-1823 0 0,3 0 88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6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4041 0 0,'11'19'1780'0'0,"-2"0"-1"0"0,13 35 1 0 0,18 98 765 0 0,-28-103-2029 0 0,0 15-132 0 0,-10-46-770 0 0,1 0 0 0 0,0-1-1 0 0,2 1 1 0 0,0-1 0 0 0,10 22 0 0 0,-14-39 343 0 0,-1 0 0 0 0,0 0 1 0 0,0 0-1 0 0,0 0 1 0 0,0 0-1 0 0,0 0 1 0 0,0-1-1 0 0,0 1 1 0 0,0 0-1 0 0,0 0 1 0 0,1 0-1 0 0,-1 0 1 0 0,0 0-1 0 0,0 0 0 0 0,0 0 1 0 0,0 0-1 0 0,0 0 1 0 0,1 0-1 0 0,-1 0 1 0 0,0 0-1 0 0,0 0 1 0 0,0 0-1 0 0,0 0 1 0 0,0 0-1 0 0,1 0 0 0 0,-1 0 1 0 0,0 0-1 0 0,0 0 1 0 0,0 0-1 0 0,0 0 1 0 0,0 0-1 0 0,1 0 1 0 0,-1 0-1 0 0,0 0 1 0 0,0 0-1 0 0,0 0 1 0 0,0 0-1 0 0,0 0 0 0 0,0 0 1 0 0,1 0-1 0 0,-1 1 1 0 0,0-1-1 0 0,0 0 1 0 0,0 0-1 0 0,0 0 1 0 0,0 0-1 0 0,0 0 1 0 0,0 0-1 0 0,0 0 0 0 0,0 1 1 0 0,0-1-1 0 0,1 0 1 0 0,-1 0-1 0 0,0 0 1 0 0,0 0-1 0 0,0 0 1 0 0,0 1-1 0 0,0-1 1 0 0,0 0-1 0 0,0 0 0 0 0,0 0 1 0 0,0 0-1 0 0,0 0 1 0 0,0 1-1 0 0,0-1 1 0 0,0 0-1 0 0,0 0 1 0 0,-1 0-1 0 0,1 0 1 0 0,1-11-2326 0 0,0 9 2059 0 0,1-15-3040 0 0</inkml:trace>
  <inkml:trace contextRef="#ctx0" brushRef="#br0" timeOffset="1">62 152 5465 0 0,'6'16'1633'0'0,"7"8"-489"0"0,3 2-240 0 0,0-3-160 0 0,-1-8-248 0 0,0-5-320 0 0,-3-5-168 0 0,2-4-104 0 0,1-4-88 0 0,-1-2-88 0 0,-1-4-112 0 0,1-4-168 0 0,0-3-224 0 0,0-1-176 0 0,0-2-305 0 0,-9-2-783 0 0,5 4-953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6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0 6161 0 0,'-12'43'2851'0'0,"6"-23"-2675"0"0,0 1 1 0 0,2 0 0 0 0,0 1-1 0 0,1-1 1 0 0,0 29-1 0 0,3-49-161 0 0,0 1 0 0 0,0-1 0 0 0,0 0 0 0 0,0 0 0 0 0,0 0 0 0 0,0 0 0 0 0,0 0 0 0 0,0 0 0 0 0,0 0-1 0 0,1 0 1 0 0,-1 0 0 0 0,0 0 0 0 0,1 0 0 0 0,-1 0 0 0 0,0 0 0 0 0,1 0 0 0 0,0 0 0 0 0,-1 0 0 0 0,1-1-1 0 0,-1 1 1 0 0,1 0 0 0 0,0 0 0 0 0,0-1 0 0 0,-1 1 0 0 0,1 0 0 0 0,0-1 0 0 0,0 1 0 0 0,0 0-1 0 0,0-1 1 0 0,0 0 0 0 0,0 1 0 0 0,0-1 0 0 0,0 1 0 0 0,0-1 0 0 0,0 0 0 0 0,0 0 0 0 0,0 0 0 0 0,0 1-1 0 0,0-1 1 0 0,0 0 0 0 0,0 0 0 0 0,0 0 0 0 0,0-1 0 0 0,0 1 0 0 0,0 0 0 0 0,0 0 0 0 0,0-1-1 0 0,0 1 1 0 0,0 0 0 0 0,0-1 0 0 0,0 1 0 0 0,0-1 0 0 0,0 1 0 0 0,0-1 0 0 0,0 0 0 0 0,1-1 0 0 0,10-5 370 0 0,-1 0 0 0 0,0-1 0 0 0,14-14 1 0 0,-18 15-132 0 0,0 2-89 0 0,0 0-1 0 0,0 0 1 0 0,0 0-1 0 0,0 1 1 0 0,1 0-1 0 0,0 0 1 0 0,0 1-1 0 0,0 0 1 0 0,0 0-1 0 0,0 1 1 0 0,0 0-1 0 0,1 1 1 0 0,-1 0-1 0 0,14-1 1 0 0,-15 3-856 0 0,0-1 0 0 0,0 1 1 0 0,0 0-1 0 0,0 1 0 0 0,0 0 1 0 0,9 3-1 0 0,-19-16-4612 0 0,2 4 1625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7.1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72 3921 0 0,'10'8'647'0'0,"0"1"1"0"0,1-1 0 0 0,0-1-1 0 0,0 0 1 0 0,1-1 0 0 0,0 0-1 0 0,25 8 1 0 0,-33-13-548 0 0,0 0-1 0 0,0 0 1 0 0,1-1 0 0 0,-1 0 0 0 0,0 1-1 0 0,1-1 1 0 0,-1-1 0 0 0,0 1 0 0 0,1-1-1 0 0,-1 1 1 0 0,0-1 0 0 0,1-1-1 0 0,-1 1 1 0 0,0 0 0 0 0,0-1 0 0 0,0 0-1 0 0,0 0 1 0 0,0 0 0 0 0,-1-1 0 0 0,1 1-1 0 0,-1-1 1 0 0,1 0 0 0 0,-1 0 0 0 0,0 0-1 0 0,0 0 1 0 0,0 0 0 0 0,4-8 0 0 0,-4 6-58 0 0,0 1 1 0 0,-1-1 0 0 0,0 0 0 0 0,0-1 0 0 0,0 1 0 0 0,0 0 0 0 0,-1-1 0 0 0,0 1 0 0 0,0 0 0 0 0,0-10 0 0 0,0 14-35 0 0,-1-1 0 0 0,0 1 0 0 0,-1 0 0 0 0,1 0 0 0 0,0 0 0 0 0,0 0 0 0 0,0 0 0 0 0,-1 0 0 0 0,1 0 0 0 0,0 0 0 0 0,-1 0 0 0 0,1 0 0 0 0,-1 0 1 0 0,1 0-1 0 0,-1 0 0 0 0,1 0 0 0 0,-1 0 0 0 0,0 1 0 0 0,0-1 0 0 0,1 0 0 0 0,-1 0 0 0 0,-2 0 0 0 0,2 0-12 0 0,-1 1 0 0 0,0-1 0 0 0,0 1 0 0 0,1 0 0 0 0,-1 0 0 0 0,0 0 0 0 0,0 0 0 0 0,0 0 0 0 0,1 0-1 0 0,-1 1 1 0 0,0-1 0 0 0,0 1 0 0 0,1-1 0 0 0,-1 1 0 0 0,0 0 0 0 0,1-1 0 0 0,-1 1 0 0 0,0 0 0 0 0,-1 1 0 0 0,-18 10-199 0 0,0 1 1 0 0,1 1-1 0 0,-27 23 0 0 0,39-31 185 0 0,1 1 0 0 0,0 0 0 0 0,0 1 0 0 0,1-1 0 0 0,0 1-1 0 0,0 0 1 0 0,0 1 0 0 0,1-1 0 0 0,1 1 0 0 0,0 0 0 0 0,-5 12-1 0 0,8-10 22 0 0,0 0 0 0 0,0 0 1 0 0,1 0-1 0 0,0-1 0 0 0,1 1 0 0 0,0 0 0 0 0,1 0 0 0 0,0 0 0 0 0,1-1 0 0 0,0 1 0 0 0,1-1 0 0 0,0 0 0 0 0,0 0 0 0 0,1 0 0 0 0,0-1 0 0 0,1 0 0 0 0,0 0 0 0 0,11 13 0 0 0,-15-21 3 0 0,0 1 1 0 0,1 0 0 0 0,-1-1-1 0 0,1 1 1 0 0,-1-1-1 0 0,1 1 1 0 0,0-1-1 0 0,-1 0 1 0 0,1-1 0 0 0,0 1-1 0 0,0 0 1 0 0,0-1-1 0 0,0 1 1 0 0,-1-1-1 0 0,1 0 1 0 0,0 0 0 0 0,0 0-1 0 0,0 0 1 0 0,5-2-1 0 0,3-1 122 0 0,0 0 0 0 0,-1-1-1 0 0,1 0 1 0 0,9-7-1 0 0,-12 7 37 0 0,0 0 0 0 0,1 0-1 0 0,0 1 1 0 0,0 0-1 0 0,9-2 1 0 0,11 5 12 0 0,15-1-512 0 0,-24-7-2701 0 0,-19 8 2815 0 0,-1-1 0 0 0,0 0 0 0 0,1 0 0 0 0,-1 0 0 0 0,0 0-1 0 0,0 0 1 0 0,0 1 0 0 0,0-1 0 0 0,0 0 0 0 0,0 0 0 0 0,0 0 0 0 0,0 0 0 0 0,0 0 0 0 0,0 0-1 0 0,0 0 1 0 0,-1 0 0 0 0,1 1 0 0 0,0-1 0 0 0,-1 0 0 0 0,1 0 0 0 0,0 0 0 0 0,-1 1-1 0 0,1-1 1 0 0,-1 0 0 0 0,0 0 0 0 0,1 1 0 0 0,-2-2 0 0 0,1 0-211 0 0,-4-6-2193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7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1 141 6113 0 0,'6'7'660'0'0,"1"0"1"0"0,0-1-1 0 0,0 0 0 0 0,0 0 0 0 0,1-1 0 0 0,0 0 0 0 0,0-1 0 0 0,0 1 0 0 0,10 3 0 0 0,-13-7-629 0 0,0 0 0 0 0,0 0 0 0 0,0-1-1 0 0,0 0 1 0 0,0 0 0 0 0,0 0-1 0 0,0 0 1 0 0,0-1 0 0 0,0 1-1 0 0,0-1 1 0 0,0-1 0 0 0,0 1-1 0 0,0-1 1 0 0,-1 0 0 0 0,1 0-1 0 0,-1 0 1 0 0,1 0 0 0 0,6-6 0 0 0,1 1-249 0 0,-1-2 0 0 0,-1 1 1 0 0,1-1-1 0 0,-1-1 1 0 0,13-16-1 0 0,13-32-3750 0 0,-35 56 3717 0 0,0 0 1 0 0,0-1-1 0 0,0 1 0 0 0,-1 0 0 0 0,0-1 0 0 0,1 1 0 0 0,-1 0 0 0 0,0-1 0 0 0,0 1 0 0 0,0-1 1 0 0,-1-2-1 0 0,1-2-546 0 0,2-8-2228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7.9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3625 0 0,'1'50'4675'0'0,"9"54"0"0"0,-6-74-4290 0 0,1 0 1 0 0,2 0-1 0 0,1-1 0 0 0,1 0 0 0 0,22 45 0 0 0,-30-71-480 0 0,21 35-296 0 0,-21-37 269 0 0,-1 0 1 0 0,1 0 0 0 0,-1 0 0 0 0,1 0 0 0 0,0 0 0 0 0,-1 0 0 0 0,1 0 0 0 0,0 0 0 0 0,0 0-1 0 0,0-1 1 0 0,0 1 0 0 0,0 0 0 0 0,0 0 0 0 0,0-1 0 0 0,0 1 0 0 0,0-1 0 0 0,0 1 0 0 0,0-1 0 0 0,0 1-1 0 0,0-1 1 0 0,0 1 0 0 0,0-1 0 0 0,1 0 0 0 0,-1 0 0 0 0,0 0 0 0 0,0 0 0 0 0,0 0 0 0 0,0 0-1 0 0,2 0 1 0 0,-2-2-135 0 0,0 1 0 0 0,0-1-1 0 0,0 0 1 0 0,0 0 0 0 0,-1 0-1 0 0,1 0 1 0 0,-1 0 0 0 0,1 0-1 0 0,-1 0 1 0 0,0 0 0 0 0,1 0-1 0 0,-1 0 1 0 0,0-1 0 0 0,0 1-1 0 0,-1 0 1 0 0,1 0 0 0 0,0 0-1 0 0,-1 0 1 0 0,1 0 0 0 0,-3-3-1 0 0,2-1-532 0 0,-2-16-2557 0 0</inkml:trace>
  <inkml:trace contextRef="#ctx0" brushRef="#br0" timeOffset="1">29 155 3465 0 0,'3'5'424'0'0,"1"0"1"0"0,0 0-1 0 0,0-1 1 0 0,0 0-1 0 0,0 0 1 0 0,1 0-1 0 0,0 0 1 0 0,-1 0-1 0 0,1-1 1 0 0,1 0-1 0 0,-1 0 1 0 0,0-1-1 0 0,7 3 1 0 0,-9-4-519 0 0,1 0 0 0 0,-1 0 0 0 0,1 0 0 0 0,0 0 0 0 0,-1 0 0 0 0,1-1 0 0 0,-1 1 0 0 0,1-1 0 0 0,0 0 0 0 0,-1 0 0 0 0,1-1 0 0 0,0 1 0 0 0,-1-1 0 0 0,1 0 0 0 0,-1 0 1 0 0,1 0-1 0 0,-1 0 0 0 0,1-1 0 0 0,-1 1 0 0 0,0-1 0 0 0,1 0 0 0 0,2-2 0 0 0,0-7-2791 0 0,-3 4-85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8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4745 0 0,'2'12'1432'0'0,"1"8"-640"0"0,0 7-311 0 0,2-3-177 0 0,-4-2-184 0 0,1-8-104 0 0,0-1-88 0 0,-1-4-136 0 0,-1-2-128 0 0,0-3-177 0 0,0-2-175 0 0,-1-4-56 0 0,-1 1-80 0 0,-1-7-160 0 0,0 1-785 0 0,1 0 249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18.6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52 3321 0 0,'1'4'267'0'0,"0"-1"1"0"0,1 0-1 0 0,0 0 1 0 0,0 0 0 0 0,0 0-1 0 0,0 0 1 0 0,0 0-1 0 0,0 0 1 0 0,1-1 0 0 0,-1 1-1 0 0,1-1 1 0 0,0 0-1 0 0,0 0 1 0 0,0 0 0 0 0,0 0-1 0 0,0 0 1 0 0,0 0-1 0 0,1-1 1 0 0,-1 0 0 0 0,0 0-1 0 0,1 0 1 0 0,-1 0-1 0 0,6 1 1 0 0,-3-3-41 0 0,0 1-1 0 0,0-1 1 0 0,0 0 0 0 0,0-1 0 0 0,0 1-1 0 0,0-1 1 0 0,-1 0 0 0 0,1-1 0 0 0,-1 1-1 0 0,1-1 1 0 0,-1 0 0 0 0,0-1 0 0 0,6-4-1 0 0,18-18 928 0 0,-24 21-787 0 0,0 0 0 0 0,0 0 0 0 0,1 0 0 0 0,0 1 1 0 0,0-1-1 0 0,0 1 0 0 0,0 1 0 0 0,1-1 0 0 0,8-3 0 0 0,-14 8-313 0 0,0-1 0 0 0,-1 0-1 0 0,1 0 1 0 0,-1 0-1 0 0,1 0 1 0 0,-1 0 0 0 0,1 1-1 0 0,0-1 1 0 0,-1 0-1 0 0,1 1 1 0 0,-1-1-1 0 0,1 0 1 0 0,-1 1 0 0 0,1-1-1 0 0,-1 0 1 0 0,1 1-1 0 0,-1-1 1 0 0,0 1-1 0 0,1-1 1 0 0,-1 1 0 0 0,0-1-1 0 0,1 1 1 0 0,-1-1-1 0 0,0 1 1 0 0,1 0 0 0 0,-1-1-1 0 0,0 1 1 0 0,0 0-1 0 0,8 25 247 0 0,-3-12-232 0 0,5 4 496 0 0,-6-12-1260 0 0,0 2-1 0 0,0-1 1 0 0,-1 0-1 0 0,1 1 1 0 0,3 14 0 0 0,-7-21 477 0 0,0 1 1 0 0,0-1 0 0 0,0 0 0 0 0,0 1 0 0 0,0-1 0 0 0,0 0-1 0 0,0 1 1 0 0,0-1 0 0 0,0 0 0 0 0,-1 1 0 0 0,1-1 0 0 0,-1 0 0 0 0,1 0-1 0 0,-1 1 1 0 0,1-1 0 0 0,-1 0 0 0 0,0 0 0 0 0,0 0 0 0 0,1 0-1 0 0,-1 0 1 0 0,0 0 0 0 0,0 0 0 0 0,0 0 0 0 0,0 0 0 0 0,0 0 0 0 0,0-1-1 0 0,0 1 1 0 0,-1 0 0 0 0,1-1 0 0 0,0 1 0 0 0,0 0 0 0 0,0-1-1 0 0,-1 0 1 0 0,1 1 0 0 0,0-1 0 0 0,-1 0 0 0 0,1 0 0 0 0,0 0-1 0 0,-1 1 1 0 0,1-1 0 0 0,0-1 0 0 0,-1 1 0 0 0,-1 0 0 0 0,-8 0-1965 0 0,1 1-877 0 0</inkml:trace>
  <inkml:trace contextRef="#ctx0" brushRef="#br0" timeOffset="1">137 196 4273 0 0,'-1'2'337'0'0,"0"0"-1"0"0,0 0 1 0 0,0 0 0 0 0,1 0-1 0 0,-1 0 1 0 0,1 0 0 0 0,0 1 0 0 0,-1-1-1 0 0,1 0 1 0 0,0 0 0 0 0,0 0-1 0 0,0 0 1 0 0,1 0 0 0 0,-1 1 0 0 0,0-1-1 0 0,1 0 1 0 0,-1 0 0 0 0,1 0-1 0 0,0 0 1 0 0,0 0 0 0 0,0 0-1 0 0,0 0 1 0 0,0 0 0 0 0,0-1 0 0 0,0 1-1 0 0,1 0 1 0 0,2 2 0 0 0,-2-2-115 0 0,1-1 0 0 0,0 1 1 0 0,0-1-1 0 0,0 0 0 0 0,0 0 1 0 0,0 0-1 0 0,1 0 0 0 0,-1-1 1 0 0,0 1-1 0 0,0-1 0 0 0,0 0 1 0 0,0 0-1 0 0,1 0 0 0 0,-1 0 0 0 0,0-1 1 0 0,0 1-1 0 0,6-3 0 0 0,82-24 1970 0 0,-84 25-2378 0 0,1-1 0 0 0,-1-1 0 0 0,0 1 0 0 0,-1-1 0 0 0,1 0 0 0 0,-1-1 0 0 0,1 0 0 0 0,-1 0 0 0 0,-1 0 0 0 0,7-6 0 0 0,-12 10-42 0 0,0 0 1 0 0,0 1 0 0 0,1-1-1 0 0,-1 0 1 0 0,0 1-1 0 0,0-1 1 0 0,1 0-1 0 0,-1 1 1 0 0,0-1 0 0 0,0 0-1 0 0,0 1 1 0 0,0-1-1 0 0,0 0 1 0 0,0 0-1 0 0,0 1 1 0 0,0-1 0 0 0,-1 0-1 0 0,1 1 1 0 0,0-1-1 0 0,0 0 1 0 0,0 1-1 0 0,-1-1 1 0 0,1 0 0 0 0,0 1-1 0 0,-1-1 1 0 0,1 1-1 0 0,-1-1 1 0 0,1 0-1 0 0,-1 1 1 0 0,0-1 0 0 0,-15-14-4017 0 0,14 14 3945 0 0,-9-5-4156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6.3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1 3481 0 0,'-1'0'166'0'0,"1"0"1"0"0,-1 0 0 0 0,1 0-1 0 0,-1 0 1 0 0,0 0-1 0 0,1 0 1 0 0,-1 0 0 0 0,1 0-1 0 0,-1 0 1 0 0,0 0-1 0 0,1 0 1 0 0,-1 0 0 0 0,1 0-1 0 0,-1 1 1 0 0,1-1-1 0 0,-1 0 1 0 0,1 1 0 0 0,-1-1-1 0 0,1 0 1 0 0,-1 0 0 0 0,1 1-1 0 0,-1-1 1 0 0,1 1-1 0 0,0-1 1 0 0,-1 1 0 0 0,1-1-1 0 0,0 0 1 0 0,-1 1-1 0 0,1-1 1 0 0,0 1 0 0 0,-1-1-1 0 0,1 1 1 0 0,0 0-1 0 0,0-1 1 0 0,0 1 0 0 0,0-1-1 0 0,-1 1 1 0 0,1-1-1 0 0,0 1 1 0 0,0 0 0 0 0,0-1-1 0 0,0 1 1 0 0,2 1 96 0 0,-1 0 0 0 0,1-1 0 0 0,0 1 0 0 0,0-1 0 0 0,-1 1 0 0 0,1-1 0 0 0,0 0-1 0 0,0 1 1 0 0,0-1 0 0 0,5 1 0 0 0,4 3 111 0 0,0-1 0 0 0,0 0 0 0 0,1-1 0 0 0,13 2 0 0 0,59-6 924 0 0,-63 0-1020 0 0,1 0 0 0 0,0 1 0 0 0,0 2 0 0 0,-1 0 0 0 0,30 7 0 0 0,-5 4-78 0 0,7 3-61 0 0,66 9 0 0 0,-98-22-152 0 0,-1-1 0 0 0,0-1 0 0 0,1-1 1 0 0,-1-1-1 0 0,0-1 0 0 0,38-8 0 0 0,-28 1-23 0 0,-21 6-243 0 0,0 0 1 0 0,1 0-1 0 0,-1 1 0 0 0,15-1 1 0 0,-24 3 194 0 0,1 0 0 0 0,-1 0 0 0 0,0 0 0 0 0,0 0 0 0 0,0 0 0 0 0,1 1 0 0 0,-1-1 0 0 0,0 0 0 0 0,0 0 0 0 0,0 0 0 0 0,1 0 0 0 0,-1 1 0 0 0,0-1 0 0 0,0 0 0 0 0,0 0 1 0 0,0 0-1 0 0,0 1 0 0 0,1-1 0 0 0,-1 0 0 0 0,0 0 0 0 0,0 0 0 0 0,0 1 0 0 0,0-1 0 0 0,0 0 0 0 0,0 0 0 0 0,0 1 0 0 0,0-1 0 0 0,0 0 0 0 0,0 0 0 0 0,0 1 0 0 0,0-1 0 0 0,0 0 0 0 0,0 0 0 0 0,0 1 0 0 0,0-1 0 0 0,0 0 1 0 0,0 0-1 0 0,0 1 0 0 0,0-1 0 0 0,-1 0 0 0 0,1 0 0 0 0,0 0 0 0 0,0 1 0 0 0,0-1 0 0 0,0 0 0 0 0,0 0 0 0 0,-1 0 0 0 0,1 1 0 0 0,0-1 0 0 0,0 0 0 0 0,0 0 0 0 0,-1 0 0 0 0,1 0 0 0 0,0 0 0 0 0,0 1 0 0 0,0-1 1 0 0,-1 0-1 0 0,1 0 0 0 0,0 0 0 0 0,-12 12-5358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6.7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0 5409 0 0,'-1'4'542'0'0,"-1"0"0"0"0,0 1 0 0 0,1-1 0 0 0,0 0 0 0 0,0 1 0 0 0,0-1 0 0 0,1 0 0 0 0,-1 1 0 0 0,1-1 0 0 0,0 1 0 0 0,0-1 0 0 0,1 6 0 0 0,1-2-158 0 0,0 0 0 0 0,0 0 0 0 0,1 0-1 0 0,0 0 1 0 0,0-1 0 0 0,5 9 0 0 0,1-2-167 0 0,0 0 0 0 0,1 0 0 0 0,0-1 0 0 0,2-1 0 0 0,23 22 0 0 0,-22-24-145 0 0,0 0 1 0 0,0-1 0 0 0,1-1 0 0 0,1 0 0 0 0,0 0 0 0 0,25 8 0 0 0,-5-6 377 0 0,67 11-1 0 0,-104-17-203 0 0,-1 0 0 0 0,1 0 0 0 0,-1-1 1 0 0,0 1-1 0 0,0-1 0 0 0,0 1 0 0 0,0-1 0 0 0,-6 4 0 0 0,5-3-104 0 0,-28 29-186 0 0,2 2 1 0 0,2 2-1 0 0,0 1 1 0 0,3 0-1 0 0,1 2 1 0 0,-34 81 0 0 0,57-120-112 0 0,1 1 0 0 0,-1-1 0 0 0,1 1 0 0 0,-1-1 0 0 0,1 1 0 0 0,-1-1 0 0 0,1 1 0 0 0,0-1 0 0 0,0 1 0 0 0,0 0 0 0 0,0-1 0 0 0,0 1 0 0 0,0-1 0 0 0,0 1 0 0 0,1-1 1 0 0,-1 1-1 0 0,0-1 0 0 0,1 1 0 0 0,0 1 0 0 0,0-3-78 0 0,-1 1-1 0 0,1-1 1 0 0,0 0 0 0 0,-1 1 0 0 0,1-1 0 0 0,0 0 0 0 0,-1 0-1 0 0,1 0 1 0 0,0 1 0 0 0,0-1 0 0 0,-1 0 0 0 0,1 0 0 0 0,0 0-1 0 0,-1 0 1 0 0,1 0 0 0 0,0 0 0 0 0,0-1 0 0 0,-1 1-1 0 0,1 0 1 0 0,0 0 0 0 0,-1 0 0 0 0,1-1 0 0 0,0 1 0 0 0,-1 0-1 0 0,1-1 1 0 0,-1 1 0 0 0,1-1 0 0 0,0 1 0 0 0,-1 0 0 0 0,1-1-1 0 0,-1 1 1 0 0,1-1 0 0 0,-1 0 0 0 0,1 1 0 0 0,-1-1 0 0 0,0 1-1 0 0,1-1 1 0 0,-1 0 0 0 0,0 1 0 0 0,1-1 0 0 0,-1-1 0 0 0,10-7-4517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7.2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149 1 2705 0 0,'-11'7'484'0'0,"1"1"0"0"0,0 0 0 0 0,0 1 0 0 0,1 0 0 0 0,0 0 1 0 0,0 1-1 0 0,1 0 0 0 0,-10 17 0 0 0,10-13-343 0 0,0 0 0 0 0,1 0 0 0 0,1 1-1 0 0,1 0 1 0 0,0 0 0 0 0,1 0 0 0 0,0 1 0 0 0,2-1 0 0 0,-1 1-1 0 0,1 31 1 0 0,2-42-131 0 0,0-1-1 0 0,0 0 0 0 0,1 1 1 0 0,-1-1-1 0 0,1 0 1 0 0,0 0-1 0 0,0 1 1 0 0,1-1-1 0 0,-1 0 0 0 0,1 0 1 0 0,0-1-1 0 0,0 1 1 0 0,0 0-1 0 0,0 0 0 0 0,1-1 1 0 0,-1 1-1 0 0,1-1 1 0 0,0 0-1 0 0,0 0 1 0 0,1 0-1 0 0,-1 0 0 0 0,4 2 1 0 0,-2-3 40 0 0,0 0 1 0 0,1 0-1 0 0,-1 0 1 0 0,0 0-1 0 0,0-1 1 0 0,1 0-1 0 0,-1 0 1 0 0,1-1-1 0 0,-1 1 1 0 0,1-1-1 0 0,-1-1 1 0 0,1 1-1 0 0,-1-1 1 0 0,1 1-1 0 0,-1-2 1 0 0,11-2-1 0 0,6-4 347 0 0,-1 0 1 0 0,0-2-1 0 0,36-21 0 0 0,-45 24-149 0 0,0-1 0 0 0,-1 0 0 0 0,0-1 0 0 0,-1 0 0 0 0,0-1 0 0 0,0 0 0 0 0,12-18 0 0 0,-20 26-189 0 0,-1 0 0 0 0,1-1 1 0 0,-1 1-1 0 0,0-1 0 0 0,0 1 0 0 0,0-1 1 0 0,0 1-1 0 0,0-1 0 0 0,0 1 0 0 0,-1-1 1 0 0,1 0-1 0 0,-1 0 0 0 0,0 1 1 0 0,0-1-1 0 0,0 0 0 0 0,0 1 0 0 0,-1-1 1 0 0,1 0-1 0 0,-1 0 0 0 0,1 1 0 0 0,-3-5 1 0 0,1 2-8 0 0,0 1 0 0 0,-1 0 0 0 0,0 0 0 0 0,0 0-1 0 0,0 1 1 0 0,0-1 0 0 0,-1 1 0 0 0,1 0 0 0 0,-1 0 0 0 0,0 0 0 0 0,-6-4 0 0 0,0 1-134 0 0,-1 1 0 0 0,1 0 0 0 0,-1 1 0 0 0,1 0-1 0 0,-1 0 1 0 0,-1 1 0 0 0,1 1 0 0 0,0 0 0 0 0,-21-1-1 0 0,23 4-300 0 0,0 0 0 0 0,1 1 0 0 0,-1 0 0 0 0,1 1-1 0 0,-1 0 1 0 0,1 0 0 0 0,0 1 0 0 0,0 0-1 0 0,1 1 1 0 0,-9 5 0 0 0,-19 10-5668 0 0,29-13 2897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7.6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332 1 4537 0 0,'6'32'2425'0'0,"2"17"703"0"0,5 76-1 0 0,-13-112-3057 0 0,0 0 0 0 0,0 0-1 0 0,-1 0 1 0 0,-1 0 0 0 0,0-1 0 0 0,-1 1-1 0 0,-1 0 1 0 0,1-1 0 0 0,-2 0-1 0 0,0 0 1 0 0,-6 12 0 0 0,10-23-158 0 0,1-1 1 0 0,-1 1 0 0 0,0 0-1 0 0,1-1 1 0 0,-1 1 0 0 0,0 0-1 0 0,0-1 1 0 0,1 1 0 0 0,-1-1-1 0 0,0 1 1 0 0,0-1 0 0 0,0 1-1 0 0,0-1 1 0 0,1 0-1 0 0,-1 1 1 0 0,0-1 0 0 0,0 0-1 0 0,0 0 1 0 0,0 0 0 0 0,0 1-1 0 0,0-1 1 0 0,0 0 0 0 0,0 0-1 0 0,0-1 1 0 0,0 1 0 0 0,0 0-1 0 0,0 0 1 0 0,1 0 0 0 0,-1-1-1 0 0,0 1 1 0 0,0 0 0 0 0,0-1-1 0 0,0 1 1 0 0,0 0 0 0 0,0-1-1 0 0,-1-1 1 0 0,-38-28-1048 0 0,12 8 690 0 0,22 20 292 0 0,1 1 0 0 0,-1 0 0 0 0,0 0 0 0 0,1 1 0 0 0,-1-1 0 0 0,0 1 0 0 0,1 0 0 0 0,-1 1 0 0 0,0 0 0 0 0,1 0 0 0 0,-1 0 0 0 0,1 0 0 0 0,-1 1 0 0 0,1 0 0 0 0,0 0 0 0 0,-1 0 0 0 0,1 1 0 0 0,-6 4 0 0 0,-1-1 343 0 0,0 1 0 0 0,1 1 1 0 0,0 0-1 0 0,0 1 0 0 0,1 0 1 0 0,-14 16-1 0 0,22-23 15 0 0,0 0-1 0 0,0 0 1 0 0,1 0-1 0 0,-1 0 1 0 0,1 0-1 0 0,-1 0 1 0 0,1 0-1 0 0,0 0 1 0 0,0 1 0 0 0,0-1-1 0 0,0 0 1 0 0,0 1-1 0 0,1-1 1 0 0,-1 1-1 0 0,1-1 1 0 0,-1 1 0 0 0,1-1-1 0 0,0 1 1 0 0,0-1-1 0 0,0 4 1 0 0,2-4-43 0 0,-1 0-1 0 0,1-1 1 0 0,-1 1 0 0 0,1 0 0 0 0,-1-1-1 0 0,1 1 1 0 0,0-1 0 0 0,-1 0 0 0 0,1 0-1 0 0,0 0 1 0 0,0 0 0 0 0,0 0 0 0 0,0 0-1 0 0,0 0 1 0 0,1 0 0 0 0,-1-1 0 0 0,0 1 0 0 0,0-1-1 0 0,0 0 1 0 0,0 1 0 0 0,1-1 0 0 0,3-1-1 0 0,37 2 450 0 0,1-2 0 0 0,-1-2 0 0 0,0-1 0 0 0,0-3-1 0 0,50-14 1 0 0,52-8 60 0 0,-142 28-748 0 0,0 1-1 0 0,0 0 1 0 0,0 0 0 0 0,0 0 0 0 0,0 0-1 0 0,0 0 1 0 0,0 0 0 0 0,-1 1 0 0 0,1-1-1 0 0,0 1 1 0 0,0 0 0 0 0,0 0 0 0 0,-1 0-1 0 0,1 0 1 0 0,0 1 0 0 0,-1-1-1 0 0,1 1 1 0 0,-1-1 0 0 0,3 3 0 0 0,18 11-4202 0 0,-22-15 3999 0 0,0 1 0 0 0,0-1 0 0 0,1 0 0 0 0,-1 1-1 0 0,0-1 1 0 0,0 0 0 0 0,0 0 0 0 0,0 0 0 0 0,0 0 0 0 0,0 0 0 0 0,0 0 0 0 0,0 0 0 0 0,0 0-1 0 0,0 0 1 0 0,1 0 0 0 0,0-1 0 0 0,8-1-2661 0 0,3 4-782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8.0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0 3697 0 0,'-3'6'756'0'0,"1"0"1"0"0,-1 1-1 0 0,1-1 1 0 0,0 1-1 0 0,1 0 1 0 0,-1-1-1 0 0,1 1 1 0 0,0 0-1 0 0,1 0 0 0 0,0 7 1 0 0,8 77 634 0 0,-3-45-528 0 0,-3-13-716 0 0,-3-20-271 0 0,2 1-1 0 0,-1-1 1 0 0,2 0 0 0 0,0 0 0 0 0,0 0 0 0 0,1 0 0 0 0,1 0 0 0 0,0 0 0 0 0,7 12-1 0 0,-11-25 33 0 0,0 1 0 0 0,0-1 0 0 0,1 1 0 0 0,-1-1-1 0 0,0 0 1 0 0,0 1 0 0 0,1-1 0 0 0,-1 0-1 0 0,0 1 1 0 0,1-1 0 0 0,-1 0 0 0 0,0 0-1 0 0,1 1 1 0 0,-1-1 0 0 0,1 0 0 0 0,-1 0-1 0 0,0 0 1 0 0,1 1 0 0 0,-1-1 0 0 0,1 0 0 0 0,-1 0-1 0 0,1 0 1 0 0,-1 0 0 0 0,0 0 0 0 0,1 0-1 0 0,-1 0 1 0 0,1 0 0 0 0,-1 0 0 0 0,1 0-1 0 0,-1 0 1 0 0,1 0 0 0 0,-1 0 0 0 0,0 0-1 0 0,1 0 1 0 0,-1-1 0 0 0,1 1 0 0 0,-1 0-1 0 0,0 0 1 0 0,1 0 0 0 0,-1-1 0 0 0,1 1 0 0 0,-1 0-1 0 0,0 0 1 0 0,1-1 0 0 0,-1 1 0 0 0,0 0-1 0 0,1-1 1 0 0,-1 1 0 0 0,0-1 0 0 0,0 1-1 0 0,0 0 1 0 0,1-1 0 0 0,-1 1 0 0 0,0-1-1 0 0,0 1 1 0 0,0-1 0 0 0,9-7-2260 0 0,9 6-1184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8.3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162 1 6881 0 0,'16'46'3216'0'0,"39"132"1560"0"0,-49-152-4536 0 0,-1 1 0 0 0,-1-1 0 0 0,-1 1 0 0 0,-2 49 0 0 0,-2-67-195 0 0,0 1 1 0 0,0-1 0 0 0,-1 0-1 0 0,0 1 1 0 0,-1-1-1 0 0,-6 16 1 0 0,8-24-67 0 0,1 1 1 0 0,-1 0-1 0 0,0-1 0 0 0,0 1 1 0 0,0-1-1 0 0,0 1 1 0 0,0-1-1 0 0,0 0 0 0 0,0 1 1 0 0,-1-1-1 0 0,1 0 0 0 0,0 0 1 0 0,-1 0-1 0 0,1 0 0 0 0,-1 0 1 0 0,1 0-1 0 0,-1 0 1 0 0,1 0-1 0 0,-1-1 0 0 0,0 1 1 0 0,1 0-1 0 0,-1-1 0 0 0,0 0 1 0 0,0 1-1 0 0,1-1 0 0 0,-1 0 1 0 0,0 0-1 0 0,0 0 1 0 0,1 0-1 0 0,-1 0 0 0 0,0 0 1 0 0,0-1-1 0 0,1 1 0 0 0,-1 0 1 0 0,0-1-1 0 0,0 0 0 0 0,1 1 1 0 0,-1-1-1 0 0,1 0 1 0 0,-1 0-1 0 0,1 0 0 0 0,-3-1 1 0 0,-10-9-192 0 0,0 0 1 0 0,1-1 0 0 0,0-1-1 0 0,1 0 1 0 0,0-1-1 0 0,-16-25 1 0 0,-34-37-108 0 0,107 56 1369 0 0,-17 3-421 0 0,1 2 0 0 0,0 0-1 0 0,45-15 1 0 0,-62 27-566 0 0,0 0 1 0 0,0 0 0 0 0,0 1-1 0 0,0 1 1 0 0,1 0 0 0 0,-1 0-1 0 0,0 2 1 0 0,0-1 0 0 0,1 1-1 0 0,-1 1 1 0 0,0 0 0 0 0,18 6 0 0 0,-29-7-209 0 0,0 0 0 0 0,0-1 1 0 0,1 1-1 0 0,-1-1 1 0 0,0 0-1 0 0,1 1 1 0 0,-1-1-1 0 0,1 0 1 0 0,-1 0-1 0 0,0 0 1 0 0,1 0-1 0 0,-1 0 1 0 0,1 0-1 0 0,-1 0 0 0 0,0-1 1 0 0,1 1-1 0 0,-1 0 1 0 0,0-1-1 0 0,1 1 1 0 0,-1-1-1 0 0,0 0 1 0 0,0 1-1 0 0,1-1 1 0 0,-1 0-1 0 0,0 0 1 0 0,0 1-1 0 0,0-1 0 0 0,0 0 1 0 0,0 0-1 0 0,0 0 1 0 0,0 0-1 0 0,0-1 1 0 0,-1 1-1 0 0,1 0 1 0 0,0 0-1 0 0,-1 0 1 0 0,1-1-1 0 0,0 1 1 0 0,-1 0-1 0 0,0-1 1 0 0,1 1-1 0 0,-1 0 0 0 0,0-3 1 0 0,1 1-382 0 0,0 0 0 0 0,1 0 0 0 0,-1 0 1 0 0,0 1-1 0 0,1-1 0 0 0,-1 0 0 0 0,1 1 0 0 0,0-1 0 0 0,0 1 0 0 0,3-3 1 0 0,9-1-3021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8.7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2897 0 0,'2'41'7062'0'0,"4"0"-3664"0"0,3 44-729 0 0,-17 103-910 0 0,1 33-1369 0 0,7-219-423 0 0,4 51-423 0 0,-4-52 389 0 0,0 0 1 0 0,0 0-1 0 0,0 1 1 0 0,0-1-1 0 0,0 0 0 0 0,0 1 1 0 0,1-1-1 0 0,-1 0 1 0 0,0 0-1 0 0,1 0 0 0 0,-1 1 1 0 0,1-1-1 0 0,-1 0 1 0 0,1 0-1 0 0,-1 0 1 0 0,1 0-1 0 0,0 0 0 0 0,0 0 1 0 0,0 0-1 0 0,-1 0 1 0 0,1 0-1 0 0,0 0 0 0 0,0 0 1 0 0,0 0-1 0 0,0-1 1 0 0,1 1-1 0 0,-1 0 1 0 0,0-1-1 0 0,0 1 0 0 0,0-1 1 0 0,0 1-1 0 0,3-1 1 0 0,-3 0-69 0 0,1-1-1 0 0,-1 1 1 0 0,0-1 0 0 0,1 0 0 0 0,-1 0 0 0 0,0 0 0 0 0,1 0 0 0 0,-1 1 0 0 0,0-2 0 0 0,0 1-1 0 0,0 0 1 0 0,0 0 0 0 0,0 0 0 0 0,0 0 0 0 0,0-1 0 0 0,-1 1 0 0 0,1 0 0 0 0,0-1 0 0 0,-1 1 0 0 0,1-1-1 0 0,-1 1 1 0 0,1-2 0 0 0,7-37-3785 0 0,-7 33 2921 0 0,3-23-3918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9.1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4081 0 0,'3'0'364'0'0,"0"0"1"0"0,0-1 0 0 0,0 1-1 0 0,0 0 1 0 0,0 0-1 0 0,0 1 1 0 0,-1-1-1 0 0,1 1 1 0 0,0-1-1 0 0,0 1 1 0 0,0 0-1 0 0,-1 0 1 0 0,1 0 0 0 0,0 0-1 0 0,-1 1 1 0 0,1-1-1 0 0,-1 1 1 0 0,4 2-1 0 0,46 40 713 0 0,-35-28-772 0 0,13 18 73 0 0,-28-32-604 0 0,0 0 1 0 0,-1 0-1 0 0,1 0 1 0 0,-1 0-1 0 0,0 1 1 0 0,0-1-1 0 0,0 0 1 0 0,0 0 0 0 0,0 1-1 0 0,0-1 1 0 0,-1 1-1 0 0,1-1 1 0 0,-1 0-1 0 0,0 1 1 0 0,0-1-1 0 0,0 4 1 0 0,0-6 37 0 0,0 1 1 0 0,0-1-1 0 0,-1 1 1 0 0,1-1-1 0 0,0 1 0 0 0,-1-1 1 0 0,1 1-1 0 0,-1-1 1 0 0,1 0-1 0 0,-1 1 0 0 0,1-1 1 0 0,-1 1-1 0 0,1-1 1 0 0,-1 0-1 0 0,1 0 0 0 0,-1 1 1 0 0,1-1-1 0 0,-1 0 1 0 0,1 0-1 0 0,-1 0 0 0 0,0 1 1 0 0,1-1-1 0 0,-1 0 1 0 0,1 0-1 0 0,-1 0 0 0 0,0 0 1 0 0,-6 1-2594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9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39 4193 0 0,'-1'4'710'0'0,"-1"-1"0"0"0,0 1 1 0 0,1-1-1 0 0,0 1 0 0 0,0 0 1 0 0,0 0-1 0 0,1-1 0 0 0,-1 1 1 0 0,1 0-1 0 0,0 4 0 0 0,0-5-524 0 0,0 0 0 0 0,1-1 0 0 0,-1 1 0 0 0,1 0 0 0 0,0-1 0 0 0,0 1 0 0 0,0-1 0 0 0,0 1 0 0 0,0-1 0 0 0,0 0 0 0 0,1 1 0 0 0,2 2 0 0 0,-1-2-170 0 0,-1 0 0 0 0,1-1 1 0 0,0 0-1 0 0,1 1 1 0 0,-1-1-1 0 0,0 0 1 0 0,1 0-1 0 0,-1-1 0 0 0,1 1 1 0 0,-1-1-1 0 0,1 0 1 0 0,0 0-1 0 0,-1 0 1 0 0,1 0-1 0 0,0-1 0 0 0,0 1 1 0 0,0-1-1 0 0,0 0 1 0 0,-1 0-1 0 0,8-2 0 0 0,9-1-71 0 0,0-2-1 0 0,-1 0 0 0 0,0-1 0 0 0,0-1 0 0 0,0-1 0 0 0,29-17 0 0 0,-24 10-1986 0 0,0 0 0 0 0,23-20 0 0 0,-46 34 1815 0 0,0 1-1 0 0,0-1 1 0 0,0 0 0 0 0,-1 1-1 0 0,1-1 1 0 0,0 0 0 0 0,0 0 0 0 0,-1 1-1 0 0,1-1 1 0 0,0 0 0 0 0,-1 0-1 0 0,1 0 1 0 0,-1 0 0 0 0,1 0-1 0 0,-1 0 1 0 0,1 0 0 0 0,-1 0-1 0 0,0 0 1 0 0,1 0 0 0 0,-1 0-1 0 0,0-2 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19.8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70 1 1192 0 0,'-7'10'1064'0'0,"1"1"0"0"0,1 1 0 0 0,0-1 0 0 0,-4 16 0 0 0,-20 93 2394 0 0,27-108-3178 0 0,0-1-81 0 0,0 0 1 0 0,1-1-1 0 0,0 1 0 0 0,0 0 0 0 0,1 0 1 0 0,2 13-1 0 0,-2-22-159 0 0,0 0 1 0 0,1 0 0 0 0,-1-1-1 0 0,1 1 1 0 0,0-1 0 0 0,-1 1-1 0 0,1 0 1 0 0,0-1 0 0 0,0 1-1 0 0,0-1 1 0 0,0 0 0 0 0,0 1-1 0 0,0-1 1 0 0,0 0 0 0 0,0 0-1 0 0,1 1 1 0 0,-1-1 0 0 0,3 1-1 0 0,-2-1-1 0 0,1 0 0 0 0,-1-1 0 0 0,1 1 0 0 0,-1-1 0 0 0,1 1 0 0 0,-1-1 0 0 0,1 0 0 0 0,-1 0-1 0 0,1 0 1 0 0,-1-1 0 0 0,1 1 0 0 0,-1 0 0 0 0,1-1 0 0 0,-1 0 0 0 0,0 0 0 0 0,1 1 0 0 0,1-3-1 0 0,14-4 230 0 0,0-2-1 0 0,-1 0 0 0 0,0-1 0 0 0,28-22 0 0 0,-36 25-143 0 0,0 0 1 0 0,0-1-1 0 0,-1 0 1 0 0,-1-1-1 0 0,1 0 1 0 0,-1 0-1 0 0,-1 0 1 0 0,0-1-1 0 0,8-16 1 0 0,-13 25-98 0 0,-1 0 1 0 0,0 0-1 0 0,1 0 0 0 0,-1 0 0 0 0,0-1 1 0 0,1 1-1 0 0,-1 0 0 0 0,0 0 0 0 0,0 0 1 0 0,0 0-1 0 0,0 0 0 0 0,0 0 1 0 0,0 0-1 0 0,0 0 0 0 0,-1 0 0 0 0,1-1 1 0 0,0 1-1 0 0,0 0 0 0 0,-1 0 0 0 0,1 0 1 0 0,-1 0-1 0 0,1 0 0 0 0,-1 0 0 0 0,0 1 1 0 0,1-1-1 0 0,-1 0 0 0 0,0 0 1 0 0,1 0-1 0 0,-2-1 0 0 0,-1 0 0 0 0,0 1 0 0 0,0-1-1 0 0,-1 0 1 0 0,1 1 0 0 0,0 0 0 0 0,-1-1 0 0 0,1 1-1 0 0,0 1 1 0 0,-6-2 0 0 0,-9 0-284 0 0,1 1 0 0 0,-33 2 0 0 0,35 1-681 0 0,-1 0 0 0 0,0 1 0 0 0,1 0 1 0 0,0 2-1 0 0,-18 6 0 0 0,38-20-4336 0 0,0-1 3521 0 0,5-2-870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20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96 3929 0 0,'2'9'828'0'0,"0"-1"0"0"0,1 0 0 0 0,-1 0 0 0 0,2 0 0 0 0,-1-1 0 0 0,1 1 0 0 0,0-1-1 0 0,1 0 1 0 0,-1 0 0 0 0,1 0 0 0 0,7 6 0 0 0,-10-11-731 0 0,0 1-1 0 0,1-1 1 0 0,-1 0 0 0 0,1 0-1 0 0,0 0 1 0 0,-1-1-1 0 0,1 1 1 0 0,0-1-1 0 0,0 1 1 0 0,0-1-1 0 0,0 0 1 0 0,0 0 0 0 0,0 0-1 0 0,1-1 1 0 0,-1 1-1 0 0,0-1 1 0 0,0 0-1 0 0,0 0 1 0 0,1 0 0 0 0,-1 0-1 0 0,0 0 1 0 0,0-1-1 0 0,0 1 1 0 0,1-1-1 0 0,-1 0 1 0 0,0 0-1 0 0,0 0 1 0 0,0-1 0 0 0,0 1-1 0 0,-1 0 1 0 0,5-3-1 0 0,8-7-29 0 0,0-1-1 0 0,0 0 0 0 0,-1 0 0 0 0,0-2 0 0 0,14-17 1 0 0,52-80 634 0 0,-80 116-666 0 0,-1 0 1 0 0,1 1-1 0 0,0-1 0 0 0,1 0 0 0 0,0 1 0 0 0,-1-1 1 0 0,2 0-1 0 0,-1 1 0 0 0,4 8 0 0 0,1 9 1 0 0,-3 8 19 0 0,-1 0-1 0 0,-1 1 0 0 0,-2-1 0 0 0,-7 45 1 0 0,-1 47-2405 0 0,9-122 2191 0 0,0 0-1 0 0,0 0 0 0 0,-1 0 0 0 0,1 0 1 0 0,0 0-1 0 0,0 0 0 0 0,0 0 0 0 0,0 0 1 0 0,0 0-1 0 0,1 0 0 0 0,-1 0 0 0 0,0 0 1 0 0,0 0-1 0 0,1 0 0 0 0,-1 0 0 0 0,0 0 1 0 0,1 0-1 0 0,-1 0 0 0 0,1 0 0 0 0,-1 0 1 0 0,1 0-1 0 0,0-1 0 0 0,0 2 0 0 0,12-16-3376 0 0,8-38-756 0 0,-14 23 2054 0 0,3 0 143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20.5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4745 0 0,'8'17'2085'0'0,"-1"0"1"0"0,-1 1-1 0 0,8 34 0 0 0,-9-23-591 0 0,3 54-1 0 0,-18 144-1337 0 0,5-177 471 0 0,-1-5-573 0 0,4-30-276 0 0,0-1 0 0 0,0 1 0 0 0,2 20 0 0 0,0-35 178 0 0,0 0 0 0 0,0 0-1 0 0,0 0 1 0 0,0 0 0 0 0,0 0-1 0 0,0 0 1 0 0,0 0 0 0 0,0 0 0 0 0,0 0-1 0 0,0 0 1 0 0,0 0 0 0 0,0 0-1 0 0,0 0 1 0 0,1-1 0 0 0,-1 1 0 0 0,0 0-1 0 0,0 0 1 0 0,0 0 0 0 0,0 0-1 0 0,0 0 1 0 0,0 0 0 0 0,0 0 0 0 0,0 0-1 0 0,0 0 1 0 0,0 0 0 0 0,0 0-1 0 0,1 0 1 0 0,-1 0 0 0 0,0 0-1 0 0,0 0 1 0 0,0 0 0 0 0,0 0 0 0 0,0 0-1 0 0,0 0 1 0 0,0 0 0 0 0,0 0-1 0 0,0 0 1 0 0,0 0 0 0 0,0 0 0 0 0,0 0-1 0 0,1 0 1 0 0,-1 0 0 0 0,0 0-1 0 0,0 1 1 0 0,0-1 0 0 0,0 0 0 0 0,0 0-1 0 0,0 0 1 0 0,6-16-1408 0 0,4-19-790 0 0,-4-26-2153 0 0,-1 26 472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20.8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 5305 0 0,'0'2'285'0'0,"0"0"-1"0"0,0-1 0 0 0,1 1 1 0 0,-1 0-1 0 0,0-1 0 0 0,1 1 1 0 0,-1-1-1 0 0,1 1 1 0 0,0-1-1 0 0,-1 1 0 0 0,1-1 1 0 0,0 1-1 0 0,0-1 1 0 0,0 0-1 0 0,0 1 0 0 0,0-1 1 0 0,2 2-1 0 0,28 14 1410 0 0,-24-15-1561 0 0,0-1 1 0 0,0 1-1 0 0,0-1 1 0 0,0 0-1 0 0,0-1 1 0 0,0 0-1 0 0,12-1 0 0 0,-9 0 28 0 0,0-1-1 0 0,0 0 1 0 0,-1 0-1 0 0,1-1 1 0 0,-1 0-1 0 0,1-1 0 0 0,-1 0 1 0 0,0 0-1 0 0,-1-1 1 0 0,1 0-1 0 0,-1-1 0 0 0,0 0 1 0 0,10-9-1 0 0,-25 15 86 0 0,-1 1 0 0 0,0 0 0 0 0,1 1 1 0 0,-1 0-1 0 0,-9 4 0 0 0,-30 5-192 0 0,38-10-63 0 0,-1 1 0 0 0,1 0 1 0 0,0 0-1 0 0,0 1 0 0 0,0 0 0 0 0,0 1 0 0 0,1 0 0 0 0,-1 0 0 0 0,-14 11 0 0 0,21-13-19 0 0,1 0 0 0 0,-1 0 0 0 0,1 1 1 0 0,0-1-1 0 0,0 0 0 0 0,0 1 0 0 0,0-1 0 0 0,0 1 0 0 0,0-1 0 0 0,1 1 1 0 0,-1 0-1 0 0,1-1 0 0 0,0 1 0 0 0,0 0 0 0 0,0-1 0 0 0,0 1 0 0 0,0-1 1 0 0,0 1-1 0 0,1 0 0 0 0,-1-1 0 0 0,1 1 0 0 0,0-1 0 0 0,0 1 0 0 0,0-1 1 0 0,0 1-1 0 0,2 2 0 0 0,-2-2-4 0 0,0-1 1 0 0,0 0-1 0 0,0 0 1 0 0,1 0-1 0 0,-1 0 1 0 0,1 0-1 0 0,-1 0 1 0 0,1 0-1 0 0,0 0 0 0 0,-1-1 1 0 0,1 1-1 0 0,0-1 1 0 0,0 1-1 0 0,0-1 1 0 0,1 0-1 0 0,-1 0 1 0 0,0 0-1 0 0,0 0 0 0 0,1 0 1 0 0,-1 0-1 0 0,0 0 1 0 0,1-1-1 0 0,-1 1 1 0 0,1-1-1 0 0,-1 0 1 0 0,1 0-1 0 0,-1 0 0 0 0,3 0 1 0 0,7-3 6 0 0,6-2 166 0 0,0 1 0 0 0,1 1 0 0 0,0 0 0 0 0,-1 2 0 0 0,1 0 0 0 0,20 2-1 0 0,7 1 236 0 0,-28-2-210 0 0,0 1-1 0 0,30 6 1 0 0,-53-40-9658 0 0,5 18 6398 0 0,-1 4-120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21.2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97 2993 0 0,'6'5'4874'0'0,"22"17"-1712"0"0,-16-16-2501 0 0,1-1-1 0 0,0-1 1 0 0,0 0-1 0 0,0-1 0 0 0,1 0 1 0 0,-1-1-1 0 0,26 1 1 0 0,101-6 831 0 0,-105 1-1293 0 0,-24 2-199 0 0,166-14 524 0 0,-149 10-730 0 0,-1-1 0 0 0,-1-1 0 0 0,1-1 0 0 0,35-15 0 0 0,-34 4-1536 0 0,-26 16 1316 0 0,-1 1 1 0 0,1-1 0 0 0,-1 0-1 0 0,0 0 1 0 0,0 0-1 0 0,1 0 1 0 0,-1 0-1 0 0,0 0 1 0 0,0 0-1 0 0,-1 0 1 0 0,1 0 0 0 0,0 0-1 0 0,-1 0 1 0 0,1-1-1 0 0,-1 1 1 0 0,0 0-1 0 0,0 0 1 0 0,0-1-1 0 0,0 1 1 0 0,0 0 0 0 0,0 0-1 0 0,-1 0 1 0 0,1-1-1 0 0,-1 1 1 0 0,-1-4-1 0 0,-1-8-3228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34.7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82 192 5881 0 0,'-44'18'5139'0'0,"21"-7"-4049"0"0,24-11-1075 0 0,-1-1-1 0 0,0 1 0 0 0,0 0 0 0 0,0 0 1 0 0,0 0-1 0 0,0 0 0 0 0,0 0 0 0 0,0 0 0 0 0,0-1 1 0 0,0 1-1 0 0,0 0 0 0 0,0 0 0 0 0,0 0 0 0 0,0 0 1 0 0,0 0-1 0 0,0-1 0 0 0,-1 1 0 0 0,1 0 0 0 0,0 0 1 0 0,0 0-1 0 0,0 0 0 0 0,0 0 0 0 0,0 0 0 0 0,0 0 1 0 0,0-1-1 0 0,0 1 0 0 0,0 0 0 0 0,0 0 0 0 0,-1 0 1 0 0,1 0-1 0 0,0 0 0 0 0,0 0 0 0 0,0 0 0 0 0,0 0 1 0 0,0 0-1 0 0,0 0 0 0 0,-1 0 0 0 0,1 0 0 0 0,0 0 1 0 0,0 0-1 0 0,0-1 0 0 0,0 1 0 0 0,0 0 0 0 0,0 0 1 0 0,-1 0-1 0 0,1 0 0 0 0,0 0 0 0 0,0 1 1 0 0,0-1-1 0 0,0 0 0 0 0,0 0 0 0 0,-1 0 0 0 0,1 0 1 0 0,0 0-1 0 0,0 0 0 0 0,0 0 0 0 0,0 0 0 0 0,0 0 1 0 0,0 0-1 0 0,14-21 472 0 0,-10 17-114 0 0,-1 0 0 0 0,0 0 0 0 0,0-1-1 0 0,0 1 1 0 0,-1-1 0 0 0,1 1 0 0 0,-1-1 0 0 0,0 0 0 0 0,1-6 0 0 0,-3 11-333 0 0,0-1 0 0 0,0 1 1 0 0,0 0-1 0 0,0 0 0 0 0,0-1 0 0 0,0 1 1 0 0,0 0-1 0 0,0 0 0 0 0,0-1 1 0 0,0 1-1 0 0,0 0 0 0 0,0 0 1 0 0,0 0-1 0 0,0-1 0 0 0,-1 1 1 0 0,1-1 156 0 0,0 1-157 0 0,-1 0 1 0 0,1 0-1 0 0,0 0 0 0 0,0 0 1 0 0,0-1-1 0 0,-1 1 0 0 0,1 0 1 0 0,0 0-1 0 0,0 0 0 0 0,-1 0 0 0 0,1 0 1 0 0,0 0-1 0 0,0 0 0 0 0,-1 0 1 0 0,1 0-1 0 0,0 0 0 0 0,0 0 1 0 0,0 0-1 0 0,-1 0 0 0 0,1 0 0 0 0,0 0 1 0 0,-1 0-1 0 0,-15 6 763 0 0,-11 13-154 0 0,27-19-645 0 0,0 0 0 0 0,0 0 0 0 0,-1 1 1 0 0,1-1-1 0 0,0 0 0 0 0,0 0 0 0 0,0 0 0 0 0,-1 1 0 0 0,1-1 1 0 0,0 0-1 0 0,0 1 0 0 0,0-1 0 0 0,0 0 0 0 0,0 0 0 0 0,-1 1 0 0 0,1-1 1 0 0,0 0-1 0 0,0 1 0 0 0,0-1 0 0 0,0 0 0 0 0,0 1 0 0 0,0-1 1 0 0,0 0-1 0 0,0 1 0 0 0,0-1 0 0 0,0 0 0 0 0,0 0 0 0 0,0 1 0 0 0,0-1 1 0 0,1 0-1 0 0,-1 1 0 0 0,0-1 0 0 0,0 0 0 0 0,0 1 0 0 0,0-1 1 0 0,0 0-1 0 0,1 0 0 0 0,-1 1 0 0 0,0-1 0 0 0,0 0 0 0 0,1 0 1 0 0,-1 0-1 0 0,0 1 0 0 0,0-1 0 0 0,1 0 0 0 0,18 1 57 0 0,21-11 166 0 0,-25 4-73 0 0,-9 2-11 0 0,1 1-1 0 0,0 0 0 0 0,0 1 1 0 0,0-1-1 0 0,1 1 1 0 0,-1 1-1 0 0,1-1 0 0 0,-1 1 1 0 0,1 0-1 0 0,-1 1 0 0 0,1 0 1 0 0,-1 0-1 0 0,13 3 0 0 0,-9-1-113 0 0,1-1-1 0 0,0 0 0 0 0,0-1 0 0 0,1 0 1 0 0,-1 0-1 0 0,0-1 0 0 0,15-4 0 0 0,-17 3-18 0 0,0 0 1 0 0,0 1-1 0 0,1 0 0 0 0,-1 0 0 0 0,0 1 0 0 0,1 1 0 0 0,-1 0 0 0 0,0 0 0 0 0,1 1 0 0 0,16 5 0 0 0,-16-4 0 0 0,1 0 1 0 0,-1-1 0 0 0,1 0 0 0 0,-1 0 0 0 0,1-1 0 0 0,0-1 0 0 0,-1 0-1 0 0,1-1 1 0 0,14-2 0 0 0,-17 1 5 0 0,1 1 0 0 0,-1 0-1 0 0,1 0 1 0 0,0 1 0 0 0,-1 0-1 0 0,1 1 1 0 0,0 0 0 0 0,-1 1-1 0 0,1 0 1 0 0,-1 0 0 0 0,0 1-1 0 0,0 0 1 0 0,0 1 0 0 0,9 4-1 0 0,-11-4 9 0 0,-1 0 0 0 0,1-1 0 0 0,0 0 0 0 0,1 0 0 0 0,-1 0 0 0 0,0-1 0 0 0,1 0 0 0 0,-1-1 0 0 0,1 0 0 0 0,0 0 0 0 0,-1 0 0 0 0,1-1 0 0 0,0 0 0 0 0,8-2 0 0 0,8-2 59 0 0,0-1 0 0 0,-1-1 0 0 0,26-11 1 0 0,-27 9-25 0 0,0 1 1 0 0,0 1 0 0 0,44-6 0 0 0,-53 11-52 0 0,-1 2 0 0 0,1 0 1 0 0,18 4-1 0 0,-19-3-1 0 0,1 0 1 0 0,0-1-1 0 0,21 0 0 0 0,-1-5 9 0 0,47-13 0 0 0,-61 11-8 0 0,1 1 1 0 0,0 1-1 0 0,-1 1 1 0 0,1 1-1 0 0,0 0 1 0 0,0 2-1 0 0,29 2 1 0 0,-37 1 0 0 0,-1 0 0 0 0,-1 1 0 0 0,18 8 0 0 0,-22-9 0 0 0,1 0 0 0 0,-1 0 0 0 0,1 0 0 0 0,0-1 0 0 0,0 0 0 0 0,-1-1 0 0 0,1 1 0 0 0,1-1 0 0 0,-1 0 0 0 0,0-1 0 0 0,0 0 0 0 0,10-1 0 0 0,78-21 73 0 0,-73 16-53 0 0,0 0-1 0 0,0 2 1 0 0,1 0-1 0 0,0 1 1 0 0,28 1-1 0 0,11 2 38 0 0,0-3 0 0 0,115-19 0 0 0,-165 21-63 0 0,-1 1 0 0 0,1 0 1 0 0,-1 1-1 0 0,1 1 0 0 0,-1 0 0 0 0,0 0 0 0 0,0 1 0 0 0,20 8 1 0 0,-16-6-3 0 0,0-1 0 0 0,0 0 0 0 0,31 4 0 0 0,-25-9 8 0 0,0 0 1 0 0,1-2-1 0 0,-1 0 1 0 0,0-1-1 0 0,31-11 0 0 0,-33 9-3 0 0,0 1-1 0 0,1 0 0 0 0,-1 2 0 0 0,1 0 0 0 0,0 1 1 0 0,0 1-1 0 0,20 1 0 0 0,-5 3 6 0 0,1-1 0 0 0,-1-2 0 0 0,0-2 0 0 0,1-1 0 0 0,-1-2 0 0 0,55-14-1 0 0,-68 15-4 0 0,0 0 0 0 0,0 1 0 0 0,0 2-1 0 0,0 0 1 0 0,0 1 0 0 0,31 5 0 0 0,47-5 27 0 0,-6 0-111 0 0,-52 4 98 0 0,-1-2 0 0 0,1-1 0 0 0,0-2-1 0 0,-1-3 1 0 0,1-1 0 0 0,-1-1 0 0 0,41-14 0 0 0,-69 18-58 0 0,0 1 1 0 0,0 0-1 0 0,0 0 1 0 0,1 2 0 0 0,-1-1-1 0 0,0 2 1 0 0,0 0-1 0 0,13 3 1 0 0,3 0-240 0 0,14 5-583 0 0,-42-10 658 0 0,0 0 1 0 0,1 1-1 0 0,-1-1 0 0 0,0 0 1 0 0,0 0-1 0 0,0 1 0 0 0,0-1 0 0 0,1 1 1 0 0,-1-1-1 0 0,0 1 0 0 0,0-1 1 0 0,0 1-1 0 0,0 0 0 0 0,0-1 1 0 0,6 10-1825 0 0,-6-9 1824 0 0,-1 0 0 0 0,0 0 1 0 0,1 0-1 0 0,-1 1 0 0 0,0-1 0 0 0,1 2 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6:41.29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25 12 4041 0 0,'-7'-6'8825'0'0,"-5"17"-8752"0"0,6 5 2908 0 0,32-13-401 0 0,-7-2-2529 0 0,17 2 269 0 0,-10 1-210 0 0,1-1 0 0 0,0-1 1 0 0,0-2-1 0 0,-1-1 0 0 0,1-1 1 0 0,37-7-1 0 0,-44 4-130 0 0,118-23 879 0 0,-119 26-732 0 0,0 1-1 0 0,0 0 0 0 0,0 2 0 0 0,0 0 0 0 0,27 5 0 0 0,152 22-46 0 0,9 1 87 0 0,-154-21-139 0 0,1-3 1 0 0,0-2-1 0 0,0-3 1 0 0,63-6-1 0 0,-47 1 199 0 0,122 8 0 0 0,59 8-95 0 0,-153-9-73 0 0,124 17 1 0 0,-170-14-54 0 0,-1-2-1 0 0,1-2 1 0 0,0-2 0 0 0,0-3 0 0 0,70-14-1 0 0,-82 14-5 0 0,1 2 0 0 0,-1 2-1 0 0,1 2 1 0 0,-1 1 0 0 0,0 2-1 0 0,48 13 1 0 0,-51-14 7 0 0,-1-1-1 0 0,0-1 1 0 0,60-6 0 0 0,-66 1-1 0 0,-1 2 0 0 0,1 1 0 0 0,0 1 0 0 0,-1 1 0 0 0,1 2 0 0 0,41 10 0 0 0,-44-6 0 0 0,0-1 1 0 0,0-2-1 0 0,1-1 0 0 0,-1-1 0 0 0,1-1 0 0 0,0-2 1 0 0,-1 0-1 0 0,50-8 0 0 0,-54 6 14 0 0,1 2-1 0 0,-1 0 1 0 0,0 2-1 0 0,0 0 1 0 0,43 11-1 0 0,22 3-27 0 0,-47-13 28 0 0,-1-2 0 0 0,49-5 0 0 0,-47 1-22 0 0,83 6-1 0 0,-52 5-37 0 0,0-2 0 0 0,0-4 0 0 0,0-3 0 0 0,103-15 0 0 0,-142 12 5 0 0,0 3-1 0 0,67 4 0 0 0,-62-1-34 0 0,74-4-1 0 0,-5-9 1 0 0,1 4-1 0 0,0 6 1 0 0,132 14 0 0 0,-190-7 70 0 0,-18 0 0 0 0,1-1 0 0 0,0-3 1 0 0,0 0-1 0 0,0-2 0 0 0,-1-2 1 0 0,1-1-1 0 0,42-9 0 0 0,-15-2-7 0 0,0 3 0 0 0,1 2-1 0 0,120-1 1 0 0,-107 9-181 0 0,-9 0 151 0 0,84 9 1 0 0,-87 4 152 0 0,-3-1-798 0 0,-22-8-3579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30.32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0 256 3721 0 0,'1'-3'231'0'0,"-1"0"1"0"0,1 0 0 0 0,0 0-1 0 0,0 0 1 0 0,0 1-1 0 0,0-1 1 0 0,1 0 0 0 0,-1 1-1 0 0,1-1 1 0 0,0 1-1 0 0,-1-1 1 0 0,1 1-1 0 0,0 0 1 0 0,1-1 0 0 0,-1 1-1 0 0,0 0 1 0 0,1 1-1 0 0,-1-1 1 0 0,1 0 0 0 0,-1 1-1 0 0,1-1 1 0 0,0 1-1 0 0,-1 0 1 0 0,1 0-1 0 0,3-1 1 0 0,23 13 2034 0 0,-14-13-2040 0 0,1 0 0 0 0,-1-1 0 0 0,0-1-1 0 0,0-1 1 0 0,-1 0 0 0 0,1-1 0 0 0,14-8 0 0 0,35-12 219 0 0,-22 13-275 0 0,0 3-1 0 0,1 2 0 0 0,1 1 1 0 0,-1 3-1 0 0,1 1 1 0 0,0 2-1 0 0,0 2 0 0 0,61 10 1 0 0,-53-8 58 0 0,0-1 0 0 0,74-8 0 0 0,-69 1-129 0 0,96 6 1 0 0,-102 1-18 0 0,0-2 1 0 0,92-12-1 0 0,-28 0-16 0 0,-74 12-62 0 0,0 1-1 0 0,-1 3 1 0 0,69 13-1 0 0,-62-8 37 0 0,1-2-1 0 0,53 1 0 0 0,106-15 110 0 0,99 3-15 0 0,-225 5-147 0 0,114-13 0 0 0,18-1 24 0 0,-165 16-12 0 0,-1 1 0 0 0,64 15-1 0 0,-67-10 11 0 0,0-2-1 0 0,86 3 0 0 0,-9-18 28 0 0,-84 4-35 0 0,1 1 0 0 0,-1 2-1 0 0,1 2 1 0 0,-1 1 0 0 0,43 8-1 0 0,-34-1 6 0 0,-1-3-1 0 0,2-1 0 0 0,73-2 0 0 0,137-24 161 0 0,-180 13-83 0 0,-34 7-46 0 0,-1 1 0 0 0,1 2 0 0 0,72 13-1 0 0,-74-8-37 0 0,0-2-1 0 0,1-1 0 0 0,82-5 0 0 0,-92-2 9 0 0,1 2-1 0 0,0 1 1 0 0,-1 1 0 0 0,1 2 0 0 0,0 1 0 0 0,-1 2 0 0 0,39 11-1 0 0,-43-10 3 0 0,1-1 0 0 0,-1-1 0 0 0,1-2-1 0 0,0-1 1 0 0,44-2 0 0 0,-4-7 10 0 0,77-16 0 0 0,-115 19-26 0 0,0 1 0 0 0,0 2 0 0 0,1 1 0 0 0,33 5 0 0 0,-27-1 11 0 0,0-3-1 0 0,46-3 1 0 0,-29-5 30 0 0,-26 3-27 0 0,0 0-1 0 0,0 2 1 0 0,1 1 0 0 0,-1 2 0 0 0,0 0 0 0 0,32 7 0 0 0,-14 2-2 0 0,1-2 1 0 0,0-2 0 0 0,0-2 0 0 0,0-2-1 0 0,63-6 1 0 0,-70 3-26 0 0,0 2 0 0 0,0 1 0 0 0,67 12 0 0 0,-67-7 12 0 0,0-1 1 0 0,0-3-1 0 0,67-3 1 0 0,-81-2 7 0 0,8-3 0 0 0,0 2 1 0 0,1 1-1 0 0,-1 2 1 0 0,0 1-1 0 0,1 2 1 0 0,42 10 0 0 0,54 27-21 0 0,-94-26 13 0 0,1-2-1 0 0,1-1 1 0 0,-1-2-1 0 0,2-2 1 0 0,58 3-1 0 0,30-15 20 0 0,-71 2-3 0 0,0 2 0 0 0,78 9 0 0 0,-84 0 8 0 0,158 16-9 0 0,-169-21 21 0 0,1-3 0 0 0,0-2 0 0 0,45-6 1 0 0,-27-3 7 0 0,0 4 0 0 0,1 1 0 0 0,97 6 0 0 0,-92 0-8 0 0,0-2 1 0 0,0-3 0 0 0,-1-3-1 0 0,93-24 1 0 0,121-13-24 0 0,309-26-19 0 0,-56 13 73 0 0,-360 45 87 0 0,-10 5 40 0 0,208 18 0 0 0,-319-10-28 0 0,-1-2 0 0 0,1-3 0 0 0,55-12-1 0 0,76-7-75 0 0,-46 19-55 0 0,117-11 296 0 0,-191 10-322 0 0,0 3 0 0 0,0 2 1 0 0,0 3-1 0 0,0 2 0 0 0,94 21 0 0 0,-81-16-6 0 0,1-3 0 0 0,0-3 0 0 0,104-9-1 0 0,68 1 62 0 0,-200 7-56 0 0,39 3-10 0 0,0-4 0 0 0,154-18 0 0 0,-201 13 8 0 0,-1 2 0 0 0,1 1 1 0 0,60 7-1 0 0,-61-2 15 0 0,0-2 0 0 0,1-2 0 0 0,66-8 0 0 0,-50 2-12 0 0,0 2 1 0 0,0 2-1 0 0,100 11 0 0 0,-36-1 24 0 0,38-7-80 0 0,-99-3 68 0 0,1 2-1 0 0,-1 4 0 0 0,102 18 1 0 0,-140-16 5 0 0,0-1 0 0 0,1-1 0 0 0,0-1 0 0 0,0-1 1 0 0,0-1-1 0 0,0 0 0 0 0,0-2 0 0 0,0-1 0 0 0,43-9 1 0 0,-9-4 50 0 0,-12 2-62 0 0,47-6 1 0 0,-75 17-16 0 0,1 0-1 0 0,0 2 1 0 0,0 0 0 0 0,-1 0 0 0 0,1 2 0 0 0,23 4 0 0 0,-10-1 24 0 0,-1-1 0 0 0,1-2 0 0 0,-1-1 0 0 0,1-1-1 0 0,0-1 1 0 0,-1-2 0 0 0,1-1 0 0 0,43-12 0 0 0,-47 12-15 0 0,0 1 0 0 0,1 1 1 0 0,38 3-1 0 0,-35 0 15 0 0,0-1 1 0 0,40-6-1 0 0,-28-1-35 0 0,-1 2 0 0 0,1 3 0 0 0,0 0 0 0 0,-1 3 0 0 0,43 6 0 0 0,-67-6-31 0 0,1-1-1 0 0,0 0 1 0 0,-1-2 0 0 0,0 0-1 0 0,19-5 1 0 0,-16 3-17 0 0,1 1 1 0 0,-1 1 0 0 0,25 0 0 0 0,-33 2 14 0 0,-7 0-10 0 0,0 0 0 0 0,0 0 1 0 0,0 0-1 0 0,0 1 0 0 0,0-1 0 0 0,0 1 0 0 0,0 0 1 0 0,0 1-1 0 0,6 2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35.49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57 3817 0 0,'1'-3'138'0'0,"0"-1"1"0"0,0 2 0 0 0,0-1-1 0 0,1 0 1 0 0,-1 0-1 0 0,1 0 1 0 0,0 1-1 0 0,-1-1 1 0 0,1 0 0 0 0,1 1-1 0 0,-1 0 1 0 0,0-1-1 0 0,0 1 1 0 0,1 0-1 0 0,3-2 1 0 0,-5 3-65 0 0,1 0-1 0 0,-1 1 1 0 0,0-1-1 0 0,0 1 1 0 0,0-1 0 0 0,0 0-1 0 0,0 1 1 0 0,1 0-1 0 0,-1-1 1 0 0,0 1 0 0 0,0 0-1 0 0,1 0 1 0 0,-1 0-1 0 0,0-1 1 0 0,1 1 0 0 0,-1 1-1 0 0,0-1 1 0 0,0 0-1 0 0,1 0 1 0 0,-1 0 0 0 0,0 1-1 0 0,0-1 1 0 0,1 1-1 0 0,-1-1 1 0 0,0 1 0 0 0,0-1-1 0 0,0 1 1 0 0,0-1-1 0 0,0 1 1 0 0,0 0 0 0 0,0 0-1 0 0,0 0 1 0 0,0 0-1 0 0,0 0 1 0 0,0 0 0 0 0,0 0-1 0 0,-1 0 1 0 0,1 0-1 0 0,0 1 1 0 0,1 0 39 0 0,0 1-1 0 0,0-1 1 0 0,0 0 0 0 0,0 0 0 0 0,0 0 0 0 0,1 0-1 0 0,-1-1 1 0 0,1 1 0 0 0,-1-1 0 0 0,1 1 0 0 0,-1-1-1 0 0,1 0 1 0 0,0 0 0 0 0,0 0 0 0 0,-1 0-1 0 0,1 0 1 0 0,0-1 0 0 0,0 1 0 0 0,0-1 0 0 0,0 0-1 0 0,0 0 1 0 0,5-1 0 0 0,10 0 132 0 0,0-1 0 0 0,28-7 1 0 0,-22 4 98 0 0,9 0-250 0 0,1 2 0 0 0,0 1 0 0 0,0 2 0 0 0,0 1 0 0 0,-1 2 0 0 0,52 11 0 0 0,-44-8-42 0 0,-1-2 0 0 0,1-2 1 0 0,58-4-1 0 0,120-23 633 0 0,-154 14-421 0 0,0 3 0 0 0,1 3 0 0 0,-1 3-1 0 0,83 8 1 0 0,154 10 219 0 0,-23-4-47 0 0,206 12 94 0 0,-322-21-456 0 0,73-7 104 0 0,-54-1 242 0 0,-19-3-289 0 0,-111 3-99 0 0,0 2-1 0 0,-1 3 1 0 0,95 11 0 0 0,-98-5-34 0 0,1-3 0 0 0,-1-1-1 0 0,79-8 1 0 0,53 1 22 0 0,96 5 21 0 0,-113-3-20 0 0,-82 2-41 0 0,-1-4 1 0 0,93-17 0 0 0,-140 16 22 0 0,1 2 0 0 0,-1 2 0 0 0,1 1 0 0 0,57 6 0 0 0,-71-3-133 0 0,36 4 137 0 0,-52-6-283 0 0,-1 0 0 0 0,0 0 0 0 0,0 0 0 0 0,0 0 0 0 0,0 0 0 0 0,1-1 0 0 0,-1 0 0 0 0,0 1 0 0 0,0-1 0 0 0,0 0 0 0 0,0-1 1 0 0,0 1-1 0 0,3-2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36.7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89 16 5545 0 0,'-8'-2'2012'0'0,"-35"-8"472"0"0,41 10-2533 0 0,0-1 0 0 0,0 1 0 0 0,0 0 0 0 0,0 0 1 0 0,1 0-1 0 0,-1 0 0 0 0,0 0 0 0 0,0 1 0 0 0,0-1 0 0 0,0 1 0 0 0,0-1 0 0 0,0 1 0 0 0,0 0 0 0 0,1 0 0 0 0,-1-1 0 0 0,0 1 0 0 0,0 0 0 0 0,-1 2 0 0 0,41 3 2669 0 0,202-15-1060 0 0,-145 2-1420 0 0,0 5 0 0 0,163 16 0 0 0,-215-8-57 0 0,38 8 160 0 0,1-4 0 0 0,-1-4 1 0 0,134-6-1 0 0,-92-10 59 0 0,1 4-1 0 0,201 19 0 0 0,-226-8-15 0 0,-1-4 0 0 0,0-4-1 0 0,111-19 1 0 0,-168 17-228 0 0,144 0 37 0 0,-64 5-50 0 0,89 5 22 0 0,-140-1-58 0 0,120 14-2350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40.31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 0 4985 0 0,'-8'8'3001'0'0,"8"-7"-2963"0"0,0-1 0 0 0,0 1-1 0 0,0-1 1 0 0,0 0-1 0 0,0 1 1 0 0,0-1 0 0 0,0 1-1 0 0,0-1 1 0 0,0 1 0 0 0,0-1-1 0 0,0 1 1 0 0,1-1-1 0 0,-1 1 1 0 0,0-1 0 0 0,0 0-1 0 0,0 1 1 0 0,1-1-1 0 0,-1 1 1 0 0,0-1 0 0 0,1 0-1 0 0,-1 1 1 0 0,0-1 0 0 0,1 0-1 0 0,-1 1 1 0 0,0-1-1 0 0,1 0 1 0 0,-1 0 0 0 0,1 1-1 0 0,-1-1 1 0 0,0 0-1 0 0,1 0 1 0 0,-1 0 0 0 0,1 0-1 0 0,-1 1 1 0 0,1-1 0 0 0,-1 0-1 0 0,1 0 1 0 0,-1 0-1 0 0,1 0 1 0 0,-1 0 0 0 0,0 0-1 0 0,1 0 1 0 0,-1 0-1 0 0,1 0 1 0 0,-1-1 0 0 0,1 1-1 0 0,-1 0 1 0 0,1 0 0 0 0,-1 0-1 0 0,1-1 1 0 0,72-8 3505 0 0,-61 6-3404 0 0,1 0-1 0 0,-1 2 1 0 0,1-1-1 0 0,-1 2 1 0 0,1-1-1 0 0,12 3 1 0 0,-10 0-125 0 0,54 8 66 0 0,1-2 0 0 0,70-3 0 0 0,-70-5 153 0 0,0 2-1 0 0,0 4 0 0 0,-1 2 0 0 0,81 22 0 0 0,-109-23-155 0 0,-1-2 0 0 0,1-2 0 0 0,0-2 0 0 0,79-6 0 0 0,-76 1 109 0 0,1 2-1 0 0,-1 2 0 0 0,88 12 1 0 0,-113-10-142 0 0,-1-1-1 0 0,0 0 1 0 0,1-2 0 0 0,-1 0 0 0 0,0-1 0 0 0,26-6 0 0 0,-17 3 36 0 0,52-2 1 0 0,104 11-52 0 0,-143-6 76 0 0,0-2 0 0 0,74-17-1 0 0,-25 3-5 0 0,-24 10-24 0 0,102 0-1 0 0,-97 5-441 0 0,-51 1 383 0 0,0 1-1 0 0,0 1 1 0 0,-1 0-1 0 0,1 2 1 0 0,28 5-1 0 0,9 3 17 0 0,-1-3 0 0 0,2-2 0 0 0,-1-2-1 0 0,88-8 1 0 0,-72 2 84 0 0,0 2 1 0 0,75 10-1 0 0,-104-4-75 0 0,1-3-1 0 0,-1-2 0 0 0,49-5 1 0 0,-67 3-1838 0 0,-1 0 1 0 0,1-2-1 0 0,-1 0 1 0 0,0-2 0 0 0,26-9-1 0 0,-38 11-222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7:45.8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1 144 6641 0 0,'7'-4'3067'0'0,"26"-6"-3170"0"0,-18 6 288 0 0,16-5 294 0 0,1 1 1 0 0,-1 1-1 0 0,1 2 0 0 0,0 1 0 0 0,0 1 1 0 0,1 2-1 0 0,40 4 0 0 0,-2-1-16 0 0,0-4 1 0 0,83-11-1 0 0,37-3 94 0 0,116-16 383 0 0,-201 18-702 0 0,-75 12-181 0 0,0 1 1 0 0,0 1-1 0 0,-1 2 0 0 0,57 11 1 0 0,8 1 14 0 0,-55-13 72 0 0,0-1 0 0 0,0-2 1 0 0,0-2-1 0 0,46-10 0 0 0,-43 6-25 0 0,1 2 0 0 0,0 2 0 0 0,51 2 0 0 0,3 7-21 0 0,159-10 0 0 0,-192 2-77 0 0,0 3 0 0 0,98 12 0 0 0,42 1-16 0 0,-154-11 33 0 0,73 13 0 0 0,-83-8-7 0 0,1-2 1 0 0,0-2-1 0 0,50-2 1 0 0,-13-9 109 0 0,-49 3-85 0 0,-1 2 0 0 0,1 2 0 0 0,0 0 0 0 0,0 2 0 0 0,39 6 0 0 0,-26-1-58 0 0,0-2 0 0 0,85-3 0 0 0,8 0-75 0 0,-112 6-430 0 0,0 2-4858 0 0,-22-9 4981 0 0,0 0 1 0 0,0 0 0 0 0,0 0 0 0 0,0 0 0 0 0,0-1-1 0 0,0 1 1 0 0,0-1 0 0 0,-1 1 0 0 0,1-1-1 0 0,4-2-382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01.4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72 37 6577 0 0,'2'-10'2366'0'0,"-7"17"-1795"0"0,-8 11-468 0 0,-3-4-192 0 0,11-10 461 0 0,0 0 0 0 0,0 0-1 0 0,0 0 1 0 0,1 1 0 0 0,0 0-1 0 0,-5 7 1 0 0,8-12-316 0 0,1 0 0 0 0,0 1 0 0 0,0 0 0 0 0,-1-1-1 0 0,1 1 1 0 0,0-1 0 0 0,0 1 0 0 0,0-1 0 0 0,0 1 0 0 0,0-1 0 0 0,0 1 0 0 0,0-1 0 0 0,0 1-1 0 0,0 0 1 0 0,0-1 0 0 0,0 1 0 0 0,0-1 0 0 0,0 1 0 0 0,0-1 0 0 0,0 1 0 0 0,1-1 0 0 0,-1 1-1 0 0,0-1 1 0 0,0 1 0 0 0,1-1 0 0 0,-1 1 0 0 0,0-1 0 0 0,1 2 0 0 0,1-1 27 0 0,0 0 1 0 0,0 0 0 0 0,0 0-1 0 0,0 0 1 0 0,0 0-1 0 0,0 0 1 0 0,0 0-1 0 0,0-1 1 0 0,1 1 0 0 0,-1-1-1 0 0,4 1 1 0 0,31 3 214 0 0,-1-2 1 0 0,1-1-1 0 0,-1-2 0 0 0,1-2 1 0 0,-1-1-1 0 0,39-9 0 0 0,12-4 488 0 0,1 4-1 0 0,127-3 1 0 0,-174 16-671 0 0,-1 1 11 0 0,58-7 1 0 0,-62 2-85 0 0,0 2-1 0 0,0 1 1 0 0,0 2 0 0 0,0 1 0 0 0,46 10 0 0 0,-52-10-2 0 0,0 0 1 0 0,0-2-1 0 0,0-1 1 0 0,0-2-1 0 0,45-9 1 0 0,-41 6 6 0 0,1 1 0 0 0,-1 2 0 0 0,57 2 1 0 0,35 6 52 0 0,145-13 0 0 0,-209 5-90 0 0,33 1 7 0 0,-54 2 15 0 0,0-1 0 0 0,78-13-1 0 0,-87 6 23 0 0,-17 4 52 0 0,1 0 0 0 0,0 1 1 0 0,24-1-1 0 0,-33 5-253 0 0,-1 1 1 0 0,1-1-1 0 0,-1 1 0 0 0,0 0 1 0 0,0 1-1 0 0,0 0 0 0 0,0 0 1 0 0,0 0-1 0 0,0 0 0 0 0,7 7 1 0 0,25 13-4611 0 0,2-9-3677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03.62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110 54 3249 0 0,'-3'-1'643'0'0,"0"-1"1"0"0,0 0-1 0 0,0 1 1 0 0,0 0-1 0 0,0 0 1 0 0,-1 0-1 0 0,1 0 1 0 0,-6-1-1 0 0,5 2-525 0 0,0 0 0 0 0,-1 1 1 0 0,1-1-1 0 0,0 1 0 0 0,0 0 0 0 0,-1 0 0 0 0,1 0 0 0 0,-5 3 0 0 0,-24 6-37 0 0,81-2 4266 0 0,2 3-4431 0 0,-4-6 464 0 0,144 12 1562 0 0,-155-17-1685 0 0,0-1 0 0 0,0-1-1 0 0,52-11 1 0 0,-11-1 251 0 0,0 3 1 0 0,84-1-1 0 0,-118 9-194 0 0,80-18 0 0 0,-89 13-227 0 0,1 2 1 0 0,-1 1-1 0 0,1 2 0 0 0,36 1 1 0 0,-33 6 71 0 0,49 12 0 0 0,6 0-32 0 0,2-3-58 0 0,-29-2 65 0 0,0-4-1 0 0,75-1 1 0 0,10-10-46 0 0,2 1 272 0 0,166-24 0 0 0,-266 22-298 0 0,0 2 1 0 0,1 3-1 0 0,78 9 0 0 0,0-1 95 0 0,142-22 21 0 0,-191 7 46 0 0,-8-1-36 0 0,-35 3-159 0 0,0 1 1 0 0,1 2 0 0 0,-1 2-1 0 0,67 8 1 0 0,-49-12 498 0 0,-50 4-578 0 0,0-1-1 0 0,1 2 0 0 0,-1-1 1 0 0,1 1-1 0 0,-1 1 1 0 0,0-1-1 0 0,0 1 1 0 0,9 3-1 0 0,-7 0 904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05.8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65 912 0 0,'24'-23'9218'0'0,"-22"23"-9014"0"0,23-3 1515 0 0,-10 0-1236 0 0,0 1 0 0 0,0 0 0 0 0,0 1 0 0 0,23 2-1 0 0,40-5 42 0 0,230-22 1863 0 0,-263 24-2016 0 0,-23 2-217 0 0,0 1-1 0 0,-1 1 1 0 0,1 1-1 0 0,30 8 1 0 0,-15-3-56 0 0,-11-5 32 0 0,1 0 1 0 0,-1-2-1 0 0,1-1 0 0 0,27-4 1 0 0,-22 2-5 0 0,0 1-1 0 0,43 4 1 0 0,-68-2-110 0 0,114 9 428 0 0,-117-10-302 0 0,-11-1-105 0 0,7 1-37 0 0,41 9-80 0 0,-7 2-161 0 0,-57-13-4710 0 0,21 2 4597 0 0,1 0 1 0 0,-1 0-1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07.0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91 50 4449 0 0,'-29'-2'1350'0'0,"26"2"-964"0"0,-1 0-1 0 0,1 0 1 0 0,-1 0-1 0 0,1 0 1 0 0,0-1-1 0 0,-1 0 1 0 0,1 1-1 0 0,-7-4 1 0 0,3 1 429 0 0,-11-6 2811 0 0,40 4-1873 0 0,4 4-1120 0 0,0 1 1 0 0,51 7-1 0 0,-46-3-121 0 0,49 0 1 0 0,522-4 1589 0 0,-295 5-1568 0 0,-300-5-533 0 0,433-32 955 0 0,-423 29-976 0 0,30-5 125 0 0,-45 8-129 0 0,0-1 0 0 0,1 1 0 0 0,-1 0 0 0 0,0 0-1 0 0,0 0 1 0 0,0 0 0 0 0,1 1 0 0 0,-1-1 0 0 0,0 0-1 0 0,0 1 1 0 0,0 0 0 0 0,0-1 0 0 0,0 1 0 0 0,0 0-1 0 0,3 2 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16.4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237 152 416 0 0,'-137'-2'317'0'0,"132"1"154"0"0,1 0 0 0 0,0 0-1 0 0,0 0 1 0 0,0-1-1 0 0,0 0 1 0 0,1 0-1 0 0,-1 0 1 0 0,0 0-1 0 0,-4-5 1 0 0,5 5 53 0 0,-1-1-1 0 0,1 1 1 0 0,0 0 0 0 0,-1 0 0 0 0,0 0 0 0 0,1 0 0 0 0,-1 0 0 0 0,0 1 0 0 0,0 0 0 0 0,0 0-1 0 0,0 0 1 0 0,-8-1 0 0 0,144-10 5052 0 0,-38 6-4453 0 0,0-3 0 0 0,127-31-1 0 0,-98 17-497 0 0,-80 18-489 0 0,-1 2-1 0 0,1 2 1 0 0,0 2 0 0 0,0 1-1 0 0,50 11 1 0 0,-32-6-22 0 0,133 2 732 0 0,14 2-386 0 0,36 0-79 0 0,-99-9-206 0 0,-65-2-52 0 0,1-4 0 0 0,116-20 0 0 0,-65 6 155 0 0,-24 10-204 0 0,178 10 0 0 0,-90 3 0 0 0,278-20 81 0 0,-388 15-168 0 0,139 18 0 0 0,-131-8-4 0 0,13 1-189 0 0,-83-28-890 0 0,-11 12 572 0 0,0 2 0 0 0,0 0 0 0 0,1 0 1 0 0,-1 2-1 0 0,1-1 0 0 0,16 2 0 0 0,47 3-4706 0 0,-20 0-1626 0 0,-24-2 1195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2:58:18.4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56 50 2120 0 0,'-17'8'5169'0'0,"-22"35"-2002"0"0,95-53 2419 0 0,-48 8-5455 0 0,1 1 0 0 0,-1 0 0 0 0,1 0 0 0 0,0 1 1 0 0,0 0-1 0 0,-1 0 0 0 0,1 1 0 0 0,14 3 0 0 0,68 26 542 0 0,-67-21-137 0 0,0-1 1 0 0,33 7-1 0 0,8-8 86 0 0,1-2 0 0 0,81-6 0 0 0,-84-1-402 0 0,1 3-1 0 0,106 15 1 0 0,-76-3 215 0 0,188 0 0 0 0,-148-11-204 0 0,-13-1 159 0 0,229-30 0 0 0,-158 3-123 0 0,244-2 0 0 0,-22 0-6 0 0,-1 0-154 0 0,-91 14 53 0 0,-1 1-9 0 0,-142 8-66 0 0,129 5 76 0 0,-184 6-111 0 0,-1-5-1 0 0,177-22 0 0 0,-219 15-36 0 0,-1 4-1 0 0,126 14 1 0 0,-138-7 21 0 0,-55-5-28 0 0,-1-1-1 0 0,1 0 0 0 0,-1-1 0 0 0,1 0 0 0 0,22-8 0 0 0,-22 6-10 0 0,1 1 1 0 0,0 0-1 0 0,0 0 1 0 0,16 1-1 0 0,-30 2-10 0 0,0 0 0 0 0,-1 0-1 0 0,1 1 1 0 0,0-1 0 0 0,-1 0 0 0 0,1 1-1 0 0,0-1 1 0 0,0 0 0 0 0,-1 1-1 0 0,1-1 1 0 0,0 0 0 0 0,0 1-1 0 0,-1-1 1 0 0,1 1 0 0 0,0-1-1 0 0,0 1 1 0 0,0-1 0 0 0,0 0-1 0 0,0 1 1 0 0,0-1 0 0 0,0 1-1 0 0,0-1 1 0 0,0 1 0 0 0,0-1-1 0 0,0 1 1 0 0,0-1 0 0 0,0 1-1 0 0,0-1 1 0 0,0 0 0 0 0,0 1-1 0 0,0-1 1 0 0,1 1 0 0 0,-1-1-1 0 0,0 1 1 0 0,0-1 0 0 0,0 0-1 0 0,1 1 1 0 0,-1-1 0 0 0,0 0-1 0 0,1 1 1 0 0,-1-1 0 0 0,0 0-1 0 0,1 1 1 0 0,-1-1 0 0 0,0 0-1 0 0,1 0 1 0 0,-1 1 0 0 0,1-1 0 0 0,-1 0-1 0 0,0 0 1 0 0,1 0 0 0 0,-1 0-1 0 0,1 1 1 0 0,-1-1 0 0 0,1 0-1 0 0,-1 0 1 0 0,0 0 0 0 0,1 0-1 0 0,-1 0 1 0 0,1 0 0 0 0,-1 0-1 0 0,1 0 1 0 0,0-1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3.2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46 1800 0 0,'-6'-26'1081'0'0,"6"26"-1061"0"0,0-1-1 0 0,0 0 1 0 0,0 1 0 0 0,0-1 0 0 0,0 0 0 0 0,0 1-1 0 0,0-1 1 0 0,0 0 0 0 0,0 1 0 0 0,0-1 0 0 0,0 0 0 0 0,0 1-1 0 0,0-1 1 0 0,1 0 0 0 0,-1 1 0 0 0,0-1 0 0 0,0 1 0 0 0,1-1-1 0 0,-1 1 1 0 0,0-1 0 0 0,1 0 0 0 0,-1 1 0 0 0,1-1-1 0 0,-1 1 1 0 0,1-1 0 0 0,-1 1 0 0 0,1 0 0 0 0,-1-1 0 0 0,1 1-1 0 0,-1-1 1 0 0,1 1 0 0 0,0 0 0 0 0,-1 0 0 0 0,1-1-1 0 0,-1 1 1 0 0,2 0 0 0 0,-2 3 224 0 0,0 0 0 0 0,0 0-1 0 0,0 0 1 0 0,0 0 0 0 0,0 0-1 0 0,0 0 1 0 0,1 0 0 0 0,0 0 0 0 0,-1 0-1 0 0,1 0 1 0 0,3 5 0 0 0,18 20-188 0 0,2 0 0 0 0,1-2 0 0 0,32 28 0 0 0,-48-46-115 0 0,9 10-137 0 0,2-1 0 0 0,0-1-1 0 0,0-1 1 0 0,2 0 0 0 0,22 11 0 0 0,-26-23-1420 0 0,-18-3 1566 0 0,0 0-1 0 0,0 0 1 0 0,0-1 0 0 0,1 1 0 0 0,-1 0 0 0 0,0-1-1 0 0,0 1 1 0 0,0 0 0 0 0,0 0 0 0 0,0-1 0 0 0,0 1-1 0 0,0 0 1 0 0,0-1 0 0 0,0 1 0 0 0,0 0 0 0 0,0-1 0 0 0,0 1-1 0 0,0 0 1 0 0,0-1 0 0 0,0 1 0 0 0,0 0 0 0 0,0-1-1 0 0,0 1 1 0 0,0 0 0 0 0,0-1 0 0 0,0 1 0 0 0,-1 0-1 0 0,1-1 1 0 0,0 1 0 0 0,0 0 0 0 0,0 0 0 0 0,-1-1 0 0 0,1 1-1 0 0,0 0 1 0 0,0 0 0 0 0,-1-1 0 0 0,1-2-1532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3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51 3137 0 0,'-42'-19'1072'0'0,"40"18"-1068"0"0,0 0 0 0 0,0 0 0 0 0,1 0 1 0 0,-1 0-1 0 0,0 0 0 0 0,0 0 0 0 0,1-1 0 0 0,-1 1 0 0 0,1 0 0 0 0,-1-1 0 0 0,1 0 1 0 0,0 1-1 0 0,0-1 0 0 0,-1 0 0 0 0,1 1 0 0 0,0-1 0 0 0,0 0 0 0 0,1 0 0 0 0,-2-2 1 0 0,7 7 408 0 0,0 0 0 0 0,0 0 0 0 0,0 1 1 0 0,-1 0-1 0 0,1 0 0 0 0,4 6 0 0 0,18 24-344 0 0,41 46 325 0 0,-17-34-3099 0 0,-51-46 2648 0 0,0 0 0 0 0,1 1 0 0 0,-1-1-1 0 0,0 0 1 0 0,0 1 0 0 0,1-1-1 0 0,-1 0 1 0 0,0 0 0 0 0,1 1 0 0 0,-1-1-1 0 0,1 0 1 0 0,-1 0 0 0 0,0 0-1 0 0,1 1 1 0 0,-1-1 0 0 0,1 0 0 0 0,-1 0-1 0 0,0 0 1 0 0,1 0 0 0 0,-1 0-1 0 0,1 0 1 0 0,-1 0 0 0 0,1 0 0 0 0,-1 0-1 0 0,0 0 1 0 0,1 0 0 0 0,-1 0-1 0 0,1 0 1 0 0,-1 0 0 0 0,0 0 0 0 0,1-1-1 0 0,-1 1 1 0 0,1 0 0 0 0,-1 0-1 0 0,0 0 1 0 0,1-1 0 0 0,-1 1 0 0 0,0 0-1 0 0,1 0 1 0 0,-1-1 0 0 0,0 1-1 0 0,1 0 1 0 0,-1-1 0 0 0,4-4-1653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4.3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52 1624 0 0,'0'-1'110'0'0,"1"-1"1"0"0,0 1-1 0 0,-1 0 0 0 0,1-1 0 0 0,-1 1 0 0 0,1 0 0 0 0,-1-1 0 0 0,1 1 0 0 0,-1-1 0 0 0,0 1 0 0 0,0-1 0 0 0,0 1 1 0 0,0 0-1 0 0,0-1 0 0 0,0 1 0 0 0,0-1 0 0 0,0 1 0 0 0,-1-1 0 0 0,1 1 0 0 0,-1 0 0 0 0,1-1 0 0 0,-1 1 0 0 0,1 0 1 0 0,-1-1-1 0 0,-1-1 0 0 0,2 3-9 0 0,0-1 1 0 0,-1 0 0 0 0,1 0 0 0 0,-1 0-1 0 0,1 1 1 0 0,-1-1 0 0 0,1 0-1 0 0,-1 0 1 0 0,1 1 0 0 0,-1-1-1 0 0,0 1 1 0 0,0-1 0 0 0,1 1-1 0 0,-1-1 1 0 0,0 1 0 0 0,0-1-1 0 0,1 1 1 0 0,-1-1 0 0 0,0 1-1 0 0,0 0 1 0 0,0-1 0 0 0,0 1 0 0 0,0 0-1 0 0,1 0 1 0 0,-1 0 0 0 0,0 0-1 0 0,0 0 1 0 0,0 0 0 0 0,0 0-1 0 0,0 0 1 0 0,0 0 0 0 0,0 0-1 0 0,0 1 1 0 0,1-1 0 0 0,-1 0-1 0 0,0 0 1 0 0,0 1 0 0 0,0-1-1 0 0,0 1 1 0 0,1-1 0 0 0,-1 1 0 0 0,-1 0-1 0 0,1 0-87 0 0,-1 1-1 0 0,1-1 0 0 0,0 1 1 0 0,0-1-1 0 0,-1 1 0 0 0,1-1 1 0 0,0 1-1 0 0,0 0 0 0 0,1 0 1 0 0,-1-1-1 0 0,0 1 0 0 0,1 0 1 0 0,-1 0-1 0 0,1 0 1 0 0,-1 0-1 0 0,1 0 0 0 0,0 0 1 0 0,0 0-1 0 0,0 0 0 0 0,0 0 1 0 0,0 0-1 0 0,0 0 0 0 0,1-1 1 0 0,-1 1-1 0 0,1 0 0 0 0,-1 0 1 0 0,1 0-1 0 0,0 0 0 0 0,0 0 1 0 0,-1-1-1 0 0,1 1 1 0 0,1 0-1 0 0,-1-1 0 0 0,0 1 1 0 0,2 1-1 0 0,6 10 127 0 0,1-1 1 0 0,1 0-1 0 0,16 14 0 0 0,-13-13-95 0 0,5 5-1006 0 0,1 0-1 0 0,0-2 1 0 0,1 0-1 0 0,1-1 0 0 0,27 12 1 0 0,-43-26-92 0 0,-6-5 311 0 0,7 3-1000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4.8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148 11 3465 0 0,'0'0'26'0'0,"0"0"0"0"0,0-1 0 0 0,-1 1 1 0 0,1 0-1 0 0,0-1 0 0 0,0 1 0 0 0,0 0 0 0 0,0-1 1 0 0,0 1-1 0 0,0 0 0 0 0,0-1 0 0 0,0 1 1 0 0,0 0-1 0 0,0-1 0 0 0,0 1 0 0 0,1 0 0 0 0,-1-1 1 0 0,0 1-1 0 0,0 0 0 0 0,0 0 0 0 0,0-1 0 0 0,0 1 1 0 0,1 0-1 0 0,-1-1 0 0 0,0 1 0 0 0,0 0 0 0 0,0 0 1 0 0,1-1-1 0 0,-1 1 0 0 0,0 0 0 0 0,0 0 1 0 0,1 0-1 0 0,-1-1 0 0 0,0 1 0 0 0,1 0 0 0 0,-1 0 1 0 0,0 0-1 0 0,1 0 0 0 0,-1 0 0 0 0,0 0 0 0 0,0-1 1 0 0,1 1-1 0 0,-1 0 0 0 0,0 0 0 0 0,1 0 1 0 0,0 1-36 0 0,-1-1 1 0 0,0 1 0 0 0,1 0 0 0 0,-1-1 0 0 0,0 1 0 0 0,1 0 0 0 0,-1-1 0 0 0,0 1 0 0 0,0 0 0 0 0,0-1-1 0 0,1 1 1 0 0,-1 0 0 0 0,0-1 0 0 0,0 1 0 0 0,0 0 0 0 0,0-1 0 0 0,0 1 0 0 0,0 0 0 0 0,0-1 0 0 0,-1 1-1 0 0,1 0 1 0 0,0-1 0 0 0,0 1 0 0 0,0 0 0 0 0,-1-1 0 0 0,1 1 0 0 0,0 0 0 0 0,-1 0 0 0 0,-84 275 3826 0 0,45-132-5205 0 0,35-122 357 0 0,4-16 676 0 0,0-1 0 0 0,0 1 0 0 0,-1-1 0 0 0,1 0 0 0 0,-1 0 0 0 0,0 0 0 0 0,-5 9 0 0 0,-1-13-1091 0 0,8-2 157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5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35 3305 0 0,'-11'-4'1612'0'0,"8"3"-1404"0"0,0 0-1 0 0,1 1 1 0 0,-1-1-1 0 0,0 0 1 0 0,1 0-1 0 0,-1-1 0 0 0,1 1 1 0 0,-1 0-1 0 0,1-1 1 0 0,-1 1-1 0 0,1-1 1 0 0,0 0-1 0 0,0 0 1 0 0,0 0-1 0 0,-3-4 0 0 0,5 5-199 0 0,1 1 0 0 0,0-1-1 0 0,-1 1 1 0 0,1-1-1 0 0,0 1 1 0 0,-1 0 0 0 0,1-1-1 0 0,0 1 1 0 0,0 0-1 0 0,-1 0 1 0 0,1 0-1 0 0,0-1 1 0 0,0 1 0 0 0,0 0-1 0 0,-1 0 1 0 0,1 0-1 0 0,0 0 1 0 0,0 0 0 0 0,-1 0-1 0 0,1 1 1 0 0,0-1-1 0 0,0 0 1 0 0,-1 0 0 0 0,1 0-1 0 0,1 1 1 0 0,24 4 44 0 0,-11-1 30 0 0,-1 2 0 0 0,0 0 0 0 0,0 1 0 0 0,0 0 1 0 0,-1 1-1 0 0,0 1 0 0 0,0 0 0 0 0,-1 0 0 0 0,0 2 0 0 0,14 15 0 0 0,-16-15 97 0 0,1-1-1 0 0,0 0 0 0 0,0 0 0 0 0,1-1 0 0 0,0-1 0 0 0,1 0 0 0 0,0 0 0 0 0,0-2 0 0 0,0 1 0 0 0,1-2 0 0 0,23 7 0 0 0,49-4 56 0 0,-65-8-1340 0 0,1 1 0 0 0,-1 2-1 0 0,23 5 1 0 0,-37-6-686 0 0,-14 2-2911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6.3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50 3745 0 0,'61'3'2475'0'0,"85"16"-2204"0"0,-144-18-263 0 0,1-1 1 0 0,0-1-1 0 0,0 1 0 0 0,-1 0 1 0 0,1 0-1 0 0,0-1 1 0 0,0 0-1 0 0,-1 1 1 0 0,1-1-1 0 0,0 0 1 0 0,-1 0-1 0 0,1-1 0 0 0,-1 1 1 0 0,0-1-1 0 0,1 1 1 0 0,2-3-1 0 0,-4 3-57 0 0,1 0 0 0 0,-1 0-1 0 0,0 0 1 0 0,0 0 0 0 0,0-1-1 0 0,0 1 1 0 0,0 0 0 0 0,0-1-1 0 0,0 1 1 0 0,0 0 0 0 0,0-1-1 0 0,0 1 1 0 0,-1-1 0 0 0,1 1-1 0 0,-1-1 1 0 0,1 0 0 0 0,-1 1-1 0 0,0-1 1 0 0,1 0 0 0 0,-1 1-1 0 0,0-1 1 0 0,0 1 0 0 0,0-1-1 0 0,0 0 1 0 0,-1 1 0 0 0,1-1-1 0 0,0 0 1 0 0,-2-1 0 0 0,1 1 20 0 0,0 1 1 0 0,0 0-1 0 0,0 0 1 0 0,0 0 0 0 0,0 0-1 0 0,-1 1 1 0 0,1-1-1 0 0,0 0 1 0 0,-1 1-1 0 0,1-1 1 0 0,0 0 0 0 0,-1 1-1 0 0,1 0 1 0 0,-1-1-1 0 0,1 1 1 0 0,-1 0-1 0 0,1 0 1 0 0,-1 0 0 0 0,1 0-1 0 0,-1 0 1 0 0,1 0-1 0 0,-1 0 1 0 0,1 0-1 0 0,-1 0 1 0 0,1 1 0 0 0,-1-1-1 0 0,1 1 1 0 0,-1-1-1 0 0,1 1 1 0 0,-2 1-1 0 0,-44 19-20 0 0,42-17 39 0 0,-1 0 1 0 0,1 1-1 0 0,0-1 0 0 0,0 1 0 0 0,0 0 1 0 0,0 1-1 0 0,1-1 0 0 0,0 1 1 0 0,0 0-1 0 0,1 0 0 0 0,0 0 1 0 0,0 0-1 0 0,0 1 0 0 0,1-1 0 0 0,-1 1 1 0 0,2 0-1 0 0,-1 0 0 0 0,1-1 1 0 0,0 1-1 0 0,0 0 0 0 0,1 0 1 0 0,0 10-1 0 0,1-7 100 0 0,1 0 0 0 0,-1 0 0 0 0,1-1 0 0 0,1 1 0 0 0,0-1 1 0 0,0 0-1 0 0,1 0 0 0 0,0 0 0 0 0,1 0 0 0 0,-1 0 0 0 0,2-1 0 0 0,-1 0 0 0 0,1 0 1 0 0,1-1-1 0 0,10 11 0 0 0,11 9 333 0 0,-19-17-14 0 0,1-1 1 0 0,0 0-1 0 0,0-1 1 0 0,1 0-1 0 0,12 7 0 0 0,-18-13-365 0 0,-1 0-1 0 0,1 0 1 0 0,0-1-1 0 0,0 0 0 0 0,-1 0 1 0 0,1 0-1 0 0,0 0 1 0 0,0-1-1 0 0,0 1 0 0 0,0-1 1 0 0,0-1-1 0 0,0 1 1 0 0,0-1-1 0 0,0 0 0 0 0,-1 0 1 0 0,1 0-1 0 0,8-3 1 0 0,18-7-501 0 0,-15 6-1 0 0,-1 0 0 0 0,0-1-1 0 0,0-1 1 0 0,0 0 0 0 0,19-14 0 0 0,-32 19 324 0 0,0 1 0 0 0,-1-1-1 0 0,0 0 1 0 0,1 0 0 0 0,-1 0 0 0 0,0 0 0 0 0,0-1 0 0 0,0 1 0 0 0,0 0 0 0 0,-1 0 0 0 0,1-1 0 0 0,-1 1 0 0 0,1 0 0 0 0,-1-1 0 0 0,0 1 0 0 0,0 0 0 0 0,0-1 0 0 0,0 1 0 0 0,0-1 0 0 0,0 1 0 0 0,-1 0 0 0 0,1-1 0 0 0,-1 1 0 0 0,-1-4-1 0 0,0-1-93 0 0,0-4-1403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6.7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 3097 0 0,'0'0'36'0'0,"0"0"1"0"0,0-1 0 0 0,0 1 0 0 0,0 0-1 0 0,0 0 1 0 0,0-1 0 0 0,0 1 0 0 0,0 0-1 0 0,0 0 1 0 0,0 0 0 0 0,0-1-1 0 0,0 1 1 0 0,0 0 0 0 0,0 0 0 0 0,0-1-1 0 0,0 1 1 0 0,0 0 0 0 0,0 0 0 0 0,1 0-1 0 0,-1-1 1 0 0,0 1 0 0 0,0 0-1 0 0,0 0 1 0 0,0 0 0 0 0,0 0 0 0 0,1-1-1 0 0,-1 1 1 0 0,0 0 0 0 0,0 0 0 0 0,0 0-1 0 0,0 0 1 0 0,1 0 0 0 0,-1 0 0 0 0,0-1-1 0 0,0 1 1 0 0,1 0 0 0 0,-1 0-1 0 0,0 0 1 0 0,0 0 0 0 0,0 0 0 0 0,1 0-1 0 0,-1 0 1 0 0,0 0 0 0 0,0 0 0 0 0,1 0-1 0 0,-1 0 1 0 0,0 0 0 0 0,0 0 0 0 0,0 0-1 0 0,1 0 1 0 0,-1 0 0 0 0,0 1-1 0 0,0-1 1 0 0,0 0 0 0 0,1 0 0 0 0,-1 0-1 0 0,0 0 1 0 0,0 0 0 0 0,0 0 0 0 0,1 1-1 0 0,-1-1 1 0 0,0 0 0 0 0,0 0-1 0 0,0 0 1 0 0,0 0 0 0 0,1 1 0 0 0,9 13-74 0 0,-5 14 100 0 0,-2 1 0 0 0,0 30 0 0 0,-2-34 49 0 0,0 0 0 0 0,2 1 1 0 0,7 33-1 0 0,-10-59-104 0 0,6 20-312 0 0,0 0 0 0 0,13 28 1 0 0,-17-44 180 0 0,-1 0 1 0 0,1-1-1 0 0,0 1 1 0 0,0-1-1 0 0,0 0 1 0 0,0 0 0 0 0,1 1-1 0 0,-1-1 1 0 0,1-1-1 0 0,0 1 1 0 0,0 0-1 0 0,0-1 1 0 0,0 1 0 0 0,0-1-1 0 0,1 0 1 0 0,-1 0-1 0 0,1 0 1 0 0,-1-1-1 0 0,1 1 1 0 0,7 1 0 0 0,8 6-1344 0 0,-12-11 375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7.1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3 154 2008 0 0,'0'0'32'0'0,"0"0"-1"0"0,-1-1 1 0 0,1 1-1 0 0,0-1 1 0 0,-1 1-1 0 0,1 0 1 0 0,0-1-1 0 0,0 1 1 0 0,0-1-1 0 0,0 1 1 0 0,-1-1-1 0 0,1 1 1 0 0,0 0-1 0 0,0-1 1 0 0,0 1-1 0 0,0-1 1 0 0,0 1-1 0 0,0-1 1 0 0,0 1-1 0 0,0-1 1 0 0,0 1-1 0 0,0-1 1 0 0,1 1-1 0 0,-1 0 1 0 0,0-1-1 0 0,0 1 1 0 0,0-1-1 0 0,0 1 1 0 0,1-1-1 0 0,-1 1 1 0 0,0 0-1 0 0,0-1 0 0 0,1 1 1 0 0,-1 0-1 0 0,0-1 1 0 0,1 1-1 0 0,-1 0 1 0 0,0-1-1 0 0,1 1 1 0 0,-1 0-1 0 0,1 0 1 0 0,-1-1-1 0 0,0 1 1 0 0,1 0-1 0 0,-1 0 1 0 0,1 0-1 0 0,0-1 1 0 0,31-6 997 0 0,-3 1 241 0 0,-5-8-632 0 0,-1-1 0 0 0,28-22 0 0 0,31-19-656 0 0,-65 179 745 0 0,9 70-1926 0 0,-18-169-129 0 0,-8-24 1242 0 0,0 1 1 0 0,1-1 0 0 0,-1 1 0 0 0,0 0 0 0 0,1-1 0 0 0,-1 1 0 0 0,0-1 0 0 0,1 1-1 0 0,-1-1 1 0 0,1 1 0 0 0,-1-1 0 0 0,1 1 0 0 0,-1-1 0 0 0,1 1 0 0 0,-1-1 0 0 0,1 1 0 0 0,-1-1-1 0 0,1 0 1 0 0,-1 0 0 0 0,1 1 0 0 0,0-1 0 0 0,-1 0 0 0 0,1 0 0 0 0,0 1 0 0 0,-1-1 0 0 0,1 0-1 0 0,0 0 1 0 0,-1 0 0 0 0,1 0 0 0 0,0 0 0 0 0,-1 0 0 0 0,1 0 0 0 0,1-1 0 0 0,7-3-2016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7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60 2144 0 0,'0'-1'108'0'0,"0"0"0"0"0,-1 0 0 0 0,1-1 0 0 0,0 1 0 0 0,0 0 0 0 0,0-1 0 0 0,0 1 0 0 0,0 0 0 0 0,0-1 0 0 0,1 1 0 0 0,-1 0 0 0 0,0-1 0 0 0,1 1 0 0 0,-1 0 0 0 0,1 0 0 0 0,-1-1 0 0 0,1 1 0 0 0,-1 0 0 0 0,1 0 0 0 0,0 0 0 0 0,0 0 0 0 0,1-2-1 0 0,1 1-51 0 0,0 0 0 0 0,0 0-1 0 0,0 0 1 0 0,0 0-1 0 0,0 0 1 0 0,0 1 0 0 0,0-1-1 0 0,6-1 1 0 0,3 0-102 0 0,0 0 1 0 0,1 1 0 0 0,23-1-1 0 0,-26 2 126 0 0,1 1 0 0 0,-1 0-1 0 0,1 1 1 0 0,-1 1 0 0 0,1-1-1 0 0,-1 2 1 0 0,10 2 0 0 0,-17-4 12 0 0,-1 0 1 0 0,1 0 0 0 0,-1 1-1 0 0,1-1 1 0 0,-1 0-1 0 0,0 1 1 0 0,1-1 0 0 0,-1 1-1 0 0,0 0 1 0 0,0 0 0 0 0,0 0-1 0 0,-1 0 1 0 0,1 0 0 0 0,0 0-1 0 0,-1 1 1 0 0,1-1 0 0 0,-1 0-1 0 0,0 1 1 0 0,0-1 0 0 0,0 1-1 0 0,0-1 1 0 0,0 1 0 0 0,0 0-1 0 0,-1-1 1 0 0,1 1 0 0 0,-1 0-1 0 0,0-1 1 0 0,0 1 0 0 0,0 0-1 0 0,0 0 1 0 0,-1 3-1 0 0,-2 14-41 0 0,1-1-1 0 0,2 1 1 0 0,-1 0-1 0 0,5 32 1 0 0,-3-45-70 0 0,-1 0 0 0 0,0 1 0 0 0,0-1 0 0 0,-1 0 0 0 0,0 0 1 0 0,0 0-1 0 0,0-1 0 0 0,-1 1 0 0 0,0 0 0 0 0,-1 0 0 0 0,-3 6 1 0 0,-40 66-4375 0 0,62-70 1625 0 0,-6-13 1522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7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61 3073 0 0,'-8'-16'1049'0'0,"6"12"-855"0"0,0 0 0 0 0,0 0 0 0 0,1 0 0 0 0,-1-1 1 0 0,1 1-1 0 0,0-1 0 0 0,0 1 0 0 0,0-6 0 0 0,17 41 882 0 0,67 418-565 0 0,-71-402-636 0 0,-7-32-703 0 0,0 0 1 0 0,-2 1-1 0 0,0-1 0 0 0,-1 1 0 0 0,1 32 1 0 0,-2-41-954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8.6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1 187 4705 0 0,'2'-2'2761'0'0,"12"-8"-2328"0"0,70-48-348 0 0,-70 45 229 0 0,2 1 0 0 0,0 1 1 0 0,0 1-1 0 0,1 0 1 0 0,0 1-1 0 0,1 1 0 0 0,0 0 1 0 0,36-9-1 0 0,-23 10-325 0 0,-19 4-162 0 0,0 0 0 0 0,0 1 1 0 0,1 0-1 0 0,-1 1 0 0 0,13 0 0 0 0,-24 1 167 0 0,-1 0 0 0 0,0 0 0 0 0,1 0 1 0 0,-1 0-1 0 0,0 1 0 0 0,0-1 0 0 0,1 0 0 0 0,-1 0 0 0 0,0 0 1 0 0,1 0-1 0 0,-1 0 0 0 0,0 0 0 0 0,0 0 0 0 0,1 1 1 0 0,-1-1-1 0 0,0 0 0 0 0,0 0 0 0 0,1 0 0 0 0,-1 1 1 0 0,0-1-1 0 0,0 0 0 0 0,0 0 0 0 0,1 1 0 0 0,-1-1 1 0 0,0 0-1 0 0,0 0 0 0 0,0 1 0 0 0,0-1 0 0 0,0 0 0 0 0,1 0 1 0 0,-1 1-1 0 0,0-1 0 0 0,0 0 0 0 0,0 1 0 0 0,0-1 1 0 0,0 0-1 0 0,0 1 0 0 0,0-1 0 0 0,0 1 0 0 0,-7 15 92 0 0,-15 14 279 0 0,22-29-361 0 0,-77 91 503 0 0,-103 126-850 0 0,177-216-674 0 0,3-9 293 0 0,10-27-43 0 0,24-43 522 0 0,-32 74 281 0 0,1 0 0 0 0,0 1 0 0 0,0-1 1 0 0,1 1-1 0 0,-1 0 0 0 0,1-1 1 0 0,-1 2-1 0 0,1-1 0 0 0,-1 0 1 0 0,1 1-1 0 0,0-1 0 0 0,0 1 0 0 0,0 0 1 0 0,0 0-1 0 0,0 1 0 0 0,0-1 1 0 0,0 1-1 0 0,0 0 0 0 0,0 0 0 0 0,0 0 1 0 0,0 1-1 0 0,7 1 0 0 0,-1-1-60 0 0,1 1-1 0 0,-1 0 1 0 0,1 1-1 0 0,-1 0 1 0 0,0 0-1 0 0,0 1 1 0 0,18 10-1 0 0,-26-12 32 0 0,0 0 0 0 0,1-1 0 0 0,-1 1 0 0 0,0 0 0 0 0,0 1 0 0 0,-1-1 0 0 0,1 0 0 0 0,0 0 0 0 0,-1 1 0 0 0,1-1 0 0 0,-1 1-1 0 0,0 0 1 0 0,1-1 0 0 0,-1 1 0 0 0,-1 0 0 0 0,2 3 0 0 0,1 48 541 0 0,-3-48-746 0 0,-1 0 1 0 0,1-1 0 0 0,0 1-1 0 0,0-1 1 0 0,1 1 0 0 0,0-1-1 0 0,0 1 1 0 0,0-1-1 0 0,0 1 1 0 0,1-1 0 0 0,0 0-1 0 0,0 0 1 0 0,1 0 0 0 0,2 5-1 0 0,-4-10 141 0 0,-1 1-1 0 0,0-1 1 0 0,1 0-1 0 0,-1 0 0 0 0,0 1 1 0 0,1-1-1 0 0,-1 0 1 0 0,1 0-1 0 0,-1 0 1 0 0,1 1-1 0 0,-1-1 1 0 0,1 0-1 0 0,-1 0 0 0 0,0 0 1 0 0,1 0-1 0 0,-1 0 1 0 0,1 0-1 0 0,-1 0 1 0 0,1 0-1 0 0,-1 0 1 0 0,1 0-1 0 0,-1 0 0 0 0,1 0 1 0 0,-1 0-1 0 0,1-1 1 0 0,-1 1-1 0 0,0 0 1 0 0,1 0-1 0 0,-1 0 1 0 0,1-1-1 0 0,-1 1 0 0 0,0 0 1 0 0,1-1-1 0 0,-1 1 1 0 0,0 0-1 0 0,1 0 1 0 0,-1-1-1 0 0,0 1 1 0 0,1-1-1 0 0,-1 1 0 0 0,0 0 1 0 0,0-1-1 0 0,0 1 1 0 0,1-1-1 0 0,-1 1 1 0 0,0-1-1 0 0,0 1 0 0 0,0 0 1 0 0,0-1-1 0 0,0 1 1 0 0,0-1-1 0 0,0 0 1 0 0,2-2-180 0 0,6-8-1521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9.1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19 307 4561 0 0,'-19'-1'2306'0'0,"20"-1"-1155"0"0,31-3-666 0 0,-13 2-251 0 0,6-2 405 0 0,-2 2-1266 0 0,-1-2-1 0 0,37-12 0 0 0,-51 14 178 0 0,1-1 0 0 0,-1 0-1 0 0,0-1 1 0 0,0 0 0 0 0,-1 0-1 0 0,1-1 1 0 0,-1 0 0 0 0,0 0-1 0 0,11-14 1 0 0,8-14-437 0 0,-11 15-616 0 0</inkml:trace>
  <inkml:trace contextRef="#ctx0" brushRef="#br0" timeOffset="1">457 0 1432 0 0,'-3'1'127'0'0,"0"-1"0"0"0,0 1 0 0 0,-1 0-1 0 0,1 0 1 0 0,1 0 0 0 0,-1 1 0 0 0,0-1 0 0 0,0 1-1 0 0,0-1 1 0 0,1 1 0 0 0,-1 0 0 0 0,1 0 0 0 0,-1 0-1 0 0,1 0 1 0 0,0 1 0 0 0,0-1 0 0 0,0 1 0 0 0,0-1-1 0 0,0 1 1 0 0,1 0 0 0 0,-1 0 0 0 0,1-1-1 0 0,0 1 1 0 0,-1 0 0 0 0,0 5 0 0 0,1 3-206 0 0,0 0 0 0 0,1 0 0 0 0,0 0 1 0 0,0 0-1 0 0,1-1 0 0 0,3 13 0 0 0,-3-18 179 0 0,9 76-87 0 0,31 170-1949 0 0,-38-242 254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9.4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2537 0 0,'2'20'367'0'0,"0"-1"0"0"0,2 0 0 0 0,0 0 0 0 0,7 21 0 0 0,3 10-482 0 0,-11-34 26 0 0,-3-11 2 0 0,1 1-1 0 0,0-1 1 0 0,0 0-1 0 0,1 0 1 0 0,0 0 0 0 0,-1 0-1 0 0,2 0 1 0 0,-1-1-1 0 0,5 8 1 0 0,-7-12 75 0 0,0 0 0 0 0,0 0 0 0 0,0 1 0 0 0,0-1 0 0 0,0 0 0 0 0,0 0 0 0 0,0 0 0 0 0,1 0 0 0 0,-1 0 1 0 0,0 0-1 0 0,0 0 0 0 0,0 0 0 0 0,0 0 0 0 0,0 0 0 0 0,0 0 0 0 0,0 0 0 0 0,1 0 0 0 0,-1 0 0 0 0,0 0 0 0 0,0 0 0 0 0,0 0 0 0 0,0 0 0 0 0,0 0 0 0 0,0 0 0 0 0,1 0 0 0 0,-1 0 0 0 0,0 0 0 0 0,0 0 1 0 0,0 0-1 0 0,0 0 0 0 0,0 0 0 0 0,0 0 0 0 0,0 0 0 0 0,0 0 0 0 0,1 0 0 0 0,-1 0 0 0 0,0-1 0 0 0,0 1 0 0 0,0 0 0 0 0,0 0 0 0 0,0 0 0 0 0,0 0 0 0 0,0 0 0 0 0,0 0 0 0 0,0 0 0 0 0,0 0 0 0 0,0-1 0 0 0,0 1 1 0 0,0 0-1 0 0,0 0 0 0 0,1 0 0 0 0,-1 0 0 0 0,0 0 0 0 0,0 0 0 0 0,0 0 0 0 0,0-1 0 0 0,0 1 0 0 0,0 0 0 0 0,0 0 0 0 0,-1 0 0 0 0,3-14-257 0 0,-3-14-328 0 0,-3 12-88 0 0,2 1-225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49.8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130 202 464 0 0,'-17'-4'428'0'0,"0"1"-1"0"0,0 0 1 0 0,-18 0-1 0 0,-4-1 49 0 0,39 4-471 0 0,0 0 1 0 0,0 0-1 0 0,0 0 0 0 0,0 0 1 0 0,-1 0-1 0 0,1 0 0 0 0,0 0 1 0 0,0 0-1 0 0,0 0 0 0 0,0 0 1 0 0,0 0-1 0 0,-1 0 0 0 0,1 0 1 0 0,0 0-1 0 0,0 0 1 0 0,0 0-1 0 0,0 0 0 0 0,0 0 1 0 0,0-1-1 0 0,-1 1 0 0 0,1 0 1 0 0,0 0-1 0 0,0 0 0 0 0,0 0 1 0 0,0 0-1 0 0,0 0 0 0 0,0 0 1 0 0,0 0-1 0 0,0-1 0 0 0,-1 1 1 0 0,1 0-1 0 0,0 0 1 0 0,0 0-1 0 0,0 0 0 0 0,0 0 1 0 0,0 0-1 0 0,0-1 0 0 0,0 1 1 0 0,0 0-1 0 0,0 0 0 0 0,0 0 1 0 0,0 0-1 0 0,0 0 0 0 0,0-1 1 0 0,0 1-1 0 0,0 0 0 0 0,0 0 1 0 0,0 0-1 0 0,0 0 1 0 0,0 0-1 0 0,0-1 0 0 0,0 1 1 0 0,0 0-1 0 0,0 0 0 0 0,0 0 1 0 0,1 0-1 0 0,-1 0 0 0 0,0-1 1 0 0,11-9 235 0 0,14-6 177 0 0,50-31 1300 0 0,-39 23-547 0 0,53-26 0 0 0,-77 44-1068 0 0,0 1 0 0 0,0 1-1 0 0,0 0 1 0 0,0 1 0 0 0,1 0 0 0 0,-1 1-1 0 0,1 0 1 0 0,0 1 0 0 0,14 0 0 0 0,-22 2-107 0 0,0 0 0 0 0,0 1 1 0 0,0-1-1 0 0,0 1 0 0 0,-1 0 1 0 0,1 0-1 0 0,0 1 0 0 0,-1-1 0 0 0,0 1 1 0 0,1 0-1 0 0,-1 1 0 0 0,0-1 1 0 0,-1 1-1 0 0,1-1 0 0 0,-1 1 1 0 0,1 0-1 0 0,-1 0 0 0 0,0 1 1 0 0,-1-1-1 0 0,1 1 0 0 0,-1-1 1 0 0,0 1-1 0 0,3 6 0 0 0,-3-6-276 0 0,0 1 1 0 0,0-1-1 0 0,0 1 0 0 0,0 0 0 0 0,-1-1 0 0 0,0 1 0 0 0,0 0 0 0 0,-1 0 0 0 0,1 0 0 0 0,-1-1 0 0 0,-1 1 0 0 0,1 0 0 0 0,-1 0 0 0 0,0 0 0 0 0,0-1 1 0 0,-1 1-1 0 0,1 0 0 0 0,-1-1 0 0 0,0 1 0 0 0,-5 6 0 0 0,-5-3-343 0 0,5-6-860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0.1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1 135 2433 0 0,'24'-10'945'0'0,"1"1"0"0"0,1 1 0 0 0,-1 1 0 0 0,38-5 1 0 0,-36 7-1681 0 0,-1 0 0 0 0,1-2 0 0 0,46-18 1 0 0,-71 24 637 0 0,-1 0 1 0 0,1 0 0 0 0,0 0 0 0 0,0 0 0 0 0,-1 0 0 0 0,1-1-1 0 0,-1 1 1 0 0,1 0 0 0 0,-1-1 0 0 0,0 1 0 0 0,0-1 0 0 0,1 1-1 0 0,-1-1 1 0 0,0 1 0 0 0,0-1 0 0 0,-1 0 0 0 0,2-2-1 0 0,2-3-291 0 0,7-5-1176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0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260 1 3393 0 0,'-30'6'2418'0'0,"-37"6"-497"0"0,59-12-2261 0 0,1 0 1 0 0,-1 0 0 0 0,1-1-1 0 0,0 0 1 0 0,0 0 0 0 0,-1-1-1 0 0,-10-3 1 0 0,15 4 358 0 0,1 1 1 0 0,0 0-1 0 0,-1 1 1 0 0,1-1-1 0 0,-1 0 0 0 0,1 1 1 0 0,0-1-1 0 0,-1 1 1 0 0,1 0-1 0 0,0 0 0 0 0,0 0 1 0 0,0 0-1 0 0,-1 0 0 0 0,1 0 1 0 0,0 0-1 0 0,0 1 1 0 0,1-1-1 0 0,-1 1 0 0 0,0-1 1 0 0,0 1-1 0 0,1 0 1 0 0,-1 0-1 0 0,1 0 0 0 0,0 0 1 0 0,-1 0-1 0 0,1 0 0 0 0,-2 4 1 0 0,-3 5 184 0 0,0-1 0 0 0,1 1 1 0 0,0 0-1 0 0,-4 16 0 0 0,8-22-189 0 0,0-1-1 0 0,0 0 1 0 0,0 1-1 0 0,1-1 1 0 0,0 1-1 0 0,0-1 0 0 0,0 0 1 0 0,1 1-1 0 0,-1-1 1 0 0,1 1-1 0 0,0-1 1 0 0,0 0-1 0 0,0 1 0 0 0,1-1 1 0 0,0 0-1 0 0,0 0 1 0 0,0 0-1 0 0,0 0 1 0 0,0-1-1 0 0,1 1 0 0 0,0 0 1 0 0,-1-1-1 0 0,1 0 1 0 0,1 0-1 0 0,-1 0 1 0 0,0 0-1 0 0,1 0 0 0 0,0-1 1 0 0,-1 1-1 0 0,1-1 1 0 0,0 0-1 0 0,0 0 0 0 0,0 0 1 0 0,0-1-1 0 0,1 0 1 0 0,-1 1-1 0 0,8 0 1 0 0,-6-1 16 0 0,1 1 1 0 0,-1-1 0 0 0,0 0 0 0 0,1-1 0 0 0,-1 0-1 0 0,0 0 1 0 0,1 0 0 0 0,-1-1 0 0 0,1 1 0 0 0,-1-2-1 0 0,0 1 1 0 0,0-1 0 0 0,0 0 0 0 0,0 0 0 0 0,0 0 0 0 0,0-1-1 0 0,0 0 1 0 0,-1 0 0 0 0,1-1 0 0 0,-1 1 0 0 0,0-1-1 0 0,0 0 1 0 0,0-1 0 0 0,-1 1 0 0 0,0-1 0 0 0,4-5-1 0 0,-6 6-66 0 0,-1 0 0 0 0,0 1 0 0 0,0-1 0 0 0,0 0 0 0 0,-1 0 0 0 0,1 0 0 0 0,-1 0 0 0 0,0 1 0 0 0,0-1 0 0 0,-1 0 0 0 0,1 0 0 0 0,-1 0 0 0 0,1 0 0 0 0,-1 0 0 0 0,-1 1 0 0 0,1-1 0 0 0,0 0 0 0 0,-1 1 0 0 0,0-1 0 0 0,0 1 0 0 0,0 0 0 0 0,-4-5 0 0 0,0-3-358 0 0,-2 1 0 0 0,1 1 0 0 0,-2-1 0 0 0,1 1 0 0 0,-20-15 0 0 0,24 22 200 0 0,-1-1 1 0 0,1 1-1 0 0,-1 0 0 0 0,0 1 1 0 0,0-1-1 0 0,0 1 0 0 0,0 0 1 0 0,0 0-1 0 0,0 1 0 0 0,0-1 1 0 0,0 1-1 0 0,-10 1 0 0 0,-4 1-1455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0.9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92 2232 0 0,'-1'0'120'0'0,"1"0"-1"0"0,-1 1 0 0 0,1-1 0 0 0,0 0 0 0 0,-1 1 0 0 0,1-1 0 0 0,-1 0 0 0 0,1 1 0 0 0,0-1 0 0 0,-1 0 0 0 0,1 1 0 0 0,0-1 0 0 0,-1 1 0 0 0,1-1 0 0 0,0 0 0 0 0,0 1 0 0 0,-1-1 0 0 0,1 1 0 0 0,0-1 0 0 0,0 1 0 0 0,0-1 0 0 0,0 1 0 0 0,0-1 0 0 0,0 1 1 0 0,0-1-1 0 0,0 1 0 0 0,0-1 0 0 0,0 1 0 0 0,0-1 0 0 0,0 1 0 0 0,0-1 0 0 0,0 2 0 0 0,18 0 1048 0 0,37-14-1724 0 0,-45 10 913 0 0,359-56 1957 0 0,-121 34-7694 0 0,-245 24 5242 0 0,-3 0 101 0 0,1 0 0 0 0,-1 0 0 0 0,0 0 0 0 0,1 0 0 0 0,-1 0 0 0 0,0 0 0 0 0,0 0 0 0 0,1 0 0 0 0,-1 0 0 0 0,0 0 0 0 0,1 0 0 0 0,-1 0 0 0 0,0 0 0 0 0,0 0 0 0 0,1 0 0 0 0,-1 0 0 0 0,0 0 0 0 0,1 0 0 0 0,-1-1 0 0 0,0 1 0 0 0,0 0 0 0 0,1 0 0 0 0,-1 0 0 0 0,0 0 0 0 0,0-1 0 0 0,0 1 0 0 0,1 0 0 0 0,-1 0 0 0 0,0 0 0 0 0,0-1 0 0 0,0 1 0 0 0,0 0 0 0 0,1 0 0 0 0,-1-1 0 0 0,0 1 0 0 0,0 0 0 0 0,0 0 0 0 0,0-1 0 0 0,0 1 0 0 0,0 0 0 0 0,0-1 0 0 0,0 1 0 0 0,0 0 0 0 0,0 0 0 0 0,0-1 0 0 0,0 1 0 0 0,0 0 0 0 0,0-1 0 0 0,0-4-1476 0 0</inkml:trace>
  <inkml:trace contextRef="#ctx0" brushRef="#br0" timeOffset="1">261 86 2176 0 0,'-1'2'125'0'0,"-1"1"-1"0"0,2-1 1 0 0,-1 1-1 0 0,0-1 1 0 0,0 1-1 0 0,1 0 1 0 0,-1-1-1 0 0,1 1 1 0 0,0 0-1 0 0,0 0 1 0 0,0-1-1 0 0,0 1 1 0 0,1 0-1 0 0,-1-1 1 0 0,2 6-1 0 0,15 44 476 0 0,-9-32-446 0 0,61 244-1671 0 0,-67-258 790 0 0,-2-12-12 0 0,1-3-680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1.3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0 2809 0 0,'-3'4'253'0'0,"0"-1"1"0"0,1 1-1 0 0,-1 0 1 0 0,1 0-1 0 0,0 1 1 0 0,0-1-1 0 0,1 0 1 0 0,-1 1-1 0 0,1-1 1 0 0,0 1 0 0 0,0-1-1 0 0,0 1 1 0 0,1-1-1 0 0,-1 10 1 0 0,8 77-42 0 0,-2-38 183 0 0,-8 32 23 0 0,1-62-522 0 0,0 0 1 0 0,2 1-1 0 0,1-1 0 0 0,6 35 1 0 0,5-37-1265 0 0,-12-21 1330 0 0,0-1 1 0 0,0 1-1 0 0,0 0 1 0 0,0-1-1 0 0,0 1 1 0 0,0 0-1 0 0,0 0 1 0 0,0-1-1 0 0,0 1 1 0 0,0 0-1 0 0,0 0 1 0 0,0-1-1 0 0,0 1 1 0 0,0 0-1 0 0,1 0 1 0 0,-1-1-1 0 0,0 1 0 0 0,0 0 1 0 0,0 0-1 0 0,0 0 1 0 0,1-1-1 0 0,-1 1 1 0 0,0 0-1 0 0,0 0 1 0 0,1 0-1 0 0,-1 0 1 0 0,0 0-1 0 0,0-1 1 0 0,1 1-1 0 0,-1 0 1 0 0,0 0-1 0 0,0 0 1 0 0,1 0-1 0 0,-1 0 1 0 0,0 0-1 0 0,0 0 1 0 0,1 0-1 0 0,-1 0 1 0 0,0 0-1 0 0,0 0 1 0 0,1 0-1 0 0,-1 0 1 0 0,0 0-1 0 0,1 0 1 0 0,-1 0-1 0 0,0 0 0 0 0,0 0 1 0 0,1 0-1 0 0,-1 1 1 0 0,0-1-1 0 0,0 0 1 0 0,1 0-1 0 0,-1 0 1 0 0,0 0-1 0 0,0 1 1 0 0,0-1-1 0 0,1 0 1 0 0,-1 0-1 0 0,0 0 1 0 0,0 1-1 0 0,0-1 1 0 0,-1-24-1146 0 0,12 3-563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2.1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4 1240 0 0,'-8'-3'32'0'0,"6"4"-1080"0"0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2.7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309 60 2489 0 0,'-72'-20'6320'0'0,"65"16"-6344"0"0,0 1 0 0 0,-1 0 0 0 0,1 1 0 0 0,-1 0 1 0 0,0 0-1 0 0,1 1 0 0 0,-1 0 0 0 0,0 0 1 0 0,0 1-1 0 0,0-1 0 0 0,0 2 0 0 0,1-1 1 0 0,-1 1-1 0 0,0 1 0 0 0,0-1 0 0 0,-7 4 0 0 0,7-2 43 0 0,2 0-1 0 0,-1 1 1 0 0,0 0-1 0 0,1 1 0 0 0,-1-1 1 0 0,1 1-1 0 0,0 0 0 0 0,1 1 1 0 0,0-1-1 0 0,-9 12 0 0 0,12-14-41 0 0,-1 1 0 0 0,1 0-1 0 0,-1 0 1 0 0,1 1-1 0 0,0-1 1 0 0,1 0-1 0 0,-1 1 1 0 0,1-1-1 0 0,0 1 1 0 0,0-1 0 0 0,0 1-1 0 0,1-1 1 0 0,-1 1-1 0 0,1 0 1 0 0,0 0-1 0 0,1-1 1 0 0,-1 1 0 0 0,1-1-1 0 0,1 6 1 0 0,-1-8 37 0 0,0-1 0 0 0,-1 0 0 0 0,1 1 0 0 0,0-1 0 0 0,1 1 0 0 0,-1-1 0 0 0,0 0 0 0 0,0 0 0 0 0,0 0 0 0 0,1 0 0 0 0,-1 0 0 0 0,0 0 0 0 0,1 0 0 0 0,-1 0 0 0 0,1 0 0 0 0,0 0 0 0 0,-1-1 0 0 0,1 1 0 0 0,-1-1 0 0 0,1 1 0 0 0,0-1 0 0 0,-1 0 0 0 0,1 0 0 0 0,0 0 0 0 0,0 1 0 0 0,-1-2 0 0 0,1 1 0 0 0,0 0 0 0 0,-1 0 0 0 0,1 0 0 0 0,0-1 0 0 0,-1 1 0 0 0,4-2 0 0 0,60-20 1093 0 0,-60 19-1102 0 0,31-12-76 0 0,-1-1-1 0 0,0-2 1 0 0,-1-2-1 0 0,46-35 1 0 0,-89 52-462 0 0,0 1 0 0 0,-1-1 0 0 0,1-1 1 0 0,1 1-1 0 0,-1-2 0 0 0,0 1 0 0 0,-11-9 0 0 0,18 11 531 0 0,0 0-1 0 0,0 1 1 0 0,0-1-1 0 0,-1 1 0 0 0,1 0 1 0 0,0 0-1 0 0,-1 0 0 0 0,1 0 1 0 0,-1 0-1 0 0,0 0 0 0 0,1 0 1 0 0,-1 1-1 0 0,0-1 1 0 0,1 1-1 0 0,-1 0 0 0 0,0 0 1 0 0,1 0-1 0 0,-1 0 0 0 0,0 1 1 0 0,1-1-1 0 0,-5 1 1 0 0,4 1-1 0 0,0 0 0 0 0,0 0 1 0 0,0 0-1 0 0,-1 0 0 0 0,2 0 1 0 0,-1 1-1 0 0,0-1 0 0 0,0 1 1 0 0,1-1-1 0 0,0 1 1 0 0,-1 0-1 0 0,1 0 0 0 0,-3 6 1 0 0,-1 4 6 0 0,0 0 0 0 0,1 1 1 0 0,0-1-1 0 0,1 1 0 0 0,1 0 1 0 0,0 0-1 0 0,-1 15 0 0 0,0 15 512 0 0,2 0-1 0 0,6 65 0 0 0,-3-97-637 0 0,0 1 0 0 0,2-1 0 0 0,-1 0 0 0 0,2 0 0 0 0,-1 0 0 0 0,2 0 0 0 0,-1-1 0 0 0,2 0 0 0 0,-1 1 0 0 0,2-2 0 0 0,-1 1 0 0 0,1-1 0 0 0,14 14 0 0 0,-15-18-1368 0 0,-5-11-39 0 0,-1 4 1364 0 0,2-5-1167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3.1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351 1 2136 0 0,'10'2'2922'0'0,"-9"-2"-2938"0"0,1-1-1 0 0,-1 1 1 0 0,0 0-1 0 0,0 0 1 0 0,0 0-1 0 0,0 0 1 0 0,0 0-1 0 0,1 0 1 0 0,-1 0-1 0 0,0 0 1 0 0,0 0-1 0 0,0 1 1 0 0,0-1-1 0 0,0 0 1 0 0,1 1-1 0 0,-1-1 1 0 0,0 1-1 0 0,0-1 1 0 0,0 1-1 0 0,0-1 1 0 0,0 1-1 0 0,-1 0 1 0 0,1 0-1 0 0,0-1 1 0 0,0 1-1 0 0,0 0 1 0 0,0 0-1 0 0,-1 0 1 0 0,1 0-1 0 0,0 0 1 0 0,-1 0-1 0 0,1 0 1 0 0,-1 0-1 0 0,1 0 1 0 0,-1 0-1 0 0,0 0 0 0 0,1 0 1 0 0,-1 1-1 0 0,0-1 1 0 0,0 0-1 0 0,0 1 1 0 0,-4 27 32 0 0,-2-1-1 0 0,-2-1 1 0 0,0 1 0 0 0,-15 33 0 0 0,8-21-258 0 0,13-35 150 0 0,0 0 0 0 0,0 0 0 0 0,0 0 0 0 0,-1 0-1 0 0,0 0 1 0 0,0-1 0 0 0,0 1 0 0 0,0-1 0 0 0,-1 0 0 0 0,0 0 0 0 0,0 0-1 0 0,0 0 1 0 0,0 0 0 0 0,-1-1 0 0 0,1 0 0 0 0,-1 0 0 0 0,0 0 0 0 0,-7 3-1 0 0,-1-3 85 0 0,0 1 0 0 0,0-2 0 0 0,0 1 0 0 0,0-2 0 0 0,-1 0 0 0 0,-19-1 0 0 0,-11 4 273 0 0,35-2 109 0 0,1-1 1 0 0,-1 0 0 0 0,0-1-1 0 0,1 1 1 0 0,-1-1 0 0 0,0-1 0 0 0,1 0-1 0 0,-1 0 1 0 0,-15-5 0 0 0,60-18 1993 0 0,-27 19-2295 0 0,0 1-1 0 0,1-1 0 0 0,0 1 1 0 0,0 1-1 0 0,0 0 0 0 0,0 1 1 0 0,1 0-1 0 0,15-2 1 0 0,12 3-72 0 0,41 2 0 0 0,22 0 145 0 0,-68-3-298 0 0,51-6 231 0 0,-79 7-753 0 0,1 0 0 0 0,0-1 0 0 0,-1 1 0 0 0,0-1 0 0 0,1-1 0 0 0,8-4 0 0 0,-8-5-1725 0 0,7 17 790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3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88 3689 0 0,'10'-63'2757'0'0,"-4"39"-2251"0"0,-38 110 189 0 0,26-59-830 0 0,0 1-1 0 0,-1 35 1 0 0,9 17-3180 0 0,1-73 2444 0 0,-4-11 14 0 0,0 0-669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4.3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13 212 1512 0 0,'0'1'31'0'0,"-1"-1"0"0"0,1 0 0 0 0,0 0 0 0 0,0 0-1 0 0,0 1 1 0 0,-1-1 0 0 0,1 0 0 0 0,0 0 0 0 0,0 0-1 0 0,0 1 1 0 0,-1-1 0 0 0,1 0 0 0 0,0 0 0 0 0,0 0-1 0 0,-1 0 1 0 0,1 0 0 0 0,0 0 0 0 0,-1 1 0 0 0,1-1 0 0 0,0 0-1 0 0,0 0 1 0 0,-1 0 0 0 0,1 0 0 0 0,0 0 0 0 0,-1 0-1 0 0,1 0 1 0 0,0 0 0 0 0,-1 0 0 0 0,1 0 0 0 0,0-1-1 0 0,0 1 1 0 0,-1 0 0 0 0,1 0 0 0 0,0 0 0 0 0,0 0 0 0 0,-1 0-1 0 0,1 0 1 0 0,0-1 0 0 0,0 1 0 0 0,-1 0 0 0 0,1 0-1 0 0,0 0 1 0 0,0-1 0 0 0,0 1 0 0 0,-1 0 0 0 0,1 0-1 0 0,0-1 1 0 0,0 1 0 0 0,0 0 0 0 0,0 0 0 0 0,0-1-1 0 0,-1 1 1 0 0,1 0 0 0 0,0-1 0 0 0,10-15 5684 0 0,-9 16-5600 0 0,0 1 1 0 0,0 0-1 0 0,0 0 0 0 0,0 0 1 0 0,0-1-1 0 0,0 1 0 0 0,0 0 1 0 0,0-1-1 0 0,0 1 0 0 0,0-1 1 0 0,1 1-1 0 0,-1-1 0 0 0,0 0 1 0 0,0 1-1 0 0,1-1 0 0 0,-1 0 1 0 0,0 0-1 0 0,0 0 0 0 0,1 0 1 0 0,-1 0-1 0 0,0 0 0 0 0,0-1 1 0 0,1 1-1 0 0,-1 0 0 0 0,2-1 1 0 0,42-10-568 0 0,-37 9 476 0 0,4-1-651 0 0,0 0 0 0 0,0-1 1 0 0,-1 0-1 0 0,1-1 0 0 0,17-11 0 0 0,-24 13 306 0 0,0 0 0 0 0,-1-1 1 0 0,1 0-1 0 0,-1 0 0 0 0,0 0 0 0 0,0 0 0 0 0,-1-1 0 0 0,1 0 0 0 0,-1 1 1 0 0,0-1-1 0 0,-1-1 0 0 0,1 1 0 0 0,-1 0 0 0 0,3-8 0 0 0,-2 0 81 0 0,-2 7 343 0 0,0 1 1 0 0,1 0-1 0 0,-1-1 1 0 0,1 1-1 0 0,0 0 1 0 0,0 0-1 0 0,0 0 1 0 0,1 1-1 0 0,0-1 1 0 0,0 0-1 0 0,4-4 1 0 0,-14 57 2338 0 0,-34 192 524 0 0,31-79-3888 0 0,13-136-2496 0 0,8-19-317 0 0,-9-8 2633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7:54.7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1 2152 0 0,'-93'87'3125'0'0,"87"-80"-3089"0"0,-1 1 0 0 0,2-1 0 0 0,-1 1 0 0 0,1 0 0 0 0,0 0 1 0 0,1 1-1 0 0,0 0 0 0 0,0-1 0 0 0,1 1 0 0 0,-5 18 0 0 0,7-22-23 0 0,0 0 0 0 0,0 0 1 0 0,0 0-1 0 0,0 1 0 0 0,1-1 1 0 0,0 0-1 0 0,0 1 0 0 0,0-1 1 0 0,1 0-1 0 0,0 1 0 0 0,0-1 1 0 0,0 0-1 0 0,0 0 0 0 0,1 0 0 0 0,0 0 1 0 0,0 0-1 0 0,0 0 0 0 0,1 0 1 0 0,0-1-1 0 0,5 8 0 0 0,-6-10 5 0 0,0 0 0 0 0,1 0 0 0 0,-1-1 0 0 0,0 1 0 0 0,0-1 0 0 0,1 1 0 0 0,-1-1 0 0 0,1 0-1 0 0,-1 0 1 0 0,1 0 0 0 0,0 0 0 0 0,-1-1 0 0 0,1 1 0 0 0,0-1 0 0 0,0 0 0 0 0,-1 1 0 0 0,4-1 0 0 0,1-1 26 0 0,-1 0 0 0 0,0 0 1 0 0,1 0-1 0 0,-1-1 0 0 0,0 0 1 0 0,0 0-1 0 0,6-3 1 0 0,7-5 208 0 0,-1-1 0 0 0,0 0 1 0 0,24-20-1 0 0,-34 24-78 0 0,65-58 760 0 0,-68 60-861 0 0,0 0 0 0 0,-1 0 0 0 0,0 0 1 0 0,0 0-1 0 0,0-1 0 0 0,-1 0 0 0 0,0 0 0 0 0,0 0 0 0 0,0 0 0 0 0,-1 0 0 0 0,4-12 0 0 0,-6 16-33 0 0,0 1-1 0 0,0 0 0 0 0,0 0 1 0 0,0 0-1 0 0,0 0 0 0 0,0-1 1 0 0,0 1-1 0 0,-1 0 0 0 0,1 0 1 0 0,0 0-1 0 0,-1 0 0 0 0,1 0 0 0 0,0 0 1 0 0,-1 0-1 0 0,0 0 0 0 0,1 0 1 0 0,-1 0-1 0 0,1 0 0 0 0,-1 0 1 0 0,0 0-1 0 0,0 0 0 0 0,0 0 1 0 0,1 1-1 0 0,-3-2 0 0 0,0 0-14 0 0,0 0-1 0 0,0 1 1 0 0,0 0 0 0 0,0 0-1 0 0,0 0 1 0 0,-1 0-1 0 0,1 0 1 0 0,-6 0-1 0 0,-5 0-144 0 0,1 1 0 0 0,0 1-1 0 0,-18 2 1 0 0,3 3-334 0 0,0 1 0 0 0,1 1 0 0 0,0 1 1 0 0,-34 17-1 0 0,-21 8-2263 0 0,80-33 2545 0 0,0 0 0 0 0,0-1 0 0 0,-1 1 1 0 0,1-1-1 0 0,0 0 0 0 0,0 1 0 0 0,0-1 0 0 0,-1 0 1 0 0,1 0-1 0 0,0-1 0 0 0,0 1 0 0 0,-1 0 1 0 0,1-1-1 0 0,-3 0 0 0 0,-6-4-1987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6.1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12 163 320 0 0,'-11'3'6332'0'0,"27"-19"-4624"0"0,2-1-1266 0 0,-4 2-298 0 0,-1 1-1 0 0,2 1 1 0 0,0 0 0 0 0,0 1 0 0 0,1 1 0 0 0,1 0-1 0 0,0 1 1 0 0,0 1 0 0 0,1 0 0 0 0,23-7 0 0 0,-41 31 37 0 0,0 0 1 0 0,-2 0 0 0 0,0-1 0 0 0,-4 19 0 0 0,2-21-163 0 0,-1 0 0 0 0,-1 0 0 0 0,0-1 0 0 0,0 1 0 0 0,-1-1 0 0 0,0 0 0 0 0,-1-1 0 0 0,0 0 0 0 0,-1 0 0 0 0,-10 8 0 0 0,5-3-619 0 0,0 1-1 0 0,-20 30 1 0 0,12-19-2292 0 0,13-24 28 0 0,6-22 547 0 0,5 13 985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6.5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2000 0 0,'0'0'114'0'0,"0"1"1"0"0,-1-1-1 0 0,1 0 0 0 0,0 0 0 0 0,0 1 0 0 0,0-1 0 0 0,0 0 0 0 0,-1 0 0 0 0,1 1 0 0 0,0-1 0 0 0,0 0 0 0 0,0 0 0 0 0,0 1 0 0 0,0-1 0 0 0,0 0 0 0 0,0 1 0 0 0,0-1 0 0 0,0 0 0 0 0,0 1 0 0 0,0-1 1 0 0,0 0-1 0 0,0 0 0 0 0,0 1 0 0 0,0-1 0 0 0,0 0 0 0 0,0 1 0 0 0,0-1 0 0 0,0 0 0 0 0,1 0 0 0 0,-1 1 0 0 0,0-1 0 0 0,0 0 0 0 0,0 0 0 0 0,0 1 0 0 0,1-1 0 0 0,-1 0 0 0 0,0 0 0 0 0,0 0 0 0 0,0 1 0 0 0,1-1 1 0 0,-1 0-1 0 0,0 0 0 0 0,1 0 0 0 0,19 26 753 0 0,-18-23-951 0 0,1 0-1 0 0,-1 0 1 0 0,1-1-1 0 0,0 1 1 0 0,0-1-1 0 0,0 0 1 0 0,0 0-1 0 0,0 0 1 0 0,0 0-1 0 0,0 0 0 0 0,1-1 1 0 0,-1 1-1 0 0,1-1 1 0 0,-1 0-1 0 0,1 0 1 0 0,0-1-1 0 0,-1 1 1 0 0,7 0-1 0 0,-5-2-447 0 0,0-1 0 0 0,0 1 0 0 0,-1-1 0 0 0,1 0-1 0 0,0 0 1 0 0,-1 0 0 0 0,7-5 0 0 0,-2 4-1027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7.3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120 31 2569 0 0,'0'0'112'0'0,"0"-1"0"0"0,1 1 0 0 0,-1-1 0 0 0,0 1 0 0 0,0-1 0 0 0,0 0 0 0 0,0 1 0 0 0,0-1 0 0 0,0 0 0 0 0,0 1 0 0 0,0-1 0 0 0,0 1 0 0 0,0-1 1 0 0,0 0-1 0 0,0 1 0 0 0,0-1 0 0 0,0 1 0 0 0,-1-1 0 0 0,1 0 0 0 0,0 1 0 0 0,0-1 0 0 0,-1 1 0 0 0,1-1 0 0 0,0 1 0 0 0,-1-1 0 0 0,1 1 0 0 0,-1-1 1 0 0,1 1-1 0 0,-1-1 0 0 0,1 1 0 0 0,0 0 0 0 0,-1-1 0 0 0,0 1 0 0 0,1 0 0 0 0,-1-1 0 0 0,-24 6 895 0 0,18-1-1056 0 0,-1 0 1 0 0,1 1-1 0 0,1-1 1 0 0,-13 11-1 0 0,15-10 25 0 0,-1 1 0 0 0,1 0 1 0 0,0 0-1 0 0,0 0 0 0 0,0 0 0 0 0,1 0 0 0 0,0 1 1 0 0,0-1-1 0 0,-2 11 0 0 0,5-15 23 0 0,-1-1-1 0 0,1 1 1 0 0,0-1-1 0 0,0 0 1 0 0,0 1-1 0 0,0-1 1 0 0,0 1 0 0 0,0-1-1 0 0,0 1 1 0 0,1-1-1 0 0,-1 0 1 0 0,0 1-1 0 0,1-1 1 0 0,-1 0 0 0 0,1 1-1 0 0,-1-1 1 0 0,1 0-1 0 0,0 1 1 0 0,0-1-1 0 0,1 2 1 0 0,0-2 8 0 0,-1 0 1 0 0,1 0-1 0 0,0 0 1 0 0,0 0-1 0 0,0 0 1 0 0,0 0-1 0 0,1 0 1 0 0,-1-1-1 0 0,0 1 1 0 0,0-1-1 0 0,0 0 1 0 0,0 1-1 0 0,1-1 1 0 0,-1 0-1 0 0,0 0 1 0 0,0 0-1 0 0,5-2 1 0 0,2 1-27 0 0,0-1 1 0 0,0-1-1 0 0,0 0 1 0 0,0 0-1 0 0,0-1 1 0 0,-1 0-1 0 0,1-1 1 0 0,-1 0 0 0 0,12-9-1 0 0,-16 11 11 0 0,0 0 1 0 0,0 0-1 0 0,0 0 0 0 0,0-1 1 0 0,0 0-1 0 0,-1 1 1 0 0,0-1-1 0 0,0-1 0 0 0,0 1 1 0 0,0 0-1 0 0,-1-1 0 0 0,1 1 1 0 0,-1-1-1 0 0,0 0 0 0 0,-1 0 1 0 0,1 0-1 0 0,-1 0 0 0 0,0 0 1 0 0,1-5-1 0 0,-2 9-26 0 0,0 0-1 0 0,0 0 0 0 0,-1 0 1 0 0,1 0-1 0 0,0 0 1 0 0,0 0-1 0 0,0 0 1 0 0,-1 0-1 0 0,1 0 0 0 0,0 0 1 0 0,-1 0-1 0 0,1 0 1 0 0,-1 0-1 0 0,1 0 1 0 0,-1 1-1 0 0,0-1 0 0 0,1 0 1 0 0,-1 0-1 0 0,0 1 1 0 0,1-1-1 0 0,-1 0 1 0 0,0 1-1 0 0,0-1 0 0 0,1 1 1 0 0,-1-1-1 0 0,-2 0 1 0 0,1 0-103 0 0,-1 1-1 0 0,1-1 1 0 0,-1 1 0 0 0,1 0 0 0 0,-1 0-1 0 0,1 0 1 0 0,-1 0 0 0 0,0 0 0 0 0,1 0-1 0 0,-4 1 1 0 0,-55 21-2350 0 0,60-22 2465 0 0,-18 9-1434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7.7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0 107 1824 0 0,'14'-8'433'0'0,"-1"2"-1"0"0,2-1 0 0 0,-1 2 0 0 0,1 0 0 0 0,-1 1 0 0 0,30-5 0 0 0,-13 2-89 0 0,2-1-266 0 0,-6 3-425 0 0,-1-2 0 0 0,0 0 0 0 0,35-17 0 0 0,-56 20-1490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8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85 2713 0 0,'2'-2'376'0'0,"-1"0"1"0"0,1 0 0 0 0,0 0 0 0 0,-1 0 0 0 0,1 0 0 0 0,0 0 0 0 0,0 1 0 0 0,0-1 0 0 0,0 0 0 0 0,5-1 0 0 0,47-20-825 0 0,-40 18 618 0 0,7-3-368 0 0,1 1 0 0 0,0 1 0 0 0,34-5 0 0 0,-50 10 255 0 0,1 0 0 0 0,-1 1 0 0 0,1-1 0 0 0,-1 1 0 0 0,1 1 0 0 0,0-1 0 0 0,-1 1 0 0 0,1 0 0 0 0,-1 1 0 0 0,1-1 0 0 0,-1 1 1 0 0,0 0-1 0 0,0 1 0 0 0,0 0 0 0 0,0 0 0 0 0,10 6 0 0 0,-16-8-26 0 0,1 0 0 0 0,0-1 0 0 0,0 1 0 0 0,0 0 0 0 0,-1 0 0 0 0,1 0 0 0 0,0 0 0 0 0,-1-1 0 0 0,1 1 1 0 0,-1 0-1 0 0,1 0 0 0 0,-1 0 0 0 0,1 0 0 0 0,-1 0 0 0 0,0 0 0 0 0,1 1 0 0 0,-1-1 0 0 0,0 0 0 0 0,0 0 0 0 0,0 0 0 0 0,0 0 0 0 0,0 0 1 0 0,0 0-1 0 0,0 0 0 0 0,0 0 0 0 0,0 0 0 0 0,-1 0 0 0 0,1 1 0 0 0,0-1 0 0 0,-1 0 0 0 0,1 0 0 0 0,-1 0 0 0 0,1 0 0 0 0,-1 0 0 0 0,1-1 1 0 0,-1 1-1 0 0,0 0 0 0 0,1 0 0 0 0,-1 0 0 0 0,0 0 0 0 0,0-1 0 0 0,0 1 0 0 0,1 0 0 0 0,-1-1 0 0 0,0 1 0 0 0,0-1 0 0 0,0 1 0 0 0,-2 0 1 0 0,-8 6-66 0 0,-1-1 1 0 0,0 0 0 0 0,-17 5 0 0 0,13-5-578 0 0,-2 3 365 0 0,0 0 1 0 0,1 2 0 0 0,1-1 0 0 0,-1 2-1 0 0,2 0 1 0 0,0 1 0 0 0,0 1 0 0 0,-15 19-1 0 0,29-33 253 0 0,0 1 0 0 0,1 0-1 0 0,-1 0 1 0 0,1-1-1 0 0,-1 1 1 0 0,1 0-1 0 0,-1 0 1 0 0,1 0-1 0 0,0-1 1 0 0,-1 1 0 0 0,1 0-1 0 0,0 0 1 0 0,0 0-1 0 0,0 0 1 0 0,-1 0-1 0 0,1 0 1 0 0,0 0 0 0 0,0-1-1 0 0,0 1 1 0 0,1 0-1 0 0,-1 0 1 0 0,0 0-1 0 0,0 0 1 0 0,0 0-1 0 0,1 0 1 0 0,-1 0 0 0 0,0-1-1 0 0,1 1 1 0 0,-1 0-1 0 0,1 0 1 0 0,-1-1-1 0 0,2 2 1 0 0,0 1-12 0 0,1-1-1 0 0,-1 0 1 0 0,1 0 0 0 0,0 0-1 0 0,0-1 1 0 0,-1 1 0 0 0,1-1 0 0 0,1 0-1 0 0,3 2 1 0 0,7 1 68 0 0,1-1 0 0 0,-1 0-1 0 0,20 1 1 0 0,-23-3 113 0 0,1-1-1 0 0,-1-1 1 0 0,1 0-1 0 0,-1 0 0 0 0,1-1 1 0 0,-1-1-1 0 0,0 0 1 0 0,0 0-1 0 0,0-1 1 0 0,19-10-1 0 0,-19 7-923 0 0,1 0-1 0 0,-1-1 0 0 0,0 0 1 0 0,-1-1-1 0 0,13-13 0 0 0,-12 11-1610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9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 75 2673 0 0,'29'-10'1578'0'0,"-1"-2"0"0"0,0-1 1 0 0,41-26-1 0 0,-87 49-3120 0 0,-1 0-1 0 0,-33 12 1 0 0,36-17 1374 0 0,1 2 0 0 0,0-1 0 0 0,0 2 0 0 0,0 0 0 0 0,-18 15 0 0 0,31-22 123 0 0,1 0 0 0 0,-1 0-1 0 0,1 0 1 0 0,0 0 0 0 0,0 0-1 0 0,0 0 1 0 0,-1 1 0 0 0,1-1 0 0 0,0 0-1 0 0,0 1 1 0 0,1-1 0 0 0,-1 1-1 0 0,0 0 1 0 0,0-1 0 0 0,1 1-1 0 0,-1-1 1 0 0,1 1 0 0 0,0 0-1 0 0,-1-1 1 0 0,1 3 0 0 0,0-3 66 0 0,1 1 1 0 0,-1-1 0 0 0,1 0-1 0 0,-1 0 1 0 0,1 0 0 0 0,-1 0-1 0 0,1 0 1 0 0,0 0 0 0 0,-1 0-1 0 0,1 0 1 0 0,0 0-1 0 0,0 0 1 0 0,0 0 0 0 0,0 0-1 0 0,0 0 1 0 0,0-1 0 0 0,0 1-1 0 0,0 0 1 0 0,0-1 0 0 0,2 2-1 0 0,3 0 152 0 0,-1 0 0 0 0,1 0 0 0 0,0-1 0 0 0,0 1-1 0 0,0-1 1 0 0,0 0 0 0 0,0-1 0 0 0,0 0 0 0 0,11 0-1 0 0,5-5 334 0 0,0 0 0 0 0,36-14 0 0 0,-35 10-1174 0 0,0 2-1 0 0,26-5 0 0 0,-51 15-1231 0 0,2 3 562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09.7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1 103 3377 0 0,'5'-3'408'0'0,"-1"-1"0"0"0,1 1 0 0 0,0 0 0 0 0,0 0 1 0 0,1 0-1 0 0,-1 1 0 0 0,0 0 0 0 0,1 0 0 0 0,0 0 0 0 0,6-1 0 0 0,65-8-1060 0 0,-56 9 986 0 0,13-2-280 0 0,-1-2 1 0 0,0-1-1 0 0,0-1 0 0 0,60-24 0 0 0,-87 29-1105 0 0,-14 5-5357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0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76 3353 0 0,'2'-3'299'0'0,"1"1"0"0"0,-1-1 0 0 0,0 0 0 0 0,1 1 0 0 0,0 0 0 0 0,-1 0 0 0 0,1-1 0 0 0,0 2 0 0 0,0-1 0 0 0,0 0 0 0 0,0 1 0 0 0,6-3 0 0 0,47-15-781 0 0,-42 15 676 0 0,15-3-60 0 0,-1 1 1 0 0,1 2-1 0 0,0 1 0 0 0,0 1 1 0 0,1 2-1 0 0,29 2 0 0 0,-58-2-119 0 0,-1 0 1 0 0,1 0-1 0 0,-1 0 0 0 0,1 0 0 0 0,-1 0 0 0 0,1 0 0 0 0,-1 0 0 0 0,1 0 0 0 0,-1 0 0 0 0,1 0 0 0 0,-1 0 0 0 0,1 0 0 0 0,-1 0 1 0 0,1 1-1 0 0,-1-1 0 0 0,1 0 0 0 0,-1 0 0 0 0,1 1 0 0 0,-1-1 0 0 0,1 0 0 0 0,-1 0 0 0 0,0 1 0 0 0,1-1 0 0 0,-1 0 0 0 0,1 1 1 0 0,-1-1-1 0 0,0 1 0 0 0,0-1 0 0 0,1 0 0 0 0,-1 1 0 0 0,0-1 0 0 0,0 1 0 0 0,1-1 0 0 0,-1 1 0 0 0,0-1 0 0 0,0 1 0 0 0,0-1 1 0 0,0 2-1 0 0,-12 18 214 0 0,-36 20-385 0 0,45-37 109 0 0,-201 136-4915 0 0,203-138 5022 0 0,0 0 0 0 0,-1-1 0 0 0,1 1 0 0 0,0 0 0 0 0,0 0 0 0 0,-1 0 0 0 0,1 0 0 0 0,0 0 0 0 0,0 0 0 0 0,0 1 0 0 0,0-1 0 0 0,1 0 0 0 0,-1 0 0 0 0,0 1 0 0 0,0-1 0 0 0,1 0 0 0 0,-1 1 0 0 0,1-1 1 0 0,-1 1-1 0 0,1-1 0 0 0,-1 3 0 0 0,2-3-10 0 0,-1 0 0 0 0,1 0 1 0 0,0 0-1 0 0,-1 0 1 0 0,1 0-1 0 0,0 0 0 0 0,0-1 1 0 0,-1 1-1 0 0,1 0 1 0 0,0-1-1 0 0,0 1 1 0 0,0 0-1 0 0,0-1 0 0 0,0 1 1 0 0,0-1-1 0 0,0 1 1 0 0,0-1-1 0 0,0 0 0 0 0,0 1 1 0 0,0-1-1 0 0,3 0 1 0 0,11 2 303 0 0,0 0 0 0 0,0-1 0 0 0,16-1 0 0 0,-27 0-282 0 0,17-1-3 0 0,-1-1-1 0 0,1 0 1 0 0,-1-1 0 0 0,23-7-1 0 0,-34 7-632 0 0,0 0 0 0 0,0 0 0 0 0,0-1 0 0 0,0 0-1 0 0,-1-1 1 0 0,1 0 0 0 0,-1 0 0 0 0,-1-1 0 0 0,1 0 0 0 0,13-13-1 0 0,-10 7-883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0.6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8 7554 0 0,'-28'-1'2124'0'0,"26"2"-2346"0"0,0-1 0 0 0,0 0 0 0 0,0 1 1 0 0,0 0-1 0 0,0-1 0 0 0,1 1 0 0 0,-1 0 0 0 0,0 0 1 0 0,1 0-1 0 0,-1 0 0 0 0,1 0 0 0 0,-1 1 1 0 0,1-1-1 0 0,-3 3 0 0 0,-12 27-3039 0 0,7-4 5501 0 0,9-26-2184 0 0,-1 1 0 0 0,0-1 0 0 0,1 1-1 0 0,-1 0 1 0 0,1-1 0 0 0,0 1-1 0 0,0 0 1 0 0,-1 0 0 0 0,1-1-1 0 0,0 1 1 0 0,0 0 0 0 0,1-1-1 0 0,-1 1 1 0 0,0 0 0 0 0,1 0 0 0 0,-1-1-1 0 0,1 1 1 0 0,-1 0 0 0 0,1-1-1 0 0,0 1 1 0 0,-1-1 0 0 0,1 1-1 0 0,0-1 1 0 0,0 1 0 0 0,0-1-1 0 0,1 0 1 0 0,0 2 0 0 0,1-1-24 0 0,0-1 0 0 0,0 1 0 0 0,1-1 0 0 0,-1 0 0 0 0,0 0 0 0 0,0 0 1 0 0,1 0-1 0 0,-1 0 0 0 0,0-1 0 0 0,1 1 0 0 0,-1-1 0 0 0,1 0 0 0 0,3-1 0 0 0,5 0 79 0 0,0 0-1 0 0,0-1 1 0 0,0-1-1 0 0,0 0 1 0 0,0 0-1 0 0,0-1 1 0 0,13-7-1 0 0,-24 10-104 0 0,0 0-1 0 0,1 1 0 0 0,-1-1 1 0 0,0 0-1 0 0,0 0 1 0 0,0 0-1 0 0,0 0 1 0 0,0 0-1 0 0,0 0 1 0 0,0 0-1 0 0,0 0 1 0 0,0 0-1 0 0,0-1 0 0 0,0 1 1 0 0,-1 0-1 0 0,1-1 1 0 0,-1 1-1 0 0,1 0 1 0 0,-1-1-1 0 0,1 1 1 0 0,-1-1-1 0 0,0 1 0 0 0,1 0 1 0 0,-1-1-1 0 0,0 1 1 0 0,0-1-1 0 0,0 1 1 0 0,0-1-1 0 0,-1 1 1 0 0,1-1-1 0 0,0 1 1 0 0,-1-1-1 0 0,1 1 0 0 0,-1 0 1 0 0,1-1-1 0 0,-1 1 1 0 0,1 0-1 0 0,-1-1 1 0 0,0 1-1 0 0,0 0 1 0 0,0 0-1 0 0,0 0 1 0 0,0 0-1 0 0,-1-2 0 0 0,-4-4-815 0 0,-1 1 0 0 0,1-1-1 0 0,-1 1 1 0 0,-1 1-1 0 0,1-1 1 0 0,-9-4-1 0 0,5 4-1272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0.9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39 3169 0 0,'29'3'2289'0'0,"-1"-2"1"0"0,49-4-1 0 0,-33-2-3049 0 0,44-10-1 0 0,-73 4-4121 0 0,-12 7 3777 0 0,2 0-752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1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2160 0 0,'2'4'627'0'0,"0"1"-1"0"0,-1-1 0 0 0,1 1 0 0 0,-1 0 0 0 0,0-1 0 0 0,0 1 0 0 0,-1 6 0 0 0,2-1-11 0 0,26 141 813 0 0,7 34-5470 0 0,-35-186 3991 0 0,0 1-1 0 0,0 0 0 0 0,1 0 0 0 0,-1-1 1 0 0,0 1-1 0 0,0 0 0 0 0,0 0 0 0 0,1 0 1 0 0,-1-1-1 0 0,0 1 0 0 0,0 0 1 0 0,1 0-1 0 0,-1 0 0 0 0,0 0 0 0 0,0 0 1 0 0,1-1-1 0 0,-1 1 0 0 0,0 0 0 0 0,1 0 1 0 0,-1 0-1 0 0,0 0 0 0 0,0 0 0 0 0,1 0 1 0 0,-1 0-1 0 0,0 0 0 0 0,1 0 0 0 0,-1 0 1 0 0,0 0-1 0 0,1 0 0 0 0,-1 0 0 0 0,0 0 1 0 0,0 0-1 0 0,1 1 0 0 0,-1-1 0 0 0,0 0 1 0 0,0 0-1 0 0,1 0 0 0 0,-1 0 0 0 0,0 0 1 0 0,0 1-1 0 0,1-1 0 0 0,-1 0 0 0 0,0 0 1 0 0,0 1-1 0 0,0-1 0 0 0,1 0 0 0 0,-1 0 1 0 0,0 0-1 0 0,0 1 0 0 0,0-1 0 0 0,0 0 1 0 0,0 1-1 0 0,1-1 0 0 0,-1 0 0 0 0,0 0 1 0 0,0 1-1 0 0,0-1 0 0 0,0 0 1 0 0,0 1-1 0 0,0-1 0 0 0,0 0 0 0 0,0 0 1 0 0,0 1-1 0 0,0-1 0 0 0,0 0 0 0 0,0 1 1 0 0,-1-1-1 0 0,1 0 0 0 0,0 1 0 0 0,4-6-1168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1.7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54 2641 0 0,'10'-6'5163'0'0,"78"-34"-5257"0"0,-82 38 128 0 0,-1 1 0 0 0,1 0 0 0 0,0-1 0 0 0,0 2 0 0 0,0-1 0 0 0,-1 1 0 0 0,1 0 1 0 0,0 0-1 0 0,0 1 0 0 0,11 2 0 0 0,-16-3-12 0 0,1 0 0 0 0,-1 1 0 0 0,0 0-1 0 0,1-1 1 0 0,-1 1 0 0 0,0 0 0 0 0,0 0 0 0 0,0 0 0 0 0,0-1 0 0 0,0 1 0 0 0,0 0-1 0 0,0 0 1 0 0,0 1 0 0 0,0-1 0 0 0,0 0 0 0 0,0 0 0 0 0,0 0 0 0 0,0 3 0 0 0,0-1 9 0 0,-1 0 0 0 0,1-1 1 0 0,-1 1-1 0 0,0 0 1 0 0,0-1-1 0 0,0 1 1 0 0,0 0-1 0 0,0-1 0 0 0,-1 1 1 0 0,1 0-1 0 0,-1-1 1 0 0,0 1-1 0 0,-1 4 1 0 0,-4 8-96 0 0,-1 0 1 0 0,0 0 0 0 0,-1-1-1 0 0,-1 1 1 0 0,0-2-1 0 0,-1 1 1 0 0,-20 20 0 0 0,34-39-64 0 0,1-3 84 0 0,0 0 0 0 0,1 0 0 0 0,0 1-1 0 0,8-8 1 0 0,-11 13 42 0 0,3-3-16 0 0,1 0 0 0 0,-1 0 0 0 0,1 0 0 0 0,0 1 0 0 0,0 0 0 0 0,13-5 0 0 0,-17 9 2 0 0,1-1 1 0 0,-1 1-1 0 0,0 0 1 0 0,1 0-1 0 0,-1 0 1 0 0,0 0-1 0 0,1 0 1 0 0,-1 1-1 0 0,0 0 1 0 0,0-1-1 0 0,0 1 1 0 0,1 0-1 0 0,-1 1 0 0 0,0-1 1 0 0,0 0-1 0 0,0 1 1 0 0,-1 0-1 0 0,1 0 1 0 0,4 3-1 0 0,5 4-161 0 0,-7-5-252 0 0,-1 0 1 0 0,1 0-1 0 0,0 0 1 0 0,1-1-1 0 0,-1 0 1 0 0,1 0-1 0 0,-1-1 1 0 0,1 1-1 0 0,6 1 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2.2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41 1272 0 0,'10'-4'364'0'0,"1"1"0"0"0,-1 0 0 0 0,1 0 1 0 0,-1 1-1 0 0,1 0 0 0 0,0 1 0 0 0,0 0 0 0 0,14 2 0 0 0,10-3 159 0 0,128-5 1442 0 0,61-7-3769 0 0,-282 26-1146 0 0,45-9 3034 0 0,0 1-1 0 0,0 0 1 0 0,1 1-1 0 0,0 0 0 0 0,-1 1 1 0 0,-13 8-1 0 0,24-10 60 0 0,0-1 0 0 0,-1 0 0 0 0,1 0 0 0 0,0 1 0 0 0,0-1 0 0 0,1 1-1 0 0,-1 0 1 0 0,1-1 0 0 0,0 1 0 0 0,0 0 0 0 0,0 0 0 0 0,0 0 0 0 0,0 0 0 0 0,1 0 0 0 0,0 0-1 0 0,0 5 1 0 0,5 68 999 0 0,-4-74-1117 0 0,-1 2-361 0 0,1 0 0 0 0,-1 1 1 0 0,2-1-1 0 0,-1 0 1 0 0,0 0-1 0 0,1 0 0 0 0,0 0 1 0 0,0 0-1 0 0,1 0 0 0 0,-1-1 1 0 0,6 8-1 0 0,-1-5-1435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2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26 2320 0 0,'-4'-24'671'0'0,"-1"23"-517"0"0,-2 15 435 0 0,4-3-296 0 0,1 1-1 0 0,0 0 1 0 0,0 0 0 0 0,1 0 0 0 0,1 0-1 0 0,0 0 1 0 0,1 0 0 0 0,0-1-1 0 0,5 20 1 0 0,1 43-1522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3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59 2232 0 0,'0'0'86'0'0,"-1"-1"-1"0"0,1 1 0 0 0,0 0 0 0 0,-1 0 0 0 0,1-1 0 0 0,0 1 0 0 0,-1 0 1 0 0,1-1-1 0 0,0 1 0 0 0,0-1 0 0 0,-1 1 0 0 0,1 0 0 0 0,0-1 0 0 0,0 1 0 0 0,0-1 1 0 0,-1 1-1 0 0,1 0 0 0 0,0-1 0 0 0,0 1 0 0 0,0-1 0 0 0,0 1 0 0 0,0-1 1 0 0,0 1-1 0 0,0-1 0 0 0,0 1 0 0 0,0 0 0 0 0,0-1 0 0 0,0 1 0 0 0,0-1 1 0 0,0 1-1 0 0,1-1 0 0 0,-1 1 0 0 0,0 0 0 0 0,0-1 0 0 0,0 1 0 0 0,1-1 0 0 0,-1 1 1 0 0,0-1-1 0 0,20-15 459 0 0,25-5 490 0 0,-42 20-949 0 0,1 0 0 0 0,-1 0 1 0 0,0 0-1 0 0,1 0 0 0 0,-1 1 0 0 0,1 0 1 0 0,-1-1-1 0 0,1 1 0 0 0,-1 0 1 0 0,1 1-1 0 0,-1-1 0 0 0,1 0 0 0 0,-1 1 1 0 0,0 0-1 0 0,1 0 0 0 0,-1 0 0 0 0,0 0 1 0 0,1 1-1 0 0,4 2 0 0 0,-5-1-75 0 0,-1 0 0 0 0,1 0 0 0 0,-1 0 0 0 0,0 0 0 0 0,0 0 0 0 0,0 1 0 0 0,-1-1 0 0 0,1 0 0 0 0,-1 1 0 0 0,1 0 0 0 0,-1-1 0 0 0,0 1 1 0 0,-1 0-1 0 0,1-1 0 0 0,-1 1 0 0 0,1 0 0 0 0,-1 5 0 0 0,6 37 47 0 0,-4-38-238 0 0,0 0-1 0 0,-1 0 1 0 0,0 0 0 0 0,0 0-1 0 0,0 1 1 0 0,-1-1-1 0 0,-1 0 1 0 0,0 1 0 0 0,-2 12-1 0 0,2-19-30 0 0,0-1 0 0 0,0 0 0 0 0,0 0 0 0 0,0 1-1 0 0,0-1 1 0 0,0 0 0 0 0,0 0 0 0 0,0 0 0 0 0,0 0 0 0 0,-1 0-1 0 0,1 0 1 0 0,0-1 0 0 0,-1 1 0 0 0,1 0 0 0 0,0 0 0 0 0,-1-1 0 0 0,1 1-1 0 0,-1-1 1 0 0,1 0 0 0 0,-1 1 0 0 0,1-1 0 0 0,-1 0 0 0 0,-2 0-1 0 0,-3 1-1467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3.4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0 195 3321 0 0,'46'-9'2155'0'0,"5"8"-1707"0"0,-37 1-634 0 0,0 0 0 0 0,0-1 0 0 0,20-4 0 0 0,-30 4-183 0 0,1 0 0 0 0,-1-1 0 0 0,0 1 0 0 0,0-1 0 0 0,1 0 0 0 0,-2 0 0 0 0,1-1 0 0 0,7-4 0 0 0,-5 1-1066 0 0</inkml:trace>
  <inkml:trace contextRef="#ctx0" brushRef="#br0" timeOffset="0.86">243 13 3505 0 0,'4'-2'314'0'0,"1"0"1"0"0,-1 0-1 0 0,0 1 1 0 0,1-1-1 0 0,-1 1 1 0 0,1 0 0 0 0,-1 0-1 0 0,1 1 1 0 0,-1 0-1 0 0,1-1 1 0 0,7 2-1 0 0,41 15-501 0 0,-4 0-1675 0 0,-47-16 1602 0 0,1 0 1 0 0,0 0-1 0 0,-1 0 0 0 0,1 0 0 0 0,-1 0 0 0 0,1 0 0 0 0,0-1 0 0 0,-1 1 0 0 0,1-1 0 0 0,-1 0 0 0 0,5-1 0 0 0,-4 1-16 0 0,4-1-879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3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42 80 0 0,'28'-5'5898'0'0,"26"1"-3861"0"0,-21 2-3836 0 0,0 0 1 0 0,55-13-1 0 0,-74 6 595 0 0,-7 5 45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4.2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8 4417 0 0,'0'0'41'0'0,"0"-1"-1"0"0,1 1 1 0 0,-1-1-1 0 0,0 1 1 0 0,0 0 0 0 0,0-1-1 0 0,0 1 1 0 0,1-1 0 0 0,-1 1-1 0 0,0 0 1 0 0,0-1-1 0 0,1 1 1 0 0,-1 0 0 0 0,0 0-1 0 0,1-1 1 0 0,-1 1 0 0 0,0 0-1 0 0,1 0 1 0 0,-1-1-1 0 0,1 1 1 0 0,-1 0 0 0 0,0 0-1 0 0,1 0 1 0 0,-1 0 0 0 0,1-1-1 0 0,-1 1 1 0 0,0 0-1 0 0,1 0 1 0 0,-1 0 0 0 0,1 0-1 0 0,-1 0 1 0 0,0 0 0 0 0,1 0-1 0 0,-1 0 1 0 0,1 0 0 0 0,-1 1-1 0 0,1-1 1 0 0,-1 0-1 0 0,0 0 1 0 0,1 0 0 0 0,-1 0-1 0 0,0 0 1 0 0,1 1 0 0 0,-1-1-1 0 0,1 0 1 0 0,-1 0-1 0 0,0 1 1 0 0,1-1 0 0 0,-1 0-1 0 0,0 1 1 0 0,0-1 0 0 0,1 0-1 0 0,-1 1 1 0 0,0-1-1 0 0,0 0 1 0 0,0 1 0 0 0,1-1-1 0 0,-1 1 1 0 0,0-1 0 0 0,0 0-1 0 0,0 1 1 0 0,0-1-1 0 0,0 1 1 0 0,9 27-943 0 0,-10-14 1067 0 0,-2 0 1 0 0,0 0-1 0 0,-1-1 1 0 0,-6 16-1 0 0,4-14-258 0 0,1 0 0 0 0,1 1 0 0 0,-4 24 0 0 0,7-36-190 0 0,1 0-1 0 0,0 0 1 0 0,0 0 0 0 0,0 1-1 0 0,1-1 1 0 0,-1 0 0 0 0,1 0-1 0 0,0 0 1 0 0,0 0 0 0 0,0 0-1 0 0,1 0 1 0 0,0 0-1 0 0,-1 0 1 0 0,1-1 0 0 0,1 1-1 0 0,-1 0 1 0 0,6 5 0 0 0,-5-5-899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4.6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2224 0 0,'8'7'3745'0'0,"-1"19"-3252"0"0,-3 17-1351 0 0,-9 8 1259 0 0,-1 17 58 0 0,6-64-430 0 0,0 0 0 0 0,0-1 0 0 0,1 1 0 0 0,-1 0 0 0 0,1 0 0 0 0,0-1 0 0 0,0 1 0 0 0,0-1 0 0 0,0 1 1 0 0,1-1-1 0 0,0 1 0 0 0,-1-1 0 0 0,5 5 0 0 0,-4-6 37 0 0,-1-1 1 0 0,2 1-1 0 0,-1-1 0 0 0,0 0 1 0 0,0 0-1 0 0,0 0 0 0 0,0 0 1 0 0,1-1-1 0 0,-1 1 1 0 0,0-1-1 0 0,1 1 0 0 0,-1-1 1 0 0,0 0-1 0 0,4 1 1 0 0,41-2 37 0 0,-31 1-76 0 0,6-2 371 0 0,-1 0-1 0 0,0-1 1 0 0,0-2 0 0 0,28-9 0 0 0,-32 9 0 0 0,1 0 1 0 0,0 0 0 0 0,0 2 0 0 0,0 0-1 0 0,0 1 1 0 0,24 1 0 0 0,-23 12 817 0 0,-5-2-3157 0 0,-14-9 1737 0 0,0 1-1 0 0,0-1 0 0 0,1 0 1 0 0,-1 0-1 0 0,0 0 1 0 0,0 0-1 0 0,1 0 0 0 0,-1 0 1 0 0,0 0-1 0 0,1 0 0 0 0,-1 0 1 0 0,0 0-1 0 0,0 0 1 0 0,1 0-1 0 0,-1 0 0 0 0,0 0 1 0 0,1 0-1 0 0,-1 0 1 0 0,0 0-1 0 0,0-1 0 0 0,1 1 1 0 0,-1 0-1 0 0,0 0 0 0 0,0 0 1 0 0,3-4-2851 0 0,-1-1 138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5.0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25 4017 0 0,'879'-24'4629'0'0,"-848"24"-4614"0"0,52 4 297 0 0,-76-3-321 0 0,0 0 0 0 0,1 0-1 0 0,-1 1 1 0 0,0 0 0 0 0,0 0 0 0 0,0 1-1 0 0,-1 0 1 0 0,12 7 0 0 0,-11-3-2528 0 0,-14-13-1692 0 0,3 2 2593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38:15.4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 0 6825 0 0,'29'15'1157'0'0,"-1"1"0"0"0,49 36 0 0 0,-6-5-1089 0 0,-57-39-299 0 0,2 2 889 0 0,0 0-1 0 0,-1 1 0 0 0,0 0 1 0 0,21 22-1 0 0,-36-32-678 0 0,-1 0 1 0 0,1 0-1 0 0,0 0 0 0 0,-1 0 0 0 0,0 0 0 0 0,1 0 1 0 0,-1 0-1 0 0,1-1 0 0 0,-1 1 0 0 0,0 0 0 0 0,0 0 1 0 0,1-1-1 0 0,-1 1 0 0 0,0-1 0 0 0,0 1 0 0 0,0 0 1 0 0,0-1-1 0 0,0 0 0 0 0,0 1 0 0 0,0-1 0 0 0,0 0 1 0 0,-1 1-1 0 0,-32 15 32 0 0,29-14-111 0 0,-54 25-1017 0 0,-89 58 0 0 0,65-26-4310 0 0,75-53 3720 0 0,5 2-714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48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3253 1516 2529 0 0,'-9'-17'3468'0'0,"8"16"-3417"0"0,1 0 0 0 0,0 0 0 0 0,-1-1 0 0 0,0 1 0 0 0,1 0 0 0 0,-1 0 0 0 0,0-1 0 0 0,1 1 0 0 0,-1 0 0 0 0,0 0 1 0 0,0 0-1 0 0,0 0 0 0 0,0 0 0 0 0,0 0 0 0 0,0 0 0 0 0,0 0 0 0 0,0 1 0 0 0,0-1 0 0 0,-1 0 0 0 0,1 1 0 0 0,0-1 0 0 0,-1 1 0 0 0,1-1 0 0 0,0 1 0 0 0,-1-1 0 0 0,1 1 0 0 0,0 0 1 0 0,-3 0-1 0 0,-10-1 452 0 0,0 1 0 0 0,-1 1 1 0 0,1 0-1 0 0,0 1 1 0 0,0 1-1 0 0,0 0 0 0 0,0 1 1 0 0,-14 6-1 0 0,17-5-312 0 0,-1-1-1 0 0,1-1 0 0 0,-1 0 1 0 0,0 0-1 0 0,0-1 0 0 0,0-1 1 0 0,0 0-1 0 0,0 0 0 0 0,0-1 1 0 0,0-1-1 0 0,-23-3 0 0 0,19 0 96 0 0,1 0-1 0 0,0 2 0 0 0,-1 0 0 0 0,0 1 0 0 0,1 0 0 0 0,-30 4 0 0 0,1 3 181 0 0,-48 14-1 0 0,91-20-462 0 0,-218 50 1191 0 0,-273 27 0 0 0,378-72-734 0 0,-137-10 1 0 0,187 2-389 0 0,-52-1 186 0 0,26 3-86 0 0,0-4 1 0 0,-157-30-1 0 0,141 11-39 0 0,0-5 1 0 0,-199-83-1 0 0,264 92-124 0 0,-1 1 43 0 0,-57-36-1 0 0,86 46-43 0 0,0-1 1 0 0,0 0-1 0 0,1-1 0 0 0,1 0 1 0 0,0-1-1 0 0,0 0 0 0 0,1 0 0 0 0,-8-15 1 0 0,-9-17 78 0 0,-37-87 0 0 0,55 107-58 0 0,0-1 1 0 0,1 1-1 0 0,2-2 1 0 0,1 1-1 0 0,-4-42 0 0 0,9 51-31 0 0,1 1-1 0 0,1 0 1 0 0,1 0-1 0 0,0 0 0 0 0,0 0 1 0 0,2 1-1 0 0,0-1 1 0 0,0 1-1 0 0,2 0 1 0 0,0 1-1 0 0,0 0 0 0 0,1 0 1 0 0,18-22-1 0 0,11-10 11 0 0,2 2 0 0 0,54-45 0 0 0,-70 68 6 0 0,2 1 1 0 0,0 1-1 0 0,48-25 0 0 0,90-33 108 0 0,-34 17 114 0 0,-47 20 76 0 0,1 3 0 0 0,2 5 0 0 0,161-39 0 0 0,-153 50-142 0 0,1 3-1 0 0,0 5 1 0 0,1 4-1 0 0,0 4 0 0 0,100 8 1 0 0,-23 8-41 0 0,110 12 150 0 0,-228-16-137 0 0,-1 2 1 0 0,0 3-1 0 0,60 22 0 0 0,58 18 43 0 0,-29-10-43 0 0,-122-33-92 0 0,0 0 0 0 0,-1 1 1 0 0,0 1-1 0 0,0 1 0 0 0,-2 1 0 0 0,0 0 1 0 0,0 1-1 0 0,21 25 0 0 0,31 27 30 0 0,-41-41-49 0 0,0 1 1 0 0,-2 2-1 0 0,-1 0 0 0 0,-2 2 1 0 0,0 1-1 0 0,-2 1 0 0 0,-2 0 1 0 0,-1 2-1 0 0,19 52 0 0 0,-35-84-27 0 0,9 22 16 0 0,-2 0 0 0 0,0 1-1 0 0,-2-1 1 0 0,0 1 0 0 0,-2 1-1 0 0,-1-1 1 0 0,1 33 0 0 0,-5-32-2 0 0,1-10 3 0 0,-1 0 0 0 0,-4 29 0 0 0,3-41-12 0 0,0 0-1 0 0,0 0 0 0 0,-1 0 1 0 0,1-1-1 0 0,-1 1 1 0 0,0-1-1 0 0,0 1 1 0 0,-1-1-1 0 0,1 0 1 0 0,-1 0-1 0 0,0 0 1 0 0,0 0-1 0 0,-1-1 0 0 0,-3 4 1 0 0,-3 3-1 0 0,1 0 0 0 0,0 1 1 0 0,1 0-1 0 0,0 1 0 0 0,-9 16 1 0 0,9-15-315 0 0,1-1 1 0 0,-2 1-1 0 0,0-2 1 0 0,-17 20-1 0 0,-18 5-5130 0 0,-5-8-9224 0 0,39-24 10268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0:39.49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294 822 248 0 0,'-2'-1'95'0'0,"1"-1"-1"0"0,-1 0 1 0 0,1-1 0 0 0,0 1 0 0 0,0 0-1 0 0,0 0 1 0 0,0 0 0 0 0,0-1 0 0 0,0 1-1 0 0,1-1 1 0 0,-1 1 0 0 0,1 0-1 0 0,0-1 1 0 0,-1 1 0 0 0,1-1 0 0 0,0 1-1 0 0,1-1 1 0 0,-1 1 0 0 0,0-1-1 0 0,1 1 1 0 0,-1 0 0 0 0,2-4 0 0 0,0 2-12 0 0,1 0 1 0 0,0 0-1 0 0,0 0 1 0 0,0 1-1 0 0,0-1 1 0 0,0 1-1 0 0,1 0 1 0 0,0 0-1 0 0,-1 0 1 0 0,1 1-1 0 0,6-4 1 0 0,-2 1 94 0 0,0 1 0 0 0,1-1 1 0 0,0 2-1 0 0,0-1 0 0 0,0 1 1 0 0,1 0-1 0 0,-1 1 0 0 0,1 0 1 0 0,16 0-1 0 0,-2 2 835 0 0,0 1-1 0 0,40 7 1 0 0,338 30 2856 0 0,-302-40-3253 0 0,145-20 1 0 0,-89 5-163 0 0,-46 6-87 0 0,-6 0-36 0 0,205 5 0 0 0,347-2 1386 0 0,-98-5-971 0 0,-157 16-320 0 0,299-15 331 0 0,-579 7-661 0 0,428-1 112 0 0,-428 13-154 0 0,79 3 43 0 0,-195-11-97 0 0,0 1 0 0 0,-1 0 0 0 0,1 0 0 0 0,0 0 0 0 0,0 1 0 0 0,-1 0 0 0 0,1 0 0 0 0,0 0 0 0 0,-1 0-1 0 0,1 1 1 0 0,-1-1 0 0 0,1 1 0 0 0,-1 0 0 0 0,0 1 0 0 0,0-1 0 0 0,0 1 0 0 0,0 0 0 0 0,0 0 0 0 0,-1 0 0 0 0,1 0 0 0 0,-1 1 0 0 0,0-1 0 0 0,5 8 0 0 0,-8-10 2 0 0,-1 0 0 0 0,1-1 0 0 0,-1 1-1 0 0,1 0 1 0 0,-1 0 0 0 0,0 0 0 0 0,1-1 0 0 0,-1 1 0 0 0,0 0 0 0 0,0-1 0 0 0,1 1 0 0 0,-1-1 0 0 0,0 1 0 0 0,0-1 0 0 0,0 1 0 0 0,0-1 0 0 0,0 1-1 0 0,1-1 1 0 0,-1 0 0 0 0,0 1 0 0 0,0-1 0 0 0,0 0 0 0 0,-2 0 0 0 0,-24 7 0 0 0,-199 11 58 0 0,127-13-72 0 0,-238 5 3 0 0,-56 5 11 0 0,-976 103-94 0 0,653-86 170 0 0,265-20-37 0 0,227-1 22 0 0,-511 34-100 0 0,570-33 16 0 0,72-8-27 0 0,-1 5-1 0 0,-167 37 1 0 0,239-41-4 0 0,15-4 16 0 0,0 0 1 0 0,1 1 0 0 0,-1 0-1 0 0,0 1 1 0 0,-9 4 0 0 0,17-7 9 0 0,-1 1 1 0 0,0 0 0 0 0,1-1 0 0 0,-1 1-1 0 0,1 0 1 0 0,-1-1 0 0 0,1 1-1 0 0,-1-1 1 0 0,1 1 0 0 0,-1-1 0 0 0,1 1-1 0 0,-1-1 1 0 0,1 1 0 0 0,0-1 0 0 0,-1 0-1 0 0,1 1 1 0 0,0-1 0 0 0,-1 0 0 0 0,1 0-1 0 0,0 1 1 0 0,0-1 0 0 0,-1 0-1 0 0,1 0 1 0 0,0 0 0 0 0,1 0 0 0 0,24 8-51 0 0,33 3-10 0 0,0-3 0 0 0,80 2 0 0 0,120-15-69 0 0,-198 2 144 0 0,362 20-45 0 0,-114 1-36 0 0,-282-17 90 0 0,585 32-126 0 0,-147 0 52 0 0,-189-19 46 0 0,372 9 45 0 0,-504-21-52 0 0,523-24 81 0 0,-449 0-65 0 0,289-38 67 0 0,-434 47-43 0 0,49-7 25 0 0,188-55 0 0 0,-308 75-23 0 0,-1-1 1 0 0,1 1-1 0 0,0 0 1 0 0,-1-1-1 0 0,1 1 1 0 0,-1-1-1 0 0,1 1 1 0 0,0-1-1 0 0,-1 0 1 0 0,0 0-1 0 0,1 1 1 0 0,-1-1-1 0 0,1 0 0 0 0,-1 0 1 0 0,0 0-1 0 0,0-1 1 0 0,0 1-1 0 0,0 0 1 0 0,0 0-1 0 0,0-1 1 0 0,0 1-1 0 0,0-1 1 0 0,0 1-1 0 0,0-1 1 0 0,-1 1-1 0 0,1-1 1 0 0,-1 1-1 0 0,1-1 1 0 0,-1 1-1 0 0,0-1 1 0 0,1 0-1 0 0,-1 1 1 0 0,0-1-1 0 0,0 0 1 0 0,0 1-1 0 0,0-1 1 0 0,0 0-1 0 0,-1 1 1 0 0,1-1-1 0 0,-1 1 1 0 0,0-3-1 0 0,-3-5 32 0 0,-1 0 1 0 0,0 1-1 0 0,-1 0 1 0 0,0 0-1 0 0,-13-13 0 0 0,8 10-38 0 0,-1 1 0 0 0,1 0 0 0 0,-2 1-1 0 0,1 0 1 0 0,-23-11 0 0 0,-76-31-17 0 0,80 38-2 0 0,-91-33-12 0 0,-190-44 0 0 0,300 87 29 0 0,-426-74-27 0 0,69 16 8 0 0,183 23-52 0 0,-2 8-1 0 0,-267-8 0 0 0,-229 17-570 0 0,440 16 463 0 0,-472 51 0 0 0,512-26 114 0 0,-276-10 0 0 0,163-8 72 0 0,114 6 14 0 0,-114 2 9 0 0,316-10-31 0 0,0 0 1 0 0,0 1-1 0 0,-1-1 0 0 0,1 0 1 0 0,0 0-1 0 0,0 0 0 0 0,-1 0 0 0 0,1 0 1 0 0,0 0-1 0 0,0-1 0 0 0,0 1 1 0 0,0 0-1 0 0,-1-1 0 0 0,1 1 0 0 0,0 0 1 0 0,0-1-1 0 0,0 1 0 0 0,0-1 1 0 0,0 0-1 0 0,0 1 0 0 0,0-1 0 0 0,0 0 1 0 0,0 0-1 0 0,0 0 0 0 0,0-1 0 0 0,1 1-13 0 0,0 0 0 0 0,0 0-1 0 0,0 0 1 0 0,1-1 0 0 0,-1 1-1 0 0,1 0 1 0 0,-1 0 0 0 0,1 0-1 0 0,-1 0 1 0 0,1 0 0 0 0,0 0-1 0 0,-1 0 1 0 0,1 0 0 0 0,0 0-1 0 0,0 0 1 0 0,0 0 0 0 0,0 0-1 0 0,0 1 1 0 0,1-2 0 0 0,7-5-66 0 0,0 0 0 0 0,1 0 0 0 0,0 1 0 0 0,11-4 1 0 0,54-18-129 0 0,1 3 0 0 0,140-25 0 0 0,166-2 55 0 0,-112 19 160 0 0,1439-143-190 0 0,-1388 158 226 0 0,608-10-26 0 0,-736 33 28 0 0,348 27-6 0 0,-395 0 95 0 0,-95-19-106 0 0,59 8 0 0 0,-85-19-15 0 0,-1 1-1 0 0,-1 2 1 0 0,1 0-1 0 0,-1 1 1 0 0,31 13-1 0 0,-54-19-7 0 0,0 0 0 0 0,1 0-1 0 0,-1 0 1 0 0,1 0-1 0 0,-1 1 1 0 0,1-1 0 0 0,-1 0-1 0 0,1 0 1 0 0,-1 1-1 0 0,0-1 1 0 0,1 0-1 0 0,-1 0 1 0 0,0 1 0 0 0,1-1-1 0 0,-1 1 1 0 0,0-1-1 0 0,1 0 1 0 0,-1 1-1 0 0,0-1 1 0 0,0 1 0 0 0,0-1-1 0 0,1 0 1 0 0,-1 1-1 0 0,0-1 1 0 0,0 1 0 0 0,0-1-1 0 0,0 1 1 0 0,0-1-1 0 0,0 1 1 0 0,0-1-1 0 0,0 1 1 0 0,0-1 0 0 0,0 1-1 0 0,0-1 1 0 0,0 1-1 0 0,-15 14 37 0 0,-35 9-14 0 0,41-21-29 0 0,-44 21 21 0 0,0-3 0 0 0,-2-2 0 0 0,0-3 0 0 0,-1-2 0 0 0,-100 12 0 0 0,29-13 22 0 0,-291 17 104 0 0,-698 14-59 0 0,838-30-76 0 0,-1040 81-456 0 0,1123-73 318 0 0,-231 29-155 0 0,6 37-69 0 0,27 9-276 0 0,392-97 607 0 0,0-1-1 0 0,1 1 1 0 0,-1 0-1 0 0,1 0 1 0 0,-1 1-1 0 0,1-1 1 0 0,-1 0-1 0 0,1 0 1 0 0,-1 0-1 0 0,1 0 1 0 0,-1 0-1 0 0,1 1 1 0 0,-1-1-1 0 0,1 0 1 0 0,-1 0-1 0 0,1 1 1 0 0,-1-1-1 0 0,1 0 1 0 0,-1 1-1 0 0,1-1 1 0 0,0 0-1 0 0,-1 1 1 0 0,1-1-1 0 0,-1 1 1 0 0,1-1-1 0 0,0 1 1 0 0,0-1-1 0 0,-1 1 1 0 0,1-1-1 0 0,0 1 1 0 0,0-1-1 0 0,0 1 1 0 0,-1-1-1 0 0,1 1 1 0 0,0 0-1 0 0,17 12-515 0 0,34 4 176 0 0,-50-17 362 0 0,64 14-99 0 0,0-3 0 0 0,1-4 1 0 0,98 0-1 0 0,-41-2 53 0 0,657 0-111 0 0,402-37 49 0 0,-539 49 150 0 0,-310-7-99 0 0,18-13 150 0 0,-180-1-3 0 0,241 23 0 0 0,-278-2-118 0 0,30 5 169 0 0,171 0 0 0 0,-328-21-126 0 0,1 0 0 0 0,-1 0 0 0 0,0 0 0 0 0,0 1 0 0 0,0 1 0 0 0,0-1 0 0 0,0 1 0 0 0,10 6 0 0 0,36 12-60 0 0,-47-20 44 0 0,4 3 13 0 0,0-2 1 0 0,0 0-1 0 0,1 0 1 0 0,-1 0-1 0 0,0-2 1 0 0,1 1-1 0 0,-1-1 1 0 0,18-3-1 0 0,20-17 249 0 0,-48 20-227 0 0,-30 14-20 0 0,2-5 33 0 0,1 0 1 0 0,-2-2 0 0 0,1-2-1 0 0,-1 0 1 0 0,1-2-1 0 0,-56-1 1 0 0,7 2-37 0 0,-529 4 103 0 0,370-13-98 0 0,-303 34 0 0 0,361-9 1 0 0,-247-4 1 0 0,291-15-376 0 0,52 1-1258 0 0,1-3-3385 0 0,41-4 2096 0 0,22 2 996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0:47.4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499 562 736 0 0,'-25'-10'617'0'0,"20"8"-489"0"0,0 0 0 0 0,1 0 0 0 0,-1 0 1 0 0,1 0-1 0 0,0 0 0 0 0,-1-1 1 0 0,1 0-1 0 0,-4-4 0 0 0,8 7-104 0 0,-1 0-1 0 0,1-1 1 0 0,0 1-1 0 0,0 0 1 0 0,0-1-1 0 0,0 1 1 0 0,0 0-1 0 0,-1 0 1 0 0,1-1 0 0 0,0 1-1 0 0,0 0 1 0 0,-1 0-1 0 0,1-1 1 0 0,0 1-1 0 0,0 0 1 0 0,-1 0-1 0 0,1 0 1 0 0,0-1-1 0 0,-1 1 1 0 0,1 0-1 0 0,0 0 1 0 0,0 0 0 0 0,-1 0-1 0 0,1 0 1 0 0,0 0-1 0 0,-1 0 1 0 0,1 0-1 0 0,0 0 1 0 0,-1 0-1 0 0,1 0 1 0 0,0 0-1 0 0,-1 0 1 0 0,1 0-1 0 0,0 0 1 0 0,-1 0-1 0 0,1 0 1 0 0,0 0 0 0 0,-1 0-1 0 0,1 0 1 0 0,0 0-1 0 0,-1 1 1 0 0,1-1-1 0 0,0 0 1 0 0,0 0-1 0 0,-1 0 1 0 0,1 1-1 0 0,0-1 1 0 0,-1 1-1 0 0,4 16 511 0 0,2-10-457 0 0,0 0 1 0 0,1 0-1 0 0,0 0 0 0 0,1-1 1 0 0,0 0-1 0 0,0 0 0 0 0,0-1 0 0 0,12 7 1 0 0,67 34 214 0 0,-44-29-190 0 0,1-2 0 0 0,0-1 0 0 0,1-2-1 0 0,58 7 1 0 0,186 10 446 0 0,-186-21-372 0 0,634 59 1220 0 0,-170-50-719 0 0,-128-10-335 0 0,776-11-193 0 0,-880 9 1 0 0,-9 0 298 0 0,-320-5-365 0 0,1 0 1 0 0,-1 0-1 0 0,0-1 1 0 0,0 0-1 0 0,0 0 1 0 0,0 0-1 0 0,0 0 1 0 0,0-1-1 0 0,5-2 1 0 0,-52-5 1186 0 0,-299-20-893 0 0,302 26-367 0 0,-591 2-190 0 0,1 46 8 0 0,-206 0 303 0 0,-41 4-50 0 0,354-6-47 0 0,-238 25-188 0 0,722-65 79 0 0,-64 10-109 0 0,95-11 108 0 0,0-1 0 0 0,0 1 0 0 0,0 1 0 0 0,0-1-1 0 0,0 1 1 0 0,0 0 0 0 0,1 1 0 0 0,-1 0 0 0 0,1 0 0 0 0,-10 8 0 0 0,16-11 39 0 0,-1-1-1 0 0,0 1 1 0 0,0 0-1 0 0,1 0 1 0 0,-1 0 0 0 0,0-1-1 0 0,1 1 1 0 0,-1 0-1 0 0,1 0 1 0 0,-1 0 0 0 0,1 0-1 0 0,-1 0 1 0 0,1 0-1 0 0,0 0 1 0 0,0 0 0 0 0,-1 0-1 0 0,1 0 1 0 0,0 0 0 0 0,0 0-1 0 0,0 0 1 0 0,0 0-1 0 0,0 0 1 0 0,0 1 0 0 0,0-1-1 0 0,1 0 1 0 0,-1 0-1 0 0,0 0 1 0 0,1 1 0 0 0,1 1-15 0 0,0-1 1 0 0,-1 1-1 0 0,1-1 1 0 0,0 0-1 0 0,0 1 1 0 0,1-1-1 0 0,-1-1 1 0 0,0 1-1 0 0,1 0 0 0 0,3 2 1 0 0,8 3-59 0 0,1 1 0 0 0,28 8 0 0 0,-41-15 100 0 0,64 17-133 0 0,0-2 1 0 0,126 11-1 0 0,-53-8 131 0 0,602 108 65 0 0,-28-38 344 0 0,-248-40 141 0 0,-239-21-467 0 0,417-4 1 0 0,-264-42 107 0 0,-5 0-50 0 0,-219 23-131 0 0,-110-1 140 0 0,-1-2 0 0 0,1-2 0 0 0,47-6 1 0 0,-89 5-97 0 0,-1 1 1 0 0,1-1 0 0 0,-1 1 0 0 0,1-1 0 0 0,-1 0 0 0 0,1 0 0 0 0,-1 0 0 0 0,1 0 0 0 0,-1 0 0 0 0,0-1 0 0 0,3-1 0 0 0,-4 2-8 0 0,0 0 1 0 0,0 0 0 0 0,-1 1-1 0 0,1-1 1 0 0,0 0 0 0 0,-1 0-1 0 0,1 0 1 0 0,-1 0 0 0 0,0 0-1 0 0,1 0 1 0 0,-1 0 0 0 0,1 0-1 0 0,-1 0 1 0 0,0 0 0 0 0,0 0-1 0 0,0 0 1 0 0,0 0 0 0 0,0 0-1 0 0,0 0 1 0 0,0-2 0 0 0,-1 1 18 0 0,0-1 0 0 0,0 0 0 0 0,0 0 0 0 0,0 0 0 0 0,-1 0 0 0 0,1 1 0 0 0,-1-1 0 0 0,0 1 1 0 0,0-1-1 0 0,0 1 0 0 0,0 0 0 0 0,0 0 0 0 0,-1 0 0 0 0,1 0 0 0 0,0 0 0 0 0,-1 0 0 0 0,-4-2 0 0 0,-28-14 87 0 0,0 1 0 0 0,-2 1 0 0 0,-54-15 0 0 0,-122-22-9 0 0,129 34-79 0 0,-118-23-104 0 0,-253-18 1 0 0,-210 20-210 0 0,282 21 172 0 0,103 5-14 0 0,-413 33-1 0 0,97 10 197 0 0,505-27-103 0 0,15 3-29 0 0,48-2-70 0 0,0-1 0 0 0,0-2 0 0 0,-34-3 0 0 0,62 3 92 0 0,0 0 0 0 0,0 1 0 0 0,-1-1 0 0 0,1 0 0 0 0,0 0 1 0 0,-1 0-1 0 0,1 0 0 0 0,0 0 0 0 0,0 0 0 0 0,-1 0 0 0 0,1 0 0 0 0,0 0 1 0 0,-1 0-1 0 0,1-1 0 0 0,0 1 0 0 0,0 0 0 0 0,-1 0 0 0 0,1 0 0 0 0,0 0 1 0 0,-1 0-1 0 0,1 0 0 0 0,0-1 0 0 0,0 1 0 0 0,0 0 0 0 0,-1 0 1 0 0,1 0-1 0 0,0-1 0 0 0,0 1 0 0 0,0 0 0 0 0,-1 0 0 0 0,1 0 0 0 0,0-1 1 0 0,0 1-1 0 0,0 0 0 0 0,0-1 0 0 0,0 1 0 0 0,-1 0 0 0 0,1 0 1 0 0,0-1-1 0 0,11-7-461 0 0,20-2 78 0 0,96-9 86 0 0,1 6 0 0 0,237 6 0 0 0,261 56 204 0 0,-367-24 106 0 0,374 70 23 0 0,-227-26 103 0 0,-286-56-23 0 0,216-3 0 0 0,118-37 391 0 0,-155 6-403 0 0,-226 18-18 0 0,-1-4 0 0 0,-1-2 0 0 0,1-4 0 0 0,-2-3 0 0 0,105-38 0 0 0,-136 42-18 0 0,26-11-4 0 0,-61 21-1 0 0,0 0 1 0 0,0 0-1 0 0,0 0 1 0 0,0-1 0 0 0,0 1-1 0 0,-1-1 1 0 0,1 0-1 0 0,-1 0 1 0 0,0 0-1 0 0,0 0 1 0 0,5-8-1 0 0,-8 10-14 0 0,0 0 0 0 0,0 0-1 0 0,1 0 1 0 0,-1-1 0 0 0,0 1-1 0 0,0 0 1 0 0,-1-1 0 0 0,1 1-1 0 0,0 0 1 0 0,0 0 0 0 0,-1 0-1 0 0,1-1 1 0 0,0 1 0 0 0,-1 0-1 0 0,1 0 1 0 0,-1 0-1 0 0,0 0 1 0 0,1 0 0 0 0,-1 0-1 0 0,0 0 1 0 0,0 0 0 0 0,1 0-1 0 0,-1 0 1 0 0,0 0 0 0 0,0 0-1 0 0,0 0 1 0 0,0 1 0 0 0,0-1-1 0 0,0 0 1 0 0,0 1 0 0 0,-1-1-1 0 0,1 1 1 0 0,0-1 0 0 0,-2 0-1 0 0,-46-20 73 0 0,46 20-82 0 0,-50-15 16 0 0,0 2-1 0 0,-1 3 0 0 0,-1 2 1 0 0,0 2-1 0 0,-81 0 0 0 0,-279 30-31 0 0,364-18 8 0 0,-198 21 14 0 0,68-5 28 0 0,-343-5 0 0 0,68-17-5 0 0,136 5-58 0 0,262-7 63 0 0,1-2 1 0 0,0-3 0 0 0,-81-21-1 0 0,-159-66 153 0 0,-25-5-210 0 0,27 19 53 0 0,171 41-157 0 0,-180-85 1 0 0,154 61-165 0 0,96 43 31 0 0,1-2-1 0 0,-86-51 0 0 0,138 73 214 0 0,1 1 0 0 0,-1 0 1 0 0,0 0-1 0 0,0-1 0 0 0,0 1 0 0 0,1 0 1 0 0,-1-1-1 0 0,0 1 0 0 0,0-1 1 0 0,1 1-1 0 0,-1-1 0 0 0,0 1 1 0 0,1-1-1 0 0,-1 1 0 0 0,1-1 0 0 0,-1 0 1 0 0,1 1-1 0 0,-1-1 0 0 0,1 0 1 0 0,-1 0-1 0 0,1 1 0 0 0,0-1 0 0 0,-1 0 1 0 0,1 0-1 0 0,0 0 0 0 0,0 1 1 0 0,0-1-1 0 0,-1 0 0 0 0,1 0 1 0 0,0 0-1 0 0,0 0 0 0 0,0 1 0 0 0,0-1 1 0 0,1 0-1 0 0,-1 0 0 0 0,0 0 1 0 0,0 0-1 0 0,0 1 0 0 0,1-1 0 0 0,-1 0 1 0 0,0 0-1 0 0,1 0 0 0 0,-1 1 1 0 0,0-1-1 0 0,1 0 0 0 0,-1 1 1 0 0,1-1-1 0 0,0 0 0 0 0,-1 1 0 0 0,1-1 1 0 0,-1 1-1 0 0,1-1 0 0 0,0 1 1 0 0,-1-1-1 0 0,1 1 0 0 0,0-1 1 0 0,0 1-1 0 0,-1 0 0 0 0,1-1 0 0 0,0 1 1 0 0,0 0-1 0 0,0 0 0 0 0,0-1 1 0 0,12-4-140 0 0,0 1 1 0 0,-1 0 0 0 0,17-2-1 0 0,-17 4 169 0 0,60-13-102 0 0,1 3 0 0 0,95-3 0 0 0,149 14-13 0 0,380 71-75 0 0,-481-40 240 0 0,866 95 275 0 0,-621-65 54 0 0,-43-5 36 0 0,4-33-194 0 0,132-46 802 0 0,-501 21-742 0 0,-50 3-263 0 0,0 0 0 0 0,-1 0-1 0 0,1 0 1 0 0,0-1-1 0 0,0 1 1 0 0,-1-1-1 0 0,1 0 1 0 0,-1 1 0 0 0,1-1-1 0 0,-1 0 1 0 0,1 0-1 0 0,-1-1 1 0 0,1 1-1 0 0,-1 0 1 0 0,0-1 0 0 0,0 0-1 0 0,0 1 1 0 0,0-1-1 0 0,3-3 1 0 0,-4 3 0 0 0,-1 0 0 0 0,0 1-1 0 0,1-1 1 0 0,-1 0 0 0 0,0 1 0 0 0,0-1 0 0 0,0 0 0 0 0,0 0 0 0 0,-1 1 0 0 0,1-1 0 0 0,0 0 0 0 0,-1 1-1 0 0,1-1 1 0 0,-1 0 0 0 0,1 1 0 0 0,-1-1 0 0 0,0 1 0 0 0,0-1 0 0 0,0 1 0 0 0,0-1 0 0 0,0 1 0 0 0,0 0-1 0 0,0-1 1 0 0,0 1 0 0 0,-1 0 0 0 0,1 0 0 0 0,0 0 0 0 0,-1 0 0 0 0,1 0 0 0 0,-4-2 0 0 0,-29-23 36 0 0,-2 2 0 0 0,0 1 0 0 0,-2 2 0 0 0,-1 1 0 0 0,-53-19 0 0 0,21 15-153 0 0,-1 4-1 0 0,-91-15 1 0 0,-880-72-169 0 0,737 86 225 0 0,-1234-56-394 0 0,901 32 340 0 0,216-21-573 0 0,396 61 491 0 0,17 4 83 0 0,0 0-1 0 0,1-1 1 0 0,-1 0 0 0 0,1 0 0 0 0,0-1-1 0 0,0-1 1 0 0,0 1 0 0 0,-14-9 0 0 0,23 12 70 0 0,0 0 0 0 0,-1-1 0 0 0,1 1 0 0 0,0 0 0 0 0,0 0 1 0 0,-1-1-1 0 0,1 1 0 0 0,0 0 0 0 0,0 0 0 0 0,0-1 0 0 0,0 1 0 0 0,-1 0 1 0 0,1-1-1 0 0,0 1 0 0 0,0 0 0 0 0,0-1 0 0 0,0 1 0 0 0,0 0 0 0 0,0-1 0 0 0,0 1 1 0 0,0 0-1 0 0,0-1 0 0 0,0 1 0 0 0,0 0 0 0 0,0-1 0 0 0,0 1 0 0 0,0 0 1 0 0,0-1-1 0 0,0 1 0 0 0,0 0 0 0 0,1-1 0 0 0,-1 1 0 0 0,0 0 0 0 0,0-1 0 0 0,0 1 1 0 0,0 0-1 0 0,1 0 0 0 0,-1-1 0 0 0,1 1 0 0 0,16-13-355 0 0,22-5 144 0 0,-13 10 193 0 0,0 1 0 0 0,1 2 0 0 0,0 0 0 0 0,36 0 0 0 0,115 4-80 0 0,-90 2 70 0 0,1266 64 20 0 0,-1181-44-11 0 0,802 81 433 0 0,-909-97-396 0 0,915 53 660 0 0,-710-53-595 0 0,135-3 259 0 0,-370-2-247 0 0,-33 0-23 0 0,0 0 0 0 0,-1 0 0 0 0,1 1 0 0 0,0-1 0 0 0,0 1 0 0 0,0-1 0 0 0,-1 1 0 0 0,1 0 0 0 0,0 0 0 0 0,0 0 0 0 0,-1 0 0 0 0,3 2 0 0 0,-4-2-30 0 0,-1-1-1 0 0,0 0 0 0 0,1 0 0 0 0,-1 1 1 0 0,0-1-1 0 0,0 0 0 0 0,1 1 0 0 0,-1-1 1 0 0,0 1-1 0 0,0-1 0 0 0,1 0 1 0 0,-1 1-1 0 0,0-1 0 0 0,0 1 0 0 0,0-1 1 0 0,0 1-1 0 0,1-1 0 0 0,-1 0 0 0 0,0 1 1 0 0,0-1-1 0 0,0 1 0 0 0,0-1 0 0 0,0 1 1 0 0,0-1-1 0 0,0 1 0 0 0,-1-1 0 0 0,1 1 1 0 0,-16 15 295 0 0,9-14-242 0 0,-1 0 0 0 0,1 0 1 0 0,-1-1-1 0 0,0 0 1 0 0,1 0-1 0 0,-1-1 0 0 0,0 0 1 0 0,0 0-1 0 0,-13-3 1 0 0,-9 2 17 0 0,-685 33-68 0 0,362-11-74 0 0,47 9-161 0 0,-307 69 0 0 0,433-66 255 0 0,-735 124 36 0 0,132 18-142 0 0,773-172 30 0 0,-55 18-56 0 0,62-21 32 0 0,1 1 0 0 0,-1 1 0 0 0,1-1 0 0 0,-1 0 1 0 0,1 1-1 0 0,-1-1 0 0 0,1 1 0 0 0,0-1 1 0 0,0 1-1 0 0,0 0 0 0 0,0 0 0 0 0,0 0 1 0 0,0 1-1 0 0,0-1 0 0 0,1 0 0 0 0,-1 1 1 0 0,1-1-1 0 0,0 0 0 0 0,-2 6 0 0 0,3-7 29 0 0,0 0 0 0 0,0 0 0 0 0,1 0 0 0 0,-1 0 0 0 0,1 0 0 0 0,-1 1 0 0 0,0-1 0 0 0,1 0 0 0 0,0 0 0 0 0,-1 0 0 0 0,1 0 0 0 0,0 0 0 0 0,-1 0 0 0 0,1 0 0 0 0,0-1-1 0 0,0 1 1 0 0,0 0 0 0 0,0 0 0 0 0,0-1 0 0 0,0 1 0 0 0,0 0 0 0 0,0-1 0 0 0,0 1 0 0 0,0-1 0 0 0,0 1 0 0 0,0-1 0 0 0,0 0 0 0 0,0 1 0 0 0,1-1 0 0 0,-1 0 0 0 0,0 0 0 0 0,2 0 0 0 0,47 7 3 0 0,-41-7-30 0 0,38 2-52 0 0,0-2-1 0 0,86-12 0 0 0,-22 2-7 0 0,454-3 27 0 0,-135 7 2 0 0,751 14 186 0 0,-1022-4-32 0 0,53-1 36 0 0,321 23 343 0 0,-474-18-412 0 0,-2 1 43 0 0,0-2-1 0 0,1-3 0 0 0,79-5 1 0 0,-61-7-34 0 0,-23 2-19 0 0,0 1 1 0 0,76 5-1 0 0,-128 0-18 0 0,-1 0 0 0 0,1 0 0 0 0,0 0 0 0 0,-1 0 0 0 0,1 0 0 0 0,0 0 0 0 0,-1 0 0 0 0,1 0 0 0 0,0 1 0 0 0,-1-1 0 0 0,1 0 0 0 0,-1 0 0 0 0,1 1 0 0 0,0-1 0 0 0,-1 0 0 0 0,1 1 0 0 0,-1-1 0 0 0,1 1 0 0 0,-1-1 0 0 0,1 0 0 0 0,-1 1 0 0 0,1-1 0 0 0,-1 1 0 0 0,0 0 0 0 0,1-1 0 0 0,-1 1 0 0 0,0-1 1 0 0,1 1-1 0 0,-1-1 0 0 0,0 1 0 0 0,0 0 0 0 0,1-1 0 0 0,-1 1 0 0 0,0 0 0 0 0,0-1 0 0 0,0 1 0 0 0,0 0 0 0 0,0-1 0 0 0,0 1 0 0 0,0 0 0 0 0,0-1 0 0 0,0 1 0 0 0,0 0 0 0 0,0-1 0 0 0,-1 1 0 0 0,1 0 0 0 0,0-1 0 0 0,0 1 0 0 0,-1-1 0 0 0,1 1 0 0 0,0-1 0 0 0,-1 1 0 0 0,1 0 0 0 0,-1-1 0 0 0,1 1 0 0 0,0-1 0 0 0,-1 0 0 0 0,1 1 0 0 0,-2 0 0 0 0,-36 43 216 0 0,25-31-219 0 0,2 2-17 0 0,1 0 0 0 0,1 1-1 0 0,-11 22 1 0 0,17-28 28 0 0,-1-1 0 0 0,0 0 0 0 0,-1-1-1 0 0,0 1 1 0 0,-1-1 0 0 0,1 0 0 0 0,-2 0 0 0 0,1 0-1 0 0,-1-1 1 0 0,0 0 0 0 0,-1 0 0 0 0,1-1 0 0 0,-1 0-1 0 0,0 0 1 0 0,-10 4 0 0 0,-36 11 149 0 0,-104 27-1 0 0,28-11-133 0 0,73-19 8 0 0,-1-2 0 0 0,0-3 0 0 0,-1-3 0 0 0,-84 5 0 0 0,136-15-47 0 0,-1 0-19 0 0,0 0 1 0 0,-1 0 0 0 0,1 1-1 0 0,0 0 1 0 0,0 1-1 0 0,0 0 1 0 0,0 0-1 0 0,0 0 1 0 0,0 1 0 0 0,-10 6-1 0 0,44-12-705 0 0,-25 2 730 0 0,-1 1 0 0 0,1 0 0 0 0,0 0 0 0 0,0 0 0 0 0,0 0 0 0 0,0 0 0 0 0,0 0 0 0 0,0 0 0 0 0,-1 0 0 0 0,1 0 0 0 0,0 0 0 0 0,0 1 0 0 0,0-1 0 0 0,0 0 0 0 0,-1 1 0 0 0,1-1 1 0 0,0 0-1 0 0,0 1 0 0 0,0-1 0 0 0,-1 1 0 0 0,1-1 0 0 0,0 1 0 0 0,-1-1 0 0 0,1 1 0 0 0,-1 0 0 0 0,1-1 0 0 0,0 1 0 0 0,-1 0 0 0 0,1 0 0 0 0,-1-1 0 0 0,0 1 0 0 0,1 1 0 0 0,-6 0 36 0 0,1 1-1 0 0,-1-2 0 0 0,0 1 1 0 0,-1 0-1 0 0,1-1 1 0 0,0 0-1 0 0,0 0 0 0 0,-10 0 1 0 0,-89-1 188 0 0,1-5 0 0 0,-194-35 1 0 0,230 30-228 0 0,-129-31 186 0 0,-309-105-1 0 0,70 15-70 0 0,226 78-90 0 0,-2 9 0 0 0,-310-25 0 0 0,-22-3 140 0 0,490 63-211 0 0,0 2 0 0 0,0 2 0 0 0,0 3 0 0 0,-1 3 0 0 0,1 1 0 0 0,0 3 0 0 0,0 2 0 0 0,-75 21 1 0 0,104-21-35 0 0,0-1 1 0 0,0-2-1 0 0,-45 4 1 0 0,334-19-1022 0 0,53-31 999 0 0,151-14 57 0 0,585-47 54 0 0,-789 56 419 0 0,-263 47-396 0 0,0-1 0 0 0,0 1 0 0 0,0 0-1 0 0,0-1 1 0 0,0 1 0 0 0,-1-1 0 0 0,1 0-1 0 0,0 0 1 0 0,0 1 0 0 0,0-1 0 0 0,-1 0-1 0 0,1-1 1 0 0,0 1 0 0 0,-1 0 0 0 0,1 0-1 0 0,-1-1 1 0 0,0 1 0 0 0,1-1 0 0 0,-1 1 0 0 0,0-1-1 0 0,0 1 1 0 0,0-1 0 0 0,0 0 0 0 0,0 0-1 0 0,0 1 1 0 0,0-1 0 0 0,-1 0 0 0 0,1 0-1 0 0,-1 0 1 0 0,1 0 0 0 0,-1-2 0 0 0,0-2 4 0 0,-1 1 1 0 0,-1 0-1 0 0,1 0 1 0 0,0 1-1 0 0,-1-1 1 0 0,0 0 0 0 0,0 0-1 0 0,-1 1 1 0 0,1-1-1 0 0,-1 1 1 0 0,-4-5-1 0 0,1 2-19 0 0,0 1 0 0 0,0 0 0 0 0,0 0-1 0 0,-1 1 1 0 0,0 0 0 0 0,0 0 0 0 0,0 0-1 0 0,-1 1 1 0 0,1 0 0 0 0,-1 1 0 0 0,0-1-1 0 0,0 2 1 0 0,-16-5 0 0 0,-14 0-75 0 0,-70-6 0 0 0,58 8 87 0 0,-64-4-105 0 0,-1 4 0 0 0,-149 13 0 0 0,-227 53-148 0 0,334-38 314 0 0,-267 4 0 0 0,408-28-106 0 0,9 1 1 0 0,1-1 1 0 0,-1 1-1 0 0,1 0 1 0 0,-1 0-1 0 0,1 1 1 0 0,-1-1-1 0 0,0 2 1 0 0,1-1 0 0 0,0 1-1 0 0,-1 0 1 0 0,1 0-1 0 0,0 0 1 0 0,0 1-1 0 0,-9 6 1 0 0,15-9 8 0 0,0 0 0 0 0,-1 0 0 0 0,1 0 0 0 0,0 0 0 0 0,0 0 0 0 0,0 1 0 0 0,-1-1 0 0 0,1 0 0 0 0,0 0 0 0 0,0 0 0 0 0,0 1 0 0 0,0-1 0 0 0,0 0 0 0 0,-1 0 0 0 0,1 1 0 0 0,0-1 0 0 0,0 0 0 0 0,0 0 0 0 0,0 1 0 0 0,0-1 0 0 0,0 0 0 0 0,0 0 0 0 0,0 1 0 0 0,0-1 0 0 0,0 0 0 0 0,0 0 0 0 0,0 1 0 0 0,0-1 0 0 0,0 0 0 0 0,0 0 0 0 0,0 1 0 0 0,0-1 0 0 0,0 0 0 0 0,0 0 0 0 0,0 1 0 0 0,1-1 0 0 0,-1 0 0 0 0,0 0 0 0 0,0 1 0 0 0,0-1 0 0 0,0 0 0 0 0,1 0 0 0 0,-1 0 0 0 0,0 1 0 0 0,0-1 0 0 0,0 0 0 0 0,1 0 0 0 0,-1 0 0 0 0,19 6-218 0 0,21-5 75 0 0,85-11-965 0 0,0-5-5460 0 0,-82 9 3166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2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7 222 3633 0 0,'0'0'98'0'0,"-1"0"0"0"0,1 0 1 0 0,0 1-1 0 0,-1-1 0 0 0,1 0 0 0 0,-1 0 1 0 0,1 1-1 0 0,0-1 0 0 0,-1 0 0 0 0,1 1 1 0 0,0-1-1 0 0,-1 1 0 0 0,1-1 0 0 0,0 0 1 0 0,0 1-1 0 0,0-1 0 0 0,-1 1 0 0 0,1-1 1 0 0,0 0-1 0 0,0 1 0 0 0,0-1 0 0 0,0 1 1 0 0,0-1-1 0 0,0 1 0 0 0,-1-1 0 0 0,1 1 1 0 0,0-1-1 0 0,0 1 0 0 0,1-1 0 0 0,-1 1 1 0 0,0-1-1 0 0,0 0 0 0 0,0 1 0 0 0,0-1 1 0 0,0 1-1 0 0,0-1 0 0 0,1 1 0 0 0,-1-1 1 0 0,0 0-1 0 0,0 1 0 0 0,1-1 0 0 0,-1 1 1 0 0,0-1-1 0 0,0 0 0 0 0,1 1 0 0 0,-1-1 1 0 0,1 0-1 0 0,-1 1 0 0 0,0-1 0 0 0,1 0 1 0 0,-1 0-1 0 0,1 0 0 0 0,-1 1 0 0 0,0-1 1 0 0,1 0-1 0 0,-1 0 0 0 0,1 0 0 0 0,-1 0 1 0 0,1 0-1 0 0,-1 1 0 0 0,1-1 0 0 0,-1 0 1 0 0,1 0-1 0 0,0-1 0 0 0,32 1 1775 0 0,166-73 1773 0 0,-112 37-3230 0 0,-47 22-464 0 0,55-25 512 0 0,-87 35-1156 0 0,0-1 0 0 0,0 0 1 0 0,0 0-1 0 0,12-13 0 0 0,-19 18 482 0 0,0-1-1 0 0,0 1 1 0 0,-1-1 0 0 0,1 0 0 0 0,0 1-1 0 0,-1-1 1 0 0,1 0 0 0 0,-1 0 0 0 0,1 1 0 0 0,-1-1-1 0 0,1 0 1 0 0,-1 0 0 0 0,1 0 0 0 0,-1 0-1 0 0,0 0 1 0 0,1 0 0 0 0,-1 0 0 0 0,0 0 0 0 0,0 1-1 0 0,0-1 1 0 0,0 0 0 0 0,0 0 0 0 0,0 0-1 0 0,0 0 1 0 0,0 0 0 0 0,0 0 0 0 0,0 0-1 0 0,-1 0 1 0 0,1 0 0 0 0,0 0 0 0 0,-1 0 0 0 0,1 0-1 0 0,0 0 1 0 0,-1 1 0 0 0,1-1 0 0 0,-1 0-1 0 0,0 0 1 0 0,1 0 0 0 0,-1 1 0 0 0,1-1 0 0 0,-1 0-1 0 0,0 1 1 0 0,0-1 0 0 0,1 1 0 0 0,-1-1-1 0 0,0 1 1 0 0,0-1 0 0 0,0 1 0 0 0,0-1 0 0 0,0 1-1 0 0,-1-1 1 0 0,-5-2-1545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24 245 1848 0 0,'-2'0'203'0'0,"1"1"0"0"0,0-1 0 0 0,0 0 0 0 0,0 1 0 0 0,0-1 0 0 0,-1 0 0 0 0,1 1-1 0 0,0 0 1 0 0,0-1 0 0 0,0 1 0 0 0,0-1 0 0 0,0 1 0 0 0,0 0 0 0 0,0 0 0 0 0,0 0-1 0 0,1 0 1 0 0,-1 0 0 0 0,0-1 0 0 0,0 1 0 0 0,1 1 0 0 0,-1-1 0 0 0,1 0 0 0 0,-2 2-1 0 0,9 2 2929 0 0,13-11-1479 0 0,46-28 512 0 0,12-6-1021 0 0,1 3-1 0 0,99-31 1 0 0,-165 64-1357 0 0,81-29 1162 0 0,-87 30-1712 0 0,0-1 0 0 0,0 0 0 0 0,-1 0 0 0 0,1-1 0 0 0,10-9-1 0 0,-32 6-8994 0 0,12 3 7149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3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8 1856 0 0,'-5'-8'6386'0'0,"3"17"-2484"0"0,-2 19-2766 0 0,-12 32-430 0 0,3 0 0 0 0,2 1 0 0 0,-3 95 0 0 0,-9 50-37 0 0,13-112-425 0 0,8-62-520 0 0,-2-1-1 0 0,-10 46 0 0 0,14-77 98 0 0,0 1-1 0 0,-1-1 1 0 0,1 1-1 0 0,0-1 1 0 0,0 1-1 0 0,0-1 1 0 0,-1 0-1 0 0,1 1 1 0 0,0-1-1 0 0,0 0 1 0 0,-1 1-1 0 0,1-1 0 0 0,0 0 1 0 0,-1 1-1 0 0,1-1 1 0 0,0 0-1 0 0,-1 1 1 0 0,1-1-1 0 0,-1 0 1 0 0,1 0-1 0 0,0 0 1 0 0,-1 1-1 0 0,1-1 0 0 0,-1 0 1 0 0,1 0-1 0 0,-1 0 1 0 0,1 0-1 0 0,0 0 1 0 0,-1 0-1 0 0,1 0 1 0 0,-1 0-1 0 0,1 0 1 0 0,-1 0-1 0 0,1 0 1 0 0,-1 0-1 0 0,1 0 0 0 0,-1 0 1 0 0,1 0-1 0 0,0-1 1 0 0,-1 1-1 0 0,1 0 1 0 0,-1 0-1 0 0,1 0 1 0 0,0-1-1 0 0,-1 1 1 0 0,1 0-1 0 0,0-1 0 0 0,-1 1 1 0 0,1 0-1 0 0,0-1 1 0 0,-1 1-1 0 0,1 0 1 0 0,0-1-1 0 0,0 1 1 0 0,-1 0-1 0 0,1-1 1 0 0,0 1-1 0 0,0-2 1 0 0,-7-4-3968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4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2104 0 0,'2'-11'2585'0'0,"3"17"93"0"0,3 20-194 0 0,3 141 1359 0 0,-10-105-3404 0 0,3-1 0 0 0,17 83 0 0 0,-21-143-559 0 0,0 0 0 0 0,0-1-1 0 0,0 1 1 0 0,1 0 0 0 0,-1-1 0 0 0,0 1-1 0 0,0-1 1 0 0,1 1 0 0 0,-1 0 0 0 0,0-1 0 0 0,1 1-1 0 0,-1-1 1 0 0,0 1 0 0 0,1-1 0 0 0,-1 1-1 0 0,1-1 1 0 0,-1 1 0 0 0,1-1 0 0 0,-1 1-1 0 0,1-1 1 0 0,-1 0 0 0 0,1 1 0 0 0,-1-1-1 0 0,1 0 1 0 0,0 1 0 0 0,-1-1 0 0 0,1 0-1 0 0,0 0 1 0 0,-1 0 0 0 0,2 1 0 0 0,-2-1-71 0 0,1-1 1 0 0,0 1-1 0 0,-1 0 1 0 0,1-1-1 0 0,-1 1 1 0 0,0 0-1 0 0,1-1 1 0 0,-1 1 0 0 0,1-1-1 0 0,-1 1 1 0 0,0-1-1 0 0,1 1 1 0 0,-1-1-1 0 0,0 1 1 0 0,1-1-1 0 0,-1 1 1 0 0,0-1-1 0 0,0 1 1 0 0,1-1 0 0 0,-1 1-1 0 0,0-1 1 0 0,0 0-1 0 0,0 1 1 0 0,0-1-1 0 0,0 1 1 0 0,0-1-1 0 0,0 0 1 0 0,0 1 0 0 0,0-1-1 0 0,0 1 1 0 0,0-1-1 0 0,0 0 1 0 0,-1 1-1 0 0,1-1 1 0 0,0 1-1 0 0,-1-2 1 0 0,-3-15-1819 0 0,5 3 85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1696 0 0,'2'1'294'0'0,"1"-1"-1"0"0,-1 1 0 0 0,0-1 0 0 0,0 1 0 0 0,0 0 0 0 0,0 0 1 0 0,0 0-1 0 0,0 0 0 0 0,0 0 0 0 0,0 0 0 0 0,0 1 0 0 0,-1-1 1 0 0,1 0-1 0 0,0 1 0 0 0,-1 0 0 0 0,1-1 0 0 0,-1 1 0 0 0,0 0 1 0 0,1 0-1 0 0,-1 0 0 0 0,0 0 0 0 0,0 0 0 0 0,0 0 0 0 0,0 0 1 0 0,0 3-1 0 0,18 67 2037 0 0,-13-45-1347 0 0,7 13 221 0 0,-8-28-867 0 0,-1 1 1 0 0,0 0-1 0 0,-1-1 1 0 0,0 1-1 0 0,0 1 1 0 0,-2-1-1 0 0,0 0 0 0 0,0 20 1 0 0,-3-25-341 0 0,-1 0 0 0 0,0 0-1 0 0,0 0 1 0 0,0-1 0 0 0,-1 1 0 0 0,0-1 0 0 0,0 0-1 0 0,-1 0 1 0 0,0 0 0 0 0,0 0 0 0 0,0-1 0 0 0,-11 9-1 0 0,14-13-11 0 0,-1 1 0 0 0,1-1 0 0 0,0 0 0 0 0,-1-1-1 0 0,0 1 1 0 0,1 0 0 0 0,-1-1 0 0 0,0 1 0 0 0,0-1 0 0 0,0 0-1 0 0,0 0 1 0 0,0 0 0 0 0,0-1 0 0 0,0 1 0 0 0,0-1-1 0 0,0 1 1 0 0,0-1 0 0 0,0 0 0 0 0,-1 0 0 0 0,1-1 0 0 0,0 1-1 0 0,0-1 1 0 0,0 1 0 0 0,0-1 0 0 0,0 0 0 0 0,0 0-1 0 0,0 0 1 0 0,0 0 0 0 0,0-1 0 0 0,1 1 0 0 0,-1-1 0 0 0,0 0-1 0 0,1 0 1 0 0,-1 0 0 0 0,-3-4 0 0 0,3 4-7 0 0,1-1-1 0 0,-1 0 1 0 0,1 1 0 0 0,-1-1 0 0 0,1 0 0 0 0,0 0-1 0 0,0 0 1 0 0,0 0 0 0 0,0-1 0 0 0,1 1 0 0 0,0 0-1 0 0,-1-1 1 0 0,1 1 0 0 0,0-1 0 0 0,0-3 0 0 0,1 2 47 0 0,1 1 1 0 0,-1 0 0 0 0,1 0 0 0 0,0 0 0 0 0,0 1 0 0 0,1-1 0 0 0,-1 0-1 0 0,1 0 1 0 0,0 0 0 0 0,0 1 0 0 0,0-1 0 0 0,0 1 0 0 0,5-6-1 0 0,4-5 64 0 0,1 1-1 0 0,0 0 0 0 0,22-18 0 0 0,-1 5-6462 0 0,-16 7 1277 0 0,-2-14 1798 0 0,-8 18 1737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5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3153 0 0,'9'41'6030'0'0,"24"22"-3101"0"0,-15-33-2473 0 0,-2 3-116 0 0,-1-1-1 0 0,-1 2 1 0 0,-2 0 0 0 0,-2 1-1 0 0,-1 0 1 0 0,6 45 0 0 0,-15-75-291 0 0,1 1 0 0 0,-1-1 0 0 0,0 1 0 0 0,0-1 0 0 0,-1 1 0 0 0,0-1 0 0 0,-1 6 0 0 0,2-10-44 0 0,-1 0 0 0 0,1 0 0 0 0,0 0 0 0 0,-1 0 0 0 0,1 0 0 0 0,-1 0 0 0 0,0 0 0 0 0,1 0 0 0 0,-1 0 0 0 0,0 0 0 0 0,1-1 0 0 0,-1 1 0 0 0,0 0 0 0 0,0 0 0 0 0,0-1 0 0 0,0 1 0 0 0,1-1 0 0 0,-1 1 0 0 0,0-1 0 0 0,0 1 0 0 0,0-1 0 0 0,0 1 0 0 0,0-1 0 0 0,0 0 0 0 0,-1 0 0 0 0,1 0 0 0 0,0 1 0 0 0,0-1 0 0 0,0 0 0 0 0,0 0 0 0 0,0 0 0 0 0,0-1 0 0 0,0 1 0 0 0,0 0 0 0 0,0 0 0 0 0,0 0 1 0 0,0-1-1 0 0,0 1 0 0 0,0-1 0 0 0,0 1 0 0 0,-2-2 0 0 0,-136-63-152 0 0,139 65 141 0 0,-1-1 0 0 0,1 1 0 0 0,0-1 0 0 0,-1 0 0 0 0,1 1 0 0 0,0-1 0 0 0,-1 0-1 0 0,1 1 1 0 0,0-1 0 0 0,0 0 0 0 0,0 0 0 0 0,0 1 0 0 0,-1-1 0 0 0,1 0 0 0 0,0 0 0 0 0,0 1 0 0 0,1-1 0 0 0,-1 0 0 0 0,0 1 0 0 0,0-1 0 0 0,0 0 0 0 0,0 0-1 0 0,1 1 1 0 0,-1-1 0 0 0,0 0 0 0 0,0 1 0 0 0,1-1 0 0 0,-1 0 0 0 0,1 1 0 0 0,-1-1 0 0 0,1 1 0 0 0,-1-1 0 0 0,1 0 0 0 0,20-32 114 0 0,-14 23-107 0 0,2-5-620 0 0,1 2 1 0 0,0 0 0 0 0,22-21 0 0 0,16-21-7640 0 0,-38 44 6695 0 0,10 2-592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3441 0 0,'23'114'7663'0'0,"2"57"-6738"0"0,-21-145-777 0 0,-1-10-4746 0 0,-4-37 899 0 0,0-24 467 0 0,3 34 2592 0 0</inkml:trace>
  <inkml:trace contextRef="#ctx0" brushRef="#br0" timeOffset="1">27 163 768 0 0,'-13'-18'2378'0'0,"28"14"1478"0"0,15-1-2506 0 0,-18 1-1110 0 0,-1-1 1 0 0,0 0-1 0 0,0-1 0 0 0,18-12 0 0 0,5-3-2385 0 0,-20 18-2633 0 0,-11 5 2756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5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2401 0 0,'-3'11'889'0'0,"-2"10"28"0"0,1 1 0 0 0,0-1 0 0 0,2 1 0 0 0,0 30 0 0 0,2-48-836 0 0,1 0 0 0 0,-1 0 0 0 0,1 0 0 0 0,0 0 0 0 0,0 0 0 0 0,0 0 0 0 0,0 0 0 0 0,1 0 0 0 0,0 0 0 0 0,-1 0 0 0 0,1-1 0 0 0,1 1 0 0 0,2 2 0 0 0,-3-4-29 0 0,0 0 1 0 0,0 0 0 0 0,1 0 0 0 0,-1-1-1 0 0,1 1 1 0 0,-1-1 0 0 0,1 1-1 0 0,-1-1 1 0 0,1 0 0 0 0,0 0-1 0 0,0 0 1 0 0,0-1 0 0 0,0 1 0 0 0,-1-1-1 0 0,1 0 1 0 0,0 1 0 0 0,0-1-1 0 0,0 0 1 0 0,0-1 0 0 0,5 0-1 0 0,1-1 88 0 0,0 0-1 0 0,1-1 0 0 0,-1 0 0 0 0,-1-1 0 0 0,1 0 1 0 0,0 0-1 0 0,-1-1 0 0 0,0 0 0 0 0,0 0 0 0 0,11-11 1 0 0,-12 11-30 0 0,-2 0 0 0 0,1 0 0 0 0,0-1 0 0 0,-1 0 0 0 0,0 0 0 0 0,-1 0 0 0 0,1-1 0 0 0,-1 0 0 0 0,0 0 0 0 0,-1 0 0 0 0,0 0 0 0 0,0 0 0 0 0,2-10 0 0 0,-5 15-54 0 0,0 0 0 0 0,0 1 0 0 0,0-1 0 0 0,0 0 1 0 0,0 0-1 0 0,-1 0 0 0 0,1 0 0 0 0,-1 0 0 0 0,0 0 0 0 0,1 0 0 0 0,-1 0 0 0 0,0 1 1 0 0,0-1-1 0 0,0 0 0 0 0,0 1 0 0 0,0-1 0 0 0,-1 0 0 0 0,1 1 0 0 0,0 0 1 0 0,-1-1-1 0 0,1 1 0 0 0,-1 0 0 0 0,0 0 0 0 0,1 0 0 0 0,-1 0 0 0 0,0 0 1 0 0,1 0-1 0 0,-1 0 0 0 0,0 0 0 0 0,0 1 0 0 0,0-1 0 0 0,0 1 0 0 0,0-1 1 0 0,-3 1-1 0 0,-2-2-43 0 0,0 1 0 0 0,-1 0 0 0 0,1 0 0 0 0,-1 1 0 0 0,1 0 0 0 0,-1 0 0 0 0,-13 3 1 0 0,11 0-332 0 0,-1 1 1 0 0,2 0 0 0 0,-1 1-1 0 0,0 0 1 0 0,-15 11 0 0 0,-25 12-4497 0 0,50-28 4649 0 0,-1 0-1 0 0,0 0 1 0 0,1 0 0 0 0,-1 0-1 0 0,0 0 1 0 0,1 0 0 0 0,-1 0-1 0 0,1 0 1 0 0,-1 0-1 0 0,0 0 1 0 0,1 0 0 0 0,-1-1-1 0 0,1 1 1 0 0,-1 0 0 0 0,0 0-1 0 0,1-1 1 0 0,-1 1 0 0 0,1 0-1 0 0,-1-1 1 0 0,1 1-1 0 0,-1-1 1 0 0,1 1 0 0 0,-1-1-1 0 0,1 1 1 0 0,0-1 0 0 0,-1 1-1 0 0,1-1 1 0 0,0 1-1 0 0,-1-1 1 0 0,1 1 0 0 0,0-1-1 0 0,0 0 1 0 0,-1 1 0 0 0,1-1-1 0 0,0 1 1 0 0,0-1 0 0 0,0 0-1 0 0,0 1 1 0 0,0-1-1 0 0,0-1 1 0 0,3-8-1410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6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3073 0 0,'11'-4'5284'0'0,"18"-3"-4180"0"0,-24 6-598 0 0,34-10 730 0 0,-21 5-581 0 0,1 1 0 0 0,0 1 0 0 0,1 0 0 0 0,-1 2 0 0 0,1 0-1 0 0,29 1 1 0 0,-48 1-620 0 0,0 1 0 0 0,-1-1-1 0 0,1 1 1 0 0,0 0-1 0 0,0-1 1 0 0,0 1 0 0 0,-1 0-1 0 0,1 0 1 0 0,-1 0 0 0 0,1-1-1 0 0,0 1 1 0 0,-1 0-1 0 0,1 0 1 0 0,-1 0 0 0 0,0 0-1 0 0,1 0 1 0 0,-1 0 0 0 0,0 0-1 0 0,0 0 1 0 0,1 0-1 0 0,-1 0 1 0 0,0 0 0 0 0,0 0-1 0 0,0 0 1 0 0,0 0 0 0 0,0 0-1 0 0,-1 0 1 0 0,1 0-1 0 0,0 0 1 0 0,0 0 0 0 0,-1 0-1 0 0,1 0 1 0 0,0 0 0 0 0,-1 1-1 0 0,-12 40 171 0 0,12-40-180 0 0,-18 48-784 0 0,-3-1-1 0 0,-50 81 1 0 0,79-176-5980 0 0,-7 42 6771 0 0,1 0 0 0 0,0 0 0 0 0,0 1 0 0 0,0-1 0 0 0,0 0 0 0 0,1 1 0 0 0,-1-1 0 0 0,1 1 0 0 0,0 0 0 0 0,0 0 0 0 0,0-1 0 0 0,0 1-1 0 0,1 1 1 0 0,-1-1 0 0 0,1 0 0 0 0,3-2 0 0 0,-4 4 165 0 0,1 1-1 0 0,-1 0 1 0 0,0 0-1 0 0,1 0 1 0 0,-1 0-1 0 0,0 0 1 0 0,1 0-1 0 0,-1 0 0 0 0,0 1 1 0 0,0-1-1 0 0,1 1 1 0 0,1 1-1 0 0,26 2 976 0 0,0-10-184 0 0,-13 2-278 0 0,1 1 1 0 0,32-1-1 0 0,-45 4-689 0 0,1 0 0 0 0,0 0 0 0 0,-1 1 1 0 0,1 0-1 0 0,-1 0 0 0 0,1 1 0 0 0,-1-1 0 0 0,1 1 0 0 0,-1 1 0 0 0,0-1 0 0 0,0 1 0 0 0,0-1 0 0 0,5 5 0 0 0,10 6-1561 0 0,-15-10-1893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6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2777 0 0,'3'93'9335'0'0,"7"1"-5281"0"0,0-33-3954 0 0,2-1-1 0 0,32 92 1 0 0,-40-142-281 0 0,5 17-3512 0 0,-9-27 3507 0 0,0 1 1 0 0,0-1-1 0 0,0 1 0 0 0,0-1 1 0 0,0 1-1 0 0,0-1 1 0 0,0 0-1 0 0,0 1 0 0 0,0-1 1 0 0,0 1-1 0 0,0-1 0 0 0,0 1 1 0 0,-1-1-1 0 0,1 0 1 0 0,0 1-1 0 0,0-1 0 0 0,0 0 1 0 0,-1 1-1 0 0,1-1 1 0 0,0 1-1 0 0,0-1 0 0 0,-1 0 1 0 0,1 0-1 0 0,0 1 0 0 0,-1-1 1 0 0,1 0-1 0 0,0 1 1 0 0,-1-1-1 0 0,1 0 0 0 0,0 0 1 0 0,-1 0-1 0 0,1 1 1 0 0,-1-1-1 0 0,1 0 0 0 0,0 0 1 0 0,-1 0-1 0 0,1 0 0 0 0,-1 0 1 0 0,1 0-1 0 0,0 0 1 0 0,-1 0-1 0 0,1 0 0 0 0,-1 0 1 0 0,1 0-1 0 0,-1 0 1 0 0,1 0-1 0 0,0 0 0 0 0,-1 0 1 0 0,0-1-1 0 0,-3 1-2404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7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1632 0 0,'-1'3'626'0'0,"0"1"-1"0"0,0-1 0 0 0,0 1 0 0 0,0-1 0 0 0,0 1 1 0 0,1 0-1 0 0,0-1 0 0 0,0 8 0 0 0,9 58 2706 0 0,-4-41-2515 0 0,-2-7-649 0 0,0 0 0 0 0,1 1 0 0 0,2-1 0 0 0,0-1 0 0 0,12 29 0 0 0,-18-48-293 0 0,0-1-1 0 0,1 1 1 0 0,-1 0-1 0 0,0 0 1 0 0,1 0 0 0 0,-1 0-1 0 0,1-1 1 0 0,-1 1-1 0 0,1 0 1 0 0,-1 0 0 0 0,1-1-1 0 0,-1 1 1 0 0,1 0-1 0 0,0-1 1 0 0,-1 1 0 0 0,1-1-1 0 0,0 1 1 0 0,0-1-1 0 0,0 1 1 0 0,-1-1 0 0 0,1 1-1 0 0,0-1 1 0 0,0 0-1 0 0,0 1 1 0 0,0-1 0 0 0,0 0-1 0 0,-1 0 1 0 0,1 0 0 0 0,0 0-1 0 0,0 0 1 0 0,0 0-1 0 0,0 0 1 0 0,0 0 0 0 0,0 0-1 0 0,0 0 1 0 0,0 0-1 0 0,-1-1 1 0 0,1 1 0 0 0,0 0-1 0 0,0-1 1 0 0,0 1-1 0 0,0 0 1 0 0,-1-1 0 0 0,1 1-1 0 0,1-2 1 0 0,1 0-356 0 0,-1-1-1 0 0,1 0 1 0 0,-1 0 0 0 0,1 0 0 0 0,-1 0 0 0 0,0 0 0 0 0,0 0 0 0 0,0-1 0 0 0,1-3-1 0 0,5-7-1041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7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0 2160 0 0,'36'80'7151'0'0,"10"44"-2892"0"0,-19-49-2246 0 0,-26-72-1950 0 0,1 0 1 0 0,-1 1-1 0 0,0-1 0 0 0,0 1 0 0 0,0 0 0 0 0,-1-1 0 0 0,0 1 0 0 0,1 0 1 0 0,-1-1-1 0 0,0 1 0 0 0,-1 0 0 0 0,1-1 0 0 0,-1 1 0 0 0,1 0 0 0 0,-1-1 1 0 0,0 1-1 0 0,0-1 0 0 0,-1 1 0 0 0,1-1 0 0 0,-1 0 0 0 0,0 0 0 0 0,1 1 0 0 0,-2-1 1 0 0,1 0-1 0 0,0 0 0 0 0,0-1 0 0 0,-1 1 0 0 0,0-1 0 0 0,1 1 0 0 0,-1-1 1 0 0,0 0-1 0 0,0 0 0 0 0,0 0 0 0 0,-1 0 0 0 0,1 0 0 0 0,0-1 0 0 0,-8 3 1 0 0,0 0-78 0 0,-1-1 0 0 0,0 0 1 0 0,0 0-1 0 0,0-1 1 0 0,0 0-1 0 0,0-1 0 0 0,0-1 1 0 0,-1 0-1 0 0,1-1 1 0 0,-17-2-1 0 0,7-1-12 0 0,15 4 48 0 0,1-1 1 0 0,-1 0-1 0 0,1 0 1 0 0,-1-1 0 0 0,1 0-1 0 0,0 0 1 0 0,0 0-1 0 0,0-1 1 0 0,0 0-1 0 0,0 0 1 0 0,-9-7-1 0 0,15 9-11 0 0,0 0-1 0 0,-1 0 1 0 0,1 0-1 0 0,0 0 1 0 0,0 0 0 0 0,-1 0-1 0 0,1-1 1 0 0,0 1-1 0 0,0 0 1 0 0,1 0-1 0 0,-1 0 1 0 0,0 0-1 0 0,0 0 1 0 0,0-1 0 0 0,1 1-1 0 0,-1 0 1 0 0,1 0-1 0 0,-1 0 1 0 0,1 0-1 0 0,-1 0 1 0 0,1 0 0 0 0,-1 0-1 0 0,1 0 1 0 0,0 0-1 0 0,0 1 1 0 0,-1-1-1 0 0,1 0 1 0 0,0 0-1 0 0,0 0 1 0 0,0 1 0 0 0,2-2-1 0 0,32-27 236 0 0,-33 28-228 0 0,30-22 563 0 0,44-24 1 0 0,-66 41-415 0 0,1 1 0 0 0,0 0 0 0 0,0 1 0 0 0,0 0 0 0 0,1 1 1 0 0,-1 0-1 0 0,1 1 0 0 0,22-2 0 0 0,-25 1-1846 0 0,-5-8-6617 0 0,-1 1 3674 0 0,4 6-15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8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1 205 2633 0 0,'0'-1'279'0'0,"0"0"0"0"0,1-1 1 0 0,-1 1-1 0 0,0 0 0 0 0,1 0 1 0 0,0 0-1 0 0,-1 0 0 0 0,1 0 1 0 0,-1 0-1 0 0,1 0 1 0 0,0 0-1 0 0,0 1 0 0 0,0-1 1 0 0,0 0-1 0 0,-1 0 0 0 0,1 0 1 0 0,0 1-1 0 0,0-1 0 0 0,0 1 1 0 0,1-1-1 0 0,-1 1 1 0 0,0-1-1 0 0,0 1 0 0 0,0-1 1 0 0,0 1-1 0 0,0 0 0 0 0,0 0 1 0 0,2-1-1 0 0,37-10 1912 0 0,179-43 1861 0 0,-184 44-4025 0 0,0-3 0 0 0,-2-1 0 0 0,1-1 1 0 0,36-23-1 0 0,-55 25-1549 0 0,-14 6-3843 0 0,-26 1-3305 0 0,19 5 9022 0 0,-2 3-1940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9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18 146 2385 0 0,'-1'0'168'0'0,"0"1"1"0"0,0-1 0 0 0,0 1-1 0 0,0 0 1 0 0,0-1 0 0 0,0 1-1 0 0,0 0 1 0 0,0-1 0 0 0,0 1 0 0 0,0 0-1 0 0,1 0 1 0 0,-1 0 0 0 0,0 0-1 0 0,1 0 1 0 0,-1 0 0 0 0,0 0 0 0 0,1 0-1 0 0,-1 0 1 0 0,1 0 0 0 0,0 0-1 0 0,-1 0 1 0 0,1 0 0 0 0,0 2 0 0 0,0-2-35 0 0,1-1 0 0 0,0 1 1 0 0,0 0-1 0 0,0-1 1 0 0,0 1-1 0 0,0-1 1 0 0,0 1-1 0 0,0-1 1 0 0,0 0-1 0 0,0 0 1 0 0,0 1-1 0 0,0-1 1 0 0,0 0-1 0 0,0 0 0 0 0,0 0 1 0 0,0 0-1 0 0,0 0 1 0 0,0 0-1 0 0,2 0 1 0 0,61-9 2471 0 0,284-83 2953 0 0,-98 23-5409 0 0,-241 66-624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9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0 3057 0 0,'-9'25'3895'0'0,"-38"203"1939"0"0,5-19-3331 0 0,-79 222-1028 0 0,117-401-3431 0 0,15-43-5276 0 0,-4-3 4649 0 0,6 0-826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1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3161 0 0,'-1'118'6325'0'0,"0"33"-3024"0"0,2-67-2999 0 0,3-1-1 0 0,19 100 0 0 0,-20-169-395 0 0,-2-7-168 0 0,0 0-1 0 0,0 0 1 0 0,1 1 0 0 0,0-1 0 0 0,1 0-1 0 0,5 11 1 0 0,-15-72-5930 0 0,-12-18 2367 0 0,13 43 2345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0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1464 0 0,'19'-7'1194'0'0,"1"1"-1"0"0,0 1 0 0 0,-1 1 0 0 0,1 1 0 0 0,1 1 1 0 0,39 0-1 0 0,-54 2-1061 0 0,-1 0 1 0 0,1 0 0 0 0,-1 1 0 0 0,1-1-1 0 0,0 1 1 0 0,-1 0 0 0 0,1 1 0 0 0,-1 0-1 0 0,0 0 1 0 0,0 0 0 0 0,0 0-1 0 0,0 1 1 0 0,0-1 0 0 0,0 1 0 0 0,0 1-1 0 0,-1-1 1 0 0,1 1 0 0 0,-1-1-1 0 0,0 1 1 0 0,-1 1 0 0 0,1-1 0 0 0,0 0-1 0 0,-1 1 1 0 0,5 9 0 0 0,-5-6-56 0 0,0 0 0 0 0,-1-1 1 0 0,0 1-1 0 0,0 1 1 0 0,-1-1-1 0 0,0 0 0 0 0,0 0 1 0 0,-1 0-1 0 0,0 0 0 0 0,0 1 1 0 0,-1-1-1 0 0,0 0 0 0 0,-1 0 1 0 0,1 0-1 0 0,-2 0 0 0 0,-4 12 1 0 0,-1-4-280 0 0,0 1 1 0 0,-2-1-1 0 0,0-1 1 0 0,0 0-1 0 0,-2 0 1 0 0,-21 21-1 0 0,-11 14-1160 0 0,129-75 2454 0 0,-76 23-841 0 0,0 1-1 0 0,0-1 0 0 0,0 2 0 0 0,0-1 0 0 0,0 1 0 0 0,1 0 1 0 0,12 3-1 0 0,-20-3-187 0 0,0 1 0 0 0,0-1 1 0 0,0 1-1 0 0,0 0 1 0 0,1-1-1 0 0,-1 1 0 0 0,0 0 1 0 0,-1 0-1 0 0,1 0 1 0 0,0 0-1 0 0,0 1 0 0 0,0-1 1 0 0,-1 0-1 0 0,1 1 1 0 0,0 0-1 0 0,-1-1 0 0 0,0 1 1 0 0,1 0-1 0 0,-1-1 1 0 0,0 1-1 0 0,0 0 0 0 0,0 0 1 0 0,0 0-1 0 0,0 0 1 0 0,0 0-1 0 0,-1 0 0 0 0,1 0 1 0 0,-1 1-1 0 0,1-1 1 0 0,-1 0-1 0 0,0 0 0 0 0,0 0 1 0 0,0 1-1 0 0,0-1 1 0 0,-1 2-1 0 0,-1 10 4 0 0,-1 0 0 0 0,0 0 0 0 0,-1 0 0 0 0,-1-1-1 0 0,0 0 1 0 0,0 0 0 0 0,-2 0 0 0 0,0-1 0 0 0,-12 18 0 0 0,4-9-594 0 0,-1-1 0 0 0,-1-1 0 0 0,-1 0 0 0 0,-27 22 0 0 0,16-26-778 0 0,28-14 1203 0 0,0-1-1 0 0,1 0 0 0 0,-1 0 0 0 0,0 0 1 0 0,0 0-1 0 0,0 0 0 0 0,1 0 0 0 0,-1 0 0 0 0,0 0 1 0 0,0 0-1 0 0,0 0 0 0 0,0-1 0 0 0,1 1 0 0 0,-1 0 1 0 0,0 0-1 0 0,0-1 0 0 0,1 1 0 0 0,-1 0 0 0 0,0-1 1 0 0,1 1-1 0 0,-2-2 0 0 0,1 0-138 0 0,0 0 0 0 0,0 0 1 0 0,0 0-1 0 0,0-1 0 0 0,0 1 0 0 0,1 0 0 0 0,-1 0 0 0 0,1-1 0 0 0,0 1 1 0 0,-1 0-1 0 0,1-1 0 0 0,0 1 0 0 0,0 0 0 0 0,1-1 0 0 0,-1 1 1 0 0,0 0-1 0 0,1-1 0 0 0,0 1 0 0 0,-1 0 0 0 0,1 0 0 0 0,1-3 1 0 0,2-4-563 0 0,1-1 1 0 0,0 1 0 0 0,0 0 0 0 0,8-9 0 0 0,-4 4-120 0 0,3 3-208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0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2545 0 0,'-13'15'2979'0'0,"1"0"1"0"0,-15 24 0 0 0,9-10-2365 0 0,1 1 1 0 0,-19 47 0 0 0,34-69-602 0 0,-1-1-1 0 0,1 1 1 0 0,0-1 0 0 0,0 1 0 0 0,1 0-1 0 0,0-1 1 0 0,1 1 0 0 0,0 15 0 0 0,1-21-30 0 0,-1 0 1 0 0,1-1 0 0 0,-1 1 0 0 0,1 0-1 0 0,-1 0 1 0 0,1 0 0 0 0,0 0-1 0 0,0-1 1 0 0,0 1 0 0 0,0 0 0 0 0,0-1-1 0 0,0 1 1 0 0,1-1 0 0 0,-1 1-1 0 0,0-1 1 0 0,1 0 0 0 0,-1 0 0 0 0,1 1-1 0 0,0-1 1 0 0,-1 0 0 0 0,1 0-1 0 0,0-1 1 0 0,-1 1 0 0 0,1 0 0 0 0,0 0-1 0 0,0-1 1 0 0,0 1 0 0 0,0-1-1 0 0,0 0 1 0 0,0 0 0 0 0,0 1 0 0 0,0-1-1 0 0,-1 0 1 0 0,1-1 0 0 0,0 1-1 0 0,0 0 1 0 0,0 0 0 0 0,0-1 0 0 0,0 1-1 0 0,2-2 1 0 0,2 1-52 0 0,1 0 0 0 0,-1-1 0 0 0,0 0 0 0 0,0 0 0 0 0,0-1 0 0 0,0 1-1 0 0,0-1 1 0 0,-1 0 0 0 0,1-1 0 0 0,-1 1 0 0 0,0-1 0 0 0,0 0 0 0 0,0-1 0 0 0,-1 1 0 0 0,1-1 0 0 0,-1 0 0 0 0,0 0 0 0 0,-1 0-1 0 0,1-1 1 0 0,4-10 0 0 0,-4 6 76 0 0,0-1 0 0 0,-1 1 0 0 0,0-1 0 0 0,0 0 1 0 0,-2 0-1 0 0,1 0 0 0 0,-1 0 0 0 0,-1 0 0 0 0,0 0 0 0 0,-1 0 0 0 0,-2-14 0 0 0,2 19 13 0 0,0 3-5 0 0,1 0 1 0 0,-1 0-1 0 0,1 0 1 0 0,-1 0 0 0 0,1 0-1 0 0,0 0 1 0 0,0 0-1 0 0,0 0 1 0 0,0 0-1 0 0,1 0 1 0 0,-1 0 0 0 0,1 1-1 0 0,1-5 1 0 0,-1 7 19 0 0,0 0 0 0 0,0 0 0 0 0,0 1 1 0 0,-1-1-1 0 0,1 0 0 0 0,0 1 0 0 0,0-1 1 0 0,-1 0-1 0 0,1 1 0 0 0,0-1 0 0 0,0 1 0 0 0,-1-1 1 0 0,1 1-1 0 0,-1 0 0 0 0,1-1 0 0 0,0 1 0 0 0,-1 0 1 0 0,1-1-1 0 0,-1 1 0 0 0,0 0 0 0 0,1 0 0 0 0,-1-1 1 0 0,1 1-1 0 0,-1 0 0 0 0,0 1 0 0 0,13 22 478 0 0,13 35 315 0 0,-18-37-720 0 0,2 0-1 0 0,0-1 0 0 0,1 0 0 0 0,1-1 0 0 0,1 0 0 0 0,23 28 1 0 0,-13-32-82 0 0,-22-16-233 0 0,0 1-1 0 0,1-1 1 0 0,-1 1-1 0 0,0-1 1 0 0,1 0-1 0 0,-1 0 0 0 0,0 0 1 0 0,0 1-1 0 0,1-1 1 0 0,-1 0-1 0 0,0-1 1 0 0,1 1-1 0 0,-1 0 1 0 0,0 0-1 0 0,1 0 1 0 0,-1-1-1 0 0,0 1 1 0 0,0-1-1 0 0,0 1 1 0 0,2-1-1 0 0,-1-1-160 0 0,-1 1-1 0 0,1-1 1 0 0,-1 0-1 0 0,1 1 1 0 0,-1-1-1 0 0,0 0 1 0 0,1 0-1 0 0,-1 0 1 0 0,0 0-1 0 0,0 0 1 0 0,0 0 0 0 0,-1 0-1 0 0,1 0 1 0 0,0 0-1 0 0,-1 0 1 0 0,1-1-1 0 0,-1 1 1 0 0,0 0-1 0 0,0 0 1 0 0,0-1-1 0 0,0 1 1 0 0,0-3-1 0 0,2-6-1381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1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3049 0 0,'11'59'5814'0'0,"-8"35"-3628"0"0,-3-35-1311 0 0,0-42-775 0 0,17 199 1360 0 0,-13-195-1673 0 0,0 0 1 0 0,1 0 0 0 0,1-1 0 0 0,0 0 0 0 0,2 0 0 0 0,0 0 0 0 0,2-1 0 0 0,12 19-1 0 0,-21-36 60 0 0,10 12-2139 0 0,-11-14 2201 0 0,1 0 0 0 0,-1 0 1 0 0,0 0-1 0 0,0 1 0 0 0,0-1 1 0 0,0 0-1 0 0,1 0 0 0 0,-1 0 1 0 0,0 0-1 0 0,0 0 0 0 0,1 0 0 0 0,-1 0 1 0 0,0 1-1 0 0,0-1 0 0 0,0 0 1 0 0,1 0-1 0 0,-1 0 0 0 0,0 0 1 0 0,0 0-1 0 0,1 0 0 0 0,-1 0 1 0 0,0 0-1 0 0,0 0 0 0 0,1 0 1 0 0,-1 0-1 0 0,0 0 0 0 0,0 0 0 0 0,1-1 1 0 0,-1 1-1 0 0,0 0 0 0 0,0 0 1 0 0,0 0-1 0 0,1 0 0 0 0,-1 0 1 0 0,0 0-1 0 0,0-1 0 0 0,0 1 1 0 0,1 0-1 0 0,-1 0 0 0 0,0 0 1 0 0,0 0-1 0 0,0-1 0 0 0,0 1 0 0 0,0 0 1 0 0,1 0-1 0 0,-1 0 0 0 0,0-1 1 0 0,0 1-1 0 0,0 0 0 0 0,0 0 1 0 0,0-1-1 0 0,0 1 0 0 0,0 0 1 0 0,0 0-1 0 0,0-1 0 0 0,0 1 1 0 0,0 0-1 0 0,0 0 0 0 0,0-1 0 0 0,0 1 1 0 0,2-8-2659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1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31 1320 0 0,'-9'4'4154'0'0,"-20"14"-2651"0"0,11-7-784 0 0,-27 13 555 0 0,30-17-968 0 0,0 0 0 0 0,0 1 0 0 0,1 1 0 0 0,1 0 0 0 0,-1 1 0 0 0,1 0 0 0 0,-18 20 0 0 0,31-30-309 0 0,0 0 0 0 0,-1 0 0 0 0,1 1 0 0 0,-1-1 0 0 0,1 0 0 0 0,0 1 0 0 0,0-1 0 0 0,-1 0 0 0 0,1 1 0 0 0,0-1 0 0 0,-1 0 0 0 0,1 1 0 0 0,0-1 0 0 0,0 0 0 0 0,0 1 0 0 0,0-1 0 0 0,-1 1 0 0 0,1-1 0 0 0,0 0 0 0 0,0 1-1 0 0,0-1 1 0 0,0 1 0 0 0,0-1 0 0 0,0 1 0 0 0,0-1 0 0 0,0 1 0 0 0,0-1 0 0 0,0 0 0 0 0,0 1 0 0 0,0-1 0 0 0,0 1 0 0 0,1-1 0 0 0,-1 0 0 0 0,0 1 0 0 0,0-1 0 0 0,0 1 0 0 0,1 0 0 0 0,17-2-265 0 0,23-13-90 0 0,-12-5 207 0 0,-24 14 120 0 0,1 1 0 0 0,0 0 0 0 0,0 1 1 0 0,0-1-1 0 0,11-4 0 0 0,-15 8 53 0 0,0-1 1 0 0,0 1-1 0 0,-1 0 0 0 0,1 0 0 0 0,0 0 0 0 0,-1-1 0 0 0,1 2 0 0 0,0-1 1 0 0,0 0-1 0 0,-1 0 0 0 0,1 0 0 0 0,0 1 0 0 0,-1-1 0 0 0,1 1 0 0 0,0 0 0 0 0,-1-1 1 0 0,1 1-1 0 0,-1 0 0 0 0,1 0 0 0 0,-1 0 0 0 0,1 0 0 0 0,-1 0 0 0 0,0 0 0 0 0,1 0 1 0 0,-1 0-1 0 0,0 1 0 0 0,2 2 0 0 0,0 0 88 0 0,0 0 0 0 0,0-1 0 0 0,1 1 0 0 0,-1 0 1 0 0,1-1-1 0 0,0 0 0 0 0,0 0 0 0 0,0 0 0 0 0,0-1 0 0 0,0 1 0 0 0,1-1 0 0 0,-1 0 0 0 0,1 0 1 0 0,0 0-1 0 0,0-1 0 0 0,-1 0 0 0 0,1 0 0 0 0,8 1 0 0 0,-6-2-4 0 0,-1-1-1 0 0,0 0 0 0 0,1 0 1 0 0,-1-1-1 0 0,0 0 0 0 0,0 0 1 0 0,0 0-1 0 0,0 0 1 0 0,0-1-1 0 0,0 0 0 0 0,-1-1 1 0 0,1 1-1 0 0,-1-1 0 0 0,5-4 1 0 0,-2 1 1 0 0,53-46 230 0 0,-57 49-294 0 0,0 0 0 0 0,0 0 1 0 0,-1 0-1 0 0,0-1 0 0 0,0 1 0 0 0,0-1 0 0 0,0 0 1 0 0,-1 0-1 0 0,1 0 0 0 0,-1 0 0 0 0,2-10 1 0 0,-4 14-9 0 0,0-1 0 0 0,0 1 0 0 0,-1 0 0 0 0,1 0 0 0 0,-1 0 0 0 0,1 0 0 0 0,-1 0 1 0 0,1-1-1 0 0,-1 1 0 0 0,0 0 0 0 0,1 0 0 0 0,-1 0 0 0 0,0 1 0 0 0,0-1 0 0 0,0 0 0 0 0,0 0 0 0 0,0 0 1 0 0,0 1-1 0 0,0-1 0 0 0,0 0 0 0 0,0 1 0 0 0,0-1 0 0 0,0 1 0 0 0,0-1 0 0 0,0 1 0 0 0,0 0 1 0 0,-1-1-1 0 0,1 1 0 0 0,0 0 0 0 0,-2 0 0 0 0,-44-7 159 0 0,42 6-169 0 0,0 1-52 0 0,-1-1 0 0 0,1 1 0 0 0,-1 0 0 0 0,1 0 0 0 0,-1 1 0 0 0,1-1 0 0 0,-1 1 0 0 0,1 1 0 0 0,0-1 0 0 0,-1 1 0 0 0,1 0 0 0 0,0 0 0 0 0,0 0 0 0 0,0 1 0 0 0,-8 5 0 0 0,11-6 10 0 0,-1 1 1 0 0,1-1-1 0 0,0 1 0 0 0,0 0 0 0 0,0 0 0 0 0,0 0 1 0 0,0 0-1 0 0,1 0 0 0 0,-1 1 0 0 0,1-1 0 0 0,0 0 1 0 0,0 1-1 0 0,0-1 0 0 0,0 1 0 0 0,1-1 0 0 0,-1 1 1 0 0,1-1-1 0 0,0 1 0 0 0,0-1 0 0 0,0 1 0 0 0,1-1 1 0 0,-1 1-1 0 0,1-1 0 0 0,0 1 0 0 0,2 6 0 0 0,-1-4 10 0 0,1 1-1 0 0,0-1 1 0 0,0 0-1 0 0,0 0 1 0 0,0 0-1 0 0,1-1 0 0 0,0 1 1 0 0,0-1-1 0 0,1 0 1 0 0,-1 0-1 0 0,1 0 1 0 0,0-1-1 0 0,1 1 0 0 0,-1-1 1 0 0,1-1-1 0 0,0 1 1 0 0,-1-1-1 0 0,2 0 1 0 0,-1 0-1 0 0,0 0 1 0 0,1-1-1 0 0,-1 0 0 0 0,1-1 1 0 0,-1 1-1 0 0,10 0 1 0 0,-8-1-104 0 0,1 0 1 0 0,0-1-1 0 0,-1 0 0 0 0,1-1 1 0 0,0 1-1 0 0,0-1 1 0 0,-1-1-1 0 0,1 0 0 0 0,-1 0 1 0 0,0-1-1 0 0,1 0 1 0 0,-1 0-1 0 0,0-1 0 0 0,-1 0 1 0 0,1 0-1 0 0,-1-1 1 0 0,0 0-1 0 0,0 0 1 0 0,7-8-1 0 0,-8 7-665 0 0,-1 0-1 0 0,0-1 1 0 0,0 1 0 0 0,0-1 0 0 0,-1 0-1 0 0,0 0 1 0 0,-1-1 0 0 0,0 1 0 0 0,0-1-1 0 0,0 0 1 0 0,-1 0 0 0 0,0 0 0 0 0,-1 0-1 0 0,1-11 1 0 0,1 9-815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1904 0 0,'-2'5'616'0'0,"0"0"0"0"0,1 0-1 0 0,-1 0 1 0 0,1 0 0 0 0,0 0 0 0 0,0 0-1 0 0,1 0 1 0 0,0 1 0 0 0,0-1-1 0 0,0 0 1 0 0,1 7 0 0 0,0 1 311 0 0,0 62 195 0 0,4 1 0 0 0,3-2 0 0 0,21 89 0 0 0,-18-132-425 0 0,-8-36-104 0 0,-2-16-480 0 0,-1-21-138 0 0,-1 13-7 0 0,0-1 0 0 0,3 1 1 0 0,0-1-1 0 0,2 1 0 0 0,9-36 0 0 0,-11 58 71 0 0,0 0 0 0 0,0 1 0 0 0,1 0 1 0 0,0-1-1 0 0,0 1 0 0 0,1 0 0 0 0,0 1 0 0 0,0-1 0 0 0,0 1 0 0 0,1 0 1 0 0,-1-1-1 0 0,1 2 0 0 0,0-1 0 0 0,1 1 0 0 0,-1 0 0 0 0,1 0 1 0 0,0 0-1 0 0,0 1 0 0 0,0 0 0 0 0,0 0 0 0 0,1 0 0 0 0,-1 1 0 0 0,1 0 1 0 0,0 0-1 0 0,-1 1 0 0 0,1 0 0 0 0,0 0 0 0 0,8 1 0 0 0,-11-1-56 0 0,-1 1-1 0 0,1 0 0 0 0,-1 0 1 0 0,1 0-1 0 0,-1 1 0 0 0,0-1 0 0 0,1 1 1 0 0,-1 0-1 0 0,0 0 0 0 0,1 0 1 0 0,-1 0-1 0 0,4 3 0 0 0,19 15-3260 0 0,-23-17 2604 0 0,-1-1 419 0 0,0-1 0 0 0,0 1 0 0 0,0-1 0 0 0,0 1-1 0 0,0-1 1 0 0,-1 0 0 0 0,1 0 0 0 0,0 0 0 0 0,0 0 0 0 0,0-1 0 0 0,0 1 0 0 0,0 0 0 0 0,0-1-1 0 0,0 1 1 0 0,0-1 0 0 0,0 0 0 0 0,0 0 0 0 0,-1 0 0 0 0,1 1 0 0 0,0-2 0 0 0,-1 1-1 0 0,1 0 1 0 0,0 0 0 0 0,-1 0 0 0 0,0-1 0 0 0,1 1 0 0 0,-1-1 0 0 0,0 1 0 0 0,2-4-1 0 0,-1 3 256 0 0,0 1-1 0 0,0-1 0 0 0,0-1 1 0 0,0 1-1 0 0,0 0 0 0 0,-1 0 1 0 0,1-1-1 0 0,-1 1 0 0 0,0-1 0 0 0,1 1 1 0 0,-1-1-1 0 0,0 1 0 0 0,-1-1 1 0 0,1 0-1 0 0,0 1 0 0 0,-1-1 1 0 0,0 0-1 0 0,1 0 0 0 0,-1 0 0 0 0,-1-5 1 0 0,1 8 70 0 0,0-1 1 0 0,0 1 0 0 0,0-1-1 0 0,0 1 1 0 0,0-1-1 0 0,-1 1 1 0 0,1-1 0 0 0,0 1-1 0 0,0-1 1 0 0,-1 1 0 0 0,1-1-1 0 0,0 1 1 0 0,0-1-1 0 0,-1 1 1 0 0,1 0 0 0 0,-1-1-1 0 0,1 1 1 0 0,0 0 0 0 0,-1-1-1 0 0,1 1 1 0 0,-1 0-1 0 0,1-1 1 0 0,-1 1 0 0 0,1 0-1 0 0,-1 0 1 0 0,1 0-1 0 0,-1-1 1 0 0,1 1 0 0 0,-1 0-1 0 0,1 0 1 0 0,-1 0 0 0 0,0 0-1 0 0,0 0 1 0 0,-8 16 1463 0 0,2 29 651 0 0,7-41-1976 0 0,-1 107 2933 0 0,1-99-3018 0 0,1-1 0 0 0,1 1 0 0 0,0-1 0 0 0,0 0 0 0 0,1 1 0 0 0,1-1 0 0 0,6 16 0 0 0,-9-26-108 0 0,0 1 0 0 0,-1-1 1 0 0,1 1-1 0 0,0 0 0 0 0,0-1 0 0 0,0 1 0 0 0,0-1 0 0 0,0 0 0 0 0,0 1 0 0 0,1-1 0 0 0,-1 0 0 0 0,0 0 0 0 0,1 0 0 0 0,-1 0 0 0 0,1 0 0 0 0,-1 0 0 0 0,1 0 0 0 0,-1 0 0 0 0,1-1 0 0 0,0 1 1 0 0,-1 0-1 0 0,1-1 0 0 0,0 1 0 0 0,0-1 0 0 0,-1 0 0 0 0,3 0 0 0 0,-1 0 0 0 0,0-1 0 0 0,0 0 0 0 0,0 0 1 0 0,-1 0-1 0 0,1-1 0 0 0,0 1 0 0 0,-1 0 0 0 0,1-1 1 0 0,-1 0-1 0 0,1 0 0 0 0,-1 0 0 0 0,0 0 0 0 0,0 0 0 0 0,3-3 1 0 0,3-4 8 0 0,-1-1 1 0 0,0 0-1 0 0,0-1 1 0 0,-1 0-1 0 0,0 0 1 0 0,6-19-1 0 0,3-53 91 0 0,-13 64-71 0 0,0 1 0 0 0,10-32 0 0 0,-12 49-27 0 0,0 0 1 0 0,0 0-1 0 0,1 1 1 0 0,-1-1-1 0 0,0 0 1 0 0,1 0-1 0 0,-1 0 1 0 0,1 0 0 0 0,-1 0-1 0 0,1 1 1 0 0,-1-1-1 0 0,1 0 1 0 0,-1 0-1 0 0,1 1 1 0 0,0-1-1 0 0,-1 0 1 0 0,1 1-1 0 0,0-1 1 0 0,0 1-1 0 0,1-1 1 0 0,10 9 365 0 0,9 36 93 0 0,-16-31-495 0 0,68 113 229 0 0,-54-97-189 0 0,-1 1 1 0 0,-1 0 0 0 0,-2 1 0 0 0,-1 1-1 0 0,12 39 1 0 0,-25-64-64 0 0,0 0 0 0 0,0 0 0 0 0,0 1 0 0 0,-1-1 0 0 0,0 0 0 0 0,-1 1 1 0 0,1-1-1 0 0,-1 0 0 0 0,-1 0 0 0 0,0 0 0 0 0,0 1 0 0 0,0-2 0 0 0,-1 1 0 0 0,1 0 0 0 0,-2 0 0 0 0,1-1 1 0 0,-1 0-1 0 0,0 0 0 0 0,0 0 0 0 0,-9 9 0 0 0,9-10-10 0 0,-1-1 1 0 0,0 1-1 0 0,0-1 1 0 0,0-1-1 0 0,0 1 1 0 0,-1-1-1 0 0,1 0 1 0 0,-1 0-1 0 0,0 0 1 0 0,1-1-1 0 0,-1 0 1 0 0,-1 0-1 0 0,1-1 1 0 0,0 1-1 0 0,0-1 1 0 0,-1-1-1 0 0,1 1 1 0 0,0-1-1 0 0,-1 0 1 0 0,1 0-1 0 0,0-1 1 0 0,-1 0-1 0 0,1 0 1 0 0,-7-3-1 0 0,7 2 57 0 0,1 0 0 0 0,0-1 0 0 0,0 0 0 0 0,0 0 0 0 0,0 0 0 0 0,1 0-1 0 0,-1-1 1 0 0,1 0 0 0 0,0 0 0 0 0,0 0 0 0 0,0 0 0 0 0,0-1 0 0 0,1 1 0 0 0,0-1 0 0 0,0 0 0 0 0,0 0-1 0 0,1 0 1 0 0,-1-1 0 0 0,1 1 0 0 0,0 0 0 0 0,1-1 0 0 0,-2-7 0 0 0,1 5 43 0 0,1-1-1 0 0,0 0 1 0 0,0 0 0 0 0,1 1-1 0 0,0-1 1 0 0,0 0 0 0 0,1 0-1 0 0,1 1 1 0 0,-1-1 0 0 0,1 0 0 0 0,1 1-1 0 0,-1 0 1 0 0,8-16 0 0 0,0 8-40 0 0,0 0 1 0 0,2 0-1 0 0,-1 1 1 0 0,2 1 0 0 0,0 0-1 0 0,1 0 1 0 0,0 2-1 0 0,18-13 1 0 0,13-5-162 0 0,74-36 1 0 0,-71 41-171 0 0,-42 22 3 0 0,0 0 1 0 0,0-1 0 0 0,-1 0-1 0 0,1 1 1 0 0,-1-2 0 0 0,0 1-1 0 0,0-1 1 0 0,0 1 0 0 0,-1-1-1 0 0,0 0 1 0 0,0-1-1 0 0,5-7 1 0 0,-6 6-711 0 0,0-1 0 0 0,0 0 0 0 0,-1 0 0 0 0,1 1 0 0 0,-2-1 0 0 0,2-9-1 0 0,0 0-2672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1:23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48 72 0 0,'24'-38'4318'0'0,"-23"37"-4083"0"0,-1 0-1 0 0,1 0 0 0 0,0 1 1 0 0,0-1-1 0 0,0 0 1 0 0,0 0-1 0 0,0 1 0 0 0,1-1 1 0 0,-1 1-1 0 0,0-1 1 0 0,0 1-1 0 0,0-1 0 0 0,0 1 1 0 0,1 0-1 0 0,-1-1 1 0 0,0 1-1 0 0,2 0 0 0 0,-4 14 4066 0 0,-24 30-1551 0 0,4-17-2403 0 0,2 1 1 0 0,1 1-1 0 0,-19 40 0 0 0,18-33-1231 0 0,-39 58 0 0 0,57-94 677 0 0,1 0 1 0 0,0 0 0 0 0,-1 0-1 0 0,1 0 1 0 0,-1 0 0 0 0,1 0-1 0 0,-1-1 1 0 0,1 1 0 0 0,0 0-1 0 0,-1 0 1 0 0,1 0 0 0 0,0-1-1 0 0,-1 1 1 0 0,1 0-1 0 0,0-1 1 0 0,-1 1 0 0 0,1 0-1 0 0,0-1 1 0 0,-1 1 0 0 0,1 0-1 0 0,0-1 1 0 0,0 1 0 0 0,0-1-1 0 0,-1 1 1 0 0,1 0 0 0 0,0-1-1 0 0,0 1 1 0 0,0-1 0 0 0,0 1-1 0 0,0 0 1 0 0,0-1 0 0 0,0 1-1 0 0,0-1 1 0 0,0 1 0 0 0,0-1-1 0 0,0 1 1 0 0,0-1 0 0 0,0 1-1 0 0,-5-24-3373 0 0,3 9 760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4:51.58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74 98 1864 0 0,'-2'-1'36'0'0,"0"-1"-1"0"0,0 1 1 0 0,0-1-1 0 0,0 1 1 0 0,0 0-1 0 0,0-1 0 0 0,-1 1 1 0 0,1 1-1 0 0,0-1 1 0 0,-1 0-1 0 0,1 0 1 0 0,-1 1-1 0 0,1-1 0 0 0,0 1 1 0 0,-1 0-1 0 0,1 0 1 0 0,-1 0-1 0 0,1 0 1 0 0,-1 0-1 0 0,1 0 1 0 0,-4 2-1 0 0,-14-1 1159 0 0,52-20 963 0 0,-9 9-1920 0 0,1 1 1 0 0,1 2 0 0 0,-1 1-1 0 0,1 0 1 0 0,0 2 0 0 0,40-2 0 0 0,157 11 776 0 0,-23 2 430 0 0,-125-10-893 0 0,0 4-1 0 0,121 16 1 0 0,147 10 339 0 0,-126-16-586 0 0,-4-8 117 0 0,-150-6-388 0 0,0 4 0 0 0,97 12 0 0 0,-71-2-14 0 0,0-4 0 0 0,164-8 0 0 0,-202 1 29 0 0,70 9-1 0 0,-74-3-12 0 0,0-3 0 0 0,50-3 0 0 0,139 3 86 0 0,-189-1-111 0 0,28-2 34 0 0,119-16-1 0 0,34-1 177 0 0,272 25-122 0 0,4-26 325 0 0,-203 9-224 0 0,279-4-55 0 0,-573 13 282 0 0,-1 1-660 0 0,1-1 0 0 0,-1 0-1 0 0,1-1 1 0 0,-1 1 0 0 0,0-1-1 0 0,1 0 1 0 0,6-2 0 0 0,-10 1-182 0 0,1 1 0 0 0,-1-1 0 0 0,0 1 0 0 0,0-1 0 0 0,5-6-1248 0 0,-6 6 1248 0 0,1 0 0 0 0,-1 0 0 0 0,0 0 0 0 0,1-1 0 0 0,-1 1 0 0 0,0-1 1 0 0,-1 1-1 0 0,2-5 0 0 0,5-19-2418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5:09.97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86 1640 0 0,'5'1'523'0'0,"-1"-1"-1"0"0,1 0 0 0 0,-1 0 0 0 0,1 0 0 0 0,-1-1 0 0 0,1 1 1 0 0,-1-1-1 0 0,1 0 0 0 0,-1-1 0 0 0,0 1 0 0 0,8-4 1 0 0,1 1-28 0 0,0 0-1 0 0,0 1 1 0 0,25-3 0 0 0,98-4 1007 0 0,-97 5-1113 0 0,1 2 0 0 0,59 2 0 0 0,-84 2-217 0 0,495 27 3991 0 0,4-22-2644 0 0,-216-16-771 0 0,-166 4-584 0 0,60-5-13 0 0,105-3-138 0 0,335-2 568 0 0,-272 17-491 0 0,-56-6 79 0 0,-95-4-184 0 0,-151 7 15 0 0,-36 0-67 0 0,1 2 0 0 0,-1 0 1 0 0,23 3-1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5:12.93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90 3913 0 0,'-2'-6'2623'0'0,"14"7"-1916"0"0,11 6-774 0 0,1 10 1231 0 0,-22-15-876 0 0,-1 0 1 0 0,1-1 0 0 0,0 1 0 0 0,0 0-1 0 0,0-1 1 0 0,0 0 0 0 0,0 0 0 0 0,0 1 0 0 0,0-1-1 0 0,0 0 1 0 0,0-1 0 0 0,0 1 0 0 0,1 0 0 0 0,-1-1-1 0 0,5 1 1 0 0,63 4 635 0 0,1-3-1 0 0,0-4 1 0 0,-1-2 0 0 0,85-17-1 0 0,-54 7-447 0 0,1 4-1 0 0,146 6 0 0 0,22 0 487 0 0,-73-2-522 0 0,68-10 222 0 0,-1 0-299 0 0,-95 3-170 0 0,0-1-39 0 0,26 7 7 0 0,102 3-2725 0 0,-286 5 1355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5:24.17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1 239 944 0 0,'1'-5'79'0'0,"1"1"0"0"0,0-1-1 0 0,0 1 1 0 0,0-1 0 0 0,0 1 0 0 0,1 0-1 0 0,-1 0 1 0 0,1 0 0 0 0,0 0 0 0 0,0 0-1 0 0,1 1 1 0 0,-1-1 0 0 0,1 1-1 0 0,0 0 1 0 0,0 0 0 0 0,0 0 0 0 0,0 1-1 0 0,0-1 1 0 0,1 1 0 0 0,-1 0 0 0 0,1 0-1 0 0,-1 1 1 0 0,1-1 0 0 0,0 1 0 0 0,0 0-1 0 0,7-1 1 0 0,-12 3-33 0 0,1 0 0 0 0,-1-1 0 0 0,1 1 0 0 0,-1 0-1 0 0,1-1 1 0 0,-1 1 0 0 0,1 0 0 0 0,-1-1 0 0 0,0 1 0 0 0,0 0 0 0 0,1 0 0 0 0,-1-1 0 0 0,0 1 0 0 0,0 0-1 0 0,0 0 1 0 0,0 0 0 0 0,0-1 0 0 0,0 1 0 0 0,0 0 0 0 0,0 0 0 0 0,0 0 0 0 0,0-1 0 0 0,0 1-1 0 0,-1 1 1 0 0,0 0 17 0 0,1-1-1 0 0,0 1 0 0 0,0-1 0 0 0,0 1 1 0 0,-1-1-1 0 0,1 1 0 0 0,0-1 1 0 0,1 1-1 0 0,-1-1 0 0 0,0 1 0 0 0,0-1 1 0 0,1 1-1 0 0,-1-1 0 0 0,1 1 0 0 0,-1-1 1 0 0,1 0-1 0 0,0 1 0 0 0,-1-1 1 0 0,1 0-1 0 0,0 1 0 0 0,0-1 0 0 0,0 0 1 0 0,1 2-1 0 0,5-1 159 0 0,-1 1 0 0 0,1-1-1 0 0,0 0 1 0 0,-1 0 0 0 0,1-1 0 0 0,0 0 0 0 0,0 0-1 0 0,0-1 1 0 0,13 0 0 0 0,68-14 746 0 0,-69 10-822 0 0,-1 1 0 0 0,1 0-1 0 0,37 0 1 0 0,-24 5 260 0 0,-1-1 1 0 0,1-1-1 0 0,60-9 1 0 0,101-13 723 0 0,-86 14-674 0 0,-9-4 130 0 0,114-8 462 0 0,144 20-180 0 0,-24 3 141 0 0,22-12-18 0 0,-93-2-655 0 0,-161 10-213 0 0,133 3 76 0 0,-187-3-101 0 0,-1-2 1 0 0,0-2 0 0 0,64-15-1 0 0,35-5 37 0 0,348 3 195 0 0,-468 22-304 0 0,300-6 250 0 0,47-22 416 0 0,-133 26-490 0 0,-17 2-127 0 0,18-1-54 0 0,26 4-29 0 0,-86 3 33 0 0,-39-2 26 0 0,90-3-10 0 0,-159 2-246 0 0,-56-1-182 0 0,0-1 1 0 0,-1-1-1 0 0,27-2 1 0 0,-1 0-2000 0 0,0 3-3779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5:26.3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0 117 3121 0 0,'0'0'59'0'0,"1"0"1"0"0,-1-1 0 0 0,0 1-1 0 0,0 0 1 0 0,0-1-1 0 0,0 1 1 0 0,1 0 0 0 0,-1-1-1 0 0,0 1 1 0 0,1 0 0 0 0,-1 0-1 0 0,0-1 1 0 0,0 1 0 0 0,1 0-1 0 0,-1 0 1 0 0,0 0-1 0 0,1-1 1 0 0,-1 1 0 0 0,0 0-1 0 0,1 0 1 0 0,-1 0 0 0 0,1 0-1 0 0,-1 0 1 0 0,0 0-1 0 0,1-1 1 0 0,-1 1 0 0 0,1 0-1 0 0,-1 0 1 0 0,0 0 0 0 0,1 0-1 0 0,-1 1 1 0 0,0-1-1 0 0,1 0 1 0 0,-1 0 0 0 0,1 0-1 0 0,25 4 2035 0 0,4-1-109 0 0,32-9-930 0 0,111 2 0 0 0,-111 4-379 0 0,4-3 78 0 0,123-23 0 0 0,-135 16-420 0 0,0 2-1 0 0,1 2 0 0 0,84 3 1 0 0,173 11-89 0 0,-88-5 27 0 0,-88 5-168 0 0,63 1 636 0 0,380-21 174 0 0,-138-7-419 0 0,-197 15-330 0 0,111-8 89 0 0,-307 9-213 0 0,60 5 0 0 0,-60 0 14 0 0,61-5 1 0 0,122-8 13 0 0,-114 8-103 0 0,-100 2-229 0 0,62-4 743 0 0,-28-7-3910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5:28.3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34 191 704 0 0,'-20'2'405'0'0,"6"-3"945"0"0,22-38 5045 0 0,-7 39-6269 0 0,13 7 977 0 0,6 5-829 0 0,-6-9 55 0 0,0-1 1 0 0,1 0-1 0 0,0-1 1 0 0,-1-1 0 0 0,1 0-1 0 0,-1-1 1 0 0,1-1-1 0 0,0 0 1 0 0,20-6-1 0 0,37-4 94 0 0,-18 10-135 0 0,71 6 0 0 0,-71-1 310 0 0,73-5 0 0 0,19-16-1 0 0,-87 9-256 0 0,1 2 0 0 0,87 1-1 0 0,-12 6 44 0 0,146-19 0 0 0,-116 6-189 0 0,10-3 488 0 0,142-5-12 0 0,-125 8-354 0 0,-125 6-168 0 0,111 3 0 0 0,-130 5-106 0 0,0-3 0 0 0,53-9 0 0 0,60-2 50 0 0,-74 22-6452 0 0,-66-5 3860 0 0,0-2 0 0 0,-1 0 0 0 0,24-1 0 0 0,-17-3-806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6:25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7 534 1032 0 0,'-6'-3'3028'0'0,"10"-14"-1328"0"0,-5-1 1739 0 0,1 15-3258 0 0,0 1 0 0 0,0 0-1 0 0,0-1 1 0 0,0 1 0 0 0,0 0 0 0 0,0-1 0 0 0,1 1-1 0 0,-1 0 1 0 0,1-1 0 0 0,0 1 0 0 0,-1 0 0 0 0,1 0-1 0 0,0 0 1 0 0,0-1 0 0 0,1 1 0 0 0,-1 0 0 0 0,0 0-1 0 0,1 1 1 0 0,-1-1 0 0 0,1 0 0 0 0,-1 0 0 0 0,5-2 0 0 0,38-39 208 0 0,2 1 1 0 0,1 3 0 0 0,94-58 0 0 0,-20 13 576 0 0,-4 2 13 0 0,-116 81-956 0 0,1-1 0 0 0,-1 1-1 0 0,1 0 1 0 0,0 0 0 0 0,-1 0 0 0 0,1 0-1 0 0,0 0 1 0 0,-1 0 0 0 0,1 1 0 0 0,0-1-1 0 0,0 0 1 0 0,0 1 0 0 0,0-1 0 0 0,0 1-1 0 0,-1 0 1 0 0,1 0 0 0 0,0 0-1 0 0,0 0 1 0 0,0 0 0 0 0,0 0 0 0 0,0 0-1 0 0,0 1 1 0 0,0-1 0 0 0,0 0 0 0 0,0 1-1 0 0,-1 0 1 0 0,1-1 0 0 0,2 3 0 0 0,-1 0 23 0 0,0 0 0 0 0,-1 1 0 0 0,0-1 0 0 0,1 1 0 0 0,-1 0 0 0 0,-1 0 0 0 0,1 0 0 0 0,0 0 0 0 0,-1 0 0 0 0,0 0 0 0 0,1 8 1 0 0,10 62 221 0 0,-9-48-237 0 0,1 1 0 0 0,12 37-1 0 0,-14-58-27 0 0,0 1 0 0 0,1 0-1 0 0,0-1 1 0 0,0 1 0 0 0,1-1 0 0 0,-1 0-1 0 0,1 0 1 0 0,1-1 0 0 0,-1 1-1 0 0,1-1 1 0 0,0 0 0 0 0,0 0 0 0 0,12 8-1 0 0,-12-11-2 0 0,-1 0-1 0 0,1 0 0 0 0,0-1 0 0 0,0 0 1 0 0,0 1-1 0 0,0-2 0 0 0,0 1 0 0 0,0 0 1 0 0,0-1-1 0 0,1 0 0 0 0,-1 0 1 0 0,0-1-1 0 0,0 0 0 0 0,0 0 0 0 0,0 0 1 0 0,0 0-1 0 0,0-1 0 0 0,0 1 1 0 0,8-6-1 0 0,10-4 36 0 0,0-1 1 0 0,32-23-1 0 0,-54 34-31 0 0,104-76 78 0 0,-74 50-59 0 0,2 3 0 0 0,1 0 0 0 0,0 2 0 0 0,2 2 0 0 0,61-25 0 0 0,-86 42-10 0 0,1 1-1 0 0,-1 1 0 0 0,1 0 0 0 0,0 0 0 0 0,-1 1 0 0 0,1 1 1 0 0,0 0-1 0 0,-1 1 0 0 0,1 0 0 0 0,-1 0 0 0 0,0 1 0 0 0,1 1 1 0 0,-1 0-1 0 0,-1 0 0 0 0,19 12 0 0 0,-25-13 6 0 0,0 0-1 0 0,0 0 1 0 0,-1 1-1 0 0,1 0 0 0 0,-1 0 1 0 0,0-1-1 0 0,0 2 1 0 0,0-1-1 0 0,-1 0 1 0 0,0 1-1 0 0,0-1 1 0 0,0 1-1 0 0,0 0 1 0 0,-1-1-1 0 0,1 1 1 0 0,-1 0-1 0 0,0 0 1 0 0,-1 0-1 0 0,1 9 1 0 0,11 41 79 0 0,-10-53-95 0 0,-1 1-1 0 0,0-1 0 0 0,0 0 1 0 0,1 1-1 0 0,-1-1 1 0 0,1 0-1 0 0,-1 0 0 0 0,1 0 1 0 0,0 0-1 0 0,0 0 1 0 0,0-1-1 0 0,0 1 0 0 0,0 0 1 0 0,1-1-1 0 0,-1 0 0 0 0,0 1 1 0 0,5 0-1 0 0,-2 0 3 0 0,0-1-1 0 0,1 0 1 0 0,-1-1 0 0 0,1 1-1 0 0,-1-1 1 0 0,1 0 0 0 0,-1 0-1 0 0,1-1 1 0 0,-1 0 0 0 0,0 0-1 0 0,1 0 1 0 0,-1 0-1 0 0,0-1 1 0 0,0 0 0 0 0,0 0-1 0 0,0-1 1 0 0,5-2 0 0 0,14-9 8 0 0,-1-1 0 0 0,25-21-1 0 0,-23 17-21 0 0,18-14-46 0 0,107-72 62 0 0,-135 96 2 0 0,1 0-1 0 0,0 1 1 0 0,1 1 0 0 0,0 0 0 0 0,0 1-1 0 0,0 1 1 0 0,31-5 0 0 0,-44 10-4 0 0,0 0 1 0 0,0 0-1 0 0,0 0 0 0 0,-1 0 1 0 0,1 1-1 0 0,0-1 1 0 0,0 1-1 0 0,-1 0 1 0 0,1 0-1 0 0,0 0 0 0 0,-1 1 1 0 0,1-1-1 0 0,-1 1 1 0 0,0 0-1 0 0,1 0 0 0 0,3 3 1 0 0,2 3 8 0 0,0 1-1 0 0,-1-1 1 0 0,13 19 0 0 0,-15-18-23 0 0,1-1 1 0 0,0 1-1 0 0,0-2 0 0 0,1 1 1 0 0,16 12-1 0 0,-16-15-102 0 0,0-1 0 0 0,1 1 0 0 0,-1-1 0 0 0,1-1 1 0 0,0 0-1 0 0,0 0 0 0 0,0 0 0 0 0,1-1 0 0 0,-1-1 0 0 0,1 0 1 0 0,-1 0-1 0 0,1-1 0 0 0,-1 0 0 0 0,1 0 0 0 0,14-3 0 0 0,-16 1-523 0 0,-1 0-1 0 0,1-1 1 0 0,0 0-1 0 0,-1 0 1 0 0,1 0-1 0 0,-1-1 1 0 0,0 0-1 0 0,-1-1 1 0 0,1 1-1 0 0,-1-1 0 0 0,1-1 1 0 0,4-5-1 0 0,22-28-3088 0 0,2-7-623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6:27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68 474 1520 0 0,'-17'1'1156'0'0,"13"-1"-895"0"0,0 1-1 0 0,0-1 1 0 0,0 0 0 0 0,0 0 0 0 0,0 0 0 0 0,0 0 0 0 0,0-1 0 0 0,0 0-1 0 0,0 0 1 0 0,-5-2 0 0 0,8 3-223 0 0,1-1 0 0 0,0 0 0 0 0,0 0 0 0 0,0 1-1 0 0,0-1 1 0 0,-1 0 0 0 0,1 0 0 0 0,0 0 0 0 0,0 1 0 0 0,1-1-1 0 0,-1 0 1 0 0,0 0 0 0 0,0 0 0 0 0,0 1 0 0 0,0-1 0 0 0,1 0-1 0 0,-1 0 1 0 0,0 1 0 0 0,1-1 0 0 0,-1 0 0 0 0,1 1-1 0 0,-1-1 1 0 0,1 0 0 0 0,-1 1 0 0 0,1-1 0 0 0,0 0 0 0 0,20-26 668 0 0,-16 20-460 0 0,8-11 129 0 0,1 1 1 0 0,1 0-1 0 0,0 1 1 0 0,1 1-1 0 0,1 0 0 0 0,0 1 1 0 0,1 1-1 0 0,1 0 1 0 0,0 1-1 0 0,0 2 0 0 0,22-10 1 0 0,-7 6-192 0 0,-1-2 193 0 0,1 2 1 0 0,38-10 0 0 0,-63 22-268 0 0,0-1 0 0 0,0 2 0 0 0,0-1 0 0 0,1 1 0 0 0,-1 1 0 0 0,0 0 0 0 0,0 0 0 0 0,1 1 0 0 0,-1 0 0 0 0,0 0 1 0 0,0 1-1 0 0,0 0 0 0 0,13 6 0 0 0,-14-4-76 0 0,-1 1 0 0 0,0 0-1 0 0,0 1 1 0 0,0-1 0 0 0,-1 2 0 0 0,0-1 0 0 0,0 1 0 0 0,-1-1 0 0 0,0 1-1 0 0,0 1 1 0 0,0-1 0 0 0,-1 1 0 0 0,6 14 0 0 0,-6-13-22 0 0,0 0 0 0 0,0 0 1 0 0,1-1-1 0 0,1 0 0 0 0,-1 0 1 0 0,2 0-1 0 0,-1-1 0 0 0,1 0 1 0 0,0 0-1 0 0,10 8 0 0 0,-12-13-16 0 0,0 0 0 0 0,0 0 0 0 0,0-1-1 0 0,0 1 1 0 0,0-1 0 0 0,0-1 0 0 0,0 1-1 0 0,1-1 1 0 0,-1 0 0 0 0,0 0 0 0 0,0 0-1 0 0,0-1 1 0 0,1 1 0 0 0,-1-1 0 0 0,0-1-1 0 0,0 1 1 0 0,0-1 0 0 0,0 0 0 0 0,-1 0-1 0 0,1 0 1 0 0,6-5 0 0 0,11-5-11 0 0,-2-1 0 0 0,0-1 0 0 0,21-18 0 0 0,6-9 9 0 0,87-68-23 0 0,-117 98 27 0 0,-1 0-1 0 0,2 1 1 0 0,0 0-1 0 0,0 2 1 0 0,0 0-1 0 0,26-7 1 0 0,-41 15 3 0 0,1-1 1 0 0,-1 1-1 0 0,0-1 0 0 0,0 1 1 0 0,0 0-1 0 0,0 0 0 0 0,0 1 0 0 0,0-1 1 0 0,0 1-1 0 0,1-1 0 0 0,-1 1 1 0 0,0 0-1 0 0,-1 0 0 0 0,1 1 1 0 0,0-1-1 0 0,0 0 0 0 0,0 1 1 0 0,-1 0-1 0 0,1 0 0 0 0,-1-1 1 0 0,1 1-1 0 0,-1 1 0 0 0,0-1 1 0 0,0 0-1 0 0,0 1 0 0 0,0-1 1 0 0,0 1-1 0 0,0-1 0 0 0,1 4 1 0 0,6 11 13 0 0,-1 1 0 0 0,0 0 0 0 0,9 34 1 0 0,0-3-5 0 0,-13-40-18 0 0,0 1 0 0 0,1-1 0 0 0,0 0 0 0 0,1 0 1 0 0,0 0-1 0 0,0-1 0 0 0,1 0 0 0 0,0 0 0 0 0,15 12 0 0 0,-16-16-1 0 0,-1-1 0 0 0,1 1 0 0 0,0-1 0 0 0,1-1 0 0 0,-1 1 0 0 0,1-1 0 0 0,-1 0 0 0 0,1 0 0 0 0,-1-1 0 0 0,1 0 0 0 0,0 0 0 0 0,0-1 0 0 0,0 0 0 0 0,-1 0 0 0 0,1 0 0 0 0,9-3 0 0 0,23-4 4 0 0,0-1 1 0 0,0-3 0 0 0,61-24-1 0 0,106-64-716 0 0,-152 69-2119 0 0,-2-3 0 0 0,86-70-1 0 0,-68 44-1445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7:21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3 2657 0 0,'-2'0'327'0'0,"0"-1"1"0"0,0 1-1 0 0,0-1 0 0 0,1 1 1 0 0,-1 0-1 0 0,0 0 1 0 0,0-1-1 0 0,0 1 1 0 0,0 1-1 0 0,0-1 1 0 0,0 0-1 0 0,0 0 1 0 0,0 1-1 0 0,0-1 1 0 0,0 1-1 0 0,1 0 1 0 0,-1-1-1 0 0,0 1 1 0 0,0 0-1 0 0,-2 1 1 0 0,1 1-57 0 0,1-1 0 0 0,-1 1 0 0 0,0 0 0 0 0,1-1 0 0 0,-1 1 1 0 0,1 0-1 0 0,0 1 0 0 0,0-1 0 0 0,1 0 0 0 0,-3 4 0 0 0,0 4-107 0 0,1 0-1 0 0,-1-1 1 0 0,2 1-1 0 0,-1 1 0 0 0,2-1 1 0 0,-1 13-1 0 0,2-6-141 0 0,1 1 1 0 0,0 0-1 0 0,2-1 0 0 0,9 35 0 0 0,-10-44-17 0 0,1 0-1 0 0,0 0 1 0 0,1-1-1 0 0,-1 1 0 0 0,2-1 1 0 0,-1 1-1 0 0,1-1 1 0 0,1-1-1 0 0,-1 1 0 0 0,1-1 1 0 0,11 10-1 0 0,-15-15 21 0 0,-1-1-1 0 0,1 0 0 0 0,0 1 1 0 0,-1-1-1 0 0,1 0 0 0 0,0 0 1 0 0,0 0-1 0 0,0-1 1 0 0,0 1-1 0 0,0 0 0 0 0,0-1 1 0 0,0 1-1 0 0,0-1 0 0 0,0 0 1 0 0,0 0-1 0 0,0 0 0 0 0,0 0 1 0 0,1 0-1 0 0,-1 0 1 0 0,0 0-1 0 0,4-2 0 0 0,-3 1 69 0 0,0-1-1 0 0,0 1 1 0 0,0-1-1 0 0,0 0 1 0 0,0 0-1 0 0,-1 0 0 0 0,1 0 1 0 0,-1-1-1 0 0,1 1 1 0 0,-1-1-1 0 0,0 0 1 0 0,3-3-1 0 0,0-2 126 0 0,0 0 0 0 0,-1-1 0 0 0,0 1 0 0 0,0-1 0 0 0,-1 0 0 0 0,0 0 0 0 0,0 0 0 0 0,2-16 0 0 0,-5 10 11 0 0,0 1 0 0 0,-1-1 1 0 0,-1 0-1 0 0,0 1 0 0 0,-1-1 0 0 0,-1 1 1 0 0,0 0-1 0 0,-1 0 0 0 0,-6-13 0 0 0,8 20-224 0 0,-1 0 0 0 0,0 0 0 0 0,0 1 0 0 0,0 0-1 0 0,-1 0 1 0 0,0 0 0 0 0,0 0 0 0 0,-9-7 0 0 0,10 10-125 0 0,1 1 0 0 0,0 0 0 0 0,-1 0-1 0 0,1 0 1 0 0,-1 0 0 0 0,0 1 0 0 0,1-1 0 0 0,-1 1 0 0 0,0 0 0 0 0,0 0 0 0 0,0 1 0 0 0,0-1 0 0 0,0 1 0 0 0,0 0 0 0 0,0 0 0 0 0,-8 1-1 0 0,-5 6-2116 0 0,-9 4-1958 0 0,26-11 4017 0 0,0 0 0 0 0,-1 1 0 0 0,1-1 0 0 0,0 0 0 0 0,0 0 0 0 0,-1 0 0 0 0,1 1-1 0 0,0-1 1 0 0,-1 0 0 0 0,1 0 0 0 0,0 0 0 0 0,-1 0 0 0 0,1 0 0 0 0,0 0 0 0 0,-1 0 0 0 0,1 0 0 0 0,0 0 0 0 0,-1 0 0 0 0,1 0 0 0 0,0 0 0 0 0,-1 0 0 0 0,1 0 0 0 0,0 0 0 0 0,0 0 0 0 0,-1 0 0 0 0,1 0 0 0 0,0-1 0 0 0,-1 1 0 0 0,1 0 0 0 0,0 0 0 0 0,-1 0 0 0 0,1 0 0 0 0,0-1 0 0 0,0 1 0 0 0,-1 0 0 0 0,1 0 0 0 0,0-1 0 0 0,0 1 0 0 0,0 0 0 0 0,-1 0 0 0 0,1-1 0 0 0,0 1 0 0 0,0 0 0 0 0,0-1 0 0 0,0 1 0 0 0,2-9-2259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7:2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94 1992 0 0,'0'0'135'0'0,"0"0"-1"0"0,0 0 0 0 0,-1 0 0 0 0,1 0 0 0 0,0 0 0 0 0,0 0 0 0 0,-1-1 1 0 0,1 1-1 0 0,0 0 0 0 0,0 0 0 0 0,-1 0 0 0 0,1 0 0 0 0,0 0 0 0 0,0-1 1 0 0,-1 1-1 0 0,1 0 0 0 0,0 0 0 0 0,0-1 0 0 0,0 1 0 0 0,0 0 0 0 0,-1 0 0 0 0,1 0 1 0 0,0-1-1 0 0,0 1 0 0 0,0 0 0 0 0,0-1 0 0 0,0 1 0 0 0,0 0 0 0 0,0 0 1 0 0,0-1-1 0 0,-1 1 0 0 0,1 0 0 0 0,0-1 0 0 0,0 1 0 0 0,0 0 0 0 0,1 0 1 0 0,-1-1-1 0 0,0 1 0 0 0,0-1 0 0 0,5-19 2023 0 0,15-16 6 0 0,-18 34-2040 0 0,0-1 0 0 0,1 1 0 0 0,0-1 0 0 0,-1 1 0 0 0,1 0 0 0 0,0 0 0 0 0,0 0 0 0 0,0 1 0 0 0,0-1-1 0 0,1 1 1 0 0,-1-1 0 0 0,0 1 0 0 0,1 0 0 0 0,-1 0 0 0 0,1 1 0 0 0,-1-1 0 0 0,1 1 0 0 0,-1-1-1 0 0,1 1 1 0 0,-1 0 0 0 0,1 1 0 0 0,-1-1 0 0 0,1 1 0 0 0,-1-1 0 0 0,1 1 0 0 0,-1 0 0 0 0,0 0 0 0 0,1 0-1 0 0,-1 1 1 0 0,0-1 0 0 0,0 1 0 0 0,0 0 0 0 0,5 3 0 0 0,-3 0 9 0 0,1 0 0 0 0,-1 0 1 0 0,0 0-1 0 0,0 1 0 0 0,0-1 0 0 0,-1 1 1 0 0,0 0-1 0 0,0 1 0 0 0,0-1 1 0 0,-1 1-1 0 0,0 0 0 0 0,-1-1 0 0 0,1 1 1 0 0,-1 0-1 0 0,1 9 0 0 0,-1-5-67 0 0,-1 1-1 0 0,0-1 1 0 0,-1 1-1 0 0,0-1 1 0 0,-1 0-1 0 0,0 1 1 0 0,-4 15-1 0 0,1-17-23 0 0,1 0 0 0 0,-2 0 0 0 0,1 0 0 0 0,-1-1 0 0 0,-1 1 0 0 0,1-1 0 0 0,-2 0 0 0 0,1-1 0 0 0,-1 0 0 0 0,0 0 0 0 0,-1 0-1 0 0,-13 10 1 0 0,20-17-35 0 0,-1-1 1 0 0,1 1-1 0 0,0 0 0 0 0,0 0 0 0 0,0 0 0 0 0,0 0 0 0 0,0 0 0 0 0,0 0 0 0 0,0 0 0 0 0,0 0 0 0 0,0 1 0 0 0,0-1 0 0 0,1 0 0 0 0,-1 0 1 0 0,0 1-1 0 0,0 1 0 0 0,2-2 5 0 0,-1-1 1 0 0,1 0-1 0 0,0 1 0 0 0,-1-1 1 0 0,1 0-1 0 0,-1 0 1 0 0,1 1-1 0 0,0-1 1 0 0,-1 0-1 0 0,1 0 0 0 0,0 0 1 0 0,-1 0-1 0 0,1 0 1 0 0,0 0-1 0 0,-1 0 1 0 0,1 0-1 0 0,0 0 0 0 0,-1 0 1 0 0,1 0-1 0 0,0 0 1 0 0,-1 0-1 0 0,1-1 0 0 0,1 1 1 0 0,59-19 785 0 0,-52 16-606 0 0,32-12-122 0 0,-18 7 308 0 0,-1 0 0 0 0,41-7 0 0 0,-55 14-737 0 0,0 0 0 0 0,-1 0 1 0 0,1 1-1 0 0,0 1 0 0 0,0-1 0 0 0,0 1 1 0 0,-1 0-1 0 0,1 1 0 0 0,0 0 0 0 0,-1 0 1 0 0,0 0-1 0 0,11 6 0 0 0,1 3-2728 0 0,3 2-3789 0 0,-17-14 3990 0 0,-9-7 1408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7:2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98 3529 0 0,'-3'2'660'0'0,"0"0"1"0"0,0 0 0 0 0,1 0-1 0 0,-1 0 1 0 0,0 0 0 0 0,1 0-1 0 0,0 1 1 0 0,-1-1 0 0 0,1 1-1 0 0,0 0 1 0 0,0 0-1 0 0,0 0 1 0 0,-1 4 0 0 0,0 0-186 0 0,0 0 0 0 0,1 0 1 0 0,0 0-1 0 0,0 1 1 0 0,-1 11-1 0 0,1 5-220 0 0,2 0-1 0 0,4 41 1 0 0,-3-48-228 0 0,2-1 0 0 0,1 1 0 0 0,0-1-1 0 0,12 31 1 0 0,-15-43-75 0 0,1 0 0 0 0,-1 0 1 0 0,1 0-1 0 0,0 0 0 0 0,0 0 0 0 0,0 0 0 0 0,1-1 0 0 0,-1 1 0 0 0,1-1 0 0 0,0 0 1 0 0,0 0-1 0 0,0 0 0 0 0,0 0 0 0 0,1-1 0 0 0,-1 1 0 0 0,1-1 0 0 0,-1 0 0 0 0,1 0 1 0 0,0 0-1 0 0,0 0 0 0 0,0-1 0 0 0,0 1 0 0 0,0-1 0 0 0,7 1 0 0 0,-8-2 45 0 0,-1-1-1 0 0,0 0 1 0 0,0 1-1 0 0,0-1 0 0 0,0 0 1 0 0,0 0-1 0 0,0 0 1 0 0,-1 0-1 0 0,1-1 1 0 0,0 1-1 0 0,-1-1 1 0 0,1 1-1 0 0,0-1 0 0 0,-1 1 1 0 0,0-1-1 0 0,1 0 1 0 0,-1 1-1 0 0,0-1 1 0 0,0 0-1 0 0,0 0 1 0 0,0 0-1 0 0,0 0 0 0 0,0 0 1 0 0,-1 0-1 0 0,1 0 1 0 0,0-4-1 0 0,11-63 1387 0 0,-11 63-1191 0 0,2-11 330 0 0,-2-1 0 0 0,0 1-1 0 0,-1-1 1 0 0,0 1 0 0 0,-2-1-1 0 0,-3-19 1 0 0,3 29-387 0 0,-1 1 0 0 0,1-1 0 0 0,-1 1 1 0 0,-1 0-1 0 0,1 0 0 0 0,-1 0 0 0 0,0 0 0 0 0,-1 1 0 0 0,0 0 0 0 0,0-1 0 0 0,0 2 0 0 0,-1-1 0 0 0,0 1 0 0 0,0-1 0 0 0,-13-7 0 0 0,-31-13 175 0 0,-1-2-4424 0 0,47 25 2928 0 0,0 0 0 0 0,0 0 0 0 0,1 0 0 0 0,-1-1 0 0 0,1 0 0 0 0,0 1-1 0 0,0-1 1 0 0,0 0 0 0 0,1-1 0 0 0,-3-5 0 0 0,-1-6-3178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4.0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124 113 2032 0 0,'-20'-12'1082'0'0,"-2"-3"1352"0"0,-1-1 1 0 0,-35-32 0 0 0,111 34 866 0 0,-46 12-3129 0 0,0 0 0 0 0,0 1 0 0 0,0 0 0 0 0,0 0 1 0 0,0 1-1 0 0,0 0 0 0 0,0 0 0 0 0,8 1 0 0 0,-12 0-133 0 0,-1-1 0 0 0,1 1-1 0 0,0 0 1 0 0,-1 0 0 0 0,0 0 0 0 0,1 0-1 0 0,-1 0 1 0 0,1 1 0 0 0,-1-1 0 0 0,0 1-1 0 0,0 0 1 0 0,0-1 0 0 0,0 1 0 0 0,0 0-1 0 0,0 0 1 0 0,-1 0 0 0 0,1 0 0 0 0,-1 0-1 0 0,1 1 1 0 0,-1-1 0 0 0,0 0 0 0 0,0 1-1 0 0,0-1 1 0 0,1 5 0 0 0,2 9-206 0 0,-1 1 1 0 0,-1 0-1 0 0,0 0 0 0 0,-1 0 1 0 0,-1 0-1 0 0,-1 0 1 0 0,-1 0-1 0 0,0 0 0 0 0,-1-1 1 0 0,0 1-1 0 0,-2-1 0 0 0,0 1 1 0 0,-1-1-1 0 0,-12 23 1 0 0,18-37 156 0 0,-1-1 0 0 0,1 0 0 0 0,-1 0 0 0 0,0 1 0 0 0,0-1 0 0 0,1 0 0 0 0,-1 0 0 0 0,0 0 0 0 0,0 0 1 0 0,0 0-1 0 0,0 0 0 0 0,0 0 0 0 0,0 0 0 0 0,-1 0 0 0 0,1 0 0 0 0,-1 0 0 0 0,1-1 5 0 0,1-1 0 0 0,-1 1 0 0 0,1 0 0 0 0,0-1-1 0 0,-1 1 1 0 0,1 0 0 0 0,0-1 0 0 0,-1 1 0 0 0,1-1 0 0 0,0 1 0 0 0,0-1-1 0 0,-1 1 1 0 0,1-1 0 0 0,0 1 0 0 0,0 0 0 0 0,0-1 0 0 0,-1 1 0 0 0,1-1 0 0 0,0 1-1 0 0,0-1 1 0 0,0 1 0 0 0,0-1 0 0 0,0 1 0 0 0,0-1 0 0 0,0 1 0 0 0,0-1-1 0 0,1 0 1 0 0,-1-5 52 0 0,1 0 0 0 0,-1 0 1 0 0,1 0-1 0 0,1 0 0 0 0,-1 0 0 0 0,4-8 0 0 0,-2 9 24 0 0,0 1 0 0 0,0 0 0 0 0,0 1-1 0 0,0-1 1 0 0,1 0 0 0 0,-1 1 0 0 0,1 0 0 0 0,0 0 0 0 0,0 0 0 0 0,0 0 0 0 0,1 1 0 0 0,-1 0-1 0 0,0 0 1 0 0,1 0 0 0 0,0 0 0 0 0,-1 0 0 0 0,1 1 0 0 0,0 0 0 0 0,0 0 0 0 0,0 1 0 0 0,0-1-1 0 0,6 1 1 0 0,-8 0-31 0 0,0 0 0 0 0,0 0-1 0 0,0 0 1 0 0,0 1 0 0 0,0-1-1 0 0,-1 1 1 0 0,1 0 0 0 0,0 0-1 0 0,0 0 1 0 0,-1 0 0 0 0,1 0-1 0 0,-1 1 1 0 0,1-1 0 0 0,-1 1 0 0 0,1-1-1 0 0,-1 1 1 0 0,0 0 0 0 0,0 0-1 0 0,0 0 1 0 0,0 0 0 0 0,0 0-1 0 0,0 1 1 0 0,-1-1 0 0 0,1 1-1 0 0,-1-1 1 0 0,1 1 0 0 0,-1-1-1 0 0,0 1 1 0 0,0 0 0 0 0,0 0-1 0 0,-1-1 1 0 0,1 1 0 0 0,0 0 0 0 0,-1 0-1 0 0,0 0 1 0 0,0 0 0 0 0,0 0-1 0 0,0 3 1 0 0,-3 12-65 0 0,0-1 0 0 0,-1 1 1 0 0,-1-1-1 0 0,0 0 0 0 0,-2 0 0 0 0,0-1 0 0 0,0 0 1 0 0,-19 27-1 0 0,11-15-3042 0 0,-18 43 0 0 0,51-81-3837 0 0,10-20 6033 0 0,-4-18-338 0 0,-8 22-55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4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12 1288 0 0,'0'0'786'0'0,"-17"-7"3587"0"0,13 13-4175 0 0,0-1 0 0 0,0 1 0 0 0,1 0-1 0 0,0 0 1 0 0,0 0 0 0 0,0 0 0 0 0,1 0 0 0 0,0 1 0 0 0,0-1 0 0 0,1 1 0 0 0,0-1 0 0 0,0 1 0 0 0,0-1 0 0 0,1 1 0 0 0,0 0 0 0 0,1 11 0 0 0,1-2-262 0 0,0-1 0 0 0,0 0 1 0 0,2 0-1 0 0,-1 0 0 0 0,2 0 1 0 0,8 18-1 0 0,-12-30 57 0 0,1 1-1 0 0,-1-1 1 0 0,1 1-1 0 0,-1-1 1 0 0,1 0 0 0 0,0 0-1 0 0,0 0 1 0 0,1 0-1 0 0,-1 0 1 0 0,1-1 0 0 0,-1 1-1 0 0,1 0 1 0 0,0-1 0 0 0,0 0-1 0 0,0 0 1 0 0,0 0-1 0 0,0 0 1 0 0,0 0 0 0 0,1-1-1 0 0,-1 0 1 0 0,1 1-1 0 0,-1-1 1 0 0,1 0 0 0 0,-1-1-1 0 0,1 1 1 0 0,0-1-1 0 0,-1 1 1 0 0,1-1 0 0 0,0 0-1 0 0,-1 0 1 0 0,1-1 0 0 0,0 1-1 0 0,-1-1 1 0 0,1 0-1 0 0,-1 0 1 0 0,1 0 0 0 0,5-3-1 0 0,0 0 190 0 0,-1-1 0 0 0,-1 0-1 0 0,1 0 1 0 0,-1-1 0 0 0,0 1-1 0 0,0-2 1 0 0,0 1 0 0 0,-1-1-1 0 0,0 0 1 0 0,0 0 0 0 0,-1-1-1 0 0,0 0 1 0 0,-1 0 0 0 0,6-10 0 0 0,-8 11 7 0 0,1 1 1 0 0,-1-1-1 0 0,0 0 1 0 0,-1 0 0 0 0,1 0-1 0 0,-2 0 1 0 0,1 0 0 0 0,-1 0-1 0 0,0 0 1 0 0,0 0 0 0 0,0 0-1 0 0,-1 0 1 0 0,-1 0 0 0 0,1 0-1 0 0,-1 0 1 0 0,-5-12 0 0 0,5 15-125 0 0,0 0 1 0 0,-1 0-1 0 0,1 0 1 0 0,-1 0 0 0 0,0 1-1 0 0,0-1 1 0 0,-1 1 0 0 0,1-1-1 0 0,-1 1 1 0 0,1 0-1 0 0,-1 1 1 0 0,0-1 0 0 0,0 1-1 0 0,0-1 1 0 0,-1 1-1 0 0,1 1 1 0 0,0-1 0 0 0,-1 0-1 0 0,1 1 1 0 0,-1 0 0 0 0,0 0-1 0 0,1 1 1 0 0,-1-1-1 0 0,0 1 1 0 0,1 0 0 0 0,-7 0-1 0 0,6 1-323 0 0,1 0-1 0 0,-1 0 0 0 0,0 0 0 0 0,1 0 1 0 0,-1 0-1 0 0,1 1 0 0 0,-1 0 0 0 0,1 0 1 0 0,0 0-1 0 0,0 1 0 0 0,0 0 0 0 0,-7 5 1 0 0,-37 42-9322 0 0,46-47 8828 0 0,2 3-1607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5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 3625 0 0,'0'-3'250'0'0,"0"0"0"0"0,0-1 0 0 0,0 1 0 0 0,0 0 1 0 0,1 0-1 0 0,0 0 0 0 0,-1 0 0 0 0,1 0 0 0 0,0 0 0 0 0,0 0 1 0 0,1 1-1 0 0,-1-1 0 0 0,1 0 0 0 0,-1 1 0 0 0,1-1 1 0 0,0 1-1 0 0,0-1 0 0 0,0 1 0 0 0,0 0 0 0 0,0 0 0 0 0,1 0 1 0 0,-1 0-1 0 0,1 0 0 0 0,4-2 0 0 0,-5 3-119 0 0,1 0 0 0 0,-1 1 0 0 0,1-1 0 0 0,0 0 0 0 0,-1 1 1 0 0,1 0-1 0 0,0 0 0 0 0,-1 0 0 0 0,1 0 0 0 0,0 0 0 0 0,-1 1 0 0 0,1-1 0 0 0,0 1 0 0 0,-1-1 0 0 0,1 1 0 0 0,-1 0 0 0 0,1 0 0 0 0,-1 0 1 0 0,1 1-1 0 0,-1-1 0 0 0,0 0 0 0 0,0 1 0 0 0,0 0 0 0 0,1-1 0 0 0,-2 1 0 0 0,1 0 0 0 0,0 0 0 0 0,2 3 0 0 0,5 7-98 0 0,0 1 1 0 0,-2 0-1 0 0,1 0 0 0 0,-2 1 0 0 0,1 0 0 0 0,-2 0 1 0 0,0 0-1 0 0,-1 1 0 0 0,0 0 0 0 0,-1 0 0 0 0,-1 0 1 0 0,0 0-1 0 0,-1 0 0 0 0,-1 0 0 0 0,0 0 0 0 0,-1 0 1 0 0,-1 0-1 0 0,-7 29 0 0 0,9-43-48 0 0,-1 0 1 0 0,1 0-1 0 0,-1 0 0 0 0,1 0 1 0 0,-1 0-1 0 0,1 0 0 0 0,-1 0 1 0 0,0 0-1 0 0,0 0 0 0 0,1 0 0 0 0,-1-1 1 0 0,0 1-1 0 0,0 0 0 0 0,0-1 1 0 0,0 1-1 0 0,0 0 0 0 0,-2 0 1 0 0,3-1 17 0 0,0 0 0 0 0,-1 0 0 0 0,1 0 0 0 0,0 0 0 0 0,-1 1 0 0 0,1-1 0 0 0,0 0 0 0 0,0 0 0 0 0,-1 0 0 0 0,1 0 0 0 0,0 0 0 0 0,-1 0 0 0 0,1 0 0 0 0,0 0 0 0 0,0-1 0 0 0,-1 1 0 0 0,1 0 0 0 0,0 0 0 0 0,-1 0 0 0 0,1 0 0 0 0,0 0 0 0 0,0 0 0 0 0,-1 0 0 0 0,1-1 0 0 0,0 1 0 0 0,0 0 0 0 0,0 0 0 0 0,-1 0 0 0 0,1-1 0 0 0,0 1-1 0 0,0 0 1 0 0,0 0 0 0 0,-1 0 0 0 0,1-1 0 0 0,0 1 0 0 0,0 0 0 0 0,0 0 0 0 0,0-1 0 0 0,0 1 0 0 0,0 0 0 0 0,0-1 0 0 0,-1 1 0 0 0,1 0 0 0 0,0 0 0 0 0,0-1 0 0 0,0 1 0 0 0,0 0 0 0 0,0-1 0 0 0,0 1 0 0 0,1 0 0 0 0,-1 0 0 0 0,0-1 0 0 0,0 1 0 0 0,0 0 0 0 0,0-1 0 0 0,0 1 0 0 0,0 0 0 0 0,0 0 0 0 0,0-1 0 0 0,1 1 0 0 0,-1 0 0 0 0,1-1 76 0 0,-1 0 0 0 0,1 0 0 0 0,0 0 0 0 0,0 0 0 0 0,0 0-1 0 0,0 0 1 0 0,-1 1 0 0 0,1-1 0 0 0,0 0 0 0 0,0 1 0 0 0,1-1-1 0 0,-1 0 1 0 0,0 1 0 0 0,0 0 0 0 0,0-1 0 0 0,0 1-1 0 0,0 0 1 0 0,0-1 0 0 0,1 1 0 0 0,-1 0 0 0 0,0 0 0 0 0,2 0-1 0 0,37-1 973 0 0,-28 1-725 0 0,6-1-324 0 0,-1-1 0 0 0,1 0 0 0 0,-1-1 0 0 0,0-1-1 0 0,0 0 1 0 0,0-1 0 0 0,-1-1 0 0 0,20-10-1 0 0,-10 1-3375 0 0,8-13-6153 0 0,-26 20 6166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5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31 2393 0 0,'-1'0'137'0'0,"1"0"1"0"0,-1-1 0 0 0,1 1 0 0 0,-1-1 0 0 0,1 1 0 0 0,-1 0 0 0 0,1-1 0 0 0,0 1 0 0 0,-1-1 0 0 0,1 0 0 0 0,0 1 0 0 0,-1-1 0 0 0,1 1-1 0 0,0-1 1 0 0,0 1 0 0 0,-1-1 0 0 0,1 0 0 0 0,0 1 0 0 0,0-1 0 0 0,0 0 0 0 0,0 1 0 0 0,0-1 0 0 0,0 0 0 0 0,0 1 0 0 0,0-1 0 0 0,0 1-1 0 0,0-1 1 0 0,0 0 0 0 0,1 1 0 0 0,-1-1 0 0 0,0 0 0 0 0,0 1 0 0 0,1-1 0 0 0,-1 1 0 0 0,0-1 0 0 0,1 1 0 0 0,-1-1 0 0 0,0 1 0 0 0,1-1 0 0 0,-1 1-1 0 0,1-1 1 0 0,-1 1 0 0 0,1-1 0 0 0,-1 1 0 0 0,1 0 0 0 0,-1-1 0 0 0,1 1 0 0 0,-1 0 0 0 0,1 0 0 0 0,-1-1 0 0 0,2 1 0 0 0,0-1-6 0 0,0 0 1 0 0,0 0 0 0 0,0 1 0 0 0,0-1 0 0 0,0 1 0 0 0,0 0-1 0 0,0-1 1 0 0,0 1 0 0 0,0 0 0 0 0,0 0 0 0 0,0 0-1 0 0,0 1 1 0 0,0-1 0 0 0,1 0 0 0 0,-1 1 0 0 0,2 0 0 0 0,0 1 20 0 0,-1 0 1 0 0,1 1 0 0 0,-1-1-1 0 0,1 0 1 0 0,-1 1 0 0 0,0 0-1 0 0,0 0 1 0 0,0 0 0 0 0,0 0 0 0 0,-1 1-1 0 0,1-1 1 0 0,-1 0 0 0 0,0 1-1 0 0,0 0 1 0 0,0 0 0 0 0,2 6-1 0 0,-2-2-42 0 0,0-1 0 0 0,-1 1 0 0 0,0 0 0 0 0,0 0 0 0 0,-1-1 0 0 0,0 1 0 0 0,0 0 0 0 0,-2 11 0 0 0,-2 0-197 0 0,0-1 1 0 0,-1 0-1 0 0,-1 0 1 0 0,-1-1-1 0 0,0 0 1 0 0,-17 29-1 0 0,-2-11-171 0 0,20-29 238 0 0,1 0 0 0 0,0 0 0 0 0,0 0 0 0 0,1 1-1 0 0,0-1 1 0 0,0 1 0 0 0,0 0 0 0 0,1 0 0 0 0,0 1 0 0 0,1-1 0 0 0,-4 13-1 0 0,7-19 46 0 0,0-1-1 0 0,-1 1 0 0 0,1-1 0 0 0,0 1 0 0 0,0-1 0 0 0,-1 0 0 0 0,1 1 0 0 0,0-1 0 0 0,0 0 1 0 0,-1 0-1 0 0,1 0 0 0 0,0 1 0 0 0,0-1 0 0 0,0 0 0 0 0,0 0 0 0 0,-1 0 0 0 0,1 0 0 0 0,0 0 1 0 0,0-1-1 0 0,0 1 0 0 0,-1 0 0 0 0,1 0 0 0 0,0 0 0 0 0,1-1 0 0 0,23-5 532 0 0,132-55 2060 0 0,-117 44-2318 0 0,-37 16-395 0 0,0 0 0 0 0,0 0 0 0 0,-1 1 0 0 0,1-1 0 0 0,0 1 0 0 0,0 0 0 0 0,0 0 0 0 0,0 0 0 0 0,0 0 0 0 0,0 0 0 0 0,-1 0-1 0 0,1 1 1 0 0,0 0 0 0 0,0 0 0 0 0,0-1 0 0 0,-1 1 0 0 0,4 2 0 0 0,-3-2-1061 0 0,0 1 1 0 0,0-1-1 0 0,1 0 0 0 0,-1-1 1 0 0,0 1-1 0 0,1 0 0 0 0,-1-1 0 0 0,1 0 1 0 0,4 0-1 0 0,-1-1-586 0 0,0-2-755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6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3593 0 0,'-6'-7'7668'0'0,"25"8"-5608"0"0,10 0-1254 0 0,-15-3-596 0 0,-7 1-80 0 0,0 0 1 0 0,1 0 0 0 0,-1 1 0 0 0,1 0 0 0 0,-1 0-1 0 0,10 2 1 0 0,-15-1-106 0 0,-1-1 0 0 0,1 1 1 0 0,-1-1-1 0 0,0 1 0 0 0,1-1 0 0 0,-1 1 0 0 0,0 0 0 0 0,0 0 0 0 0,1 0 1 0 0,-1 0-1 0 0,0 0 0 0 0,0 0 0 0 0,0 0 0 0 0,0 0 0 0 0,0 0 0 0 0,-1 1 1 0 0,1-1-1 0 0,0 0 0 0 0,0 0 0 0 0,-1 1 0 0 0,1-1 0 0 0,-1 1 0 0 0,1-1 0 0 0,-1 0 1 0 0,0 1-1 0 0,0-1 0 0 0,1 1 0 0 0,-1-1 0 0 0,0 1 0 0 0,0-1 0 0 0,0 1 1 0 0,0-1-1 0 0,-1 1 0 0 0,1-1 0 0 0,0 1 0 0 0,-1-1 0 0 0,0 2 0 0 0,-3 19-170 0 0,-1-1 0 0 0,-2 1 0 0 0,0-2 0 0 0,-1 1-1 0 0,0-1 1 0 0,-2 0 0 0 0,-1-1 0 0 0,-23 33 0 0 0,29-48-544 0 0,15-21 763 0 0,26-26 567 0 0,-33 41-598 0 0,0 0 0 0 0,0 0 0 0 0,0 0-1 0 0,0 0 1 0 0,0 0 0 0 0,0 1 0 0 0,1-1 0 0 0,-1 1-1 0 0,1 0 1 0 0,-1 0 0 0 0,1 0 0 0 0,-1 1-1 0 0,1-1 1 0 0,0 1 0 0 0,-1 0 0 0 0,1 0 0 0 0,0 0-1 0 0,-1 0 1 0 0,1 1 0 0 0,-1 0 0 0 0,1-1 0 0 0,-1 1-1 0 0,1 1 1 0 0,-1-1 0 0 0,1 0 0 0 0,-1 1 0 0 0,0-1-1 0 0,0 1 1 0 0,0 0 0 0 0,0 0 0 0 0,0 1 0 0 0,0-1-1 0 0,0 1 1 0 0,-1-1 0 0 0,1 1 0 0 0,-1 0 0 0 0,0 0-1 0 0,0 0 1 0 0,0 0 0 0 0,0 0 0 0 0,0 0-1 0 0,-1 0 1 0 0,1 1 0 0 0,-1-1 0 0 0,0 1 0 0 0,0-1-1 0 0,0 1 1 0 0,-1-1 0 0 0,1 1 0 0 0,-1 0 0 0 0,0-1-1 0 0,0 1 1 0 0,0 0 0 0 0,-1-1 0 0 0,1 1 0 0 0,-2 3-1 0 0,-1 13-591 0 0,-2 0 1 0 0,-1 0-1 0 0,-16 37 0 0 0,18-47-673 0 0,-1-1 0 0 0,0 0 0 0 0,-1-1 0 0 0,0 1 0 0 0,-11 12 0 0 0,18-43-4194 0 0,9-15 5007 0 0,-1 13-530 0 0,3 0-40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8:16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17 2657 0 0,'-4'14'4259'0'0,"-2"78"-2815"0"0,7-74-1398 0 0,1 0 0 0 0,0-1 0 0 0,2 1 0 0 0,0 0 0 0 0,0-1 0 0 0,2 0 0 0 0,0 0 0 0 0,15 27 0 0 0,-19-39 24 0 0,0-1-1 0 0,1 0 1 0 0,-1 0 0 0 0,1 0-1 0 0,0 0 1 0 0,1 0-1 0 0,-1 0 1 0 0,0-1-1 0 0,1 1 1 0 0,0-1-1 0 0,0 0 1 0 0,0 0 0 0 0,0-1-1 0 0,1 1 1 0 0,-1-1-1 0 0,1 0 1 0 0,-1 0-1 0 0,1-1 1 0 0,0 1-1 0 0,0-1 1 0 0,-1 0 0 0 0,1 0-1 0 0,0 0 1 0 0,0-1-1 0 0,0 0 1 0 0,0 0-1 0 0,0 0 1 0 0,0-1-1 0 0,0 1 1 0 0,0-1 0 0 0,0 0-1 0 0,0-1 1 0 0,-1 1-1 0 0,1-1 1 0 0,8-4-1 0 0,-6 2 230 0 0,0 1-1 0 0,0-2 1 0 0,0 1-1 0 0,-1-1 1 0 0,0 1-1 0 0,0-2 0 0 0,0 1 1 0 0,0-1-1 0 0,-1 0 1 0 0,0 0-1 0 0,0 0 0 0 0,-1-1 1 0 0,1 0-1 0 0,-1 0 1 0 0,-1 0-1 0 0,5-11 1 0 0,-7 13-107 0 0,1-1 0 0 0,-1 0 0 0 0,1 0 0 0 0,-2 0 0 0 0,1 0-1 0 0,-1 0 1 0 0,0 0 0 0 0,0 0 0 0 0,0 0 0 0 0,-1 0 0 0 0,0 0 0 0 0,0 0 0 0 0,-1 1 0 0 0,1-1 0 0 0,-1 0 0 0 0,-1 1 0 0 0,1-1 0 0 0,-1 1 0 0 0,0 0 0 0 0,0-1 0 0 0,0 2 0 0 0,-7-9 0 0 0,4 6-69 0 0,-8-9 182 0 0,0 1-1 0 0,0 0 1 0 0,-27-20-1 0 0,36 32-366 0 0,0-1-1 0 0,0 1 1 0 0,0 0-1 0 0,0 1 0 0 0,-1-1 1 0 0,1 1-1 0 0,-1 0 1 0 0,1 1-1 0 0,-1-1 1 0 0,0 1-1 0 0,0 0 0 0 0,0 1 1 0 0,0-1-1 0 0,0 1 1 0 0,1 1-1 0 0,-1-1 0 0 0,-9 2 1 0 0,-15 8-1569 0 0,-21 6-3342 0 0,50-16 4311 0 0,-1 0-1 0 0,0 1 1 0 0,0-1 0 0 0,0 0 0 0 0,0 0 0 0 0,0 0 0 0 0,1-1 0 0 0,-1 1 0 0 0,0 0 0 0 0,0-1 0 0 0,0 1 0 0 0,-2-2 0 0 0,-2-2-3517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49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3073 0 0,'1'9'5504'0'0,"-1"18"-5074"0"0,0-23 58 0 0,0 73 734 0 0,7 256 688 0 0,-2-301-4261 0 0,-2-26-1758 0 0,0-22-352 0 0,-3 6 2891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0.2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43 1032 0 0,'0'-1'221'0'0,"0"0"0"0"0,0 1 1 0 0,0-1-1 0 0,0 0 0 0 0,0 1 0 0 0,0-1 0 0 0,0 0 0 0 0,1 1 0 0 0,-1-1 1 0 0,0 1-1 0 0,0-1 0 0 0,0 0 0 0 0,1 1 0 0 0,-1-1 0 0 0,0 1 0 0 0,1-1 0 0 0,-1 1 1 0 0,0-1-1 0 0,1 1 0 0 0,-1-1 0 0 0,1 1 0 0 0,-1-1 0 0 0,1 1 0 0 0,-1 0 0 0 0,2-1 1 0 0,20-11 2126 0 0,25 1-768 0 0,-46 11-1405 0 0,6-2 22 0 0,-1 1 0 0 0,0 1 0 0 0,0-1 0 0 0,0 1 0 0 0,0 0 0 0 0,1 0 0 0 0,-1 1 0 0 0,0 0 0 0 0,0 0 0 0 0,8 2 0 0 0,-13-2-145 0 0,1-1 0 0 0,-1 1 0 0 0,0 0 0 0 0,1 0 0 0 0,-1 0 0 0 0,0-1 0 0 0,0 1 0 0 0,0 0 0 0 0,0 0 0 0 0,0 1 0 0 0,0-1 0 0 0,0 0 0 0 0,0 0 0 0 0,0 0 0 0 0,0 1 0 0 0,-1-1 0 0 0,1 0 0 0 0,0 3 0 0 0,0-1-14 0 0,-1 0 0 0 0,1-1 0 0 0,-1 1-1 0 0,0 0 1 0 0,0 0 0 0 0,0 0-1 0 0,-1 0 1 0 0,1-1 0 0 0,-1 1 0 0 0,1 0-1 0 0,-1 0 1 0 0,0 0 0 0 0,-2 2-1 0 0,-1 4-74 0 0,-1 0-1 0 0,0 0 0 0 0,0-1 1 0 0,-1 1-1 0 0,0-2 1 0 0,-1 1-1 0 0,0 0 0 0 0,0-1 1 0 0,0-1-1 0 0,-1 1 0 0 0,0-1 1 0 0,0-1-1 0 0,-15 9 0 0 0,13-9-547 0 0,1-1 0 0 0,-1 0 1 0 0,0 0-1 0 0,0-1 0 0 0,-1 0 0 0 0,1 0 0 0 0,-19 1 0 0 0,29-5 506 0 0,0 1-1 0 0,0 0 1 0 0,0 0-1 0 0,0 0 1 0 0,1 0 0 0 0,-1 0-1 0 0,0-1 1 0 0,0 1 0 0 0,0 0-1 0 0,0 0 1 0 0,0 0-1 0 0,0-1 1 0 0,0 1 0 0 0,0 0-1 0 0,0 0 1 0 0,0 0-1 0 0,0-1 1 0 0,1 1 0 0 0,-1 0-1 0 0,0 0 1 0 0,0 0-1 0 0,-1-1 1 0 0,1 1 0 0 0,0 0-1 0 0,0 0 1 0 0,0 0-1 0 0,0-1 1 0 0,0 1 0 0 0,0 0-1 0 0,0 0 1 0 0,0 0 0 0 0,0 0-1 0 0,0-1 1 0 0,0 1-1 0 0,0 0 1 0 0,-1 0 0 0 0,1 0-1 0 0,0 0 1 0 0,0-1-1 0 0,0 1 1 0 0,0 0 0 0 0,-1 0-1 0 0,1 0 1 0 0,0 0-1 0 0,0 0 1 0 0,0 0 0 0 0,0 0-1 0 0,-1 0 1 0 0,1-1 0 0 0,0 1-1 0 0,0 0 1 0 0,0 0-1 0 0,-1 0 1 0 0,1 0 0 0 0,0 0-1 0 0,0 0 1 0 0,0 0-1 0 0,-1 0 1 0 0,1 0 0 0 0,0 0-1 0 0,0 0 1 0 0,0 0-1 0 0,-1 1 1 0 0,1-1 0 0 0,0 0-1 0 0,0 0 1 0 0,-1 0 0 0 0,6-6-2813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0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1992 0 0,'7'-1'6077'0'0,"9"11"-4345"0"0,12 12-1239 0 0,-12-6-348 0 0,-1 0-1 0 0,0 1 1 0 0,-2 0-1 0 0,0 2 1 0 0,-1-1-1 0 0,0 2 1 0 0,-2-1-1 0 0,9 22 0 0 0,-16-22-2019 0 0,-8-9-3236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1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5 315 1008 0 0,'-5'-9'5772'0'0,"6"-12"-3643"0"0,5-28-1933 0 0,-4 39 434 0 0,2-22-289 0 0,-2 11-139 0 0,0 0 0 0 0,2 1 1 0 0,0-1-1 0 0,1 1 0 0 0,2 0 1 0 0,-1 1-1 0 0,16-30 1 0 0,-22 49-197 0 0,0 0 0 0 0,0 0 1 0 0,0 0-1 0 0,0 0 0 0 0,0-1 1 0 0,0 1-1 0 0,0 0 1 0 0,1 0-1 0 0,-1 0 0 0 0,0 0 1 0 0,0 0-1 0 0,0-1 0 0 0,0 1 1 0 0,0 0-1 0 0,0 0 1 0 0,1 0-1 0 0,-1 0 0 0 0,0 0 1 0 0,0 0-1 0 0,0 0 1 0 0,0 0-1 0 0,1 0 0 0 0,-1 0 1 0 0,0 0-1 0 0,0 0 0 0 0,0 0 1 0 0,0 0-1 0 0,1 0 1 0 0,-1 0-1 0 0,0 0 0 0 0,0 0 1 0 0,0 0-1 0 0,0 0 0 0 0,1 0 1 0 0,-1 0-1 0 0,0 0 1 0 0,0 0-1 0 0,0 0 0 0 0,0 0 1 0 0,1 0-1 0 0,-1 0 1 0 0,0 0-1 0 0,0 0 0 0 0,0 0 1 0 0,0 1-1 0 0,0-1 0 0 0,1 0 1 0 0,-1 0-1 0 0,6 12 142 0 0,3 16-36 0 0,-9-28-102 0 0,19 95-526 0 0,9 106-1 0 0,-27-185-2040 0 0,-6-25-789 0 0,-8-22 610 0 0,5 20 1743 0 0,0 0-355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1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1704 0 0,'17'1'6671'0'0,"7"-3"-3773"0"0,-13 1-3411 0 0,0 0 0 0 0,0 1 1 0 0,0 0-1 0 0,0 0 0 0 0,12 2 0 0 0,-18-2-3513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3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28 160 0 0,'-3'9'2'0'0,"1"1"0"0"0,0-1-1 0 0,1 0 1 0 0,0 1 0 0 0,0-1 0 0 0,1 1-1 0 0,0-1 1 0 0,1 1 0 0 0,2 13 0 0 0,-2-19 96 0 0,-1 0 0 0 0,1 0 0 0 0,0-1 1 0 0,0 1-1 0 0,0 0 0 0 0,0 0 0 0 0,1-1 0 0 0,-1 1 1 0 0,1-1-1 0 0,0 1 0 0 0,0-1 0 0 0,1 0 0 0 0,-1 0 0 0 0,0 0 1 0 0,1 0-1 0 0,0 0 0 0 0,0 0 0 0 0,0-1 0 0 0,0 1 1 0 0,0-1-1 0 0,0 0 0 0 0,1 0 0 0 0,-1 0 0 0 0,8 3 1 0 0,-9-5 27 0 0,0 0 0 0 0,0 1 1 0 0,0-1-1 0 0,0 0 1 0 0,0 0-1 0 0,0 0 1 0 0,0 0-1 0 0,0-1 1 0 0,0 1-1 0 0,0 0 1 0 0,0-1-1 0 0,0 0 0 0 0,0 1 1 0 0,-1-1-1 0 0,1 0 1 0 0,0 0-1 0 0,0 0 1 0 0,-1 0-1 0 0,1 0 1 0 0,3-3-1 0 0,-2 1 25 0 0,-1 0-1 0 0,1-1 0 0 0,0 1 1 0 0,-1-1-1 0 0,0 0 1 0 0,0 0-1 0 0,0 0 1 0 0,0 0-1 0 0,1-5 1 0 0,0-2 31 0 0,0 0 0 0 0,-1 0 0 0 0,0 1 0 0 0,-1-1 0 0 0,0 0 0 0 0,-2-22 0 0 0,1 30-152 0 0,0 0 1 0 0,-1 0-1 0 0,1-1 0 0 0,-1 1 0 0 0,0 0 1 0 0,0 0-1 0 0,0-1 0 0 0,0 1 1 0 0,-1 0-1 0 0,1 0 0 0 0,-1 0 0 0 0,0 0 1 0 0,1 1-1 0 0,-1-1 0 0 0,-1 0 1 0 0,1 1-1 0 0,0 0 0 0 0,-4-4 0 0 0,4 5-141 0 0,-1 1 0 0 0,1-1-1 0 0,-1 0 1 0 0,1 1-1 0 0,-1-1 1 0 0,1 1 0 0 0,-1 0-1 0 0,1 0 1 0 0,-1 0-1 0 0,1 0 1 0 0,-1 0-1 0 0,0 0 1 0 0,1 1 0 0 0,-1-1-1 0 0,1 1 1 0 0,0 0-1 0 0,-1 0 1 0 0,1 0 0 0 0,0 0-1 0 0,-1 0 1 0 0,1 0-1 0 0,0 1 1 0 0,0-1 0 0 0,-3 3-1 0 0,-25 18-2524 0 0,17-5 279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3.6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62 856 0 0,'3'-33'3910'0'0,"-8"25"-1728"0"0,-8 21-999 0 0,9-8-1159 0 0,1 0 0 0 0,0 0-1 0 0,0 1 1 0 0,1-1 0 0 0,-1 1 0 0 0,1 0-1 0 0,1 0 1 0 0,-1 0 0 0 0,1 0 0 0 0,0 0 0 0 0,0 0-1 0 0,1 0 1 0 0,-1 0 0 0 0,1 0 0 0 0,1 1-1 0 0,-1-1 1 0 0,2 6 0 0 0,-1-9-22 0 0,0 0-1 0 0,-1-1 1 0 0,1 1 0 0 0,0-1 0 0 0,1 1-1 0 0,-1-1 1 0 0,0 1 0 0 0,1-1 0 0 0,-1 0-1 0 0,1 1 1 0 0,0-1 0 0 0,0 0 0 0 0,0 0-1 0 0,0 0 1 0 0,0-1 0 0 0,0 1 0 0 0,0 0-1 0 0,1-1 1 0 0,-1 1 0 0 0,1-1 0 0 0,-1 0-1 0 0,1 0 1 0 0,-1 0 0 0 0,1 0 0 0 0,-1 0-1 0 0,1-1 1 0 0,0 1 0 0 0,0-1 0 0 0,-1 0-1 0 0,1 0 1 0 0,0 0 0 0 0,0 0 0 0 0,0 0-1 0 0,-1 0 1 0 0,1-1 0 0 0,0 1 0 0 0,-1-1-1 0 0,6-2 1 0 0,-1 1 114 0 0,0-1-1 0 0,0 1 0 0 0,0-2 1 0 0,0 1-1 0 0,-1-1 1 0 0,1 0-1 0 0,-1 0 0 0 0,0-1 1 0 0,0 0-1 0 0,0 0 1 0 0,-1 0-1 0 0,0-1 0 0 0,0 0 1 0 0,7-11-1 0 0,-10 14-85 0 0,0 1-1 0 0,-1-1 1 0 0,1 0-1 0 0,-1 0 1 0 0,0 0-1 0 0,0 0 1 0 0,0 0-1 0 0,0 0 1 0 0,-1-1-1 0 0,1 1 1 0 0,-1 0-1 0 0,0 0 1 0 0,1 0-1 0 0,-2-1 1 0 0,1 1 0 0 0,0 0-1 0 0,-1 0 1 0 0,1 0-1 0 0,-1 0 1 0 0,0 0-1 0 0,0-1 1 0 0,0 1-1 0 0,0 1 1 0 0,-1-1-1 0 0,1 0 1 0 0,-1 0-1 0 0,0 0 1 0 0,0 1-1 0 0,0-1 1 0 0,0 1-1 0 0,0 0 1 0 0,0-1-1 0 0,-1 1 1 0 0,1 0-1 0 0,-1 0 1 0 0,-5-2-1 0 0,6 2-280 0 0,0 1 0 0 0,0 0 0 0 0,-1 0-1 0 0,1 0 1 0 0,0 1 0 0 0,0-1 0 0 0,-1 0-1 0 0,1 1 1 0 0,-1 0 0 0 0,1-1-1 0 0,0 1 1 0 0,-1 0 0 0 0,1 0 0 0 0,-1 1-1 0 0,1-1 1 0 0,-1 0 0 0 0,1 1 0 0 0,0-1-1 0 0,-1 1 1 0 0,1 0 0 0 0,0 0-1 0 0,0 0 1 0 0,-1 0 0 0 0,1 0 0 0 0,0 1-1 0 0,0-1 1 0 0,0 0 0 0 0,-2 3 0 0 0,-6 7-2785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4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15 1040 0 0,'-1'0'148'0'0,"-1"0"0"0"0,1-1 0 0 0,-1 1 0 0 0,1 0-1 0 0,-1 0 1 0 0,1 0 0 0 0,-1 0 0 0 0,1 0 0 0 0,-1 0 0 0 0,1 0 0 0 0,-1 1-1 0 0,1-1 1 0 0,0 1 0 0 0,-1-1 0 0 0,1 1 0 0 0,-1-1 0 0 0,1 1 0 0 0,0 0-1 0 0,0-1 1 0 0,-1 1 0 0 0,1 0 0 0 0,0 0 0 0 0,0 0 0 0 0,0 0 0 0 0,-2 2-1 0 0,1 1-69 0 0,0-1-1 0 0,0 1 0 0 0,0-1 0 0 0,0 1 0 0 0,1 0 0 0 0,-1 0 1 0 0,1 0-1 0 0,0 0 0 0 0,-1 7 0 0 0,1-5-105 0 0,0 1 1 0 0,0-1-1 0 0,1 1 1 0 0,0-1-1 0 0,0 1 0 0 0,1-1 1 0 0,0 1-1 0 0,0-1 1 0 0,0 0-1 0 0,1 1 0 0 0,0-1 1 0 0,5 12-1 0 0,-4-16 77 0 0,-1 1 0 0 0,0 0 0 0 0,1-1-1 0 0,0 0 1 0 0,-1 0 0 0 0,1 0 0 0 0,0 0 0 0 0,0 0 0 0 0,1 0-1 0 0,-1-1 1 0 0,0 1 0 0 0,0-1 0 0 0,1 0 0 0 0,-1 0-1 0 0,0 0 1 0 0,1-1 0 0 0,-1 1 0 0 0,1-1 0 0 0,0 0 0 0 0,-1 0-1 0 0,1 0 1 0 0,-1 0 0 0 0,1 0 0 0 0,-1-1 0 0 0,1 0 0 0 0,-1 0-1 0 0,0 0 1 0 0,1 0 0 0 0,-1 0 0 0 0,0-1 0 0 0,0 1-1 0 0,0-1 1 0 0,0 0 0 0 0,5-3 0 0 0,-3 2 61 0 0,0 0-1 0 0,0-1 1 0 0,-1 1 0 0 0,1-1 0 0 0,-1 0-1 0 0,0-1 1 0 0,0 1 0 0 0,0-1-1 0 0,0 1 1 0 0,-1-1 0 0 0,0 0 0 0 0,0 0-1 0 0,0-1 1 0 0,-1 1 0 0 0,1-1-1 0 0,-1 1 1 0 0,-1-1 0 0 0,1 0 0 0 0,-1 1-1 0 0,1-9 1 0 0,-2 11-67 0 0,0 0 0 0 0,0 0 0 0 0,0 0 0 0 0,-1 0 0 0 0,1 0 0 0 0,-1 0 0 0 0,1 0 0 0 0,-1 0 0 0 0,0 1 0 0 0,0-1 0 0 0,-1 0 0 0 0,1 0 0 0 0,-1 1 1 0 0,1-1-1 0 0,-1 1 0 0 0,0-1 0 0 0,0 1 0 0 0,0 0 0 0 0,0 0 0 0 0,0 0 0 0 0,0 0 0 0 0,-1 0 0 0 0,1 0 0 0 0,-1 0 0 0 0,1 1 0 0 0,-6-3 0 0 0,5 3-240 0 0,-1 0 0 0 0,1 1 0 0 0,-1 0 0 0 0,1-1 0 0 0,-1 1 0 0 0,0 0 0 0 0,1 1 0 0 0,-1-1 0 0 0,1 1 0 0 0,-1-1 0 0 0,1 1 0 0 0,0 0 0 0 0,-1 0 0 0 0,1 1 0 0 0,0-1 0 0 0,-1 1 0 0 0,1-1 0 0 0,0 1 0 0 0,0 0 0 0 0,0 0 0 0 0,1 0 0 0 0,-4 3 0 0 0,-6 7-2733 0 0,9-6 631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4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70 808 0 0,'-12'15'5491'0'0,"-5"8"-4762"0"0,16-22-732 0 0,1 1-1 0 0,-1 0 0 0 0,1-1 1 0 0,-1 1-1 0 0,1 0 1 0 0,-1-1-1 0 0,1 1 0 0 0,0 0 1 0 0,0 0-1 0 0,0 0 1 0 0,0-1-1 0 0,0 1 0 0 0,0 0 1 0 0,1 0-1 0 0,-1-1 1 0 0,0 1-1 0 0,1 0 0 0 0,0-1 1 0 0,-1 1-1 0 0,1 0 1 0 0,0-1-1 0 0,0 1 0 0 0,0-1 1 0 0,0 1-1 0 0,0-1 1 0 0,0 0-1 0 0,0 1 0 0 0,0-1 1 0 0,0 0-1 0 0,1 0 1 0 0,-1 0-1 0 0,1 0 0 0 0,-1 0 1 0 0,1 0-1 0 0,-1 0 1 0 0,1 0-1 0 0,-1 0 0 0 0,1-1 1 0 0,0 1-1 0 0,-1-1 1 0 0,1 1-1 0 0,0-1 0 0 0,0 0 1 0 0,2 1-1 0 0,2-1 68 0 0,0 0 1 0 0,0-1-1 0 0,0 0 0 0 0,0 1 1 0 0,0-2-1 0 0,0 1 0 0 0,0-1 0 0 0,0 0 1 0 0,0 0-1 0 0,0 0 0 0 0,8-6 1 0 0,-3 0 178 0 0,0 0 1 0 0,-1 0 0 0 0,0-1 0 0 0,10-11 0 0 0,-17 17-172 0 0,0 0 0 0 0,0 0 0 0 0,-1 0 1 0 0,0 0-1 0 0,1-1 0 0 0,-1 1 1 0 0,0-1-1 0 0,-1 1 0 0 0,1-1 1 0 0,0 0-1 0 0,-1 0 0 0 0,0 0 1 0 0,0 0-1 0 0,0 0 0 0 0,-1 0 1 0 0,1 0-1 0 0,-1-7 0 0 0,-1 9-77 0 0,1 1 0 0 0,-1 0-1 0 0,1 0 1 0 0,-1 0 0 0 0,1 0 0 0 0,-1 0 0 0 0,0 0-1 0 0,0 0 1 0 0,1 0 0 0 0,-1 0 0 0 0,0 0-1 0 0,0 0 1 0 0,0 0 0 0 0,0 1 0 0 0,0-1 0 0 0,0 0-1 0 0,0 1 1 0 0,0-1 0 0 0,-1 1 0 0 0,1-1-1 0 0,0 1 1 0 0,0-1 0 0 0,0 1 0 0 0,0 0 0 0 0,-1 0-1 0 0,1 0 1 0 0,0-1 0 0 0,0 1 0 0 0,-1 0-1 0 0,1 1 1 0 0,0-1 0 0 0,0 0 0 0 0,-1 0 0 0 0,1 0-1 0 0,0 1 1 0 0,0-1 0 0 0,0 1 0 0 0,-1-1-1 0 0,1 1 1 0 0,-2 0 0 0 0,-48 23-2407 0 0,4 8-1901 0 0,37-21 1854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4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34 2449 0 0,'-10'35'4753'0'0,"12"3"-3938"0"0,-1-36-835 0 0,-1 1 1 0 0,1-1-1 0 0,0 0 0 0 0,0 1 0 0 0,1-1 0 0 0,-1 0 0 0 0,0 0 1 0 0,1 0-1 0 0,-1 0 0 0 0,1 0 0 0 0,0-1 0 0 0,0 1 0 0 0,0 0 1 0 0,0-1-1 0 0,0 1 0 0 0,0-1 0 0 0,0 0 0 0 0,0 1 1 0 0,0-1-1 0 0,1 0 0 0 0,-1 0 0 0 0,0-1 0 0 0,1 1 0 0 0,-1 0 1 0 0,1-1-1 0 0,-1 0 0 0 0,1 1 0 0 0,-1-1 0 0 0,1 0 1 0 0,-1 0-1 0 0,4-1 0 0 0,9 1 277 0 0,1-2 1 0 0,0 0-1 0 0,-1 0 1 0 0,0-2-1 0 0,26-8 1 0 0,-36 10-125 0 0,1 0 0 0 0,-1 0 1 0 0,0-1-1 0 0,0 0 0 0 0,0 0 1 0 0,0 0-1 0 0,0 0 0 0 0,-1-1 1 0 0,1 0-1 0 0,-1 0 0 0 0,0 0 1 0 0,0 0-1 0 0,-1-1 0 0 0,1 1 1 0 0,-1-1-1 0 0,0 0 0 0 0,0 0 1 0 0,3-9-1 0 0,-6 13-108 0 0,1 0 1 0 0,-1-1-1 0 0,1 1 0 0 0,-1-1 0 0 0,0 1 0 0 0,0 0 1 0 0,0-1-1 0 0,0 1 0 0 0,0-1 0 0 0,0 1 1 0 0,0 0-1 0 0,-1-1 0 0 0,1 1 0 0 0,0-1 1 0 0,-1 1-1 0 0,1 0 0 0 0,-1-1 0 0 0,1 1 0 0 0,-1 0 1 0 0,0 0-1 0 0,0 0 0 0 0,1-1 0 0 0,-1 1 1 0 0,0 0-1 0 0,0 0 0 0 0,0 0 0 0 0,0 0 1 0 0,0 0-1 0 0,0 0 0 0 0,0 1 0 0 0,-1-1 0 0 0,1 0 1 0 0,0 1-1 0 0,0-1 0 0 0,-1 0 0 0 0,1 1 1 0 0,0 0-1 0 0,-1-1 0 0 0,1 1 0 0 0,-1 0 1 0 0,-1-1-1 0 0,-4 0-789 0 0,-1 0 0 0 0,1 0 0 0 0,0 1-1 0 0,0 0 1 0 0,0 0 0 0 0,-13 3 0 0 0,3 1-3135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5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62 4273 0 0,'-4'-1'381'0'0,"0"1"1"0"0,0-1-1 0 0,-1 1 0 0 0,1 0 0 0 0,0 0 1 0 0,0 0-1 0 0,0 1 0 0 0,0-1 1 0 0,0 1-1 0 0,0 0 0 0 0,-7 3 1 0 0,8-2-405 0 0,0-1-1 0 0,0 1 1 0 0,0-1 0 0 0,0 1 0 0 0,0 0 0 0 0,1 1 0 0 0,-1-1 0 0 0,1 0 0 0 0,0 1 0 0 0,-1-1 0 0 0,1 1 0 0 0,0 0 0 0 0,0-1-1 0 0,1 1 1 0 0,-1 0 0 0 0,1 0 0 0 0,-1 0 0 0 0,1 1 0 0 0,0-1 0 0 0,0 0 0 0 0,0 0 0 0 0,1 1 0 0 0,-1-1 0 0 0,1 0 0 0 0,0 1 0 0 0,0-1-1 0 0,0 0 1 0 0,0 1 0 0 0,0-1 0 0 0,1 0 0 0 0,0 1 0 0 0,-1-1 0 0 0,1 0 0 0 0,0 0 0 0 0,3 6 0 0 0,-3-7 35 0 0,-1 0 0 0 0,1-1 1 0 0,-1 1-1 0 0,1 0 0 0 0,0 0 0 0 0,0-1 1 0 0,0 1-1 0 0,0 0 0 0 0,0-1 1 0 0,0 1-1 0 0,0-1 0 0 0,0 0 0 0 0,1 1 1 0 0,-1-1-1 0 0,0 0 0 0 0,1 0 1 0 0,-1 0-1 0 0,1 0 0 0 0,0 0 0 0 0,-1 0 1 0 0,1 0-1 0 0,0 0 0 0 0,-1-1 0 0 0,1 1 1 0 0,0 0-1 0 0,0-1 0 0 0,0 0 1 0 0,0 1-1 0 0,-1-1 0 0 0,1 0 0 0 0,0 0 1 0 0,0 0-1 0 0,0 0 0 0 0,0-1 1 0 0,0 1-1 0 0,3-1 0 0 0,-2-1 76 0 0,0 0-1 0 0,1 0 1 0 0,-1 0 0 0 0,0 0-1 0 0,0-1 1 0 0,0 1 0 0 0,0-1-1 0 0,0 0 1 0 0,-1 0 0 0 0,1 0-1 0 0,-1 0 1 0 0,0 0 0 0 0,0 0-1 0 0,0-1 1 0 0,0 1-1 0 0,2-7 1 0 0,0-1 126 0 0,-1 0-1 0 0,0 0 1 0 0,0 0 0 0 0,1-21-1 0 0,-4 28-150 0 0,0 1 1 0 0,0-1-1 0 0,0 0 0 0 0,0 0 1 0 0,-1 0-1 0 0,1 0 0 0 0,-1 0 0 0 0,0 1 1 0 0,0-1-1 0 0,0 0 0 0 0,-1 1 1 0 0,1-1-1 0 0,-1 1 0 0 0,0-1 0 0 0,0 1 1 0 0,0 0-1 0 0,-5-6 0 0 0,6 9-89 0 0,1-1 0 0 0,-1 0 0 0 0,1 1 0 0 0,-1-1 0 0 0,0 1 0 0 0,0-1 0 0 0,1 1 0 0 0,-1 0 0 0 0,0-1-1 0 0,0 1 1 0 0,1 0 0 0 0,-1 0 0 0 0,0-1 0 0 0,0 1 0 0 0,0 0 0 0 0,0 0 0 0 0,0 0 0 0 0,1 0 0 0 0,-1 0 0 0 0,0 0 0 0 0,0 0 0 0 0,0 0-1 0 0,0 0 1 0 0,1 1 0 0 0,-1-1 0 0 0,0 0 0 0 0,-1 1 0 0 0,-20 19-1630 0 0,16-12 253 0 0,2 0 1 0 0,-1 0-1 0 0,1 0 0 0 0,-5 14 1 0 0,6-9-928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6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3 1736 0 0,'-4'2'415'0'0,"0"1"0"0"0,0 0 0 0 0,0 0 0 0 0,1 0 0 0 0,-1 0-1 0 0,1 1 1 0 0,0-1 0 0 0,0 1 0 0 0,0 0 0 0 0,-3 5-1 0 0,2-3-396 0 0,0 1 0 0 0,1 0 0 0 0,-1 0 0 0 0,1 0 0 0 0,1 0 0 0 0,-1 0 0 0 0,1 1 0 0 0,1-1-1 0 0,-1 1 1 0 0,1-1 0 0 0,1 1 0 0 0,-1 0 0 0 0,1 0 0 0 0,0-1 0 0 0,1 1 0 0 0,0 0 0 0 0,2 8-1 0 0,-2-15 10 0 0,-1 0-1 0 0,0 0 0 0 0,0-1 0 0 0,1 1 0 0 0,-1 0 1 0 0,1-1-1 0 0,-1 1 0 0 0,1 0 0 0 0,-1-1 0 0 0,1 1 1 0 0,-1 0-1 0 0,1-1 0 0 0,-1 1 0 0 0,1-1 0 0 0,0 1 1 0 0,-1-1-1 0 0,1 0 0 0 0,0 1 0 0 0,-1-1 0 0 0,1 0 1 0 0,0 1-1 0 0,0-1 0 0 0,-1 0 0 0 0,1 0 1 0 0,0 1-1 0 0,0-1 0 0 0,-1 0 0 0 0,1 0 0 0 0,0 0 1 0 0,1 0-1 0 0,1-1 52 0 0,-1 0 0 0 0,1 0-1 0 0,-1 0 1 0 0,0 0 0 0 0,0 0 0 0 0,0 0 0 0 0,1 0 0 0 0,-1-1 0 0 0,0 1 0 0 0,2-3 0 0 0,3-2 140 0 0,-1-1 0 0 0,0 0 0 0 0,0 0 0 0 0,8-12 0 0 0,-11 12-120 0 0,0-1 0 0 0,0 1 0 0 0,0-1 1 0 0,-1 0-1 0 0,0 1 0 0 0,0-1 0 0 0,0-9 0 0 0,-2 14-93 0 0,1-1-1 0 0,-1 1 0 0 0,0 0 1 0 0,0-1-1 0 0,0 1 0 0 0,-1-1 1 0 0,1 1-1 0 0,-1 0 0 0 0,0 0 1 0 0,0-1-1 0 0,0 1 0 0 0,0 0 1 0 0,0 0-1 0 0,-1 0 0 0 0,0 0 1 0 0,1 0-1 0 0,-1 0 0 0 0,0 1 1 0 0,-4-5-1 0 0,5 7-188 0 0,1 0 0 0 0,-1 0-1 0 0,0 0 1 0 0,1 0 0 0 0,-1 0 0 0 0,0 0 0 0 0,1 1-1 0 0,-1-1 1 0 0,1 0 0 0 0,-1 0 0 0 0,0 1 0 0 0,1-1 0 0 0,-1 0-1 0 0,1 1 1 0 0,-1-1 0 0 0,1 1 0 0 0,-1-1 0 0 0,1 1-1 0 0,-1-1 1 0 0,1 1 0 0 0,-1-1 0 0 0,1 1 0 0 0,0-1 0 0 0,-1 1-1 0 0,1-1 1 0 0,0 1 0 0 0,0 0 0 0 0,-1 0 0 0 0,-2 6-3224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6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59 1552 0 0,'0'-1'126'0'0,"0"1"-1"0"0,0-1 0 0 0,-1 1 1 0 0,1-1-1 0 0,0 1 0 0 0,0-1 1 0 0,-1 1-1 0 0,1-1 0 0 0,0 1 0 0 0,-1 0 1 0 0,1-1-1 0 0,-1 1 0 0 0,1-1 1 0 0,-1 1-1 0 0,1 0 0 0 0,-1-1 1 0 0,1 1-1 0 0,-1 0 0 0 0,1 0 1 0 0,-1-1-1 0 0,1 1 0 0 0,-1 0 0 0 0,1 0 1 0 0,-1 0-1 0 0,1 0 0 0 0,-1 0 1 0 0,0 0-1 0 0,1 0 0 0 0,-1 0 1 0 0,1 0-1 0 0,-1 0 0 0 0,0 0 1 0 0,1 0-1 0 0,-1 0 0 0 0,1 0 1 0 0,-1 0-1 0 0,1 0 0 0 0,-1 1 0 0 0,-8 23 822 0 0,8 37-1301 0 0,2-53 354 0 0,0 0-1 0 0,0 0 0 0 0,1-1 1 0 0,0 1-1 0 0,0-1 1 0 0,0 1-1 0 0,1-1 1 0 0,1 0-1 0 0,7 12 0 0 0,-10-17 24 0 0,1 0 0 0 0,-1 0 0 0 0,1 0 0 0 0,0 0 0 0 0,0-1 0 0 0,0 1 0 0 0,0-1-1 0 0,0 1 1 0 0,0-1 0 0 0,0 0 0 0 0,1 0 0 0 0,-1 0 0 0 0,0 0 0 0 0,1 0 0 0 0,-1 0 0 0 0,1-1-1 0 0,-1 1 1 0 0,1-1 0 0 0,-1 0 0 0 0,1 1 0 0 0,-1-1 0 0 0,1 0 0 0 0,-1-1 0 0 0,1 1-1 0 0,-1 0 1 0 0,1-1 0 0 0,-1 0 0 0 0,1 1 0 0 0,-1-1 0 0 0,0 0 0 0 0,1 0 0 0 0,-1 0-1 0 0,4-3 1 0 0,2-1 153 0 0,1-1 0 0 0,-1 0-1 0 0,0 0 1 0 0,0-1 0 0 0,-1 0-1 0 0,0-1 1 0 0,0 1 0 0 0,-1-1-1 0 0,0-1 1 0 0,-1 1 0 0 0,1-1-1 0 0,6-17 1 0 0,-10 22-50 0 0,0-1 0 0 0,-1 0 0 0 0,1 1 1 0 0,-1-1-1 0 0,0 1 0 0 0,-1-1 0 0 0,1 0 0 0 0,-1 0 0 0 0,0 1 0 0 0,0-1 0 0 0,0 0 0 0 0,-3-9 0 0 0,2 11-86 0 0,0 0 1 0 0,-1-1-1 0 0,1 1 0 0 0,-1 0 0 0 0,0 0 0 0 0,0 0 0 0 0,0 0 1 0 0,0 1-1 0 0,0-1 0 0 0,-1 1 0 0 0,1-1 0 0 0,-1 1 0 0 0,0 0 1 0 0,0 0-1 0 0,1 0 0 0 0,-2 0 0 0 0,1 0 0 0 0,0 1 1 0 0,-5-3-1 0 0,5 4-165 0 0,1-1 0 0 0,-1 0 0 0 0,1 1 0 0 0,-1 0 0 0 0,1-1 0 0 0,-1 1 0 0 0,0 0 0 0 0,1 1 0 0 0,-1-1 0 0 0,1 0 0 0 0,-1 1 0 0 0,1-1 0 0 0,-1 1 0 0 0,1 0 0 0 0,-1 0 0 0 0,1 0 1 0 0,-1 0-1 0 0,1 0 0 0 0,-4 3 0 0 0,4-2-166 0 0,0-1 0 0 0,0 1 1 0 0,0-1-1 0 0,0 1 0 0 0,0 0 1 0 0,0 0-1 0 0,0 0 0 0 0,1 0 1 0 0,-1 0-1 0 0,1 0 0 0 0,-1 1 1 0 0,1-1-1 0 0,0 0 0 0 0,0 1 1 0 0,0-1-1 0 0,0 1 0 0 0,1-1 1 0 0,-1 1-1 0 0,1-1 0 0 0,-1 4 1 0 0,4 9-2414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6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51 1256 0 0,'-2'-2'48'0'0,"1"1"0"0"0,0-1 0 0 0,-1 1 1 0 0,0 0-1 0 0,1-1 0 0 0,-1 1 0 0 0,0 0 0 0 0,1 0 0 0 0,-1 0 0 0 0,0 0 0 0 0,0 0 0 0 0,0 0 0 0 0,0 1 0 0 0,0-1 0 0 0,0 1 0 0 0,0-1 0 0 0,0 1 1 0 0,-3 0-1 0 0,3 0 22 0 0,1 0 1 0 0,0 1 0 0 0,-1-1 0 0 0,1 1 0 0 0,-1-1 0 0 0,1 1-1 0 0,0 0 1 0 0,0-1 0 0 0,-1 1 0 0 0,1 0 0 0 0,0 0 0 0 0,0 0-1 0 0,0 0 1 0 0,0 0 0 0 0,0 0 0 0 0,0 0 0 0 0,0 1-1 0 0,0-1 1 0 0,-1 3 0 0 0,0 0 54 0 0,0 0 0 0 0,1 1 0 0 0,-1-1 0 0 0,1 1 0 0 0,0-1 0 0 0,0 1 0 0 0,0 0-1 0 0,1-1 1 0 0,-1 1 0 0 0,1 0 0 0 0,1-1 0 0 0,-1 1 0 0 0,0 0 0 0 0,3 9 0 0 0,-2-11-94 0 0,0 0 0 0 0,0 0 0 0 0,0 1 0 0 0,0-1 0 0 0,0 0 0 0 0,1 0 0 0 0,-1 0 0 0 0,1 0 0 0 0,0 0 1 0 0,0 0-1 0 0,0-1 0 0 0,0 1 0 0 0,1-1 0 0 0,-1 1 0 0 0,1-1 0 0 0,-1 0 0 0 0,1 0 0 0 0,0 0 0 0 0,0 0 0 0 0,0-1 0 0 0,0 1 0 0 0,0-1 0 0 0,0 1 1 0 0,0-1-1 0 0,0 0 0 0 0,1 0 0 0 0,4 0 0 0 0,-3-1 81 0 0,0-1-1 0 0,0 1 1 0 0,0-1 0 0 0,0 0 0 0 0,0-1 0 0 0,0 1-1 0 0,0-1 1 0 0,0 0 0 0 0,-1 0 0 0 0,1-1-1 0 0,-1 1 1 0 0,0-1 0 0 0,0 0 0 0 0,0 0 0 0 0,0 0-1 0 0,4-5 1 0 0,-4 4 12 0 0,0 0 1 0 0,0 0-1 0 0,0-1 1 0 0,-1 1-1 0 0,0-1 0 0 0,0 0 1 0 0,0 0-1 0 0,0 0 1 0 0,-1 0-1 0 0,0-1 0 0 0,0 1 1 0 0,0-1-1 0 0,-1 1 0 0 0,1-9 1 0 0,-2 11-100 0 0,0 0 1 0 0,0 0-1 0 0,0 0 1 0 0,-1 0 0 0 0,1 0-1 0 0,-1 0 1 0 0,0 1-1 0 0,0-1 1 0 0,0 0-1 0 0,0 0 1 0 0,0 0-1 0 0,-1 1 1 0 0,1-1 0 0 0,-1 1-1 0 0,0-1 1 0 0,1 1-1 0 0,-1 0 1 0 0,0-1-1 0 0,-1 1 1 0 0,1 0-1 0 0,0 0 1 0 0,-1 1-1 0 0,1-1 1 0 0,-1 0 0 0 0,1 1-1 0 0,-1 0 1 0 0,0-1-1 0 0,0 1 1 0 0,-2-1-1 0 0,1 1-250 0 0,0 0-1 0 0,0 0 0 0 0,0 1 0 0 0,0-1 0 0 0,0 1 1 0 0,0 0-1 0 0,0 0 0 0 0,0 0 0 0 0,-5 1 1 0 0,7-1-9 0 0,0 1 0 0 0,0-1 0 0 0,0 0 1 0 0,0 1-1 0 0,1-1 0 0 0,-1 1 0 0 0,0 0 0 0 0,0 0 1 0 0,0-1-1 0 0,1 1 0 0 0,-1 1 0 0 0,0-1 1 0 0,1 0-1 0 0,-1 0 0 0 0,1 0 0 0 0,-1 1 1 0 0,1-1-1 0 0,0 1 0 0 0,-1-1 0 0 0,-1 4 0 0 0,2 8-2229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3:57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64 2705 0 0,'-13'36'4661'0'0,"12"-28"-4465"0"0,0 1-1 0 0,1-1 0 0 0,-1 0 1 0 0,2 1-1 0 0,-1-1 0 0 0,4 17 1 0 0,-4-22-184 0 0,1-1 1 0 0,-1 1-1 0 0,1-1 1 0 0,-1 1-1 0 0,1 0 1 0 0,0-1-1 0 0,0 1 1 0 0,0-1-1 0 0,1 0 1 0 0,-1 1 0 0 0,1-1-1 0 0,-1 0 1 0 0,1 0-1 0 0,0 0 1 0 0,-1 0-1 0 0,1 0 1 0 0,0 0-1 0 0,1 0 1 0 0,-1-1-1 0 0,0 1 1 0 0,0-1-1 0 0,1 1 1 0 0,-1-1-1 0 0,0 0 1 0 0,1 0-1 0 0,-1 0 1 0 0,1 0-1 0 0,0-1 1 0 0,-1 1-1 0 0,1-1 1 0 0,0 1-1 0 0,-1-1 1 0 0,1 0-1 0 0,0 0 1 0 0,-1 0 0 0 0,1 0-1 0 0,0-1 1 0 0,-1 1-1 0 0,1-1 1 0 0,0 0-1 0 0,-1 0 1 0 0,1 1-1 0 0,4-4 1 0 0,-1 1 145 0 0,1 0 0 0 0,-1-1 1 0 0,0 0-1 0 0,-1 0 0 0 0,1-1 1 0 0,-1 1-1 0 0,0-1 0 0 0,0 0 0 0 0,0-1 1 0 0,-1 1-1 0 0,0-1 0 0 0,0 0 1 0 0,0 0-1 0 0,-1 0 0 0 0,1 0 1 0 0,-2-1-1 0 0,1 1 0 0 0,-1-1 1 0 0,3-10-1 0 0,-4 13-169 0 0,0 0 0 0 0,-1 1 0 0 0,1-1 0 0 0,-1 1 0 0 0,0-1 0 0 0,0 0 0 0 0,0 1 0 0 0,0-1 0 0 0,-1 1 0 0 0,1-1 0 0 0,-1 0 0 0 0,0 1 0 0 0,0-1 0 0 0,0 1 0 0 0,-1 0 0 0 0,1-1 0 0 0,-1 1 0 0 0,0 0 0 0 0,0 0 0 0 0,0 0 0 0 0,0 0 0 0 0,0 0 0 0 0,-1 1 0 0 0,1-1 0 0 0,-1 1 0 0 0,0-1 0 0 0,0 1 0 0 0,0 0 0 0 0,0 0 0 0 0,0 0 0 0 0,0 0 0 0 0,0 1 0 0 0,-1-1 0 0 0,1 1 0 0 0,0 0 0 0 0,-1 0 0 0 0,0 0 0 0 0,1 1 0 0 0,-4-1 0 0 0,-3 0-1320 0 0,0 0 1 0 0,0 1-1 0 0,0 0 1 0 0,-17 4-1 0 0,13-2-2411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00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98 368 1912 0 0,'-5'8'312'0'0,"0"0"-1"0"0,1 0 0 0 0,0 0 0 0 0,0 1 1 0 0,1 0-1 0 0,0 0 0 0 0,1 0 0 0 0,0 0 1 0 0,0 0-1 0 0,0 13 0 0 0,1 10 237 0 0,4 55-1 0 0,1-18-451 0 0,1 123-372 0 0,9 0 1 0 0,61 308-1 0 0,-73-492 280 0 0,10 51 803 0 0,3-1 1 0 0,2 0-1 0 0,34 75 1 0 0,-49-127-729 0 0,0-1 1 0 0,0 0 0 0 0,1 0-1 0 0,0 0 1 0 0,0 0-1 0 0,1-1 1 0 0,-1 1-1 0 0,1-1 1 0 0,0 1-1 0 0,0-1 1 0 0,0-1-1 0 0,1 1 1 0 0,-1-1 0 0 0,1 1-1 0 0,0-1 1 0 0,0-1-1 0 0,0 1 1 0 0,0-1-1 0 0,1 1 1 0 0,-1-2-1 0 0,1 1 1 0 0,-1-1-1 0 0,1 1 1 0 0,0-1-1 0 0,-1-1 1 0 0,1 1 0 0 0,0-1-1 0 0,0 0 1 0 0,-1-1-1 0 0,11-1 1 0 0,18 2 338 0 0,-1 1 0 0 0,1 2 0 0 0,-1 1 0 0 0,65 17 0 0 0,-58-12-269 0 0,1-1 0 0 0,68 5 1 0 0,350 20 703 0 0,-43-18 147 0 0,-23-2-365 0 0,46-5-230 0 0,-190-9-326 0 0,263-21 400 0 0,-398 14-214 0 0,129-22 564 0 0,-239 29-812 0 0,0 0 0 0 0,0 0 0 0 0,0 0 0 0 0,0-1 0 0 0,0 1 0 0 0,0-1 0 0 0,-1 0 0 0 0,1 0 0 0 0,-1-1 0 0 0,1 1 0 0 0,-1-1 0 0 0,0 0 0 0 0,0 1 0 0 0,0-2 0 0 0,0 1 0 0 0,0 0 0 0 0,-1 0 0 0 0,1-1 0 0 0,-1 1 0 0 0,0-1 0 0 0,0 0 0 0 0,-1 0 0 0 0,1 0 0 0 0,-1 0 0 0 0,2-7 0 0 0,3-13 77 0 0,-1 0 0 0 0,-1 1 0 0 0,1-34 0 0 0,-3 30 16 0 0,-1 14-83 0 0,16-145 110 0 0,-8 1 1 0 0,-10-162 0 0 0,-18-105-80 0 0,15 261-83 0 0,1-69 72 0 0,2 228-20 0 0,0 0 1 0 0,0 0 0 0 0,0 1-1 0 0,0-1 1 0 0,-1 0-1 0 0,1 1 1 0 0,-1-1-1 0 0,0 1 1 0 0,0 0-1 0 0,0-1 1 0 0,0 1-1 0 0,-1 0 1 0 0,0 0-1 0 0,1 0 1 0 0,-1 1-1 0 0,0-1 1 0 0,0 1-1 0 0,0 0 1 0 0,-1-1-1 0 0,-5-2 1 0 0,-2-1 82 0 0,-1 1 0 0 0,0-1 0 0 0,-1 2 0 0 0,-23-6 0 0 0,-111-35 285 0 0,3 1-202 0 0,43 19-55 0 0,33 6-16 0 0,-138-17 0 0 0,-137 17 48 0 0,-52-4-72 0 0,271 17 16 0 0,-164 12 1 0 0,49 2 131 0 0,-123 10-11 0 0,198-6-44 0 0,-282 31 40 0 0,362-29-171 0 0,-82 24 1 0 0,10-1-6 0 0,150-37-55 0 0,0 1 0 0 0,0 0 0 0 0,1 1 0 0 0,-1-1 0 0 0,0 1 0 0 0,1 0 0 0 0,-1 1 0 0 0,1-1 0 0 0,0 1 0 0 0,-1 0 0 0 0,1 0 0 0 0,1 1 0 0 0,-1 0 0 0 0,1-1 0 0 0,-1 1 0 0 0,1 1 0 0 0,0-1 0 0 0,0 1 0 0 0,-4 6 0 0 0,6-8-269 0 0,0-1 0 0 0,0 0 0 0 0,0 0 0 0 0,-1 0 0 0 0,1 0 0 0 0,-1 0 0 0 0,1 0 0 0 0,-1-1 0 0 0,0 1 0 0 0,0-1 0 0 0,1 0 0 0 0,-1 0 0 0 0,-5 1 0 0 0,7-1 123 0 0,0-1-1 0 0,0 1 1 0 0,0-1-1 0 0,0 1 1 0 0,0-1 0 0 0,0 0-1 0 0,-1 1 1 0 0,1-1-1 0 0,0 0 1 0 0,0 0-1 0 0,0 0 1 0 0,-1 0-1 0 0,1 0 1 0 0,0 0 0 0 0,0 0-1 0 0,0 0 1 0 0,-1-1-1 0 0,1 1 1 0 0,0 0-1 0 0,0-1 1 0 0,0 1-1 0 0,0-1 1 0 0,0 1-1 0 0,0-1 1 0 0,0 0 0 0 0,0 1-1 0 0,0-1 1 0 0,0 0-1 0 0,0 0 1 0 0,0 0-1 0 0,0 1 1 0 0,1-1-1 0 0,-1 0 1 0 0,0 0 0 0 0,0-2-1 0 0,-4-28-7145 0 0,5 10 2209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07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 1920 0 0,'-1'0'253'0'0,"0"0"0"0"0,0 0-1 0 0,0 0 1 0 0,0 0 0 0 0,0 0-1 0 0,0 0 1 0 0,0 0-1 0 0,1 0 1 0 0,-1 0 0 0 0,0 0-1 0 0,0 1 1 0 0,0-1-1 0 0,0 0 1 0 0,0 1 0 0 0,1-1-1 0 0,-1 1 1 0 0,0-1 0 0 0,0 1-1 0 0,1-1 1 0 0,-1 1-1 0 0,0-1 1 0 0,1 1 0 0 0,-1 0-1 0 0,0-1 1 0 0,1 1 0 0 0,-1 0-1 0 0,1-1 1 0 0,-1 3-1 0 0,1 25 1481 0 0,2-12-1779 0 0,9 114 510 0 0,11 225-2132 0 0,-26-343-655 0 0,4-12 2242 0 0,0 0 0 0 0,0 0 1 0 0,0 0-1 0 0,0 0 0 0 0,0 0 0 0 0,0-1 0 0 0,0 1 0 0 0,0 0 0 0 0,0 0 0 0 0,0 0 0 0 0,1 0 0 0 0,-1 0 1 0 0,0 0-1 0 0,0-1 0 0 0,0 1 0 0 0,0 0 0 0 0,0 0 0 0 0,0 0 0 0 0,0 0 0 0 0,-1 0 0 0 0,1 0 0 0 0,0-1 0 0 0,0 1 1 0 0,0 0-1 0 0,0 0 0 0 0,0 0 0 0 0,0 0 0 0 0,0 0 0 0 0,0 0 0 0 0,0 0 0 0 0,0-1 0 0 0,0 1 0 0 0,0 0 1 0 0,0 0-82 0 0,-1 0 81 0 0,1 0 0 0 0,0 0 0 0 0,0 0 0 0 0,0 0 0 0 0,0 0 0 0 0,0 0 0 0 0,0 0 1 0 0,0 0-1 0 0,-1-1 0 0 0,1 1 0 0 0,0 0 0 0 0,0 0 0 0 0,0 0 0 0 0,0 0 0 0 0,0 0 0 0 0,0 0 0 0 0,-1 0 1 0 0,1 0-1 0 0,0 0 0 0 0,0 0 0 0 0,0 1 0 0 0,2-7-1681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07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2176 0 0,'2'-2'512'0'0,"-1"0"0"0"0,1-1-1 0 0,0 1 1 0 0,-1 0 0 0 0,1 0-1 0 0,0 0 1 0 0,0 0 0 0 0,0 0-1 0 0,1 1 1 0 0,3-3 0 0 0,32-12 1552 0 0,-29 13-1912 0 0,-1 1 0 0 0,0 1 0 0 0,1-1-1 0 0,-1 2 1 0 0,0-1 0 0 0,1 1 0 0 0,9 1 0 0 0,-17-1-133 0 0,0 0 1 0 0,1 0-1 0 0,-1 0 1 0 0,0 1-1 0 0,0-1 1 0 0,0 0-1 0 0,0 1 1 0 0,0-1-1 0 0,1 1 1 0 0,-1-1-1 0 0,0 1 1 0 0,0-1 0 0 0,0 1-1 0 0,0 0 1 0 0,0-1-1 0 0,-1 1 1 0 0,1 0-1 0 0,0 0 1 0 0,0 0-1 0 0,0 0 1 0 0,-1 0-1 0 0,1 0 1 0 0,0 0-1 0 0,-1 0 1 0 0,1 0-1 0 0,-1 0 1 0 0,1 0-1 0 0,-1 2 1 0 0,0-1 4 0 0,1 1 0 0 0,-2 0 0 0 0,1 0-1 0 0,0-1 1 0 0,0 1 0 0 0,-1 0 0 0 0,0-1 0 0 0,1 1 0 0 0,-1 0 0 0 0,0-1 0 0 0,-3 5-1 0 0,-2 4-138 0 0,-1 0 0 0 0,0 0 0 0 0,0-1 0 0 0,-12 12 0 0 0,9-12-177 0 0,3-2 212 0 0,1 0 0 0 0,-1-1 0 0 0,-1 0 0 0 0,1-1 1 0 0,-1 0-1 0 0,0 0 0 0 0,-1 0 0 0 0,1-1 0 0 0,-16 6 0 0 0,30-11 236 0 0,-1 0 1 0 0,1 0-1 0 0,0 0 0 0 0,0 1 0 0 0,0 0 0 0 0,-1 0 1 0 0,1 1-1 0 0,0-1 0 0 0,-1 1 0 0 0,1 0 1 0 0,-1 1-1 0 0,0-1 0 0 0,0 1 0 0 0,8 6 0 0 0,-1-2 22 0 0,-1 1 0 0 0,0 0-1 0 0,-1 1 1 0 0,0 0-1 0 0,14 17 1 0 0,-13-10 76 0 0,0 0-1 0 0,-1 0 1 0 0,9 21-1 0 0,-16-31-275 0 0,-1-1-1 0 0,1 1 0 0 0,-1-1 0 0 0,-1 1 1 0 0,1 0-1 0 0,-1-1 0 0 0,0 1 0 0 0,0 0 1 0 0,0 0-1 0 0,-1 0 0 0 0,0 0 1 0 0,0 0-1 0 0,-1 0 0 0 0,-2 9 0 0 0,3-15-69 0 0,0 1 0 0 0,0-1 0 0 0,0 0 0 0 0,0 0 0 0 0,0 1 0 0 0,0-1 0 0 0,0 0-1 0 0,-1 1 1 0 0,1-1 0 0 0,0 0 0 0 0,0 0 0 0 0,0 0 0 0 0,-1 1 0 0 0,1-1 0 0 0,0 0-1 0 0,0 0 1 0 0,-1 0 0 0 0,1 1 0 0 0,0-1 0 0 0,0 0 0 0 0,-1 0 0 0 0,1 0 0 0 0,0 0 0 0 0,-1 0-1 0 0,1 0 1 0 0,0 0 0 0 0,0 0 0 0 0,-1 1 0 0 0,1-1 0 0 0,0 0 0 0 0,-1 0 0 0 0,1 0-1 0 0,0-1 1 0 0,-1 1 0 0 0,1 0 0 0 0,0 0 0 0 0,0 0 0 0 0,-1 0 0 0 0,1 0 0 0 0,0 0-1 0 0,-1 0 1 0 0,1 0 0 0 0,0-1 0 0 0,0 1 0 0 0,-1 0 0 0 0,1 0 0 0 0,0 0 0 0 0,0 0 0 0 0,0-1-1 0 0,-1 1 1 0 0,1 0 0 0 0,0 0 0 0 0,0-1 0 0 0,0 1 0 0 0,-1 0 0 0 0,1 0 0 0 0,0-1-1 0 0,0 1 1 0 0,0 0 0 0 0,0-1 0 0 0,0 1 0 0 0,-10-18-4152 0 0,6 5 1039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08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2481 0 0,'2'8'4073'0'0,"2"34"-3535"0"0,5 179-1369 0 0,-10-229-3038 0 0,-5-41 1841 0 0,6 37 1720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08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93 752 0 0,'-1'-7'563'0'0,"-1"0"0"0"0,1 0 0 0 0,0 0 1 0 0,1 0-1 0 0,0 0 0 0 0,0 0 0 0 0,1-12 0 0 0,0 18-429 0 0,-1 0 0 0 0,1-1 1 0 0,-1 1-1 0 0,1 0 0 0 0,-1 0 0 0 0,1-1 0 0 0,0 1 0 0 0,0 0 0 0 0,-1 0 1 0 0,1 0-1 0 0,0 0 0 0 0,0 0 0 0 0,0 0 0 0 0,0 0 0 0 0,0 0 1 0 0,0 0-1 0 0,0 1 0 0 0,2-2 0 0 0,0 1-9 0 0,-1 1 1 0 0,1-1-1 0 0,-1 0 0 0 0,1 1 1 0 0,0-1-1 0 0,-1 1 0 0 0,1 0 1 0 0,0 0-1 0 0,0 0 0 0 0,-1 0 1 0 0,1 1-1 0 0,4 0 0 0 0,0 0 150 0 0,1 1 0 0 0,0 0 0 0 0,-1 0 0 0 0,1 1 0 0 0,9 4 0 0 0,-15-6-238 0 0,-1 0 0 0 0,0 0 0 0 0,1 0 0 0 0,-1-1 0 0 0,0 1 1 0 0,0 0-1 0 0,0 1 0 0 0,0-1 0 0 0,0 0 0 0 0,0 0 0 0 0,0 0 1 0 0,0 0-1 0 0,0 1 0 0 0,-1-1 0 0 0,1 1 0 0 0,0-1 0 0 0,-1 0 1 0 0,1 1-1 0 0,-1-1 0 0 0,0 1 0 0 0,1-1 0 0 0,-1 1 0 0 0,0-1 1 0 0,0 1-1 0 0,0-1 0 0 0,0 1 0 0 0,0-1 0 0 0,0 1 0 0 0,0-1 1 0 0,-1 1-1 0 0,1-1 0 0 0,-1 1 0 0 0,1-1 0 0 0,-2 3 0 0 0,-23 42-250 0 0,23-44 153 0 0,0 1 0 0 0,0-1-1 0 0,0 0 1 0 0,0 1 0 0 0,0-1 0 0 0,-1 0 0 0 0,1 0-1 0 0,-1 0 1 0 0,1-1 0 0 0,-1 1 0 0 0,0-1 0 0 0,1 1-1 0 0,-1-1 1 0 0,-6 2 0 0 0,10-3 54 0 0,-1 0-1 0 0,0 0 1 0 0,0-1-1 0 0,0 1 1 0 0,0 0-1 0 0,0 0 1 0 0,0 0-1 0 0,0 0 1 0 0,0 0-1 0 0,0 0 1 0 0,0 0-1 0 0,1 0 1 0 0,-1 0 0 0 0,0 0-1 0 0,0-1 1 0 0,0 1-1 0 0,0 0 1 0 0,0 0-1 0 0,0 0 1 0 0,0 0-1 0 0,0 0 1 0 0,0 0-1 0 0,0 0 1 0 0,0 0-1 0 0,0-1 1 0 0,0 1-1 0 0,0 0 1 0 0,0 0-1 0 0,0 0 1 0 0,0 0 0 0 0,0 0-1 0 0,0 0 1 0 0,0 0-1 0 0,0-1 1 0 0,0 1-1 0 0,0 0 1 0 0,0 0-1 0 0,-1 0 1 0 0,1 0-1 0 0,0 0 1 0 0,0 0-1 0 0,0 0 1 0 0,0 0-1 0 0,0 0 1 0 0,0-1 0 0 0,0 1-1 0 0,0 0 1 0 0,0 0-1 0 0,0 0 1 0 0,0 0-1 0 0,-1 0 1 0 0,1 0-1 0 0,0 0 1 0 0,0 0-1 0 0,0 0 1 0 0,0 0-1 0 0,0 0 1 0 0,0 0-1 0 0,0 0 1 0 0,-1 0-1 0 0,1 0 1 0 0,1 0 25 0 0,0-1-1 0 0,-1 1 1 0 0,1 0-1 0 0,0 0 1 0 0,-1-1-1 0 0,1 1 1 0 0,0 0-1 0 0,0 0 1 0 0,-1 0 0 0 0,1 0-1 0 0,0 0 1 0 0,-1 0-1 0 0,1 0 1 0 0,0 0-1 0 0,0 0 1 0 0,-1 1-1 0 0,1-1 1 0 0,0 0-1 0 0,-1 0 1 0 0,1 1 0 0 0,0-1-1 0 0,-1 0 1 0 0,1 1-1 0 0,0 0 1 0 0,5 2 133 0 0,0 1 0 0 0,-1 0 0 0 0,1 1 0 0 0,-1-1 1 0 0,0 1-1 0 0,0 0 0 0 0,-1 0 0 0 0,0 1 0 0 0,0-1 1 0 0,0 1-1 0 0,0 0 0 0 0,3 10 0 0 0,-6-14-142 0 0,0 0 0 0 0,0 0 1 0 0,-1 0-1 0 0,1 0 0 0 0,-1 1 0 0 0,1-1 0 0 0,-1 0 0 0 0,0 1 0 0 0,0-1 0 0 0,0 0 1 0 0,0 0-1 0 0,-1 1 0 0 0,1-1 0 0 0,-1 0 0 0 0,1 0 0 0 0,-1 1 0 0 0,0-1 1 0 0,1 0-1 0 0,-1 0 0 0 0,0 0 0 0 0,-1 0 0 0 0,1 0 0 0 0,0 0 0 0 0,-1 0 0 0 0,1 0 1 0 0,-1-1-1 0 0,1 1 0 0 0,-1-1 0 0 0,0 1 0 0 0,1-1 0 0 0,-1 1 0 0 0,0-1 1 0 0,0 0-1 0 0,0 0 0 0 0,0 0 0 0 0,0 0 0 0 0,-1 0 0 0 0,1-1 0 0 0,0 1 0 0 0,-3 0 1 0 0,-5 3-709 0 0,0-1 1 0 0,-1 0 0 0 0,1 0 0 0 0,-1-2 0 0 0,0 1 0 0 0,1-1 0 0 0,-20-1-1 0 0,31-2 245 0 0,-1 0-1 0 0,0 0 1 0 0,0 0-1 0 0,1 0 1 0 0,-1-1-1 0 0,1 1 1 0 0,0 0-1 0 0,0 0 1 0 0,0 0-1 0 0,0 0 0 0 0,1-2 1 0 0,4-4-1573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3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52 129 992 0 0,'-1'-1'118'0'0,"1"1"0"0"0,0-1 0 0 0,0 0 0 0 0,0 1 0 0 0,-1-1 1 0 0,1 1-1 0 0,0-1 0 0 0,-1 1 0 0 0,1-1 0 0 0,-1 1 0 0 0,1-1 0 0 0,0 1 0 0 0,-1-1 0 0 0,1 1 0 0 0,-1-1 0 0 0,1 1 0 0 0,-1 0 0 0 0,1-1 0 0 0,-1 1 0 0 0,0 0 0 0 0,1 0 0 0 0,-1-1 1 0 0,1 1-1 0 0,-1 0 0 0 0,0 0 0 0 0,1 0 0 0 0,-1 0 0 0 0,1 0 0 0 0,-1-1 0 0 0,0 1 0 0 0,1 0 0 0 0,-1 1 0 0 0,0-1 0 0 0,1 0 0 0 0,-1 0 0 0 0,1 0 0 0 0,-2 0 0 0 0,1 2-3 0 0,-1-1-1 0 0,1 1 1 0 0,0 0-1 0 0,0-1 0 0 0,0 1 1 0 0,0 0-1 0 0,0 0 0 0 0,0 0 1 0 0,1 0-1 0 0,-1-1 1 0 0,0 5-1 0 0,-9 61 138 0 0,9-66-113 0 0,-8 165 566 0 0,16 234 0 0 0,49 164-734 0 0,-49-518 507 0 0,3-1 0 0 0,1 0 0 0 0,2 0 0 0 0,37 84 0 0 0,-46-119-424 0 0,-3-7 8 0 0,0 0 0 0 0,0 0 1 0 0,1-1-1 0 0,-1 1 0 0 0,1 0 0 0 0,-1 0 1 0 0,1-1-1 0 0,0 1 0 0 0,0-1 1 0 0,3 3-1 0 0,-3-4-8 0 0,0 0 0 0 0,1 0 0 0 0,-1 0 0 0 0,1-1-1 0 0,-1 1 1 0 0,1-1 0 0 0,-1 0 0 0 0,1 0 0 0 0,-1 0 0 0 0,1 0 0 0 0,-1 0 0 0 0,1 0 0 0 0,-1-1 0 0 0,1 1 0 0 0,2-1 0 0 0,512-49 405 0 0,5 42-607 0 0,-263 7 257 0 0,17 1-96 0 0,399-18 132 0 0,-473-2-99 0 0,196-15-24 0 0,-36 34 291 0 0,-352 2-306 0 0,44 1 71 0 0,0 3-1 0 0,-1 2 1 0 0,67 18-1 0 0,-108-22-74 0 0,-1 1 32 0 0,0-1 1 0 0,1 0-1 0 0,-1 0 0 0 0,1-2 0 0 0,-1 1 1 0 0,18-1-1 0 0,-26-2 5 0 0,1 1 0 0 0,0-1 0 0 0,0 0 0 0 0,-1 0 1 0 0,1-1-1 0 0,0 1 0 0 0,-1-1 0 0 0,1 0 0 0 0,-1 0 0 0 0,0 0 1 0 0,0 0-1 0 0,0-1 0 0 0,0 1 0 0 0,0-1 0 0 0,0 0 0 0 0,0 0 0 0 0,-1 0 1 0 0,0 0-1 0 0,1 0 0 0 0,-1 0 0 0 0,0-1 0 0 0,-1 1 0 0 0,3-6 1 0 0,0-1 42 0 0,0-1 0 0 0,-1 0 0 0 0,0 0 0 0 0,0 0 1 0 0,-1 0-1 0 0,-1 0 0 0 0,0 0 0 0 0,-1-16 0 0 0,-11-95 171 0 0,2 50 0 0 0,-13-394 522 0 0,10 148-543 0 0,8 277-92 0 0,-3-1 0 0 0,-15-57-1 0 0,-8-45-78 0 0,29 141-44 0 0,1-1 0 0 0,0 1 0 0 0,-1 0 0 0 0,0-1 0 0 0,0 1 0 0 0,0 0 0 0 0,0 0 0 0 0,-1 0 0 0 0,1 0 0 0 0,-1 0 0 0 0,1 0 0 0 0,-1 0 0 0 0,0 1 0 0 0,0-1 0 0 0,-1 1 0 0 0,1-1 0 0 0,0 1 0 0 0,-1 0 0 0 0,1 0 0 0 0,-1 0 0 0 0,0 0 0 0 0,-4-2 0 0 0,0 1 112 0 0,0 1 0 0 0,-1 0 1 0 0,1 0-1 0 0,0 1 0 0 0,-1 0 0 0 0,1 0 0 0 0,0 1 0 0 0,-1 0 0 0 0,-9 1 1 0 0,-239 7 842 0 0,58 2-327 0 0,-297-25 1 0 0,442 12-581 0 0,-628-26-30 0 0,-213-8-12 0 0,627 34 82 0 0,-359 41 0 0 0,557-28 77 0 0,5 0-485 0 0,20-7-2808 0 0,38-3 507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3.8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62 3161 0 0,'-7'38'2769'0'0,"-4"41"-864"0"0,11-75-1883 0 0,-1 0 0 0 0,1 1 1 0 0,1-1-1 0 0,-1 0 0 0 0,0 0 1 0 0,1 0-1 0 0,0 0 0 0 0,0 0 1 0 0,0 0-1 0 0,1 0 1 0 0,-1-1-1 0 0,1 1 0 0 0,0 0 1 0 0,0-1-1 0 0,3 5 0 0 0,-3-6-3 0 0,1 0-1 0 0,-1 0 1 0 0,1 0-1 0 0,0 0 1 0 0,0-1-1 0 0,0 1 1 0 0,0-1-1 0 0,0 0 1 0 0,0 1-1 0 0,0-1 0 0 0,0-1 1 0 0,0 1-1 0 0,0 0 1 0 0,1-1-1 0 0,-1 0 1 0 0,0 1-1 0 0,0-1 1 0 0,1-1-1 0 0,-1 1 1 0 0,0 0-1 0 0,0-1 0 0 0,1 1 1 0 0,-1-1-1 0 0,0 0 1 0 0,0 0-1 0 0,0-1 1 0 0,0 1-1 0 0,0-1 1 0 0,0 1-1 0 0,4-4 1 0 0,-1 2 86 0 0,-1-1 1 0 0,0 1-1 0 0,0-1 1 0 0,0 0 0 0 0,0 0-1 0 0,-1-1 1 0 0,0 1-1 0 0,0-1 1 0 0,0 0 0 0 0,0 0-1 0 0,-1 0 1 0 0,0-1-1 0 0,0 1 1 0 0,0-1 0 0 0,2-8-1 0 0,-4 7 49 0 0,-1 0 0 0 0,0 0 0 0 0,-1 0 0 0 0,1 1 0 0 0,-1-1 0 0 0,0 0 0 0 0,-1 0 0 0 0,0 1 1 0 0,0-1-1 0 0,0 1 0 0 0,-1 0 0 0 0,0-1 0 0 0,0 1 0 0 0,-6-8 0 0 0,6 10-154 0 0,1 0 1 0 0,-1-1-1 0 0,0 1 1 0 0,0 0-1 0 0,-1 0 1 0 0,1 1-1 0 0,-1-1 1 0 0,0 1-1 0 0,0 0 1 0 0,0 0-1 0 0,0 0 1 0 0,-1 0-1 0 0,1 1 1 0 0,-1 0-1 0 0,1 0 1 0 0,-1 0-1 0 0,0 0 1 0 0,0 1-1 0 0,-10-2 1 0 0,12 3-340 0 0,1 1 0 0 0,-1-1 0 0 0,0 1 0 0 0,1 0 0 0 0,-1 0 0 0 0,0 0 0 0 0,1 0 0 0 0,-1 0 0 0 0,1 1 1 0 0,-1-1-1 0 0,1 1 0 0 0,0 0 0 0 0,0-1 0 0 0,0 1 0 0 0,0 0 0 0 0,0 0 0 0 0,0 1 0 0 0,0-1 0 0 0,1 0 0 0 0,-1 0 0 0 0,1 1 1 0 0,-1-1-1 0 0,1 1 0 0 0,0 0 0 0 0,0-1 0 0 0,0 1 0 0 0,1 0 0 0 0,-1-1 0 0 0,0 5 0 0 0,0 12-1876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4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31 760 0 0,'0'0'123'0'0,"0"0"-1"0"0,1-1 1 0 0,-1 1-1 0 0,0-1 1 0 0,0 1 0 0 0,0-1-1 0 0,0 1 1 0 0,0 0-1 0 0,0-1 1 0 0,0 1 0 0 0,0-1-1 0 0,0 1 1 0 0,0-1-1 0 0,0 1 1 0 0,0-1-1 0 0,0 1 1 0 0,0 0 0 0 0,0-1-1 0 0,-1 1 1 0 0,1-1-1 0 0,0 1 1 0 0,0 0 0 0 0,0-1-1 0 0,-1 1 1 0 0,1-1-1 0 0,0 1 1 0 0,0 0-1 0 0,-1-1 1 0 0,1 1 0 0 0,0 0-1 0 0,-1-1 1 0 0,1 1-1 0 0,0 0 1 0 0,-1-1 0 0 0,-9 15 1977 0 0,-5 29-1147 0 0,14-36-928 0 0,0 2 0 0 0,1-1 0 0 0,-1 0 0 0 0,1 0 0 0 0,1 0 0 0 0,0 0 0 0 0,0 0 0 0 0,0 0 0 0 0,1 0 0 0 0,0-1 0 0 0,1 1 0 0 0,0 0 0 0 0,7 12 0 0 0,-9-17 0 0 0,1 0 0 0 0,1 0 0 0 0,-1 0 1 0 0,0-1-1 0 0,1 1 0 0 0,-1-1 0 0 0,1 0 1 0 0,0 0-1 0 0,-1 1 0 0 0,1-2 0 0 0,0 1 0 0 0,0 0 1 0 0,1-1-1 0 0,-1 1 0 0 0,0-1 0 0 0,0 0 1 0 0,1 0-1 0 0,-1 0 0 0 0,1-1 0 0 0,-1 1 0 0 0,1-1 1 0 0,-1 1-1 0 0,1-1 0 0 0,-1-1 0 0 0,1 1 1 0 0,-1 0-1 0 0,1-1 0 0 0,-1 0 0 0 0,0 1 0 0 0,1-1 1 0 0,-1-1-1 0 0,0 1 0 0 0,6-3 0 0 0,-3 0 104 0 0,0 1-1 0 0,0-1 0 0 0,-1 0 0 0 0,0 0 1 0 0,1-1-1 0 0,-1 1 0 0 0,-1-1 0 0 0,1 0 1 0 0,-1-1-1 0 0,0 1 0 0 0,0-1 0 0 0,-1 0 1 0 0,1 0-1 0 0,-1 0 0 0 0,0 0 0 0 0,-1 0 1 0 0,0-1-1 0 0,0 1 0 0 0,1-10 0 0 0,-2 13-83 0 0,0-1 0 0 0,0 0 0 0 0,-1 0 0 0 0,1 1 0 0 0,-1-1 0 0 0,0 0 0 0 0,0 0 0 0 0,-1 1 0 0 0,1-1 0 0 0,-1 0 0 0 0,0 0 0 0 0,0 1 0 0 0,0-1 0 0 0,0 0 0 0 0,-1 1 0 0 0,1 0 0 0 0,-1-1 0 0 0,0 1 0 0 0,0 0 0 0 0,0 0 0 0 0,0 0 0 0 0,-1 0 0 0 0,1 0 0 0 0,-1 0 0 0 0,0 1 0 0 0,0-1 0 0 0,0 1 0 0 0,0 0 0 0 0,0 0 0 0 0,0 0 0 0 0,-1 0 0 0 0,1 0 0 0 0,-1 1 0 0 0,1 0 0 0 0,-7-2 0 0 0,4 2-431 0 0,0 0 0 0 0,0 1 1 0 0,0-1-1 0 0,0 1 0 0 0,0 1 0 0 0,-11 1 0 0 0,-17 5-5791 0 0,30-6 2927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4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0 3185 0 0,'-2'4'442'0'0,"0"-1"1"0"0,0 0 0 0 0,0 1-1 0 0,0-1 1 0 0,1 1 0 0 0,-1 0 0 0 0,1 0-1 0 0,0-1 1 0 0,0 1 0 0 0,0 0-1 0 0,1 0 1 0 0,-1 4 0 0 0,0 48-354 0 0,1-50-62 0 0,1 0 0 0 0,0 0 0 0 0,0 0 0 0 0,0-1 0 0 0,0 1 0 0 0,1-1 0 0 0,0 1 0 0 0,0-1 0 0 0,1 1 0 0 0,0-1 0 0 0,-1 0 0 0 0,2 0 0 0 0,-1 0 0 0 0,1-1 0 0 0,-1 1 0 0 0,1-1 0 0 0,0 0 0 0 0,1 0 0 0 0,-1 0 0 0 0,10 5 0 0 0,-10-7 34 0 0,0 0 0 0 0,-1-1 0 0 0,1 1 0 0 0,0-1-1 0 0,0 0 1 0 0,0 0 0 0 0,1-1 0 0 0,-1 1 0 0 0,0-1 0 0 0,0 0-1 0 0,0 0 1 0 0,0 0 0 0 0,0-1 0 0 0,0 0 0 0 0,0 1 0 0 0,0-1 0 0 0,0-1-1 0 0,0 1 1 0 0,0 0 0 0 0,0-1 0 0 0,0 0 0 0 0,-1 0 0 0 0,1 0 0 0 0,-1 0-1 0 0,0-1 1 0 0,1 1 0 0 0,-1-1 0 0 0,0 0 0 0 0,0 0 0 0 0,2-4-1 0 0,-1 3 74 0 0,-1 0 0 0 0,0 0 0 0 0,0 0-1 0 0,-1 0 1 0 0,1 0 0 0 0,-1-1 0 0 0,0 0-1 0 0,0 1 1 0 0,0-1 0 0 0,-1 0 0 0 0,0 0-1 0 0,0 0 1 0 0,0 0 0 0 0,0 0 0 0 0,-1 0-1 0 0,0 0 1 0 0,0 0 0 0 0,0 0 0 0 0,0 0-1 0 0,-1 0 1 0 0,0 0 0 0 0,0 1 0 0 0,-1-1-1 0 0,-3-9 1 0 0,4 11-125 0 0,-1 0 0 0 0,0 0 0 0 0,0 0-1 0 0,0 0 1 0 0,0 0 0 0 0,0 0 0 0 0,-1 0 0 0 0,1 1-1 0 0,-1-1 1 0 0,0 1 0 0 0,0 0 0 0 0,0 0 0 0 0,0 0 0 0 0,-6-3-1 0 0,5 4-208 0 0,0-1-1 0 0,0 1 1 0 0,0 0-1 0 0,0 1 1 0 0,0-1-1 0 0,0 1 1 0 0,0-1-1 0 0,0 1 1 0 0,0 1-1 0 0,0-1 1 0 0,-1 0-1 0 0,1 1 1 0 0,0 0-1 0 0,0 0 1 0 0,-5 2 0 0 0,3-1-669 0 0,0 0 0 0 0,0 1 1 0 0,0 0-1 0 0,1 0 0 0 0,-1 0 1 0 0,1 1-1 0 0,0 0 0 0 0,-5 4 1 0 0,4 0-2025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5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35 2288 0 0,'-4'2'595'0'0,"0"0"0"0"0,-1 1-1 0 0,1 0 1 0 0,0 0 0 0 0,0 0 0 0 0,0 0-1 0 0,1 1 1 0 0,-1-1 0 0 0,1 1-1 0 0,0 0 1 0 0,0 0 0 0 0,0 0-1 0 0,-3 8 1 0 0,4-7-594 0 0,0 0 0 0 0,1 0 0 0 0,-1 0-1 0 0,1 1 1 0 0,1-1 0 0 0,-1 0 0 0 0,1 0 0 0 0,0 0 0 0 0,0 1 0 0 0,0-1 0 0 0,1 0 0 0 0,0 0-1 0 0,0 0 1 0 0,0 0 0 0 0,0 0 0 0 0,1 0 0 0 0,0 0 0 0 0,0 0 0 0 0,0 0 0 0 0,1-1 0 0 0,0 1-1 0 0,0-1 1 0 0,0 0 0 0 0,0 0 0 0 0,1 0 0 0 0,-1 0 0 0 0,1 0 0 0 0,0-1 0 0 0,0 0-1 0 0,0 1 1 0 0,9 3 0 0 0,-9-4 18 0 0,1 0 0 0 0,0-1-1 0 0,-1 0 1 0 0,1 0 0 0 0,0 0-1 0 0,0-1 1 0 0,0 1 0 0 0,0-1-1 0 0,1 0 1 0 0,-1-1 0 0 0,0 1-1 0 0,0-1 1 0 0,0 0 0 0 0,1-1-1 0 0,-1 1 1 0 0,0-1 0 0 0,0 0-1 0 0,0 0 1 0 0,0 0 0 0 0,0-1-1 0 0,0 0 1 0 0,0 0 0 0 0,0 0-1 0 0,-1-1 1 0 0,1 1 0 0 0,-1-1-1 0 0,0 0 1 0 0,1 0 0 0 0,-1-1-1 0 0,-1 1 1 0 0,5-6 0 0 0,-3 4 101 0 0,-1 0 1 0 0,0-1-1 0 0,-1 1 0 0 0,0-1 1 0 0,0 1-1 0 0,0-1 1 0 0,0 0-1 0 0,-1 0 0 0 0,0-1 1 0 0,0 1-1 0 0,-1 0 1 0 0,1-1-1 0 0,-1 1 0 0 0,-1-1 1 0 0,1 1-1 0 0,-1-1 1 0 0,-1 1-1 0 0,1-1 0 0 0,-1 1 1 0 0,0-1-1 0 0,0 1 1 0 0,-1-1-1 0 0,0 1 0 0 0,-5-11 1 0 0,6 14-196 0 0,-1-1 1 0 0,1 1-1 0 0,-1 0 0 0 0,0 0 1 0 0,0 0-1 0 0,0 0 1 0 0,0 0-1 0 0,-1 1 1 0 0,1-1-1 0 0,-1 1 0 0 0,1-1 1 0 0,-1 1-1 0 0,0 0 1 0 0,0 0-1 0 0,0 0 1 0 0,-1 0-1 0 0,1 1 1 0 0,0-1-1 0 0,0 1 0 0 0,-1 0 1 0 0,1 0-1 0 0,-1 0 1 0 0,-4 0-1 0 0,4 1-523 0 0,0 0-1 0 0,0 1 1 0 0,1-1-1 0 0,-1 1 1 0 0,0 0-1 0 0,0 0 1 0 0,1 0 0 0 0,-1 1-1 0 0,0-1 1 0 0,1 1-1 0 0,-1 0 1 0 0,1 0-1 0 0,0 0 1 0 0,-5 4-1 0 0,4 1-2092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5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15 3481 0 0,'-1'-2'264'0'0,"-1"1"1"0"0,1 0-1 0 0,0 0 1 0 0,-1-1 0 0 0,0 1-1 0 0,1 0 1 0 0,-1 0-1 0 0,0 1 1 0 0,1-1-1 0 0,-1 0 1 0 0,0 0-1 0 0,0 1 1 0 0,0-1 0 0 0,1 1-1 0 0,-1 0 1 0 0,0-1-1 0 0,0 1 1 0 0,0 0-1 0 0,-3 0 1 0 0,2 1-112 0 0,0 0 0 0 0,0 0 0 0 0,0-1 0 0 0,1 2 1 0 0,-1-1-1 0 0,0 0 0 0 0,0 1 0 0 0,1-1 0 0 0,-1 1 0 0 0,1-1 0 0 0,-4 4 0 0 0,1 0-95 0 0,0 0-1 0 0,0 1 1 0 0,0-1-1 0 0,1 1 1 0 0,0 0-1 0 0,0 0 0 0 0,0 0 1 0 0,1 1-1 0 0,-4 10 1 0 0,4-7-50 0 0,1 0 1 0 0,0 0 0 0 0,0 0-1 0 0,1 0 1 0 0,0 1 0 0 0,1-1-1 0 0,0 1 1 0 0,1-1 0 0 0,0 0-1 0 0,1 1 1 0 0,0-1 0 0 0,0 0-1 0 0,1 0 1 0 0,1 0 0 0 0,-1-1-1 0 0,9 16 1 0 0,-9-20 50 0 0,1 0 0 0 0,-1 0 1 0 0,1 0-1 0 0,0-1 0 0 0,0 1 1 0 0,0-1-1 0 0,1 0 0 0 0,-1 0 0 0 0,1-1 1 0 0,0 1-1 0 0,0-1 0 0 0,1 0 1 0 0,-1-1-1 0 0,1 1 0 0 0,-1-1 0 0 0,1 0 1 0 0,0 0-1 0 0,-1-1 0 0 0,1 1 1 0 0,0-1-1 0 0,0-1 0 0 0,0 1 0 0 0,0-1 1 0 0,0 0-1 0 0,0-1 0 0 0,0 1 1 0 0,0-1-1 0 0,0 0 0 0 0,10-4 0 0 0,-8 3 66 0 0,-1 0-1 0 0,0-1 1 0 0,0 1-1 0 0,-1-2 1 0 0,1 1-1 0 0,-1-1 1 0 0,1 0-1 0 0,-1 0 1 0 0,0-1-1 0 0,-1 1 1 0 0,1-1-1 0 0,-1-1 1 0 0,0 1-1 0 0,0-1 1 0 0,-1 0-1 0 0,0 0 1 0 0,0 0-1 0 0,4-8 1 0 0,-6 9-23 0 0,0-1 1 0 0,0 1 0 0 0,0-1-1 0 0,-1 0 1 0 0,0 1-1 0 0,0-1 1 0 0,-1 0 0 0 0,1 0-1 0 0,-1 0 1 0 0,-1 1-1 0 0,1-1 1 0 0,-1 0 0 0 0,0 0-1 0 0,0 0 1 0 0,0 1-1 0 0,-1-1 1 0 0,0 1 0 0 0,0-1-1 0 0,-1 1 1 0 0,1 0-1 0 0,-1 0 1 0 0,0 0 0 0 0,-5-7-1 0 0,3 7-205 0 0,1-1 0 0 0,-1 1 0 0 0,0-1-1 0 0,-1 1 1 0 0,1 1 0 0 0,-1-1 0 0 0,0 1 0 0 0,-8-5-1 0 0,-20-1-2584 0 0,31 10 2018 0 0,-1 0 1 0 0,0 0-1 0 0,1 0 1 0 0,-1 0-1 0 0,0 1 0 0 0,1 0 1 0 0,-1 0-1 0 0,-4 1 1 0 0,-7 5-4712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6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 3953 0 0,'-5'2'5511'0'0,"0"14"-3887"0"0,-1 16-1000 0 0,-1 185 1182 0 0,7-141-1841 0 0,-9 80 0 0 0,3-128-415 0 0,2-15-1239 0 0,6-26-8604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7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2753 0 0,'3'-4'521'0'0,"-1"1"1"0"0,1 0 0 0 0,0 0 0 0 0,1 0 0 0 0,-1 0 0 0 0,0 0 0 0 0,1 1 0 0 0,0-1 0 0 0,-1 1 0 0 0,1 0-1 0 0,0 0 1 0 0,5-1 0 0 0,51-16 1693 0 0,-57 18-2138 0 0,-1 1-1 0 0,1-1 1 0 0,-1 0 0 0 0,1 1-1 0 0,0 0 1 0 0,-1-1 0 0 0,1 1-1 0 0,0 0 1 0 0,-1 0 0 0 0,1 1-1 0 0,0-1 1 0 0,-1 1 0 0 0,1-1-1 0 0,0 1 1 0 0,-1 0 0 0 0,1 0-1 0 0,-1 0 1 0 0,1 0 0 0 0,-1 0-1 0 0,0 0 1 0 0,1 1 0 0 0,-1-1-1 0 0,0 1 1 0 0,0 0 0 0 0,0 0-1 0 0,0 0 1 0 0,0 0 0 0 0,1 3-1 0 0,-1-2-48 0 0,-1 1 0 0 0,0 0 0 0 0,0 0 0 0 0,0 0 0 0 0,-1 0 0 0 0,1 0 0 0 0,-1 0 0 0 0,0 0 0 0 0,0 0 0 0 0,-1 1-1 0 0,1-1 1 0 0,-1 0 0 0 0,0 0 0 0 0,0-1 0 0 0,0 1 0 0 0,-1 0 0 0 0,1 0 0 0 0,-3 3 0 0 0,0 2-140 0 0,0-1 1 0 0,0 1-1 0 0,-1-2 0 0 0,0 1 1 0 0,-1 0-1 0 0,1-1 1 0 0,-1 0-1 0 0,-1 0 1 0 0,0-1-1 0 0,-8 7 0 0 0,3-5-174 0 0,-1 0 0 0 0,0-1 0 0 0,0 0 0 0 0,-1-1-1 0 0,-20 6 1 0 0,74 1 1957 0 0,-29-12-1395 0 0,0 2 0 0 0,0-1 0 0 0,0 2 0 0 0,0-1-1 0 0,-1 1 1 0 0,1 1 0 0 0,-1 0 0 0 0,0 1 0 0 0,-1 0 0 0 0,1 0-1 0 0,-1 1 1 0 0,-1 0 0 0 0,1 0 0 0 0,-1 1 0 0 0,0 0 0 0 0,-1 1 0 0 0,7 10-1 0 0,-8-12-263 0 0,-1 1-1 0 0,-1 0 1 0 0,1 0-1 0 0,-2 0 1 0 0,1 1-1 0 0,-1-1 1 0 0,0 1-1 0 0,-1 0 0 0 0,0 0 1 0 0,0 0-1 0 0,-1 0 1 0 0,0 0-1 0 0,0 0 1 0 0,-1 0-1 0 0,-1 1 1 0 0,1-1-1 0 0,-2 0 0 0 0,1 0 1 0 0,-1 0-1 0 0,0 0 1 0 0,-6 13-1 0 0,8-21-127 0 0,-1-1-1 0 0,1 1 1 0 0,0 0-1 0 0,0-1 1 0 0,0 1-1 0 0,0-1 1 0 0,0 1-1 0 0,-1-1 1 0 0,1 0-1 0 0,0 1 1 0 0,0-1-1 0 0,-1 1 1 0 0,1-1-1 0 0,0 1 1 0 0,-1-1-1 0 0,1 0 1 0 0,0 1-1 0 0,-1-1 1 0 0,1 0-1 0 0,-1 1 1 0 0,1-1-1 0 0,-1 0 1 0 0,1 1-1 0 0,-1-1 1 0 0,1 0-1 0 0,-1 0 1 0 0,1 0-1 0 0,-1 0 1 0 0,1 1-1 0 0,-1-1 1 0 0,1 0-1 0 0,-1 0 1 0 0,1 0-1 0 0,-1 0 1 0 0,1 0-1 0 0,-1 0 1 0 0,1 0-1 0 0,-1 0 1 0 0,1-1-1 0 0,-1 1 1 0 0,1 0-1 0 0,-1 0 1 0 0,1 0-1 0 0,-1 0 1 0 0,1-1-1 0 0,-1 1 1 0 0,-1-2-445 0 0,1 1 0 0 0,-1 0 0 0 0,1-1 0 0 0,0 1 0 0 0,0-1 0 0 0,0 1 0 0 0,0-1 0 0 0,0 1 0 0 0,0-1 1 0 0,0 0-1 0 0,-1-3 0 0 0,0-10-3762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17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40 2497 0 0,'0'-1'290'0'0,"1"0"1"0"0,0 0 0 0 0,-1 0 0 0 0,1 0-1 0 0,-1-1 1 0 0,0 1 0 0 0,1 0 0 0 0,-1 0 0 0 0,0 0-1 0 0,1 0 1 0 0,-1 0 0 0 0,0-1 0 0 0,0 1-1 0 0,0 0 1 0 0,0 0 0 0 0,0 0 0 0 0,0 0 0 0 0,-1-1-1 0 0,1 1 1 0 0,0 0 0 0 0,-1 0 0 0 0,1 0-1 0 0,0 0 1 0 0,-1 0 0 0 0,0 0 0 0 0,1 0 0 0 0,-1 0-1 0 0,1 0 1 0 0,-1 0 0 0 0,0 0 0 0 0,0 0-1 0 0,0 0 1 0 0,-1-1 0 0 0,0 2-140 0 0,-1-1 0 0 0,1 1 1 0 0,-1 0-1 0 0,0 0 0 0 0,1 0 0 0 0,-1 0 0 0 0,1 0 1 0 0,-1 1-1 0 0,1-1 0 0 0,-1 1 0 0 0,1 0 0 0 0,-1 0 1 0 0,1-1-1 0 0,-5 4 0 0 0,0-1-135 0 0,0 1 0 0 0,1 0 0 0 0,0 1 0 0 0,0-1 0 0 0,0 1 0 0 0,0 1-1 0 0,1-1 1 0 0,0 1 0 0 0,0-1 0 0 0,0 2 0 0 0,1-1 0 0 0,-1 0 0 0 0,-5 14 0 0 0,9-17-12 0 0,-1-1 1 0 0,1 1 0 0 0,0 0-1 0 0,0-1 1 0 0,0 1-1 0 0,1 0 1 0 0,-1 0 0 0 0,1 0-1 0 0,-1 0 1 0 0,1 0 0 0 0,0-1-1 0 0,0 1 1 0 0,0 0-1 0 0,1 0 1 0 0,-1 0 0 0 0,1 0-1 0 0,0 0 1 0 0,-1-1 0 0 0,1 1-1 0 0,0 0 1 0 0,1 0-1 0 0,-1-1 1 0 0,0 1 0 0 0,1-1-1 0 0,-1 1 1 0 0,1-1-1 0 0,0 0 1 0 0,0 0 0 0 0,0 0-1 0 0,0 0 1 0 0,0 0 0 0 0,0 0-1 0 0,1 0 1 0 0,-1 0-1 0 0,1-1 1 0 0,-1 0 0 0 0,1 1-1 0 0,3 0 1 0 0,8 4 155 0 0,1-1 0 0 0,-1-1 0 0 0,1 0 0 0 0,23 2 0 0 0,-33-5-217 0 0,0-1 1 0 0,1 0-1 0 0,-1 0 0 0 0,1 0 1 0 0,-1-1-1 0 0,1 0 0 0 0,6-2 0 0 0,-10 3-138 0 0,0-1-1 0 0,0 0 0 0 0,0 0 0 0 0,-1 1 0 0 0,1-1 0 0 0,0-1 0 0 0,-1 1 0 0 0,1 0 0 0 0,-1 0 0 0 0,1 0 1 0 0,-1-1-1 0 0,1 1 0 0 0,-1-1 0 0 0,0 1 0 0 0,0-1 0 0 0,0 0 0 0 0,0 1 0 0 0,0-1 0 0 0,0 0 0 0 0,1-2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2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50 784 0 0,'-2'6'761'0'0,"0"0"0"0"0,1 1 0 0 0,0-1 0 0 0,1 1 0 0 0,-1-1-1 0 0,1 0 1 0 0,1 11 0 0 0,-1 20 10 0 0,-6 30-601 0 0,2-1 1 0 0,10 121-1 0 0,34 132 411 0 0,-2-24 78 0 0,-31-181-563 0 0,7 65 1101 0 0,-11-157-816 0 0,1 1-1 0 0,1-1 0 0 0,2 0 0 0 0,0-1 0 0 0,16 35 0 0 0,-21-52-366 0 0,-1-1 0 0 0,1 0 0 0 0,0 0 0 0 0,-1 0 0 0 0,2 0 0 0 0,-1 0 0 0 0,0-1 0 0 0,0 1 0 0 0,1-1 0 0 0,0 1 0 0 0,-1-1 0 0 0,1 0 0 0 0,0 0 0 0 0,0 0 0 0 0,0 0 0 0 0,4 1 0 0 0,0-1 55 0 0,-1-1-1 0 0,1-1 1 0 0,-1 1-1 0 0,0-1 1 0 0,1 0-1 0 0,-1 0 0 0 0,8-2 1 0 0,5 1 184 0 0,152-1 637 0 0,-104 4-758 0 0,73-8-1 0 0,295-14 432 0 0,1 34-654 0 0,-368-12 93 0 0,928-19 42 0 0,-678 17-57 0 0,-88 3 76 0 0,-86-5-134 0 0,313-11 364 0 0,-370-2-304 0 0,-69 11 63 0 0,0 0-1 0 0,0 2 1 0 0,0 0-1 0 0,29 0 0 0 0,-45 2-35 0 0,0 0 0 0 0,-1 1 1 0 0,1-1-1 0 0,0 0 0 0 0,0-1 0 0 0,0 1 0 0 0,0 0 0 0 0,0-1 0 0 0,0 1 0 0 0,0-1 0 0 0,0 1 0 0 0,0-1 0 0 0,-1 0 0 0 0,1 0 0 0 0,0 0 0 0 0,0 0 0 0 0,-1 0 0 0 0,1 0 0 0 0,-1 0 0 0 0,1 0 0 0 0,-1-1 0 0 0,3-1 0 0 0,-1-3 23 0 0,0 1 1 0 0,-1 0 0 0 0,1 0-1 0 0,-1-1 1 0 0,0 0-1 0 0,1-6 1 0 0,3-7 77 0 0,1-13 85 0 0,-1 1 0 0 0,-1-1-1 0 0,-2 0 1 0 0,-2-1-1 0 0,-2-41 1 0 0,1 9 130 0 0,5-90-46 0 0,-1-113-125 0 0,-11 192-57 0 0,-21-98 0 0 0,14 102 42 0 0,-8-122 0 0 0,22 181-92 0 0,0-1 1 0 0,-1 1-1 0 0,-1-1 1 0 0,0 1-1 0 0,0 0 0 0 0,-2 0 1 0 0,1 0-1 0 0,-2 0 1 0 0,0 0-1 0 0,-8-15 1 0 0,10 24-7 0 0,1 1 1 0 0,-1 0-1 0 0,0 0 1 0 0,0 0 0 0 0,-1 1-1 0 0,1-1 1 0 0,0 1-1 0 0,-1-1 1 0 0,1 1 0 0 0,-1 0-1 0 0,0 0 1 0 0,0 1-1 0 0,0-1 1 0 0,0 1 0 0 0,0 0-1 0 0,0 0 1 0 0,0 0-1 0 0,0 1 1 0 0,-1-1 0 0 0,-3 1-1 0 0,-19-1 44 0 0,1 1 0 0 0,-29 4 0 0 0,26-2-27 0 0,-142 18 197 0 0,105-10-213 0 0,-91 2 0 0 0,-237 9 721 0 0,162-4-234 0 0,-217 20-96 0 0,9-1-90 0 0,-3-37-51 0 0,26-17-234 0 0,313 20-40 0 0,0 4-1 0 0,-103 21 0 0 0,162-22 13 0 0,0-1-1 0 0,-52-3 1 0 0,57-2-44 0 0,1 2 0 0 0,-1 2-1 0 0,-49 9 1 0 0,73-7-499 0 0,-18 6 924 0 0,26-10-3782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2.5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1 3121 0 0,'-4'1'475'0'0,"1"0"0"0"0,0 0 1 0 0,0 0-1 0 0,0 1 1 0 0,0-1-1 0 0,0 1 1 0 0,1 0-1 0 0,-1 0 0 0 0,0 0 1 0 0,1 0-1 0 0,-1 0 1 0 0,1 1-1 0 0,0-1 0 0 0,0 1 1 0 0,-3 3-1 0 0,2 0-242 0 0,0-1 0 0 0,0 1 0 0 0,1 0 0 0 0,-1 0-1 0 0,1 0 1 0 0,1 0 0 0 0,-3 11 0 0 0,3-7-251 0 0,0 0 1 0 0,1-1-1 0 0,0 1 0 0 0,0 0 1 0 0,1 0-1 0 0,0 0 1 0 0,1-1-1 0 0,0 1 0 0 0,1-1 1 0 0,4 13-1 0 0,-6-19 48 0 0,1 1 0 0 0,0-1-1 0 0,-1 0 1 0 0,1 0 0 0 0,0 0 0 0 0,0 0 0 0 0,1-1-1 0 0,-1 1 1 0 0,1 0 0 0 0,-1-1 0 0 0,1 0 0 0 0,0 0-1 0 0,0 0 1 0 0,0 0 0 0 0,0 0 0 0 0,0 0 0 0 0,0-1-1 0 0,1 1 1 0 0,-1-1 0 0 0,0 0 0 0 0,1 0 0 0 0,-1 0-1 0 0,1-1 1 0 0,-1 1 0 0 0,1-1 0 0 0,0 0 0 0 0,-1 0-1 0 0,1 0 1 0 0,-1 0 0 0 0,1-1 0 0 0,-1 1 0 0 0,1-1 0 0 0,-1 0-1 0 0,1 0 1 0 0,-1 0 0 0 0,0-1 0 0 0,1 1 0 0 0,-1-1-1 0 0,5-3 1 0 0,-3 2 71 0 0,1 0 1 0 0,-1-1-1 0 0,0 0 0 0 0,0 1 1 0 0,-1-2-1 0 0,1 1 0 0 0,-1 0 1 0 0,0-1-1 0 0,0 0 0 0 0,0 0 0 0 0,-1 0 1 0 0,0 0-1 0 0,0-1 0 0 0,0 1 1 0 0,-1-1-1 0 0,1 0 0 0 0,-1 0 1 0 0,-1 0-1 0 0,1 0 0 0 0,-1 0 0 0 0,0 0 1 0 0,0-12-1 0 0,-2 11-66 0 0,0 0 0 0 0,-1-1 0 0 0,0 1 0 0 0,0 0 0 0 0,0 0 0 0 0,-1 0 0 0 0,0 0-1 0 0,-1 1 1 0 0,1-1 0 0 0,-1 1 0 0 0,-1 0 0 0 0,-4-7 0 0 0,7 11-167 0 0,0 1 1 0 0,1-1-1 0 0,-1 1 0 0 0,0-1 0 0 0,0 1 1 0 0,0-1-1 0 0,0 1 0 0 0,0 0 1 0 0,-1 0-1 0 0,1 0 0 0 0,0 0 0 0 0,0 0 1 0 0,-1 1-1 0 0,1-1 0 0 0,0 1 0 0 0,-5-1 1 0 0,4 1-202 0 0,0 1 0 0 0,1-1 0 0 0,-1 1 0 0 0,0 0-1 0 0,0 0 1 0 0,1 0 0 0 0,-1 0 0 0 0,1 0 0 0 0,-1 0 0 0 0,1 1 0 0 0,0 0 0 0 0,-1-1 0 0 0,1 1 0 0 0,0 0 0 0 0,0 0 0 0 0,0 0 0 0 0,-3 4 0 0 0,-5 11-3628 0 0,10-4 992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2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30 8 0 0,'16'18'2450'0'0,"-31"-29"2379"0"0,14 10-4722 0 0,0 0 1 0 0,1 1-1 0 0,-1-1 0 0 0,-1 0 1 0 0,1 1-1 0 0,0-1 1 0 0,0 1-1 0 0,0-1 0 0 0,0 1 1 0 0,0-1-1 0 0,0 1 1 0 0,-1 0-1 0 0,1 0 0 0 0,0 0 1 0 0,0 0-1 0 0,0-1 1 0 0,-1 2-1 0 0,1-1 0 0 0,0 0 1 0 0,0 0-1 0 0,0 0 1 0 0,-1 0-1 0 0,1 1 0 0 0,0-1 1 0 0,0 1-1 0 0,0-1 1 0 0,-1 1-1 0 0,-1 1-36 0 0,1 0 0 0 0,1 0-1 0 0,-1 0 1 0 0,0 0 0 0 0,0 0 0 0 0,1 0-1 0 0,-1 0 1 0 0,1 0 0 0 0,0 1 0 0 0,-1-1-1 0 0,0 5 1 0 0,-2 4-84 0 0,1 0 0 0 0,0 1 0 0 0,1-1 0 0 0,-1 18 0 0 0,2-19 0 0 0,1-1-1 0 0,1 0 1 0 0,0 0-1 0 0,0 0 1 0 0,1 0 0 0 0,0 0-1 0 0,0 0 1 0 0,1 0-1 0 0,0-1 1 0 0,6 13-1 0 0,-7-18 32 0 0,0 0 0 0 0,0 0-1 0 0,0-1 1 0 0,0 1 0 0 0,0-1 0 0 0,0 1-1 0 0,1-1 1 0 0,-1 0 0 0 0,1 0 0 0 0,-1 0-1 0 0,1 0 1 0 0,0 0 0 0 0,0-1 0 0 0,0 1-1 0 0,0-1 1 0 0,0 0 0 0 0,0 0 0 0 0,0 0-1 0 0,0 0 1 0 0,1 0 0 0 0,-1-1 0 0 0,0 0-1 0 0,0 1 1 0 0,1-1 0 0 0,-1 0 0 0 0,0-1-1 0 0,1 1 1 0 0,-1-1 0 0 0,0 1 0 0 0,0-1-1 0 0,0 0 1 0 0,4-1 0 0 0,2-2 109 0 0,1-1 1 0 0,-1 1 0 0 0,0-2-1 0 0,0 1 1 0 0,0-1-1 0 0,-1 0 1 0 0,0-1 0 0 0,0 0-1 0 0,0 0 1 0 0,-1-1-1 0 0,0 0 1 0 0,-1 0 0 0 0,0-1-1 0 0,6-11 1 0 0,-9 16-34 0 0,0-1-1 0 0,-1 1 1 0 0,1-1-1 0 0,-1 0 1 0 0,0 0 0 0 0,-1 0-1 0 0,1 0 1 0 0,-1 0 0 0 0,0 0-1 0 0,0 0 1 0 0,-1-1 0 0 0,0 1-1 0 0,1 0 1 0 0,-2 0 0 0 0,1-1-1 0 0,-1 1 1 0 0,1 0 0 0 0,-1 0-1 0 0,-1 0 1 0 0,1-1 0 0 0,-1 2-1 0 0,0-1 1 0 0,0 0 0 0 0,0 0-1 0 0,-1 0 1 0 0,0 1 0 0 0,0 0-1 0 0,0-1 1 0 0,-6-5-1 0 0,6 7-157 0 0,0 1-1 0 0,1 1 1 0 0,-1-1-1 0 0,0 0 1 0 0,0 1-1 0 0,0-1 1 0 0,0 1-1 0 0,0 0 1 0 0,-1 0-1 0 0,1 0 1 0 0,0 0-1 0 0,0 1 1 0 0,-1-1-1 0 0,1 1 1 0 0,0 0-1 0 0,-1 0 1 0 0,1 0-1 0 0,0 0 1 0 0,-1 1-1 0 0,1-1 1 0 0,0 1-1 0 0,-5 2 1 0 0,1-1-720 0 0,0 0 0 0 0,1 1 1 0 0,0 0-1 0 0,-1 0 0 0 0,1 1 1 0 0,0 0-1 0 0,1 0 0 0 0,-1 0 1 0 0,-8 9-1 0 0,10-7-1418 0 0,6 4-1067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3.3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93 4457 0 0,'-1'-1'261'0'0,"-1"0"-1"0"0,1 1 1 0 0,0-1 0 0 0,-1 0-1 0 0,1 0 1 0 0,-1 1 0 0 0,1-1 0 0 0,-1 1-1 0 0,1-1 1 0 0,-1 1 0 0 0,1 0-1 0 0,-1-1 1 0 0,0 1 0 0 0,1 0 0 0 0,-1 0-1 0 0,1 0 1 0 0,-1 0 0 0 0,0 1-1 0 0,1-1 1 0 0,-3 1 0 0 0,2 0-145 0 0,0 0 1 0 0,1 0 0 0 0,-1 0-1 0 0,1 0 1 0 0,-1 0-1 0 0,0 0 1 0 0,1 1-1 0 0,0-1 1 0 0,-1 0-1 0 0,1 1 1 0 0,0 0 0 0 0,0-1-1 0 0,0 1 1 0 0,-2 2-1 0 0,2 0-116 0 0,-1 0-1 0 0,1-1 1 0 0,-1 1-1 0 0,1 0 1 0 0,0 0-1 0 0,1 0 1 0 0,-1 0-1 0 0,1 0 1 0 0,-1 0-1 0 0,1 0 0 0 0,0 0 1 0 0,1 0-1 0 0,-1 0 1 0 0,1 0-1 0 0,1 6 1 0 0,2-3-34 0 0,0 0 0 0 0,0 0 0 0 0,1 0 0 0 0,-1-1 0 0 0,1 0 0 0 0,1 0 0 0 0,-1 0 0 0 0,1-1 0 0 0,0 0 0 0 0,1 0 0 0 0,-1 0 0 0 0,1-1 0 0 0,0 0 0 0 0,0 0 0 0 0,0-1 0 0 0,0 1 0 0 0,1-2 0 0 0,-1 1 0 0 0,1-1 0 0 0,0 0 0 0 0,0-1 0 0 0,0 0 0 0 0,0 0 0 0 0,0-1 0 0 0,0 1 0 0 0,0-2 0 0 0,0 1 0 0 0,9-3 0 0 0,-10 2 154 0 0,0 1 0 0 0,0-2-1 0 0,0 1 1 0 0,0-1 0 0 0,0 0 0 0 0,0-1 0 0 0,0 1-1 0 0,-1-1 1 0 0,1-1 0 0 0,-1 1 0 0 0,0-1-1 0 0,0 0 1 0 0,0-1 0 0 0,-1 1 0 0 0,1-1 0 0 0,-1 0-1 0 0,0 0 1 0 0,-1-1 0 0 0,1 0 0 0 0,-1 1-1 0 0,0-1 1 0 0,-1-1 0 0 0,1 1 0 0 0,-1-1 0 0 0,0 1-1 0 0,-1-1 1 0 0,0 0 0 0 0,0 0 0 0 0,0 0 0 0 0,-1 0-1 0 0,1-9 1 0 0,-2 11-74 0 0,-1-1-1 0 0,0 1 1 0 0,0 0 0 0 0,0 0-1 0 0,0 0 1 0 0,-1 0 0 0 0,0 0-1 0 0,0 1 1 0 0,0-1 0 0 0,0 0-1 0 0,-1 1 1 0 0,0 0 0 0 0,0-1-1 0 0,0 1 1 0 0,0 0 0 0 0,-1 1-1 0 0,0-1 1 0 0,1 0 0 0 0,-1 1-1 0 0,0 0 1 0 0,-1 0 0 0 0,1 0-1 0 0,-1 1 1 0 0,1-1 0 0 0,-1 1-1 0 0,-9-3 1 0 0,8 3-347 0 0,0 0-1 0 0,0 0 0 0 0,0 0 1 0 0,0 1-1 0 0,0 0 1 0 0,-1 0-1 0 0,1 1 1 0 0,0 0-1 0 0,0 0 1 0 0,0 0-1 0 0,-1 1 0 0 0,1 0 1 0 0,0 0-1 0 0,0 0 1 0 0,0 1-1 0 0,0 0 1 0 0,0 0-1 0 0,0 0 1 0 0,1 1-1 0 0,-1 0 0 0 0,-9 7 1 0 0,-10 19-3871 0 0,16-14 682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3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37 2401 0 0,'-1'4'654'0'0,"-1"1"1"0"0,1-1-1 0 0,-1 0 1 0 0,0 0-1 0 0,0 0 1 0 0,-1 0 0 0 0,1 0-1 0 0,-1-1 1 0 0,1 1-1 0 0,-1-1 1 0 0,-6 6 0 0 0,-15 21 563 0 0,22-24-1208 0 0,-1 0-1 0 0,1-1 0 0 0,0 1 0 0 0,0 0 0 0 0,0 0 0 0 0,1 0 0 0 0,0 0 0 0 0,0 0 0 0 0,1 1 1 0 0,0-1-1 0 0,0 0 0 0 0,0 0 0 0 0,1 0 0 0 0,0 1 0 0 0,3 10 0 0 0,-3-14-8 0 0,0-1-1 0 0,0 1 1 0 0,1 0 0 0 0,-1 0-1 0 0,1-1 1 0 0,0 1-1 0 0,0-1 1 0 0,0 1 0 0 0,0-1-1 0 0,0 0 1 0 0,0 0-1 0 0,1 0 1 0 0,-1 0-1 0 0,1 0 1 0 0,-1 0 0 0 0,1-1-1 0 0,0 1 1 0 0,0-1-1 0 0,0 0 1 0 0,0 0 0 0 0,0 0-1 0 0,0 0 1 0 0,0 0-1 0 0,0-1 1 0 0,0 1 0 0 0,0-1-1 0 0,0 0 1 0 0,0 0-1 0 0,0 0 1 0 0,0 0 0 0 0,0-1-1 0 0,6-1 1 0 0,4-1 211 0 0,0 0 1 0 0,-1-1-1 0 0,1-1 1 0 0,-1 0 0 0 0,0 0-1 0 0,-1-1 1 0 0,1-1-1 0 0,15-12 1 0 0,-21 15-77 0 0,0 0-1 0 0,0-1 1 0 0,-1 1 0 0 0,0-1 0 0 0,0-1 0 0 0,0 1 0 0 0,-1-1 0 0 0,0 0-1 0 0,0 0 1 0 0,0 0 0 0 0,-1 0 0 0 0,1-1 0 0 0,-2 1 0 0 0,1-1 0 0 0,-1 0-1 0 0,0 0 1 0 0,1-8 0 0 0,-3 10-94 0 0,0 1 0 0 0,-1-1 0 0 0,1 1 0 0 0,-1 0 0 0 0,-1-1 0 0 0,1 1 0 0 0,0 0 0 0 0,-1 0 0 0 0,0 0 1 0 0,0 0-1 0 0,0 0 0 0 0,-1 0 0 0 0,1 1 0 0 0,-1-1 0 0 0,0 1 0 0 0,0 0 0 0 0,0-1 0 0 0,0 1 0 0 0,-1 1 0 0 0,1-1 0 0 0,-1 0 0 0 0,0 1 0 0 0,1 0 0 0 0,-7-3 0 0 0,6 3-251 0 0,0 1 0 0 0,0-1 0 0 0,0 1 0 0 0,-1-1 1 0 0,1 1-1 0 0,0 1 0 0 0,-1-1 0 0 0,1 1 0 0 0,-1-1 0 0 0,-8 2 0 0 0,10-1-140 0 0,0 1 1 0 0,0-1-1 0 0,0 1 0 0 0,0 0 0 0 0,0 0 1 0 0,0 0-1 0 0,0 1 0 0 0,1-1 1 0 0,-1 1-1 0 0,0-1 0 0 0,1 1 1 0 0,0 0-1 0 0,-1 0 0 0 0,1 0 1 0 0,0 0-1 0 0,-4 5 0 0 0,7-8 249 0 0,-1 1 0 0 0,0 0 0 0 0,0 0 0 0 0,1 0-1 0 0,-1 0 1 0 0,0 0 0 0 0,0 0 0 0 0,1 0 0 0 0,-1 0 0 0 0,0 0 0 0 0,0 0-1 0 0,1 0 1 0 0,-1 0 0 0 0,0 0 0 0 0,0 0 0 0 0,1 0 0 0 0,-1 0 0 0 0,0 0-1 0 0,0 0 1 0 0,1 1 0 0 0,-1-1 0 0 0,0 0 0 0 0,0 0 0 0 0,1 0 0 0 0,-1 0-1 0 0,0 0 1 0 0,0 1 0 0 0,0-1 0 0 0,1 0 0 0 0,-1 0 0 0 0,0 0 0 0 0,0 1-1 0 0,0-1 1 0 0,0 0 0 0 0,1 0 0 0 0,-1 1 0 0 0,0-1 0 0 0,0 0 0 0 0,0 0-1 0 0,0 1 1 0 0,0-1 0 0 0,0 0 0 0 0,0 0 0 0 0,0 1 0 0 0,0-1-1 0 0,0 0 1 0 0,0 0 0 0 0,0 1 0 0 0,0-1 0 0 0,0 0 0 0 0,0 0 0 0 0,0 1-1 0 0,0-1 1 0 0,0 0 0 0 0,0 0 0 0 0,0 1 0 0 0,-1-1 0 0 0,1 0 0 0 0,0 0-1 0 0,0 1 1 0 0,0-1 0 0 0,0 0 0 0 0,-1 1 0 0 0,11 0-1394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4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96 2088 0 0,'-18'16'6965'0'0,"13"-9"-6849"0"0,-1 0 1 0 0,1 1-1 0 0,1 0 1 0 0,-6 12-1 0 0,8-17-144 0 0,1 0-1 0 0,0 1 1 0 0,0-1-1 0 0,0 1 1 0 0,1-1-1 0 0,-1 1 1 0 0,1 0-1 0 0,0-1 0 0 0,0 1 1 0 0,0-1-1 0 0,1 1 1 0 0,-1-1-1 0 0,1 1 1 0 0,0-1-1 0 0,0 1 1 0 0,0-1-1 0 0,0 1 0 0 0,1-1 1 0 0,-1 0-1 0 0,3 4 1 0 0,-2-5 26 0 0,1 1-1 0 0,0-1 1 0 0,0 1 0 0 0,0-1-1 0 0,0 0 1 0 0,0 0 0 0 0,0 0 0 0 0,1-1-1 0 0,-1 1 1 0 0,0-1 0 0 0,1 1-1 0 0,0-1 1 0 0,-1 0 0 0 0,1-1 0 0 0,7 2-1 0 0,7-2 339 0 0,-1 0 1 0 0,1 0-1 0 0,0-2 0 0 0,0 0 1 0 0,-1-1-1 0 0,29-9 0 0 0,-29 6 160 0 0,-1 0 0 0 0,1-1 0 0 0,-1-1 0 0 0,26-17 0 0 0,-37 23-389 0 0,-1-1 0 0 0,0 0 0 0 0,1 0 0 0 0,-1-1 0 0 0,0 1 0 0 0,-1-1 0 0 0,1 0 0 0 0,-1 0 0 0 0,0 0 0 0 0,1 0 0 0 0,-2 0 0 0 0,1-1 0 0 0,-1 0 0 0 0,1 1 0 0 0,-1-1 0 0 0,0 0 0 0 0,-1 0 0 0 0,1 0-1 0 0,-1 0 1 0 0,1-9 0 0 0,-2 12-64 0 0,-1-1-1 0 0,1 0 0 0 0,-1 0 1 0 0,1 1-1 0 0,-1-1 0 0 0,0 0 0 0 0,0 1 1 0 0,0-1-1 0 0,0 1 0 0 0,-1-1 0 0 0,1 1 1 0 0,0 0-1 0 0,-1-1 0 0 0,0 1 0 0 0,0 0 1 0 0,0 0-1 0 0,-2-2 0 0 0,-2 0-79 0 0,1 0 0 0 0,-1 0-1 0 0,1 1 1 0 0,-1-1-1 0 0,0 2 1 0 0,-13-5 0 0 0,-3 0-1355 0 0,0 2-1 0 0,-1 1 1 0 0,-26-2 0 0 0,-2 3-6264 0 0,34 3 4782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4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37 3041 0 0,'-48'34'5378'0'0,"42"-28"-5147"0"0,1-1 0 0 0,0 1 0 0 0,0-1-1 0 0,1 1 1 0 0,-8 13 0 0 0,10-16-237 0 0,1 0 0 0 0,-1 0 0 0 0,1 0 0 0 0,0 0 0 0 0,0 0 0 0 0,0 0 0 0 0,1 0 0 0 0,-1 1 0 0 0,1-1 0 0 0,-1 0 0 0 0,1 0 0 0 0,0 1 0 0 0,1-1 0 0 0,-1 0 0 0 0,0 0 0 0 0,1 1 0 0 0,0-1 1 0 0,0 0-1 0 0,0 0 0 0 0,0 0 0 0 0,0 0 0 0 0,1 0 0 0 0,-1 0 0 0 0,1 0 0 0 0,0 0 0 0 0,-1-1 0 0 0,1 1 0 0 0,1-1 0 0 0,-1 1 0 0 0,0-1 0 0 0,1 0 0 0 0,-1 0 0 0 0,1 0 0 0 0,3 2 0 0 0,-1-1 35 0 0,0 0 0 0 0,0 0 0 0 0,0 0 0 0 0,1-1 0 0 0,-1 0 0 0 0,1 0 0 0 0,-1 0 0 0 0,1-1 0 0 0,0 0 0 0 0,-1 0 1 0 0,1 0-1 0 0,0-1 0 0 0,0 0 0 0 0,0 0 0 0 0,0 0 0 0 0,-1-1 0 0 0,1 0 0 0 0,0 0 0 0 0,-1 0 0 0 0,1-1 0 0 0,5-2 0 0 0,-7 3 68 0 0,0-1 1 0 0,0 0-1 0 0,-1 0 0 0 0,1 0 1 0 0,-1 0-1 0 0,1-1 1 0 0,-1 1-1 0 0,0-1 1 0 0,0 0-1 0 0,0 0 1 0 0,0 0-1 0 0,-1 0 1 0 0,1-1-1 0 0,-1 1 1 0 0,0-1-1 0 0,0 1 0 0 0,0-1 1 0 0,0 0-1 0 0,0 0 1 0 0,-1 0-1 0 0,0 0 1 0 0,0 0-1 0 0,0 0 1 0 0,0 0-1 0 0,-1 0 1 0 0,0 0-1 0 0,0 0 1 0 0,0-1-1 0 0,-1-6 0 0 0,-1 3 50 0 0,0 0 0 0 0,-1 0 0 0 0,0 0-1 0 0,-1 1 1 0 0,1-1 0 0 0,-2 1-1 0 0,1 0 1 0 0,-1 0 0 0 0,0 0-1 0 0,0 1 1 0 0,-1-1 0 0 0,0 1-1 0 0,0 0 1 0 0,-7-5 0 0 0,10 9-189 0 0,0 0 1 0 0,0 0-1 0 0,0 0 1 0 0,0 1-1 0 0,0-1 1 0 0,-1 1-1 0 0,1-1 1 0 0,0 1-1 0 0,-1 0 1 0 0,1 0-1 0 0,-1 1 1 0 0,1-1-1 0 0,-1 1 1 0 0,1-1-1 0 0,-5 1 1 0 0,5 1-155 0 0,0 0 0 0 0,1 0 0 0 0,-1 0 0 0 0,0 0 0 0 0,0 0 0 0 0,1 0 0 0 0,-1 1 0 0 0,1-1-1 0 0,0 1 1 0 0,-1 0 0 0 0,1 0 0 0 0,0 0 0 0 0,0 0 0 0 0,0 0 0 0 0,0 0 0 0 0,0 0 0 0 0,0 1 0 0 0,1-1 0 0 0,-1 1 0 0 0,1-1 0 0 0,-2 5 0 0 0,2-6-101 0 0,1 0 1 0 0,-1 1-1 0 0,0-1 1 0 0,0 1-1 0 0,1-1 1 0 0,-1 1-1 0 0,1-1 1 0 0,-1 1-1 0 0,1-1 0 0 0,0 1 1 0 0,0 0-1 0 0,-1-1 1 0 0,1 1-1 0 0,0-1 1 0 0,0 1-1 0 0,1 0 1 0 0,-1-1-1 0 0,0 1 1 0 0,1-1-1 0 0,-1 1 0 0 0,0 0 1 0 0,1-1-1 0 0,0 1 1 0 0,0 1-1 0 0,6 1-1982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25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7 2128 0 0,'-1'0'238'0'0,"1"-1"0"0"0,-1 1 0 0 0,1-1 0 0 0,-1 0-1 0 0,0 1 1 0 0,1-1 0 0 0,-1 1 0 0 0,0 0 0 0 0,0-1-1 0 0,1 1 1 0 0,-1 0 0 0 0,0-1 0 0 0,0 1 0 0 0,1 0-1 0 0,-1 0 1 0 0,0-1 0 0 0,0 1 0 0 0,0 0 0 0 0,0 0-1 0 0,1 0 1 0 0,-1 0 0 0 0,0 0 0 0 0,0 0 0 0 0,0 0-1 0 0,0 1 1 0 0,1-1 0 0 0,-1 0 0 0 0,-1 1 0 0 0,-19 20 2518 0 0,-6 39-1707 0 0,26-56-716 0 0,-4 10-222 0 0,0-1 0 0 0,1 1 1 0 0,1 0-1 0 0,1 0 0 0 0,0 0 0 0 0,0 16 1 0 0,1-28-104 0 0,2 1 1 0 0,-1-1 0 0 0,0 1 0 0 0,0-1-1 0 0,1 1 1 0 0,-1-1 0 0 0,1 0-1 0 0,0 1 1 0 0,0-1 0 0 0,0 0-1 0 0,0 0 1 0 0,0 1 0 0 0,0-1 0 0 0,1 0-1 0 0,-1 0 1 0 0,1 0 0 0 0,2 2-1 0 0,-2-2-10 0 0,1-1-1 0 0,-1 0 1 0 0,1 0-1 0 0,-1 0 1 0 0,1 0-1 0 0,-1 0 1 0 0,1-1-1 0 0,0 1 1 0 0,-1-1-1 0 0,1 0 1 0 0,0 1-1 0 0,0-1 1 0 0,-1-1-1 0 0,1 1 1 0 0,0 0-1 0 0,-1-1 1 0 0,1 1-1 0 0,0-1 1 0 0,4-1-1 0 0,9-3 51 0 0,0-1 1 0 0,-1 0-1 0 0,0-1 0 0 0,15-9 0 0 0,-24 12 9 0 0,-1 1 0 0 0,1-1 0 0 0,-1 1 1 0 0,0-2-1 0 0,0 1 0 0 0,0 0 0 0 0,-1-1 0 0 0,1 0 0 0 0,-1 0 0 0 0,0 0 0 0 0,-1-1 0 0 0,1 1 0 0 0,3-8 1 0 0,-7 11-6 0 0,1-1 0 0 0,-1 1 1 0 0,1 0-1 0 0,-1-1 1 0 0,0 1-1 0 0,0 0 1 0 0,0 0-1 0 0,0-1 1 0 0,0 1-1 0 0,0 0 1 0 0,-1-1-1 0 0,1 1 1 0 0,-1 0-1 0 0,0 0 1 0 0,0 0-1 0 0,1 0 1 0 0,-1-1-1 0 0,0 1 0 0 0,-1 0 1 0 0,1 1-1 0 0,0-1 1 0 0,-1 0-1 0 0,1 0 1 0 0,-1 0-1 0 0,1 1 1 0 0,-1-1-1 0 0,0 1 1 0 0,0-1-1 0 0,0 1 1 0 0,1 0-1 0 0,-1 0 1 0 0,-1 0-1 0 0,1 0 1 0 0,0 0-1 0 0,0 0 0 0 0,-4-1 1 0 0,-1 0-300 0 0,0 0-1 0 0,0 0 1 0 0,0 1 0 0 0,0 0-1 0 0,0 0 1 0 0,0 0 0 0 0,0 1 0 0 0,0 0-1 0 0,0 0 1 0 0,-13 3 0 0 0,-36 7-9261 0 0,44-9 5810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35.4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207 62 3225 0 0,'-44'-20'6474'0'0,"-1"10"-3458"0"0,42 10-2963 0 0,0 0 1 0 0,0 0 0 0 0,0 0 0 0 0,0 0-1 0 0,0 1 1 0 0,0-1 0 0 0,0 1 0 0 0,0 0-1 0 0,1 0 1 0 0,-1 0 0 0 0,0 0 0 0 0,0 1 0 0 0,1-1-1 0 0,-1 1 1 0 0,1-1 0 0 0,-1 1 0 0 0,1 0-1 0 0,0 0 1 0 0,-1 0 0 0 0,1 0 0 0 0,0 1-1 0 0,1-1 1 0 0,-1 1 0 0 0,0-1 0 0 0,1 1-1 0 0,-1-1 1 0 0,1 1 0 0 0,-2 4 0 0 0,-7 18 15 0 0,2 1 0 0 0,0 1 0 0 0,2-1-1 0 0,0 1 1 0 0,2 1 0 0 0,2-1 0 0 0,0 0 0 0 0,1 1 0 0 0,2-1 0 0 0,1 1 0 0 0,1-1 0 0 0,10 40 0 0 0,-10-57-43 0 0,1-1 0 0 0,0 0-1 0 0,0 0 1 0 0,1 0 0 0 0,1 0 0 0 0,-1-1 0 0 0,1 1-1 0 0,0-2 1 0 0,1 1 0 0 0,0-1 0 0 0,0 0 0 0 0,1 0 0 0 0,0-1-1 0 0,0 0 1 0 0,0 0 0 0 0,1-1 0 0 0,0 0 0 0 0,0 0 0 0 0,0-1-1 0 0,1-1 1 0 0,-1 1 0 0 0,1-1 0 0 0,0-1 0 0 0,18 2-1 0 0,-16-2-4 0 0,1 0 0 0 0,0-1 0 0 0,0-1 0 0 0,0 0 0 0 0,0-1 0 0 0,-1 0 0 0 0,1-1 0 0 0,0 0 0 0 0,-1-1 0 0 0,1-1 0 0 0,-1 0 0 0 0,0 0 0 0 0,0-1 0 0 0,-1-1 0 0 0,1 0 0 0 0,-1-1 0 0 0,-1 0 0 0 0,1 0 0 0 0,10-11 0 0 0,-7 2 131 0 0,-1 0 0 0 0,-1-1 0 0 0,0 0 0 0 0,-2-1-1 0 0,0 0 1 0 0,-1-1 0 0 0,0 0 0 0 0,-2-1-1 0 0,0 1 1 0 0,-2-1 0 0 0,0-1 0 0 0,-1 1 0 0 0,2-35-1 0 0,-5 42-6 0 0,-1 0 0 0 0,0 1 0 0 0,-1-1 0 0 0,-1 0 0 0 0,0 1-1 0 0,-1-1 1 0 0,0 1 0 0 0,-1 0 0 0 0,0 0 0 0 0,-9-16 0 0 0,9 20-117 0 0,-2 0 1 0 0,1 0 0 0 0,-1 1 0 0 0,0-1-1 0 0,0 1 1 0 0,-1 1 0 0 0,0-1 0 0 0,0 1-1 0 0,-1 1 1 0 0,1-1 0 0 0,-1 1 0 0 0,0 1-1 0 0,-1-1 1 0 0,1 1 0 0 0,-13-3 0 0 0,15 5-87 0 0,0 0 1 0 0,-1 1 0 0 0,1-1 0 0 0,-1 2-1 0 0,0-1 1 0 0,1 1 0 0 0,-1 0 0 0 0,0 0 0 0 0,1 1-1 0 0,-1 0 1 0 0,1 0 0 0 0,-1 1 0 0 0,1-1-1 0 0,0 1 1 0 0,-1 1 0 0 0,1-1 0 0 0,0 1-1 0 0,0 0 1 0 0,-7 5 0 0 0,-43 38-3089 0 0,8 6-4038 0 0,33-34 1486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37.4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4 2913 0 0,'-1'-1'151'0'0,"1"1"1"0"0,0 0 0 0 0,-1 0 0 0 0,1 0 0 0 0,0 0-1 0 0,-1-1 1 0 0,1 1 0 0 0,-1 0 0 0 0,1 0-1 0 0,0 0 1 0 0,-1 0 0 0 0,1 0 0 0 0,-1 0 0 0 0,1 0-1 0 0,0 0 1 0 0,-1 0 0 0 0,1 0 0 0 0,-1 0 0 0 0,1 1-1 0 0,0-1 1 0 0,-1 0 0 0 0,1 0 0 0 0,-1 0-1 0 0,1 0 1 0 0,0 1 0 0 0,-1-1 0 0 0,1 0 0 0 0,0 0-1 0 0,0 1 1 0 0,-1-1 0 0 0,1 0 0 0 0,0 0 0 0 0,-1 1-1 0 0,1-1 1 0 0,0 0 0 0 0,0 1 0 0 0,0-1-1 0 0,-1 0 1 0 0,1 1 0 0 0,0-1 0 0 0,0 1 0 0 0,-9 28 1346 0 0,3 31-1335 0 0,6-54-95 0 0,0 0 1 0 0,1 0-1 0 0,0-1 1 0 0,0 1-1 0 0,0 0 1 0 0,0 0-1 0 0,1-1 1 0 0,5 11-1 0 0,-7-15-56 0 0,0 0 0 0 0,1-1 0 0 0,-1 1-1 0 0,0-1 1 0 0,1 1 0 0 0,-1 0 0 0 0,1-1 0 0 0,-1 1 0 0 0,1-1 0 0 0,0 1-1 0 0,-1-1 1 0 0,1 1 0 0 0,-1-1 0 0 0,1 0 0 0 0,0 1 0 0 0,-1-1 0 0 0,1 0-1 0 0,0 0 1 0 0,-1 1 0 0 0,1-1 0 0 0,0 0 0 0 0,0 0 0 0 0,-1 0 0 0 0,1 0-1 0 0,0 0 1 0 0,0 0 0 0 0,0 0 0 0 0,1-1 10 0 0,0 1 1 0 0,0-1-1 0 0,0-1 1 0 0,0 1-1 0 0,-1 0 0 0 0,1 0 1 0 0,0-1-1 0 0,-1 1 1 0 0,1-1-1 0 0,-1 1 1 0 0,1-1-1 0 0,-1 1 0 0 0,0-1 1 0 0,2-3-1 0 0,1-2 95 0 0,0 0-1 0 0,-1-1 1 0 0,0 1-1 0 0,0 0 1 0 0,0-1-1 0 0,-1 0 1 0 0,-1 1-1 0 0,1-1 1 0 0,-1 0-1 0 0,0-14 0 0 0,-1 20-141 0 0,0 0-1 0 0,0 0 1 0 0,0 0-1 0 0,0 0 0 0 0,-1 0 1 0 0,1-1-1 0 0,-1 1 0 0 0,0 0 1 0 0,1 0-1 0 0,-1 0 0 0 0,0 0 1 0 0,0 0-1 0 0,0 1 0 0 0,0-1 1 0 0,0 0-1 0 0,-1 0 1 0 0,1 1-1 0 0,-1-1 0 0 0,1 1 1 0 0,-1-1-1 0 0,1 1 0 0 0,-4-2 1 0 0,2 2-228 0 0,1 0 1 0 0,-1 0 0 0 0,1 0-1 0 0,-1 1 1 0 0,0-1 0 0 0,0 1-1 0 0,1 0 1 0 0,-1 0-1 0 0,0 0 1 0 0,0 0 0 0 0,1 0-1 0 0,-1 1 1 0 0,0-1 0 0 0,-3 2-1 0 0,-3 0-2655 0 0,0 3-1379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38.3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195 10 1576 0 0,'-4'-1'249'0'0,"1"1"-1"0"0,0-1 0 0 0,0 1 0 0 0,0 0 1 0 0,-1 0-1 0 0,1 0 0 0 0,0 0 0 0 0,0 0 1 0 0,-1 1-1 0 0,1 0 0 0 0,0 0 1 0 0,0 0-1 0 0,0 0 0 0 0,0 0 0 0 0,0 0 1 0 0,0 1-1 0 0,0-1 0 0 0,1 1 0 0 0,-1 0 1 0 0,0 0-1 0 0,1 0 0 0 0,-1 0 0 0 0,1 1 1 0 0,0-1-1 0 0,-2 3 0 0 0,-8 8 147 0 0,0 0 0 0 0,1 0 0 0 0,-13 21 0 0 0,15-17-191 0 0,1-1-1 0 0,1 1 0 0 0,1 1 1 0 0,0-1-1 0 0,1 1 0 0 0,1 0 1 0 0,0 0-1 0 0,0 21 0 0 0,1-4-31 0 0,2 0 0 0 0,1 0 0 0 0,7 47 0 0 0,-6-71-138 0 0,1-1 1 0 0,0 1-1 0 0,1-1 0 0 0,0 1 0 0 0,1-1 0 0 0,0 0 1 0 0,1 0-1 0 0,-1-1 0 0 0,2 1 0 0 0,0-1 0 0 0,0 0 0 0 0,0-1 1 0 0,14 14-1 0 0,-15-17-10 0 0,1-1 1 0 0,-1 0-1 0 0,1 0 0 0 0,0 0 1 0 0,1-1-1 0 0,-1 0 0 0 0,0 0 1 0 0,1 0-1 0 0,0-1 0 0 0,-1 0 1 0 0,1-1-1 0 0,0 1 1 0 0,0-1-1 0 0,0-1 0 0 0,0 1 1 0 0,0-1-1 0 0,0 0 0 0 0,0-1 1 0 0,0 0-1 0 0,0 0 0 0 0,0 0 1 0 0,7-3-1 0 0,-2 0 50 0 0,-1 0 0 0 0,0 0-1 0 0,0-1 1 0 0,-1 0 0 0 0,1-1-1 0 0,-1-1 1 0 0,0 1 0 0 0,-1-2-1 0 0,1 1 1 0 0,-2-1 0 0 0,1-1-1 0 0,-1 1 1 0 0,0-1 0 0 0,8-13-1 0 0,-7 7 92 0 0,0 0-1 0 0,-1 0 0 0 0,-1-1 0 0 0,0 0 1 0 0,-1-1-1 0 0,-1 1 0 0 0,0-1 1 0 0,-2 0-1 0 0,3-25 0 0 0,-4 23 19 0 0,-1 1 0 0 0,-1 0 0 0 0,-1-1-1 0 0,-1 1 1 0 0,0-1 0 0 0,-1 1 0 0 0,-1 0 0 0 0,-13-33-1 0 0,13 39-102 0 0,-2 0 0 0 0,1 1-1 0 0,-2 0 1 0 0,1 0-1 0 0,-2 1 1 0 0,1-1-1 0 0,-1 2 1 0 0,-1-1-1 0 0,0 1 1 0 0,0 0-1 0 0,-1 1 1 0 0,0 0-1 0 0,-14-8 1 0 0,20 14-87 0 0,-1-1 1 0 0,1 1-1 0 0,-1 0 1 0 0,0 1-1 0 0,1-1 1 0 0,-1 1-1 0 0,0 0 1 0 0,0 0-1 0 0,0 0 1 0 0,0 1-1 0 0,0 0 1 0 0,0 0-1 0 0,0 0 0 0 0,0 1 1 0 0,0-1-1 0 0,0 1 1 0 0,0 0-1 0 0,0 1 1 0 0,0-1-1 0 0,1 1 1 0 0,-1 0-1 0 0,1 0 1 0 0,-1 0-1 0 0,1 1 1 0 0,-8 5-1 0 0,7-4-314 0 0,-1 1 1 0 0,1 0-1 0 0,0 0 0 0 0,0 0 0 0 0,1 1 0 0 0,0 0 0 0 0,0-1 0 0 0,-4 8 0 0 0,5-7-529 0 0,0 1-1 0 0,0-1 0 0 0,1 1 1 0 0,0 0-1 0 0,0 0 1 0 0,1 0-1 0 0,-1 0 0 0 0,1 9 1 0 0,2 4-4127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39.9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55 3209 0 0,'-1'-1'257'0'0,"1"0"-1"0"0,-1 0 1 0 0,1-1 0 0 0,-1 1 0 0 0,1 0 0 0 0,-1-1-1 0 0,1 1 1 0 0,0 0 0 0 0,0-1 0 0 0,0 1 0 0 0,0 0-1 0 0,0-1 1 0 0,0 1 0 0 0,0-1 0 0 0,0 1 0 0 0,0 0 0 0 0,0-1-1 0 0,1 1 1 0 0,-1 0 0 0 0,1-1 0 0 0,-1 1 0 0 0,1 0-1 0 0,-1 0 1 0 0,1-1 0 0 0,0 1 0 0 0,1-1 0 0 0,-1 0-92 0 0,1 1 0 0 0,-1-1 0 0 0,1 1 0 0 0,0-1 0 0 0,0 1 0 0 0,0 0 0 0 0,0 0 0 0 0,0 0 0 0 0,0 0 0 0 0,0 0 0 0 0,0 1 0 0 0,0-1 0 0 0,0 0 0 0 0,4 0-1 0 0,-4 1-134 0 0,-1 0-1 0 0,1-1 0 0 0,-1 1 0 0 0,1 0 1 0 0,0 0-1 0 0,-1 0 0 0 0,1 0 0 0 0,-1 0 0 0 0,1 0 1 0 0,-1 0-1 0 0,1 1 0 0 0,-1-1 0 0 0,1 1 0 0 0,-1-1 1 0 0,1 1-1 0 0,-1-1 0 0 0,0 1 0 0 0,1 0 0 0 0,-1 0 1 0 0,0-1-1 0 0,1 1 0 0 0,-1 0 0 0 0,0 0 0 0 0,0 0 1 0 0,0 1-1 0 0,0-1 0 0 0,0 0 0 0 0,0 0 0 0 0,0 0 1 0 0,0 1-1 0 0,-1-1 0 0 0,1 1 0 0 0,0-1 0 0 0,-1 0 1 0 0,1 1-1 0 0,-1-1 0 0 0,0 1 0 0 0,1-1 0 0 0,-1 1 1 0 0,0-1-1 0 0,0 1 0 0 0,0 0 0 0 0,0-1 0 0 0,0 1 1 0 0,0-1-1 0 0,-1 1 0 0 0,1-1 0 0 0,0 1 0 0 0,-1 1 1 0 0,-13 31-125 0 0,13-33 83 0 0,1 0 0 0 0,0 0 0 0 0,-1 0 0 0 0,1 0 0 0 0,-1 0 0 0 0,1-1 0 0 0,-1 1 0 0 0,1 0 0 0 0,-1 0 0 0 0,0 0 0 0 0,1 0 0 0 0,-1-1 0 0 0,0 1 0 0 0,0 0 0 0 0,0-1 0 0 0,0 1 1 0 0,1 0-1 0 0,-1-1 0 0 0,0 1 0 0 0,0-1 0 0 0,0 0 0 0 0,0 1 0 0 0,0-1 0 0 0,0 0 0 0 0,0 1 0 0 0,0-1 0 0 0,0 0 0 0 0,0 0 0 0 0,0 0 0 0 0,0 0 0 0 0,-2 0 0 0 0,65-3 1689 0 0,-60 4-1611 0 0,0 0 0 0 0,0-1 0 0 0,1 1 0 0 0,-1 0-1 0 0,0 0 1 0 0,0 1 0 0 0,0-1 0 0 0,-1 0 0 0 0,1 1 0 0 0,0-1 0 0 0,0 1 0 0 0,-1 0 0 0 0,1-1 0 0 0,-1 1 0 0 0,1 0 0 0 0,-1 0 0 0 0,0 0 0 0 0,0 0 0 0 0,0 0 0 0 0,0 0 0 0 0,0 0 0 0 0,0 0 0 0 0,-1 1 0 0 0,1-1 0 0 0,-1 0 0 0 0,1 0 0 0 0,-1 1 0 0 0,0-1 0 0 0,0 0 0 0 0,0 5 0 0 0,-8 34-697 0 0,7-38 205 0 0,0 0-1 0 0,0 0 1 0 0,-1 0 0 0 0,0 0-1 0 0,1-1 1 0 0,-1 1 0 0 0,0 0 0 0 0,0-1-1 0 0,-4 4 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46.3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5305 0 0,'0'6'5678'0'0,"1"23"-3469"0"0,-1-6-1500 0 0,-1 50 153 0 0,2 1 0 0 0,4-1 0 0 0,21 107 0 0 0,-12-147-3247 0 0,-9-30-1435 0 0,-5-22 130 0 0,-8-18-783 0 0,5 16 2020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46.7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32 2873 0 0,'0'-1'252'0'0,"0"0"0"0"0,0 0 0 0 0,1 0 0 0 0,-1 0 1 0 0,0 0-1 0 0,0 0 0 0 0,0 0 0 0 0,1 0 0 0 0,-1 0 0 0 0,1 0 1 0 0,-1 0-1 0 0,0 0 0 0 0,1 0 0 0 0,0 1 0 0 0,-1-1 1 0 0,1 0-1 0 0,-1 0 0 0 0,1 0 0 0 0,0 1 0 0 0,0-1 0 0 0,-1 1 1 0 0,1-1-1 0 0,0 0 0 0 0,1 0 0 0 0,23 2 3481 0 0,2 2-2883 0 0,19-10 373 0 0,-38 5-1016 0 0,0 0 0 0 0,-1 1 0 0 0,1 0 0 0 0,0 0 0 0 0,0 1 0 0 0,-1 0 1 0 0,15 2-1 0 0,-22-2-170 0 0,1 0 0 0 0,0 1 0 0 0,-1-1 0 0 0,1 0 0 0 0,0 0 1 0 0,-1 1-1 0 0,1-1 0 0 0,-1 0 0 0 0,1 1 0 0 0,-1-1 0 0 0,1 1 1 0 0,-1-1-1 0 0,1 1 0 0 0,-1-1 0 0 0,1 1 0 0 0,-1-1 0 0 0,1 1 1 0 0,-1-1-1 0 0,0 1 0 0 0,0 0 0 0 0,1-1 0 0 0,-1 1 0 0 0,0 0 1 0 0,0-1-1 0 0,1 1 0 0 0,-1 0 0 0 0,0-1 0 0 0,0 1 0 0 0,0 1 1 0 0,-5 25 595 0 0,-19 23-70 0 0,14-33-591 0 0,-1-1 1 0 0,-1 0-1 0 0,-20 21 1 0 0,-22 9-6367 0 0,46-44 768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47.3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61 3497 0 0,'-1'-3'1012'0'0,"-1"-2"-348"0"0,1 1 0 0 0,-1 0-1 0 0,1 0 1 0 0,0 0 0 0 0,0-1 0 0 0,0 1 0 0 0,1-1-1 0 0,0 1 1 0 0,0-1 0 0 0,0 1 0 0 0,1-6 0 0 0,-2 16-427 0 0,1-1 1 0 0,0 0 0 0 0,1 0 0 0 0,-1 0 0 0 0,1 0 0 0 0,3 9 0 0 0,-1 7 10 0 0,15 146 754 0 0,16 128-1251 0 0,-27-268-2281 0 0,-5-20-1361 0 0,-3-20-519 0 0,-1 2 1260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47.6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 4505 0 0,'23'-7'9230'0'0,"28"8"-7713"0"0,-35 0-571 0 0,-12-1-850 0 0,0 0 1 0 0,1 0-1 0 0,-1 1 1 0 0,0-1-1 0 0,0 1 0 0 0,0 0 1 0 0,0 0-1 0 0,0 0 0 0 0,0 1 1 0 0,0-1-1 0 0,0 1 1 0 0,0 0-1 0 0,-1 0 0 0 0,1 0 1 0 0,-1 1-1 0 0,1-1 0 0 0,-1 1 1 0 0,3 3-1 0 0,-4-3-28 0 0,0 0 0 0 0,-1 0 1 0 0,0 0-1 0 0,1 0 0 0 0,-1 1 0 0 0,0-1 0 0 0,-1 0 0 0 0,1 0 0 0 0,0 1 0 0 0,-1-1 1 0 0,0 0-1 0 0,0 1 0 0 0,0-1 0 0 0,0 0 0 0 0,0 1 0 0 0,-1-1 0 0 0,0 0 0 0 0,1 0 1 0 0,-1 1-1 0 0,-1-1 0 0 0,1 0 0 0 0,0 0 0 0 0,-2 3 0 0 0,-7 14 40 0 0,0-1-1 0 0,-2-1 1 0 0,0 0-1 0 0,-15 18 0 0 0,-32 25-6386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3.9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465 78 2753 0 0,'-77'6'8399'0'0,"67"-6"-8117"0"0,1 0 0 0 0,-1 0-1 0 0,0 1 1 0 0,1 0 0 0 0,-1 0 0 0 0,1 1 0 0 0,-1 1 0 0 0,1 0 0 0 0,0 0 0 0 0,0 0 0 0 0,0 1 0 0 0,-15 10-1 0 0,-5 6 60 0 0,1 1 0 0 0,1 2 0 0 0,0 1-1 0 0,2 0 1 0 0,-32 42 0 0 0,50-56-311 0 0,0 1 1 0 0,1-1 0 0 0,0 1-1 0 0,0 0 1 0 0,1 1 0 0 0,1-1-1 0 0,0 1 1 0 0,1 0-1 0 0,0 0 1 0 0,1 0 0 0 0,0 0-1 0 0,1 1 1 0 0,0-1-1 0 0,1 0 1 0 0,0 1 0 0 0,1-1-1 0 0,1 0 1 0 0,0 0-1 0 0,4 16 1 0 0,-2-15-4 0 0,0 0 0 0 0,0 0 0 0 0,2 0 0 0 0,-1-1 0 0 0,2 0 0 0 0,-1 0 0 0 0,2 0 0 0 0,-1-1 0 0 0,2 0 0 0 0,-1-1 0 0 0,2 0-1 0 0,-1 0 1 0 0,1-1 0 0 0,1 0 0 0 0,-1-1 0 0 0,2 0 0 0 0,-1 0 0 0 0,1-2 0 0 0,0 1 0 0 0,0-1 0 0 0,1-1 0 0 0,0 0 0 0 0,22 4 0 0 0,15 3 112 0 0,-8 0 65 0 0,-1-2 0 0 0,2-2 0 0 0,-1-2 0 0 0,1-2 0 0 0,60-2 0 0 0,-88-4-111 0 0,0-1 1 0 0,0-1 0 0 0,0 0 0 0 0,0-1-1 0 0,-1-1 1 0 0,0 0 0 0 0,0-1-1 0 0,0-1 1 0 0,-1 0 0 0 0,0 0-1 0 0,-1-2 1 0 0,19-17 0 0 0,-10 7-24 0 0,-1-1 0 0 0,-1-1 0 0 0,0-1 0 0 0,-2-1 0 0 0,26-47 0 0 0,-34 51-10 0 0,-1 0 0 0 0,-1 0 1 0 0,-1 0-1 0 0,-1-1 1 0 0,5-39-1 0 0,-10 54-14 0 0,0-1-1 0 0,-1 0 0 0 0,0 1 0 0 0,0 0 1 0 0,0-1-1 0 0,-1 1 0 0 0,0 0 0 0 0,0-1 1 0 0,-1 1-1 0 0,0 0 0 0 0,0 1 1 0 0,-6-10-1 0 0,-54-67 183 0 0,44 59-249 0 0,6 9 34 0 0,0 0 0 0 0,-1 1 0 0 0,-1 1-1 0 0,0 0 1 0 0,-1 1 0 0 0,0 0-1 0 0,-1 2 1 0 0,-22-11 0 0 0,-19-4 3 0 0,-71-20 0 0 0,118 41-198 0 0,-1 0 1 0 0,1 0-1 0 0,-1 1 0 0 0,1 1 1 0 0,-1 0-1 0 0,0 0 0 0 0,1 1 1 0 0,-1 1-1 0 0,0 0 0 0 0,0 0 1 0 0,-12 5-1 0 0,-24 12-3939 0 0,3 11-3680 0 0,32-17 2294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4.6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2016 0 0,'6'50'4551'0'0,"13"29"-2689"0"0,-3-18-821 0 0,-1 12-280 0 0,-7-26-758 0 0,2 0 0 0 0,3 0-1 0 0,1-2 1 0 0,20 45 0 0 0,-34-90-55 0 0,0 1 1 0 0,0-1-1 0 0,0 0 1 0 0,0 0-1 0 0,0 0 1 0 0,0 0-1 0 0,0 1 1 0 0,0-1-1 0 0,0 0 1 0 0,0 0-1 0 0,0 0 1 0 0,0 0-1 0 0,0 0 1 0 0,0 1-1 0 0,0-1 1 0 0,0 0-1 0 0,0 0 1 0 0,0 0-1 0 0,0 0 1 0 0,0 1-1 0 0,0-1 0 0 0,0 0 1 0 0,0 0-1 0 0,0 0 1 0 0,1 0-1 0 0,-1 0 1 0 0,0 0-1 0 0,0 1 1 0 0,0-1-1 0 0,0 0 1 0 0,0 0-1 0 0,0 0 1 0 0,1 0-1 0 0,-1 0 1 0 0,0 0-1 0 0,0 0 1 0 0,0 0-1 0 0,0 0 1 0 0,0 0-1 0 0,1 0 1 0 0,-1 0-1 0 0,0 0 1 0 0,0 0-1 0 0,0 0 1 0 0,0 0-1 0 0,0 0 1 0 0,1 0-1 0 0,-1 0 1 0 0,0 0-1 0 0,0 0 0 0 0,0 0 1 0 0,0 0-1 0 0,1 0 1 0 0,-1 0-1 0 0,0 0 1 0 0,0 0-1 0 0,0 0 1 0 0,0 0-1 0 0,0 0 1 0 0,0 0-1 0 0,1 0 1 0 0,-1 0-1 0 0,0 0 1 0 0,0-1-1 0 0,0 1 1 0 0,0 0-1 0 0,0 0 1 0 0,0 0-1 0 0,0 0 1 0 0,2-12-3078 0 0,-4 2 563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5.0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39 1856 0 0,'3'-4'665'0'0,"0"1"0"0"0,0 0 0 0 0,0 0 0 0 0,0 1 0 0 0,0-1-1 0 0,1 1 1 0 0,6-4 0 0 0,-6 4-373 0 0,1 0 0 0 0,0 0 0 0 0,0 0 0 0 0,0 1-1 0 0,1 0 1 0 0,-1 0 0 0 0,0 0 0 0 0,0 0 0 0 0,11 1 0 0 0,-13 0-205 0 0,0 0-1 0 0,0 0 1 0 0,0 1 0 0 0,0-1 0 0 0,-1 1 0 0 0,1 0 0 0 0,0 0 0 0 0,0 0 0 0 0,0 0 0 0 0,-1 0 0 0 0,1 0-1 0 0,0 1 1 0 0,-1-1 0 0 0,0 1 0 0 0,1 0 0 0 0,-1 0 0 0 0,0 0 0 0 0,0 0 0 0 0,0 0 0 0 0,0 0 0 0 0,0 1 0 0 0,0-1-1 0 0,-1 1 1 0 0,1-1 0 0 0,-1 1 0 0 0,1-1 0 0 0,-1 1 0 0 0,0 0 0 0 0,0 0 0 0 0,-1 0 0 0 0,1-1 0 0 0,0 6-1 0 0,0 3 203 0 0,0 1-1 0 0,-1 0 1 0 0,-1 0-1 0 0,0 0 1 0 0,-1 0-1 0 0,0-1 1 0 0,0 1 0 0 0,-7 17-1 0 0,-3 2 107 0 0,-28 48-1 0 0,23-47-989 0 0,-17 44 0 0 0,32-62-3180 0 0,12-25-3021 0 0,-3 2 3418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5.4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2353 0 0,'11'33'12275'0'0,"8"45"-9054"0"0,-2-6-2258 0 0,-15-61-1085 0 0,4 18 226 0 0,3-18-4532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7.5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785 10 1464 0 0,'-4'-2'477'0'0,"1"1"1"0"0,-1-1-1 0 0,1 1 0 0 0,-1 0 0 0 0,1 0 0 0 0,-1 1 0 0 0,0-1 0 0 0,0 1 1 0 0,-3 0-1 0 0,-66 6 2130 0 0,56-4-1677 0 0,-24 5 43 0 0,1 2 0 0 0,0 2 1 0 0,-54 22-1 0 0,35-11-457 0 0,-144 61 2074 0 0,194-78-2572 0 0,0 1 0 0 0,1 0-1 0 0,-1 1 1 0 0,1 0 0 0 0,0 0 0 0 0,1 0 0 0 0,0 1 0 0 0,0 0 0 0 0,-9 14 0 0 0,-4 9 26 0 0,-21 45-1 0 0,35-64-33 0 0,2 0-1 0 0,-1 1 0 0 0,2-1 0 0 0,0 1 1 0 0,0 0-1 0 0,1 0 0 0 0,1 0 1 0 0,0 0-1 0 0,0 0 0 0 0,2 0 1 0 0,-1 0-1 0 0,2 0 0 0 0,0 0 0 0 0,0-1 1 0 0,1 1-1 0 0,1 0 0 0 0,0-1 1 0 0,1 0-1 0 0,0 0 0 0 0,1 0 0 0 0,0-1 1 0 0,1 1-1 0 0,0-2 0 0 0,1 1 1 0 0,0-1-1 0 0,1 0 0 0 0,0-1 1 0 0,0 1-1 0 0,1-2 0 0 0,12 9 0 0 0,19 12 30 0 0,1-3-1 0 0,0-1 0 0 0,2-2 0 0 0,1-2 1 0 0,1-2-1 0 0,1-2 0 0 0,0-2 1 0 0,1-2-1 0 0,67 9 0 0 0,-77-15 32 0 0,0-2 0 0 0,1-2 0 0 0,0-1 0 0 0,-1-2 0 0 0,1-1 0 0 0,52-9 0 0 0,444-115 451 0 0,-518 119-447 0 0,-1-1 0 0 0,0 0 0 0 0,0-1 0 0 0,-1-1-1 0 0,0-1 1 0 0,0 0 0 0 0,-1-1 0 0 0,22-21 0 0 0,-27 23-11 0 0,0-1 0 0 0,0 0 1 0 0,-1 0-1 0 0,0-1 0 0 0,-1 0 0 0 0,0-1 1 0 0,-1 1-1 0 0,0-1 0 0 0,-1-1 0 0 0,-1 1 1 0 0,1-1-1 0 0,2-16 0 0 0,-6 17 58 0 0,-1 0-1 0 0,0 0 1 0 0,-1 0-1 0 0,0 0 1 0 0,-1 1 0 0 0,0-1-1 0 0,-1 1 1 0 0,0-1-1 0 0,0 1 1 0 0,-11-20 0 0 0,2 6 165 0 0,-1 1 1 0 0,-2 0 0 0 0,-25-33 0 0 0,28 44-262 0 0,0 0-1 0 0,0 0 1 0 0,-1 1 0 0 0,-1 1 0 0 0,0 0 0 0 0,0 1 0 0 0,-1 0-1 0 0,-23-10 1 0 0,-10 0 26 0 0,-77-23 0 0 0,117 40-41 0 0,-75-32 63 0 0,70 28-73 0 0,0 0 1 0 0,0 1 0 0 0,-1 1 0 0 0,1 0-1 0 0,-1 1 1 0 0,-1 0 0 0 0,1 1 0 0 0,-19-1 0 0 0,-29 3-241 0 0,-104 10 0 0 0,73 11-2876 0 0,50-4-1889 0 0,18-1-2693 0 0,17-6 2789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8.0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3721 0 0,'-6'16'5213'0'0,"5"25"-3789"0"0,2-31-808 0 0,3 282 3073 0 0,19-100-5661 0 0,-19-181-3728 0 0,-4-30 1152 0 0,-1 5 2569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8.5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0 187 1560 0 0,'3'-12'975'0'0,"1"-1"-1"0"0,0 1 0 0 0,0 0 0 0 0,1-1 1 0 0,1 2-1 0 0,0-1 0 0 0,14-20 0 0 0,-16 26-753 0 0,0 1 0 0 0,0 0-1 0 0,1 0 1 0 0,-1 0 0 0 0,1 0-1 0 0,0 1 1 0 0,1 0 0 0 0,-1 0 0 0 0,1 0-1 0 0,-1 1 1 0 0,1-1 0 0 0,0 1-1 0 0,0 1 1 0 0,1-1 0 0 0,-1 1-1 0 0,0 0 1 0 0,9-1 0 0 0,-13 3-149 0 0,-1 0 0 0 0,1 0 1 0 0,0 0-1 0 0,0 0 0 0 0,-1 0 1 0 0,1 0-1 0 0,0 0 0 0 0,0 1 0 0 0,-1-1 1 0 0,1 1-1 0 0,0-1 0 0 0,-1 1 1 0 0,1 0-1 0 0,-1 0 0 0 0,1-1 0 0 0,-1 1 1 0 0,1 0-1 0 0,-1 0 0 0 0,0 0 1 0 0,1 1-1 0 0,-1-1 0 0 0,0 0 0 0 0,2 3 1 0 0,-1 0 55 0 0,0-1 0 0 0,0 1 0 0 0,-1 0 0 0 0,1 0 0 0 0,-1 0 0 0 0,0 0 0 0 0,0 0 0 0 0,-1 0 0 0 0,1 8 1 0 0,-1 4 169 0 0,0-1 1 0 0,-2 1 0 0 0,0-1 0 0 0,-5 22 0 0 0,0-14-319 0 0,-1 0-1 0 0,-2-1 1 0 0,0 0-1 0 0,-1 0 1 0 0,-1-1-1 0 0,-1-1 1 0 0,-1 0-1 0 0,0-1 1 0 0,-2 0-1 0 0,-29 27 1 0 0,42-40-5208 0 0,16-15-5844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4:58.9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15 120 2120 0 0,'-1'-1'399'0'0,"-1"-1"0"0"0,1 0 0 0 0,0 1 0 0 0,0-1 0 0 0,-1 0 0 0 0,1 0 0 0 0,0 0 0 0 0,1 0 0 0 0,-1 0 0 0 0,0 0 0 0 0,0 0 0 0 0,1 0 0 0 0,-1 0 0 0 0,1 0 0 0 0,0-1 0 0 0,0 1-1 0 0,0 0 1 0 0,0 0 0 0 0,0 0 0 0 0,0 0 0 0 0,1-3 0 0 0,0 1-90 0 0,0 0 1 0 0,0 0-1 0 0,1 0 0 0 0,-1 1 1 0 0,1-1-1 0 0,0 0 0 0 0,0 1 1 0 0,1 0-1 0 0,-1-1 0 0 0,1 1 1 0 0,3-3-1 0 0,-4 3-234 0 0,0 1 1 0 0,0 0-1 0 0,0 0 0 0 0,0 0 1 0 0,0 0-1 0 0,0 0 0 0 0,1 1 1 0 0,-1-1-1 0 0,1 1 0 0 0,-1-1 1 0 0,1 1-1 0 0,0 0 0 0 0,-1 0 1 0 0,1 0-1 0 0,0 0 0 0 0,0 1 1 0 0,0-1-1 0 0,0 1 0 0 0,0 0 1 0 0,0 0-1 0 0,-1 0 0 0 0,1 0 1 0 0,0 0-1 0 0,0 0 0 0 0,0 1 1 0 0,0 0-1 0 0,0-1 0 0 0,-1 1 1 0 0,1 0-1 0 0,0 0 0 0 0,0 1 1 0 0,-1-1-1 0 0,5 3 0 0 0,-5-1-14 0 0,0 0-1 0 0,1 1 1 0 0,-1-1-1 0 0,-1 1 1 0 0,1-1-1 0 0,0 1 1 0 0,-1 0-1 0 0,0-1 1 0 0,0 1-1 0 0,0 0 1 0 0,0 0-1 0 0,0 0 1 0 0,-1 0-1 0 0,0 0 1 0 0,0 0-1 0 0,0 0 1 0 0,0 0-1 0 0,-1 0 1 0 0,1 0-1 0 0,-1 0 1 0 0,-2 7-1 0 0,-3 9 88 0 0,-1 1 0 0 0,-15 30 0 0 0,20-47-114 0 0,-9 24 18 0 0,15-27-7 0 0,10-14 56 0 0,24-27 166 0 0,96-93-880 0 0,-129 129-768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5:02.1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469 48 2817 0 0,'-2'-2'506'0'0,"0"-1"0"0"0,0 0 0 0 0,0 1 0 0 0,0-1 0 0 0,0 1 0 0 0,-1 0 0 0 0,1 0 0 0 0,-1 0 0 0 0,1 0 0 0 0,-1 0 0 0 0,0 0 0 0 0,0 1 0 0 0,0-1 0 0 0,0 1 1 0 0,0 0-1 0 0,0 0 0 0 0,0 0 0 0 0,0 0 0 0 0,0 1 0 0 0,-1-1 0 0 0,-4 1 0 0 0,-15-2 728 0 0,1 1 1 0 0,-25 2 0 0 0,20 0-838 0 0,17 0-319 0 0,1 0 1 0 0,-1 1-1 0 0,1 0 1 0 0,0 1-1 0 0,0 0 1 0 0,0 1-1 0 0,0 0 1 0 0,1 0-1 0 0,-1 1 1 0 0,1-1-1 0 0,0 2 1 0 0,-10 8-1 0 0,-4 4 162 0 0,1 1 1 0 0,-36 42-1 0 0,50-53-214 0 0,0 2-1 0 0,1-1 0 0 0,0 1 0 0 0,1 0 1 0 0,0 0-1 0 0,0 1 0 0 0,1 0 1 0 0,0-1-1 0 0,1 1 0 0 0,0 0 1 0 0,1 1-1 0 0,0-1 0 0 0,1 0 1 0 0,0 1-1 0 0,1-1 0 0 0,0 1 0 0 0,1-1 1 0 0,1 0-1 0 0,-1 1 0 0 0,7 20 1 0 0,-2-14-14 0 0,0-1 1 0 0,2 1-1 0 0,0-1 0 0 0,1 0 1 0 0,0-1-1 0 0,2 0 0 0 0,0-1 1 0 0,0 0-1 0 0,2 0 1 0 0,-1-1-1 0 0,29 22 0 0 0,-20-21 33 0 0,2 0-1 0 0,0-2 0 0 0,1 0 0 0 0,0-2 0 0 0,1-1 0 0 0,0-1 1 0 0,52 12-1 0 0,-66-19-14 0 0,0-1 0 0 0,0 0 0 0 0,0-1 0 0 0,0 0 0 0 0,0-1 0 0 0,0 0 1 0 0,0 0-1 0 0,0-1 0 0 0,0-1 0 0 0,14-5 0 0 0,14-7 100 0 0,51-27 0 0 0,-78 37-128 0 0,12-8 74 0 0,1-1 0 0 0,-2-1-1 0 0,1-1 1 0 0,-2 0-1 0 0,-1-2 1 0 0,35-36 0 0 0,-50 46-38 0 0,0 1-1 0 0,-1-1 1 0 0,0-1 0 0 0,-1 1 0 0 0,1-1 0 0 0,-2 1 0 0 0,1-1 0 0 0,-1 0-1 0 0,-1-1 1 0 0,1 1 0 0 0,-2 0 0 0 0,1-1 0 0 0,0-15 0 0 0,-2 7 19 0 0,-1 1 0 0 0,-1-1 0 0 0,0 1 0 0 0,-1-1 0 0 0,-1 1 0 0 0,-8-24 0 0 0,7 28-49 0 0,-1-1-1 0 0,-1 1 1 0 0,0 0 0 0 0,-1 0-1 0 0,0 0 1 0 0,-1 1-1 0 0,0 1 1 0 0,-1 0-1 0 0,0 0 1 0 0,-1 0 0 0 0,0 2-1 0 0,0-1 1 0 0,-1 1-1 0 0,-1 1 1 0 0,1 0-1 0 0,-1 1 1 0 0,-1 1 0 0 0,1 0-1 0 0,-1 0 1 0 0,0 1-1 0 0,0 1 1 0 0,-1 1-1 0 0,1 0 1 0 0,-28-2 0 0 0,-56 10-902 0 0,14 1-4763 0 0,43-2-3909 0 0,32 1 4767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5:03.9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3305 0 0,'-5'19'6564'0'0,"7"22"-4515"0"0,-1-29-1286 0 0,3 36 186 0 0,2 0 0 0 0,14 56 0 0 0,-14-81-1349 0 0,1 0 0 0 0,1-1-1 0 0,18 35 1 0 0,-21-51-4165 0 0,-6-15 1126 0 0,-5-13 18 0 0,2 10 1391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5:04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4 166 1384 0 0,'-1'-3'488'0'0,"0"-1"-1"0"0,1 1 1 0 0,-1 0 0 0 0,1 0-1 0 0,-1 0 1 0 0,1-1-1 0 0,0 1 1 0 0,0 0-1 0 0,1 0 1 0 0,-1-1-1 0 0,1 1 1 0 0,-1 0 0 0 0,2-4-1 0 0,0 0 17 0 0,1 0 0 0 0,0 1 0 0 0,0-1 0 0 0,1 0 0 0 0,7-10 0 0 0,-7 12-291 0 0,0-1 1 0 0,0 1-1 0 0,1-1 0 0 0,0 1 1 0 0,0 1-1 0 0,0-1 1 0 0,1 1-1 0 0,-1 0 1 0 0,1 0-1 0 0,0 0 0 0 0,0 1 1 0 0,1 0-1 0 0,8-3 1 0 0,-14 5-169 0 0,0 1 1 0 0,0 0-1 0 0,0 0 1 0 0,0 0 0 0 0,1 0-1 0 0,-1 0 1 0 0,0 0-1 0 0,0 0 1 0 0,0 0 0 0 0,0 0-1 0 0,0 0 1 0 0,0 1-1 0 0,0-1 1 0 0,0 0-1 0 0,0 1 1 0 0,0-1 0 0 0,0 1-1 0 0,0-1 1 0 0,0 1-1 0 0,0 0 1 0 0,0-1-1 0 0,0 1 1 0 0,0 0 0 0 0,-1-1-1 0 0,1 1 1 0 0,1 1-1 0 0,-1 1 45 0 0,1 0 0 0 0,-1-1-1 0 0,0 1 1 0 0,0 0-1 0 0,0 0 1 0 0,0 0-1 0 0,-1-1 1 0 0,1 1-1 0 0,0 6 1 0 0,-1 4 121 0 0,0 1 0 0 0,-1 0 0 0 0,-3 15 0 0 0,0-6-5 0 0,-1 0 0 0 0,-10 30 0 0 0,11-44-248 0 0,1 0 1 0 0,-1 0-1 0 0,-1 0 1 0 0,1-1 0 0 0,-1 1-1 0 0,-1-1 1 0 0,0 0-1 0 0,-9 9 1 0 0,-9-4-1093 0 0,12-11-1901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5:04.8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56 4305 0 0,'13'-6'7143'0'0,"11"-16"-5004"0"0,1 2-1678 0 0,-25 19-446 0 0,1 0 0 0 0,0 1 0 0 0,0-1 0 0 0,0 0 0 0 0,0 1 0 0 0,0-1 0 0 0,0 1 0 0 0,0-1 0 0 0,0 1 0 0 0,0 0 0 0 0,0-1 0 0 0,0 1 0 0 0,0 0 0 0 0,0 0 0 0 0,0 0 0 0 0,1 0 0 0 0,-1 0 0 0 0,0 0 0 0 0,0 0 0 0 0,0 0 0 0 0,0 0 0 0 0,0 0 0 0 0,0 1 0 0 0,0-1 0 0 0,0 0 0 0 0,0 1 0 0 0,0-1 0 0 0,2 2 0 0 0,-2-1 4 0 0,0 1 1 0 0,0-1-1 0 0,-1 1 1 0 0,1-1 0 0 0,0 1-1 0 0,-1 0 1 0 0,1-1 0 0 0,-1 1-1 0 0,0 0 1 0 0,1-1-1 0 0,-1 1 1 0 0,0 0 0 0 0,0 0-1 0 0,0-1 1 0 0,0 1-1 0 0,-1 2 1 0 0,0 3 20 0 0,0 0 0 0 0,0 1-1 0 0,-1-1 1 0 0,0 0 0 0 0,0 0 0 0 0,-1 0-1 0 0,0-1 1 0 0,-4 8 0 0 0,4-14-6 0 0,7-12-4 0 0,-2 10-12 0 0,-1-1-1 0 0,1 0 0 0 0,-1 1 1 0 0,1-1-1 0 0,0 1 1 0 0,0 0-1 0 0,0-1 1 0 0,0 1-1 0 0,0 0 1 0 0,4-2-1 0 0,-5 2 33 0 0,1 1 1 0 0,0 0 0 0 0,0 0-1 0 0,0 0 1 0 0,0 0-1 0 0,-1 0 1 0 0,1 0-1 0 0,0 0 1 0 0,1 1-1 0 0,-1-1 1 0 0,0 1-1 0 0,0-1 1 0 0,0 1-1 0 0,0 0 1 0 0,0 0-1 0 0,0 0 1 0 0,0 0-1 0 0,1 0 1 0 0,-1 1-1 0 0,0-1 1 0 0,2 1-1 0 0,-3 0 5 0 0,0 0 0 0 0,0 0 0 0 0,0 0 0 0 0,0 0 0 0 0,0 1 0 0 0,0-1 0 0 0,0 0 0 0 0,0 0 0 0 0,0 1 0 0 0,-1-1 0 0 0,1 1 0 0 0,-1-1 0 0 0,1 0 0 0 0,-1 1 0 0 0,1-1 0 0 0,-1 1-1 0 0,0-1 1 0 0,0 1 0 0 0,0-1 0 0 0,0 1 0 0 0,0 2 0 0 0,0 4-6 0 0,-1-1 0 0 0,0 0 0 0 0,-1 1 0 0 0,1-1 0 0 0,-1 0 0 0 0,-1 0 0 0 0,1 0 0 0 0,-1 0 0 0 0,0 0 0 0 0,-8 10 0 0 0,3-7-444 0 0,0 0-1725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26.9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372 26 2016 0 0,'0'-1'240'0'0,"-1"1"-1"0"0,1-1 1 0 0,-1 1-1 0 0,0-1 0 0 0,1 0 1 0 0,-1 1-1 0 0,0-1 1 0 0,1 1-1 0 0,-1 0 0 0 0,0-1 1 0 0,0 1-1 0 0,0 0 1 0 0,1-1-1 0 0,-1 1 0 0 0,0 0 1 0 0,0 0-1 0 0,0 0 0 0 0,0 0 1 0 0,1-1-1 0 0,-1 1 1 0 0,0 0-1 0 0,0 1 0 0 0,0-1 1 0 0,0 0-1 0 0,1 0 1 0 0,-1 0-1 0 0,0 0 0 0 0,0 1 1 0 0,0-1-1 0 0,0 0 1 0 0,1 1-1 0 0,-1-1 0 0 0,0 1 1 0 0,-1 0-1 0 0,-38 19 1387 0 0,27-13-798 0 0,-3-1-502 0 0,1 1-1 0 0,0 1 0 0 0,0 0 0 0 0,1 1 0 0 0,0 0 0 0 0,0 1 1 0 0,1 1-1 0 0,1 0 0 0 0,-1 0 0 0 0,-12 18 0 0 0,5-3-138 0 0,1 2-1 0 0,1 0 1 0 0,-20 43-1 0 0,33-59-140 0 0,0 0 0 0 0,0 0 0 0 0,2 0 1 0 0,-1 1-1 0 0,2-1 0 0 0,0 1 0 0 0,0 0 0 0 0,1 0 0 0 0,1 0 0 0 0,0-1 1 0 0,0 1-1 0 0,4 13 0 0 0,-2-19-24 0 0,0-2 0 0 0,1 1 1 0 0,0 0-1 0 0,0-1 0 0 0,1 1 0 0 0,-1-1 1 0 0,1 0-1 0 0,0 0 0 0 0,1 0 0 0 0,-1-1 1 0 0,1 1-1 0 0,0-1 0 0 0,0 0 1 0 0,9 5-1 0 0,6 3 54 0 0,0 0 0 0 0,36 15 1 0 0,-39-22 18 0 0,0 0 0 0 0,0-1 0 0 0,0-1 0 0 0,0 0 0 0 0,27-1 0 0 0,-25-1 108 0 0,0 1 0 0 0,0 0-1 0 0,0 2 1 0 0,26 7 0 0 0,-36-9-152 0 0,-1 0 0 0 0,1-1 0 0 0,0 0 0 0 0,0 0 0 0 0,0-1 0 0 0,0 0 0 0 0,0 0 0 0 0,0-1 0 0 0,0 0 0 0 0,16-5 0 0 0,-15 3 0 0 0,0 1 0 0 0,-1 0-1 0 0,1 1 1 0 0,0 0 0 0 0,0 1-1 0 0,0 0 1 0 0,0 1 0 0 0,19 3-1 0 0,-18-3-7 0 0,1 0-1 0 0,-1-1 1 0 0,0 0-1 0 0,1-1 1 0 0,-1 0-1 0 0,0-1 0 0 0,1 0 1 0 0,18-7-1 0 0,32-4 171 0 0,-51 12-192 0 0,1-1 0 0 0,-1 0 0 0 0,0-1 1 0 0,0-1-1 0 0,0 1 0 0 0,0-2 0 0 0,-1 1 0 0 0,1-2 0 0 0,-1 1 0 0 0,-1-1 0 0 0,1-1 0 0 0,-1 0 0 0 0,0 0 0 0 0,15-16 0 0 0,-11 10 9 0 0,-1 1 0 0 0,-1-2 0 0 0,0 0 0 0 0,11-19 1 0 0,-18 25-8 0 0,0 0 1 0 0,0 0 0 0 0,-1-1 0 0 0,0 1 0 0 0,-1-1-1 0 0,1 0 1 0 0,-2 0 0 0 0,1 0 0 0 0,-1 0 0 0 0,-1-10-1 0 0,0 0 37 0 0,-1 0 0 0 0,-1 0 0 0 0,-5-24 0 0 0,5 36-39 0 0,0 0 1 0 0,0 0-1 0 0,0 0 1 0 0,-1 0-1 0 0,0 0 1 0 0,-1 1-1 0 0,1-1 1 0 0,-1 1-1 0 0,0 0 1 0 0,-1 0-1 0 0,-8-9 1 0 0,6 10 21 0 0,0 0 1 0 0,0 0-1 0 0,-1 1 0 0 0,1 0 1 0 0,-12-4-1 0 0,11 5-1 0 0,0-1 0 0 0,0 0 0 0 0,1 0 0 0 0,0 0 0 0 0,-14-11 0 0 0,13 7 13 0 0,-1 0 1 0 0,-1 1-1 0 0,1 0 1 0 0,-1 0-1 0 0,0 1 0 0 0,-1 1 1 0 0,1 0-1 0 0,-1 0 0 0 0,0 1 1 0 0,0 0-1 0 0,-1 1 1 0 0,1 0-1 0 0,-1 1 0 0 0,-13-1 1 0 0,-51-14-19 0 0,67 13-47 0 0,-1 1 0 0 0,0 0 0 0 0,0 0 0 0 0,0 1 0 0 0,-1 1 0 0 0,1 0 0 0 0,0 0 0 0 0,-1 1 0 0 0,1 0 1 0 0,-1 1-1 0 0,1 0 0 0 0,0 1 0 0 0,0 0 0 0 0,-12 4 0 0 0,-25 15-398 0 0,-23 9-1390 0 0,64-28 927 0 0,1 0 0 0 0,-1-1 0 0 0,0 0 0 0 0,0 0 0 0 0,-11-1 0 0 0,15 0 364 0 0,1 0 1 0 0,-1 0 0 0 0,1-1 0 0 0,-1 1-1 0 0,1 0 1 0 0,-1-1 0 0 0,1 0-1 0 0,-1 1 1 0 0,1-1 0 0 0,-1 0 0 0 0,1 0-1 0 0,0 1 1 0 0,-1-1 0 0 0,1 0 0 0 0,0 0-1 0 0,0-1 1 0 0,-2-1 0 0 0,-3-6-4625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28.0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73 116 2921 0 0,'-9'2'9961'0'0,"9"-3"-9780"0"0,-3 41 2934 0 0,4 59-2242 0 0,-1-94-411 0 0,1 29-161 0 0,12 189 1476 0 0,-8-180-2828 0 0,15 59 0 0 0,-14-86-2086 0 0,-4-26-935 0 0,-4-27-81 0 0,-41-118-955 0 0,1 4 4303 0 0,35 117 2455 0 0,1-1 0 0 0,-3-48 0 0 0,9 79-1062 0 0,0 0 1 0 0,1 0-1 0 0,-1 0 1 0 0,1 0-1 0 0,0 0 1 0 0,0 1-1 0 0,0-1 1 0 0,1 0-1 0 0,-1 1 1 0 0,1-1 0 0 0,4-5-1 0 0,-1 1-90 0 0,0 1 0 0 0,1 0 0 0 0,1 0 0 0 0,10-10 0 0 0,-2 5-322 0 0,1 0-1 0 0,-1 1 1 0 0,2 1-1 0 0,20-10 1 0 0,-33 19-74 0 0,0-1 0 0 0,-1 0 0 0 0,1 1 0 0 0,0 0 0 0 0,0 0 0 0 0,0 0 0 0 0,0 0 0 0 0,0 0 0 0 0,1 1 0 0 0,-1 0 0 0 0,0 0 0 0 0,0 0 0 0 0,0 1 0 0 0,7 0 0 0 0,-9 0-11 0 0,0 0 0 0 0,0 0 0 0 0,-1 0 0 0 0,1 1 0 0 0,0-1 0 0 0,0 0 1 0 0,-1 1-1 0 0,1-1 0 0 0,-1 1 0 0 0,1-1 0 0 0,-1 1 0 0 0,0 0 0 0 0,1-1 1 0 0,-1 1-1 0 0,0 0 0 0 0,0 0 0 0 0,0 0 0 0 0,-1 0 0 0 0,1 0 0 0 0,0 0 0 0 0,-1 0 1 0 0,1 0-1 0 0,-1 1 0 0 0,0-1 0 0 0,0 0 0 0 0,0 0 0 0 0,0 0 0 0 0,0 0 0 0 0,-1 3 1 0 0,0 15 205 0 0,-2 1-1 0 0,-1-1 1 0 0,0-1 0 0 0,-2 1 0 0 0,0-1 0 0 0,-1 1 0 0 0,-13 23 0 0 0,-75 124 247 0 0,95-166-541 0 0,-11 17-164 0 0,-26 38-70 0 0,34-52-240 0 0,0-1 1 0 0,0 0-1 0 0,0 0 1 0 0,0 0-1 0 0,0 0 1 0 0,-1-1-1 0 0,-4 3 1 0 0,22-16-5568 0 0,10-17 1606 0 0,-6 7 834 0 0,-3 6 226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28.5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76 3713 0 0,'0'-1'466'0'0,"0"0"0"0"0,-1-1 0 0 0,1 1 0 0 0,0-1 0 0 0,0 1 0 0 0,1 0 0 0 0,-1-1 1 0 0,0 1-1 0 0,0-1 0 0 0,1 1 0 0 0,-1 0 0 0 0,0-1 0 0 0,1 1 0 0 0,-1 0 0 0 0,2-2 0 0 0,1-1-80 0 0,-1 1 0 0 0,1 0 0 0 0,-1-1 0 0 0,1 1 1 0 0,0 0-1 0 0,1 0 0 0 0,-1 1 0 0 0,7-5 0 0 0,-6 4-203 0 0,0 1 1 0 0,0 0 0 0 0,0-1-1 0 0,0 1 1 0 0,0 1 0 0 0,1-1-1 0 0,-1 1 1 0 0,1-1-1 0 0,-1 1 1 0 0,1 1 0 0 0,0-1-1 0 0,-1 1 1 0 0,7-1 0 0 0,-10 2-89 0 0,0-1 1 0 0,1 0-1 0 0,-1 1 1 0 0,0-1-1 0 0,0 1 1 0 0,0-1-1 0 0,0 1 1 0 0,0 0-1 0 0,-1-1 1 0 0,1 1 0 0 0,0 0-1 0 0,0 0 1 0 0,0-1-1 0 0,0 1 1 0 0,-1 0-1 0 0,1 0 1 0 0,0 0-1 0 0,-1 0 1 0 0,1 0-1 0 0,-1 0 1 0 0,1 0-1 0 0,-1 0 1 0 0,1 2-1 0 0,0 33 968 0 0,-18 31-327 0 0,5-39-560 0 0,-9 25-22 0 0,18-21-52 0 0,4-32-97 0 0,-1 1 0 0 0,1-1 0 0 0,-1 1-1 0 0,1-1 1 0 0,-1 1 0 0 0,1-1 0 0 0,-1 1 0 0 0,1-1-1 0 0,0 1 1 0 0,-1-1 0 0 0,1 0 0 0 0,0 1 0 0 0,-1-1-1 0 0,1 0 1 0 0,0 0 0 0 0,-1 1 0 0 0,1-1-1 0 0,0 0 1 0 0,0 0 0 0 0,-1 0 0 0 0,1 0 0 0 0,0 0-1 0 0,0 0 1 0 0,-1 0 0 0 0,1 0 0 0 0,0 0 0 0 0,-1 0-1 0 0,1-1 1 0 0,0 1 0 0 0,0 0 0 0 0,-1 0-1 0 0,1-1 1 0 0,0 1 0 0 0,-1 0 0 0 0,1-1 0 0 0,-1 1-1 0 0,1-1 1 0 0,0 1 0 0 0,-1-1 0 0 0,1 1 0 0 0,0-2-1 0 0,28-17 221 0 0,4-8-83 0 0,0 0-133 0 0,58-37 0 0 0,-83 62-1819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29.8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289 2 3185 0 0,'-10'0'818'0'0,"1"0"0"0"0,0 1 1 0 0,-1 0-1 0 0,1 1 0 0 0,0 0 1 0 0,0 0-1 0 0,0 1 0 0 0,0 0 1 0 0,-10 5-1 0 0,11-3-520 0 0,0 1 0 0 0,0 0 0 0 0,0 0 0 0 0,1 0 1 0 0,0 1-1 0 0,0 0 0 0 0,0 0 0 0 0,1 1 0 0 0,1 0 0 0 0,-1 0 1 0 0,1 0-1 0 0,0 1 0 0 0,-5 14 0 0 0,-20 37 545 0 0,21-46-665 0 0,1 1-1 0 0,1 1 0 0 0,0-1 0 0 0,1 1 0 0 0,1 0 0 0 0,-6 29 0 0 0,8-24-55 0 0,1 1-1 0 0,0-1 0 0 0,2 1 1 0 0,1-1-1 0 0,0 1 1 0 0,1-1-1 0 0,2 1 0 0 0,6 23 1 0 0,-7-35-33 0 0,1 1 0 0 0,1-1 1 0 0,0 0-1 0 0,0 0 0 0 0,1-1 1 0 0,0 1-1 0 0,1-1 0 0 0,0-1 1 0 0,0 1-1 0 0,1-1 0 0 0,0 0 1 0 0,0-1-1 0 0,1 0 0 0 0,0 0 1 0 0,0-1-1 0 0,1 0 0 0 0,14 6 1 0 0,-10-6 11 0 0,0-1 1 0 0,0 0-1 0 0,0-1 0 0 0,1-1 1 0 0,-1 0-1 0 0,1-1 1 0 0,0-1-1 0 0,0 0 0 0 0,0-1 1 0 0,0 0-1 0 0,0-2 1 0 0,0 1-1 0 0,-1-2 1 0 0,1 0-1 0 0,-1-1 0 0 0,1 0 1 0 0,-1-1-1 0 0,26-13 1 0 0,-28 11-21 0 0,0 0 0 0 0,0-1 0 0 0,-1-1 0 0 0,0 1 1 0 0,-1-2-1 0 0,0 0 0 0 0,0 0 0 0 0,-1 0 0 0 0,0-1 0 0 0,-1-1 1 0 0,-1 1-1 0 0,1-1 0 0 0,-2-1 0 0 0,0 1 0 0 0,0-1 1 0 0,-1 0-1 0 0,-1 0 0 0 0,4-19 0 0 0,-4 15-12 0 0,-1 1 1 0 0,-1-1-1 0 0,0 0 0 0 0,-1 1 0 0 0,-1-1 0 0 0,0 0 1 0 0,-2 0-1 0 0,0 1 0 0 0,-1-1 0 0 0,0 1 1 0 0,-1 0-1 0 0,-1 0 0 0 0,-1 0 0 0 0,0 0 0 0 0,-10-17 1 0 0,0 8 191 0 0,-1-1 1 0 0,-31-33 0 0 0,40 50-237 0 0,-1-1 0 0 0,-1 1 1 0 0,1 1-1 0 0,-1 0 1 0 0,-1 0-1 0 0,1 1 0 0 0,-1 0 1 0 0,-18-8-1 0 0,23 13-43 0 0,0 1-1 0 0,0 0 1 0 0,0 0 0 0 0,-1 0-1 0 0,1 0 1 0 0,0 1-1 0 0,0 0 1 0 0,0 0 0 0 0,-1 1-1 0 0,1 0 1 0 0,0 0-1 0 0,0 0 1 0 0,0 1-1 0 0,-11 4 1 0 0,-5 4-1020 0 0,1 1 0 0 0,-33 22 0 0 0,-17 9-9415 0 0,61-39 6327 0 0,2-2-1348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0.3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55 7 2593 0 0,'-1'-1'420'0'0,"0"0"0"0"0,0 0 1 0 0,-1 1-1 0 0,1-1 1 0 0,-1 1-1 0 0,1-1 0 0 0,0 1 1 0 0,-1-1-1 0 0,1 1 1 0 0,-1 0-1 0 0,1 0 0 0 0,-1 0 1 0 0,1-1-1 0 0,-1 1 1 0 0,1 1-1 0 0,-1-1 0 0 0,1 0 1 0 0,0 0-1 0 0,-1 1 1 0 0,1-1-1 0 0,-1 0 0 0 0,1 1 1 0 0,-3 1-1 0 0,3-1-191 0 0,-1 1-1 0 0,1-1 1 0 0,0 1-1 0 0,-1 0 1 0 0,1-1-1 0 0,0 1 1 0 0,0 0-1 0 0,0 0 1 0 0,0 0 0 0 0,0 0-1 0 0,1 0 1 0 0,-1 0-1 0 0,0 0 1 0 0,0 4-1 0 0,0 9-136 0 0,0 0 0 0 0,1 0 0 0 0,2 27 1 0 0,-1-32 550 0 0,41 257 850 0 0,-5-62-5385 0 0,-37-183-565 0 0,-8-32 212 0 0,-12-39-483 0 0,19 44 4851 0 0,-7-17-1347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0.7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98 2264 0 0,'0'-3'516'0'0,"1"0"-1"0"0,-1-1 0 0 0,1 1 0 0 0,0 0 1 0 0,-1-1-1 0 0,1 1 0 0 0,1 0 0 0 0,-1 0 1 0 0,0 0-1 0 0,1 0 0 0 0,0 0 0 0 0,0 1 0 0 0,-1-1 1 0 0,2 0-1 0 0,-1 1 0 0 0,0-1 0 0 0,3-1 1 0 0,3-2 95 0 0,-1 2 0 0 0,1-1 0 0 0,1 1 1 0 0,-1 0-1 0 0,10-2 0 0 0,-15 5-744 0 0,2-2 272 0 0,1 1 0 0 0,0 0 0 0 0,-1 1 0 0 0,1 0 1 0 0,0-1-1 0 0,-1 2 0 0 0,1-1 0 0 0,0 1 0 0 0,0 0 1 0 0,9 1-1 0 0,-14-1-78 0 0,1 1 0 0 0,0-1 0 0 0,0 1 0 0 0,-1 0 0 0 0,1 0 0 0 0,-1 0 0 0 0,1 0 0 0 0,-1 0 0 0 0,1 0 0 0 0,-1 0 0 0 0,1 0 0 0 0,-1 1 0 0 0,0-1 0 0 0,0 0 0 0 0,1 1 0 0 0,-1-1 0 0 0,0 1 0 0 0,-1 0 0 0 0,1-1 0 0 0,0 1 0 0 0,0 0 0 0 0,-1-1 0 0 0,1 1 0 0 0,-1 0 0 0 0,1 0 0 0 0,-1-1 0 0 0,0 1 0 0 0,0 0 0 0 0,1 0 0 0 0,-1 0 0 0 0,-1 0 0 0 0,1-1 0 0 0,0 1 0 0 0,0 0 0 0 0,-1 0 0 0 0,0 2 0 0 0,-2 11 144 0 0,-1-1 0 0 0,0 1-1 0 0,-1-1 1 0 0,-1-1 0 0 0,0 1 0 0 0,0-1-1 0 0,-2 0 1 0 0,-11 17 0 0 0,5-12-1066 0 0,0 1-1 0 0,-1-2 1 0 0,-1 0 0 0 0,-30 25 0 0 0,90-71-13115 0 0,-30 23 11962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1.2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38 4977 0 0,'1'-8'7620'0'0,"10"-10"-4554"0"0,-10 17-2993 0 0,-1 0 0 0 0,1 1 0 0 0,-1-1 0 0 0,1 0 0 0 0,-1 0 0 0 0,1 1 0 0 0,0-1 0 0 0,-1 0 0 0 0,1 1 0 0 0,0-1 0 0 0,0 1 0 0 0,0-1 0 0 0,-1 1 0 0 0,1-1 0 0 0,0 1 0 0 0,0 0 1 0 0,0-1-1 0 0,0 1 0 0 0,0 0 0 0 0,0 0 0 0 0,-1 0 0 0 0,1 0 0 0 0,0 0 0 0 0,0 0 0 0 0,0 0 0 0 0,0 0 0 0 0,0 0 0 0 0,0 0 0 0 0,0 0 0 0 0,0 0 0 0 0,0 1 0 0 0,0-1 0 0 0,-1 0 0 0 0,1 1 0 0 0,0-1 0 0 0,0 0 0 0 0,0 1 0 0 0,-1-1 0 0 0,1 1 0 0 0,0 0 0 0 0,0-1 0 0 0,-1 1 0 0 0,1 0 0 0 0,0-1 0 0 0,-1 1 0 0 0,1 0 0 0 0,-1-1 0 0 0,1 3 0 0 0,0-2-42 0 0,0 1-1 0 0,0 0 1 0 0,0 0-1 0 0,0 0 1 0 0,0 0-1 0 0,-1 1 1 0 0,1-1-1 0 0,-1 0 1 0 0,0 0-1 0 0,0 0 1 0 0,0 0-1 0 0,0 0 1 0 0,0 1-1 0 0,0-1 1 0 0,0 0-1 0 0,-1 0 1 0 0,1 0-1 0 0,-1 0 1 0 0,1 0-1 0 0,-1 0 1 0 0,0 0-1 0 0,0 0 1 0 0,0 0-1 0 0,0 0 1 0 0,0 0-1 0 0,-2 1 1 0 0,-38 46-128 0 0,36-44 93 0 0,10-6 6 0 0,-1 0 0 0 0,1 1 0 0 0,0 0 0 0 0,0 0 0 0 0,-1 0-1 0 0,1 1 1 0 0,0 0 0 0 0,-1-1 0 0 0,1 2 0 0 0,0-1 0 0 0,7 4 0 0 0,-10-5 7 0 0,2 1 73 0 0,1 1-1 0 0,-1 0 0 0 0,1-1 1 0 0,-1 2-1 0 0,0-1 0 0 0,0 0 1 0 0,0 1-1 0 0,0 0 0 0 0,6 5 1 0 0,-9-7-52 0 0,-1-1 0 0 0,1 1 1 0 0,-1 0-1 0 0,1 0 1 0 0,-1-1-1 0 0,1 1 0 0 0,-1 0 1 0 0,0 0-1 0 0,1 0 0 0 0,-1 0 1 0 0,0 0-1 0 0,0-1 1 0 0,1 1-1 0 0,-1 0 0 0 0,0 0 1 0 0,0 0-1 0 0,0 0 0 0 0,0 0 1 0 0,0 0-1 0 0,-1 0 1 0 0,1 1-1 0 0,-1 0-10 0 0,0 0 0 0 0,0 0 1 0 0,0 0-1 0 0,0-1 0 0 0,0 1 0 0 0,-1 0 0 0 0,1 0 1 0 0,-1-1-1 0 0,1 1 0 0 0,-1-1 0 0 0,0 0 0 0 0,-3 3 1 0 0,-23 17-620 0 0,4-2-2391 0 0,8-8-3351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3.6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832 25 3153 0 0,'-19'-8'7813'0'0,"-24"7"-3531"0"0,9 0-2477 0 0,24-1-1467 0 0,-2-2-68 0 0,0 2 1 0 0,-1-1 0 0 0,1 2-1 0 0,0 0 1 0 0,-1 0-1 0 0,1 1 1 0 0,-1 0-1 0 0,1 1 1 0 0,0 1 0 0 0,-1 0-1 0 0,-22 7 1 0 0,-51 20 64 0 0,36-13 278 0 0,-57 27-1 0 0,90-34-529 0 0,0 0 0 0 0,1 1-1 0 0,0 1 1 0 0,0 0 0 0 0,1 1-1 0 0,-25 27 1 0 0,39-38-83 0 0,-29 31 195 0 0,-46 65 0 0 0,68-83-158 0 0,0 0-1 0 0,1 0 0 0 0,0 1 0 0 0,1-1 0 0 0,0 2 0 0 0,2-1 1 0 0,0 0-1 0 0,-3 23 0 0 0,4-16-23 0 0,-1-2 70 0 0,2 1 0 0 0,0-1 0 0 0,3 35 0 0 0,0-48-76 0 0,0 0 0 0 0,0-1 0 0 0,1 1 0 0 0,0 0 0 0 0,0-1 0 0 0,0 0 0 0 0,1 1 0 0 0,0-1 0 0 0,0 0 0 0 0,1-1 0 0 0,0 1 0 0 0,0 0 0 0 0,0-1 0 0 0,1 0 0 0 0,5 5 0 0 0,10 7 2 0 0,0-2-1 0 0,1-1 0 0 0,1 0 0 0 0,0-2 1 0 0,0 0-1 0 0,1-2 0 0 0,1 0 0 0 0,0-2 0 0 0,0 0 1 0 0,41 6-1 0 0,-6-5-8 0 0,0-3 1 0 0,0-2-1 0 0,86-6 0 0 0,-98-2 29 0 0,-1-3 0 0 0,1-1-1 0 0,-2-2 1 0 0,1-3-1 0 0,-2-1 1 0 0,45-21 0 0 0,-56 20-20 0 0,0-1 1 0 0,-1-2 0 0 0,34-25 0 0 0,-53 34-7 0 0,-1-1 0 0 0,-1 0 0 0 0,0-1 1 0 0,-1 0-1 0 0,0 0 0 0 0,0-1 0 0 0,-1-1 1 0 0,-1 0-1 0 0,0 0 0 0 0,7-17 0 0 0,-6 10 43 0 0,-1 0 0 0 0,-1 0-1 0 0,-1-1 1 0 0,4-26 0 0 0,-9 41-33 0 0,0-1 1 0 0,-1 0-1 0 0,0 0 0 0 0,0 0 1 0 0,-1 1-1 0 0,1-1 1 0 0,-2 0-1 0 0,1 0 1 0 0,-1 1-1 0 0,0-1 1 0 0,0 1-1 0 0,0-1 1 0 0,-1 1-1 0 0,0 0 1 0 0,-1 0-1 0 0,1 0 0 0 0,-7-7 1 0 0,-9-10 59 0 0,-1 0 0 0 0,-1 2 0 0 0,-1 0 1 0 0,-1 1-1 0 0,0 2 0 0 0,-39-24 0 0 0,44 33-303 0 0,0 0 0 0 0,0 1 0 0 0,-1 0 0 0 0,-1 2 0 0 0,1 0 0 0 0,-1 2 0 0 0,0 0 0 0 0,0 1 0 0 0,0 1 0 0 0,-31 0 0 0 0,-19 5-2960 0 0,24-1-3506 0 0,-46-3 0 0 0,62 0 2084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4.1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3 3297 0 0,'0'0'136'0'0,"0"0"0"0"0,0-1 0 0 0,-1 1 0 0 0,1 0 0 0 0,0 0 0 0 0,0 0-1 0 0,0 0 1 0 0,0-1 0 0 0,-1 1 0 0 0,1 0 0 0 0,0 0 0 0 0,0 0 0 0 0,0 0 0 0 0,-1 0 0 0 0,1 0 0 0 0,0 0 0 0 0,0-1 0 0 0,0 1 0 0 0,-1 0 0 0 0,1 0 0 0 0,0 0 0 0 0,0 0 0 0 0,-1 0 0 0 0,1 0 0 0 0,0 0 0 0 0,0 0 0 0 0,-1 0 0 0 0,1 0 0 0 0,0 0 0 0 0,0 0 0 0 0,0 0 0 0 0,-1 1 0 0 0,1-1 0 0 0,0 0 0 0 0,0 0 0 0 0,-1 0 0 0 0,1 0 0 0 0,0 0 0 0 0,0 0-1 0 0,0 0 1 0 0,0 1 0 0 0,-1-1 0 0 0,1 0 0 0 0,0 0 0 0 0,0 0 0 0 0,0 1 0 0 0,0-1 0 0 0,-1 0 0 0 0,1 0 0 0 0,0 0 0 0 0,0 1 0 0 0,0-1 0 0 0,0 0 0 0 0,0 0 0 0 0,0 1 0 0 0,-4 21 2082 0 0,4 26-1464 0 0,13 45 192 0 0,45 169-1 0 0,-39-190-832 0 0,17 51-1861 0 0,-31-106-2424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4.5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76 2401 0 0,'0'-4'376'0'0,"1"0"0"0"0,0 1 0 0 0,0-1 0 0 0,0 1 1 0 0,0 0-1 0 0,1-1 0 0 0,-1 1 0 0 0,1 0 1 0 0,0 0-1 0 0,0 0 0 0 0,0 0 0 0 0,0 0 1 0 0,0 0-1 0 0,1 1 0 0 0,-1-1 0 0 0,1 1 1 0 0,0-1-1 0 0,0 1 0 0 0,0 0 0 0 0,0 0 0 0 0,0 1 1 0 0,0-1-1 0 0,1 1 0 0 0,-1-1 0 0 0,0 1 1 0 0,1 0-1 0 0,5-1 0 0 0,5 0 172 0 0,0 1-1 0 0,0 1 1 0 0,1 0 0 0 0,-1 1-1 0 0,26 4 1 0 0,-36-5-423 0 0,-1 1 0 0 0,0-1 1 0 0,1 1-1 0 0,-1 0 0 0 0,0 0 1 0 0,1 0-1 0 0,-1 0 0 0 0,0 0 1 0 0,0 1-1 0 0,0-1 0 0 0,0 1 1 0 0,0 0-1 0 0,0 0 0 0 0,-1 0 1 0 0,1 0-1 0 0,0 1 0 0 0,-1-1 1 0 0,0 1-1 0 0,0-1 0 0 0,0 1 1 0 0,3 3-1 0 0,-4-2 15 0 0,0 0 0 0 0,0 1 1 0 0,0-1-1 0 0,0 0 0 0 0,-1 0 0 0 0,1 0 1 0 0,-1 1-1 0 0,0-1 0 0 0,-1 0 0 0 0,1 0 0 0 0,-1 1 1 0 0,1-1-1 0 0,-1 0 0 0 0,-3 7 0 0 0,-5 11 105 0 0,-1-1 0 0 0,0 0-1 0 0,-2 0 1 0 0,-24 32 0 0 0,19-29-392 0 0,-29 39-601 0 0,11-26-2910 0 0,50-83-9354 0 0,-5 31 9536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5.0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74 0 4441 0 0,'-5'10'12146'0'0,"-14"24"-9286"0"0,5-8-3596 0 0,-20 50-1 0 0,34-76 727 0 0,0 1 0 0 0,0-1 0 0 0,-1 0 0 0 0,1 1 0 0 0,0-1 0 0 0,0 0 0 0 0,0 1 0 0 0,0-1 0 0 0,0 0 0 0 0,0 1 0 0 0,0-1-1 0 0,0 1 1 0 0,0-1 0 0 0,0 0 0 0 0,0 1 0 0 0,0-1 0 0 0,0 0 0 0 0,0 1 0 0 0,0-1 0 0 0,0 1 0 0 0,0-1 0 0 0,0 0-1 0 0,1 1 1 0 0,-1-1 0 0 0,0 0 0 0 0,0 1 0 0 0,0-1 0 0 0,1 0 0 0 0,-1 1 0 0 0,0-1 0 0 0,0 0 0 0 0,1 0 0 0 0,-1 1 0 0 0,0-1-1 0 0,0 0 1 0 0,1 0 0 0 0,0 1 0 0 0,16-4-106 0 0,27-18 211 0 0,-36 17-93 0 0,9-5 110 0 0,1 2 0 0 0,0 0-1 0 0,21-5 1 0 0,-34 11-230 0 0,0-1 0 0 0,0 1-1 0 0,0 0 1 0 0,-1 1 0 0 0,1-1-1 0 0,0 1 1 0 0,0 0-1 0 0,0 0 1 0 0,0 0 0 0 0,0 1-1 0 0,0 0 1 0 0,0 0 0 0 0,0 0-1 0 0,0 1 1 0 0,-1-1-1 0 0,1 1 1 0 0,6 3 0 0 0,-9-2-564 0 0,1 0 1 0 0,0 1-1 0 0,-1-1 0 0 0,0 0 1 0 0,0 1-1 0 0,0 0 1 0 0,0-1-1 0 0,-1 1 0 0 0,3 6 1 0 0,-3 7-4910 0 0,-3-14 2949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6:35.4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3337 0 0,'-3'17'9411'0'0,"2"85"-6689"0"0,1-10-1952 0 0,-1-53-1415 0 0,2-1-1 0 0,8 59 0 0 0,-4-78-1089 0 0,-2-12-776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09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28 3929 0 0,'8'-11'9110'0'0,"11"2"-5936"0"0,18 2-1396 0 0,-34 7-1707 0 0,1 0 1 0 0,-1 0 0 0 0,0 0 0 0 0,0 1 0 0 0,0-1 0 0 0,0 1 0 0 0,1 0-1 0 0,-1 0 1 0 0,0 0 0 0 0,0 0 0 0 0,-1 0 0 0 0,1 1 0 0 0,0-1 0 0 0,4 4 0 0 0,7 13-6821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10.1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13 4017 0 0,'-2'1'474'0'0,"0"1"0"0"0,0-1 0 0 0,0 1 0 0 0,1 0 0 0 0,-1 0 0 0 0,1-1 0 0 0,-1 1 0 0 0,1 0 0 0 0,0 0 0 0 0,0 1 0 0 0,0-1 0 0 0,0 0 0 0 0,-1 2 0 0 0,1 1-246 0 0,0-1 0 0 0,0 0 0 0 0,0 0 1 0 0,1 1-1 0 0,0-1 0 0 0,0 0 0 0 0,0 1 0 0 0,0-1 0 0 0,0 0 0 0 0,1 1 0 0 0,2 5 0 0 0,-3-8-191 0 0,0 0 0 0 0,1 0 0 0 0,-1-1 0 0 0,1 1 0 0 0,-1 0 0 0 0,1 0 0 0 0,0-1 0 0 0,0 1 1 0 0,0-1-1 0 0,0 1 0 0 0,0-1 0 0 0,0 1 0 0 0,0-1 0 0 0,0 1 0 0 0,1-1 0 0 0,-1 0 0 0 0,0 0 0 0 0,1 0 0 0 0,-1 0 0 0 0,1 0 0 0 0,-1 0 0 0 0,1 0 0 0 0,0 0 0 0 0,-1-1 0 0 0,1 1 1 0 0,0 0-1 0 0,0-1 0 0 0,0 0 0 0 0,-1 1 0 0 0,1-1 0 0 0,0 0 0 0 0,0 0 0 0 0,0 0 0 0 0,-1 0 0 0 0,1 0 0 0 0,0 0 0 0 0,0-1 0 0 0,0 1 0 0 0,-1-1 0 0 0,1 1 0 0 0,0-1 0 0 0,0 0 1 0 0,-1 1-1 0 0,1-1 0 0 0,-1 0 0 0 0,1 0 0 0 0,-1 0 0 0 0,3-2 0 0 0,1-1 124 0 0,0 0 0 0 0,0 0 0 0 0,0 0 0 0 0,0 0 0 0 0,-1-1 0 0 0,0 1 0 0 0,0-1 0 0 0,0 0 0 0 0,-1 0 0 0 0,0-1 0 0 0,0 1 0 0 0,4-10 0 0 0,-7 13-119 0 0,1 1 0 0 0,-1-1 0 0 0,1 1 0 0 0,-1-1 1 0 0,0 0-1 0 0,0 1 0 0 0,0-1 0 0 0,0 1 0 0 0,0-1 1 0 0,0 0-1 0 0,0 1 0 0 0,-1-1 0 0 0,1 1 0 0 0,-1-1 1 0 0,1 0-1 0 0,-1 1 0 0 0,1 0 0 0 0,-1-1 1 0 0,0 1-1 0 0,-1-3 0 0 0,0 2-51 0 0,0 1 0 0 0,0-1 0 0 0,-1 0 1 0 0,1 0-1 0 0,-1 1 0 0 0,1-1 0 0 0,-1 1 0 0 0,1 0 1 0 0,-1 0-1 0 0,0 0 0 0 0,0 0 0 0 0,1 0 0 0 0,-1 1 0 0 0,0-1 1 0 0,-4 0-1 0 0,-3 2 573 0 0,1 1-4314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10.5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 3649 0 0,'5'-3'8640'0'0,"-5"3"-8493"0"0,5 18 2414 0 0,1 27-1652 0 0,-8 51 488 0 0,0-74-1722 0 0,1 0 0 0 0,1 0 0 0 0,1 0 0 0 0,0-1-1 0 0,2 1 1 0 0,7 26 0 0 0,-3-35-3328 0 0,1-15-3279 0 0,-1 0 3706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10.9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 8 4609 0 0,'-2'2'626'0'0,"0"-1"0"0"0,1 0 0 0 0,-1 0 0 0 0,0 1 0 0 0,1-1 0 0 0,-1 1 0 0 0,1-1 0 0 0,0 1 0 0 0,0 0 0 0 0,0 0 0 0 0,-2 3 0 0 0,-9 30 1228 0 0,11-32-1856 0 0,1 0 0 0 0,-1 0 0 0 0,1 0 0 0 0,-1 0 0 0 0,1 1 0 0 0,0-1 0 0 0,0 0 0 0 0,1 0 0 0 0,-1 0 0 0 0,0 0 0 0 0,1 0 0 0 0,0 1 0 0 0,0-1 0 0 0,0 0 0 0 0,0-1 0 0 0,0 1 1 0 0,1 0-1 0 0,2 4 0 0 0,-3-6 38 0 0,1 0 0 0 0,0 1 0 0 0,0-1 0 0 0,-1 0 0 0 0,1 0 0 0 0,0 0 1 0 0,0 0-1 0 0,0 0 0 0 0,0-1 0 0 0,0 1 0 0 0,0-1 0 0 0,1 1 0 0 0,-1-1 0 0 0,0 0 1 0 0,0 0-1 0 0,0 0 0 0 0,0 0 0 0 0,0 0 0 0 0,1 0 0 0 0,-1 0 0 0 0,0-1 0 0 0,0 1 1 0 0,0-1-1 0 0,0 0 0 0 0,0 1 0 0 0,0-1 0 0 0,0 0 0 0 0,0 0 0 0 0,0 0 0 0 0,-1 0 1 0 0,1-1-1 0 0,0 1 0 0 0,-1-1 0 0 0,1 1 0 0 0,0-1 0 0 0,-1 1 0 0 0,2-3 0 0 0,0 1 87 0 0,0-1 0 0 0,0 1 0 0 0,-1-1 0 0 0,1 1 0 0 0,-1-1 0 0 0,0 0 0 0 0,0 0 0 0 0,0 0 0 0 0,-1 0 0 0 0,1-1 0 0 0,-1 1 0 0 0,0 0 0 0 0,0-1 0 0 0,-1 1 0 0 0,1 0 0 0 0,-1-1 0 0 0,0-6 0 0 0,-1 9-115 0 0,1 0 1 0 0,0 0-1 0 0,-1 0 1 0 0,0 1-1 0 0,0-1 1 0 0,1 0-1 0 0,-1 0 1 0 0,0 0 0 0 0,0 1-1 0 0,-1-1 1 0 0,1 0-1 0 0,0 1 1 0 0,-1-1-1 0 0,1 1 1 0 0,0 0-1 0 0,-1-1 1 0 0,0 1-1 0 0,1 0 1 0 0,-1 0-1 0 0,0 0 1 0 0,1 0-1 0 0,-1 0 1 0 0,0 0-1 0 0,0 1 1 0 0,0-1 0 0 0,0 0-1 0 0,0 1 1 0 0,0 0-1 0 0,0-1 1 0 0,0 1-1 0 0,0 0 1 0 0,0 0-1 0 0,0 0 1 0 0,0 0-1 0 0,-4 1 1 0 0,2 0-341 0 0,-1 0 0 0 0,0 0 0 0 0,1 0 1 0 0,0 1-1 0 0,-1-1 0 0 0,1 1 0 0 0,0 0 0 0 0,0 0 0 0 0,0 1 0 0 0,0-1 1 0 0,0 1-1 0 0,0 0 0 0 0,1 0 0 0 0,-1 0 0 0 0,-2 4 0 0 0,6-6 180 0 0,-1-1 0 0 0,1 1-1 0 0,0-1 1 0 0,-1 1 0 0 0,1-1-1 0 0,0 1 1 0 0,0-1 0 0 0,0 1 0 0 0,-1-1-1 0 0,1 1 1 0 0,0-1 0 0 0,0 1-1 0 0,0-1 1 0 0,0 1 0 0 0,0 0-1 0 0,0-1 1 0 0,0 1 0 0 0,0-1-1 0 0,0 1 1 0 0,1-1 0 0 0,-1 1-1 0 0,0-1 1 0 0,0 1 0 0 0,0-1 0 0 0,1 1-1 0 0,-1-1 1 0 0,0 1 0 0 0,1-1-1 0 0,-1 1 1 0 0,0-1 0 0 0,1 1-1 0 0,-1-1 1 0 0,0 1 0 0 0,1-1-1 0 0,-1 0 1 0 0,1 1 0 0 0,-1-1-1 0 0,1 0 1 0 0,-1 0 0 0 0,1 1 0 0 0,-1-1-1 0 0,1 0 1 0 0,-1 0 0 0 0,1 1-1 0 0,-1-1 1 0 0,1 0 0 0 0,-1 0-1 0 0,1 0 1 0 0,0 0 0 0 0,-1 0-1 0 0,1 0 1 0 0,-1 0 0 0 0,1 0 0 0 0,-1 0-1 0 0,1 0 1 0 0,-1 0 0 0 0,1-1-1 0 0,0 1 1 0 0,-1 0 0 0 0,1 0-1 0 0,0-1 1 0 0,9 0-2190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11.2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12 520 0 0,'-24'2'14509'0'0,"38"-7"-12012"0"0,-5 2-2552 0 0,1 1-1 0 0,-1 1 0 0 0,1 0 0 0 0,0 0 0 0 0,0 1 1 0 0,-1 0-1 0 0,1 0 0 0 0,0 1 0 0 0,-1 1 1 0 0,1 0-1 0 0,9 3 0 0 0,-18-5-76 0 0,-1 0 0 0 0,0 0 1 0 0,0 0-1 0 0,1 0 0 0 0,-1 0 0 0 0,0 0 1 0 0,1 0-1 0 0,-1 0 0 0 0,0 0 0 0 0,0 0 1 0 0,1 0-1 0 0,-1 1 0 0 0,0-1 0 0 0,0 0 1 0 0,1 0-1 0 0,-1 0 0 0 0,0 0 0 0 0,0 1 1 0 0,0-1-1 0 0,1 0 0 0 0,-1 0 0 0 0,0 0 1 0 0,0 1-1 0 0,0-1 0 0 0,0 0 0 0 0,1 0 1 0 0,-1 1-1 0 0,0-1 0 0 0,0 0 0 0 0,0 0 1 0 0,0 1-1 0 0,0-1 0 0 0,0 0 0 0 0,0 1 0 0 0,0-1 1 0 0,0 0-1 0 0,0 0 0 0 0,0 1 0 0 0,0-1 1 0 0,0 0-1 0 0,0 1 0 0 0,0-1 0 0 0,0 0 1 0 0,0 0-1 0 0,0 1 0 0 0,0-1 0 0 0,0 0 1 0 0,-1 1-1 0 0,1-1 0 0 0,0 0 0 0 0,-13 8-7790 0 0,9-6 5939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11.6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26 2336 0 0,'10'0'9314'0'0,"1"-2"-4414"0"0,-6 1-4619 0 0,0 1-1 0 0,1-1 1 0 0,-1 1-1 0 0,0 0 1 0 0,1 0-1 0 0,-1 0 1 0 0,0 1-1 0 0,7 1 1 0 0,35 7-1753 0 0,-27-15-3022 0 0,-19 6 4050 0 0,-1-1 0 0 0,1 0 0 0 0,0 0 0 0 0,-1 1 0 0 0,1-1 1 0 0,0 0-1 0 0,-1 0 0 0 0,1 0 0 0 0,-1 0 0 0 0,1 0 0 0 0,-1 0 1 0 0,0 0-1 0 0,1 0 0 0 0,-1 0 0 0 0,0 0 0 0 0,0 0 0 0 0,0 0 1 0 0,1-2-1 0 0,1-5-3408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3.6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9 2977 0 0,'0'-1'125'0'0,"0"1"0"0"0,0 0 0 0 0,0 0 0 0 0,-1 0 0 0 0,1-1 0 0 0,0 1 0 0 0,0 0 0 0 0,0 0 1 0 0,0 0-1 0 0,0 0 0 0 0,-1 0 0 0 0,1 0 0 0 0,0-1 0 0 0,0 1 0 0 0,0 0 0 0 0,0 0 0 0 0,-1 0 0 0 0,1 0 1 0 0,0 0-1 0 0,0 0 0 0 0,0 0 0 0 0,-1 0 0 0 0,1 0 0 0 0,0 0 0 0 0,0 0 0 0 0,-1 0 0 0 0,1 0 0 0 0,0 0 1 0 0,0 0-1 0 0,0 0 0 0 0,-1 0 0 0 0,1 0 0 0 0,0 0 0 0 0,0 0 0 0 0,0 0 0 0 0,-1 0 0 0 0,1 0 1 0 0,0 1-1 0 0,0-1 0 0 0,0 0 0 0 0,0 0 0 0 0,-1 0 0 0 0,1 0 0 0 0,0 0 0 0 0,0 1 0 0 0,0-1 0 0 0,0 0 1 0 0,0 0-1 0 0,0 0 0 0 0,-1 0 0 0 0,1 1 0 0 0,-3 16 1600 0 0,3 18-1322 0 0,7 27 1168 0 0,29 113 0 0 0,-17-93-1851 0 0,-15-62-888 0 0,0 5-5329 0 0,0-42 1608 0 0,-4-6 4456 0 0,-1-1 0 0 0,-1 1 1 0 0,-1 1-1 0 0,-7-27 1 0 0,-14-42 1778 0 0,1 4 3540 0 0,23 85-4570 0 0,-1 0 0 0 0,0 1 1 0 0,1-1-1 0 0,0 0 0 0 0,-1 0 1 0 0,1 0-1 0 0,0 0 1 0 0,0 0-1 0 0,0 0 0 0 0,0 0 1 0 0,0 0-1 0 0,1 0 0 0 0,0-3 1 0 0,-1 5-189 0 0,1-1 0 0 0,-1 1 0 0 0,1 0 0 0 0,-1 0 0 0 0,1 0 0 0 0,-1 0 0 0 0,1 0 0 0 0,-1 0 0 0 0,1 0 0 0 0,-1 0 0 0 0,1 0 0 0 0,-1 0 0 0 0,1 1 0 0 0,-1-1 0 0 0,1 0 0 0 0,-1 0 0 0 0,1 0 0 0 0,-1 1 0 0 0,0-1 0 0 0,1 0 0 0 0,-1 0 0 0 0,1 1 0 0 0,-1-1 0 0 0,0 0 0 0 0,1 1 0 0 0,-1-1 0 0 0,1 1 0 0 0,-1-1 0 0 0,0 0 0 0 0,0 1 0 0 0,1 0 0 0 0,38 50 4494 0 0,-34-44-4629 0 0,18 30 1155 0 0,17 27-429 0 0,-37-61-707 0 0,-1-1 0 0 0,0 1 0 0 0,1 0 0 0 0,0-1 0 0 0,-1 1 0 0 0,1-1 0 0 0,0 0-1 0 0,0 0 1 0 0,1 0 0 0 0,-1 0 0 0 0,0-1 0 0 0,1 1 0 0 0,-1-1 0 0 0,0 0 0 0 0,1 0 0 0 0,4 1 0 0 0,-6-2-9 0 0,-1-1 0 0 0,1 1 1 0 0,0 0-1 0 0,-1-1 1 0 0,1 1-1 0 0,-1-1 1 0 0,1 1-1 0 0,-1-1 0 0 0,1 0 1 0 0,-1 0-1 0 0,1 0 1 0 0,-1 0-1 0 0,0 0 1 0 0,1 0-1 0 0,-1 0 0 0 0,0 0 1 0 0,0 0-1 0 0,0 0 1 0 0,0-1-1 0 0,0 1 1 0 0,0 0-1 0 0,0-1 0 0 0,-1 1 1 0 0,1-1-1 0 0,0 1 1 0 0,-1-1-1 0 0,1-2 1 0 0,14-50 22 0 0,-13 42-24 0 0,8-48 49 0 0,-8 43-24 0 0,1 0 0 0 0,1-1 0 0 0,10-31 1 0 0,-8 52 368 0 0,2 15-58 0 0,4 17 188 0 0,28 108 595 0 0,-13-48-3822 0 0,-26-93 2331 0 0,-1 0 0 0 0,1-1 1 0 0,-1 1-1 0 0,1 0 0 0 0,-1-1 1 0 0,1 1-1 0 0,0-1 0 0 0,0 1 1 0 0,0-1-1 0 0,0 1 1 0 0,0-1-1 0 0,0 1 0 0 0,0-1 1 0 0,0 0-1 0 0,0 1 0 0 0,1-1 1 0 0,2 2-1 0 0,-3-4 39 0 0,0 1-1 0 0,0 0 1 0 0,0 0-1 0 0,0 0 1 0 0,0-1-1 0 0,0 1 1 0 0,-1 0-1 0 0,1-1 1 0 0,0 1-1 0 0,0-1 1 0 0,0 1-1 0 0,0-1 1 0 0,0 0-1 0 0,-1 1 1 0 0,1-1-1 0 0,0 0 1 0 0,-1 0-1 0 0,1 1 1 0 0,0-1-1 0 0,-1 0 1 0 0,1 0-1 0 0,-1 0 1 0 0,1 0-1 0 0,-1 1 1 0 0,0-1-1 0 0,1 0 1 0 0,-1 0-1 0 0,0 0 1 0 0,0 0-1 0 0,1 0 1 0 0,-1-2-1 0 0,6-9-2799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4.0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15 349 2136 0 0,'-2'29'9711'0'0,"-4"-54"-4553"0"0,3 1-5083 0 0,1-1 0 0 0,1 1 0 0 0,1-1 0 0 0,1 1 1 0 0,2-1-1 0 0,0 1 0 0 0,2-1 0 0 0,0 1 0 0 0,2 1 0 0 0,0-1 0 0 0,14-27 0 0 0,-20 48-70 0 0,1 0-1 0 0,-1 1 1 0 0,1-1-1 0 0,0 1 1 0 0,0-1-1 0 0,-1 1 1 0 0,1 0-1 0 0,1 0 1 0 0,-1 0-1 0 0,0 0 1 0 0,0 0-1 0 0,1 0 1 0 0,-1 0-1 0 0,4-1 0 0 0,-5 3 12 0 0,0 0-1 0 0,0 0 0 0 0,1 0 0 0 0,-1 0 0 0 0,0 0 0 0 0,0 0 0 0 0,0 1 1 0 0,1-1-1 0 0,-1 0 0 0 0,0 1 0 0 0,0-1 0 0 0,0 0 0 0 0,0 1 0 0 0,0-1 0 0 0,1 1 1 0 0,-1 0-1 0 0,0-1 0 0 0,-1 1 0 0 0,1 0 0 0 0,0 0 0 0 0,0 0 0 0 0,0 0 0 0 0,0-1 1 0 0,0 1-1 0 0,-1 0 0 0 0,1 0 0 0 0,-1 1 0 0 0,1-1 0 0 0,0 0 0 0 0,-1 0 1 0 0,0 0-1 0 0,1 0 0 0 0,-1 0 0 0 0,0 1 0 0 0,1-1 0 0 0,-1 2 0 0 0,19 57 955 0 0,16 96 0 0 0,-15-61-915 0 0,-13-60 859 0 0,-3-7-4545 0 0,-4-22 762 0 0,-12-42-6816 0 0,10 23 6548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4.4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60 4593 0 0,'0'0'452'0'0,"-1"-1"0"0"0,0 0 1 0 0,0 1-1 0 0,0-1 0 0 0,1 0 0 0 0,-1 0 0 0 0,0 1 0 0 0,1-1 1 0 0,-1 0-1 0 0,1 0 0 0 0,-1 0 0 0 0,1 0 0 0 0,-1 0 1 0 0,1 0-1 0 0,0 0 0 0 0,-1 0 0 0 0,1 0 0 0 0,0 0 1 0 0,0 0-1 0 0,0 0 0 0 0,0 0 0 0 0,0-1 0 0 0,0 1-303 0 0,1 0-1 0 0,-1 1 0 0 0,1-1 0 0 0,-1 0 0 0 0,1 1 1 0 0,0-1-1 0 0,-1 1 0 0 0,1-1 0 0 0,0 1 0 0 0,-1-1 1 0 0,1 1-1 0 0,0 0 0 0 0,0-1 0 0 0,-1 1 0 0 0,1 0 1 0 0,0-1-1 0 0,0 1 0 0 0,0 0 0 0 0,0 0 1 0 0,-1 0-1 0 0,2 0 0 0 0,59 1-3388 0 0,-46 0 2432 0 0,-9-1 59 0 0,0 0 0 0 0,0 0 0 0 0,0-1 0 0 0,0 0 0 0 0,-1 0 0 0 0,1-1 1 0 0,0 1-1 0 0,-1-1 0 0 0,1-1 0 0 0,-1 1 0 0 0,1-1 0 0 0,5-3 0 0 0,4-3-2569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4.8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31 4537 0 0,'0'-1'280'0'0,"0"1"0"0"0,0-1-1 0 0,0 1 1 0 0,-1-1 0 0 0,1 1 0 0 0,0-1-1 0 0,0 1 1 0 0,0-1 0 0 0,0 1 0 0 0,0-1 0 0 0,0 1-1 0 0,0-1 1 0 0,0 1 0 0 0,0-1 0 0 0,1 1 0 0 0,-1-1-1 0 0,0 1 1 0 0,0-1 0 0 0,0 1 0 0 0,0-1 0 0 0,1 1-1 0 0,-1-1 1 0 0,0 1 0 0 0,1 0 0 0 0,-1-1-1 0 0,0 1 1 0 0,1 0 0 0 0,-1-1 0 0 0,0 1 0 0 0,1-1-1 0 0,-1 1 1 0 0,1 0 0 0 0,-1 0 0 0 0,0-1 0 0 0,1 1-1 0 0,-1 0 1 0 0,1 0 0 0 0,-1 0 0 0 0,1-1 0 0 0,-1 1-1 0 0,1 0 1 0 0,0 0 0 0 0,21 16 2873 0 0,16 30-2968 0 0,-9-5-240 0 0,1-1 1 0 0,2-2 0 0 0,48 46 0 0 0,9-12-5492 0 0,-73-65 947 0 0,-15-7 4435 0 0,-1 0 0 0 0,0 0 1 0 0,1 0-1 0 0,-1 0 1 0 0,0-1-1 0 0,1 1 0 0 0,-1 0 1 0 0,0 0-1 0 0,1 0 0 0 0,-1-1 1 0 0,0 1-1 0 0,1 0 0 0 0,-1-1 1 0 0,0 1-1 0 0,0 0 1 0 0,1 0-1 0 0,-1-1 0 0 0,0 1 1 0 0,0 0-1 0 0,0-1 0 0 0,1 1 1 0 0,-1-1-1 0 0,0 1 1 0 0,0 0-1 0 0,0-1 0 0 0,0 1 1 0 0,0 0-1 0 0,0-1 0 0 0,0 1 1 0 0,0-1-1 0 0,0 1 0 0 0,0 0 1 0 0,0-1-1 0 0,0 1 1 0 0,0-1-1 0 0,0 1 0 0 0,0 0 1 0 0,0-1-1 0 0,-1-10-2446 0 0</inkml:trace>
  <inkml:trace contextRef="#ctx0" brushRef="#br0" timeOffset="1">293 0 2625 0 0,'-17'8'8322'0'0,"2"10"-5142"0"0,-7 26-1857 0 0,20-39-607 0 0,-16 38 330 0 0,2 1 0 0 0,-19 79 0 0 0,30-96-2312 0 0,1 0-1 0 0,1 0 0 0 0,2 38 1 0 0,0-42-5300 0 0,3-15 1303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5.2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 8938 0 0,'-1'1'515'0'0,"1"-1"-387"0"0,0 0 1 0 0,0 0 0 0 0,0 0-1 0 0,0 0 1 0 0,2 5 3860 0 0,-2-5-3861 0 0,0 0 1 0 0,0 0 0 0 0,0 0-1 0 0,1 0 1 0 0,-1 0 0 0 0,0 0-1 0 0,0 0 1 0 0,0 1 0 0 0,0-1-1 0 0,1 0 1 0 0,16 4 1462 0 0,17 0-1756 0 0,-22-5-20 0 0,68-4-555 0 0,-30-7-6853 0 0,-38 7 2098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5.6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98 0 6017 0 0,'-11'4'5851'0'0,"3"12"-3716"0"0,-1 23-1755 0 0,8-33 110 0 0,-17 80 288 0 0,-19 109 49 0 0,23-66-5783 0 0,14-119 1735 0 0,3-21-4640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6.0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61 5 5345 0 0,'0'-1'140'0'0,"0"1"-1"0"0,0 0 0 0 0,0 0 1 0 0,0 0-1 0 0,0-1 0 0 0,0 1 1 0 0,0 0-1 0 0,0 0 1 0 0,1 0-1 0 0,0-2 1255 0 0,-1 2-1255 0 0,0 0 0 0 0,0 0 1 0 0,0 0-1 0 0,1 0 1 0 0,-1-1-1 0 0,0 1 0 0 0,0 0 1 0 0,0 0-1 0 0,1 0 0 0 0,-1 0 1 0 0,0 0-1 0 0,0 0 1 0 0,0 0-1 0 0,1 0 0 0 0,-1 0 1 0 0,0 0-1 0 0,0 0 0 0 0,1 0 1 0 0,-1 0-1 0 0,0 0 1 0 0,0 0-1 0 0,0 0 0 0 0,1 0 1 0 0,-1 0-1 0 0,0 0 0 0 0,0 1 1 0 0,0-1-1 0 0,1 0 1 0 0,9 12 1740 0 0,6 15-1093 0 0,9 43 209 0 0,-2 1 1 0 0,14 78 0 0 0,-16-58-3270 0 0,-18-73-1753 0 0,-15-25-3581 0 0,6-2 4513 0 0</inkml:trace>
  <inkml:trace contextRef="#ctx0" brushRef="#br0" timeOffset="1">1 299 7538 0 0,'6'0'7841'0'0,"31"-16"-7161"0"0,-28 12-922 0 0,-1 0 0 0 0,1 1 0 0 0,0 0-1 0 0,0 1 1 0 0,14-3 0 0 0,25 1-9672 0 0,-36 6 6134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6.3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0 5089 0 0,'-2'46'8208'0'0,"14"30"-7266"0"0,-8-58-591 0 0,10 61-285 0 0,25 106 117 0 0,-28-167 118 0 0,2-18-122 0 0,18-31-69 0 0,-8 6-129 0 0,-22 24-119 0 0,31-18-229 0 0,-31 19 13 0 0,0 0 0 0 0,0-1-1 0 0,0 1 1 0 0,0 0-1 0 0,0 0 1 0 0,0 0 0 0 0,0-1-1 0 0,0 1 1 0 0,0 0 0 0 0,1 1-1 0 0,-1-1 1 0 0,0 0-1 0 0,0 0 1 0 0,0 0 0 0 0,0 1-1 0 0,0-1 1 0 0,0 0-1 0 0,0 1 1 0 0,2 0 0 0 0,5 7-4303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6.8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4561 0 0,'11'44'8307'0'0,"-8"51"-7812"0"0,0-15-511 0 0,-3-74 9 0 0,1-1 0 0 0,0 1 1 0 0,0-1-1 0 0,0 0 0 0 0,0 0 0 0 0,1 1 1 0 0,0-1-1 0 0,0 0 0 0 0,4 6 0 0 0,-4-8-2 0 0,0-1 0 0 0,0 0-1 0 0,0 1 1 0 0,1-1 0 0 0,-1 0-1 0 0,1-1 1 0 0,-1 1-1 0 0,1 0 1 0 0,0-1 0 0 0,0 0-1 0 0,0 1 1 0 0,0-1 0 0 0,0 0-1 0 0,0-1 1 0 0,0 1 0 0 0,0 0-1 0 0,4-1 1 0 0,13 4 115 0 0,-15-2-233 0 0,0-1 0 0 0,0 0-1 0 0,0-1 1 0 0,0 1-1 0 0,1-1 1 0 0,-1 0-1 0 0,6-1 1 0 0,-10 1-160 0 0,1-1 0 0 0,0 1 0 0 0,0-1 0 0 0,-1 0 0 0 0,1 0 0 0 0,-1 0 0 0 0,1 0 0 0 0,-1 0 0 0 0,1 0 0 0 0,-1 0 0 0 0,0 0 0 0 0,1-1 0 0 0,-1 1 0 0 0,0 0 0 0 0,0-1 0 0 0,0 1 0 0 0,0-1 0 0 0,0 1 0 0 0,0-1 0 0 0,-1 0 0 0 0,1 1 0 0 0,0-1 0 0 0,-1 0 0 0 0,1 1 0 0 0,-1-3 0 0 0,4-8-3049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7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28 8178 0 0,'-2'0'236'0'0,"0"0"0"0"0,0 0 0 0 0,0 0 1 0 0,0 0-1 0 0,0 1 0 0 0,0-1 1 0 0,0 1-1 0 0,0-1 0 0 0,0 1 0 0 0,0 0 1 0 0,0 0-1 0 0,0 0 0 0 0,0 0 0 0 0,0 0 1 0 0,0 0-1 0 0,1 0 0 0 0,-1 1 0 0 0,0-1 1 0 0,1 1-1 0 0,0-1 0 0 0,-1 1 0 0 0,-1 3 1 0 0,1-1-123 0 0,0 0 1 0 0,0 1 0 0 0,0-1 0 0 0,1 0 0 0 0,0 1 0 0 0,0-1 0 0 0,0 1 0 0 0,1 0 0 0 0,0-1 0 0 0,0 7 0 0 0,0 5-143 0 0,2 0 0 0 0,0 0 0 0 0,1-1 0 0 0,1 1-1 0 0,7 20 1 0 0,-8-29 37 0 0,0 0 0 0 0,0-1 0 0 0,0 1-1 0 0,1-1 1 0 0,0 0 0 0 0,1 0 0 0 0,-1-1 0 0 0,1 1-1 0 0,0-1 1 0 0,1 0 0 0 0,10 9 0 0 0,-13-13 11 0 0,-1 0 0 0 0,0 1 0 0 0,0-1 0 0 0,0 0 1 0 0,1 0-1 0 0,-1 0 0 0 0,1-1 0 0 0,-1 1 0 0 0,0 0 0 0 0,1-1 1 0 0,-1 0-1 0 0,1 0 0 0 0,-1 1 0 0 0,1-1 0 0 0,-1-1 0 0 0,1 1 1 0 0,-1 0-1 0 0,1-1 0 0 0,-1 1 0 0 0,1-1 0 0 0,-1 0 1 0 0,1 0-1 0 0,-1 0 0 0 0,0 0 0 0 0,0 0 0 0 0,1 0 0 0 0,-1-1 1 0 0,0 1-1 0 0,0-1 0 0 0,0 1 0 0 0,-1-1 0 0 0,1 0 0 0 0,0 0 1 0 0,0 0-1 0 0,-1 0 0 0 0,0 0 0 0 0,3-3 0 0 0,1-2 53 0 0,-1-1-1 0 0,1 1 1 0 0,-1-1-1 0 0,-1 0 1 0 0,1 0-1 0 0,-1-1 1 0 0,-1 1-1 0 0,1-1 0 0 0,-1 1 1 0 0,-1-1-1 0 0,0 0 1 0 0,0 1-1 0 0,-1-1 1 0 0,0 0-1 0 0,0 0 1 0 0,-3-10-1 0 0,2 12-93 0 0,0 1 1 0 0,-1 0-1 0 0,0 0 0 0 0,-1 0 1 0 0,1 1-1 0 0,-1-1 0 0 0,0 0 1 0 0,-1 1-1 0 0,1 0 0 0 0,-1 0 0 0 0,0 0 1 0 0,0 0-1 0 0,-1 1 0 0 0,1-1 1 0 0,-1 1-1 0 0,0 0 0 0 0,0 1 0 0 0,-1-1 1 0 0,1 1-1 0 0,-1 0 0 0 0,1 0 1 0 0,-1 1-1 0 0,-7-3 0 0 0,4 2-658 0 0,-22-8-2312 0 0,16 11-2423 0 0,15 6 705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7.5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124 74 4273 0 0,'-4'-19'4828'0'0,"4"15"-4408"0"0,0 0-1 0 0,-1 0 1 0 0,0 1 0 0 0,1-1 0 0 0,-1 0-1 0 0,-1 0 1 0 0,1 0 0 0 0,-1 1 0 0 0,1-1 0 0 0,-1 1-1 0 0,0-1 1 0 0,-5-5 0 0 0,6 9-350 0 0,0 0 0 0 0,0 0 1 0 0,0 0-1 0 0,0 0 0 0 0,0 0 0 0 0,0 0 1 0 0,-1 0-1 0 0,1 1 0 0 0,0-1 1 0 0,0 1-1 0 0,0-1 0 0 0,0 0 0 0 0,0 1 1 0 0,0 0-1 0 0,0-1 0 0 0,0 1 0 0 0,0 0 1 0 0,1-1-1 0 0,-1 1 0 0 0,0 0 1 0 0,0 0-1 0 0,0 0 0 0 0,1 0 0 0 0,-1 0 1 0 0,1-1-1 0 0,-2 3 0 0 0,-18 30 450 0 0,19-31-393 0 0,-8 14 11 0 0,2-1 0 0 0,0 1-1 0 0,1 0 1 0 0,0 0 0 0 0,1 1-1 0 0,1-1 1 0 0,1 1 0 0 0,0 0-1 0 0,1 0 1 0 0,1 0 0 0 0,2 22-1 0 0,-1-31-243 0 0,1 0 0 0 0,1 1 0 0 0,-1-1 0 0 0,2 0 0 0 0,-1 0 0 0 0,1 0 1 0 0,0 0-1 0 0,1-1 0 0 0,-1 1 0 0 0,2-1 0 0 0,-1 0 0 0 0,1 0 0 0 0,0 0 0 0 0,0-1 0 0 0,1 0 0 0 0,0 0 0 0 0,0 0 0 0 0,0-1 0 0 0,1 0 0 0 0,0 0 0 0 0,0 0 0 0 0,0-1 0 0 0,1 0 0 0 0,-1 0 0 0 0,9 2 0 0 0,-7-3-287 0 0,0 0 0 0 0,0-1 0 0 0,0 0 0 0 0,0 0 0 0 0,1-1-1 0 0,-1 0 1 0 0,16 0 0 0 0,-20-2-146 0 0,-1 1 0 0 0,1-1-1 0 0,0 0 1 0 0,-1 0 0 0 0,1 0 0 0 0,-1 0 0 0 0,1-1-1 0 0,-1 0 1 0 0,0 0 0 0 0,1 0 0 0 0,-1 0 0 0 0,0-1-1 0 0,0 1 1 0 0,-1-1 0 0 0,1 0 0 0 0,5-7-1 0 0,3-2-2443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7.9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31 381 7754 0 0,'-1'0'213'0'0,"0"0"0"0"0,1 0 0 0 0,-1 0 0 0 0,0 0 0 0 0,0 0 0 0 0,0 0 0 0 0,0 0 0 0 0,0 0 0 0 0,0 0 0 0 0,0 0 0 0 0,1 0 0 0 0,-1-1 0 0 0,0 1 1 0 0,0 0-1 0 0,0 0 0 0 0,0-1 0 0 0,1 1 0 0 0,-1-1 0 0 0,0 1 0 0 0,0-1 0 0 0,1 1 0 0 0,-1-1 0 0 0,0 1 0 0 0,1-1 0 0 0,-2-1 0 0 0,-7-23 1671 0 0,10-37-1539 0 0,-1 56 79 0 0,3-58 281 0 0,4-44 153 0 0,-6 96-774 0 0,1 0 0 0 0,1 1 0 0 0,0-1 0 0 0,0 1 0 0 0,1 0 0 0 0,10-18 0 0 0,-14 28-82 0 0,0 1 0 0 0,0-1 0 0 0,0 1 0 0 0,0-1 1 0 0,1 1-1 0 0,-1 0 0 0 0,0-1 0 0 0,0 1 0 0 0,0-1 0 0 0,1 1 0 0 0,-1-1 0 0 0,0 1 0 0 0,1 0 0 0 0,-1-1 0 0 0,0 1 0 0 0,1 0 0 0 0,-1-1 0 0 0,1 1 0 0 0,-1 0 1 0 0,1 0-1 0 0,-1-1 0 0 0,0 1 0 0 0,1 0 0 0 0,-1 0 0 0 0,1 0 0 0 0,-1 0 0 0 0,1-1 0 0 0,-1 1 0 0 0,1 0 0 0 0,-1 0 0 0 0,1 0 0 0 0,-1 0 0 0 0,1 0 0 0 0,-1 0 1 0 0,1 0-1 0 0,-1 0 0 0 0,1 1 0 0 0,-1-1 0 0 0,2 0 0 0 0,11 22 65 0 0,3 38 11 0 0,-15-56-74 0 0,20 109 19 0 0,3 12-1353 0 0,-3-44-3768 0 0,-14-67 3130 0 0,-4-10-78 0 0,-6-14-5040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8.4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15 149 4881 0 0,'-15'2'7496'0'0,"27"4"-4816"0"0,26 2-2067 0 0,-7-8-1026 0 0,-3-1-1788 0 0,-1 3-3799 0 0,-10 5 1497 0 0</inkml:trace>
  <inkml:trace contextRef="#ctx0" brushRef="#br0" timeOffset="1">180 14 6289 0 0,'18'-5'8680'0'0,"24"6"-7667"0"0,-26 0-314 0 0,94-3-1400 0 0,-38-3-5328 0 0,-61 1 1028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8.8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62 5489 0 0,'-3'5'884'0'0,"1"-1"0"0"0,0 1 0 0 0,0 0 0 0 0,0-1 0 0 0,0 1 0 0 0,1 0 0 0 0,-2 6 0 0 0,0 40 1741 0 0,15 50-2240 0 0,-10-89-123 0 0,-1-4-380 0 0,4 21-159 0 0,12 43-1 0 0,-14-64-495 0 0,0 0-1 0 0,0 0 1 0 0,1-1-1 0 0,0 1 1 0 0,10 12 0 0 0,-14-20 664 0 0,0 0 1 0 0,0 0 0 0 0,0 0 0 0 0,0 0 0 0 0,0 0 0 0 0,0-1 0 0 0,2 0-1730 0 0,-2 1 1730 0 0,1 0 0 0 0,-1 0 0 0 0,0 0 0 0 0,0 0 0 0 0,0 0 0 0 0,0 0 0 0 0,0 0 0 0 0,1 0 0 0 0,-1 0-1 0 0,0 0 1 0 0,0 0 0 0 0,0 0 0 0 0,0 0 0 0 0,1 0 0 0 0,-1 0 0 0 0,0 0 0 0 0,0 1 0 0 0,0-1 0 0 0,1 2-1406 0 0,1-9-1692 0 0</inkml:trace>
  <inkml:trace contextRef="#ctx0" brushRef="#br0" timeOffset="1">244 1 4761 0 0,'1'6'6188'0'0,"1"24"-3781"0"0,-7 80 236 0 0,0 33-1632 0 0,6-127-1677 0 0,0 0 1 0 0,2 0-1 0 0,0 0 1 0 0,0-1 0 0 0,2 1-1 0 0,12 28 1 0 0,-9-26-3246 0 0,-4-5-1569 0 0,-2-9 2943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9.1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1 3897 0 0,'-4'2'8049'0'0,"-1"14"-6125"0"0,-4 18-1786 0 0,7-20 107 0 0,-3 17 69 0 0,2 0 1 0 0,0 53 0 0 0,3-78-330 0 0,0 0 0 0 0,0 0 0 0 0,1 0 0 0 0,0 0 0 0 0,0 0 0 0 0,0 0 0 0 0,1 0 0 0 0,0 0 0 0 0,0-1 0 0 0,0 1 0 0 0,1 0 0 0 0,0-1 0 0 0,0 0 0 0 0,0 0 0 0 0,1 0 0 0 0,0 0 0 0 0,0 0 0 0 0,0-1 0 0 0,0 0 0 0 0,9 6 0 0 0,-11-8 3 0 0,0-1 0 0 0,0 0 0 0 0,0 0 0 0 0,0 0 0 0 0,0 0 0 0 0,0 0 0 0 0,1 0 0 0 0,-1-1 0 0 0,0 1 0 0 0,0-1 0 0 0,1 0 0 0 0,-1 1 0 0 0,0-1 0 0 0,1 0 0 0 0,-1-1 0 0 0,0 1 0 0 0,1 0 0 0 0,-1 0 0 0 0,0-1 0 0 0,1 0 0 0 0,3-1 0 0 0,-3 0 49 0 0,0 0 0 0 0,0 0 0 0 0,0 0 0 0 0,0-1 0 0 0,-1 1 0 0 0,1-1 0 0 0,-1 0 0 0 0,0 1 1 0 0,0-1-1 0 0,0 0 0 0 0,0-1 0 0 0,3-5 0 0 0,-1 0 125 0 0,-1 0 0 0 0,1-1 0 0 0,-2 1 0 0 0,1-1 0 0 0,-2 1 0 0 0,1-1 0 0 0,-1 0 0 0 0,0 0 0 0 0,-2-15 0 0 0,-1 15-33 0 0,0 0 1 0 0,-1 0 0 0 0,-1 1 0 0 0,0-1 0 0 0,0 1-1 0 0,0 0 1 0 0,-1 0 0 0 0,-1 0 0 0 0,1 1 0 0 0,-2 0-1 0 0,-13-15 1 0 0,16 19-248 0 0,-1-1 0 0 0,1 2-1 0 0,-1-1 1 0 0,-1 0 0 0 0,1 1-1 0 0,0 0 1 0 0,-1 0 0 0 0,1 0-1 0 0,-9-2 1 0 0,10 4-288 0 0,0 0-1 0 0,0 1 1 0 0,1-1-1 0 0,-1 1 1 0 0,0 0-1 0 0,0 0 1 0 0,0 0 0 0 0,0 0-1 0 0,0 1 1 0 0,1-1-1 0 0,-1 1 1 0 0,0 0 0 0 0,1 0-1 0 0,-1 1 1 0 0,0-1-1 0 0,-3 3 1 0 0,1 1-2605 0 0,6 7-1634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9.5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0 5441 0 0,'1'32'6609'0'0,"0"0"-3964"0"0,0 60-1565 0 0,-3-52-1112 0 0,0-6 314 0 0,2 47 0 0 0,10-25-2834 0 0,-8-50 1433 0 0,1 1 0 0 0,-1-1 0 0 0,1 1 0 0 0,0-1 0 0 0,8 10 0 0 0,-8-12-1609 0 0,2 1-537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29.9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28 6865 0 0,'-2'-3'4031'0'0,"3"7"-1656"0"0,5 17-1032 0 0,15 32-1355 0 0,-5-28 216 0 0,0-1 0 0 0,2-1 0 0 0,0 0 1 0 0,2-1-1 0 0,0-2 0 0 0,1 0 0 0 0,40 29 0 0 0,-56-53 915 0 0,-5-11-560 0 0,-3-18-238 0 0,2 32-298 0 0,-5-59 189 0 0,4 34-50 0 0,-1-1 0 0 0,-1 1 0 0 0,-1 1 0 0 0,-9-27 0 0 0,-4 26-2560 0 0,6 12-9571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0.2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8 4785 0 0,'23'-1'8526'0'0,"3"-1"-4098"0"0,17-2-3559 0 0,-32 3-2317 0 0,0 1 0 0 0,1 1 0 0 0,18 2 0 0 0</inkml:trace>
  <inkml:trace contextRef="#ctx0" brushRef="#br0" timeOffset="1">2 132 7162 0 0,'0'1'267'0'0,"-1"-1"1"0"0,1 1 0 0 0,0 0 0 0 0,0 0 0 0 0,0 0 0 0 0,0 0 0 0 0,0-1 0 0 0,0 1-1 0 0,0 0 1 0 0,0 0 0 0 0,0 0 0 0 0,0 0 0 0 0,0 0 0 0 0,0-1 0 0 0,1 1 0 0 0,-1 0 0 0 0,0 0-1 0 0,1 0 1 0 0,-1-1 0 0 0,0 1 0 0 0,1 0 0 0 0,-1-1 0 0 0,1 1 0 0 0,-1 0 0 0 0,1-1-1 0 0,0 1 1 0 0,-1 0 0 0 0,1-1 0 0 0,0 1 0 0 0,-1-1 0 0 0,2 1 0 0 0,36 10 1800 0 0,-23-9-2532 0 0,1-1-1 0 0,0-1 1 0 0,16-2 0 0 0,-31 2 430 0 0,0 0-201 0 0,-1 0-1 0 0,1 0 1 0 0,-1 0 0 0 0,1 0 0 0 0,0 0 0 0 0,-1 0 0 0 0,1 0-1 0 0,-1 0 1 0 0,1 0 0 0 0,-1 0 0 0 0,1 0 0 0 0,0 0-1 0 0,-1-1 1 0 0,1 1 0 0 0,-1 0 0 0 0,1 0 0 0 0,-1-1 0 0 0,1 1-1 0 0,-1 0 1 0 0,1-1 0 0 0,-1 1 0 0 0,1 0 0 0 0,-1-1-1 0 0,1 1 1 0 0,-1-1 0 0 0,0 1 0 0 0,1-1 0 0 0,-1 1 0 0 0,0-1-1 0 0,1 1 1 0 0,-1-1 0 0 0,0 1 0 0 0,0-1 0 0 0,1 1 0 0 0,-1-1-1 0 0,0 1 1 0 0,0-1 0 0 0,0-1 0 0 0,2-3-4544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0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0 4913 0 0,'-5'17'8198'0'0,"-11"98"-7425"0"0,11-70-501 0 0,3 53 0 0 0,2-85-852 0 0,1 1 0 0 0,1-1 0 0 0,0 1 0 0 0,1-1-1 0 0,0 0 1 0 0,1 0 0 0 0,1 0 0 0 0,8 18 0 0 0,-13-30 318 0 0,1 0 0 0 0,-1-1-1 0 0,0 1 1 0 0,1 0 0 0 0,-1-1 0 0 0,1 1-1 0 0,-1 0 1 0 0,1-1 0 0 0,-1 1-1 0 0,1 0 1 0 0,-1-1 0 0 0,1 1-1 0 0,0-1 1 0 0,-1 1 0 0 0,1-1 0 0 0,0 0-1 0 0,-1 1 1 0 0,1-1 0 0 0,0 0-1 0 0,0 1 1 0 0,1-1 0 0 0,2 0-2375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1.4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4769 0 0,'17'28'6787'0'0,"5"33"-5514"0"0,-2-6-792 0 0,-13-39-278 0 0,45 91 362 0 0,-45-96-306 0 0,0 0 0 0 0,0 0 0 0 0,1 0 0 0 0,1-1 0 0 0,-1 0 0 0 0,19 15 0 0 0,-27-25-210 0 0,0 0 0 0 0,1 1-1 0 0,-1-1 1 0 0,0 0 0 0 0,1 0-1 0 0,-1 1 1 0 0,1-1 0 0 0,-1 0-1 0 0,0 0 1 0 0,1 0 0 0 0,-1 1 0 0 0,1-1-1 0 0,-1 0 1 0 0,1 0 0 0 0,-1 0-1 0 0,0 0 1 0 0,1 0 0 0 0,-1 0-1 0 0,1 0 1 0 0,-1 0 0 0 0,1 0-1 0 0,-1 0 1 0 0,1 0 0 0 0,-1 0-1 0 0,0 0 1 0 0,1 0 0 0 0,-1-1-1 0 0,1 1 1 0 0,-1 0 0 0 0,0 0-1 0 0,1 0 1 0 0,-1-1 0 0 0,1 1-1 0 0,-1-1 1 0 0,9-17 745 0 0,-2-34-405 0 0,-6 44-254 0 0,1-16-266 0 0,-1-1 0 0 0,0 1 0 0 0,-2 0 0 0 0,-1-1 0 0 0,-1 1 0 0 0,-1 0-1 0 0,-1 0 1 0 0,-13-36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1.8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27 7922 0 0,'13'-5'6431'0'0,"19"-6"-6678"0"0,-8 7 227 0 0,27-3-1098 0 0,-20 9-4300 0 0,-37 2 3008 0 0,-26 7 2987 0 0,26-10-204 0 0,0-1 0 0 0,-1 0-1 0 0,1 1 1 0 0,0 0 0 0 0,0 1 0 0 0,0-1-1 0 0,0 1 1 0 0,0 1 0 0 0,0-1 0 0 0,-6 4-1 0 0,9-4-176 0 0,1 1 0 0 0,-1-1 0 0 0,0 1 0 0 0,1 0 0 0 0,-1 0 0 0 0,1 0 0 0 0,0 0 0 0 0,0 1 0 0 0,0-1 0 0 0,0 0 0 0 0,1 1 0 0 0,-1-1 0 0 0,1 1-1 0 0,0 0 1 0 0,0-1 0 0 0,0 1 0 0 0,0 6 0 0 0,-3 22-40 0 0,2 0 0 0 0,1 0 0 0 0,2 0 0 0 0,0 0 0 0 0,2 0-1 0 0,2-1 1 0 0,14 51 0 0 0,-19-79-173 0 0,1 1-1 0 0,1-1 1 0 0,-1 0-1 0 0,0 0 1 0 0,1 0 0 0 0,-1 0-1 0 0,1 0 1 0 0,0 0-1 0 0,0 0 1 0 0,0-1 0 0 0,1 1-1 0 0,-1-1 1 0 0,3 3-1 0 0,-3-4 33 0 0,0 0 0 0 0,-1 0 0 0 0,1 0 0 0 0,0-1-1 0 0,0 1 1 0 0,-1 0 0 0 0,1-1 0 0 0,0 1 0 0 0,0-1-1 0 0,0 0 1 0 0,0 0 0 0 0,0 0 0 0 0,0 0 0 0 0,0 0-1 0 0,-1 0 1 0 0,1 0 0 0 0,3-1 0 0 0,6-3 116 0 0,-1-1 1 0 0,0 0-1 0 0,0 0 1 0 0,-1-1-1 0 0,0 0 1 0 0,14-12-1 0 0,23-13-118 0 0,-63 34-12289 0 0,11-2 9437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2.2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1 179 5345 0 0,'5'-8'10398'0'0,"-4"9"-10212"0"0,26-7 1860 0 0,32 2-2880 0 0,-23 12-854 0 0,-4 0-2118 0 0,1-11-3331 0 0,-21-1 3779 0 0</inkml:trace>
  <inkml:trace contextRef="#ctx0" brushRef="#br0" timeOffset="1">305 0 7266 0 0,'1'2'187'0'0,"-1"-1"0"0"0,0 0 0 0 0,1 1 0 0 0,0-1 0 0 0,-1 0 1 0 0,1 1-1 0 0,0-1 0 0 0,0 0 0 0 0,-1 0 0 0 0,1 1 0 0 0,0-1 1 0 0,0 0-1 0 0,0 0 0 0 0,0 0 0 0 0,1 0 0 0 0,-1 0 0 0 0,0 0 0 0 0,0-1 1 0 0,1 1-1 0 0,-1 0 0 0 0,0-1 0 0 0,1 1 0 0 0,-1-1 0 0 0,0 1 1 0 0,1-1-1 0 0,-1 0 0 0 0,1 1 0 0 0,2-1 0 0 0,52 6-900 0 0,-43-5 1108 0 0,27 3-944 0 0,-13 1-4606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2.6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3 888 0 0,'-1'0'196'0'0,"0"-1"1"0"0,0 1-1 0 0,0 0 0 0 0,0-1 1 0 0,1 1-1 0 0,-1 0 0 0 0,0 0 0 0 0,0 0 1 0 0,0 0-1 0 0,0 0 0 0 0,0 0 0 0 0,0 0 1 0 0,0 0-1 0 0,0 0 0 0 0,0 0 1 0 0,0 0-1 0 0,0 0 0 0 0,1 1 0 0 0,-1-1 1 0 0,0 0-1 0 0,0 1 0 0 0,0-1 0 0 0,0 1 1 0 0,0-1-1 0 0,1 1 0 0 0,-1-1 1 0 0,0 1-1 0 0,0 0 0 0 0,-1 1 45 0 0,1 0 0 0 0,-1 1 0 0 0,1-1 0 0 0,0 0 0 0 0,0 1 0 0 0,0-1 1 0 0,0 0-1 0 0,1 1 0 0 0,-1-1 0 0 0,0 5 0 0 0,0 11 226 0 0,0 0 0 0 0,3 27 0 0 0,-1-29 176 0 0,0 31-303 0 0,-2-14-338 0 0,2 1 0 0 0,1-1 0 0 0,2 1 0 0 0,1-1 0 0 0,14 47 0 0 0,-19-79 1 0 0,0 0-1 0 0,1 0 1 0 0,-1 0 0 0 0,1 0 0 0 0,-1 0 0 0 0,1 1-1 0 0,-1-1 1 0 0,1-1 0 0 0,0 1 0 0 0,0 0-1 0 0,-1 0 1 0 0,1 0 0 0 0,0 0 0 0 0,0 0 0 0 0,0-1-1 0 0,0 1 1 0 0,0 0 0 0 0,0-1 0 0 0,0 1-1 0 0,0-1 1 0 0,0 1 0 0 0,1-1 0 0 0,-1 1 0 0 0,0-1-1 0 0,0 0 1 0 0,0 0 0 0 0,0 0 0 0 0,1 1 0 0 0,-1-1-1 0 0,0 0 1 0 0,0 0 0 0 0,0-1 0 0 0,1 1-1 0 0,-1 0 1 0 0,0 0 0 0 0,2-1 0 0 0,5-2 240 0 0,1 0 1 0 0,-1-1-1 0 0,0 0 1 0 0,11-8-1 0 0,-15 9-365 0 0,1 0-1 0 0,0 0 1 0 0,0 1-1 0 0,0-1 0 0 0,0 1 1 0 0,0 0-1 0 0,11-2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2.9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 3441 0 0,'3'-2'7586'0'0,"7"1"-3762"0"0,58-2-3324 0 0,-34 6-2190 0 0,0 0-6985 0 0,-28-2 5001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33.3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37 5849 0 0,'-7'15'5879'0'0,"5"6"-3305"0"0,7 25-1975 0 0,-3-29 55 0 0,4 55-433 0 0,14 92 201 0 0,-16-143-1417 0 0,1-1 1 0 0,2 0-1 0 0,9 23 1 0 0,-15-44-122 0 0,-1 1 1023 0 0,1 0 0 0 0,-1 0 0 0 0,0 0 0 0 0,0 0 0 0 0,0 0 0 0 0,0 0 0 0 0,0 0 0 0 0,1 0 0 0 0,-1 0 0 0 0,0 0 0 0 0,0 0 0 0 0,0 0 0 0 0,0 0 0 0 0,0 0 0 0 0,0 0 0 0 0,1 0 0 0 0,-1 0 0 0 0,0 0 0 0 0,0 0 0 0 0,0 0 0 0 0,1 3-1767 0 0,-1-3 1767 0 0,0 0 0 0 0,0 0 0 0 0,0 0 0 0 0,3-4-2233 0 0,6 0-979 0 0</inkml:trace>
  <inkml:trace contextRef="#ctx0" brushRef="#br0" timeOffset="1">13 50 4617 0 0,'0'-2'327'0'0,"0"0"0"0"0,0 1-1 0 0,0-1 1 0 0,0 0 0 0 0,1 0 0 0 0,-1 0-1 0 0,0 0 1 0 0,1 0 0 0 0,-1 0 0 0 0,1 0 0 0 0,0 1-1 0 0,0-1 1 0 0,0 0 0 0 0,0 1 0 0 0,0-1 0 0 0,0 0-1 0 0,0 1 1 0 0,0-1 0 0 0,0 1 0 0 0,1 0 0 0 0,-1-1-1 0 0,1 1 1 0 0,-1 0 0 0 0,2-1 0 0 0,0 0-103 0 0,1 1 0 0 0,-1 0 0 0 0,0 0 0 0 0,1 1 1 0 0,-1-1-1 0 0,0 0 0 0 0,1 1 0 0 0,-1 0 1 0 0,1 0-1 0 0,-1 0 0 0 0,0 0 0 0 0,6 2 0 0 0,2 0-24 0 0,-1 1-1 0 0,0 0 0 0 0,1 0 1 0 0,-1 1-1 0 0,0 1 0 0 0,-1-1 0 0 0,17 12 1 0 0,-19-10-40 0 0,0 0-1 0 0,0 0 1 0 0,-1 1 0 0 0,0 0 0 0 0,0 0 0 0 0,-1 0 0 0 0,0 1 0 0 0,0-1 0 0 0,-1 1 0 0 0,0 0-1 0 0,0 1 1 0 0,-1-1 0 0 0,0 1 0 0 0,0-1 0 0 0,-1 1 0 0 0,0 0 0 0 0,-1 0 0 0 0,0 0 0 0 0,0 0-1 0 0,-1 0 1 0 0,0 1 0 0 0,-1-1 0 0 0,-2 14 0 0 0,1-12-138 0 0,-1 1-1 0 0,0-1 1 0 0,-1 0 0 0 0,0 0-1 0 0,-1 0 1 0 0,0-1 0 0 0,-12 19-1 0 0,10-20-433 0 0,0 0-1 0 0,0 0 0 0 0,-1-1 1 0 0,0 0-1 0 0,-1 0 1 0 0,0-1-1 0 0,0 0 1 0 0,-12 7-1 0 0,16-11-129 0 0,-25 14-3292 0 0,9-8-2552 0 0,14-5 1667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2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 2529 0 0,'-9'6'7217'0'0,"5"9"-4364"0"0,6 21-2150 0 0,-2-30 13 0 0,11 263 2484 0 0,-11-267-3181 0 0,0 0-1 0 0,0 0 1 0 0,1 0-1 0 0,-1 0 0 0 0,0-1 1 0 0,1 1-1 0 0,-1 0 1 0 0,1 0-1 0 0,0 0 1 0 0,-1-1-1 0 0,1 1 0 0 0,0 0 1 0 0,0-1-1 0 0,0 1 1 0 0,2 1-1 0 0,-3-2-9 0 0,1-1 0 0 0,0 0 0 0 0,0 1 0 0 0,-1-1 0 0 0,1 0 0 0 0,0 1 0 0 0,-1-1 0 0 0,1 0 1 0 0,0 0-1 0 0,0 0 0 0 0,-1 0 0 0 0,1 0 0 0 0,0 0 0 0 0,0 0 0 0 0,0 0 0 0 0,-1 0 0 0 0,1 0 0 0 0,0 0 0 0 0,0 0 0 0 0,-1-1 0 0 0,1 1 0 0 0,0 0 0 0 0,-1-1 0 0 0,2 0 0 0 0,5-3 38 0 0,0-1 0 0 0,-1 0 0 0 0,1-1 0 0 0,-1 1 0 0 0,7-9 0 0 0,-9 9-25 0 0,1-1-413 0 0,15-16 1132 0 0,-12 20-2653 0 0,-8 14-3824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2.9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0 6337 0 0,'-8'7'6881'0'0,"4"10"-4658"0"0,5 22-2975 0 0,0-31 1389 0 0,0 43-485 0 0,-2-21-443 0 0,2-1 0 0 0,1 1 0 0 0,8 37 0 0 0,-7-95-4821 0 0,1-25 5417 0 0,-6 32 218 0 0,1 17-172 0 0,1-1-1 0 0,-1 0 1 0 0,1 1 0 0 0,0-1 0 0 0,0 0 0 0 0,0 1 0 0 0,0-1 0 0 0,1 1 0 0 0,0-1 0 0 0,0 1-1 0 0,3-7 1 0 0,0 10-205 0 0,0 0 0 0 0,0 0 0 0 0,0 1 0 0 0,0 0 0 0 0,1-1 0 0 0,-1 1 0 0 0,0 1 0 0 0,0-1 0 0 0,0 1 0 0 0,0 0 0 0 0,1 0 0 0 0,4 1 0 0 0,3 1-39 0 0,23 4-1494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3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5417 0 0,'-15'55'7386'0'0,"14"-45"-7307"0"0,0-1 1 0 0,0 1-1 0 0,0 0 1 0 0,2 0-1 0 0,-1-1 1 0 0,1 1-1 0 0,2 10 1 0 0,-3-20-155 0 0,0 0 1 0 0,0 0 0 0 0,1-1-1 0 0,-1 1 1 0 0,0 0-1 0 0,0 0 1 0 0,0-1 0 0 0,0 1-1 0 0,0 0 1 0 0,0 0-1 0 0,0 0 1 0 0,0-1-1 0 0,0 1 1 0 0,1 0 0 0 0,-1 0-1 0 0,0 0 1 0 0,0-1-1 0 0,0 1 1 0 0,0 0 0 0 0,1 0-1 0 0,-1 0 1 0 0,0 0-1 0 0,0 0 1 0 0,0-1-1 0 0,1 1 1 0 0,-1 0 0 0 0,0 0-1 0 0,0 0 1 0 0,1 0-1 0 0,-1 0 1 0 0,0 0 0 0 0,0 0-1 0 0,0 0 1 0 0,1 0-1 0 0,-1 0 1 0 0,0 0-1 0 0,0 0 1 0 0,1 0 0 0 0,-1 0-1 0 0,0 0 1 0 0,0 0-1 0 0,1 0 1 0 0,-1 0 0 0 0,0 0-1 0 0,0 0 1 0 0,0 0-1 0 0,1 1 1 0 0,-1-1-1 0 0,0 0 1 0 0,0 0 0 0 0,0 0-1 0 0,1 0 1 0 0,-1 0-1 0 0,0 1 1 0 0,0-1-1 0 0,0 0 1 0 0,0 0 0 0 0,1 0-1 0 0,-1 1 1 0 0,0-1-1 0 0,0 0 1 0 0,0 0 0 0 0,0 0-1 0 0,0 1 1 0 0,0-1-1 0 0,0 0 1 0 0,0 0-1 0 0,0 1 1 0 0,0-1 0 0 0,1-1-214 0 0,0 0-1 0 0,-1 0 1 0 0,1 0 0 0 0,-1 0 0 0 0,0 0 0 0 0,1-1 0 0 0,-1 1 0 0 0,0 0-1 0 0,1 0 1 0 0,-1-1 0 0 0,0 1 0 0 0,0 0 0 0 0,0 0 0 0 0,0-1 0 0 0,-1 1 0 0 0,1-2-1 0 0,-4-5-1044 0 0,2 1-321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3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1544 0 0,'1'-8'7634'0'0,"10"1"-3916"0"0,23-4-2528 0 0,-17 5-438 0 0,-3 0-566 0 0,1-2 158 0 0,0 1 0 0 0,0 1 0 0 0,31-8 0 0 0,-45 14-292 0 0,0 0 0 0 0,0 0 0 0 0,0 0 0 0 0,0 1 0 0 0,-1-1 0 0 0,1 0 0 0 0,0 1 0 0 0,0-1 0 0 0,-1 1 1 0 0,1-1-1 0 0,0 1 0 0 0,-1-1 0 0 0,1 1 0 0 0,0-1 0 0 0,-1 1 0 0 0,1 0 0 0 0,-1-1 0 0 0,1 1 1 0 0,-1 0-1 0 0,1-1 0 0 0,-1 1 0 0 0,0 0 0 0 0,1 0 0 0 0,-1-1 0 0 0,0 1 0 0 0,0 0 0 0 0,1 0 1 0 0,-1 0-1 0 0,0-1 0 0 0,0 1 0 0 0,0 0 0 0 0,0 0 0 0 0,0 0 0 0 0,0 0 0 0 0,0-1 0 0 0,0 1 1 0 0,0 0-1 0 0,-1 0 0 0 0,1 0 0 0 0,-1 1 0 0 0,-6 47 369 0 0,5-40-373 0 0,3 14-391 0 0,1 0-1808 0 0,-4-15-2652 0 0,-14-10-4713 0 0,10 3 7540 0 0</inkml:trace>
  <inkml:trace contextRef="#ctx0" brushRef="#br0" timeOffset="1">20 194 4337 0 0,'20'-1'9281'0'0,"14"-1"-5774"0"0,13-3-4570 0 0,-38 4 2 0 0,0-1-1 0 0,-1 0 1 0 0,1 0 0 0 0,0-1-1 0 0,8-5 1 0 0,-10-1-4417 0 0,-5 5 2142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4.0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50 1840 0 0,'-1'-1'260'0'0,"1"0"-1"0"0,-1 0 1 0 0,0 0-1 0 0,0 0 0 0 0,0 0 1 0 0,0 0-1 0 0,0 1 1 0 0,0-1-1 0 0,0 0 0 0 0,0 1 1 0 0,-1-1-1 0 0,1 0 1 0 0,0 1-1 0 0,0 0 0 0 0,0-1 1 0 0,-1 1-1 0 0,1 0 1 0 0,0-1-1 0 0,-1 1 1 0 0,1 0-1 0 0,-2 0 0 0 0,1 0-97 0 0,0 1-1 0 0,1-1 1 0 0,-1 1-1 0 0,0-1 1 0 0,0 1-1 0 0,1 0 1 0 0,-1 0-1 0 0,0-1 1 0 0,1 1 0 0 0,-1 0-1 0 0,1 1 1 0 0,-1-1-1 0 0,-1 2 1 0 0,0 0-139 0 0,1-1 1 0 0,0 1 0 0 0,0-1-1 0 0,0 1 1 0 0,1-1 0 0 0,-1 1 0 0 0,1 0-1 0 0,-1 0 1 0 0,1 0 0 0 0,0 0 0 0 0,0 0-1 0 0,0 0 1 0 0,1 0 0 0 0,-1 0-1 0 0,1 1 1 0 0,-1-1 0 0 0,1 6 0 0 0,1-8-21 0 0,-1-1 0 0 0,0 1 1 0 0,0 0-1 0 0,0-1 1 0 0,0 1-1 0 0,1-1 0 0 0,-1 1 1 0 0,0-1-1 0 0,1 1 1 0 0,-1 0-1 0 0,0-1 1 0 0,1 0-1 0 0,-1 1 0 0 0,1-1 1 0 0,-1 1-1 0 0,1-1 1 0 0,-1 1-1 0 0,1-1 0 0 0,-1 0 1 0 0,1 1-1 0 0,-1-1 1 0 0,1 0-1 0 0,-1 0 1 0 0,1 1-1 0 0,0-1 0 0 0,-1 0 1 0 0,1 0-1 0 0,-1 0 1 0 0,2 0-1 0 0,24-3 241 0 0,19-16 706 0 0,1-14 604 0 0,-44 32-1469 0 0,-1 0 1 0 0,1 0-1 0 0,-1 0 1 0 0,1 0-1 0 0,-1-1 1 0 0,0 1-1 0 0,1 0 1 0 0,-1-1-1 0 0,0 1 1 0 0,0-1-1 0 0,0 0 1 0 0,0 1-1 0 0,-1-1 1 0 0,1 0-1 0 0,0 1 0 0 0,-1-1 1 0 0,1 0-1 0 0,-1 0 1 0 0,1 0-1 0 0,-1 0 1 0 0,0 1-1 0 0,0-1 1 0 0,0 0-1 0 0,0 0 1 0 0,0 0-1 0 0,-1-3 1 0 0,0 3-105 0 0,0 1 0 0 0,0 0 0 0 0,0 0 0 0 0,0-1 0 0 0,0 1 0 0 0,0 0 0 0 0,0 0 0 0 0,0 0 0 0 0,-1 0 0 0 0,1 0 1 0 0,0 0-1 0 0,-1 1 0 0 0,1-1 0 0 0,-1 0 0 0 0,1 1 0 0 0,-1-1 0 0 0,1 1 0 0 0,-1-1 0 0 0,0 1 0 0 0,1 0 0 0 0,-1-1 0 0 0,1 1 0 0 0,-1 0 0 0 0,0 0 0 0 0,1 1 0 0 0,-1-1 0 0 0,1 0 0 0 0,-1 0 0 0 0,0 1 1 0 0,1-1-1 0 0,-1 1 0 0 0,1-1 0 0 0,-1 1 0 0 0,1 0 0 0 0,-1-1 0 0 0,1 1 0 0 0,0 0 0 0 0,-1 0 0 0 0,1 0 0 0 0,-1 1 0 0 0,-6 3-1083 0 0,1 0-1 0 0,0 1 0 0 0,1-1 1 0 0,-1 1-1 0 0,-10 13 1 0 0,3-3-3159 0 0,11-9 1400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4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3545 0 0,'4'3'7076'0'0,"7"2"-5292"0"0,99-22-40 0 0,-35 4-6964 0 0,-74 13 4981 0 0,-1 0 1 0 0,1 0-1 0 0,-1 0 1 0 0,1 0-1 0 0,-1 0 1 0 0,1 0-1 0 0,0-1 1 0 0,-1 1-1 0 0,1 0 1 0 0,-1 0-1 0 0,1 0 1 0 0,-1-1-1 0 0,1 1 1 0 0,-1 0-1 0 0,1-1 1 0 0,-1 1-1 0 0,1 0 1 0 0,-1-1-1 0 0,1 1 1 0 0,-1 0-1 0 0,1-1 1 0 0,-1 1-1 0 0,1-2 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4.7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0 5361 0 0,'-11'18'7773'0'0,"2"25"-6280"0"0,6-29-1223 0 0,2-8-248 0 0,-8 50 47 0 0,9-53-65 0 0,-1 0 0 0 0,1 0 0 0 0,0 0 0 0 0,0 0 0 0 0,0 0 0 0 0,1 0 0 0 0,-1 0 0 0 0,1 0 0 0 0,0 0 0 0 0,0 0 0 0 0,0 0-1 0 0,0 0 1 0 0,0 0 0 0 0,1-1 0 0 0,1 4 0 0 0,-2-5 44 0 0,0 0 0 0 0,1-1-1 0 0,-1 1 1 0 0,0 0 0 0 0,1-1 0 0 0,-1 1 0 0 0,0-1-1 0 0,1 1 1 0 0,-1-1 0 0 0,1 0 0 0 0,-1 0-1 0 0,1 1 1 0 0,-1-1 0 0 0,1 0 0 0 0,-1 0-1 0 0,0-1 1 0 0,1 1 0 0 0,-1 0 0 0 0,1 0-1 0 0,-1-1 1 0 0,1 1 0 0 0,-1-1 0 0 0,0 1-1 0 0,3-2 1 0 0,40-20 1282 0 0,-25 13-685 0 0,17-1 514 0 0,-20 12-2822 0 0,-16-2 1392 0 0,0 1 1 0 0,0-1-1 0 0,1 1 0 0 0,-1-1 1 0 0,0 0-1 0 0,0 1 0 0 0,0-1 1 0 0,0 1-1 0 0,1-1 0 0 0,-1 1 0 0 0,0-1 1 0 0,0 1-1 0 0,0-1 0 0 0,0 1 1 0 0,0-1-1 0 0,0 1 0 0 0,-1-1 1 0 0,1 1-1 0 0,0-1 0 0 0,0 1 1 0 0,0-1-1 0 0,0 1 0 0 0,0-1 0 0 0,-1 1 1 0 0,1-1-1 0 0,0 1 0 0 0,0-1 1 0 0,-1 0-1 0 0,1 1 0 0 0,0-1 1 0 0,-1 1-1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5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87 3465 0 0,'-7'4'10727'0'0,"27"-3"-9040"0"0,-7-7-1432 0 0,1-1 0 0 0,-1 0 0 0 0,0-1 0 0 0,-1 0 0 0 0,15-13 0 0 0,22-14 1313 0 0,-45 39-97 0 0,-6 10-885 0 0,-4 14-314 0 0,-41 125-198 0 0,14-51-4176 0 0,38-118-1454 0 0,8-24 491 0 0,13-20 6703 0 0,-25 60-1460 0 0,0-1 0 0 0,-1 0 0 0 0,1 1 0 0 0,0-1 0 0 0,0 1 0 0 0,-1-1 0 0 0,1 1 0 0 0,0-1 0 0 0,0 1 0 0 0,0 0 0 0 0,0 0 0 0 0,-1-1 0 0 0,1 1 0 0 0,0 0 0 0 0,0 0-1 0 0,0 0 1 0 0,0 0 0 0 0,0 0 0 0 0,0 0 0 0 0,0 0 0 0 0,0 0 0 0 0,0 0 0 0 0,0 0 0 0 0,0 0 0 0 0,-1 1 0 0 0,1-1 0 0 0,0 0 0 0 0,0 1 0 0 0,0-1 0 0 0,0 1 0 0 0,-1-1 0 0 0,1 1 0 0 0,0-1 0 0 0,0 1 0 0 0,-1-1 0 0 0,1 1 0 0 0,0 0 0 0 0,-1 0 0 0 0,1-1 0 0 0,0 2 0 0 0,35 37-619 0 0,-29-30-50 0 0,-4-7-206 0 0,0 1-1 0 0,-1 0 0 0 0,1-1 0 0 0,0 0 0 0 0,0 0 0 0 0,0 0 0 0 0,1 0 0 0 0,-1 0 0 0 0,0 0 0 0 0,1-1 0 0 0,-1 0 0 0 0,1 0 0 0 0,-1 0 0 0 0,6 1 1 0 0,0-2-2351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5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0 4761 0 0,'-3'88'8416'0'0,"1"50"-5482"0"0,2-124-3524 0 0,2 1 1 0 0,0-1-1 0 0,1 0 0 0 0,0 0 1 0 0,1 0-1 0 0,0 0 1 0 0,8 15-1 0 0,-15-39-4442 0 0,-1-9 2166 0 0,1 3 1073 0 0,0 2 266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6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1 145 2673 0 0,'15'-4'11058'0'0,"33"6"-9390"0"0,-25 0-1529 0 0,-14-2-517 0 0,15-1-2807 0 0,-1-7-4021 0 0,-15 4 3741 0 0</inkml:trace>
  <inkml:trace contextRef="#ctx0" brushRef="#br0" timeOffset="1">212 31 7562 0 0,'-2'1'434'0'0,"1"0"1"0"0,-1 0-1 0 0,0 0 1 0 0,0 0-1 0 0,0 1 1 0 0,1-1 0 0 0,-1 0-1 0 0,0 1 1 0 0,1-1-1 0 0,-1 1 1 0 0,1 0-1 0 0,-2 2 1 0 0,-10 28 789 0 0,13-31-1245 0 0,0 0 0 0 0,0 1 0 0 0,-1-1 1 0 0,1 0-1 0 0,0 0 0 0 0,0 1 0 0 0,0-1 1 0 0,0 0-1 0 0,0 0 0 0 0,0 1 1 0 0,1-1-1 0 0,-1 0 0 0 0,0 0 0 0 0,1 0 1 0 0,-1 1-1 0 0,1-1 0 0 0,-1 0 0 0 0,1 0 1 0 0,-1 0-1 0 0,1 0 0 0 0,0 0 1 0 0,0 0-1 0 0,-1 0 0 0 0,1 0 0 0 0,0 0 1 0 0,0 0-1 0 0,0-1 0 0 0,0 1 0 0 0,0 0 1 0 0,0-1-1 0 0,0 1 0 0 0,0 0 1 0 0,1-1-1 0 0,-1 1 0 0 0,0-1 0 0 0,0 0 1 0 0,0 1-1 0 0,1-1 0 0 0,-1 0 0 0 0,0 0 1 0 0,0 0-1 0 0,1 0 0 0 0,-1 0 1 0 0,0 0-1 0 0,0 0 0 0 0,0 0 0 0 0,1 0 1 0 0,1-1-1 0 0,6-1 196 0 0,0 0-1 0 0,-1-1 1 0 0,1 0 0 0 0,0 0-1 0 0,-1-1 1 0 0,0 0 0 0 0,0-1-1 0 0,0 0 1 0 0,0 0 0 0 0,-1-1 0 0 0,0 1-1 0 0,0-2 1 0 0,0 1 0 0 0,-1-1-1 0 0,11-14 1 0 0,-16 20-114 0 0,-1 0 0 0 0,1 1-1 0 0,-1-1 1 0 0,0 0 0 0 0,1 1 0 0 0,-1-1 0 0 0,0 0-1 0 0,1 1 1 0 0,-1-1 0 0 0,0 0 0 0 0,0 1 0 0 0,0-1-1 0 0,0 0 1 0 0,0 1 0 0 0,0-1 0 0 0,0 0 0 0 0,0 0-1 0 0,0 1 1 0 0,0-1 0 0 0,0 0 0 0 0,0 0-1 0 0,0 1 1 0 0,-1-1 0 0 0,1 0 0 0 0,0 1 0 0 0,-1-1-1 0 0,1 0 1 0 0,0 1 0 0 0,-1-1 0 0 0,1 1 0 0 0,-1-1-1 0 0,0 0 1 0 0,0 0 5 0 0,-1 0 0 0 0,0 0 0 0 0,0 0 0 0 0,0 0 0 0 0,0 1 0 0 0,1-1 0 0 0,-1 1 0 0 0,0-1 0 0 0,0 1 0 0 0,0 0-1 0 0,-4 0 1 0 0,-3 0-224 0 0,1 0 0 0 0,-1 1 0 0 0,1 0 0 0 0,-15 4 0 0 0,17-2-334 0 0,1-1 0 0 0,0 1 0 0 0,-1-1 0 0 0,1 2 0 0 0,1-1 0 0 0,-9 7 0 0 0,-1 11-3879 0 0,13-19 3931 0 0,1-1 1 0 0,0 0 0 0 0,0 0-1 0 0,0 1 1 0 0,0-1 0 0 0,0 0-1 0 0,0 0 1 0 0,0 0-1 0 0,0 1 1 0 0,0-1 0 0 0,0 0-1 0 0,1 0 1 0 0,-1 0 0 0 0,1 1-1 0 0,-1-1 1 0 0,1 0 0 0 0,-1 0-1 0 0,2 2 1 0 0,2 1-1347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6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 5681 0 0,'31'-2'7697'0'0,"3"-3"-3876"0"0,74-20-4097 0 0,-62 14 529 0 0,-55 2-7727 0 0,-30-3 3685 0 0,35 11 3819 0 0,-1 1 1 0 0,0-1-1 0 0,1 1 0 0 0,-1 0 0 0 0,0 0 0 0 0,0 1 1 0 0,-8 1-1 0 0,11-2 190 0 0,0 1 0 0 0,0 0-1 0 0,0-1 1 0 0,1 1 0 0 0,-1 0 0 0 0,0 0 0 0 0,0 0 0 0 0,1 0-1 0 0,-1 1 1 0 0,1-1 0 0 0,-1 0 0 0 0,1 1 0 0 0,0-1 0 0 0,-1 1 0 0 0,1-1-1 0 0,0 1 1 0 0,0-1 0 0 0,0 1 0 0 0,0 0 0 0 0,-1 3 0 0 0,-3 10 584 0 0,0 0 0 0 0,2 0 1 0 0,-1 1-1 0 0,0 24 1 0 0,3-35-963 0 0,1 0 1 0 0,-1 0 0 0 0,1 0-1 0 0,1 0 1 0 0,-1 1 0 0 0,1-1-1 0 0,0 0 1 0 0,0 0-1 0 0,0 0 1 0 0,1 0 0 0 0,0 0-1 0 0,0-1 1 0 0,0 1 0 0 0,0 0-1 0 0,1-1 1 0 0,0 0 0 0 0,5 8-1 0 0,-7-12 7 0 0,-1 1 0 0 0,0-1 1 0 0,1 0-1 0 0,-1 1 0 0 0,0-1 0 0 0,1 0 0 0 0,-1 1 0 0 0,0-1 0 0 0,1 0 0 0 0,-1 0 0 0 0,1 1 0 0 0,-1-1 1 0 0,1 0-1 0 0,-1 0 0 0 0,0 0 0 0 0,1 1 0 0 0,-1-1 0 0 0,1 0 0 0 0,-1 0 0 0 0,1 0 0 0 0,-1 0 0 0 0,1 0 1 0 0,-1 0-1 0 0,1 0 0 0 0,-1 0 0 0 0,1 0 0 0 0,-1 0 0 0 0,1 0 0 0 0,-1-1 0 0 0,1 1 0 0 0,-1 0 0 0 0,1 0 1 0 0,-1 0-1 0 0,0-1 0 0 0,1 1 0 0 0,-1 0 0 0 0,1 0 0 0 0,-1-1 0 0 0,0 1 0 0 0,1 0 0 0 0,-1-1 0 0 0,0 1 1 0 0,1 0-1 0 0,-1-1 0 0 0,0 1 0 0 0,0-1 0 0 0,1 1 0 0 0,-1 0 0 0 0,0-1 0 0 0,0 1 0 0 0,0-1 0 0 0,1 1 1 0 0,-1-1-1 0 0,0 1 0 0 0,0-1 0 0 0,0 1 0 0 0,0-1 0 0 0,0 1 0 0 0,0-1 0 0 0,2-6-2236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6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1 232 4681 0 0,'0'-1'548'0'0,"1"-1"0"0"0,0 1-1 0 0,-1 0 1 0 0,1 0 0 0 0,0-1 0 0 0,0 1 0 0 0,0 0-1 0 0,0 0 1 0 0,0 0 0 0 0,0 0 0 0 0,0 0-1 0 0,0 0 1 0 0,0 0 0 0 0,1 1 0 0 0,1-2 0 0 0,28-8 2425 0 0,31 6-3101 0 0,-60 4 233 0 0,2 1-474 0 0,0-1 1 0 0,0 0 0 0 0,0-1-1 0 0,0 1 1 0 0,0-1 0 0 0,0 0-1 0 0,0 0 1 0 0,0 0 0 0 0,-1 0-1 0 0,1 0 1 0 0,0-1 0 0 0,-1 0 0 0 0,1 0-1 0 0,5-4 1 0 0,-6 3-31 0 0,-2 1-1 0 0,1 0 1 0 0,0-1 0 0 0,0 0 0 0 0,-1 1 0 0 0,0-1-1 0 0,1 0 1 0 0,-1 0 0 0 0,0 0 0 0 0,0 0-1 0 0,-1 0 1 0 0,1 0 0 0 0,-1 0 0 0 0,1 0 0 0 0,-1 0-1 0 0,0 0 1 0 0,0 0 0 0 0,0 0 0 0 0,-1-1-1 0 0,0-3 1 0 0,0-6-604 0 0,2 1-89 0 0</inkml:trace>
  <inkml:trace contextRef="#ctx0" brushRef="#br0" timeOffset="1">204 18 1400 0 0,'1'-17'5004'0'0,"1"26"470"0"0,0 12-1492 0 0,-2-2-3465 0 0,-5 24 451 0 0,1-14-651 0 0,0 45 0 0 0,5-66-1234 0 0,-1 1 1 0 0,1-1-1 0 0,1 0 1 0 0,-1 0-1 0 0,6 14 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7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2176 0 0,'-3'4'799'0'0,"1"0"-1"0"0,0 0 0 0 0,0 0 0 0 0,0 1 0 0 0,0-1 0 0 0,1 1 0 0 0,-1-1 1 0 0,1 1-1 0 0,0 0 0 0 0,1-1 0 0 0,-1 1 0 0 0,1 0 0 0 0,0-1 0 0 0,1 6 1 0 0,-2-7-677 0 0,1 0 1 0 0,0 0-1 0 0,0 0 1 0 0,1 0-1 0 0,-1 0 1 0 0,0-1 0 0 0,1 1-1 0 0,0 0 1 0 0,0 0-1 0 0,0 0 1 0 0,0-1-1 0 0,0 1 1 0 0,0-1 0 0 0,1 1-1 0 0,-1-1 1 0 0,1 1-1 0 0,0-1 1 0 0,-1 0-1 0 0,1 0 1 0 0,0 1 0 0 0,1-2-1 0 0,-1 1 1 0 0,4 3-1 0 0,-3-5-98 0 0,-1 1 0 0 0,0-1 0 0 0,1 0 0 0 0,-1 0 0 0 0,0 0 0 0 0,1 0 0 0 0,-1 0 0 0 0,0 0 0 0 0,1-1 0 0 0,-1 1-1 0 0,0-1 1 0 0,1 0 0 0 0,-1 0 0 0 0,0 0 0 0 0,0 0 0 0 0,3-1 0 0 0,37-27 353 0 0,-13 8-291 0 0,-26 20-527 0 0,20-8-169 0 0,-16 9-3432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7.8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4761 0 0,'3'-6'10409'0'0,"4"20"-14692"0"0,-2-3-2706 0 0,-2-5 4515 0 0</inkml:trace>
  <inkml:trace contextRef="#ctx0" brushRef="#br0" timeOffset="1">37 141 7762 0 0,'1'0'413'0'0,"0"0"1"0"0,0 0 0 0 0,0 0 0 0 0,0 1 0 0 0,0-1 0 0 0,0 0-1 0 0,0 0 1 0 0,-1 1 0 0 0,1-1 0 0 0,0 1 0 0 0,0-1-1 0 0,0 1 1 0 0,-1-1 0 0 0,1 1 0 0 0,0-1 0 0 0,0 1 0 0 0,-1 0-1 0 0,1-1 1 0 0,1 2 0 0 0,7 20 1787 0 0,-6 22-5146 0 0,-3-44 2781 0 0,0 1 0 0 0,0-1 1 0 0,0 0-1 0 0,0 1 0 0 0,0-1 0 0 0,0 0 1 0 0,0 1-1 0 0,0-1 0 0 0,0 0 0 0 0,-1 1 1 0 0,1-1-1 0 0,0 0 0 0 0,0 1 0 0 0,0-1 1 0 0,0 0-1 0 0,-1 1 0 0 0,1-1 1 0 0,0 0-1 0 0,0 0 0 0 0,-1 1 0 0 0,1-1 1 0 0,0 0-1 0 0,0 0 0 0 0,-1 0 0 0 0,1 1 1 0 0,0-1-1 0 0,-1 0 0 0 0,1 0 0 0 0,0 0 1 0 0,-1 0-1 0 0,1 0 0 0 0,0 0 0 0 0,-1 1 1 0 0,1-1-1 0 0,0 0 0 0 0,-1 0 0 0 0,1 0 1 0 0,0 0-1 0 0,-1 0 0 0 0,1 0 0 0 0,0 0 1 0 0,-1 0-1 0 0,1-1 0 0 0,0 1 0 0 0,-1 0 1 0 0,1 0-1 0 0,0 0 0 0 0,-1 0 0 0 0,1 0 1 0 0,0-1-1 0 0,0 1 0 0 0,-1 0 0 0 0,1 0 1 0 0,0 0-1 0 0,-1-1 0 0 0,1 1 0 0 0,0 0 1 0 0,0 0-1 0 0,-1-1 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8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40 3137 0 0,'-44'-16'6526'0'0,"34"12"-6108"0"0,0-1 1 0 0,0 2-1 0 0,-1 0 0 0 0,0 0 0 0 0,0 1 0 0 0,-12-1 1 0 0,22 3-315 0 0,0 0 0 0 0,1 1 0 0 0,-1-1 1 0 0,0 1-1 0 0,0-1 0 0 0,0 1 0 0 0,0-1 1 0 0,1 1-1 0 0,-1-1 0 0 0,0 1 0 0 0,0 0 1 0 0,1 0-1 0 0,-1-1 0 0 0,1 1 0 0 0,-1 0 1 0 0,1 0-1 0 0,-1 0 0 0 0,1-1 0 0 0,-1 1 1 0 0,1 0-1 0 0,0 0 0 0 0,-1 0 0 0 0,1 0 1 0 0,0 0-1 0 0,0 0 0 0 0,0 0 0 0 0,0 0 1 0 0,-1 0-1 0 0,2 2 0 0 0,-3 40 227 0 0,2-28-267 0 0,0 30-59 0 0,2 1 0 0 0,2 0 0 0 0,3-1 0 0 0,17 68 0 0 0,6 42 95 0 0,-29-132-71 0 0,2 15 120 0 0,1-39-4 0 0,-1 0 0 0 0,1 0 1 0 0,-1-1-1 0 0,1 1 1 0 0,-1-1-1 0 0,1 0 1 0 0,-1 0-1 0 0,4-2 1 0 0,-3 1 61 0 0,3-1-81 0 0,-1 1 1 0 0,1 0 0 0 0,0 0-1 0 0,-1 1 1 0 0,1 0 0 0 0,0 0-1 0 0,0 1 1 0 0,1 0 0 0 0,-1 0-1 0 0,0 0 1 0 0,10 1 0 0 0,-13 1-698 0 0,-1-1 0 0 0,1 1 0 0 0,-1 0 0 0 0,1 0 0 0 0,-1 0 0 0 0,1 0 0 0 0,-1 1 0 0 0,0-1 0 0 0,4 3 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49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14 103 4137 0 0,'-2'-3'568'0'0,"0"1"-1"0"0,1-1 1 0 0,-1 0-1 0 0,1 0 1 0 0,0 0 0 0 0,0 1-1 0 0,0-1 1 0 0,0 0-1 0 0,1 0 1 0 0,-1 0 0 0 0,1 0-1 0 0,0-1 1 0 0,-1 1 0 0 0,1 0-1 0 0,1-5 1 0 0,0 5-470 0 0,0 0 1 0 0,0 1-1 0 0,0-1 1 0 0,0 1-1 0 0,0-1 0 0 0,0 1 1 0 0,1 0-1 0 0,0-1 1 0 0,-1 1-1 0 0,1 0 1 0 0,0 0-1 0 0,0 0 1 0 0,0 0-1 0 0,0 0 1 0 0,0 1-1 0 0,0-1 0 0 0,0 1 1 0 0,1-1-1 0 0,-1 1 1 0 0,1 0-1 0 0,-1 0 1 0 0,1 0-1 0 0,-1 0 1 0 0,1 0-1 0 0,0 1 1 0 0,-1-1-1 0 0,7 0 0 0 0,-5 1-60 0 0,0-1 0 0 0,1 0 0 0 0,-1 1 0 0 0,1 0 0 0 0,-1 0 0 0 0,0 0 0 0 0,1 1-1 0 0,-1 0 1 0 0,0-1 0 0 0,1 2 0 0 0,-1-1 0 0 0,0 0 0 0 0,0 1 0 0 0,0 0-1 0 0,0 0 1 0 0,0 0 0 0 0,0 0 0 0 0,0 0 0 0 0,-1 1 0 0 0,1 0 0 0 0,-1 0 0 0 0,0 0-1 0 0,0 0 1 0 0,0 0 0 0 0,0 1 0 0 0,-1-1 0 0 0,5 8 0 0 0,-5-5-34 0 0,0-1 0 0 0,0 1 0 0 0,0 0 0 0 0,-1 0-1 0 0,0 0 1 0 0,0 0 0 0 0,-1 0 0 0 0,1 1 0 0 0,-1-1 0 0 0,-1 0 0 0 0,1 0 0 0 0,-1 0 0 0 0,0 0 0 0 0,0 0 0 0 0,-1 0 0 0 0,0 0 0 0 0,0 0-1 0 0,0-1 1 0 0,-5 9 0 0 0,-21 29-364 0 0,27-41 330 0 0,-1 1 1 0 0,0-1 0 0 0,1 0-1 0 0,-1 0 1 0 0,0 0-1 0 0,0 0 1 0 0,0 0 0 0 0,0 0-1 0 0,-1-1 1 0 0,1 1-1 0 0,0-1 1 0 0,-1 1 0 0 0,1-1-1 0 0,-1 0 1 0 0,-4 2-1 0 0,6-3 29 0 0,1 0-1 0 0,0 0 0 0 0,0 0 0 0 0,0 0 0 0 0,-1 0 0 0 0,1 0 0 0 0,0 0 1 0 0,0 0-1 0 0,-1-1 0 0 0,1 1 0 0 0,0 0 0 0 0,0 0 0 0 0,0 0 0 0 0,0 0 0 0 0,-1 0 1 0 0,1 0-1 0 0,0 0 0 0 0,0 0 0 0 0,0 0 0 0 0,0-1 0 0 0,-1 1 0 0 0,1 0 0 0 0,0 0 1 0 0,0 0-1 0 0,0 0 0 0 0,0-1 0 0 0,0 1 0 0 0,-1 0 0 0 0,1 0 0 0 0,0 0 1 0 0,0 0-1 0 0,0-1 0 0 0,0 1 0 0 0,0 0 0 0 0,0 0 0 0 0,0 0 0 0 0,0-1 0 0 0,0 1 1 0 0,0 0-1 0 0,0 0 0 0 0,0 0 0 0 0,0-1 0 0 0,0 1 0 0 0,0 0 0 0 0,0-1 1 0 0,6-13 93 0 0,12-8 239 0 0,-13 17-235 0 0,0 1-1 0 0,1 0 1 0 0,-1 1 0 0 0,1-1-1 0 0,0 1 1 0 0,0 0 0 0 0,1 1 0 0 0,-1-1-1 0 0,1 1 1 0 0,-1 0 0 0 0,1 1 0 0 0,-1 0-1 0 0,1 0 1 0 0,0 0 0 0 0,0 1-1 0 0,9 1 1 0 0,-14-1-51 0 0,1 0 1 0 0,0 0-1 0 0,-1 1 0 0 0,1 0 1 0 0,0-1-1 0 0,-1 1 0 0 0,1 0 1 0 0,-1 0-1 0 0,1 1 0 0 0,-1-1 0 0 0,0 0 1 0 0,1 1-1 0 0,-1 0 0 0 0,0-1 1 0 0,0 1-1 0 0,0 0 0 0 0,0 0 1 0 0,0 0-1 0 0,-1 0 0 0 0,1 0 1 0 0,0 1-1 0 0,-1-1 0 0 0,0 0 0 0 0,1 1 1 0 0,-1-1-1 0 0,0 1 0 0 0,-1-1 1 0 0,1 1-1 0 0,0 0 0 0 0,-1-1 1 0 0,1 1-1 0 0,-1 0 0 0 0,0 0 1 0 0,0-1-1 0 0,0 1 0 0 0,0 0 0 0 0,0-1 1 0 0,-1 1-1 0 0,1 0 0 0 0,-1-1 1 0 0,0 1-1 0 0,-1 2 0 0 0,-1 9 37 0 0,-1 0 0 0 0,0-1-1 0 0,-1 0 1 0 0,-1 0 0 0 0,-7 13 0 0 0,10-22-218 0 0,1 1-1 0 0,-1-1 1 0 0,0 0 0 0 0,0 0 0 0 0,0 0 0 0 0,0 0 0 0 0,-1 0 0 0 0,0-1 0 0 0,0 0 0 0 0,0 1 0 0 0,0-1 0 0 0,0-1 0 0 0,0 1 0 0 0,-1-1-1 0 0,0 1 1 0 0,1-1 0 0 0,-7 1 0 0 0,11-3 35 0 0,0 0 1 0 0,-1 1-1 0 0,1-1 0 0 0,0 0 0 0 0,0 0 1 0 0,-1 0-1 0 0,1 0 0 0 0,0 0 0 0 0,0 0 1 0 0,-1 0-1 0 0,1 0 0 0 0,0 0 0 0 0,0 0 1 0 0,-1 0-1 0 0,1 0 0 0 0,0 0 0 0 0,0 0 1 0 0,-1 0-1 0 0,1-1 0 0 0,0 1 0 0 0,0 0 1 0 0,-1 0-1 0 0,1 0 0 0 0,0 0 0 0 0,0 0 1 0 0,0 0-1 0 0,-1-1 0 0 0,1 1 0 0 0,0 0 1 0 0,0 0-1 0 0,0 0 0 0 0,0-1 0 0 0,-1 1 1 0 0,1 0-1 0 0,0 0 0 0 0,0 0 0 0 0,0-1 1 0 0,0 1-1 0 0,0 0 0 0 0,0 0 0 0 0,0-1 1 0 0,0 1-1 0 0,0 0 0 0 0,-1 0 0 0 0,1-1 1 0 0,0 1-1 0 0,0 0 0 0 0,0 0 0 0 0,0-1 1 0 0,1 1-1 0 0,-1 0 0 0 0,0-1 0 0 0,0 1 1 0 0,0 0-1 0 0,0 0 0 0 0,0 0 0 0 0,0-1 1 0 0,0 1-1 0 0,1-1 0 0 0,7-14-5968 0 0,0 6 1618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50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33 104 3321 0 0,'-2'0'340'0'0,"1"0"-1"0"0,-1-1 1 0 0,0 1 0 0 0,1 0 0 0 0,-1-1 0 0 0,0 0 0 0 0,1 1 0 0 0,-1-1 0 0 0,1 0-1 0 0,-1 0 1 0 0,1 0 0 0 0,-1 0 0 0 0,1 0 0 0 0,0 0 0 0 0,0 0 0 0 0,-1 0 0 0 0,1-1-1 0 0,0 1 1 0 0,0 0 0 0 0,0-1 0 0 0,-1-2 0 0 0,2 3-189 0 0,-1-1 0 0 0,1 1 0 0 0,0-1 0 0 0,0 0 1 0 0,0 1-1 0 0,1-1 0 0 0,-1 1 0 0 0,0-1 0 0 0,1 1 0 0 0,-1-1 0 0 0,0 1 0 0 0,1-1 0 0 0,0 1 1 0 0,-1 0-1 0 0,1-1 0 0 0,0 1 0 0 0,0 0 0 0 0,0-1 0 0 0,1 0 0 0 0,2-3 36 0 0,0 0 0 0 0,0 1 0 0 0,1 0 0 0 0,0 0-1 0 0,0 0 1 0 0,0 0 0 0 0,0 1 0 0 0,0 0 0 0 0,1 0-1 0 0,-1 0 1 0 0,7-1 0 0 0,-8 3-113 0 0,-1 0-1 0 0,0 0 1 0 0,1 0 0 0 0,-1 1 0 0 0,1-1-1 0 0,-1 1 1 0 0,1 0 0 0 0,-1 0-1 0 0,1 0 1 0 0,-1 1 0 0 0,1-1 0 0 0,-1 1-1 0 0,1 0 1 0 0,-1 0 0 0 0,0 0-1 0 0,1 0 1 0 0,-1 0 0 0 0,6 4-1 0 0,-8-3-47 0 0,1 0-1 0 0,0-1 1 0 0,-1 1-1 0 0,0 0 1 0 0,1 0-1 0 0,-1 0 1 0 0,0 0-1 0 0,0 0 1 0 0,0 1-1 0 0,0-1 1 0 0,-1 0-1 0 0,1 0 1 0 0,0 1-1 0 0,-1-1 1 0 0,0 0-1 0 0,0 1 0 0 0,1-1 1 0 0,-1 0-1 0 0,-1 1 1 0 0,1-1-1 0 0,0 1 1 0 0,0-1-1 0 0,-1 0 1 0 0,0 0-1 0 0,1 1 1 0 0,-1-1-1 0 0,0 0 1 0 0,-1 3-1 0 0,-3 7-219 0 0,-1 0 0 0 0,1-1 0 0 0,-2 0 0 0 0,1 0 0 0 0,-2 0 0 0 0,1-1 0 0 0,-14 13 0 0 0,30-28 342 0 0,-1 1 0 0 0,1 0 0 0 0,0 0-1 0 0,0 0 1 0 0,1 1 0 0 0,-1 1 0 0 0,1 0 0 0 0,-1 0 0 0 0,12 0 0 0 0,-19 1-73 0 0,1 1 0 0 0,-1-1 0 0 0,1 1 0 0 0,-1 0 1 0 0,1 0-1 0 0,-1 0 0 0 0,1 1 0 0 0,0-1 0 0 0,-1 0 0 0 0,1 1 1 0 0,-1 0-1 0 0,1-1 0 0 0,-1 1 0 0 0,0 0 0 0 0,1 0 0 0 0,-1 1 0 0 0,0-1 1 0 0,0 0-1 0 0,0 1 0 0 0,0-1 0 0 0,0 1 0 0 0,0 0 0 0 0,2 2 1 0 0,-2-1 5 0 0,0 1 0 0 0,0-1 0 0 0,-1 1 0 0 0,1 0 0 0 0,-1-1 0 0 0,0 1 1 0 0,0 0-1 0 0,0 0 0 0 0,0 0 0 0 0,-1 0 0 0 0,0 0 0 0 0,0 0 0 0 0,0 7 1 0 0,-1-2-88 0 0,0 1 0 0 0,-1-1 0 0 0,0 0 1 0 0,0 0-1 0 0,-1 1 0 0 0,0-1 1 0 0,-1-1-1 0 0,0 1 0 0 0,0 0 1 0 0,-1-1-1 0 0,0 0 0 0 0,-8 9 1 0 0,-16-1-1357 0 0,12-12-2490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50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11 109 4721 0 0,'-1'-1'303'0'0,"0"0"-1"0"0,0 0 0 0 0,0-1 1 0 0,0 1-1 0 0,1 0 1 0 0,-1 0-1 0 0,0 0 1 0 0,1 0-1 0 0,-1-1 1 0 0,1 1-1 0 0,-1 0 1 0 0,1-1-1 0 0,0 1 1 0 0,-1 0-1 0 0,1-1 1 0 0,0 1-1 0 0,0-1 1 0 0,0 1-1 0 0,0 0 1 0 0,0-1-1 0 0,0 1 1 0 0,0 0-1 0 0,1-2 1 0 0,0-1-39 0 0,0 1 0 0 0,1 0 1 0 0,-1 0-1 0 0,1 0 0 0 0,0 0 1 0 0,0 0-1 0 0,0 0 0 0 0,0 1 0 0 0,3-4 1 0 0,0 1-54 0 0,-1 1 1 0 0,1-1-1 0 0,0 1 1 0 0,0 1-1 0 0,1-1 1 0 0,-1 1-1 0 0,1 0 1 0 0,0 0-1 0 0,0 0 1 0 0,6-1-1 0 0,-8 3-131 0 0,0 0 0 0 0,0 1 0 0 0,0 0 0 0 0,0 0 0 0 0,0 0 0 0 0,0 0 0 0 0,0 1-1 0 0,0-1 1 0 0,0 1 0 0 0,0 0 0 0 0,0 0 0 0 0,0 0 0 0 0,0 1 0 0 0,-1 0 0 0 0,1-1 0 0 0,0 1-1 0 0,-1 1 1 0 0,0-1 0 0 0,1 0 0 0 0,-1 1 0 0 0,0-1 0 0 0,0 1 0 0 0,0 0 0 0 0,-1 0 0 0 0,1 0-1 0 0,-1 1 1 0 0,0-1 0 0 0,1 1 0 0 0,-2-1 0 0 0,4 7 0 0 0,-3-5-79 0 0,0 0 1 0 0,-1 0-1 0 0,0 0 0 0 0,1 0 1 0 0,-2 0-1 0 0,1 1 1 0 0,0-1-1 0 0,-1 0 0 0 0,0 1 1 0 0,-1-1-1 0 0,1 0 1 0 0,-1 1-1 0 0,0-1 0 0 0,0 0 1 0 0,0 0-1 0 0,-1 0 1 0 0,0 0-1 0 0,0 0 0 0 0,0 0 1 0 0,-1 0-1 0 0,1-1 0 0 0,-7 9 1 0 0,-4 0-46 0 0,0 0-1 0 0,0-1 1 0 0,-1-1 0 0 0,-27 17-1 0 0,49-32 325 0 0,1-1-1 0 0,0 2 1 0 0,-1-1-1 0 0,1 1 1 0 0,1 1-1 0 0,-1 0 1 0 0,13-2-1 0 0,78-4 709 0 0,-74 6-902 0 0,-9 4 223 0 0,-5-1-5081 0 0,-11-1 4433 0 0,-1 0 0 0 0,0 0 0 0 0,1-1 0 0 0,-1 1 0 0 0,1 0 0 0 0,-1 0-1 0 0,1 0 1 0 0,-1 0 0 0 0,5-11-8816 0 0,-3 5 4710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7:51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42 1880 0 0,'0'0'208'0'0,"-1"-1"-1"0"0,1 1 0 0 0,0-1 0 0 0,-1 1 1 0 0,1-1-1 0 0,0 1 0 0 0,0-1 0 0 0,-1 1 1 0 0,1-1-1 0 0,0 1 0 0 0,0-1 0 0 0,-1 1 0 0 0,1-1 1 0 0,0 1-1 0 0,0-1 0 0 0,0 0 0 0 0,0 1 1 0 0,0-1-1 0 0,0 1 0 0 0,0-1 0 0 0,0 1 1 0 0,0-1-1 0 0,0 0 0 0 0,1 1 0 0 0,-1-1 1 0 0,0 1-1 0 0,0-1 0 0 0,0 1 0 0 0,1-1 1 0 0,-1 1-1 0 0,0-1 0 0 0,0 1 0 0 0,1-1 0 0 0,-1 1 1 0 0,1-1-1 0 0,-1 1 0 0 0,0 0 0 0 0,2-1 1 0 0,27-11 1930 0 0,36 6-1616 0 0,-65 6-428 0 0,25-1 339 0 0,10-1 770 0 0,1 2 0 0 0,63 7 1 0 0,-98-6-1168 0 0,1-1 1 0 0,-1 0 0 0 0,0 1 0 0 0,1 0 0 0 0,-1-1 0 0 0,0 1 0 0 0,0 0-1 0 0,1 0 1 0 0,-1 0 0 0 0,0-1 0 0 0,0 1 0 0 0,0 0 0 0 0,0 1 0 0 0,0-1-1 0 0,0 0 1 0 0,-1 0 0 0 0,1 0 0 0 0,0 0 0 0 0,0 1 0 0 0,-1-1 0 0 0,1 0-1 0 0,-1 1 1 0 0,1-1 0 0 0,-1 0 0 0 0,0 1 0 0 0,1-1 0 0 0,-1 1 0 0 0,0-1-1 0 0,0 1 1 0 0,0-1 0 0 0,0 2 0 0 0,-6 55 738 0 0,2-32-777 0 0,4 75 65 0 0,16 117 1 0 0,-6-114 13 0 0,0-28 312 0 0,-10-76-294 0 0,0-1 3 0 0,0 0-1 0 0,0 0 1 0 0,0 0 0 0 0,0 0-1 0 0,0 0 1 0 0,0 0 0 0 0,0 0-1 0 0,0 0 1 0 0,0 0-1 0 0,-1 0 1 0 0,1 0 0 0 0,0 0-1 0 0,-1 0 1 0 0,1 0 0 0 0,0 0-1 0 0,-1 1 1 0 0,1-1-1 0 0,-1 0 1 0 0,0 0 0 0 0,1 0-1 0 0,-1 1 1 0 0,0-1 0 0 0,1 0-1 0 0,-1 1 1 0 0,0-1 0 0 0,0 0-1 0 0,1 1 1 0 0,-3-1-1 0 0,-14-1 9 0 0,0 1 0 0 0,0 1 0 0 0,-23 3-1 0 0,-18 9-7105 0 0,38-14-432 0 0,10 2 1691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43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699 124 4161 0 0,'-1'-2'842'0'0,"-1"1"-1"0"0,1-1 1 0 0,0 0 0 0 0,0 0-1 0 0,0 0 1 0 0,0 0 0 0 0,0 0-1 0 0,0 0 1 0 0,1 0 0 0 0,-1 0 0 0 0,0-4-1 0 0,1 5-659 0 0,0-1 0 0 0,0 1 0 0 0,-1-1 0 0 0,1 1 0 0 0,0 0 0 0 0,-1-1 0 0 0,1 1-1 0 0,-1-1 1 0 0,1 1 0 0 0,-1 0 0 0 0,0-1 0 0 0,0 1 0 0 0,1 0 0 0 0,-1 0 0 0 0,0 0 0 0 0,0 0 0 0 0,0 0-1 0 0,0 0 1 0 0,-1 0 0 0 0,1 0 0 0 0,0 0 0 0 0,0 0 0 0 0,0 0 0 0 0,-1 1 0 0 0,1-1 0 0 0,-1 1 0 0 0,1-1 0 0 0,0 1-1 0 0,-1-1 1 0 0,-1 1 0 0 0,-16-4 537 0 0,-1 1 1 0 0,1 2-1 0 0,-1 0 0 0 0,0 1 0 0 0,-26 3 1 0 0,-98 21 1010 0 0,111-17-1189 0 0,19-3-483 0 0,0 0 0 0 0,0 1 0 0 0,0 1 0 0 0,0 0 0 0 0,1 1 0 0 0,0 0 0 0 0,0 1 0 0 0,1 0 0 0 0,0 1 1 0 0,-14 15-1 0 0,-2 2 12 0 0,2 2 0 0 0,-41 58 1 0 0,60-75-64 0 0,0 0 0 0 0,0 1 0 0 0,1-1 1 0 0,1 1-1 0 0,0 0 0 0 0,1 1 1 0 0,0-1-1 0 0,1 1 0 0 0,0 0 0 0 0,1 0 1 0 0,0 0-1 0 0,1 0 0 0 0,1 0 1 0 0,0 0-1 0 0,0 0 0 0 0,2 0 0 0 0,-1 0 1 0 0,2 0-1 0 0,0 0 0 0 0,0-1 1 0 0,1 1-1 0 0,1-1 0 0 0,0 0 1 0 0,1 0-1 0 0,0 0 0 0 0,0-1 0 0 0,2 0 1 0 0,-1 0-1 0 0,1-1 0 0 0,1 0 1 0 0,11 11-1 0 0,44 47 143 0 0,-52-54-122 0 0,0 0 1 0 0,1-1-1 0 0,0 0 0 0 0,1-1 0 0 0,0 0 1 0 0,32 18-1 0 0,-27-21-19 0 0,0-1 0 0 0,1-1 0 0 0,0-1 0 0 0,0 0 0 0 0,0-2 1 0 0,1-1-1 0 0,0 0 0 0 0,0-1 0 0 0,0-2 0 0 0,39-2 0 0 0,-29-2 4 0 0,0-1 0 0 0,-1-1 0 0 0,0-1 1 0 0,0-2-1 0 0,-1-1 0 0 0,50-25 0 0 0,-60 24-3 0 0,0-1-1 0 0,0 0 1 0 0,-2-2-1 0 0,1 0 1 0 0,-2-2 0 0 0,0 1-1 0 0,0-2 1 0 0,-2 0-1 0 0,13-20 1 0 0,-4 2 9 0 0,-2 0 0 0 0,-1-2 1 0 0,-3 0-1 0 0,14-40 0 0 0,-26 62-63 0 0,0 0 0 0 0,-2-1-1 0 0,0 1 1 0 0,0-1 0 0 0,-2 0 0 0 0,0 1-1 0 0,-1-1 1 0 0,0 0 0 0 0,-1 0 0 0 0,-1 1-1 0 0,0-1 1 0 0,-2 1 0 0 0,1-1 0 0 0,-2 1-1 0 0,0 0 1 0 0,-1 1 0 0 0,0-1 0 0 0,-1 1-1 0 0,-12-17 1 0 0,11 19-17 0 0,-1 0 1 0 0,0 1-1 0 0,0 0 0 0 0,-1 1 0 0 0,0 0 1 0 0,-1 0-1 0 0,0 1 0 0 0,-1 1 0 0 0,0 0 0 0 0,0 1 1 0 0,-1 0-1 0 0,0 0 0 0 0,0 2 0 0 0,0-1 1 0 0,-1 2-1 0 0,0 0 0 0 0,0 0 0 0 0,0 2 1 0 0,0-1-1 0 0,0 2 0 0 0,-19 0 0 0 0,10 2-1431 0 0,-1 1 0 0 0,-39 9 0 0 0,-9 8-6662 0 0,36-7-119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45.1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642 139 1896 0 0,'-7'-11'3224'0'0,"-1"-1"-1"0"0,0 1 0 0 0,0 0 1 0 0,-16-14-1 0 0,7 7-2896 0 0,13 13-131 0 0,-1 0 0 0 0,1 1 0 0 0,-1 0 0 0 0,-1 0 0 0 0,1 1 0 0 0,0-1 0 0 0,-1 1 0 0 0,0 0 0 0 0,0 1 0 0 0,0-1 0 0 0,0 1 0 0 0,0 0 0 0 0,-8-1 0 0 0,3 1 8 0 0,0 1 1 0 0,0 1-1 0 0,0 0 0 0 0,-1 0 0 0 0,1 1 0 0 0,0 0 0 0 0,-12 3 0 0 0,-3 4-15 0 0,-1 0 0 0 0,1 1 0 0 0,1 2 0 0 0,0 1 0 0 0,-33 20-1 0 0,43-22-122 0 0,0 1 0 0 0,0 1-1 0 0,1 0 1 0 0,1 1 0 0 0,0 1-1 0 0,0 0 1 0 0,2 1 0 0 0,0 0-1 0 0,0 0 1 0 0,1 1 0 0 0,-11 27-1 0 0,14-28-68 0 0,2-1 0 0 0,-1 1 0 0 0,2 1 0 0 0,0-1 0 0 0,1 0 0 0 0,0 1 0 0 0,1 0 0 0 0,1 0 0 0 0,1 0 0 0 0,0-1 0 0 0,1 1 0 0 0,1 0 0 0 0,6 30 0 0 0,-5-37-3 0 0,1-1 1 0 0,0 0-1 0 0,0-1 0 0 0,0 1 1 0 0,1 0-1 0 0,0-1 0 0 0,0 0 1 0 0,1-1-1 0 0,0 1 0 0 0,0-1 0 0 0,7 6 1 0 0,14 9-44 0 0,45 28 1 0 0,-25-19 30 0 0,-31-19-8 0 0,0 0 0 0 0,1-1-1 0 0,0-1 1 0 0,0 0 0 0 0,1-1-1 0 0,1-1 1 0 0,-1-1 0 0 0,1-1-1 0 0,0 0 1 0 0,0-1-1 0 0,0-1 1 0 0,1-1 0 0 0,-1-1-1 0 0,1-1 1 0 0,0 0 0 0 0,-1-2-1 0 0,0 0 1 0 0,1-1 0 0 0,-1-1-1 0 0,0-1 1 0 0,0 0 0 0 0,-1-2-1 0 0,20-9 1 0 0,-6 1 18 0 0,-1-2 0 0 0,-1-1 0 0 0,0-2 0 0 0,-2-1 0 0 0,33-30 0 0 0,-46 37 38 0 0,-1-1 1 0 0,0 0 0 0 0,-1 0-1 0 0,-1-2 1 0 0,0 0-1 0 0,-2 0 1 0 0,0-1-1 0 0,0 0 1 0 0,-2-1 0 0 0,10-29-1 0 0,-16 36 41 0 0,0 0 0 0 0,-1 0 1 0 0,0 0-1 0 0,0 0 0 0 0,-1 0 0 0 0,-1 0 0 0 0,0 0 0 0 0,-1 0 0 0 0,0 0 1 0 0,-1 0-1 0 0,0 0 0 0 0,-1 1 0 0 0,-1-1 0 0 0,1 1 0 0 0,-2 0 0 0 0,1 0 0 0 0,-2 1 1 0 0,-12-17-1 0 0,10 15-46 0 0,0 0 1 0 0,-2 1-1 0 0,1 0 0 0 0,-1 1 1 0 0,-1 0-1 0 0,0 1 0 0 0,0 0 1 0 0,-1 1-1 0 0,0 0 1 0 0,0 1-1 0 0,-1 1 0 0 0,0 0 1 0 0,0 1-1 0 0,-24-6 1 0 0,-14 3-1294 0 0,-76 0 1 0 0,68 5-3090 0 0,1-2-4409 0 0,34 4 1983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50.6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123 49 3289 0 0,'-5'-4'6268'0'0,"-6"-3"-3840"0"0,-13-9-153 0 0,23 15-2186 0 0,0-1-1 0 0,0 1 0 0 0,0-1 1 0 0,0 1-1 0 0,-1-1 0 0 0,1 1 1 0 0,0 0-1 0 0,-1-1 0 0 0,1 1 0 0 0,-1 0 1 0 0,0 0-1 0 0,1 0 0 0 0,-1 0 1 0 0,0 1-1 0 0,0-1 0 0 0,1 0 1 0 0,-1 1-1 0 0,0-1 0 0 0,0 1 0 0 0,0 0 1 0 0,0-1-1 0 0,0 1 0 0 0,0 0 1 0 0,0 0-1 0 0,1 1 0 0 0,-1-1 1 0 0,0 0-1 0 0,0 0 0 0 0,0 1 0 0 0,-2 0 1 0 0,2 1-72 0 0,0-1 0 0 0,0 1 0 0 0,0-1 1 0 0,0 1-1 0 0,0 0 0 0 0,0 0 0 0 0,1 0 0 0 0,-1 0 0 0 0,1 1 1 0 0,-1-1-1 0 0,1 0 0 0 0,0 0 0 0 0,0 1 0 0 0,0-1 0 0 0,0 1 1 0 0,0-1-1 0 0,0 1 0 0 0,1 0 0 0 0,0-1 0 0 0,-1 1 1 0 0,1 3-1 0 0,-2 41 104 0 0,3 0 0 0 0,1 1 1 0 0,3-2-1 0 0,2 1 1 0 0,1-1-1 0 0,18 54 0 0 0,-26-100-78 0 0,0 1-1 0 0,0 0 1 0 0,1-1 0 0 0,-1 1-1 0 0,0 0 1 0 0,1-1 0 0 0,-1 1-1 0 0,1 0 1 0 0,-1-1 0 0 0,1 1-1 0 0,-1-1 1 0 0,1 1-1 0 0,-1-1 1 0 0,1 1 0 0 0,-1-1-1 0 0,1 1 1 0 0,0-1 0 0 0,-1 1-1 0 0,1-1 1 0 0,0 0-1 0 0,-1 1 1 0 0,1-1 0 0 0,0 0-1 0 0,0 0 1 0 0,-1 0 0 0 0,1 0-1 0 0,0 1 1 0 0,0-1 0 0 0,-1 0-1 0 0,1 0 1 0 0,0 0-1 0 0,0 0 1 0 0,1-1 0 0 0,32-10 723 0 0,5 0-600 0 0,-11 16 80 0 0,-15 2-1790 0 0,-10 4-4737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51.2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48 4409 0 0,'0'-2'380'0'0,"-1"1"0"0"0,1-1 0 0 0,0 0 0 0 0,0 1 0 0 0,0-1 1 0 0,0 1-1 0 0,0-1 0 0 0,0 1 0 0 0,0-1 0 0 0,0 1 0 0 0,1-1 0 0 0,-1 1 0 0 0,1-1 0 0 0,-1 1 1 0 0,1-1-1 0 0,-1 1 0 0 0,1 0 0 0 0,0-1 0 0 0,0 1 0 0 0,0 0 0 0 0,-1-1 0 0 0,1 1 1 0 0,1 0-1 0 0,-1 0 0 0 0,1-2 0 0 0,0 2-187 0 0,0 0 1 0 0,0 0-1 0 0,0 0 1 0 0,0 0-1 0 0,1 0 1 0 0,-1 1-1 0 0,0-1 0 0 0,0 1 1 0 0,0-1-1 0 0,1 1 1 0 0,-1 0-1 0 0,0 0 1 0 0,0 0-1 0 0,1 0 1 0 0,3 1-1 0 0,-4-1-192 0 0,0 0 1 0 0,0 0-1 0 0,0 1 0 0 0,0-1 1 0 0,-1 1-1 0 0,1-1 1 0 0,0 1-1 0 0,0 0 0 0 0,0 0 1 0 0,-1 0-1 0 0,1 0 0 0 0,0 0 1 0 0,-1 0-1 0 0,1 0 0 0 0,-1 0 1 0 0,1 1-1 0 0,-1-1 0 0 0,0 1 1 0 0,0-1-1 0 0,1 1 0 0 0,-1-1 1 0 0,0 1-1 0 0,0 0 0 0 0,0 0 1 0 0,-1-1-1 0 0,1 1 0 0 0,0 0 1 0 0,-1 0-1 0 0,1 0 1 0 0,-1 0-1 0 0,0 0 0 0 0,1 0 1 0 0,-1 0-1 0 0,0-1 0 0 0,0 1 1 0 0,0 0-1 0 0,-1 0 0 0 0,1 0 1 0 0,0 0-1 0 0,-1 0 0 0 0,1 0 1 0 0,-1 0-1 0 0,-1 3 0 0 0,-1 0-40 0 0,1-1-1 0 0,-1 1 1 0 0,0 0-1 0 0,-1-1 0 0 0,1 0 1 0 0,-1 0-1 0 0,-4 4 0 0 0,-18 24 52 0 0,30-33 145 0 0,0-1 0 0 0,1 0 0 0 0,-1 1 0 0 0,1 0 0 0 0,-1 0 0 0 0,1 0 0 0 0,-1 0 0 0 0,1 1 0 0 0,-1 0 0 0 0,7 0 0 0 0,-7 0-63 0 0,0-1-1 0 0,-1 2 1 0 0,1-1-1 0 0,0 0 1 0 0,0 1-1 0 0,0-1 1 0 0,-1 1-1 0 0,1 0 1 0 0,0 0 0 0 0,-1 1-1 0 0,1-1 1 0 0,-1 1-1 0 0,0 0 1 0 0,1 0-1 0 0,5 4 1 0 0,-8-4-76 0 0,1 0 0 0 0,-1 0 1 0 0,0 1-1 0 0,0-1 0 0 0,0 0 0 0 0,0 1 1 0 0,0-1-1 0 0,0 0 0 0 0,-1 1 0 0 0,1-1 1 0 0,-1 1-1 0 0,0-1 0 0 0,0 1 0 0 0,0-1 1 0 0,0 1-1 0 0,0-1 0 0 0,0 1 0 0 0,0-1 0 0 0,-1 1 1 0 0,0-1-1 0 0,1 1 0 0 0,-1-1 0 0 0,0 0 1 0 0,0 1-1 0 0,-2 1 0 0 0,-29 59-610 0 0,30-59 213 0 0,0-1 0 0 0,0 0 0 0 0,-1 0 0 0 0,1 0 0 0 0,0-1 0 0 0,-1 1 0 0 0,0 0 0 0 0,0-1 0 0 0,0 0 0 0 0,0 0 0 0 0,0 0 0 0 0,0 0 0 0 0,0 0 0 0 0,-1-1 0 0 0,1 1 0 0 0,-7 1 0 0 0,10-3 173 0 0,-1 0 1 0 0,1 0-1 0 0,0 0 0 0 0,-1 0 0 0 0,1 0 0 0 0,0 0 0 0 0,-1-1 0 0 0,1 1 0 0 0,-1 0 0 0 0,1 0 1 0 0,0 0-1 0 0,0 0 0 0 0,-1-1 0 0 0,1 1 0 0 0,0 0 0 0 0,-1 0 0 0 0,1-1 0 0 0,0 1 0 0 0,0 0 1 0 0,-1 0-1 0 0,1-1 0 0 0,0 1 0 0 0,0 0 0 0 0,0-1 0 0 0,-1 1 0 0 0,1 0 0 0 0,0-1 0 0 0,0 1 1 0 0,0 0-1 0 0,0-1 0 0 0,0 1 0 0 0,0-1 0 0 0,0 1 0 0 0,0 0 0 0 0,0-1 0 0 0,0 1 1 0 0,0 0-1 0 0,0-1 0 0 0,0 1 0 0 0,0-1 0 0 0,0 0 0 0 0,2-5-3527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51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67 5073 0 0,'-1'0'199'0'0,"1"0"0"0"0,-1-1-1 0 0,0 1 1 0 0,1 0 0 0 0,-1-1-1 0 0,1 1 1 0 0,-1 0 0 0 0,1-1 0 0 0,0 1-1 0 0,-1-1 1 0 0,1 1 0 0 0,-1-1-1 0 0,1 1 1 0 0,0-1 0 0 0,-1 1 0 0 0,1-1-1 0 0,0 1 1 0 0,0-1 0 0 0,0 0-1 0 0,-1 1 1 0 0,1-1 0 0 0,0 1 0 0 0,0-1-1 0 0,0 0 1 0 0,0 1 0 0 0,0-1-1 0 0,0 1 1 0 0,0-1 0 0 0,0 0 0 0 0,0 1-1 0 0,0-1 1 0 0,0 1 0 0 0,1-1-1 0 0,-1 0 1 0 0,0 1 0 0 0,0-1 0 0 0,1 0-1 0 0,22-19 2427 0 0,-14 15-2337 0 0,0 1 1 0 0,0 0-1 0 0,0 0 0 0 0,15-3 0 0 0,-22 6-257 0 0,0 1 0 0 0,0-1 0 0 0,1 1 0 0 0,-1-1 0 0 0,0 1 0 0 0,0 0 0 0 0,1 0 0 0 0,-1 0 0 0 0,0 1 0 0 0,0-1 0 0 0,0 0 0 0 0,1 1 0 0 0,-1-1 0 0 0,0 1 0 0 0,0 0 0 0 0,0 0 0 0 0,0 0 0 0 0,0 0 0 0 0,0 0 0 0 0,0 0 0 0 0,0 0 0 0 0,3 4 0 0 0,-4-3-25 0 0,0-1 0 0 0,-1 1 1 0 0,1 1-1 0 0,-1-1 0 0 0,1 0 0 0 0,-1 0 0 0 0,0 0 0 0 0,0 0 0 0 0,1 0 0 0 0,-2 0 0 0 0,1 0 0 0 0,0 0 1 0 0,0 0-1 0 0,-1 0 0 0 0,1 1 0 0 0,-1-1 0 0 0,0 0 0 0 0,1 0 0 0 0,-1-1 0 0 0,0 1 0 0 0,0 0 0 0 0,0 0 1 0 0,0 0-1 0 0,-3 2 0 0 0,-68 87-912 0 0,78-95 1055 0 0,2 0-1 0 0,-1 0 1 0 0,0 1-1 0 0,1 0 1 0 0,-1 0-1 0 0,1 1 1 0 0,0 0-1 0 0,0 0 1 0 0,0 1-1 0 0,0 0 1 0 0,0 0-1 0 0,0 1 1 0 0,1 0-1 0 0,-1 1 1 0 0,0-1-1 0 0,0 1 1 0 0,0 1-1 0 0,0 0 1 0 0,12 4-1 0 0,-19-5-125 0 0,1 0-1 0 0,-1 0 0 0 0,0-1 1 0 0,1 1-1 0 0,-1 0 1 0 0,0 0-1 0 0,0 1 1 0 0,0-1-1 0 0,0 0 0 0 0,0 0 1 0 0,0 0-1 0 0,0 1 1 0 0,0-1-1 0 0,0 0 0 0 0,-1 1 1 0 0,1-1-1 0 0,-1 1 1 0 0,1-1-1 0 0,-1 1 0 0 0,1-1 1 0 0,-1 1-1 0 0,1 2 1 0 0,-1 0 3 0 0,-1 0 1 0 0,1 0-1 0 0,-1-1 0 0 0,1 1 1 0 0,-1 0-1 0 0,0-1 1 0 0,-1 1-1 0 0,1 0 0 0 0,-3 4 1 0 0,-2 3-187 0 0,0-1 0 0 0,-1 1 0 0 0,-1-1 0 0 0,-15 16 0 0 0,13-14-515 0 0,-24 21-885 0 0,13-23-3782 0 0,26-25-971 0 0,-2 3 3726 0 0,5 1 32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53.4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61 2809 0 0,'0'0'193'0'0,"-1"0"0"0"0,1 0 1 0 0,-1-1-1 0 0,1 1 1 0 0,-1 0-1 0 0,1 0 1 0 0,-1 0-1 0 0,1 0 1 0 0,-1-1-1 0 0,1 1 0 0 0,0 0 1 0 0,-1 0-1 0 0,1-1 1 0 0,-1 1-1 0 0,1 0 1 0 0,-1-1-1 0 0,1 1 1 0 0,0 0-1 0 0,-1-1 0 0 0,1 1 1 0 0,0-1-1 0 0,0 1 1 0 0,-1 0-1 0 0,1-1 1 0 0,0 1-1 0 0,0-1 0 0 0,0 1 1 0 0,-1-1-1 0 0,1 1 1 0 0,0-1-1 0 0,0 1 1 0 0,0-1-1 0 0,0 1 1 0 0,0-1-1 0 0,0 1 0 0 0,0-1 1 0 0,0 1-1 0 0,0-1 1 0 0,0 0-1 0 0,0 1 1 0 0,0-1-1 0 0,1 1 1 0 0,-1 0-1 0 0,0-1 0 0 0,0 1 1 0 0,0-1-1 0 0,1 0 1 0 0,30-16 2743 0 0,45-2-1552 0 0,-67 17-1384 0 0,-5 1 203 0 0,0 0-1 0 0,0 0 1 0 0,0 1 0 0 0,0 0 0 0 0,0 0 0 0 0,0 0-1 0 0,8 1 1 0 0,-11-1-144 0 0,0 1 0 0 0,0-1 0 0 0,0 1 0 0 0,0-1 0 0 0,0 1 0 0 0,0 0 0 0 0,0 0 1 0 0,0 0-1 0 0,-1-1 0 0 0,1 1 0 0 0,0 0 0 0 0,0 0 0 0 0,-1 0 0 0 0,1 0 0 0 0,0 0 0 0 0,-1 0 0 0 0,1 0 0 0 0,-1 1 0 0 0,1-1 0 0 0,-1 0 0 0 0,0 0 0 0 0,0 0 0 0 0,1 0 0 0 0,-1 1 0 0 0,0-1 0 0 0,0 0 0 0 0,0 0 0 0 0,0 0 0 0 0,0 1 0 0 0,-1 0 0 0 0,2 17-44 0 0,1-1 0 0 0,1 0-1 0 0,6 22 1 0 0,6 41 17 0 0,-12-51 14 0 0,1 52 257 0 0,-4-78-291 0 0,0 0 1 0 0,0 0-1 0 0,-1-1 0 0 0,1 1 0 0 0,-1 0 0 0 0,0-1 0 0 0,0 1 1 0 0,-1 0-1 0 0,1-1 0 0 0,-1 0 0 0 0,1 1 0 0 0,-1-1 1 0 0,0 0-1 0 0,-1 0 0 0 0,1 0 0 0 0,0 0 0 0 0,-5 4 0 0 0,-18 4 360 0 0,8-5-1916 0 0,2 7-4791 0 0,5-10 1051 0 0,6-3 3534 0 0,-1 3-2795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8:58.9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65 608 0 0,'0'0'289'0'0,"-1"0"-1"0"0,1 1 1 0 0,0-1-1 0 0,-1 0 1 0 0,1 0-1 0 0,-1 1 1 0 0,1-1-1 0 0,-1 0 1 0 0,1 0-1 0 0,-1 0 1 0 0,1 0-1 0 0,-1 1 1 0 0,1-1-1 0 0,-1 0 1 0 0,1 0-1 0 0,-1 0 1 0 0,1 0-1 0 0,-1 0 1 0 0,1 0-1 0 0,-1-1 1 0 0,1 1-1 0 0,-1 0 1 0 0,1 0-1 0 0,-1 0 1 0 0,1 0-1 0 0,-1-1 0 0 0,1 1 1 0 0,-1 0-1 0 0,1 0 1 0 0,-1-1-1 0 0,1 1 1 0 0,0 0-1 0 0,-1-1 1 0 0,1 1-1 0 0,0 0 1 0 0,-1-1-1 0 0,1 1 1 0 0,0-1-1 0 0,-1 1 1 0 0,1 0-1 0 0,0-1 1 0 0,0 1-1 0 0,-1-1 1 0 0,1 1-1 0 0,0-1 1 0 0,0 0-1 0 0,-1 0-129 0 0,1 0 0 0 0,0 0 0 0 0,-1 0 0 0 0,1 0-1 0 0,0 0 1 0 0,0 0 0 0 0,0 0 0 0 0,0 0 0 0 0,0 0 0 0 0,0 0-1 0 0,0 0 1 0 0,0 0 0 0 0,0 0 0 0 0,0 0 0 0 0,1 0-1 0 0,-1 0 1 0 0,0 1 0 0 0,1-1 0 0 0,-1 0 0 0 0,1 0-1 0 0,-1 0 1 0 0,1 0 0 0 0,-1 0 0 0 0,1 1 0 0 0,-1-1-1 0 0,1 0 1 0 0,0 1 0 0 0,-1-1 0 0 0,1 0 0 0 0,0 1 0 0 0,0-1-1 0 0,1 0 1 0 0,4-3-14 0 0,1 0 0 0 0,0 1 1 0 0,-1 0-1 0 0,1 0 0 0 0,1 0 0 0 0,-1 1 0 0 0,0 0 0 0 0,0 1 0 0 0,1-1 0 0 0,13 1 0 0 0,-20 2-127 0 0,0 0 0 0 0,0-1 0 0 0,0 1 0 0 0,0 0-1 0 0,0 1 1 0 0,0-1 0 0 0,0 0 0 0 0,0 0-1 0 0,0 0 1 0 0,0 1 0 0 0,-1-1 0 0 0,1 0-1 0 0,0 1 1 0 0,-1-1 0 0 0,1 0 0 0 0,-1 1-1 0 0,0-1 1 0 0,1 1 0 0 0,-1-1 0 0 0,0 1 0 0 0,0-1-1 0 0,0 1 1 0 0,0-1 0 0 0,0 1 0 0 0,-1 1-1 0 0,-3 43 50 0 0,3-42-75 0 0,-2 12 6 0 0,-1 0 1 0 0,0-1-1 0 0,-1 1 1 0 0,-1-1-1 0 0,0 0 1 0 0,-1 0-1 0 0,-1-1 1 0 0,0 0 0 0 0,-1-1-1 0 0,-21 26 1 0 0,36-43 263 0 0,0 0 1 0 0,0 1 0 0 0,0-1-1 0 0,0 1 1 0 0,0 1 0 0 0,1-1 0 0 0,-1 1-1 0 0,1 0 1 0 0,9-1 0 0 0,12-1-2246 0 0,-4 2-3859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00.1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37 4641 0 0,'0'-2'510'0'0,"1"1"-1"0"0,-1 0 1 0 0,1 0 0 0 0,0-1 0 0 0,-1 1-1 0 0,1 0 1 0 0,0 0 0 0 0,0 0 0 0 0,0 0-1 0 0,0 0 1 0 0,0 0 0 0 0,0 0 0 0 0,0 0-1 0 0,0 0 1 0 0,0 0 0 0 0,3 0 0 0 0,27-10 3292 0 0,30 5-869 0 0,-57 6-2978 0 0,0 0 1 0 0,0 1 0 0 0,0-1 0 0 0,0 1-1 0 0,0 0 1 0 0,0 0 0 0 0,0 0 0 0 0,0 1-1 0 0,0-1 1 0 0,-1 1 0 0 0,1 0 0 0 0,-1 0-1 0 0,1 0 1 0 0,5 5 0 0 0,-8-6-141 0 0,-1 0 1 0 0,1 0 0 0 0,0 0 0 0 0,0 0-1 0 0,-1 0 1 0 0,1 0 0 0 0,-1 1 0 0 0,1-1-1 0 0,-1 0 1 0 0,1 0 0 0 0,-1 0-1 0 0,0 1 1 0 0,1-1 0 0 0,-1 0 0 0 0,0 0-1 0 0,0 1 1 0 0,0-1 0 0 0,0 0 0 0 0,0 2-1 0 0,-1 0-199 0 0,0-1-1 0 0,0 1 0 0 0,0-1 1 0 0,0 1-1 0 0,0-1 0 0 0,-1 0 1 0 0,1 1-1 0 0,-1-1 0 0 0,1 0 1 0 0,-1 0-1 0 0,0 0 0 0 0,-4 3 1 0 0,3-2-202 0 0,0-1 0 0 0,0 0 0 0 0,0 1 0 0 0,-1-1 0 0 0,1-1 1 0 0,-1 1-1 0 0,0 0 0 0 0,-7 1 0 0 0,-17-3 1387 0 0,53 7 6038 0 0,-21-6-6553 0 0,0 0 0 0 0,0 0 0 0 0,0 0-1 0 0,0 0 1 0 0,0-1 0 0 0,0 0-1 0 0,1 0 1 0 0,-1 0 0 0 0,0-1 0 0 0,0 1-1 0 0,0-1 1 0 0,0 0 0 0 0,0 0-1 0 0,6-3 1 0 0,-10 4-273 0 0,0 0 1 0 0,0 0-1 0 0,0-1 0 0 0,0 1 1 0 0,0 0-1 0 0,0-1 1 0 0,0 1-1 0 0,0 0 0 0 0,0-1 1 0 0,0 1-1 0 0,0 0 0 0 0,0 0 1 0 0,0-1-1 0 0,-1 1 0 0 0,1 0 1 0 0,0-1-1 0 0,0 1 0 0 0,0 0 1 0 0,0 0-1 0 0,0-1 1 0 0,-1 1-1 0 0,1 0 0 0 0,0 0 1 0 0,0-1-1 0 0,-1 1 0 0 0,1 0 1 0 0,0 0-1 0 0,0 0 0 0 0,-1-1 1 0 0,1 1-1 0 0,0 0 0 0 0,0 0 1 0 0,-1 0-1 0 0,1 0 1 0 0,0 0-1 0 0,-1 0 0 0 0,1 0 1 0 0,0 0-1 0 0,0 0 0 0 0,-1 0 1 0 0,1 0-1 0 0,0 0 0 0 0,-1 0 1 0 0,1 0-1 0 0,0 0 0 0 0,-1 0 1 0 0,1 0-1 0 0,0 0 1 0 0,0 0-1 0 0,-1 0 0 0 0,-19-3-86 0 0,14 5 24 0 0,-1 0 0 0 0,1 1 1 0 0,0-1-1 0 0,0 1 0 0 0,0 1 0 0 0,1-1 0 0 0,-1 1 0 0 0,1 0 1 0 0,0 0-1 0 0,0 1 0 0 0,0 0 0 0 0,1 0 0 0 0,-1 0 0 0 0,1 0 1 0 0,0 0-1 0 0,1 1 0 0 0,-1 0 0 0 0,1 0 0 0 0,0 0 0 0 0,1 0 0 0 0,-1 0 1 0 0,1 1-1 0 0,-1 8 0 0 0,3-14 56 0 0,-1 0 0 0 0,1 0 0 0 0,0 0 0 0 0,1 0 0 0 0,-1 0 0 0 0,0 0 1 0 0,0 0-1 0 0,0-1 0 0 0,0 1 0 0 0,1 0 0 0 0,-1 0 0 0 0,0 0 0 0 0,1 0 0 0 0,-1 0 0 0 0,1-1 0 0 0,-1 1 0 0 0,1 0 0 0 0,-1 0 1 0 0,1-1-1 0 0,0 1 0 0 0,-1 0 0 0 0,1-1 0 0 0,0 1 0 0 0,0 0 0 0 0,-1-1 0 0 0,1 1 0 0 0,0-1 0 0 0,0 0 0 0 0,0 1 0 0 0,-1-1 1 0 0,1 0-1 0 0,0 1 0 0 0,0-1 0 0 0,0 0 0 0 0,0 0 0 0 0,0 0 0 0 0,0 0 0 0 0,0 0 0 0 0,0 0 0 0 0,0 0 0 0 0,0 0 1 0 0,0 0-1 0 0,-1 0 0 0 0,1 0 0 0 0,0 0 0 0 0,0-1 0 0 0,0 1 0 0 0,1-1 0 0 0,55-23 642 0 0,-36 14-273 0 0,-20 9-343 0 0,0 1 0 0 0,0 0-1 0 0,-1-1 1 0 0,1 1 0 0 0,0 0 0 0 0,0 0 0 0 0,0 0-1 0 0,0 0 1 0 0,0 0 0 0 0,0 0 0 0 0,-1 0-1 0 0,1 0 1 0 0,0 0 0 0 0,0 0 0 0 0,0 0-1 0 0,0 1 1 0 0,0-1 0 0 0,-1 0 0 0 0,1 1-1 0 0,0-1 1 0 0,0 0 0 0 0,0 1 0 0 0,-1-1-1 0 0,1 1 1 0 0,0-1 0 0 0,-1 1 0 0 0,1 0-1 0 0,0-1 1 0 0,-1 1 0 0 0,1 0 0 0 0,-1-1-1 0 0,1 2 1 0 0,1 1 16 0 0,-1 0 0 0 0,0 0 0 0 0,0 0 0 0 0,-1 0 0 0 0,1 0 0 0 0,-1 0 0 0 0,1 0 0 0 0,-1 1 0 0 0,0 4 0 0 0,-1 4-559 0 0,0 0 1 0 0,-1 0 0 0 0,0 0-1 0 0,-4 13 1 0 0,4-22 1 0 0,1-1 0 0 0,0 1 0 0 0,-1 0 0 0 0,0-1 0 0 0,1 1 0 0 0,-1-1 0 0 0,0 0 0 0 0,0 0 0 0 0,-1 0 0 0 0,1 0 0 0 0,0 0 0 0 0,-1 0 0 0 0,1 0 0 0 0,-1-1 0 0 0,1 1 0 0 0,-1-1 0 0 0,0 0 0 0 0,0 0 0 0 0,1 0 0 0 0,-1 0 0 0 0,0 0 0 0 0,0 0 0 0 0,0-1 0 0 0,-6 1 0 0 0,-18-4 691 0 0,3-10 6094 0 0,24 13-6204 0 0,0 0-1 0 0,0 0 1 0 0,0 0-1 0 0,0 0 1 0 0,0 0-1 0 0,-1 0 1 0 0,1 0-1 0 0,0 0 1 0 0,0 0 0 0 0,0 0-1 0 0,0 0 1 0 0,0 0-1 0 0,0-1 1 0 0,-1 1-1 0 0,1 0 1 0 0,0 0-1 0 0,0 0 1 0 0,0 0-1 0 0,0 0 1 0 0,0 0 0 0 0,0-1-1 0 0,0 1 1 0 0,0 0-1 0 0,0 0 1 0 0,0 0-1 0 0,0 0 1 0 0,0 0-1 0 0,0-1 1 0 0,0 1-1 0 0,0 0 1 0 0,0 0 0 0 0,0 0-1 0 0,0 0 1 0 0,0 0-1 0 0,0-1 1 0 0,0 1-1 0 0,0 0 1 0 0,0 0-1 0 0,0 0 1 0 0,0 0 0 0 0,0 0-1 0 0,0-1 1 0 0,0 1-1 0 0,0 0 1 0 0,0 0-1 0 0,0 0 1 0 0,1 0-1 0 0,-1 0 1 0 0,0 0-1 0 0,0 0 1 0 0,0-1 0 0 0,0 1-1 0 0,0 0 1 0 0,0 0-1 0 0,1 0 1 0 0,-1 0-1 0 0,0 0 1 0 0,0 0-1 0 0,15-3 1674 0 0,15 3-169 0 0,-3 1-963 0 0,0-1 1 0 0,53-8-1 0 0,-53 5-2182 0 0,-26 3 1334 0 0,-1 0 1 0 0,0 0 0 0 0,1 0-1 0 0,-1 0 1 0 0,0 0-1 0 0,1 0 1 0 0,-1 0 0 0 0,0 0-1 0 0,1 0 1 0 0,-1-1 0 0 0,0 1-1 0 0,1 0 1 0 0,-1 0-1 0 0,0 0 1 0 0,1-1 0 0 0,-1 1-1 0 0,0 0 1 0 0,1-1-701 0 0,-1 1 701 0 0,1-1 0 0 0,-1 1-1 0 0,0 0 1 0 0,0-1 0 0 0,0 1-1 0 0,0 0 1 0 0,0-1-1 0 0,0 1 1 0 0,1 0 0 0 0,-1-1-1 0 0,0 1 1 0 0,0 0 0 0 0,0-1-1 0 0,0 1 1 0 0,0-1-1 0 0,0 1 1 0 0,0 0 0 0 0,0-1-1 0 0,0 1 1 0 0,-1 0 0 0 0,1-1-1 0 0,0 1 1 0 0,0 0-1 0 0,0-1 1 0 0,0 1 0 0 0,0 0-1 0 0,-1-1 1 0 0,1 1 0 0 0,0 0-1 0 0,0-1 1 0 0,-1 1-1 0 0,1 0 1 0 0,-1-2-31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0.6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38 4809 0 0,'-10'14'9693'0'0,"33"-29"-7386"0"0,3-1-1215 0 0,18 0 233 0 0,-42 15-1279 0 0,0 0-1 0 0,0 0 1 0 0,0 1 0 0 0,0-1 0 0 0,0 1-1 0 0,0 0 1 0 0,1 0 0 0 0,-1-1 0 0 0,0 1-1 0 0,0 1 1 0 0,1-1 0 0 0,-1 0 0 0 0,0 0-1 0 0,0 1 1 0 0,0-1 0 0 0,0 1-1 0 0,0 0 1 0 0,3 1 0 0 0,-4-1-16 0 0,-1 0 0 0 0,0 0 0 0 0,1 1 0 0 0,-1-1 0 0 0,0 0 0 0 0,1 0 0 0 0,-1 1 0 0 0,0-1 0 0 0,0 0 0 0 0,0 0 0 0 0,0 1 0 0 0,0-1 0 0 0,0 0 0 0 0,-1 0 0 0 0,1 1 0 0 0,0-1 0 0 0,-1 0 0 0 0,1 0 0 0 0,-1 0 0 0 0,1 0 0 0 0,-1 1 0 0 0,1-1 0 0 0,-1 0 1 0 0,-1 1-1 0 0,-22 34 13 0 0,18-27-22 0 0,-24 32-259 0 0,-13 21-2984 0 0,73-112-843 0 0,-21 37 4359 0 0,0 0 1 0 0,2 1 0 0 0,19-20-1 0 0,-25 33 251 0 0,0-1 0 0 0,-1 1 0 0 0,1 0 0 0 0,0 0 1 0 0,-1 1-1 0 0,1-1 0 0 0,-1 1 0 0 0,0 0 0 0 0,8 5 0 0 0,6 1-164 0 0,22 3-27 0 0,-25-7-3692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1.0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0 1384 0 0,'-1'1'454'0'0,"0"-1"-1"0"0,0 1 1 0 0,0-1-1 0 0,0 1 1 0 0,0-1-1 0 0,0 1 1 0 0,1 0-1 0 0,-1-1 1 0 0,0 1-1 0 0,0 0 1 0 0,1 0 0 0 0,-1 0-1 0 0,1-1 1 0 0,-1 1-1 0 0,1 0 1 0 0,-1 0-1 0 0,1 0 1 0 0,-1 0-1 0 0,1 0 1 0 0,0 0-1 0 0,-1 0 1 0 0,1 2-1 0 0,3 23 4029 0 0,-2-23-4553 0 0,0 1-1 0 0,0-1 1 0 0,-1 0-1 0 0,1 1 0 0 0,-1-1 1 0 0,0 1-1 0 0,0-1 1 0 0,0 0-1 0 0,0 1 1 0 0,-2 4-1 0 0,-6 13-3363 0 0,-5 17-6890 0 0,12-33 8671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1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97 2665 0 0,'-38'7'7967'0'0,"25"-4"-2382"0"0,34-15-2645 0 0,8-3-1943 0 0,0 2-1 0 0,48-14 0 0 0,18 5-4469 0 0,-86 19 1032 0 0,-8 3 2107 0 0,3-6-4676 0 0,-4 6 4676 0 0,0-1 0 0 0,0 1 0 0 0,0-1 0 0 0,0 1 1 0 0,0-1-1 0 0,0 1 0 0 0,0-1 0 0 0,0 1 0 0 0,0-1 0 0 0,0 1 0 0 0,0 0 0 0 0,0-1 0 0 0,0 1 0 0 0,-1-1 0 0 0,1 1 0 0 0,0-1 0 0 0,-1 0 0 0 0</inkml:trace>
  <inkml:trace contextRef="#ctx0" brushRef="#br0" timeOffset="1">141 100 1968 0 0,'-4'3'664'0'0,"0"0"0"0"0,1 1 0 0 0,-1-1 1 0 0,1 1-1 0 0,0 0 0 0 0,0 0 0 0 0,0 1 0 0 0,0-1 0 0 0,1 0 0 0 0,0 1 0 0 0,0-1 0 0 0,-3 8 0 0 0,5-10-600 0 0,0-1 1 0 0,0 0-1 0 0,-1 1 1 0 0,1-1-1 0 0,0 0 1 0 0,0 1 0 0 0,0-1-1 0 0,1 0 1 0 0,-1 1-1 0 0,0-1 1 0 0,0 0-1 0 0,1 1 1 0 0,-1-1-1 0 0,1 0 1 0 0,-1 0-1 0 0,1 1 1 0 0,-1-1-1 0 0,1 0 1 0 0,1 2 0 0 0,0-2-45 0 0,0 1 1 0 0,-1-1-1 0 0,1 0 1 0 0,0 1-1 0 0,0-1 1 0 0,0 0-1 0 0,0 0 1 0 0,0 0-1 0 0,1-1 1 0 0,-1 1-1 0 0,0 0 1 0 0,0-1-1 0 0,0 0 1 0 0,1 1-1 0 0,3-1 1 0 0,7 1 55 0 0,1-1 1 0 0,0-1-1 0 0,16-2 0 0 0,-26 3 14 0 0,0 0 0 0 0,0-1 0 0 0,0 0 0 0 0,-1 0 0 0 0,1 0 1 0 0,0 0-1 0 0,-1-1 0 0 0,1 1 0 0 0,-1-1 0 0 0,1 0 0 0 0,-1 0 0 0 0,0 0 0 0 0,0 0 0 0 0,0-1 0 0 0,0 0 0 0 0,3-3 0 0 0,-5 5-14 0 0,-1-1 0 0 0,1 1 0 0 0,0-1 0 0 0,-1 0-1 0 0,0 1 1 0 0,1-1 0 0 0,-1 0 0 0 0,0 0 0 0 0,0 1-1 0 0,0-1 1 0 0,0 0 0 0 0,0 1 0 0 0,-1-1 0 0 0,1 0-1 0 0,0 1 1 0 0,-1-1 0 0 0,1 0 0 0 0,-1 1 0 0 0,0-1-1 0 0,1 1 1 0 0,-1-1 0 0 0,0 1 0 0 0,0-1 0 0 0,0 1-1 0 0,0-1 1 0 0,0 1 0 0 0,0 0 0 0 0,0 0 0 0 0,-1-1-1 0 0,1 1 1 0 0,0 0 0 0 0,-1 0 0 0 0,1 1 0 0 0,-4-3-1 0 0,2 1-135 0 0,0 0 0 0 0,0 0 0 0 0,0 0 0 0 0,-1 1 0 0 0,1-1 0 0 0,0 1 0 0 0,-1 0-1 0 0,1 0 1 0 0,-1 0 0 0 0,0 1 0 0 0,1-1 0 0 0,-1 1 0 0 0,0-1 0 0 0,1 1-1 0 0,-8 1 1 0 0,3 2-664 0 0,0 1 0 0 0,0-1 0 0 0,1 2 0 0 0,0-1-1 0 0,-1 1 1 0 0,2 0 0 0 0,-10 8 0 0 0,-20 24-7115 0 0,32-31 5940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1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3281 0 0,'7'-7'7278'0'0,"30"-11"-4359"0"0,-16 9-1776 0 0,-14 6-853 0 0,0 0 0 0 0,0 0 0 0 0,0 0 0 0 0,1 1-1 0 0,-1 0 1 0 0,12-1 0 0 0,-17 8 444 0 0,-10 8-483 0 0,-10 10-253 0 0,6-11-198 0 0,-24 28-359 0 0,34-38 537 0 0,1 0 0 0 0,-1 0 0 0 0,1 0 1 0 0,0 0-1 0 0,-1 1 0 0 0,1-1 0 0 0,0 0 1 0 0,1 1-1 0 0,-1-1 0 0 0,0 1 0 0 0,1-1 0 0 0,-1 1 1 0 0,1-1-1 0 0,0 1 0 0 0,0 0 0 0 0,0 3 1 0 0,0-5 26 0 0,1 0 1 0 0,-1-1 0 0 0,1 1 0 0 0,-1 0 0 0 0,1 0 0 0 0,0 0 0 0 0,-1 0 0 0 0,1-1 0 0 0,0 1 0 0 0,0 0 0 0 0,0-1 0 0 0,-1 1 0 0 0,1-1-1 0 0,0 1 1 0 0,0-1 0 0 0,0 1 0 0 0,0-1 0 0 0,0 1 0 0 0,0-1 0 0 0,0 0 0 0 0,0 0 0 0 0,0 1 0 0 0,0-1 0 0 0,0 0 0 0 0,0 0 0 0 0,0 0 0 0 0,0 0-1 0 0,0 0 1 0 0,0-1 0 0 0,0 1 0 0 0,0 0 0 0 0,2-1 0 0 0,39-9 773 0 0,-35 8-604 0 0,60-22 1231 0 0,-47 16-1244 0 0,0 1 0 0 0,37-9-1 0 0,-78 31-12382 0 0,9-15 9314 0 0,2 3-485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2.2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26 5673 0 0,'-11'36'8173'0'0,"5"8"-4111"0"0,4-34-4273 0 0,2 0-1 0 0,0 0 0 0 0,0 0 0 0 0,0 0 1 0 0,2-1-1 0 0,1 13 0 0 0,-3-22 40 0 0,0 1 0 0 0,1-1 0 0 0,-1 0 0 0 0,0 1 0 0 0,0-1 0 0 0,0 0 0 0 0,0 1 0 0 0,0-1-1 0 0,0 0 1 0 0,1 1 0 0 0,-1-1 0 0 0,0 0 0 0 0,0 1 0 0 0,0-1 0 0 0,1 0 0 0 0,-1 1 0 0 0,0-1 0 0 0,0 0 0 0 0,1 0 0 0 0,-1 1 0 0 0,0-1 0 0 0,1 0-1 0 0,-1 0 1 0 0,0 0 0 0 0,1 0 0 0 0,-1 1 0 0 0,0-1 0 0 0,1 0 0 0 0,-1 0 0 0 0,1 0 0 0 0,-1 0 0 0 0,0 0 0 0 0,1 0 0 0 0,-1 0 0 0 0,0 0-1 0 0,1 0 1 0 0,-1 0 0 0 0,1 0 0 0 0,-1 0 0 0 0,0 0 0 0 0,1 0 0 0 0,-1 0 0 0 0,0 0 0 0 0,1-1 0 0 0,-1 1 0 0 0,0 0 0 0 0,1 0 0 0 0,-1 0-1 0 0,0-1 1 0 0,1 1 0 0 0,-1 0 0 0 0,0 0 0 0 0,0-1 0 0 0,1 1 0 0 0,-1 0 0 0 0,0-1 0 0 0,0 1 0 0 0,1 0 0 0 0,-1 0 0 0 0,0-1 0 0 0,0 1-1 0 0,0-1 1 0 0,0 1 0 0 0,0 0 0 0 0,0-1 0 0 0,1 1 0 0 0,-1 0 0 0 0,0-1 0 0 0,3-5-3253 0 0</inkml:trace>
  <inkml:trace contextRef="#ctx0" brushRef="#br0" timeOffset="1">97 1 4209 0 0,'-7'41'7571'0'0,"6"2"-4291"0"0,2-34-3605 0 0,-1 0-1 0 0,0 0 0 0 0,-1 1 1 0 0,1-1-1 0 0,-2 0 0 0 0,1 0 1 0 0,-2 0-1 0 0,-4 14 0 0 0,7-23 109 0 0,-1 1-1 0 0,1-1 0 0 0,-1 0 0 0 0,1 0 1 0 0,0 0-1 0 0,-1 1 0 0 0,1-1 1 0 0,0 0-1 0 0,-1 0 0 0 0,1 0 1 0 0,-1 0-1 0 0,1 0 0 0 0,0 0 0 0 0,-1 0 1 0 0,1 0-1 0 0,-1 0 0 0 0,1 0 1 0 0,0 0-1 0 0,-1 0 0 0 0,1 0 1 0 0,-1-1-1 0 0,1 1 0 0 0,0 0 0 0 0,-1 0 1 0 0,1 0-1 0 0,0 0 0 0 0,-1-1 1 0 0,1 1-1 0 0,0 0 0 0 0,-1 0 1 0 0,1-1-1 0 0,0 1 0 0 0,-1-1 0 0 0,-1 0-703 0 0,-3-2-2085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2.7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59 4585 0 0,'-25'24'9616'0'0,"27"-17"-6235"0"0,17-9-1244 0 0,9-6-974 0 0,0-1-1 0 0,44-22 1 0 0,25-8-2601 0 0,-75 38-1211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3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45 400 0 0,'-4'-15'2375'0'0,"-2"-11"1679"0"0,1 23-1205 0 0,-3 13 741 0 0,8-9-3480 0 0,0 0-1 0 0,0 1 1 0 0,0-1-1 0 0,1 0 1 0 0,-1 0 0 0 0,0 0-1 0 0,0 0 1 0 0,1 0-1 0 0,-1 0 1 0 0,1 0-1 0 0,-1 0 1 0 0,1 0-1 0 0,0 0 1 0 0,-1 0 0 0 0,1 0-1 0 0,0 0 1 0 0,-1-1-1 0 0,1 1 1 0 0,0 0-1 0 0,0 0 1 0 0,0-1 0 0 0,0 1-1 0 0,1 0 1 0 0,27 21 16 0 0,-24-19 83 0 0,14 10-288 0 0,-8-6-220 0 0,0 1 0 0 0,-1 0 0 0 0,12 11 0 0 0,-18-14-1018 0 0,0-1 0 0 0,-1 0 1 0 0,0 1-1 0 0,0 0 1 0 0,0 0-1 0 0,3 7 0 0 0,-1-1-2648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4.0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40 3945 0 0,'-25'4'7642'0'0,"38"-10"-3816"0"0,47-14-1922 0 0,-55 19-1704 0 0,7-3 6 0 0,-7 2-86 0 0,1 0-1 0 0,-1 0 1 0 0,1 0-1 0 0,-1 1 0 0 0,1 0 1 0 0,-1 0-1 0 0,1 0 1 0 0,0 1-1 0 0,10 0 0 0 0,-16 1-76 0 0,1 0 0 0 0,-1-1-1 0 0,1 1 1 0 0,-1 0 0 0 0,1 0-1 0 0,-1 0 1 0 0,0-1-1 0 0,1 1 1 0 0,-1 0 0 0 0,0 0-1 0 0,0 0 1 0 0,0 0 0 0 0,1-1-1 0 0,-1 1 1 0 0,0 0 0 0 0,0 0-1 0 0,0 0 1 0 0,-1 0-1 0 0,1 0 1 0 0,0 0 0 0 0,0-1-1 0 0,0 1 1 0 0,-1 0 0 0 0,1 0-1 0 0,0 0 1 0 0,-1 0-1 0 0,0 0 1 0 0,-10 28 89 0 0,11-27-107 0 0,-20 40-219 0 0,7-17-522 0 0,-14 42 0 0 0,25-60-36 0 0,0-1 0 0 0,1 1 0 0 0,0 0 0 0 0,0-1 0 0 0,0 1 0 0 0,1 12 0 0 0,0-19 618 0 0,0 0 1 0 0,0-1-1 0 0,1 1 1 0 0,-1 0-1 0 0,0 0 1 0 0,0 0 0 0 0,1-1-1068 0 0,-1 0 1067 0 0,1 1 1 0 0,-1 0-1 0 0,0 0 1 0 0,0 0 0 0 0,0 0-1 0 0,1 0 1 0 0,-1 0-1 0 0,0 0 1 0 0,0 0 0 0 0,0 0-1 0 0,1 0 1 0 0,-1 0-1 0 0,0 0 1 0 0,0 0-1 0 0,0 0 1 0 0,1 0 0 0 0,-1 0-1 0 0,0 0 1 0 0,0 0-1 0 0,0 0 1 0 0,1 1-1 0 0,-1-1 1 0 0,0 0 0 0 0,0 0-1 0 0,0 0 1 0 0,0 0-1 0 0,2 1-1067 0 0,-2 0 1068 0 0,0-1 0 0 0,0 0-1 0 0,0 0 1 0 0,0 0-1 0 0,0 1 1 0 0,0-1 0 0 0,0 0-1 0 0,0 0 1 0 0,0 0-1 0 0,0 1 1 0 0,0-1-1 0 0,0 0 1 0 0,5-6-3372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4.7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0 6121 0 0,'2'15'7777'0'0,"-5"23"-6669"0"0,1-21-339 0 0,1-4-531 0 0,-1 96 1504 0 0,3-97-2047 0 0,0 0 0 0 0,0 1-1 0 0,2-1 1 0 0,-1 0 0 0 0,2 0-1 0 0,7 19 1 0 0,-11-31 176 0 0,0 1-1 0 0,0-1 1 0 0,0 0 0 0 0,0 1-1 0 0,0-1 1 0 0,0 1 0 0 0,0-1 0 0 0,0 0-1 0 0,0 1 1 0 0,0-1 0 0 0,0 0-1 0 0,0 1 1 0 0,1-1 0 0 0,-1 0-1 0 0,0 1 1 0 0,0-1 0 0 0,0 0 0 0 0,1 1-1 0 0,-1-1 1 0 0,0 0 0 0 0,0 1-1 0 0,1-1 1 0 0,-1 0 0 0 0,0 0-1 0 0,1 0 1 0 0,-1 1 0 0 0,0-1 0 0 0,0 0-1 0 0,1 0 1 0 0,-1 0 0 0 0,1 1-1 0 0,-1-1 1 0 0,0 0 0 0 0,1 0-1 0 0,-1 0 1 0 0,0 0 0 0 0,1 0-1 0 0,-1 0 1 0 0,1 0 0 0 0,0-18-3172 0 0,-6-27 710 0 0,-4 19 2354 0 0,-6-24 1668 0 0,16 24 3074 0 0,10 21-570 0 0,22 5-2546 0 0,-19 0-1076 0 0,-5 0-16 0 0,2-1-819 0 0,1 0-1 0 0,-1-1 1 0 0,21-6 0 0 0,-4-7-4490 0 0,-7-13-3385 0 0,-20 25 8578 0 0,1-1-1 0 0,0 1 1 0 0,-1-1-1 0 0,0 0 1 0 0,0 1-1 0 0,0-1 0 0 0,1-8 1 0 0,-2 9 824 0 0,-1-1 0 0 0,1 1 0 0 0,0 0 0 0 0,-1-1 0 0 0,0 1 0 0 0,0 0 1 0 0,0-1-1 0 0,0 1 0 0 0,-3-5 0 0 0,5 13-464 0 0,-1 0 1 0 0,0-1-1 0 0,0 1 1 0 0,0 0-1 0 0,0 0 1 0 0,-1 0-1 0 0,-1 9 1 0 0,-1 7-37 0 0,-3 11 3 0 0,4-28-456 0 0,1 1 0 0 0,0 0 0 0 0,0 0 0 0 0,0 0 1 0 0,1 0-1 0 0,-1 0 0 0 0,1-1 0 0 0,0 1 0 0 0,1 0 0 0 0,-1 0 0 0 0,1 0 0 0 0,1 5 1 0 0,-1-9-2 0 0,0 0 0 0 0,0 0 1 0 0,0-1-1 0 0,0 1 0 0 0,1-1 1 0 0,-1 1-1 0 0,0-1 0 0 0,0 1 1 0 0,0-1-1 0 0,0 0 1 0 0,1 1-1 0 0,-1-1 0 0 0,0 0 1 0 0,0 0-1 0 0,0 0 0 0 0,1 0 1 0 0,-1 0-1 0 0,0 0 1 0 0,0 0-1 0 0,0-1 0 0 0,1 1 1 0 0,-1 0-1 0 0,0-1 0 0 0,0 1 1 0 0,0-1-1 0 0,0 1 0 0 0,0-1 1 0 0,2-1-1 0 0,39-19 665 0 0,-37 17-641 0 0,1 1-171 0 0,19-10 348 0 0,-24 12-408 0 0,0 1 1 0 0,0-1 0 0 0,-1 1 0 0 0,1-1-1 0 0,0 1 1 0 0,0 0 0 0 0,0 0 0 0 0,0-1-1 0 0,0 1 1 0 0,0 0 0 0 0,0 0 0 0 0,0 0 0 0 0,0 0-1 0 0,0 0 1 0 0,0 0 0 0 0,0 0 0 0 0,-1 1-1 0 0,1-1 1 0 0,0 0 0 0 0,0 0 0 0 0,0 1-1 0 0,0-1 1 0 0,1 1 0 0 0,-2 0-152 0 0,0 0 0 0 0,0 0 1 0 0,0-1-1 0 0,0 1 0 0 0,-1 0 0 0 0,1 0 1 0 0,0-1-1 0 0,0 1 0 0 0,-1 0 0 0 0,1-1 1 0 0,0 1-1 0 0,-1 0 0 0 0,1-1 0 0 0,-1 1 1 0 0,1-1-1 0 0,-1 1 0 0 0,1-1 0 0 0,-1 1 0 0 0,1-1 1 0 0,-1 1-1 0 0,1-1 0 0 0,-1 1 0 0 0,0-1 1 0 0,1 1-1 0 0,-1-1 0 0 0,0 0 0 0 0,1 0 1 0 0,-1 1-1 0 0,0-1 0 0 0,-1 0 0 0 0,-22 12-4243 0 0,13-7 2245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5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1960 0 0,'2'3'6312'0'0,"10"-3"-3979"0"0,10-2-730 0 0,66-17 2817 0 0,-24 5-3573 0 0,-1 3-5955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5.5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50 280 2441 0 0,'-4'3'858'0'0,"1"1"1"0"0,0-1-1 0 0,-1 1 1 0 0,1 0 0 0 0,1 0-1 0 0,-1 1 1 0 0,-2 5 0 0 0,2-4-480 0 0,0 0 0 0 0,1 1 0 0 0,-1-1 1 0 0,2 1-1 0 0,-3 11 0 0 0,3-16-351 0 0,1 0 0 0 0,0 0 0 0 0,-1-1 0 0 0,1 1 0 0 0,0 0 0 0 0,0 0-1 0 0,0 0 1 0 0,0 0 0 0 0,0-1 0 0 0,0 1 0 0 0,1 0 0 0 0,-1 0 0 0 0,0 0 0 0 0,1-1 0 0 0,0 1 0 0 0,-1 0 0 0 0,1-1 0 0 0,0 1 0 0 0,0 0 0 0 0,0-1-1 0 0,0 1 1 0 0,0-1 0 0 0,0 1 0 0 0,0-1 0 0 0,1 0 0 0 0,-1 0 0 0 0,1 1 0 0 0,-1-1 0 0 0,0 0 0 0 0,1 0 0 0 0,0 0 0 0 0,-1-1 0 0 0,1 1 0 0 0,0 0 0 0 0,-1 0-1 0 0,1-1 1 0 0,0 1 0 0 0,0-1 0 0 0,-1 0 0 0 0,1 1 0 0 0,0-1 0 0 0,0 0 0 0 0,0 0 0 0 0,0 0 0 0 0,-1 0 0 0 0,1-1 0 0 0,0 1 0 0 0,0 0 0 0 0,3-2-1 0 0,1 0 171 0 0,0 0 0 0 0,1-1 0 0 0,-1 0 0 0 0,0 0 1 0 0,-1 0-1 0 0,1-1 0 0 0,0 0 0 0 0,-1 0 0 0 0,0 0 0 0 0,0-1 0 0 0,6-7 0 0 0,-9 10-88 0 0,0-1 0 0 0,0 1 0 0 0,-1 0 1 0 0,1 0-1 0 0,-1-1 0 0 0,0 1 0 0 0,0-1 1 0 0,0 1-1 0 0,0-1 0 0 0,0 0 0 0 0,0 1 1 0 0,-1-1-1 0 0,1-4 0 0 0,-1 6-49 0 0,0-1 1 0 0,0 0-1 0 0,-1 1 0 0 0,1-1 1 0 0,-1 1-1 0 0,1-1 0 0 0,-1 0 0 0 0,1 1 1 0 0,-1-1-1 0 0,0 1 0 0 0,0 0 1 0 0,0-1-1 0 0,0 1 0 0 0,0 0 0 0 0,0-1 1 0 0,0 1-1 0 0,0 0 0 0 0,-1 0 1 0 0,1 0-1 0 0,0 0 0 0 0,-1 0 0 0 0,1 0 1 0 0,-1 0-1 0 0,-1 0 0 0 0,0 0-153 0 0,0-1 0 0 0,-1 1 0 0 0,1 1-1 0 0,0-1 1 0 0,-1 0 0 0 0,1 1 0 0 0,0-1 0 0 0,-1 1 0 0 0,1 0-1 0 0,-1 0 1 0 0,1 1 0 0 0,0-1 0 0 0,-1 1 0 0 0,1 0-1 0 0,0-1 1 0 0,-1 1 0 0 0,1 1 0 0 0,-5 1 0 0 0,-4 3-2359 0 0,1 1 0 0 0,-1-1 0 0 0,-13 13 1 0 0</inkml:trace>
  <inkml:trace contextRef="#ctx0" brushRef="#br0" timeOffset="1">304 1 5793 0 0,'-6'28'10111'0'0,"6"20"-5714"0"0,0-9-3948 0 0,0-7-1974 0 0,-1 14-4537 0 0,-9-19-3986 0 0,7-20 7285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49:15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5737 0 0,'5'0'10833'0'0,"4"-1"-8151"0"0,-6-2-6040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4.0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 4257 0 0,'-1'-5'8061'0'0,"8"25"-6431"0"0,23 343-862 0 0,-29-335-1251 0 0,-1-20 85 0 0,0-1-1 0 0,0 1 0 0 0,1-1 0 0 0,0 1 1 0 0,1 0-1 0 0,-1-1 0 0 0,4 8 1 0 0,1-33-4626 0 0,-3-13 3036 0 0,-3 9 503 0 0,7 4-470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4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1 117 1160 0 0,'0'-3'299'0'0,"0"-1"1"0"0,0 1-1 0 0,0-1 0 0 0,0 1 0 0 0,0 0 0 0 0,1-1 0 0 0,-1 1 1 0 0,1 0-1 0 0,0-1 0 0 0,0 1 0 0 0,0 0 0 0 0,1 0 0 0 0,-1 0 1 0 0,1 0-1 0 0,-1 0 0 0 0,1 0 0 0 0,0 0 0 0 0,0 0 0 0 0,1 1 1 0 0,-1-1-1 0 0,0 1 0 0 0,1 0 0 0 0,0 0 0 0 0,-1 0 0 0 0,1 0 1 0 0,0 0-1 0 0,0 0 0 0 0,0 1 0 0 0,4-2 0 0 0,7-4 325 0 0,0 2 1 0 0,1 0-1 0 0,-1 1 0 0 0,1 0 0 0 0,22-2 0 0 0,-36 6-552 0 0,1-1-1 0 0,0 1 0 0 0,-1 0 0 0 0,1-1 1 0 0,0 1-1 0 0,-1 0 0 0 0,1 0 0 0 0,0 0 1 0 0,0 1-1 0 0,-1-1 0 0 0,1 0 1 0 0,0 1-1 0 0,-1-1 0 0 0,1 1 0 0 0,-1-1 1 0 0,1 1-1 0 0,-1 0 0 0 0,1 0 1 0 0,-1-1-1 0 0,1 1 0 0 0,-1 0 0 0 0,0 1 1 0 0,1-1-1 0 0,-1 0 0 0 0,0 0 0 0 0,2 2 1 0 0,-2 0 42 0 0,0 0 0 0 0,0-1 0 0 0,-1 1 0 0 0,1 0 1 0 0,0 0-1 0 0,-1 0 0 0 0,0 0 0 0 0,0 0 0 0 0,1 0 0 0 0,-2 0 1 0 0,1 0-1 0 0,0-1 0 0 0,-2 7 0 0 0,-2 7 178 0 0,-1 0-1 0 0,-1 1 0 0 0,0-2 1 0 0,-10 17-1 0 0,-3 3 21 0 0,-38 49 0 0 0,-1-10-3094 0 0,74-95-4683 0 0,46-53 534 0 0,-43 58 5057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4.8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10 3169 0 0,'-2'-10'7248'0'0,"6"21"-4427"0"0,4 25-1404 0 0,-9-4-934 0 0,-1-26-629 0 0,2 1-1 0 0,-1-1 1 0 0,1 1 0 0 0,0 0-1 0 0,0-1 1 0 0,1 1-1 0 0,0-1 1 0 0,0 1-1 0 0,0-1 1 0 0,1 1 0 0 0,0-1-1 0 0,3 7 1 0 0,-4-13 8 0 0,-1 1 1 0 0,0-1-1 0 0,0 0 0 0 0,0 0 1 0 0,0 1-1 0 0,0-1 0 0 0,0 0 1 0 0,1 0-1 0 0,-1 1 0 0 0,0-1 1 0 0,0 0-1 0 0,0 0 0 0 0,1 0 1 0 0,-1 0-1 0 0,0 1 0 0 0,0-1 1 0 0,0 0-1 0 0,1 0 1 0 0,-1 0-1 0 0,0 0 0 0 0,0 0 1 0 0,1 0-1 0 0,-1 1 0 0 0,0-1 1 0 0,1 0-1 0 0,-1 0 0 0 0,0 0 1 0 0,0 0-1 0 0,1 0 0 0 0,-1 0 1 0 0,0 0-1 0 0,0 0 0 0 0,1 0 1 0 0,-1-1-1 0 0,0 1 0 0 0,1 0 1 0 0,-1 0-1 0 0,0 0 1 0 0,0 0-1 0 0,1 0 0 0 0,-1 0 1 0 0,0 0-1 0 0,0-1 0 0 0,0 1 1 0 0,1 0-1 0 0,-1 0 0 0 0,0 0 1 0 0,0 0-1 0 0,0-1 0 0 0,1 1 1 0 0,-1 0-1 0 0,0 0 0 0 0,0-1 1 0 0,0 1-1 0 0,0 0 1 0 0,5-6-3942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5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31 1840 0 0,'1'-2'568'0'0,"1"0"0"0"0,-1 0 0 0 0,0 0 0 0 0,1 0 0 0 0,-1 0 0 0 0,1 1 0 0 0,0-1 0 0 0,0 1-1 0 0,-1-1 1 0 0,1 1 0 0 0,3-2 0 0 0,25-6 1837 0 0,-28 9-2385 0 0,-1 0 0 0 0,0 0-1 0 0,1 0 1 0 0,-1 1 0 0 0,0-1-1 0 0,1 0 1 0 0,-1 0 0 0 0,0 1-1 0 0,1-1 1 0 0,-1 1-1 0 0,0-1 1 0 0,0 1 0 0 0,0 0-1 0 0,1-1 1 0 0,-1 1 0 0 0,0 0-1 0 0,0 0 1 0 0,0 0 0 0 0,0 0-1 0 0,0-1 1 0 0,0 2 0 0 0,0-1-1 0 0,-1 0 1 0 0,1 0 0 0 0,0 0-1 0 0,-1 0 1 0 0,1 0-1 0 0,0 1 1 0 0,-1-1 0 0 0,1 0-1 0 0,-1 0 1 0 0,0 1 0 0 0,1-1-1 0 0,-1 0 1 0 0,0 1 0 0 0,0-1-1 0 0,0 1 1 0 0,0-1 0 0 0,0 0-1 0 0,0 1 1 0 0,0-1 0 0 0,-1 3-1 0 0,-3 11-188 0 0,1 0 0 0 0,-2-1 0 0 0,0 1-1 0 0,-1-1 1 0 0,-14 27 0 0 0,9-21-1854 0 0,42-65-68 0 0,-25 38 2588 0 0,0 1 1 0 0,0-1 0 0 0,0 1-1 0 0,1 0 1 0 0,0 1-1 0 0,0 0 1 0 0,0 0 0 0 0,9-5-1 0 0,-12 10-361 0 0,-1-1-1 0 0,1 1 1 0 0,0 0-1 0 0,0 0 1 0 0,-1 1-1 0 0,1-1 1 0 0,0 1 0 0 0,-1-1-1 0 0,1 1 1 0 0,0 0-1 0 0,-1 0 1 0 0,0 1-1 0 0,1-1 1 0 0,-1 1-1 0 0,6 3 1 0 0,33 11-1490 0 0,-19-19-2588 0 0,-22-2-2 0 0,-12-5 1529 0 0,4 7 911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5.6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 0 1136 0 0,'0'2'506'0'0,"0"1"1"0"0,-1-1-1 0 0,1 1 0 0 0,0-1 0 0 0,0 0 0 0 0,0 1 0 0 0,1-1 1 0 0,-1 0-1 0 0,0 1 0 0 0,1-1 0 0 0,0 0 0 0 0,-1 1 0 0 0,1-1 1 0 0,0 0-1 0 0,0 0 0 0 0,2 3 0 0 0,-1-3-375 0 0,-1 1 0 0 0,0-1 0 0 0,0 1 0 0 0,0 0 0 0 0,0-1 0 0 0,0 1 0 0 0,0 0 0 0 0,-1 0 0 0 0,1-1 0 0 0,-1 1 0 0 0,0 0 0 0 0,0 0 0 0 0,0 0 0 0 0,0 0 0 0 0,-1 4 0 0 0,-1-1-785 0 0,0 0 1 0 0,0 0-1 0 0,-1 0 0 0 0,0 0 1 0 0,0 0-1 0 0,0 0 0 0 0,0-1 0 0 0,-1 0 1 0 0,0 0-1 0 0,-9 9 0 0 0,10-12 485 0 0,1 0-1 0 0,0 0 0 0 0,-1-1 1 0 0,0 1-1 0 0,1-1 1 0 0,-1 1-1 0 0,0-1 1 0 0,1 0-1 0 0,-1 0 1 0 0,0 0-1 0 0,0-1 1 0 0,0 1-1 0 0,-4 0 1 0 0,3-1 490 0 0,1 0 0 0 0,0-1 1 0 0,0 1-1 0 0,0-1 1 0 0,0 1-1 0 0,-1-1 0 0 0,1 0 1 0 0,-5-2-1 0 0,7 3-135 0 0,1 0-1 0 0,-1 0 1 0 0,1-1 0 0 0,-1 1 0 0 0,1 0-1 0 0,-1 0 1 0 0,1 0 0 0 0,-1 0-1 0 0,1 0 1 0 0,-1-1 0 0 0,1 1-1 0 0,-1 0 1 0 0,1 0 0 0 0,0-1-1 0 0,-1 1 1 0 0,1 0 0 0 0,-1-1-1 0 0,1 1 1 0 0,0 0 0 0 0,-1-1 0 0 0,1 1-1 0 0,0-1 1 0 0,0 1 0 0 0,-1 0-1 0 0,1-1 1 0 0,0 1 0 0 0,0-1-1 0 0,-1 1 1 0 0,1-1 0 0 0,0 1-1 0 0,0-1 1 0 0,0 1 0 0 0,0-1 0 0 0,0 1-1 0 0,0-1 1 0 0,0 1 0 0 0,0-1-1 0 0,0 1 1 0 0,0-1 0 0 0,0 0-1 0 0,23-11 2333 0 0,53-4-3098 0 0,-65 14 1055 0 0,7-2-878 0 0,34-4-2092 0 0,-20 14-6057 0 0,-27-3 5691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6.0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 1704 0 0,'-7'8'1076'0'0,"0"0"0"0"0,1 0-1 0 0,0 1 1 0 0,-8 16-1 0 0,4 10 252 0 0,10-33-1278 0 0,0-1 0 0 0,0 0 1 0 0,0 0-1 0 0,0 0 0 0 0,0 0 1 0 0,0 1-1 0 0,0-1 0 0 0,1 0 1 0 0,-1 0-1 0 0,0 0 0 0 0,1 0 1 0 0,-1 0-1 0 0,1 0 0 0 0,0 0 1 0 0,-1 0-1 0 0,1 0 0 0 0,0 0 1 0 0,-1 0-1 0 0,1 0 0 0 0,0 0 1 0 0,0-1-1 0 0,0 1 0 0 0,1 1 1 0 0,1-1 41 0 0,0 0 1 0 0,-1 0-1 0 0,1-1 1 0 0,0 1-1 0 0,0-1 1 0 0,0 0-1 0 0,0 1 0 0 0,0-1 1 0 0,0 0-1 0 0,0-1 1 0 0,0 1-1 0 0,0-1 1 0 0,0 1-1 0 0,0-1 1 0 0,-1 0-1 0 0,1 0 1 0 0,0 0-1 0 0,0 0 1 0 0,-1 0-1 0 0,1-1 1 0 0,4-3-1 0 0,3-1 148 0 0,0-1 0 0 0,-1 0-1 0 0,1-1 1 0 0,7-9 0 0 0,-15 16-197 0 0,-1 0 0 0 0,0 0 1 0 0,1 0-1 0 0,-1 0 1 0 0,0-1-1 0 0,0 1 0 0 0,0 0 1 0 0,0-1-1 0 0,0 1 0 0 0,0-1 1 0 0,0 1-1 0 0,-1-1 0 0 0,1 0 1 0 0,0 1-1 0 0,-1-1 0 0 0,1 0 1 0 0,-1 1-1 0 0,0-1 0 0 0,0 0 1 0 0,1 1-1 0 0,-1-1 1 0 0,0 0-1 0 0,0 0 0 0 0,-1-2 1 0 0,0 3-15 0 0,0 0 0 0 0,-1 0-1 0 0,1 1 1 0 0,0-1 0 0 0,-1 0 0 0 0,1 0 0 0 0,0 1 0 0 0,-1-1 0 0 0,1 0 0 0 0,-1 1 0 0 0,1 0 0 0 0,-1-1 0 0 0,0 1 0 0 0,1 0 0 0 0,-1 0 0 0 0,1 0 0 0 0,-1 0 0 0 0,1 0 0 0 0,-1 0 0 0 0,0 0 0 0 0,1 0 0 0 0,-1 1 0 0 0,1-1 0 0 0,-1 1 0 0 0,1-1-1 0 0,-3 2 1 0 0,-60 21-970 0 0,23-4-5384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6.4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51 3769 0 0,'-3'0'511'0'0,"0"-1"1"0"0,0 1 0 0 0,0 1-1 0 0,0-1 1 0 0,0 0 0 0 0,0 1-1 0 0,0-1 1 0 0,1 1 0 0 0,-1 0-1 0 0,-3 1 1 0 0,4 1 1068 0 0,21-10-1203 0 0,14-9-54 0 0,-23 11-124 0 0,1-1 0 0 0,0 1-1 0 0,0 1 1 0 0,0 0 0 0 0,0 1-1 0 0,0 0 1 0 0,21-3 0 0 0,-32 6-175 0 0,1 0 1 0 0,-1 0 0 0 0,0 0-1 0 0,1 0 1 0 0,-1 0 0 0 0,0 0-1 0 0,1 1 1 0 0,-1-1 0 0 0,0 0-1 0 0,1 0 1 0 0,-1 0 0 0 0,0 0-1 0 0,0 0 1 0 0,1 0 0 0 0,-1 0-1 0 0,0 1 1 0 0,1-1 0 0 0,-1 0-1 0 0,0 0 1 0 0,0 0 0 0 0,1 1-1 0 0,-1-1 1 0 0,0 0 0 0 0,0 0-1 0 0,0 1 1 0 0,1-1 0 0 0,-1 0-1 0 0,0 0 1 0 0,0 1 0 0 0,0-1-1 0 0,0 0 1 0 0,0 1 0 0 0,0-1-1 0 0,1 0 1 0 0,-1 1 0 0 0,0-1-1 0 0,0 0 1 0 0,0 1 0 0 0,0-1-1 0 0,0 0 1 0 0,0 1 0 0 0,-7 19 504 0 0,-15 15-147 0 0,1-11-251 0 0,16-20-154 0 0,1 1 0 0 0,0-1 0 0 0,0 1 0 0 0,0 0 1 0 0,0 0-1 0 0,1 0 0 0 0,0 0 0 0 0,0 1 0 0 0,0-1 0 0 0,1 1 0 0 0,0 0 0 0 0,-3 10 0 0 0,5-16 17 0 0,0 1-1 0 0,0-1 1 0 0,0 0-1 0 0,0 1 0 0 0,0-1 1 0 0,0 1-1 0 0,0-1 1 0 0,1 0-1 0 0,-1 1 1 0 0,0-1-1 0 0,0 0 1 0 0,0 1-1 0 0,0-1 0 0 0,1 0 1 0 0,-1 1-1 0 0,0-1 1 0 0,0 0-1 0 0,1 1 1 0 0,-1-1-1 0 0,0 0 1 0 0,1 1-1 0 0,-1-1 1 0 0,0 0-1 0 0,1 0 0 0 0,-1 0 1 0 0,0 1-1 0 0,1-1 1 0 0,-1 0-1 0 0,1 0 1 0 0,-1 0-1 0 0,0 0 1 0 0,1 0-1 0 0,-1 0 0 0 0,1 0 1 0 0,20-1-39 0 0,16-12 68 0 0,-28 9-91 0 0,2-1-299 0 0,0 0 0 0 0,-1 0-1 0 0,0-1 1 0 0,1-1-1 0 0,12-10 1 0 0,-34 29 715 0 0,0 0-1 0 0,1 0 1 0 0,1 1 0 0 0,-9 14-1 0 0,16-24-407 0 0,0 0 0 0 0,0 1-1 0 0,1-1 1 0 0,-1 0 0 0 0,1 1 0 0 0,-1-1-1 0 0,1 1 1 0 0,0-1 0 0 0,0 1-1 0 0,0-1 1 0 0,1 1 0 0 0,-1 0-1 0 0,1-1 1 0 0,0 1 0 0 0,0 0-1 0 0,1 0 1 0 0,-1-1 0 0 0,1 1-1 0 0,-1-1 1 0 0,1 1 0 0 0,0 0-1 0 0,0-1 1 0 0,2 4 0 0 0,-2-6-140 0 0,0 0 0 0 0,-1 0 0 0 0,1 0 0 0 0,0 0 0 0 0,0 0-1 0 0,0 0 1 0 0,0-1 0 0 0,0 1 0 0 0,0 0 0 0 0,0-1 0 0 0,0 1 0 0 0,0 0 0 0 0,0-1 0 0 0,0 1 0 0 0,0-1 0 0 0,1 0 0 0 0,-1 1 0 0 0,0-1 0 0 0,0 0 0 0 0,0 0 0 0 0,1 0 0 0 0,-1 0 0 0 0,0 0 0 0 0,0 0 0 0 0,0 0 0 0 0,1 0 0 0 0,-1 0 0 0 0,0 0-1 0 0,0-1 1 0 0,0 1 0 0 0,1-1 0 0 0,-1 1 0 0 0,0-1 0 0 0,0 1 0 0 0,0-1 0 0 0,0 1 0 0 0,0-1 0 0 0,0 0 0 0 0,0 0 0 0 0,0 0 0 0 0,0 1 0 0 0,-1-1 0 0 0,1 0 0 0 0,0 0 0 0 0,0 0 0 0 0,-1 0 0 0 0,1 0 0 0 0,-1 0 0 0 0,1-1 0 0 0,-1 1 0 0 0,1 0 0 0 0,-1 0-1 0 0,0 0 1 0 0,1 0 0 0 0,-1-1 0 0 0,0 1 0 0 0,0 0 0 0 0,0 0 0 0 0,0-2 0 0 0,1-4-588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6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1 1784 0 0,'1'1'475'0'0,"1"0"0"0"0,0 1-1 0 0,0-1 1 0 0,0 1-1 0 0,-1-1 1 0 0,1 1-1 0 0,-1-1 1 0 0,1 1 0 0 0,-1 0-1 0 0,0 0 1 0 0,1 0-1 0 0,-1 0 1 0 0,1 4 0 0 0,9 35 1805 0 0,-10-30-2188 0 0,-1-1 1 0 0,0 1 0 0 0,0 0 0 0 0,-1-1-1 0 0,-3 17 1 0 0,2-22-111 0 0,1 0 0 0 0,-1 0 0 0 0,0 0 0 0 0,-1 0 0 0 0,1 0 0 0 0,-1-1-1 0 0,0 1 1 0 0,0-1 0 0 0,0 1 0 0 0,-1-1 0 0 0,0 0 0 0 0,1-1 0 0 0,-1 1 0 0 0,-1 0 0 0 0,1-1 0 0 0,0 0-1 0 0,-8 3 1 0 0,9-4 45 0 0,-1 0-1 0 0,0-1 1 0 0,0 0-1 0 0,1 0 0 0 0,-1 0 1 0 0,0 0-1 0 0,0 0 1 0 0,0-1-1 0 0,0 0 1 0 0,0 0-1 0 0,0 0 0 0 0,0 0 1 0 0,0 0-1 0 0,0-1 1 0 0,0 0-1 0 0,0 0 0 0 0,0 0 1 0 0,0 0-1 0 0,1-1 1 0 0,-1 1-1 0 0,1-1 1 0 0,-1 0-1 0 0,1 0 0 0 0,-4-3 1 0 0,6 5-2 0 0,1 0 0 0 0,0-1 0 0 0,-1 1 0 0 0,1 0 0 0 0,0 0 0 0 0,0 0 0 0 0,-1-1 0 0 0,1 1 0 0 0,0 0 0 0 0,-1 0 0 0 0,1 0 1 0 0,0-1-1 0 0,0 1 0 0 0,0 0 0 0 0,-1-1 0 0 0,1 1 0 0 0,0 0 0 0 0,0 0 0 0 0,0-1 0 0 0,0 1 0 0 0,0 0 0 0 0,-1-1 0 0 0,1 1 0 0 0,0 0 0 0 0,0-1 0 0 0,0 1 0 0 0,0 0 0 0 0,0-1 1 0 0,0 1-1 0 0,0 0 0 0 0,0-1 0 0 0,0 1 0 0 0,0 0 0 0 0,0-1 0 0 0,1 1 0 0 0,-1 0 0 0 0,0-1 0 0 0,0 1 0 0 0,0 0 0 0 0,0-1 0 0 0,16-7 799 0 0,19 3 285 0 0,36 6-86 0 0,26-1-1256 0 0,-87-1-742 0 0,0 0-1 0 0,0-1 0 0 0,-1 0 0 0 0,12-4 1 0 0,1-7-4025 0 0,-12 6 1120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7.2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3793 0 0,'0'0'2072'0'0,"1"2"-1088"0"0,1 0-207 0 0,1 2-217 0 0,-1 1-272 0 0,1-1-416 0 0,-1 0-464 0 0,3 0-497 0 0,-1-1-519 0 0,-7-5-440 0 0,8 4-417 0 0</inkml:trace>
  <inkml:trace contextRef="#ctx0" brushRef="#br0" timeOffset="1">72 137 2401 0 0,'-3'1'1160'0'0,"4"2"-248"0"0,-1 0-72 0 0,3-2-128 0 0,-2 0-120 0 0,-1 1-200 0 0,0 0-103 0 0,0 0-105 0 0,-1 1-144 0 0,1-1-424 0 0,-4-1-2169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09.8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72 4625 0 0,'0'0'162'0'0,"-1"0"0"0"0,0 0 1 0 0,0-1-1 0 0,0 1 0 0 0,0 0 1 0 0,1-1-1 0 0,-1 1 0 0 0,0 0 0 0 0,0-1 1 0 0,1 1-1 0 0,-1-1 0 0 0,0 1 0 0 0,1-1 1 0 0,-1 1-1 0 0,0-1 0 0 0,1 0 0 0 0,-1 1 1 0 0,1-1-1 0 0,-1 0 0 0 0,1 1 0 0 0,-1-1 1 0 0,1 0-1 0 0,0 0 0 0 0,-1 1 0 0 0,1-1 1 0 0,0 0-1 0 0,-1 0 0 0 0,1 0 0 0 0,0 1 1 0 0,0-1-1 0 0,0 0 0 0 0,0 0 0 0 0,0 0 1 0 0,0 0-1 0 0,0-1 0 0 0,1 0-61 0 0,0 0 1 0 0,1 0-1 0 0,-1 0 0 0 0,1 0 0 0 0,-1 0 1 0 0,1 0-1 0 0,-1 0 0 0 0,1 1 0 0 0,0-1 1 0 0,0 1-1 0 0,0-1 0 0 0,4-1 0 0 0,-2-1-57 0 0,1 2 0 0 0,0-1 0 0 0,1 0 0 0 0,-1 1 0 0 0,0 0 0 0 0,1 0 0 0 0,-1 0 0 0 0,1 1 0 0 0,-1 0 0 0 0,1 0-1 0 0,0 1 1 0 0,7-1 0 0 0,-12 1-27 0 0,0 1 0 0 0,0-1 0 0 0,0 0 0 0 0,-1 1-1 0 0,1-1 1 0 0,0 1 0 0 0,0-1 0 0 0,0 1 0 0 0,0-1-1 0 0,-1 1 1 0 0,1 0 0 0 0,0-1 0 0 0,0 1 0 0 0,-1 0-1 0 0,1-1 1 0 0,-1 1 0 0 0,1 0 0 0 0,-1 0 0 0 0,1 0-1 0 0,-1 0 1 0 0,1 0 0 0 0,-1 0 0 0 0,0-1 0 0 0,1 1-1 0 0,-1 0 1 0 0,0 0 0 0 0,0 2 0 0 0,-5 32 55 0 0,-26 28-633 0 0,3-27-140 0 0,23-29 464 0 0,23-24 839 0 0,-9 9-253 0 0,0 1 1 0 0,0 1-1 0 0,0-1 0 0 0,1 2 1 0 0,11-6-1 0 0,-18 9-248 0 0,2 0-1 0 0,-1 0 0 0 0,0 1 0 0 0,0-1 0 0 0,0 1 0 0 0,1 0 1 0 0,-1 0-1 0 0,1 1 0 0 0,-1-1 0 0 0,1 1 0 0 0,-1 0 0 0 0,1 0 1 0 0,-1 1-1 0 0,1-1 0 0 0,6 3 0 0 0,-10-2-77 0 0,1 0 0 0 0,-1 0 0 0 0,1 0 0 0 0,-1 0 0 0 0,0 1 0 0 0,1-1 0 0 0,-1 0 0 0 0,0 1 0 0 0,0-1 0 0 0,0 1 0 0 0,0 0 0 0 0,0-1 0 0 0,0 1 0 0 0,-1 0 0 0 0,1 0 0 0 0,-1-1 0 0 0,1 1 0 0 0,-1 0 0 0 0,1 0 0 0 0,-1 0 0 0 0,0 0 0 0 0,0 0 0 0 0,0-1 0 0 0,0 1 0 0 0,0 0 0 0 0,0 0 0 0 0,-1 0 0 0 0,1 0 0 0 0,-1 0 0 0 0,0 1 0 0 0,-19 62-77 0 0,18-58-8 0 0,-37 80-1476 0 0,35-78 360 0 0,-1-1 1 0 0,0 0-1 0 0,-1 0 0 0 0,-9 9 1 0 0,20-32-4622 0 0,0 1 4471 0 0,4-3-214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0.2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11 124 1768 0 0,'-1'-1'284'0'0,"0"0"-1"0"0,0 0 0 0 0,0 0 0 0 0,0 0 0 0 0,0 0 0 0 0,1-1 1 0 0,-1 1-1 0 0,0 0 0 0 0,1 0 0 0 0,-1-1 0 0 0,1 1 0 0 0,-1-1 1 0 0,1 1-1 0 0,0 0 0 0 0,0-1 0 0 0,-1 1 0 0 0,1-1 0 0 0,0 1 1 0 0,0-1-1 0 0,0 1 0 0 0,1 0 0 0 0,-1-1 0 0 0,0 1 0 0 0,0-1 1 0 0,1 0-1 0 0,1-2 52 0 0,0 0 1 0 0,0 0 0 0 0,0 1 0 0 0,0-1-1 0 0,0 1 1 0 0,1-1 0 0 0,0 1 0 0 0,5-5-1 0 0,0 1 44 0 0,-1 1-1 0 0,1 0 1 0 0,0 0 0 0 0,1 1-1 0 0,-1 0 1 0 0,1 1-1 0 0,11-5 1 0 0,-19 8-353 0 0,0 1 0 0 0,0-1 1 0 0,0 1-1 0 0,0 0 1 0 0,1-1-1 0 0,-1 1 0 0 0,0 0 1 0 0,0-1-1 0 0,0 1 1 0 0,1 0-1 0 0,-1 0 1 0 0,0 0-1 0 0,0 0 0 0 0,1 0 1 0 0,-1 1-1 0 0,0-1 1 0 0,0 0-1 0 0,0 0 0 0 0,1 1 1 0 0,-1-1-1 0 0,0 1 1 0 0,0-1-1 0 0,0 1 0 0 0,0-1 1 0 0,0 1-1 0 0,0 0 1 0 0,0 0-1 0 0,0-1 1 0 0,0 1-1 0 0,0 0 0 0 0,0 0 1 0 0,0 0-1 0 0,-1 0 1 0 0,1 0-1 0 0,0 0 0 0 0,-1 0 1 0 0,1 0-1 0 0,-1 0 1 0 0,1 1-1 0 0,-1-1 0 0 0,1 0 1 0 0,-1 0-1 0 0,0 0 1 0 0,0 1-1 0 0,0-1 1 0 0,0 0-1 0 0,1 0 0 0 0,-1 0 1 0 0,-1 1-1 0 0,1-1 1 0 0,0 0-1 0 0,0 0 0 0 0,0 1 1 0 0,-1-1-1 0 0,1 0 1 0 0,-1 1-1 0 0,-1 7 2 0 0,0 0 0 0 0,0 0 0 0 0,-1 0-1 0 0,0-1 1 0 0,-1 1 0 0 0,-6 10 0 0 0,2-5-72 0 0,1-2-48 0 0,0-1 0 0 0,-1 0 1 0 0,0 0-1 0 0,0 0 0 0 0,-13 10 0 0 0,82-90-223 0 0,-54 63 400 0 0,0 1 0 0 0,1 0-1 0 0,0 0 1 0 0,0 1 0 0 0,0 0-1 0 0,11-4 1 0 0,-17 7-64 0 0,-1 1 1 0 0,0 0-1 0 0,1-1 1 0 0,-1 1-1 0 0,0 0 1 0 0,1 0-1 0 0,-1 0 0 0 0,0 0 1 0 0,1 0-1 0 0,-1 0 1 0 0,1 0-1 0 0,-1 0 1 0 0,0 1-1 0 0,1-1 1 0 0,-1 0-1 0 0,0 1 0 0 0,0-1 1 0 0,1 1-1 0 0,-1 0 1 0 0,1 0-1 0 0,-1 0 6 0 0,0 1 0 0 0,0-1-1 0 0,0 1 1 0 0,0 0 0 0 0,0-1-1 0 0,0 1 1 0 0,-1-1 0 0 0,1 1-1 0 0,-1 0 1 0 0,1 0 0 0 0,-1-1-1 0 0,1 1 1 0 0,-1 0 0 0 0,0 0-1 0 0,0 0 1 0 0,0-1 0 0 0,0 1-1 0 0,0 0 1 0 0,-2 3 0 0 0,0 11 13 0 0,-2 0 0 0 0,0 0 1 0 0,-1 0-1 0 0,0-1 0 0 0,-1 1 1 0 0,-11 17-1 0 0,-13 14-3651 0 0,37-70-7713 0 0,-2 16 9013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0.8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91 2601 0 0,'-1'0'10'0'0,"0"0"1"0"0,1 0 0 0 0,-1 0-1 0 0,0 1 1 0 0,1-1-1 0 0,-1 0 1 0 0,1 1 0 0 0,-1-1-1 0 0,0 0 1 0 0,1 1 0 0 0,-1-1-1 0 0,1 1 1 0 0,-1-1 0 0 0,1 1-1 0 0,-1-1 1 0 0,1 1 0 0 0,-1-1-1 0 0,1 1 1 0 0,0-1 0 0 0,-1 1-1 0 0,1 0 1 0 0,0-1 0 0 0,-1 1-1 0 0,1 0 1 0 0,0-1-1 0 0,0 1 1 0 0,0 0 0 0 0,-1-1-1 0 0,1 1 1 0 0,0 0 0 0 0,0 0-1 0 0,0-1 1 0 0,0 1 0 0 0,0 0-1 0 0,1-1 1 0 0,-1 1 0 0 0,0 0-1 0 0,0-1 1 0 0,1 2 0 0 0,0 4 2204 0 0,-6-23 4187 0 0,5 14-6143 0 0,0-1 1 0 0,0 1 0 0 0,0-1-1 0 0,0 1 1 0 0,0-1-1 0 0,1 1 1 0 0,0-1 0 0 0,0 1-1 0 0,0-1 1 0 0,0 1-1 0 0,0 0 1 0 0,1-1 0 0 0,0 1-1 0 0,-1 0 1 0 0,1 0-1 0 0,0 0 1 0 0,0 1 0 0 0,5-6-1 0 0,-5 5-136 0 0,0 1 0 0 0,0-1 0 0 0,1 1 0 0 0,-1-1-1 0 0,1 1 1 0 0,-1 0 0 0 0,1-1 0 0 0,0 1 0 0 0,0 1 0 0 0,0-1 0 0 0,0 0 0 0 0,0 1-1 0 0,0-1 1 0 0,0 1 0 0 0,1 0 0 0 0,-1 0 0 0 0,0 1 0 0 0,1-1 0 0 0,3 0-1 0 0,-5 2-106 0 0,0-1 0 0 0,0 1 0 0 0,0 0 0 0 0,-1 0-1 0 0,1 0 1 0 0,0 0 0 0 0,-1 0 0 0 0,1 0-1 0 0,0 1 1 0 0,-1-1 0 0 0,0 1 0 0 0,1-1 0 0 0,-1 1-1 0 0,0-1 1 0 0,0 1 0 0 0,0-1 0 0 0,0 1-1 0 0,0 0 1 0 0,0 0 0 0 0,0 0 0 0 0,0-1 0 0 0,-1 1-1 0 0,1 0 1 0 0,-1 0 0 0 0,0 0 0 0 0,1 0-1 0 0,-1 0 1 0 0,0 0 0 0 0,0 0 0 0 0,0 0 0 0 0,0 0-1 0 0,-1 3 1 0 0,0 7-42 0 0,0-1 0 0 0,-1 0 0 0 0,0 0 0 0 0,-5 13 0 0 0,1-10-83 0 0,0 0 1 0 0,-1-1-1 0 0,0 0 0 0 0,-13 17 1 0 0,-15 26-174 0 0,83-65 1004 0 0,35-18-155 0 0,-54 16-1538 0 0,59-14 1 0 0,-75 24-3301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1.3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 4761 0 0,'0'0'3953'0'0,"7"-2"1626"0"0,26-5-3967 0 0,152-2-2578 0 0,-173 10-221 0 0,13-1-3047 0 0,-16-6-2155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1.6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 3977 0 0,'-1'1'588'0'0,"0"0"0"0"0,-1 1 1 0 0,1-1-1 0 0,0 1 0 0 0,0-1 1 0 0,0 1-1 0 0,0-1 0 0 0,0 1 1 0 0,0 0-1 0 0,0-1 0 0 0,1 1 0 0 0,-1 0 1 0 0,0 2-1 0 0,-7 51 2804 0 0,5-29-2221 0 0,-6 9-561 0 0,-6 39-184 0 0,14-68-910 0 0,1-1 0 0 0,-1 0 0 0 0,1 0 1 0 0,0 1-1 0 0,1-1 0 0 0,-1 0 0 0 0,1 0 0 0 0,0 1 0 0 0,0-1 0 0 0,4 9 0 0 0,5-1-3901 0 0,-10-13 4286 0 0,0 0 0 0 0,1 0 0 0 0,-1 0 0 0 0,0 0-1 0 0,0 0 1 0 0,0 0 0 0 0,1 0 0 0 0,-1 0 0 0 0,0 0 0 0 0,0 0 0 0 0,1 0 0 0 0,-1 0 0 0 0,0 0 0 0 0,0 0 0 0 0,0 0 0 0 0,0 0 0 0 0,1-1 0 0 0,-1 1 0 0 0,0 0 0 0 0,0 0 0 0 0,0 0 0 0 0,0 0 0 0 0,1 0 0 0 0,-1 0 0 0 0,0-1 0 0 0,0 1 0 0 0,0 0 0 0 0,0 0 0 0 0,0 0-1 0 0,0-1 1 0 0,1 1 0 0 0,-1 0 0 0 0,0 0 0 0 0,0 0 0 0 0,0 0 0 0 0,0-1 0 0 0,0 1 0 0 0,0 0 0 0 0,0 0 0 0 0,0 0 0 0 0,0-1 0 0 0,0 1 0 0 0,0 0 0 0 0,0 0 0 0 0,0-1 0 0 0,0 1 0 0 0,0 0 0 0 0,0 0 0 0 0,0 0 0 0 0,-1-1 0 0 0,5-5-2402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3.7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61 123 1080 0 0,'-5'-1'852'0'0,"1"-1"-1"0"0,-1 0 0 0 0,0 0 1 0 0,1 0-1 0 0,-1 0 1 0 0,1-1-1 0 0,0 1 0 0 0,0-1 1 0 0,0 0-1 0 0,-5-5 1 0 0,8 6-733 0 0,0 0 1 0 0,0 1-1 0 0,0-1 1 0 0,0 0-1 0 0,1 0 1 0 0,-1 0-1 0 0,1 0 1 0 0,-1 1-1 0 0,1-1 1 0 0,0 0-1 0 0,0 0 1 0 0,-1 0 0 0 0,1 0-1 0 0,1 0 1 0 0,-1 0-1 0 0,0 0 1 0 0,0 0-1 0 0,1 0 1 0 0,-1 0-1 0 0,1 1 1 0 0,-1-1-1 0 0,1 0 1 0 0,0 0-1 0 0,0 0 1 0 0,0 1-1 0 0,0-1 1 0 0,0 0-1 0 0,0 1 1 0 0,0-1-1 0 0,3-1 1 0 0,-3 1-64 0 0,1-1 0 0 0,-1 1 0 0 0,1 0 0 0 0,0-1 0 0 0,0 1 0 0 0,0 0 1 0 0,0 0-1 0 0,0 1 0 0 0,0-1 0 0 0,0 0 0 0 0,1 1 0 0 0,-1-1 0 0 0,1 1 0 0 0,-1 0 0 0 0,1 0 0 0 0,-1 0 0 0 0,1 0 0 0 0,0 0 0 0 0,0 0 0 0 0,-1 1 1 0 0,1-1-1 0 0,0 1 0 0 0,0 0 0 0 0,0 0 0 0 0,-1 0 0 0 0,1 0 0 0 0,0 1 0 0 0,0-1 0 0 0,0 1 0 0 0,-1-1 0 0 0,1 1 0 0 0,0 0 0 0 0,-1 0 0 0 0,1 0 0 0 0,-1 1 1 0 0,1-1-1 0 0,-1 1 0 0 0,1-1 0 0 0,3 4 0 0 0,-2-1-54 0 0,0 0 1 0 0,0 0-1 0 0,0 0 1 0 0,-1 0-1 0 0,1 1 1 0 0,-1-1-1 0 0,0 1 1 0 0,-1 0-1 0 0,1 0 1 0 0,-1 0-1 0 0,0 0 1 0 0,0 0-1 0 0,0 1 1 0 0,-1-1-1 0 0,0 1 1 0 0,0-1-1 0 0,0 1 1 0 0,-1-1-1 0 0,0 11 1 0 0,-1-7-75 0 0,-1 0 0 0 0,0 0 0 0 0,-1-1 0 0 0,0 1 0 0 0,0 0 0 0 0,-1-1 0 0 0,0 0 1 0 0,-8 11-1 0 0,9-14 30 0 0,0 0 0 0 0,0-1 0 0 0,-1 1 0 0 0,0-1-1 0 0,0 0 1 0 0,0 0 0 0 0,-1 0 0 0 0,1-1 0 0 0,-1 1 0 0 0,0-1 0 0 0,0-1 0 0 0,0 1 0 0 0,0 0 0 0 0,-9 2 0 0 0,93-44 1178 0 0,-73 37-1198 0 0,0 1-1 0 0,-1 0 1 0 0,1 0 0 0 0,0 0-1 0 0,0 0 1 0 0,0 1-1 0 0,6 1 1 0 0,36 8-4174 0 0,-8-1-1108 0 0,-23-7 1990 0 0,-9-2 1069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6.0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25 1920 0 0,'-6'-9'1918'0'0,"-8"-6"2665"0"0,14 15-4511 0 0,-1 1 0 0 0,0-1 0 0 0,1 0 0 0 0,-1 1 0 0 0,1 0 0 0 0,-1-1 0 0 0,1 1 1 0 0,-1-1-1 0 0,1 1 0 0 0,-1 0 0 0 0,1-1 0 0 0,-1 1 0 0 0,1 0 0 0 0,0-1 0 0 0,-1 1 0 0 0,1 0 0 0 0,0-1 1 0 0,0 1-1 0 0,-1 0 0 0 0,1 0 0 0 0,0 0 0 0 0,0-1 0 0 0,0 1 0 0 0,0 0 0 0 0,0 0 0 0 0,0-1 0 0 0,0 1 0 0 0,1 1 1 0 0,-5 25 475 0 0,-5 55 749 0 0,9-78-1183 0 0,0 0-1 0 0,0 0 0 0 0,0 0 1 0 0,0 0-1 0 0,1 0 0 0 0,0 0 1 0 0,0 0-1 0 0,0 0 0 0 0,0 0 1 0 0,1 0-1 0 0,-1-1 1 0 0,1 1-1 0 0,0-1 0 0 0,0 1 1 0 0,0-1-1 0 0,4 5 0 0 0,-3-7-81 0 0,-1 0 0 0 0,0 1 0 0 0,0-2 0 0 0,0 1 0 0 0,1 0 0 0 0,-1 0 0 0 0,0-1 0 0 0,1 1 0 0 0,-1-1 1 0 0,1 1-1 0 0,-1-1 0 0 0,1 0 0 0 0,-1 0 0 0 0,0 0 0 0 0,1-1 0 0 0,-1 1 0 0 0,1 0 0 0 0,-1-1 0 0 0,0 0 0 0 0,1 1 0 0 0,-1-1 0 0 0,0 0 0 0 0,0 0 0 0 0,1 0 0 0 0,-1-1 0 0 0,0 1 0 0 0,3-3 0 0 0,2-1 33 0 0,1 0 1 0 0,-2 0 0 0 0,1-1 0 0 0,0 0-1 0 0,-1 0 1 0 0,8-11 0 0 0,-13 15-17 0 0,1-1-1 0 0,-1 0 1 0 0,0 0 0 0 0,0 0 0 0 0,0 0 0 0 0,0 0 0 0 0,0 0 0 0 0,-1 0 0 0 0,0 0 0 0 0,1-1 0 0 0,-1 1-1 0 0,0 0 1 0 0,0 0 0 0 0,-1 0 0 0 0,1 0 0 0 0,-1-1 0 0 0,0 1 0 0 0,1 0 0 0 0,-1 0 0 0 0,-1 0 0 0 0,1 0-1 0 0,0 1 1 0 0,-1-1 0 0 0,1 0 0 0 0,-1 0 0 0 0,0 1 0 0 0,0-1 0 0 0,0 1 0 0 0,0 0 0 0 0,-4-4 0 0 0,3 3-131 0 0,0 0-1 0 0,-1-1 1 0 0,1 2 0 0 0,-1-1 0 0 0,1 0 0 0 0,-1 1 0 0 0,0-1 0 0 0,0 1 0 0 0,0 0 0 0 0,0 1 0 0 0,0-1 0 0 0,-1 1 0 0 0,1 0 0 0 0,0 0 0 0 0,-1 0 0 0 0,1 0 0 0 0,-1 1 0 0 0,1 0-1 0 0,-1 0 1 0 0,1 0 0 0 0,-8 1 0 0 0,9 0-557 0 0,0 1 0 0 0,1-1-1 0 0,-1 1 1 0 0,0 0 0 0 0,1 0 0 0 0,-1 0-1 0 0,1 0 1 0 0,0 0 0 0 0,-1 0-1 0 0,1 1 1 0 0,0-1 0 0 0,1 1-1 0 0,-1 0 1 0 0,0-1 0 0 0,1 1 0 0 0,-1 0-1 0 0,1 0 1 0 0,-1 4 0 0 0,2 2-1974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6.4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70 26 3577 0 0,'-7'1'7582'0'0,"-1"11"-5735"0"0,-1 11-1980 0 0,8-17 165 0 0,1 0 0 0 0,0-1 0 0 0,0 1-1 0 0,0 0 1 0 0,1 0 0 0 0,-1 0 0 0 0,1-1-1 0 0,1 1 1 0 0,-1 0 0 0 0,1-1-1 0 0,0 1 1 0 0,1-1 0 0 0,-1 0 0 0 0,1 0-1 0 0,0 0 1 0 0,0 0 0 0 0,6 7 0 0 0,-7-10 27 0 0,0 0 1 0 0,-1-1 0 0 0,1 1 0 0 0,0-1 0 0 0,0 1 0 0 0,0-1-1 0 0,0 0 1 0 0,0 1 0 0 0,0-1 0 0 0,0 0 0 0 0,0-1 0 0 0,1 1-1 0 0,-1 0 1 0 0,0-1 0 0 0,0 1 0 0 0,1-1 0 0 0,-1 0 0 0 0,3 1-1 0 0,-2-2 54 0 0,0 1 0 0 0,0-1 0 0 0,0 0-1 0 0,0 0 1 0 0,0 0 0 0 0,-1 0-1 0 0,1-1 1 0 0,0 1 0 0 0,-1-1 0 0 0,1 0-1 0 0,-1 1 1 0 0,1-1 0 0 0,-1 0-1 0 0,0-1 1 0 0,0 1 0 0 0,0 0 0 0 0,3-5-1 0 0,-1 2 52 0 0,-1 1 0 0 0,0-1-1 0 0,0 0 1 0 0,0-1 0 0 0,0 1-1 0 0,-1 0 1 0 0,0-1 0 0 0,0 1-1 0 0,-1-1 1 0 0,1 0 0 0 0,-1 1-1 0 0,0-1 1 0 0,-1 0 0 0 0,0 0 0 0 0,0 0-1 0 0,-1-10 1 0 0,0 13-153 0 0,1 0 0 0 0,-1 0-1 0 0,0 1 1 0 0,-1-1 0 0 0,1 0 0 0 0,0 1 0 0 0,-1-1 0 0 0,1 1-1 0 0,-1-1 1 0 0,0 1 0 0 0,0 0 0 0 0,0 0 0 0 0,0 0 0 0 0,0 0-1 0 0,-1 0 1 0 0,1 1 0 0 0,0-1 0 0 0,-1 0 0 0 0,1 1 0 0 0,-1 0 0 0 0,0 0-1 0 0,1 0 1 0 0,-1 0 0 0 0,0 0 0 0 0,0 0 0 0 0,0 1 0 0 0,0-1-1 0 0,0 1 1 0 0,1 0 0 0 0,-1 0 0 0 0,0 0 0 0 0,0 0 0 0 0,0 0-1 0 0,-5 2 1 0 0,-3 0-1087 0 0,0 0 0 0 0,0 1 0 0 0,1 0-1 0 0,-12 5 1 0 0,-19 6-8227 0 0,32-10 5351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7.0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55 544 0 0,'-1'-1'315'0'0,"1"1"0"0"0,-1-1 1 0 0,1 0-1 0 0,-1 0 0 0 0,1 1 0 0 0,-1-1 0 0 0,1 0 0 0 0,-1 0 1 0 0,1 0-1 0 0,0 0 0 0 0,0 0 0 0 0,-1 0 0 0 0,1 0 0 0 0,0 0 1 0 0,0 1-1 0 0,0-1 0 0 0,0 0 0 0 0,0 0 0 0 0,0 0 0 0 0,0 0 1 0 0,1 0-1 0 0,-1 0 0 0 0,0 0 0 0 0,0 0 0 0 0,1 0 0 0 0,-1 0 1 0 0,0 1-1 0 0,1-1 0 0 0,-1 0 0 0 0,1 0 0 0 0,-1 0 0 0 0,1 1 1 0 0,0-1-1 0 0,-1 0 0 0 0,1 1 0 0 0,0-1 0 0 0,-1 0 0 0 0,1 1 1 0 0,0-1-1 0 0,1 0 0 0 0,4-1 342 0 0,-1 1 0 0 0,1-1 0 0 0,0 1 0 0 0,0 0 1 0 0,11 0-1 0 0,20-3-1010 0 0,5-4 498 0 0,-22 12-2625 0 0,-19-3 2119 0 0,-1-1 0 0 0,1 1 0 0 0,-1-1 0 0 0,1 1 0 0 0,0-1 0 0 0,-1 1 0 0 0,1 0 0 0 0,-1-1 0 0 0,1 1 0 0 0,-1 0 0 0 0,0-1 0 0 0,1 1 0 0 0,-1 0 0 0 0,0 0 0 0 0,1-1 0 0 0,-1 1 0 0 0,0 0 0 0 0,0 0 0 0 0,0 0 0 0 0,0-1-1 0 0,0 1 1 0 0,0 1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17.4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 2288 0 0,'9'-4'8002'0'0,"10"-1"-3627"0"0,-9 2-4123 0 0,1 1 0 0 0,0 0 1 0 0,0 0-1 0 0,0 1 0 0 0,0 0 0 0 0,1 1 0 0 0,-1 1 0 0 0,18 2 0 0 0,-21 5-2650 0 0,-8-7 2017 0 0,0-1-1 0 0,0 1 0 0 0,0-1 0 0 0,0 0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0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19 3201 0 0,'-7'-19'7049'0'0,"12"32"-3564"0"0,11 32-2472 0 0,-9-17-991 0 0,-2 1-1 0 0,-2 0 0 0 0,1 47 1 0 0,1-85 87 0 0,0 0 0 0 0,0 1 0 0 0,1 0 1 0 0,1 0-1 0 0,-1 1 0 0 0,11-10 0 0 0,-15 15-39 0 0,0 0-1 0 0,-1 1 1 0 0,1-1-1 0 0,0 1 1 0 0,0-1-1 0 0,0 1 1 0 0,0 0-1 0 0,0 0 1 0 0,0 0-1 0 0,0 0 1 0 0,0 0-1 0 0,4-1 1 0 0,-5 2-6 0 0,1 0 1 0 0,-1 0-1 0 0,0 0 1 0 0,0 0-1 0 0,0 0 1 0 0,0 0-1 0 0,0 1 1 0 0,0-1-1 0 0,0 0 1 0 0,0 0-1 0 0,0 1 1 0 0,0-1-1 0 0,0 1 1 0 0,-1-1-1 0 0,1 1 1 0 0,0-1 0 0 0,0 1-1 0 0,0 0 1 0 0,0-1-1 0 0,1 2 1 0 0,0 1 15 0 0,-1 0 1 0 0,1 0 0 0 0,0 0 0 0 0,-1 0-1 0 0,0 0 1 0 0,0 0 0 0 0,0 0 0 0 0,0 1-1 0 0,0-1 1 0 0,0 0 0 0 0,-1 1 0 0 0,0-1-1 0 0,1 0 1 0 0,-1 1 0 0 0,-1-1 0 0 0,1 4-1 0 0,-2 8-89 0 0,-1 0-1 0 0,0 0 0 0 0,-1-1 0 0 0,-8 20 0 0 0,11-30-256 0 0,0-1 0 0 0,0 0-1 0 0,0 0 1 0 0,0 0-1 0 0,-1 0 1 0 0,1 0 0 0 0,-1 0-1 0 0,0 0 1 0 0,0-1 0 0 0,0 1-1 0 0,0-1 1 0 0,-1 1-1 0 0,1-1 1 0 0,-1 0 0 0 0,1 0-1 0 0,-1 0 1 0 0,0 0 0 0 0,0 0-1 0 0,1-1 1 0 0,-1 1-1 0 0,-1-1 1 0 0,1 0 0 0 0,0 0-1 0 0,0 0 1 0 0,-7 1 0 0 0,8-2-118 0 0,0-1 1 0 0,0 0-1 0 0,0 1 1 0 0,0-1-1 0 0,1 0 1 0 0,-1 0 0 0 0,0 0-1 0 0,0 0 1 0 0,0 0-1 0 0,1 0 1 0 0,-1-1-1 0 0,1 1 1 0 0,-1-1 0 0 0,1 1-1 0 0,-1-1 1 0 0,1 1-1 0 0,0-1 1 0 0,-2-3-1 0 0,-16-34-3406 0 0,13 23 2667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1.0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96 928 0 0,'0'0'81'0'0,"-2"-5"800"0"0,0 0 0 0 0,0 1 1 0 0,1-1-1 0 0,0 0 1 0 0,0 0-1 0 0,1 0 1 0 0,-1 1-1 0 0,1-8 0 0 0,0 10-563 0 0,1 0 0 0 0,0 0 0 0 0,0 1-1 0 0,0-1 1 0 0,0 1 0 0 0,0-1 0 0 0,0 1 0 0 0,0-1-1 0 0,0 1 1 0 0,0-1 0 0 0,1 1 0 0 0,-1 0 0 0 0,0 0-1 0 0,1 0 1 0 0,0-1 0 0 0,-1 1 0 0 0,1 1-1 0 0,-1-1 1 0 0,1 0 0 0 0,0 0 0 0 0,0 1 0 0 0,-1-1-1 0 0,1 1 1 0 0,0-1 0 0 0,2 1 0 0 0,2-2-137 0 0,5-1 0 0 0,-1 0 0 0 0,1 1 0 0 0,0 0 0 0 0,19-1 0 0 0,-24 3-1233 0 0,0 1 1 0 0,-1 0-1 0 0,1 0 0 0 0,-1 0 1 0 0,1 0-1 0 0,-1 1 0 0 0,6 3 1 0 0,13 0-6053 0 0,-14-3 4739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1.4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 5713 0 0,'2'-2'880'0'0,"1"0"1"0"0,0 0-1 0 0,0 1 0 0 0,0-1 0 0 0,0 1 0 0 0,0 0 1 0 0,0 0-1 0 0,0 0 0 0 0,1 0 0 0 0,3-1 1 0 0,0 1-647 0 0,-1 0 0 0 0,1 0 0 0 0,-1 1 0 0 0,1 0 0 0 0,0 0 0 0 0,-1 0 0 0 0,13 3 0 0 0,-18-2-239 0 0,0-1 0 0 0,0 0 0 0 0,0 1 0 0 0,0-1 0 0 0,0 0 1 0 0,0 1-1 0 0,0 0 0 0 0,0-1 0 0 0,-1 1 0 0 0,1-1 0 0 0,0 1 1 0 0,0 0-1 0 0,-1 0 0 0 0,1-1 0 0 0,0 1 0 0 0,-1 0 0 0 0,1 0 1 0 0,-1 0-1 0 0,1 0 0 0 0,-1 0 0 0 0,1 0 0 0 0,-1-1 0 0 0,0 1 0 0 0,0 0 1 0 0,1 0-1 0 0,-1 0 0 0 0,0 0 0 0 0,0 2 0 0 0,0 1-55 0 0,0-1 0 0 0,-1 0-1 0 0,0 1 1 0 0,0-1 0 0 0,0 0 0 0 0,0 0-1 0 0,0 1 1 0 0,0-1 0 0 0,-3 3-1 0 0,-1 4-105 0 0,-1-1 0 0 0,-1 0-1 0 0,0 0 1 0 0,-13 13 0 0 0,20-21 166 0 0,-1-1 0 0 0,1 0 0 0 0,-1 0 0 0 0,1 0 0 0 0,-1 1 1 0 0,1-1-1 0 0,0 0 0 0 0,-1 0 0 0 0,1 1 0 0 0,-1-1 0 0 0,1 0 1 0 0,0 1-1 0 0,-1-1 0 0 0,1 1 0 0 0,0-1 0 0 0,-1 1 0 0 0,1-1 0 0 0,0 0 1 0 0,-1 1-1 0 0,1-1 0 0 0,0 1 0 0 0,0-1 0 0 0,0 1 0 0 0,0-1 1 0 0,-1 1-1 0 0,1-1 0 0 0,0 1 0 0 0,0 0 0 0 0,0-1 0 0 0,0 1 1 0 0,0 0-1 0 0,18-3 377 0 0,7-2-2 0 0,-22 4-322 0 0,-1 0 0 0 0,0 0 0 0 0,1 0 0 0 0,-1 0 1 0 0,1 1-1 0 0,-1-1 0 0 0,0 1 0 0 0,1-1 0 0 0,-1 1 0 0 0,0 0 0 0 0,1 0 0 0 0,-1 0 0 0 0,0 0 0 0 0,0 0 0 0 0,0 1 0 0 0,0-1 0 0 0,0 1 1 0 0,0-1-1 0 0,-1 1 0 0 0,1 0 0 0 0,0 0 0 0 0,-1-1 0 0 0,1 1 0 0 0,-1 0 0 0 0,0 0 0 0 0,1 1 0 0 0,-1-1 0 0 0,0 0 0 0 0,0 0 0 0 0,1 5 1 0 0,0 4 30 0 0,-1 0 0 0 0,1 0 0 0 0,-2 1 0 0 0,1-1 0 0 0,-3 16 1 0 0,2-21-83 0 0,-1-4-99 0 0,1 1 1 0 0,0-1 0 0 0,-1 1 0 0 0,0-1 0 0 0,0 0-1 0 0,1 1 1 0 0,-1-1 0 0 0,-1 0 0 0 0,1 0-1 0 0,0 0 1 0 0,0 1 0 0 0,-1-1 0 0 0,1-1 0 0 0,-1 1-1 0 0,0 0 1 0 0,0 0 0 0 0,1-1 0 0 0,-1 1-1 0 0,0-1 1 0 0,0 1 0 0 0,-1-1 0 0 0,1 0-1 0 0,0 0 1 0 0,0 0 0 0 0,-1 0 0 0 0,1 0 0 0 0,0 0-1 0 0,-1-1 1 0 0,1 1 0 0 0,-1-1 0 0 0,-2 1-1 0 0,3-1-335 0 0,-1 0 0 0 0,0 0 0 0 0,1 0 0 0 0,-1 0 0 0 0,0-1-1 0 0,1 1 1 0 0,-1-1 0 0 0,0 1 0 0 0,1-1 0 0 0,-1 0 0 0 0,1 0-1 0 0,0 0 1 0 0,-1-1 0 0 0,1 1 0 0 0,0 0 0 0 0,-1-1 0 0 0,1 1-1 0 0,0-1 1 0 0,-2-2 0 0 0,-5-14-3915 0 0,9 10 2190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1.8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1 126 1416 0 0,'0'-11'1399'0'0,"1"1"0"0"0,1 0 0 0 0,0-1 0 0 0,0 1 0 0 0,1 0 0 0 0,6-14 0 0 0,-8 20-1058 0 0,1 1 0 0 0,-1 1 1 0 0,1-1-1 0 0,0 0 0 0 0,0 0 1 0 0,0 1-1 0 0,0-1 0 0 0,0 1 1 0 0,1-1-1 0 0,-1 1 0 0 0,3-2 1 0 0,-3 3-175 0 0,-1 0 1 0 0,0 1 0 0 0,1-1-1 0 0,-1 0 1 0 0,1 1 0 0 0,0 0-1 0 0,-1-1 1 0 0,1 1-1 0 0,-1 0 1 0 0,1 0 0 0 0,0 0-1 0 0,-1 0 1 0 0,1 0 0 0 0,-1 0-1 0 0,1 0 1 0 0,-1 0 0 0 0,1 1-1 0 0,0-1 1 0 0,-1 1 0 0 0,1-1-1 0 0,-1 1 1 0 0,1-1-1 0 0,1 2 1 0 0,1 1-84 0 0,-1-1-1 0 0,0 1 1 0 0,0 0 0 0 0,0 0 0 0 0,-1 0-1 0 0,1 0 1 0 0,-1 0 0 0 0,1 0-1 0 0,-1 1 1 0 0,0-1 0 0 0,0 1-1 0 0,-1 0 1 0 0,1-1 0 0 0,-1 1-1 0 0,0 0 1 0 0,0 0 0 0 0,0 0-1 0 0,0 0 1 0 0,0 6 0 0 0,0-3-105 0 0,-1 0 0 0 0,0-1 0 0 0,0 1 0 0 0,0 0 0 0 0,-1 0 0 0 0,0-1 0 0 0,0 1 0 0 0,-1 0 0 0 0,1-1 0 0 0,-6 12 0 0 0,5-14 4 0 0,-1 0 1 0 0,0 0-1 0 0,0 0 0 0 0,0-1 1 0 0,0 1-1 0 0,-1-1 0 0 0,0 0 1 0 0,-6 6-1 0 0,8-8 14 0 0,0 0 0 0 0,0 0 0 0 0,0 0 1 0 0,1 0-1 0 0,-1 0 0 0 0,0 0 0 0 0,0 0 0 0 0,0 0 0 0 0,-1-1 0 0 0,1 1 0 0 0,0-1 1 0 0,0 0-1 0 0,0 1 0 0 0,0-1 0 0 0,0 0 0 0 0,0 0 0 0 0,-1-1 0 0 0,1 1 1 0 0,0 0-1 0 0,0-1 0 0 0,0 1 0 0 0,-2-2 0 0 0,8 0 38 0 0,0 1 0 0 0,0-1 0 0 0,0 0-1 0 0,0 1 1 0 0,0 0 0 0 0,1 0 0 0 0,4 0 0 0 0,38-3-330 0 0,47-5 358 0 0,-33 0-9199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3.0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0 2288 0 0,'-2'55'11213'0'0,"-5"30"-8268"0"0,-9 131-3605 0 0,16-208 360 0 0,0 32-576 0 0,0-38 565 0 0,0 0-1 0 0,0 0 1 0 0,0-1 0 0 0,0 1 0 0 0,1 0 0 0 0,-1 0 0 0 0,1-1 0 0 0,-1 1 0 0 0,1 0 0 0 0,0-1-1 0 0,-1 1 1 0 0,1 0 0 0 0,0-1 0 0 0,0 1 0 0 0,0-1 0 0 0,3 3 0 0 0,-4-4 170 0 0,0 0 1 0 0,1 1-1 0 0,-1-1 1 0 0,0 0-1 0 0,0 0 1 0 0,1 0-1 0 0,-1 0 1 0 0,0 0-1 0 0,1 0 1 0 0,-1 0-1 0 0,0 0 1 0 0,0 0-1 0 0,1 0 1 0 0,-1 0 0 0 0,0 0-1 0 0,1 0 1 0 0,-1 0-1 0 0,0 0 1 0 0,0 0-1 0 0,1 0 1 0 0,-1 0-1 0 0,0 0 1 0 0,1 0-1 0 0,-1 0 1 0 0,0-1-1 0 0,0 1 1 0 0,1 0-1 0 0,-1 0 1 0 0,0 0-1 0 0,0-1 1 0 0,0 1-1 0 0,1 0 1 0 0,-1 0 0 0 0,0 0-1 0 0,0-1 1 0 0,6-6-3084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3.4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88 1120 0 0,'1'-5'583'0'0,"0"0"-1"0"0,1-1 1 0 0,0 1 0 0 0,0 0-1 0 0,1 0 1 0 0,-1 0-1 0 0,1 1 1 0 0,0-1 0 0 0,0 1-1 0 0,1-1 1 0 0,-1 1-1 0 0,1 0 1 0 0,0 0 0 0 0,5-3-1 0 0,-7 5-434 0 0,1 0-1 0 0,-1 1 1 0 0,1-1 0 0 0,0 1-1 0 0,0 0 1 0 0,0 0-1 0 0,-1 0 1 0 0,1 0 0 0 0,0 0-1 0 0,0 1 1 0 0,0-1 0 0 0,1 1-1 0 0,-1 0 1 0 0,0 0-1 0 0,0 0 1 0 0,0 0 0 0 0,0 1-1 0 0,0-1 1 0 0,0 1-1 0 0,0 0 1 0 0,0-1 0 0 0,0 1-1 0 0,-1 1 1 0 0,1-1 0 0 0,0 0-1 0 0,0 1 1 0 0,3 2-1 0 0,-4-2-69 0 0,0 0-1 0 0,0 0 1 0 0,0 0 0 0 0,0 1-1 0 0,-1-1 1 0 0,1 1-1 0 0,-1 0 1 0 0,1-1-1 0 0,-1 1 1 0 0,0 0 0 0 0,0 0-1 0 0,0 0 1 0 0,0 0-1 0 0,-1-1 1 0 0,1 1 0 0 0,-1 0-1 0 0,0 0 1 0 0,1 0-1 0 0,-2 0 1 0 0,1 1-1 0 0,0-1 1 0 0,0-1 0 0 0,-1 1-1 0 0,-1 5 1 0 0,-2 12 81 0 0,-2-1 0 0 0,-10 28 0 0 0,12-38-74 0 0,-5 13-115 0 0,0 0 0 0 0,-16 25 0 0 0,20-39-753 0 0,-1 0 0 0 0,1-1 0 0 0,-1 1 0 0 0,-14 12 0 0 0,20-20 651 0 0,0 0-1 0 0,0 0 1 0 0,0 0-1 0 0,0 1 1 0 0,-1-1-1 0 0,1 0 0 0 0,0 0 1 0 0,0 0-1 0 0,0 0 1 0 0,0 0-1 0 0,-1 0 1 0 0,1 1-1 0 0,0-1 1 0 0,0 0-1 0 0,-1 0 0 0 0,1 0 1 0 0,0 0-1 0 0,0 0 1 0 0,0 0-1 0 0,-1 0 1 0 0,1 0-1 0 0,0 0 1 0 0,0 0-1 0 0,-1 0 1 0 0,1 0-1 0 0,0 0 0 0 0,0 0 1 0 0,-1 0-1 0 0,1 0 1 0 0,0 0-1 0 0,0 0 1 0 0,0-1-1 0 0,-1 1 1 0 0,1 0-1 0 0,0 0 0 0 0,0 0 1 0 0,0 0-1 0 0,-1 0 1 0 0,1-1-1 0 0,0 1 1 0 0,0 0-1 0 0,0 0 1 0 0,0 0-1 0 0,-1 0 0 0 0,1-1 1 0 0,0 1-1 0 0,0 0 1 0 0,0 0-1 0 0,0 0 1 0 0,0-1-1 0 0,0 1 1 0 0,0 0-1 0 0,0 0 0 0 0,0-1 1 0 0,0 1-1 0 0,0 0 1 0 0,0 0-1 0 0,0-1 1 0 0,0 1-1 0 0,0 0 1 0 0,0-7-3168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4.0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44 2753 0 0,'-1'-1'313'0'0,"1"0"1"0"0,0 0 0 0 0,0 0 0 0 0,0 0 0 0 0,0 0-1 0 0,0 0 1 0 0,0 0 0 0 0,0 0 0 0 0,0 0 0 0 0,1 0-1 0 0,-1 0 1 0 0,0 0 0 0 0,1 0 0 0 0,-1 0 0 0 0,0 0-1 0 0,1 0 1 0 0,-1 1 0 0 0,1-1 0 0 0,-1 0 0 0 0,1 0-1 0 0,1-1 1 0 0,22-15 2189 0 0,-23 16-2473 0 0,0 1 0 0 0,1-1-1 0 0,-1 1 1 0 0,0-1 0 0 0,0 1-1 0 0,1-1 1 0 0,-1 1 0 0 0,0 0-1 0 0,1-1 1 0 0,-1 1 0 0 0,0 0-1 0 0,1 0 1 0 0,-1 0 0 0 0,0 0-1 0 0,1 0 1 0 0,-1 0 0 0 0,0 1 0 0 0,1-1-1 0 0,-1 0 1 0 0,0 1 0 0 0,0-1-1 0 0,1 1 1 0 0,-1-1 0 0 0,0 1-1 0 0,0 0 1 0 0,0-1 0 0 0,1 1-1 0 0,-1 0 1 0 0,0 0 0 0 0,0 0-1 0 0,0 0 1 0 0,-1 0 0 0 0,1 0-1 0 0,0 0 1 0 0,0 0 0 0 0,0 0-1 0 0,-1 0 1 0 0,1 1 0 0 0,-1-1 0 0 0,2 2-1 0 0,-2 4-89 0 0,1-1-1 0 0,-1 0 1 0 0,0 1-1 0 0,-1-1 1 0 0,1 0-1 0 0,-1 0 1 0 0,-1 0-1 0 0,1 1 1 0 0,-1-1-1 0 0,0 0 1 0 0,0-1-1 0 0,-1 1 1 0 0,0 0-1 0 0,0-1 1 0 0,0 1-1 0 0,0-1 1 0 0,-1 0-1 0 0,-6 7 1 0 0,54-76-226 0 0,-42 62 430 0 0,1-1 0 0 0,-1 1 0 0 0,1 0 1 0 0,-1 0-1 0 0,1 0 0 0 0,0 0 0 0 0,0 0 0 0 0,0 1 0 0 0,0-1 0 0 0,0 1 0 0 0,0 0 0 0 0,0 0 0 0 0,1 0 0 0 0,3-1 1 0 0,-6 2-91 0 0,0 0 0 0 0,0 0 1 0 0,0 0-1 0 0,0 0 0 0 0,0 1 1 0 0,0-1-1 0 0,0 0 0 0 0,-1 0 1 0 0,1 1-1 0 0,0-1 1 0 0,0 0-1 0 0,0 1 0 0 0,0-1 1 0 0,-1 0-1 0 0,1 1 0 0 0,0 0 1 0 0,0-1-1 0 0,-1 1 0 0 0,1-1 1 0 0,0 1-1 0 0,0 0 1 0 0,0 1-12 0 0,0 0 1 0 0,0-1 0 0 0,-1 1-1 0 0,1 0 1 0 0,-1 0 0 0 0,1 0-1 0 0,-1-1 1 0 0,1 1 0 0 0,-1 0 0 0 0,0 0-1 0 0,0 0 1 0 0,0 0 0 0 0,0 0-1 0 0,0 2 1 0 0,-17 84 491 0 0,0-4-5675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5.0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87 1928 0 0,'-2'-1'374'0'0,"1"1"-1"0"0,0-1 0 0 0,0 0 0 0 0,0 0 1 0 0,0 0-1 0 0,1 0 0 0 0,-1 0 0 0 0,0 0 0 0 0,0 0 1 0 0,0-1-1 0 0,1 1 0 0 0,-1 0 0 0 0,1 0 0 0 0,-1 0 1 0 0,1-1-1 0 0,-1 1 0 0 0,1 0 0 0 0,0-1 1 0 0,0 1-1 0 0,-1 0 0 0 0,1-2 0 0 0,1 1-159 0 0,1 0-1 0 0,-1-1 1 0 0,0 1 0 0 0,1 0-1 0 0,-1 1 1 0 0,1-1-1 0 0,0 0 1 0 0,0 0 0 0 0,0 1-1 0 0,3-3 1 0 0,0-1-224 0 0,0 1 287 0 0,1 0 0 0 0,-1 0 0 0 0,1 0 0 0 0,0 1 0 0 0,0-1 1 0 0,0 1-1 0 0,8-2 0 0 0,-13 4-228 0 0,0 1-1 0 0,0 0 1 0 0,0 0 0 0 0,0-1 0 0 0,0 1-1 0 0,0 0 1 0 0,0 0 0 0 0,1 0-1 0 0,-1 0 1 0 0,0 0 0 0 0,0 1 0 0 0,0-1-1 0 0,0 0 1 0 0,0 0 0 0 0,0 1-1 0 0,0-1 1 0 0,0 0 0 0 0,0 1 0 0 0,-1-1-1 0 0,1 1 1 0 0,1 0 0 0 0,-1 0-24 0 0,0 1 1 0 0,0-1 0 0 0,0 1-1 0 0,-1-1 1 0 0,1 1-1 0 0,0-1 1 0 0,-1 1 0 0 0,1-1-1 0 0,-1 1 1 0 0,0-1-1 0 0,0 1 1 0 0,1 0 0 0 0,-1-1-1 0 0,0 1 1 0 0,0 0-1 0 0,0-1 1 0 0,-1 1 0 0 0,1 2-1 0 0,-3 10-246 0 0,1-1 1 0 0,-1 1-1 0 0,-1-1 0 0 0,-1 0 1 0 0,0 0-1 0 0,0-1 0 0 0,-1 1 0 0 0,-1-1 1 0 0,0 0-1 0 0,-1-1 0 0 0,0 0 1 0 0,-1 0-1 0 0,-15 15 0 0 0,48-80-482 0 0,-22 51 809 0 0,0 0 0 0 0,0 0 0 0 0,0 1 1 0 0,1-1-1 0 0,-1 1 0 0 0,1 0 0 0 0,-1 0 0 0 0,1-1 0 0 0,0 2 0 0 0,0-1 0 0 0,0 0 0 0 0,0 1 0 0 0,0-1 0 0 0,0 1 0 0 0,0 0 0 0 0,1 0 0 0 0,-1 0 0 0 0,0 0 0 0 0,4 0 0 0 0,6 1 36 0 0,-1 0 0 0 0,0 0-1 0 0,0 1 1 0 0,14 3 0 0 0,26 1-7329 0 0,-91-2-565 0 0,7 7 9480 0 0,29-8-1374 0 0,1-1 0 0 0,0 1 0 0 0,0 0 0 0 0,-1-1 0 0 0,1 1 0 0 0,1 0 0 0 0,-1 0 0 0 0,0 1 0 0 0,0-1 0 0 0,1 0 0 0 0,-1 0 0 0 0,1 1 0 0 0,0-1 0 0 0,0 1 0 0 0,0-1 0 0 0,0 1 0 0 0,0 0 0 0 0,1-1 0 0 0,-1 1 0 0 0,1 0 0 0 0,-1 0 0 0 0,1-1 0 0 0,0 1 0 0 0,0 3 0 0 0,0 8-283 0 0,-1-1-1 0 0,-1 0 1 0 0,0 0-1 0 0,-4 13 0 0 0,-14 21-4206 0 0,7-42-578 0 0,-14-8 7871 0 0,19-4 2937 0 0,32 4-2583 0 0,-11 2-3465 0 0,1 0 0 0 0,-1-1 0 0 0,1 0 0 0 0,-1-1 1 0 0,0-1-1 0 0,0 0 0 0 0,14-6 0 0 0,47-25-9800 0 0,-72 34 9410 0 0,3 1-1706 0 0,6 9-413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5.3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14 1080 0 0,'-2'2'425'0'0,"0"1"-1"0"0,0 0 1 0 0,0 1-1 0 0,0-1 1 0 0,1 0-1 0 0,-1 0 1 0 0,1 1-1 0 0,0-1 1 0 0,0 1-1 0 0,0-1 1 0 0,0 1-1 0 0,1-1 1 0 0,0 1-1 0 0,-1 0 1 0 0,1-1-1 0 0,0 1 1 0 0,1-1-1 0 0,-1 1 1 0 0,1 0-1 0 0,1 6 1 0 0,-1-9-358 0 0,-1 0 1 0 0,1 0 0 0 0,-1 1-1 0 0,1-1 1 0 0,0 0 0 0 0,0 0-1 0 0,-1 0 1 0 0,1 0 0 0 0,0 0-1 0 0,0 0 1 0 0,0 0 0 0 0,0-1-1 0 0,0 1 1 0 0,0 0 0 0 0,0 0-1 0 0,1-1 1 0 0,-1 1 0 0 0,0-1-1 0 0,0 1 1 0 0,0-1 0 0 0,1 1-1 0 0,0-1 1 0 0,1 0 23 0 0,0 0 0 0 0,-1 0-1 0 0,1 0 1 0 0,0 0 0 0 0,-1-1 0 0 0,1 1 0 0 0,-1-1-1 0 0,1 0 1 0 0,-1 0 0 0 0,1 0 0 0 0,-1 0 0 0 0,0 0 0 0 0,0-1-1 0 0,1 1 1 0 0,2-3 0 0 0,-1 0 97 0 0,1 0-1 0 0,-1 0 0 0 0,0 0 1 0 0,0-1-1 0 0,-1 1 1 0 0,0-1-1 0 0,1 0 1 0 0,-2 0-1 0 0,1 0 1 0 0,2-5-1 0 0,-4 9-170 0 0,-1-1 0 0 0,0 1 0 0 0,1 0 1 0 0,-1 0-1 0 0,1 0 0 0 0,-1 0 0 0 0,0 0 0 0 0,0-1 0 0 0,0 1 0 0 0,0 0 0 0 0,0 0 1 0 0,0 0-1 0 0,0-1 0 0 0,0 1 0 0 0,0 0 0 0 0,0 0 0 0 0,-1 0 0 0 0,1 0 1 0 0,0-1-1 0 0,-1 1 0 0 0,1 0 0 0 0,-1 0 0 0 0,1 0 0 0 0,-1 0 0 0 0,0 0 0 0 0,1 0 1 0 0,-1 0-1 0 0,0 0 0 0 0,0 0 0 0 0,0 1 0 0 0,0-1 0 0 0,0 0 0 0 0,0 0 1 0 0,0 1-1 0 0,0-1 0 0 0,0 1 0 0 0,0-1 0 0 0,0 1 0 0 0,0-1 0 0 0,0 1 0 0 0,0-1 1 0 0,0 1-1 0 0,-1 0 0 0 0,1 0 0 0 0,0 0 0 0 0,0 0 0 0 0,0 0 0 0 0,-1 0 1 0 0,1 0-1 0 0,0 0 0 0 0,0 0 0 0 0,-3 1 0 0 0,-27 5-749 0 0,-4 0-4851 0 0,35-6 5419 0 0,0 0-1 0 0,0 0 1 0 0,-1-1-1 0 0,1 1 0 0 0,0 0 1 0 0,0-1-1 0 0,0 1 1 0 0,0 0-1 0 0,0-1 1 0 0,0 1-1 0 0,0 0 0 0 0,0-1 1 0 0,0 1-1 0 0,0 0 1 0 0,0-1-1 0 0,0 1 0 0 0,0 0 1 0 0,0-1-1 0 0,0 1 1 0 0,0 0-1 0 0,0-1 1 0 0,0 1-1 0 0,0 0 0 0 0,1-1 1 0 0,-1 1-1 0 0,0 0 1 0 0,0 0-1 0 0,0-1 0 0 0,1 1 1 0 0,-1 0-1 0 0,0 0 1 0 0,0-1-1 0 0,1 1 1 0 0,5-2-2356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6.1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68 2633 0 0,'3'-6'7856'0'0,"16"-8"-5839"0"0,23-11-932 0 0,-36 22-699 0 0,32-13 701 0 0,-36 16-1019 0 0,-1-1-1 0 0,0 1 1 0 0,1-1-1 0 0,-1 1 1 0 0,1-1-1 0 0,-1 1 1 0 0,1 0-1 0 0,0-1 1 0 0,-1 1-1 0 0,1 0 1 0 0,-1 0 0 0 0,1 0-1 0 0,-1 1 1 0 0,1-1-1 0 0,-1 0 1 0 0,1 1-1 0 0,-1-1 1 0 0,1 0-1 0 0,-1 1 1 0 0,2 0-1 0 0,-2 1-22 0 0,-1-1-1 0 0,0 0 1 0 0,1 1-1 0 0,-1-1 1 0 0,0 1-1 0 0,0-1 1 0 0,0 0-1 0 0,0 1 1 0 0,0-1-1 0 0,0 1 1 0 0,0-1-1 0 0,-1 0 1 0 0,1 1-1 0 0,0-1 1 0 0,-1 1-1 0 0,1-1 1 0 0,-1 0-1 0 0,1 0 0 0 0,-1 1 1 0 0,0-1-1 0 0,0 0 1 0 0,1 0-1 0 0,-3 2 1 0 0,-20 29 174 0 0,-1-8-89 0 0,19-19-144 0 0,-1-1-1 0 0,1 1 0 0 0,1 0 1 0 0,-1 1-1 0 0,1-1 1 0 0,0 1-1 0 0,0 0 0 0 0,-5 11 1 0 0,9-17 8 0 0,0 0 0 0 0,0 1 0 0 0,0-1 0 0 0,0 0 0 0 0,0 1 0 0 0,0-1 0 0 0,0 0 0 0 0,0 1 0 0 0,0-1 0 0 0,0 0 0 0 0,0 1 0 0 0,0-1 0 0 0,0 0 0 0 0,0 1 0 0 0,0-1 0 0 0,0 0 0 0 0,0 0 0 0 0,0 1 0 0 0,0-1 0 0 0,1 0 0 0 0,-1 1 0 0 0,0-1 0 0 0,0 0 0 0 0,0 0 0 0 0,0 1 0 0 0,1-1 0 0 0,-1 0 0 0 0,0 0 0 0 0,0 1 0 0 0,1-1 0 0 0,-1 0 0 0 0,0 0 0 0 0,0 0 0 0 0,1 0 0 0 0,-1 1 0 0 0,0-1 0 0 0,1 0 0 0 0,-1 0 0 0 0,0 0 0 0 0,1 0 0 0 0,19 0-56 0 0,16-9 80 0 0,-22 5-19 0 0,0-1-1 0 0,-1-1 0 0 0,0 0 1 0 0,0-1-1 0 0,0 0 0 0 0,17-14 0 0 0,-32 22-113 0 0,0-1 0 0 0,0 0 0 0 0,0 1 0 0 0,0-1 0 0 0,-1 1 0 0 0,2 0-1 0 0,-1 0 1 0 0,0 0 0 0 0,0 0 0 0 0,0 0 0 0 0,0 0 0 0 0,1 0 0 0 0,-1 1 0 0 0,-2 1-1 0 0,-7 13 229 0 0,1 0-1 0 0,0 1 0 0 0,2 0 0 0 0,-1 1 0 0 0,2 0 1 0 0,-10 37-1 0 0,17-54-281 0 0,-1 0 0 0 0,1 0 0 0 0,0 0 0 0 0,0 0 0 0 0,-1 0 0 0 0,1 0 0 0 0,0 0 0 0 0,0 0 0 0 0,0 0 0 0 0,0 0-1 0 0,0 0 1 0 0,0 0 0 0 0,0 0 0 0 0,1 0 0 0 0,-1 1 0 0 0,0-1 0 0 0,1 0 0 0 0,-1 0 0 0 0,1 0 0 0 0,-1 0 0 0 0,1-1 0 0 0,-1 1 0 0 0,1 0 0 0 0,-1 0 0 0 0,1 0 0 0 0,0 0 0 0 0,0 0 0 0 0,-1-1 0 0 0,1 1 0 0 0,0 0 0 0 0,0-1 0 0 0,0 1 0 0 0,0-1 0 0 0,0 1 0 0 0,0-1 0 0 0,0 1 0 0 0,0-1 0 0 0,0 1-1 0 0,0-1 1 0 0,0 0 0 0 0,0 0 0 0 0,1 0 0 0 0,0 0-61 0 0,0 0-1 0 0,0 0 1 0 0,0 0 0 0 0,0-1-1 0 0,0 1 1 0 0,0-1-1 0 0,0 0 1 0 0,0 1 0 0 0,0-1-1 0 0,-1 0 1 0 0,1 0-1 0 0,0 0 1 0 0,-1-1 0 0 0,1 1-1 0 0,-1 0 1 0 0,1 0-1 0 0,-1-1 1 0 0,1 1-1 0 0,-1-1 1 0 0,0 1 0 0 0,0-1-1 0 0,2-3 1 0 0,2-9-397 0 0,-1 0 1 0 0,-1 0-1 0 0,0 0 0 0 0,1-18 1 0 0,0 12 8324 0 0,-3 24-7483 0 0,3 7 264 0 0,-1 1 0 0 0,-1 0 1 0 0,0 0-1 0 0,0 0 0 0 0,-1 24 0 0 0,-2-32-500 0 0,0 0 1 0 0,0 0-1 0 0,0-1 1 0 0,0 1-1 0 0,0 0 1 0 0,-1 0-1 0 0,0-1 0 0 0,0 1 1 0 0,0-1-1 0 0,0 1 1 0 0,0-1-1 0 0,-1 0 0 0 0,1 0 1 0 0,-1 0-1 0 0,0 0 1 0 0,0 0-1 0 0,0-1 0 0 0,0 1 1 0 0,-1-1-1 0 0,1 0 1 0 0,-1 0-1 0 0,-3 2 0 0 0,-1 0 17 0 0,-1 0 0 0 0,1 0 0 0 0,-1-1 0 0 0,0 0 0 0 0,0 0 0 0 0,0-1 0 0 0,0 0 0 0 0,-1-1 0 0 0,-18 1 0 0 0,79-24 5043 0 0,40 3-3870 0 0,-30 9-7259 0 0,-45 1 46 0 0,-8 5 2160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6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 4033 0 0,'1'-1'4257'0'0,"1"1"-2865"0"0,0 0-312 0 0,2 1-368 0 0,-2 1-279 0 0,1 0-225 0 0,-1 0-144 0 0,1 0-152 0 0,1 0-200 0 0,0 0-313 0 0,0 2-367 0 0,-1-1-376 0 0,0-1-320 0 0,-1 1-129 0 0,-1-1-15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26.9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 3361 0 0,'-1'4'1824'0'0,"-1"3"-344"0"0,-1 2-159 0 0,2-2-281 0 0,0-2-184 0 0,0 1-232 0 0,1-1-144 0 0,-1-1-128 0 0,-1 0-176 0 0,1 0-168 0 0,0-1-304 0 0,1 0-488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0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1744 0 0,'-13'55'4911'0'0,"12"7"-3517"0"0,16 56-1211 0 0,-15-117-143 0 0,8 33-63 0 0,-8-33 75 0 0,0 0-1 0 0,0 0 1 0 0,0 0 0 0 0,0 0 0 0 0,0-1-1 0 0,1 1 1 0 0,-1 0 0 0 0,0 0-1 0 0,0 0 1 0 0,1 0 0 0 0,-1-1-1 0 0,1 1 1 0 0,-1 0 0 0 0,1 0 0 0 0,-1-1-1 0 0,1 1 1 0 0,-1 0 0 0 0,1-1-1 0 0,0 1 1 0 0,-1 0 0 0 0,1-1-1 0 0,0 1 1 0 0,0-1 0 0 0,-1 1 0 0 0,1-1-1 0 0,0 0 1 0 0,0 1 0 0 0,0-1-1 0 0,0 0 1 0 0,-1 1 0 0 0,3-1-1 0 0,0-3 137 0 0,0 0-1 0 0,0 0 1 0 0,0 0 0 0 0,-1-1-1 0 0,1 1 1 0 0,-1-1-1 0 0,0 0 1 0 0,0 1-1 0 0,0-1 1 0 0,-1 0-1 0 0,2-5 1 0 0,8-15 267 0 0,-10 23-414 0 0,-1 0-1 0 0,0 0 0 0 0,1 0 1 0 0,-1 0-1 0 0,1 1 0 0 0,0-1 0 0 0,-1 0 1 0 0,1 0-1 0 0,-1 1 0 0 0,1-1 1 0 0,0 0-1 0 0,0 1 0 0 0,-1-1 0 0 0,1 0 1 0 0,0 1-1 0 0,0-1 0 0 0,0 1 1 0 0,0 0-1 0 0,-1-1 0 0 0,1 1 0 0 0,0 0 1 0 0,0-1-1 0 0,0 1 0 0 0,0 0 1 0 0,0 0-1 0 0,0 0 0 0 0,2 0 0 0 0,-2 0 11 0 0,0 1 0 0 0,0 0 0 0 0,1 0-1 0 0,-1 0 1 0 0,0 0 0 0 0,0 0 0 0 0,-1 0-1 0 0,1 0 1 0 0,0 0 0 0 0,0 0 0 0 0,0 0-1 0 0,-1 1 1 0 0,1-1 0 0 0,-1 0-1 0 0,1 1 1 0 0,0 1 0 0 0,2 6 102 0 0,-1 1 1 0 0,0-1-1 0 0,0 1 1 0 0,0 15-1 0 0,-9 57 156 0 0,6-76-685 0 0,0 0 0 0 0,0 0-1 0 0,-1 0 1 0 0,0-1 0 0 0,0 1 0 0 0,0-1-1 0 0,-1 1 1 0 0,0-1 0 0 0,0 0 0 0 0,0 0-1 0 0,-7 8 1 0 0,9-12 131 0 0,0 0-1 0 0,0-1 1 0 0,0 1-1 0 0,0-1 1 0 0,0 1-1 0 0,0-1 1 0 0,0 0 0 0 0,0 1-1 0 0,0-1 1 0 0,0 0-1 0 0,0 0 1 0 0,0 1 0 0 0,0-1-1 0 0,0 0 1 0 0,-1 0-1 0 0,1 0 1 0 0,0-1-1 0 0,0 1 1 0 0,0 0 0 0 0,0 0-1 0 0,0 0 1 0 0,0-1-1 0 0,0 1 1 0 0,0-1-1 0 0,0 1 1 0 0,0-1 0 0 0,0 1-1 0 0,0-1 1 0 0,0 1-1 0 0,1-1 1 0 0,-1 0-1 0 0,-1-1 1 0 0,-6-4-2265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0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41 3825 0 0,'0'-2'564'0'0,"0"0"0"0"0,1 0 1 0 0,-1 0-1 0 0,1 1 0 0 0,-1-1 0 0 0,1 0 0 0 0,0 0 1 0 0,0 1-1 0 0,-1-1 0 0 0,1 1 0 0 0,0-1 1 0 0,2-2-1 0 0,18-6 3269 0 0,-14 9-3967 0 0,1 1 0 0 0,0-1-1 0 0,-1 2 1 0 0,1-1 0 0 0,10 3 0 0 0,-12-2-1215 0 0,1 0 1 0 0,-1 0-1 0 0,1-1 1 0 0,-1 0 0 0 0,1 0-1 0 0,11-2 1 0 0,-5-2-595 0 0,0 0-311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1.0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42 3449 0 0,'0'-1'388'0'0,"0"-1"1"0"0,1 1 0 0 0,-1-1-1 0 0,0 1 1 0 0,0-1 0 0 0,1 1-1 0 0,-1-1 1 0 0,1 1-1 0 0,-1 0 1 0 0,1-1 0 0 0,0 1-1 0 0,0 0 1 0 0,-1-1 0 0 0,1 1-1 0 0,0 0 1 0 0,0 0-1 0 0,0 0 1 0 0,0-1 0 0 0,0 1-1 0 0,1 1 1 0 0,1-3 0 0 0,-1 2-113 0 0,1-1 0 0 0,0 1 1 0 0,0 0-1 0 0,0 0 0 0 0,0 0 1 0 0,0 0-1 0 0,0 0 0 0 0,0 0 0 0 0,0 1 1 0 0,5 0-1 0 0,-5-1-228 0 0,0 1 0 0 0,0 0-1 0 0,0 0 1 0 0,0 0 0 0 0,0 1 0 0 0,1-1-1 0 0,-1 1 1 0 0,0-1 0 0 0,0 1 0 0 0,0 0 0 0 0,0 0-1 0 0,-1 1 1 0 0,1-1 0 0 0,0 1 0 0 0,0-1-1 0 0,-1 1 1 0 0,1 0 0 0 0,-1 0 0 0 0,1 0-1 0 0,-1 0 1 0 0,0 0 0 0 0,4 5 0 0 0,-4-1-31 0 0,0 1 1 0 0,0-1 0 0 0,-1 0-1 0 0,0 1 1 0 0,0-1 0 0 0,0 1-1 0 0,-1-1 1 0 0,0 1 0 0 0,0 0-1 0 0,-2 8 1 0 0,1-10-95 0 0,1-1 0 0 0,-1 1 0 0 0,0 0 0 0 0,-1 0 0 0 0,1-1 0 0 0,-1 1 0 0 0,0 0 0 0 0,0-1 0 0 0,0 0 0 0 0,-1 1 0 0 0,1-1 0 0 0,-1 0 1 0 0,0 0-1 0 0,-5 5 0 0 0,10-13-246 0 0,-2 2 372 0 0,1 0 0 0 0,0-1 1 0 0,1 1-1 0 0,-1 0 0 0 0,0 0 1 0 0,0 0-1 0 0,1 1 0 0 0,0-1 1 0 0,-1 0-1 0 0,1 0 1 0 0,0 1-1 0 0,-1-1 0 0 0,1 1 1 0 0,3-2-1 0 0,-2 2 52 0 0,0-1-1 0 0,0 1 1 0 0,0 0 0 0 0,0 0-1 0 0,0 0 1 0 0,0 1-1 0 0,0-1 1 0 0,0 1 0 0 0,1 0-1 0 0,-1 0 1 0 0,0 0 0 0 0,0 0-1 0 0,0 0 1 0 0,1 1-1 0 0,-1-1 1 0 0,0 1 0 0 0,5 1-1 0 0,-7 0-46 0 0,1-1-1 0 0,-1 0 0 0 0,0 0 0 0 0,1 0 0 0 0,-1 1 1 0 0,0-1-1 0 0,0 1 0 0 0,0-1 0 0 0,0 1 0 0 0,0-1 1 0 0,0 1-1 0 0,0-1 0 0 0,0 1 0 0 0,-1 0 1 0 0,1 0-1 0 0,-1-1 0 0 0,1 1 0 0 0,-1 0 0 0 0,0 0 1 0 0,0-1-1 0 0,0 1 0 0 0,0 0 0 0 0,0 0 0 0 0,0 0 1 0 0,0 0-1 0 0,0-1 0 0 0,-1 1 0 0 0,1 0 0 0 0,-1 0 1 0 0,0-1-1 0 0,0 3 0 0 0,-5 14-124 0 0,0 0-1 0 0,-1-1 1 0 0,-13 23 0 0 0,16-33-662 0 0,0 0 0 0 0,-1 0 0 0 0,0 0 0 0 0,0-1 1 0 0,-12 11-1 0 0,29-46-7766 0 0,1-3 5643 0 0,-4 16 1389 0 0,2 3 31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1.4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88 2673 0 0,'-7'-30'8655'0'0,"9"7"-4719"0"0,-1 21-3862 0 0,0 0 1 0 0,1 0-1 0 0,-1 0 0 0 0,1 0 1 0 0,0 0-1 0 0,-1 0 0 0 0,1 1 1 0 0,0-1-1 0 0,0 1 0 0 0,0-1 1 0 0,0 1-1 0 0,0-1 0 0 0,1 1 1 0 0,-1 0-1 0 0,0 0 0 0 0,0 0 1 0 0,1 1-1 0 0,-1-1 0 0 0,1 1 1 0 0,2-1-1 0 0,-3 0-31 0 0,0 0 0 0 0,0 0 0 0 0,0 1 0 0 0,0-1 0 0 0,0 1 0 0 0,1-1-1 0 0,-1 1 1 0 0,0 0 0 0 0,0 0 0 0 0,0 0 0 0 0,1 0 0 0 0,-1 0 0 0 0,0 0 0 0 0,0 1 0 0 0,0-1 0 0 0,0 1 0 0 0,0 0 0 0 0,0-1 0 0 0,1 1 0 0 0,-1 0-1 0 0,-1 0 1 0 0,1 0 0 0 0,0 1 0 0 0,0-1 0 0 0,0 0 0 0 0,-1 1 0 0 0,1-1 0 0 0,0 1 0 0 0,-1-1 0 0 0,0 1 0 0 0,1 0 0 0 0,-1 0 0 0 0,0-1 0 0 0,0 1-1 0 0,0 0 1 0 0,0 0 0 0 0,0 0 0 0 0,0 0 0 0 0,-1 1 0 0 0,1-1 0 0 0,0 3 0 0 0,0 2 86 0 0,0 0 0 0 0,-1-1 0 0 0,0 1-1 0 0,0 0 1 0 0,0-1 0 0 0,-1 1 0 0 0,0 0 0 0 0,-1-1 0 0 0,1 1-1 0 0,-1-1 1 0 0,0 0 0 0 0,-5 11 0 0 0,3-11-164 0 0,0 0-1 0 0,-1 0 1 0 0,1-1 0 0 0,-1 1 0 0 0,-7 5-1 0 0,-12 15-112 0 0,82-30 541 0 0,-5-4-530 0 0,26-2-1902 0 0,-53 9-2980 0 0,1 3-3777 0 0,-21-2 5107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1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68 4049 0 0,'3'0'7551'0'0,"5"-1"-3639"0"0,42-3-2555 0 0,-37 2-1536 0 0,101-17 587 0 0,-78 9-2948 0 0,-1-3-3288 0 0,-21 1 473 0 0,-7 6 2556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2.2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4457 0 0,'1'33'8566'0'0,"2"1"-6428"0"0,1 25-1989 0 0,-5-17-213 0 0,3 40-946 0 0,-2-75 130 0 0,1-1 0 0 0,1 0 1 0 0,-1 0-1 0 0,1 0 1 0 0,4 11-1 0 0,1-9-3737 0 0,-3-7 1380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4.7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74 4281 0 0,'-1'0'357'0'0,"-1"-1"0"0"0,1 1 0 0 0,0-1 0 0 0,-1 1 1 0 0,1-1-1 0 0,-1 0 0 0 0,1 0 0 0 0,0 0 0 0 0,-1 0 0 0 0,1 1 0 0 0,0-2 1 0 0,0 1-1 0 0,0 0 0 0 0,0 0 0 0 0,0 0 0 0 0,0 0 0 0 0,0-1 0 0 0,0 1 1 0 0,0 0-1 0 0,1-1 0 0 0,-1 1 0 0 0,1-1 0 0 0,-1 1 0 0 0,1-1 0 0 0,-1 1 1 0 0,1-1-1 0 0,0 1 0 0 0,-1-1 0 0 0,1 1 0 0 0,0-1 0 0 0,0 0 0 0 0,0 1 1 0 0,1-3-1 0 0,0 2-140 0 0,0 0 0 0 0,1 0 0 0 0,-1 1 0 0 0,1-1 0 0 0,-1 0 0 0 0,1 1 0 0 0,0-1 0 0 0,-1 1 0 0 0,1-1 0 0 0,0 1 0 0 0,0 0 1 0 0,0-1-1 0 0,0 1 0 0 0,0 0 0 0 0,0 1 0 0 0,0-1 0 0 0,1 0 0 0 0,-1 1 0 0 0,0-1 0 0 0,0 1 0 0 0,5-1 0 0 0,1 0-27 0 0,-1 0-70 0 0,1 0 1 0 0,0 0-1 0 0,-1 1 0 0 0,1-1 1 0 0,0 2-1 0 0,9 1 0 0 0,-15-2-116 0 0,0 1-1 0 0,-1-1 1 0 0,1 1-1 0 0,0 0 0 0 0,-1-1 1 0 0,1 1-1 0 0,-1 0 1 0 0,0 0-1 0 0,1 0 1 0 0,-1 0-1 0 0,0 1 0 0 0,1-1 1 0 0,-1 0-1 0 0,0 0 1 0 0,0 1-1 0 0,0-1 0 0 0,0 1 1 0 0,0-1-1 0 0,0 1 1 0 0,-1-1-1 0 0,1 1 0 0 0,0-1 1 0 0,-1 1-1 0 0,0 0 1 0 0,1-1-1 0 0,-1 1 1 0 0,0 0-1 0 0,1-1 0 0 0,-1 1 1 0 0,0 0-1 0 0,0 0 1 0 0,-1-1-1 0 0,1 4 0 0 0,-2 10-99 0 0,0-1 0 0 0,-1 0 0 0 0,-1 0 0 0 0,0 0 0 0 0,-1 0 0 0 0,0-1 0 0 0,-1 0 0 0 0,0 0-1 0 0,-1 0 1 0 0,-1-1 0 0 0,0 0 0 0 0,0 0 0 0 0,-16 15 0 0 0,14-21-21 0 0,8-9 195 0 0,2 2-65 0 0,1 0 0 0 0,0 0 0 0 0,-1 0 0 0 0,1 0 0 0 0,0 0 0 0 0,0 1 0 0 0,0-1 0 0 0,-1 0 0 0 0,1 1 0 0 0,0-1 0 0 0,0 1 0 0 0,0-1 0 0 0,0 1 0 0 0,0-1 0 0 0,0 1 0 0 0,0-1 0 0 0,1 1 0 0 0,-1 0 0 0 0,0 0 1 0 0,2-1-1 0 0,15 0 13 0 0,0 1 1 0 0,33 4-1 0 0,14-1-4138 0 0,-56-3 1969 0 0,-1 0 0 0 0,0-1 0 0 0,0-1-1 0 0,1 1 1 0 0,14-6 0 0 0,-14 5-1162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5.0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5945 0 0,'1'0'363'0'0,"0"0"1"0"0,0 0-1 0 0,-1 0 0 0 0,1 0 0 0 0,0 1 1 0 0,0-1-1 0 0,-1 0 0 0 0,1 0 0 0 0,0 1 1 0 0,-1-1-1 0 0,1 1 0 0 0,0-1 0 0 0,-1 0 0 0 0,1 1 1 0 0,0-1-1 0 0,-1 1 0 0 0,1-1 0 0 0,-1 1 1 0 0,1 0-1 0 0,-1-1 0 0 0,1 1 0 0 0,-1 0 1 0 0,0-1-1 0 0,1 2 0 0 0,6 24 2257 0 0,-8 24-2362 0 0,-4-16-428 0 0,-1 30-2475 0 0,13-26-5620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5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0 2577 0 0,'-6'4'7176'0'0,"3"10"-4325"0"0,2 20-2224 0 0,1-28 42 0 0,-1 15-601 0 0,-1 65 730 0 0,5-28-7113 0 0,-4-51 858 0 0,2-4 2863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5.9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2577 0 0,'7'0'8446'0'0,"10"-3"-4248"0"0,20-3-3613 0 0,-33 5-1027 0 0,1 1 0 0 0,-1-1 0 0 0,1 1 0 0 0,-1 0 0 0 0,0 0 0 0 0,1 1 0 0 0,-1-1 0 0 0,1 1 0 0 0,7 3 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6.4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18 4529 0 0,'9'-3'5955'0'0,"16"1"-3265"0"0,-6 0-2185 0 0,4-1-742 0 0,-4 2-2176 0 0,-2-4-4455 0 0,-12 3 3739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8.2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3201 0 0,'-4'25'9285'0'0,"-6"9"-5348"0"0,5-19-4548 0 0,1-1 0 0 0,0 1-1 0 0,1 0 1 0 0,1 0 0 0 0,0 1 0 0 0,0 23 0 0 0,0-62-9456 0 0,2 13 8285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38.6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 1216 0 0,'10'-2'7876'0'0,"27"6"-5027"0"0,-8-1-2241 0 0,-1-4-152 0 0,-20 0 3 0 0,1 0 0 0 0,-1 1 0 0 0,1 0 0 0 0,-1 0 0 0 0,15 3 0 0 0,-36 47 1314 0 0,-1 4-2303 0 0,2 0 0 0 0,3 1-1 0 0,-3 62 1 0 0,13-89-1882 0 0,3-13-895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40.6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 0 2929 0 0,'-68'48'4912'0'0,"-38"18"-3664"0"0,48-30 429 0 0,64-39-964 0 0,1 1 0 0 0,0-1 0 0 0,0 1 0 0 0,0 1 0 0 0,11-2 0 0 0,83-6 0 0 0,-90 9-950 0 0,7-1 515 0 0,1 1 0 0 0,32 4 0 0 0,-47-3-451 0 0,0 0 0 0 0,1 0 0 0 0,-1 0 1 0 0,0 1-1 0 0,0-1 0 0 0,0 1 0 0 0,5 3 0 0 0,-7-4-94 0 0,-1 0 0 0 0,1 1 0 0 0,-1-1 0 0 0,0 0 0 0 0,1 0 0 0 0,-1 1 1 0 0,0-1-1 0 0,0 0 0 0 0,0 1 0 0 0,0 0 0 0 0,0-1 0 0 0,0 1 0 0 0,-1-1 0 0 0,1 1 0 0 0,0 0 0 0 0,-1 0 0 0 0,1-1 0 0 0,-1 3 0 0 0,0-4 176 0 0,0 0 0 0 0,0 0-1 0 0,0 0 1 0 0,0 0 0 0 0,-1 0-1 0 0,1 0 1 0 0,0 0 0 0 0,0 0-1 0 0,0 0 1 0 0,0 0 0 0 0,0 0-1 0 0,0 0 1 0 0,-1 0 0 0 0,1 0-1 0 0,0 0 1 0 0,0 0 0 0 0,0 0-1 0 0,0 0 1 0 0,0 0 0 0 0,-1 0-1 0 0,1 0 1 0 0,0 0 0 0 0,0 0-1 0 0,0 0 1 0 0,0 0 0 0 0,0 1-1 0 0,0-1 1 0 0,-1 0 0 0 0,1 0-275 0 0,0 0 275 0 0,0 0 0 0 0,0 0-1 0 0,0 1 1 0 0,0-1 0 0 0,0 0-1 0 0,0 0 1 0 0,0 0 0 0 0,0 0-1 0 0,0 0 1 0 0,-1 1 0 0 0,1-1-1 0 0,0 0 1 0 0,0 0 0 0 0,0 0-1 0 0,0 0 1 0 0,0 0 0 0 0,0 1-1 0 0,0-1 1 0 0,1 0 0 0 0,-1 0-1 0 0,0 0 1 0 0,0 0 0 0 0,0 0-1 0 0,0 0 1 0 0,0 1 0 0 0,0-1-1 0 0,0 0 1 0 0,0 0 0 0 0,-7-9-2784 0 0,4 3 1617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41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32 1040 0 0,'-12'-16'1111'0'0,"-5"0"5887"0"0,16 18-6661 0 0,0 0 1 0 0,0-1-1 0 0,0 1 1 0 0,1 0 0 0 0,-1 0-1 0 0,0 0 1 0 0,1-1-1 0 0,0 1 1 0 0,-1 0-1 0 0,1 0 1 0 0,0 0 0 0 0,0 0-1 0 0,0 0 1 0 0,1 3-1 0 0,-5 60 1443 0 0,-3 130-2211 0 0,9-174-2121 0 0,6-59-8605 0 0,-8 28 9561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0:41.4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38 2585 0 0,'1'-3'751'0'0,"0"1"0"0"0,1 0 1 0 0,-1-1-1 0 0,1 1 1 0 0,0 0-1 0 0,0 0 1 0 0,0 0-1 0 0,0 1 0 0 0,0-1 1 0 0,0 0-1 0 0,0 1 1 0 0,1-1-1 0 0,-1 1 1 0 0,4-2-1 0 0,-2 1-331 0 0,0 1 0 0 0,1 0 0 0 0,-1 0 0 0 0,1 0 0 0 0,-1 0 0 0 0,0 1 0 0 0,1 0 0 0 0,7 0 0 0 0,-7 0-368 0 0,0 1 0 0 0,1 0 1 0 0,-1 0-1 0 0,0 0 0 0 0,0 1 0 0 0,0-1 0 0 0,0 1 0 0 0,0 1 0 0 0,0-1 1 0 0,0 1-1 0 0,-1-1 0 0 0,1 1 0 0 0,-1 1 0 0 0,0-1 0 0 0,0 1 0 0 0,4 3 1 0 0,-7-6-50 0 0,0 0 0 0 0,0 0 0 0 0,-1 0-1 0 0,1 0 1 0 0,0 0 0 0 0,-1 0 0 0 0,1 1 0 0 0,-1-1 0 0 0,1 0 0 0 0,-1 0 0 0 0,0 0 0 0 0,1 1 0 0 0,-1-1 0 0 0,0 0 0 0 0,0 0 0 0 0,0 1 0 0 0,0-1 0 0 0,0 0 0 0 0,0 0 0 0 0,0 1 0 0 0,0-1 0 0 0,-1 0 0 0 0,1 0 0 0 0,0 1 0 0 0,-1-1 0 0 0,1 0-1 0 0,-1 0 1 0 0,1 0 0 0 0,-1 0 0 0 0,0 0 0 0 0,-1 2 0 0 0,-36 30-851 0 0,34-31 782 0 0,1 0 0 0 0,-1 0 0 0 0,1 1 0 0 0,0-1-1 0 0,0 1 1 0 0,0 0 0 0 0,0-1 0 0 0,1 1 0 0 0,-1 1-1 0 0,1-1 1 0 0,-1 0 0 0 0,-2 6 0 0 0,6-9 76 0 0,-1 1 1 0 0,0-1 0 0 0,1 0-1 0 0,-1 1 1 0 0,1-1-1 0 0,-1 0 1 0 0,1 1-1 0 0,-1-1 1 0 0,0 0-1 0 0,1 1 1 0 0,-1-1-1 0 0,1 0 1 0 0,-1 0-1 0 0,1 0 1 0 0,-1 0-1 0 0,1 1 1 0 0,0-1 0 0 0,-1 0-1 0 0,1 0 1 0 0,-1 0-1 0 0,1 0 1 0 0,-1 0-1 0 0,1 0 1 0 0,-1 0-1 0 0,1-1 1 0 0,-1 1-1 0 0,1 0 1 0 0,-1 0-1 0 0,2-1 1 0 0,27-3 598 0 0,-19 3-202 0 0,-8 0-365 0 0,0 1 0 0 0,0 0 0 0 0,0-1-1 0 0,0 1 1 0 0,0 0 0 0 0,0 0 0 0 0,0 1 0 0 0,0-1-1 0 0,0 0 1 0 0,0 1 0 0 0,0-1 0 0 0,0 1 0 0 0,0-1-1 0 0,0 1 1 0 0,0 0 0 0 0,0 0 0 0 0,-1 0 0 0 0,1 0-1 0 0,0 0 1 0 0,-1 0 0 0 0,1 1 0 0 0,-1-1-1 0 0,1 1 1 0 0,-1-1 0 0 0,1 1 0 0 0,-1-1 0 0 0,0 1-1 0 0,0 0 1 0 0,0-1 0 0 0,0 1 0 0 0,0 0 0 0 0,0 0-1 0 0,-1 0 1 0 0,1 0 0 0 0,0 0 0 0 0,-1 0 0 0 0,0 0-1 0 0,1 0 1 0 0,-1 0 0 0 0,0 0 0 0 0,0 0 0 0 0,0 0-1 0 0,0 0 1 0 0,0 0 0 0 0,-1 0 0 0 0,1 0 0 0 0,-1 0-1 0 0,1 0 1 0 0,-1 0 0 0 0,0 0 0 0 0,0-1-1 0 0,0 1 1 0 0,0 0 0 0 0,0 0 0 0 0,0-1 0 0 0,0 1-1 0 0,0 0 1 0 0,-1-1 0 0 0,1 0 0 0 0,-1 1 0 0 0,1-1-1 0 0,-1 0 1 0 0,1 1 0 0 0,-4 0 0 0 0,1 1-143 0 0,0-1-1 0 0,0 0 1 0 0,0-1 0 0 0,0 1 0 0 0,0-1 0 0 0,-1 0-1 0 0,1 0 1 0 0,0 0 0 0 0,-1 0 0 0 0,1-1 0 0 0,-1 0-1 0 0,1 0 1 0 0,-9-1 0 0 0,-12 1-4442 0 0,2 4-5522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22 1624 0 0,'0'-1'313'0'0,"0"0"-1"0"0,0 0 0 0 0,0 0 1 0 0,-1 0-1 0 0,1-1 0 0 0,-1 1 0 0 0,1 0 1 0 0,-1 0-1 0 0,1 0 0 0 0,-1 0 1 0 0,1 0-1 0 0,-1 0 0 0 0,0 0 0 0 0,0 1 1 0 0,1-1-1 0 0,-1 0 0 0 0,0 0 1 0 0,0 0-1 0 0,0 1 0 0 0,0-1 1 0 0,-1 0-1 0 0,-5 19 2862 0 0,5 46-1722 0 0,2-62-1358 0 0,0 0-97 0 0,11 183 1474 0 0,5-93-2178 0 0,-10-71-644 0 0,1-1-1 0 0,11 26 1 0 0,-12-38-1860 0 0,-6-17-1086 0 0,1 1 2243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3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38 4729 0 0,'0'-1'309'0'0,"0"0"0"0"0,0 0 0 0 0,0 0 0 0 0,0 0 0 0 0,1 1 0 0 0,-1-1 0 0 0,0 0 0 0 0,1 0 0 0 0,-1 0 0 0 0,0 0 0 0 0,1 1 0 0 0,-1-1 0 0 0,1 0 0 0 0,0 0 0 0 0,-1 1 0 0 0,1-1 0 0 0,-1 0 0 0 0,1 1 0 0 0,0-1 0 0 0,1 0 0 0 0,21-9 1747 0 0,26 1-1242 0 0,-48 9-618 0 0,3-1-140 0 0,0 1-1 0 0,-1-1 0 0 0,1 1 0 0 0,0 0 1 0 0,-1 0-1 0 0,1 1 0 0 0,-1-1 1 0 0,1 1-1 0 0,0-1 0 0 0,-1 1 0 0 0,1 0 1 0 0,-1 0-1 0 0,0 1 0 0 0,1-1 1 0 0,-1 1-1 0 0,0 0 0 0 0,0 0 0 0 0,0 0 1 0 0,0 0-1 0 0,0 0 0 0 0,0 1 0 0 0,0-1 1 0 0,2 4-1 0 0,-4-3-5 0 0,1 1 0 0 0,0-1 0 0 0,-1 1 1 0 0,0 0-1 0 0,0-1 0 0 0,0 1 0 0 0,0 0 0 0 0,-1 0 0 0 0,0 0 0 0 0,1 0 1 0 0,-1-1-1 0 0,0 1 0 0 0,-1 0 0 0 0,1 0 0 0 0,-1 0 0 0 0,0 0 0 0 0,0-1 1 0 0,0 1-1 0 0,0 0 0 0 0,-1-1 0 0 0,-3 7 0 0 0,-1 1-123 0 0,0-1 0 0 0,0 0 0 0 0,-1-1 0 0 0,-1 0 0 0 0,1 0 0 0 0,-2 0 0 0 0,1-1 0 0 0,-10 7 0 0 0,9-8-859 0 0,1-1 1 0 0,-1 0 0 0 0,0-1 0 0 0,-1 0-1 0 0,-12 5 1 0 0,22-10 794 0 0,0 0-1 0 0,-1 0 1 0 0,1 1 0 0 0,0-1-1 0 0,-1 0 1 0 0,1 0 0 0 0,0 0-1 0 0,-1 0 1 0 0,1 0 0 0 0,0 1-1 0 0,-1-1 1 0 0,1 0-1 0 0,0 0 1 0 0,-1 0 0 0 0,1 0-1 0 0,0 0 1 0 0,-1 0 0 0 0,1 0-1 0 0,0 0 1 0 0,-1 0 0 0 0,1 0-1 0 0,0-1 1 0 0,-1 1 0 0 0,1 0-1 0 0,0 0 1 0 0,-1 0 0 0 0,1 0-1 0 0,0 0 1 0 0,-1-1 0 0 0,1 1-1 0 0,0 0 1 0 0,-1 0 0 0 0,1 0-1 0 0,0-1 1 0 0,0 1 0 0 0,-1 0-1 0 0,1-1 1 0 0,0 1 0 0 0,0 0-1 0 0,0 0 1 0 0,-1-1 0 0 0,1 1-1 0 0,0 0 1 0 0,0-1 0 0 0,0 1-1 0 0,0 0 1 0 0,0-1 0 0 0,0 1-1 0 0,0 0 1 0 0,0-1 0 0 0,0 1-1 0 0,0-1 1 0 0,0 1 0 0 0,0 0-1 0 0,0-1 1 0 0,0 1 0 0 0,2-8-2088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3.6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48 4001 0 0,'0'0'292'0'0,"-1"-1"0"0"0,0 1 1 0 0,1-1-1 0 0,-1 0 0 0 0,0 1 1 0 0,1-1-1 0 0,-1 0 0 0 0,1 1 0 0 0,-1-1 1 0 0,1 0-1 0 0,0 0 0 0 0,-1 1 1 0 0,1-1-1 0 0,0 0 0 0 0,-1 0 0 0 0,1 0 1 0 0,0 0-1 0 0,0 0 0 0 0,0 1 1 0 0,0-1-1 0 0,0 0 0 0 0,0 0 0 0 0,0 0 1 0 0,0 0-1 0 0,0 0 0 0 0,0 0 1 0 0,0 1-1 0 0,1-1 0 0 0,-1 0 0 0 0,0 0 1 0 0,1 0-1 0 0,-1 1 0 0 0,0-1 1 0 0,1 0-1 0 0,-1 0 0 0 0,2 0 0 0 0,-1-1-115 0 0,1 0-1 0 0,0 1 0 0 0,0 0 0 0 0,0-1 1 0 0,0 1-1 0 0,0 0 0 0 0,0 0 0 0 0,0 0 0 0 0,0 0 1 0 0,1 0-1 0 0,-1 1 0 0 0,0-1 0 0 0,4 0 1 0 0,-4 1-197 0 0,-1-1 1 0 0,0 1 0 0 0,1 0 0 0 0,-1-1 0 0 0,0 1 0 0 0,1 0-1 0 0,-1 0 1 0 0,0 0 0 0 0,1 0 0 0 0,-1 0 0 0 0,1 0 0 0 0,-1 0 0 0 0,0 0-1 0 0,1 1 1 0 0,-1-1 0 0 0,0 1 0 0 0,0-1 0 0 0,1 1 0 0 0,-1-1-1 0 0,0 1 1 0 0,0 0 0 0 0,0-1 0 0 0,0 1 0 0 0,1 0 0 0 0,-1 0-1 0 0,0 0 1 0 0,-1 0 0 0 0,1 0 0 0 0,0 0 0 0 0,0 0 0 0 0,0 0 0 0 0,0 0-1 0 0,-1 0 1 0 0,1 1 0 0 0,-1-1 0 0 0,1 0 0 0 0,-1 0 0 0 0,1 1-1 0 0,-1-1 1 0 0,0 0 0 0 0,0 1 0 0 0,1-1 0 0 0,-1 1 0 0 0,0-1 0 0 0,0 0-1 0 0,0 1 1 0 0,0-1 0 0 0,-1 0 0 0 0,1 1 0 0 0,0-1 0 0 0,-1 0-1 0 0,1 1 1 0 0,-1-1 0 0 0,1 0 0 0 0,-1 0 0 0 0,1 0 0 0 0,-2 2-1 0 0,0 1-103 0 0,0-1-1 0 0,0 0 1 0 0,0 0-1 0 0,-1 0 1 0 0,1 0-1 0 0,-1 0 1 0 0,-5 4-1 0 0,-12 16-612 0 0,69-18 2440 0 0,-46-5-1660 0 0,-1 1 0 0 0,1-1 0 0 0,0 0-1 0 0,0 1 1 0 0,-1-1 0 0 0,1 1 0 0 0,-1 0-1 0 0,1-1 1 0 0,-1 1 0 0 0,1 1 0 0 0,-1-1-1 0 0,1 0 1 0 0,-1 1 0 0 0,0-1 0 0 0,0 1-1 0 0,0 0 1 0 0,0-1 0 0 0,0 1 0 0 0,0 0-1 0 0,0 0 1 0 0,0 0 0 0 0,-1 1 0 0 0,1-1-1 0 0,0 3 1 0 0,-1-1-68 0 0,0-1-1 0 0,-1 0 0 0 0,1 1 1 0 0,-1-1-1 0 0,0 1 1 0 0,0-1-1 0 0,-1 1 1 0 0,1-1-1 0 0,-1 0 1 0 0,1 1-1 0 0,-1-1 1 0 0,0 0-1 0 0,0 1 1 0 0,-1-1-1 0 0,1 0 0 0 0,-1 0 1 0 0,0 0-1 0 0,1 0 1 0 0,-4 3-1 0 0,-18 20-2550 0 0,22-25 2339 0 0,1-1 1 0 0,-1 1 0 0 0,1-1 0 0 0,-1 1 0 0 0,1-1 0 0 0,-1 1 0 0 0,1-1 0 0 0,-1 0 0 0 0,1 1-1 0 0,-1-1 1 0 0,0 0 0 0 0,1 1 0 0 0,-1-1 0 0 0,0 0 0 0 0,1 0 0 0 0,-1 1 0 0 0,0-1 0 0 0,1 0-1 0 0,-1 0 1 0 0,0 0 0 0 0,1 0 0 0 0,-1 0 0 0 0,0 0 0 0 0,1 0 0 0 0,-1 0 0 0 0,0 0 0 0 0,1-1-1 0 0,-1 1 1 0 0,0 0 0 0 0,1 0 0 0 0,-1 0 0 0 0,0-1 0 0 0,1 1 0 0 0,-1 0 0 0 0,1-1 0 0 0,-1 1-1 0 0,0-1 1 0 0,1 1 0 0 0,-1-1 0 0 0,1 1 0 0 0,0-1 0 0 0,-1 1 0 0 0,1-1 0 0 0,-1 1 0 0 0,0-2-1 0 0,0-4-2511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4.8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1688 0 0,'0'6'5048'0'0,"0"24"-3405"0"0,5 95 1721 0 0,-5-71-3333 0 0,3 0 0 0 0,17 90 0 0 0,-15-129-3233 0 0,-3-26-873 0 0,-2-25 27 0 0,-1 22 3545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5.2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1 112 400 0 0,'0'-9'1020'0'0,"0"0"0"0"0,1 0 1 0 0,-1 0-1 0 0,2 0 0 0 0,4-17 0 0 0,-5 24-744 0 0,0-1-1 0 0,0 1 1 0 0,0 0 0 0 0,0 0 0 0 0,0 0 0 0 0,0 0-1 0 0,1 0 1 0 0,-1 0 0 0 0,1 0 0 0 0,0 1 0 0 0,-1-1-1 0 0,1 1 1 0 0,0-1 0 0 0,0 1 0 0 0,0-1-1 0 0,0 1 1 0 0,0 0 0 0 0,0 0 0 0 0,1 0 0 0 0,-1 0-1 0 0,0 0 1 0 0,1 1 0 0 0,-1-1 0 0 0,0 1-1 0 0,1-1 1 0 0,2 1 0 0 0,4-1 157 0 0,64-1 1237 0 0,-68 3-1612 0 0,1-1 0 0 0,-1 1 0 0 0,1 0-1 0 0,-1 0 1 0 0,1 0 0 0 0,-1 1 0 0 0,0 0 0 0 0,1 0 0 0 0,-1 0-1 0 0,7 5 1 0 0,-11-6-31 0 0,0 0 0 0 0,0 0 0 0 0,-1 0-1 0 0,1 1 1 0 0,0-1 0 0 0,0 0 0 0 0,-1 0-1 0 0,1 1 1 0 0,-1-1 0 0 0,1 1 0 0 0,-1-1-1 0 0,1 0 1 0 0,-1 1 0 0 0,0-1 0 0 0,0 1 0 0 0,0-1-1 0 0,0 1 1 0 0,0-1 0 0 0,0 1 0 0 0,0-1-1 0 0,0 1 1 0 0,-1-1 0 0 0,1 0 0 0 0,-1 1-1 0 0,1-1 1 0 0,-1 1 0 0 0,1-1 0 0 0,-1 0 0 0 0,0 1-1 0 0,1-1 1 0 0,-1 0 0 0 0,0 0 0 0 0,0 0-1 0 0,0 0 1 0 0,-2 2 0 0 0,-41 45 47 0 0,38-43-110 0 0,-23 20-480 0 0,-9 10-1231 0 0,18-10-2472 0 0,36-33-6215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5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5281 0 0,'-1'1'575'0'0,"0"1"0"0"0,1-1-1 0 0,-1 0 1 0 0,0 1 0 0 0,0-1-1 0 0,1 0 1 0 0,-1 1 0 0 0,1-1-1 0 0,-1 1 1 0 0,1-1 0 0 0,0 1 0 0 0,0-1-1 0 0,0 1 1 0 0,-1 1 0 0 0,4 29 2065 0 0,12 25-4623 0 0,-14-53 1367 0 0,4 11-2367 0 0,-1-2-1773 0 0,-1 0 472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0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3 2016 0 0,'-1'0'378'0'0,"0"0"-1"0"0,0-1 1 0 0,0 1-1 0 0,1 0 1 0 0,-1-1-1 0 0,0 1 1 0 0,0 0-1 0 0,0 0 1 0 0,0 0-1 0 0,0 0 1 0 0,0 0-1 0 0,0 0 1 0 0,0 0-1 0 0,0 0 1 0 0,0 1-1 0 0,0-1 1 0 0,0 0-1 0 0,0 0 1 0 0,0 1-1 0 0,0-1 1 0 0,0 1-1 0 0,1-1 1 0 0,-2 2-1 0 0,1-1-133 0 0,0 0 1 0 0,0 0-1 0 0,0 0 0 0 0,0 1 1 0 0,1-1-1 0 0,-1 0 0 0 0,0 1 1 0 0,1-1-1 0 0,-1 0 0 0 0,1 1 1 0 0,0-1-1 0 0,-1 1 0 0 0,1-1 1 0 0,0 3-1 0 0,0 7-200 0 0,0 1 0 0 0,1 0 0 0 0,4 17-1 0 0,-2-10 563 0 0,25 236-694 0 0,-14-146-4285 0 0,-14-140-4561 0 0,-1 15 7119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0.4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84 1560 0 0,'-1'-12'3036'0'0,"0"7"-2211"0"0,1 1 0 0 0,-1-1 0 0 0,1 1 0 0 0,0-1 0 0 0,0 1 0 0 0,1-1 0 0 0,0 1 0 0 0,1-5 0 0 0,2 7-583 0 0,1 1 0 0 0,-1-1 0 0 0,1 1 0 0 0,-1 0-1 0 0,1 1 1 0 0,0-1 0 0 0,-1 1 0 0 0,9 1 0 0 0,4-2 146 0 0,31-8 450 0 0,-35 6-527 0 0,0 1 0 0 0,0 0 0 0 0,0 0-1 0 0,0 1 1 0 0,24 2 0 0 0,-37-1-267 0 0,1 0 1 0 0,0 0-1 0 0,-1 0 0 0 0,1 0 1 0 0,-1 0-1 0 0,1 1 1 0 0,-1-1-1 0 0,1 0 0 0 0,-1 0 1 0 0,1 0-1 0 0,-1 1 0 0 0,1-1 1 0 0,-1 0-1 0 0,1 1 1 0 0,-1-1-1 0 0,0 0 0 0 0,1 1 1 0 0,-1-1-1 0 0,1 0 0 0 0,-1 1 1 0 0,0-1-1 0 0,1 1 0 0 0,-1-1 1 0 0,0 1-1 0 0,0-1 1 0 0,1 1-1 0 0,-1-1 0 0 0,0 1 1 0 0,0-1-1 0 0,0 1 0 0 0,1 0 1 0 0,-8 20 613 0 0,-23 21-380 0 0,27-39-235 0 0,-81 86-396 0 0,29-36-1278 0 0,7 4-3894 0 0,73-76-3755 0 0,-13 10 6925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0.8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0 3705 0 0,'-10'35'7296'0'0,"5"5"-3893"0"0,5-27-3732 0 0,-1-1 0 0 0,2 1 0 0 0,0-1 0 0 0,0 1 0 0 0,1-1 0 0 0,1 0 0 0 0,5 18 0 0 0,-3-21-2195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1.1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0 1784 0 0,'0'0'355'0'0,"-1"0"0"0"0,-5 5 5319 0 0,6-5-5320 0 0,-1 1 1 0 0,1-1 0 0 0,0 1-1 0 0,0-1 1 0 0,0 1 0 0 0,-1-1-1 0 0,1 0 1 0 0,0 2 0 0 0,-4 21 2647 0 0,5 28-3403 0 0,-1-43 1309 0 0,22 244 521 0 0,5-85-6846 0 0,-32-176-2215 0 0,2-2 5007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1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 3769 0 0,'6'2'8731'0'0,"29"3"-6655"0"0,-2-11-1022 0 0,21-2-323 0 0,-51 8-692 0 0,0 0 0 0 0,0 0 0 0 0,0 0 1 0 0,0 0-1 0 0,0 0 0 0 0,-1 1 0 0 0,1-1 0 0 0,0 1 1 0 0,0 0-1 0 0,-1 0 0 0 0,1 0 0 0 0,0 0 1 0 0,-1 0-1 0 0,4 3 0 0 0,-4-3-6 0 0,-1 1 0 0 0,0-1 0 0 0,0 1 0 0 0,-1-1 0 0 0,1 1 0 0 0,0 0 0 0 0,0-1 0 0 0,-1 1 0 0 0,1 0 0 0 0,-1-1 0 0 0,1 1 0 0 0,-1 0 0 0 0,0 0 0 0 0,0-1 0 0 0,0 1 0 0 0,0 0 0 0 0,0 0 0 0 0,0 0 0 0 0,0-1 0 0 0,0 1 0 0 0,-1 0 0 0 0,1 0 0 0 0,-1-1 0 0 0,0 1 0 0 0,1 0 0 0 0,-1-1 0 0 0,0 1 0 0 0,0-1 0 0 0,0 1 0 0 0,-2 2 0 0 0,-34 45 154 0 0,-11 3-631 0 0,-2 2-1343 0 0,19-17-2563 0 0,31-37 4253 0 0,1 0 0 0 0,-1 0-1 0 0,0 0 1 0 0,0 0-1 0 0,0 0 1 0 0,0 0-1 0 0,0 0 1 0 0,1 0-1 0 0,-1 0 1 0 0,0 0-1 0 0,0 0 1 0 0,0 0 0 0 0,0 1-1 0 0,1-1-389 0 0,-1 0 389 0 0,0 0 1 0 0,0 1-1 0 0,0-1 1 0 0,0 0-1 0 0,0 0 1 0 0,0 0 0 0 0,0 0-1 0 0,0 0 1 0 0,0 1-1 0 0,0-1 1 0 0,0 0-1 0 0,0 0 1 0 0,0 0-1 0 0,0 0 1 0 0,0 0-1 0 0,0 1 1 0 0,0-1 0 0 0,0 0-1 0 0,0 0 1 0 0,0 0-1 0 0,0 0 1 0 0,0 0-1 0 0,0 1 1 0 0,0-1-1 0 0,0 0 1 0 0,0 0-1 0 0,0 0 1 0 0,0 0-1 0 0,0 0 1 0 0,-1 0 0 0 0,1 1-391 0 0,-1-1 391 0 0,14-5-3389 0 0,-13 5 3465 0 0,12-4-2129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1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2825 0 0,'0'25'9503'0'0,"0"3"-5506"0"0,2 7-4418 0 0,2 18-5644 0 0,-7-46 560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7.8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349 1 1352 0 0,'-37'13'4973'0'0,"-17"24"-2886"0"0,12-7-1296 0 0,0-6 73 0 0,21-14-700 0 0,1 1-1 0 0,0 1 1 0 0,1 1-1 0 0,1 1 0 0 0,-18 16 1 0 0,32-26-95 0 0,0 0 0 0 0,0 1 0 0 0,1-1 0 0 0,0 1 0 0 0,0-1 1 0 0,0 1-1 0 0,0 0 0 0 0,1 0 0 0 0,0 0 0 0 0,0 0 0 0 0,0 1 0 0 0,1-1 1 0 0,0 1-1 0 0,0-1 0 0 0,0 1 0 0 0,0-1 0 0 0,1 1 0 0 0,0-1 1 0 0,0 1-1 0 0,1-1 0 0 0,0 1 0 0 0,0-1 0 0 0,0 1 0 0 0,0-1 0 0 0,1 0 1 0 0,2 7-1 0 0,2 1 21 0 0,1 0 1 0 0,0 0-1 0 0,1-1 1 0 0,0 0 0 0 0,1 0-1 0 0,0-1 1 0 0,12 11-1 0 0,84 71-185 0 0,-42-39-1289 0 0,12 9-6406 0 0,-52-42 4228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3.6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1 3721 0 0,'-1'1'255'0'0,"0"-1"-1"0"0,1 1 1 0 0,-1 0 0 0 0,0 0 0 0 0,0 0 0 0 0,0-1 0 0 0,1 1 0 0 0,-1 0-1 0 0,0 0 1 0 0,1 0 0 0 0,-1 0 0 0 0,1 0 0 0 0,-1 0 0 0 0,1 1-1 0 0,0-1 1 0 0,-1 0 0 0 0,1 0 0 0 0,0 0 0 0 0,0 0 0 0 0,0 0-1 0 0,0 1 1 0 0,0 0 0 0 0,-3 32-300 0 0,2-32 394 0 0,3 267 2122 0 0,16-92-7104 0 0,-18-170 3007 0 0,2-22-3068 0 0,8 11 3530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4.0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14 164 1712 0 0,'-1'-6'463'0'0,"-2"-1"486"0"0,1 0-1 0 0,0 0 0 0 0,0 0 0 0 0,1 0 0 0 0,0 0 0 0 0,0-13 0 0 0,2 17-757 0 0,0-1-1 0 0,0 0 0 0 0,0 1 0 0 0,0-1 0 0 0,1 1 0 0 0,-1 0 0 0 0,1-1 0 0 0,0 1 1 0 0,0 0-1 0 0,0 0 0 0 0,0 0 0 0 0,1 0 0 0 0,-1 1 0 0 0,1-1 0 0 0,5-3 1 0 0,-3 1-81 0 0,1 0 1 0 0,0 1 0 0 0,0 0-1 0 0,1 0 1 0 0,-1 1 0 0 0,1-1-1 0 0,0 1 1 0 0,0 1 0 0 0,10-4-1 0 0,-15 6-68 0 0,0 0-1 0 0,-1-1 1 0 0,1 1-1 0 0,0 0 0 0 0,0 0 1 0 0,-1 0-1 0 0,1 0 1 0 0,0 0-1 0 0,0 0 0 0 0,0 1 1 0 0,-1-1-1 0 0,1 0 1 0 0,0 1-1 0 0,-1 0 0 0 0,1-1 1 0 0,0 1-1 0 0,-1 0 1 0 0,1 0-1 0 0,-1 0 0 0 0,1 0 1 0 0,-1 0-1 0 0,0 0 1 0 0,1 0-1 0 0,-1 0 0 0 0,0 1 1 0 0,0-1-1 0 0,0 0 1 0 0,0 1-1 0 0,0-1 0 0 0,0 1 1 0 0,0-1-1 0 0,0 1 1 0 0,0 0-1 0 0,-1-1 0 0 0,1 1 1 0 0,-1 0-1 0 0,1 0 1 0 0,-1-1-1 0 0,0 1 0 0 0,0 0 1 0 0,0 0-1 0 0,0-1 1 0 0,0 1-1 0 0,0 2 1 0 0,0 7 78 0 0,-1-1 1 0 0,0 1-1 0 0,-1 0 1 0 0,0-1-1 0 0,-1 1 1 0 0,0-1-1 0 0,0 1 1 0 0,-1-1-1 0 0,0 0 1 0 0,-1-1-1 0 0,-12 19 1 0 0,10-17-511 0 0,-1 0-1 0 0,-1 0 1 0 0,0 0-1 0 0,0-1 1 0 0,-1 0 0 0 0,0-1-1 0 0,-1 0 1 0 0,-23 14-1 0 0,26-19-3814 0 0,17-12 1609 0 0,21-10-730 0 0,-7 14 1432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4.4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47 1976 0 0,'-2'0'315'0'0,"1"0"-1"0"0,0 0 1 0 0,0 0-1 0 0,0 0 1 0 0,0 0-1 0 0,0 0 1 0 0,0 0-1 0 0,-1 0 1 0 0,1 0-1 0 0,0 0 1 0 0,0-1-1 0 0,0 1 1 0 0,0 0-1 0 0,0-1 1 0 0,0 1-1 0 0,0-1 1 0 0,0 1-1 0 0,0-1 1 0 0,0 0-1 0 0,0 1 1 0 0,0-1-1 0 0,0 0 1 0 0,1 0-1 0 0,-2 0 1 0 0,2-1-172 0 0,1 1 1 0 0,-1 0-1 0 0,0-1 1 0 0,1 1 0 0 0,-1 0-1 0 0,1-1 1 0 0,-1 1-1 0 0,1 0 1 0 0,0 0-1 0 0,0 0 1 0 0,0 0-1 0 0,-1 0 1 0 0,1 0-1 0 0,0 0 1 0 0,0 0-1 0 0,0 0 1 0 0,0 0-1 0 0,1 0 1 0 0,-1 0 0 0 0,0 1-1 0 0,0-1 1 0 0,2 0-1 0 0,0-1-61 0 0,-1 1 0 0 0,1-1 0 0 0,-1 1 0 0 0,1 0 0 0 0,0 0 0 0 0,0 0 0 0 0,0 0 0 0 0,-1 0 0 0 0,1 1 0 0 0,0-1 0 0 0,0 1 0 0 0,0 0 0 0 0,0 0 0 0 0,0 0 0 0 0,0 0 0 0 0,0 0 0 0 0,0 1 0 0 0,0-1 0 0 0,0 1 0 0 0,4 1 0 0 0,-6-1-73 0 0,0-1-1 0 0,0 1 1 0 0,0 0 0 0 0,0-1 0 0 0,0 1-1 0 0,-1 0 1 0 0,1-1 0 0 0,0 1 0 0 0,0 0 0 0 0,-1 0-1 0 0,1 0 1 0 0,0 0 0 0 0,-1-1 0 0 0,1 1 0 0 0,-1 0-1 0 0,1 0 1 0 0,-1 1 0 0 0,1-1 0 0 0,-1 0-1 0 0,0 0 1 0 0,1 1 0 0 0,-1 0-15 0 0,0 0 0 0 0,0 1 0 0 0,-1-1-1 0 0,1 0 1 0 0,0 0 0 0 0,-1 0 0 0 0,0 0 0 0 0,1 0 0 0 0,-1 0-1 0 0,0 0 1 0 0,0 0 0 0 0,0 0 0 0 0,0 0 0 0 0,0-1 0 0 0,-2 3 0 0 0,-11 12-582 0 0,10-13 448 0 0,1 0 1 0 0,1 0-1 0 0,-1 0 0 0 0,0 0 0 0 0,1 0 0 0 0,0 1 0 0 0,0-1 1 0 0,-3 7-1 0 0,33-8 1068 0 0,-5-3-120 0 0,-22 2-771 0 0,1 0-1 0 0,0 0 0 0 0,-1 0 1 0 0,1 0-1 0 0,-1 1 1 0 0,1-1-1 0 0,-1 0 1 0 0,1 1-1 0 0,-1-1 0 0 0,0 0 1 0 0,0 1-1 0 0,0 0 1 0 0,0-1-1 0 0,0 1 1 0 0,0 0-1 0 0,0-1 0 0 0,0 1 1 0 0,-1 0-1 0 0,1 0 1 0 0,-1 0-1 0 0,1 0 1 0 0,-1-1-1 0 0,0 1 0 0 0,0 0 1 0 0,1 0-1 0 0,-1 0 1 0 0,-1 0-1 0 0,1 0 1 0 0,0 0-1 0 0,0 0 0 0 0,-1 0 1 0 0,1 0-1 0 0,-1-1 1 0 0,0 1-1 0 0,1 0 1 0 0,-1 0-1 0 0,0-1 0 0 0,-2 3 1 0 0,3-1-182 0 0,-1-1 0 0 0,0 1-1 0 0,0-1 1 0 0,0 1 0 0 0,-1-1 0 0 0,1 0 0 0 0,0 0 0 0 0,-1 1 0 0 0,0-1 0 0 0,1 0-1 0 0,-1 0 1 0 0,0 0 0 0 0,0-1 0 0 0,0 1 0 0 0,0 0 0 0 0,0-1 0 0 0,-1 1-1 0 0,1-1 1 0 0,0 0 0 0 0,-1 0 0 0 0,1 0 0 0 0,-1 0 0 0 0,1 0 0 0 0,-1-1 0 0 0,0 1-1 0 0,-4 0 1 0 0,6-2-207 0 0,0 1 0 0 0,1-1 0 0 0,-1 0-1 0 0,0 0 1 0 0,0 1 0 0 0,1-1 0 0 0,-1 0-1 0 0,1 0 1 0 0,-1 0 0 0 0,1 0 0 0 0,-1 0 0 0 0,1 0-1 0 0,0 0 1 0 0,-1 0 0 0 0,1 0 0 0 0,0 0-1 0 0,0 0 1 0 0,-1 0 0 0 0,1 0 0 0 0,0 0-1 0 0,0 0 1 0 0,0 0 0 0 0,0 0 0 0 0,1 0 0 0 0,-1-2-1 0 0,4-7-2246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9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300 13 2168 0 0,'0'-1'185'0'0,"0"1"0"0"0,0-1-1 0 0,0 1 1 0 0,0-1-1 0 0,0 1 1 0 0,-1-1-1 0 0,1 1 1 0 0,0-1-1 0 0,0 1 1 0 0,0-1-1 0 0,0 1 1 0 0,-1 0-1 0 0,1-1 1 0 0,0 1-1 0 0,0-1 1 0 0,-1 1 0 0 0,1-1-1 0 0,0 1 1 0 0,0 0-1 0 0,-1-1 1 0 0,1 1-1 0 0,-1 0 1 0 0,1-1-1 0 0,0 1 1 0 0,-1 0-1 0 0,1 0 1 0 0,-1-1-1 0 0,1 1 1 0 0,-1 0-1 0 0,1 0 1 0 0,-1 0 0 0 0,1 0-1 0 0,0-1 1 0 0,-1 1-1 0 0,0 0 1 0 0,-24 4 1148 0 0,-21 18-1671 0 0,14-3 294 0 0,1 2-1 0 0,-45 39 0 0 0,69-54 55 0 0,0 0-1 0 0,1 0 1 0 0,0 1 0 0 0,0-1 0 0 0,0 2-1 0 0,1-1 1 0 0,0 1 0 0 0,0-1-1 0 0,1 1 1 0 0,0 1 0 0 0,1-1 0 0 0,0 0-1 0 0,0 1 1 0 0,0 0 0 0 0,1 0-1 0 0,-1 14 1 0 0,4-13 102 0 0,0-1 1 0 0,1 1-1 0 0,0-1 0 0 0,0 1 0 0 0,1-1 0 0 0,1 1 1 0 0,-1-1-1 0 0,2-1 0 0 0,-1 1 0 0 0,1 0 1 0 0,0-1-1 0 0,1 0 0 0 0,0 0 0 0 0,13 12 0 0 0,3 2-394 0 0,0-1 0 0 0,2-1 0 0 0,37 23 0 0 0,66 31-6598 0 0,-92-56 4047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8.7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3 3489 0 0,'-9'-2'9181'0'0,"9"2"-8963"0"0,-4 13 2888 0 0,4 17-2407 0 0,0-29-535 0 0,8 170 765 0 0,0 16-3557 0 0,-5-169 362 0 0,5-37-8053 0 0,-7 6 9624 0 0,1-4-999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9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11 127 2969 0 0,'-1'-1'327'0'0,"0"0"-1"0"0,0 0 1 0 0,0-1 0 0 0,0 1 0 0 0,0 0 0 0 0,0-1 0 0 0,1 1 0 0 0,-1-1 0 0 0,0 1 0 0 0,1-1 0 0 0,-1 1 0 0 0,1-1 0 0 0,0 1 0 0 0,-1-1 0 0 0,1 1-1 0 0,0-1 1 0 0,0 0 0 0 0,0 1 0 0 0,0-1 0 0 0,0 1 0 0 0,1-1 0 0 0,-1 1 0 0 0,0-1 0 0 0,1 1 0 0 0,-1-1 0 0 0,2-2 0 0 0,0 0-21 0 0,1 1 1 0 0,-1-1-1 0 0,1 1 1 0 0,0 0-1 0 0,0 0 0 0 0,0 0 1 0 0,1 0-1 0 0,-1 0 1 0 0,8-4-1 0 0,5-2 162 0 0,1 0-1 0 0,1 2 0 0 0,31-11 0 0 0,-48 17-428 0 0,1 1 0 0 0,-1-1 1 0 0,1 0-1 0 0,-1 1 0 0 0,1-1 0 0 0,0 1 1 0 0,0-1-1 0 0,-1 1 0 0 0,1 0 0 0 0,0 0 1 0 0,-1 0-1 0 0,1 0 0 0 0,0 0 0 0 0,0 0 1 0 0,-1 0-1 0 0,1 0 0 0 0,0 1 0 0 0,0-1 1 0 0,-1 1-1 0 0,1-1 0 0 0,-1 1 0 0 0,1 0 1 0 0,0 0-1 0 0,-1 0 0 0 0,1 0 0 0 0,-1 0 1 0 0,0 0-1 0 0,1 0 0 0 0,-1 0 0 0 0,2 3 1 0 0,-1-1 15 0 0,-1 1 1 0 0,-1-1 0 0 0,1 0-1 0 0,0 1 1 0 0,-1-1 0 0 0,0 1 0 0 0,0 0-1 0 0,0-1 1 0 0,0 1 0 0 0,0-1-1 0 0,-1 1 1 0 0,0-1 0 0 0,0 0 0 0 0,-2 7-1 0 0,-2 6-196 0 0,-2-1-1 0 0,0 0 1 0 0,-1 0 0 0 0,-1 0-1 0 0,0-1 1 0 0,-1 0-1 0 0,0-1 1 0 0,-1 0-1 0 0,0 0 1 0 0,-1-1-1 0 0,-1-1 1 0 0,0 0-1 0 0,-23 14 1 0 0,36-25 72 0 0,0 0 1 0 0,0 0-1 0 0,0 0 1 0 0,0-1-1 0 0,0 1 1 0 0,0 0-1 0 0,0 0 1 0 0,0 0-1 0 0,0 0 1 0 0,0 0-1 0 0,0 0 0 0 0,0 0 1 0 0,0 0-1 0 0,0-1 1 0 0,0 1-1 0 0,0 0 1 0 0,0 0-1 0 0,0 0 1 0 0,-1 0-275 0 0,1 0 274 0 0,0 0 1 0 0,0 0-1 0 0,0 0 1 0 0,0-1-1 0 0,0 1 1 0 0,0 0-1 0 0,-1 0 1 0 0,1 0-1 0 0,0 0 1 0 0,0 0-1 0 0,0 0 1 0 0,0 0-1 0 0,0 0 0 0 0,0 0 1 0 0,0 0-1 0 0,-1 0 1 0 0,1 0-1 0 0,0 0 1 0 0,0 0-1 0 0,0 0 1 0 0,0 0-1 0 0,0 0 1 0 0,0 1-1 0 0,0-1 1 0 0,0 0-1 0 0,-1 0 0 0 0,1 0 1 0 0,0 0-1 0 0,0 0 1 0 0,10-16-2424 0 0,16-16-1740 0 0,-12 16 1797 0 0,2 2-586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9.6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2160 0 0,'3'-10'10376'0'0,"-2"10"-10109"0"0,20-14 2278 0 0,-20 13-2543 0 0,-1 1 1 0 0,1-1 0 0 0,0 1-1 0 0,0 0 1 0 0,0-1-1 0 0,0 1 1 0 0,0 0 0 0 0,-1-1-1 0 0,1 1 1 0 0,0 0-1 0 0,0 0 1 0 0,0 0-1 0 0,0 0 1 0 0,0 0 0 0 0,0 0-1 0 0,0 0 1 0 0,0 0-1 0 0,0 0 1 0 0,0 0 0 0 0,0 0-1 0 0,0 1 1 0 0,-1-1-1 0 0,1 0 1 0 0,0 1-1 0 0,0-1 1 0 0,0 0 0 0 0,0 1-1 0 0,0-1 1 0 0,-1 1-1 0 0,1 0 1 0 0,0-1 0 0 0,-1 1-1 0 0,1 0 1 0 0,0-1-1 0 0,-1 1 1 0 0,1 0 0 0 0,-1 0-1 0 0,1-1 1 0 0,-1 1-1 0 0,1 0 1 0 0,-1 0-1 0 0,0 0 1 0 0,1 0 0 0 0,-1 0-1 0 0,0 0 1 0 0,0 0-1 0 0,1-1 1 0 0,-1 1 0 0 0,0 0-1 0 0,0 0 1 0 0,0 0-1 0 0,0 0 1 0 0,0 0-1 0 0,-1 0 1 0 0,1 1 0 0 0,0 3-43 0 0,-1 0 1 0 0,0-1-1 0 0,0 1 0 0 0,0-1 1 0 0,0 0-1 0 0,-1 1 1 0 0,0-1-1 0 0,1 0 1 0 0,-2 0-1 0 0,1 0 0 0 0,-3 4 1 0 0,-12 26-65 0 0,26-38 373 0 0,-1 1 0 0 0,1 0 0 0 0,0 1 0 0 0,17-3 0 0 0,-25 5-237 0 0,0 0 0 0 0,0 0-1 0 0,-1 0 1 0 0,1 0 0 0 0,0 0-1 0 0,0 0 1 0 0,0 1 0 0 0,0-1-1 0 0,-1 0 1 0 0,1 0 0 0 0,0 1-1 0 0,0-1 1 0 0,-1 0-1 0 0,1 1 1 0 0,0-1 0 0 0,-1 1-1 0 0,1-1 1 0 0,0 1 0 0 0,-1-1-1 0 0,1 1 1 0 0,0-1 0 0 0,-1 1-1 0 0,1-1 1 0 0,-1 1 0 0 0,0 0-1 0 0,1 0 1 0 0,-1-1-1 0 0,1 1 1 0 0,-1 0 0 0 0,0 0-1 0 0,1 0 1 0 0,0 2 12 0 0,-1 1 0 0 0,1-1-1 0 0,-1 0 1 0 0,0 0 0 0 0,1 1-1 0 0,-1-1 1 0 0,-1 0 0 0 0,0 6 0 0 0,1-5-122 0 0,-1 0 1 0 0,0 0 0 0 0,1 0 0 0 0,-2-1 0 0 0,1 1-1 0 0,0 0 1 0 0,-1-1 0 0 0,1 1 0 0 0,-1-1-1 0 0,0 1 1 0 0,0-1 0 0 0,-1 0 0 0 0,1 0 0 0 0,0 0-1 0 0,-6 5 1 0 0,1-8-1084 0 0,-1-12-7634 0 0,8 11 8633 0 0,-2-5-4230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41.1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0 1648 0 0,'-12'6'619'0'0,"0"0"0"0"0,0 1 0 0 0,0 0 0 0 0,1 0-1 0 0,0 2 1 0 0,1-1 0 0 0,-1 1 0 0 0,-16 21 0 0 0,-21 15 645 0 0,37-37-749 0 0,0 1 0 0 0,0 1 0 0 0,1 0 0 0 0,1 0 0 0 0,0 1 0 0 0,-9 13 0 0 0,15-19-400 0 0,1 0-1 0 0,0 0 1 0 0,0 0-1 0 0,0 1 1 0 0,0-1 0 0 0,1 0-1 0 0,0 1 1 0 0,0-1-1 0 0,0 1 1 0 0,1-1 0 0 0,0 1-1 0 0,0-1 1 0 0,0 1-1 0 0,1 0 1 0 0,0-1 0 0 0,0 0-1 0 0,0 1 1 0 0,4 7-1 0 0,-1-2 228 0 0,1 0-1 0 0,0 0 1 0 0,1-1-1 0 0,0 0 1 0 0,1 0-1 0 0,0 0 1 0 0,15 15-1 0 0,67 55-274 0 0,-53-49-1019 0 0,44 34-3679 0 0,-23-24-2260 0 0,-28-20 3206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4.1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36 1888 0 0,'-8'-35'11925'0'0,"11"57"-10860"0"0,26 231 110 0 0,-8-84-7623 0 0,-24-181 14 0 0,11 5 4055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4.5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23 3977 0 0,'6'-1'5660'0'0,"22"-2"-3397"0"0,2-4-571 0 0,23-3-226 0 0,-50 9-1414 0 0,0 1 0 0 0,0 0 0 0 0,0 0 0 0 0,0 0 1 0 0,0 0-1 0 0,0 0 0 0 0,0 1 0 0 0,-1-1 1 0 0,1 1-1 0 0,0 0 0 0 0,0 0 0 0 0,0 0 0 0 0,4 3 1 0 0,-5-3-27 0 0,-1 0 0 0 0,0 1 0 0 0,0-1 0 0 0,0 1 0 0 0,0-1 0 0 0,0 1 0 0 0,0 0 0 0 0,-1-1 0 0 0,1 1 0 0 0,0 0 0 0 0,-1 0 0 0 0,1-1 1 0 0,-1 1-1 0 0,0 0 0 0 0,0 0 0 0 0,1 0 0 0 0,-1 0 0 0 0,-1-1 0 0 0,1 1 0 0 0,0 0 0 0 0,0 0 0 0 0,-1 0 0 0 0,1 0 0 0 0,0-1 0 0 0,-1 1 0 0 0,0 0 0 0 0,0-1 1 0 0,1 1-1 0 0,-1 0 0 0 0,-1 1 0 0 0,-31 49 259 0 0,22-38-578 0 0,0 0 0 0 0,-1-1 0 0 0,0 0-1 0 0,-1-1 1 0 0,0-1 0 0 0,-1 0 0 0 0,-26 16-1 0 0,39-27 182 0 0,1 0 0 0 0,0 1 0 0 0,0-1 0 0 0,0 0 0 0 0,-1 0 0 0 0,1 0 0 0 0,0 0 0 0 0,0 0-1 0 0,-1 1 1 0 0,1-1 0 0 0,0 0 0 0 0,0 0 0 0 0,-1 0 0 0 0,1 0 0 0 0,0 0 0 0 0,0 0 0 0 0,-1 0-1 0 0,1 0 1 0 0,0 0 0 0 0,0 0 0 0 0,-1 0 0 0 0,1 0 0 0 0,0 0 0 0 0,0 0 0 0 0,-1 0 0 0 0,1 0-1 0 0,0-1 1 0 0,0 1 0 0 0,-1 0 0 0 0,1 0 0 0 0,0 0 0 0 0,0 0 0 0 0,0 0 0 0 0,-1-1 0 0 0,1 1 0 0 0,0 0-1 0 0,0 0 1 0 0,0 0 0 0 0,-1 0 0 0 0,1-1 0 0 0,0 1 0 0 0,0 0 0 0 0,0 0 0 0 0,0-1 0 0 0,0 1-1 0 0,0 0 1 0 0,-1 0 0 0 0,1-1 0 0 0,0 1 0 0 0,0 0 0 0 0,0 0 0 0 0,0-1 0 0 0,0 1 0 0 0,0 0-1 0 0,0 0 1 0 0,0-1 0 0 0,0 1 0 0 0,0 0 0 0 0,0 0 0 0 0,0-1 0 0 0,1 1 0 0 0,-1-1 0 0 0,6-16-4404 0 0,3 6 1990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7.1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0 400 0 0,'-2'1'7876'0'0,"-3"2"-4068"0"0,-10 8-857 0 0,13-2-2800 0 0,0 0-1 0 0,0 0 0 0 0,1 1 1 0 0,0-1-1 0 0,1 0 1 0 0,1 13-1 0 0,-1-20-146 0 0,0-1 1 0 0,0 1-1 0 0,1-1 0 0 0,-1 1 0 0 0,0-1 1 0 0,1 1-1 0 0,-1-1 0 0 0,1 0 1 0 0,-1 1-1 0 0,1-1 0 0 0,0 1 0 0 0,0-1 1 0 0,0 0-1 0 0,0 0 0 0 0,0 0 0 0 0,0 1 1 0 0,0-1-1 0 0,2 2 0 0 0,-1-3 3 0 0,-1 0 0 0 0,1 1 0 0 0,-1-1 0 0 0,1 0 0 0 0,0 0 0 0 0,-1 0-1 0 0,1 0 1 0 0,0 0 0 0 0,-1 0 0 0 0,1 0 0 0 0,-1-1 0 0 0,1 1 0 0 0,0-1 0 0 0,-1 1-1 0 0,1-1 1 0 0,-1 1 0 0 0,1-1 0 0 0,-1 0 0 0 0,0 0 0 0 0,1 0 0 0 0,-1 0 0 0 0,2-1-1 0 0,0 0 62 0 0,-1 0-1 0 0,1 0 0 0 0,-1-1 0 0 0,1 1 0 0 0,-1 0 1 0 0,0-1-1 0 0,0 1 0 0 0,0-1 0 0 0,0 0 0 0 0,-1 0 0 0 0,1 0 1 0 0,-1 0-1 0 0,0 0 0 0 0,0 0 0 0 0,0 0 0 0 0,0 0 1 0 0,0 0-1 0 0,0-1 0 0 0,-1 1 0 0 0,0 0 0 0 0,0 0 0 0 0,0-1 1 0 0,0 1-1 0 0,0 0 0 0 0,-1-1 0 0 0,0-4 0 0 0,0 7-101 0 0,1-1-1 0 0,-1 1 1 0 0,1-1-1 0 0,-1 1 1 0 0,0-1-1 0 0,0 1 1 0 0,0-1-1 0 0,0 1 1 0 0,0 0-1 0 0,0-1 0 0 0,0 1 1 0 0,0 0-1 0 0,-1 0 1 0 0,1 0-1 0 0,0 0 1 0 0,-1 0-1 0 0,1 0 1 0 0,0 0-1 0 0,-1 0 1 0 0,-2 0-1 0 0,2 0-305 0 0,-1 1-1 0 0,0 0 1 0 0,1 0-1 0 0,-1-1 1 0 0,1 2-1 0 0,-1-1 1 0 0,1 0-1 0 0,-1 0 1 0 0,1 1-1 0 0,-1 0 1 0 0,1-1 0 0 0,-1 1-1 0 0,1 0 1 0 0,-1 0-1 0 0,1 0 1 0 0,0 1-1 0 0,-4 2 1 0 0,-12 3-6112 0 0,13-3 2688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7.6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3385 0 0,'1'16'8851'0'0,"2"37"-6923"0"0,-1-7-1393 0 0,9 74 46 0 0,-1-20-4471 0 0,-12-90 643 0 0,-5-12-2134 0 0,4-2 3043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7.9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65 2985 0 0,'-1'-1'364'0'0,"1"0"0"0"0,-1 0 0 0 0,1-1 0 0 0,-1 1 1 0 0,1 0-1 0 0,0 0 0 0 0,-1 0 0 0 0,1 0 1 0 0,0 0-1 0 0,0 0 0 0 0,-1-1 0 0 0,1 1 0 0 0,0 0 1 0 0,0 0-1 0 0,1 0 0 0 0,-1-1 0 0 0,0 1 0 0 0,0 0 1 0 0,0 0-1 0 0,1 0 0 0 0,-1 0 0 0 0,1 0 0 0 0,-1 0 1 0 0,1 0-1 0 0,-1 0 0 0 0,1 0 0 0 0,0 0 1 0 0,0-1-1 0 0,2-1-116 0 0,-1 1 1 0 0,1-1-1 0 0,0 1 1 0 0,0 0 0 0 0,0 0-1 0 0,0 0 1 0 0,0 0-1 0 0,0 1 1 0 0,0-1-1 0 0,5 0 1 0 0,-4 0-200 0 0,0 0 0 0 0,0 1 0 0 0,0 0 1 0 0,1 0-1 0 0,-1 0 0 0 0,1 1 0 0 0,-1-1 0 0 0,1 1 0 0 0,-1 0 0 0 0,0 0 0 0 0,1 1 0 0 0,-1-1 1 0 0,1 1-1 0 0,-1 0 0 0 0,0 0 0 0 0,1 1 0 0 0,-1-1 0 0 0,4 3 0 0 0,-6-3-17 0 0,0 1-1 0 0,0-1 1 0 0,-1 1-1 0 0,1 0 1 0 0,-1-1-1 0 0,0 1 1 0 0,1 0-1 0 0,-1 0 1 0 0,0 0-1 0 0,0 0 1 0 0,0 0-1 0 0,0 0 1 0 0,-1 0-1 0 0,1 0 1 0 0,0 0-1 0 0,-1 1 1 0 0,0-1-1 0 0,1 0 1 0 0,-1 0-1 0 0,0 1 1 0 0,0 1-1 0 0,-1 1 4 0 0,0 1 0 0 0,0-1 0 0 0,-1-1 0 0 0,1 1 0 0 0,-1 0-1 0 0,0 0 1 0 0,0 0 0 0 0,-1-1 0 0 0,-2 5 0 0 0,-4 3-125 0 0,1 0 0 0 0,-2-1 0 0 0,1 0 0 0 0,-2-1 0 0 0,-19 16 0 0 0,5-15-284 0 0,13-7-1356 0 0,29-17-11309 0 0,-9 10 10938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8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44 3121 0 0,'-1'0'281'0'0,"0"0"0"0"0,0 0 0 0 0,0 0 0 0 0,0 0 1 0 0,1 0-1 0 0,-1-1 0 0 0,0 1 0 0 0,0 0 0 0 0,0-1 0 0 0,1 1 1 0 0,-1-1-1 0 0,0 1 0 0 0,0-1 0 0 0,1 1 0 0 0,-1-1 1 0 0,0 1-1 0 0,1-1 0 0 0,-1 0 0 0 0,1 1 0 0 0,-1-1 0 0 0,1 0 1 0 0,-1 1-1 0 0,0-2 0 0 0,1 1-117 0 0,0 0 0 0 0,0 1 0 0 0,1-1 0 0 0,-1 0 0 0 0,0 0 0 0 0,0 1 0 0 0,0-1 0 0 0,1 0 0 0 0,-1 1 0 0 0,0-1 0 0 0,1 0 0 0 0,-1 1 0 0 0,1-1 0 0 0,-1 0 0 0 0,0 1 0 0 0,1-1 0 0 0,-1 1 0 0 0,1-1 0 0 0,0 1 0 0 0,0-1 0 0 0,2-2 99 0 0,0 1 0 0 0,0 1 0 0 0,0-1 0 0 0,0 0 0 0 0,0 1 0 0 0,0-1 0 0 0,1 1 0 0 0,-1 0 0 0 0,0 0 0 0 0,8-1 0 0 0,-10 2-213 0 0,1 0-1 0 0,-1 0 0 0 0,1-1 1 0 0,-1 1-1 0 0,1 0 0 0 0,-1 1 1 0 0,1-1-1 0 0,0 0 0 0 0,-1 0 1 0 0,1 1-1 0 0,-1-1 1 0 0,1 0-1 0 0,-1 1 0 0 0,1 0 1 0 0,-1-1-1 0 0,0 1 0 0 0,1 0 1 0 0,-1 0-1 0 0,0 0 1 0 0,1 0-1 0 0,-1 0 0 0 0,0 0 1 0 0,0 0-1 0 0,0 0 0 0 0,2 2 1 0 0,-3-1-52 0 0,0 0 0 0 0,0 0 0 0 0,0 0 0 0 0,0-1 0 0 0,0 1 0 0 0,0 0 1 0 0,-1 0-1 0 0,1 0 0 0 0,0 0 0 0 0,-1-1 0 0 0,1 1 0 0 0,-1 0 0 0 0,0-1 0 0 0,0 1 1 0 0,0 0-1 0 0,0-1 0 0 0,-2 3 0 0 0,-6 9-149 0 0,-1 0 0 0 0,-1-1 1 0 0,-17 15-1 0 0,27-27 178 0 0,1 1 1 0 0,-1-1-1 0 0,0 0 1 0 0,1 1-1 0 0,-1-1 1 0 0,1 1-1 0 0,-1-1 0 0 0,1 1 1 0 0,-1-1-1 0 0,1 1 1 0 0,-1-1-1 0 0,1 1 1 0 0,-1-1-1 0 0,1 1 1 0 0,0 0-1 0 0,-1-1 0 0 0,1 1 1 0 0,0 0-1 0 0,-1-1 1 0 0,1 1-1 0 0,0 0 1 0 0,0-1-1 0 0,0 1 1 0 0,0 0-1 0 0,0-1 0 0 0,0 1 1 0 0,0 0-1 0 0,0 0 1 0 0,0-1-1 0 0,0 1 1 0 0,0 0-1 0 0,0-1 1 0 0,0 1-1 0 0,1 0 0 0 0,-1 0 1 0 0,2 0 4 0 0,-1 0 0 0 0,1 0 0 0 0,-1 0 0 0 0,1 0 0 0 0,0-1 0 0 0,0 1 0 0 0,-1 0 0 0 0,1-1 0 0 0,0 0 0 0 0,0 1 0 0 0,0-1 0 0 0,-1 0 0 0 0,3 0 0 0 0,66-3-526 0 0,-68 2 409 0 0,22-2-1778 0 0,22-1-10497 0 0,-38 3 9297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7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2 976 0 0,'-9'-2'12527'0'0,"9"3"-12340"0"0,-3 24 3285 0 0,6 39-4053 0 0,-3-60 1206 0 0,53 428-2026 0 0,-52-428 1112 0 0,-1-1-41 0 0,0 0-1 0 0,1 1 1 0 0,-1-1 0 0 0,1 0-1 0 0,0 0 1 0 0,0 0-1 0 0,0 0 1 0 0,0 0 0 0 0,1 0-1 0 0,-1-1 1 0 0,1 1-1 0 0,3 5 1 0 0,-1-20-4845 0 0,-5-20 1898 0 0,1 29 2631 0 0,-1-14-1205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8.3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47 2208 0 0,'0'-1'388'0'0,"0"0"0"0"0,-1 0 0 0 0,1 0 0 0 0,0 0 0 0 0,0 0 0 0 0,0 0 0 0 0,-1 0-1 0 0,1 0 1 0 0,0 0 0 0 0,1 0 0 0 0,-1 0 0 0 0,0-1 0 0 0,0 1 0 0 0,0 0-1 0 0,1 0 1 0 0,-1 0 0 0 0,0 0 0 0 0,1 0 0 0 0,-1 0 0 0 0,1 0 0 0 0,-1 0-1 0 0,1 0 1 0 0,0 1 0 0 0,-1-1 0 0 0,1 0 0 0 0,0 0 0 0 0,1-1 0 0 0,1 0-26 0 0,0 0 0 0 0,0 0 0 0 0,0 1 0 0 0,1-1 1 0 0,-1 1-1 0 0,0 0 0 0 0,1 0 0 0 0,-1 0 0 0 0,4 0 1 0 0,3-1-138 0 0,0 1 0 0 0,0 0 1 0 0,0 1-1 0 0,0 0 0 0 0,18 3 1 0 0,-27-3-194 0 0,1 1 0 0 0,0-1 0 0 0,-1 0 1 0 0,1 1-1 0 0,-1-1 0 0 0,1 1 1 0 0,-1 0-1 0 0,1-1 0 0 0,-1 1 0 0 0,1 0 1 0 0,-1 0-1 0 0,1 0 0 0 0,-1 0 1 0 0,0 0-1 0 0,0 0 0 0 0,0 0 0 0 0,1 1 1 0 0,-1-1-1 0 0,0 0 0 0 0,-1 1 1 0 0,1-1-1 0 0,0 0 0 0 0,0 1 0 0 0,0 2 1 0 0,0-2-23 0 0,-1 1 0 0 0,0-1 1 0 0,0 1-1 0 0,0 0 0 0 0,-1-1 1 0 0,1 1-1 0 0,0 0 0 0 0,-1-1 1 0 0,0 1-1 0 0,0-1 1 0 0,0 1-1 0 0,0-1 0 0 0,-2 5 1 0 0,-6 7-344 0 0,-1 1 0 0 0,0-1 0 0 0,-22 21 1 0 0,26-28-24 0 0,-11 11-506 0 0,-15 17-1320 0 0,16-9-2304 0 0,32-32-2906 0 0,-12 3 6394 0 0,8-1-294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18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4 2064 0 0,'-1'-2'1557'0'0,"0"2"-1245"0"0,1 0-1 0 0,0 0 1 0 0,-1-1-1 0 0,1 1 0 0 0,-1 0 1 0 0,1 0-1 0 0,-1 0 1 0 0,1-1-1 0 0,0 1 1 0 0,-1 0-1 0 0,1 0 0 0 0,-1 0 1 0 0,1 0-1 0 0,-1 0 1 0 0,1 0-1 0 0,-1 0 0 0 0,1 0 1 0 0,0 0-1 0 0,-1 0 1 0 0,1 0-1 0 0,-1 1 0 0 0,1-1 1 0 0,-1 0-1 0 0,1 0 1 0 0,0 0-1 0 0,-1 1 0 0 0,1-1 1 0 0,-1 0-1 0 0,0 1 1 0 0,-12 17 2110 0 0,-3 22-2851 0 0,14-36 429 0 0,1 1 0 0 0,0-1 1 0 0,1 1-1 0 0,-1-1 0 0 0,1 1 1 0 0,0-1-1 0 0,0 1 0 0 0,0-1 1 0 0,1 1-1 0 0,0-1 0 0 0,-1 1 1 0 0,2-1-1 0 0,-1 0 0 0 0,0 1 1 0 0,5 7-1 0 0,-5-11 2 0 0,0 1-1 0 0,1 0 1 0 0,-1-1 0 0 0,1 1 0 0 0,-1-1-1 0 0,1 0 1 0 0,-1 1 0 0 0,1-1 0 0 0,0 0-1 0 0,0 0 1 0 0,0 0 0 0 0,0 0 0 0 0,0 0-1 0 0,0-1 1 0 0,0 1 0 0 0,0-1 0 0 0,0 1-1 0 0,0-1 1 0 0,0 0 0 0 0,0 1-1 0 0,0-1 1 0 0,0 0 0 0 0,1-1 0 0 0,-1 1-1 0 0,0 0 1 0 0,0 0 0 0 0,0-1 0 0 0,0 0-1 0 0,0 1 1 0 0,0-1 0 0 0,0 0 0 0 0,0 0-1 0 0,0 0 1 0 0,0 0 0 0 0,2-2 0 0 0,0 0 37 0 0,0 0 0 0 0,0 0 0 0 0,0-1 0 0 0,0 0 0 0 0,-1 0 1 0 0,1 0-1 0 0,-1 0 0 0 0,0 0 0 0 0,0-1 0 0 0,0 1 1 0 0,-1-1-1 0 0,0 0 0 0 0,0 1 0 0 0,3-11 0 0 0,-4 13-84 0 0,0 0 0 0 0,-1 0 0 0 0,1 1-1 0 0,-1-1 1 0 0,1 0 0 0 0,-1 0 0 0 0,0 0-1 0 0,0 0 1 0 0,1 0 0 0 0,-1 0 0 0 0,0 1-1 0 0,-1-1 1 0 0,1 0 0 0 0,0 0 0 0 0,-1 0-1 0 0,1 0 1 0 0,-1 0 0 0 0,1 1 0 0 0,-1-1-1 0 0,0 0 1 0 0,0 0 0 0 0,0 1 0 0 0,0-1-1 0 0,0 1 1 0 0,0-1 0 0 0,0 1 0 0 0,0-1-1 0 0,-1 1 1 0 0,1 0 0 0 0,-1-1 0 0 0,1 1 0 0 0,-1 0-1 0 0,1 0 1 0 0,-1 0 0 0 0,0 0 0 0 0,1 0-1 0 0,-1 1 1 0 0,0-1 0 0 0,0 0 0 0 0,1 1-1 0 0,-1 0 1 0 0,0-1 0 0 0,-2 1 0 0 0,-32 5-8211 0 0,28-3 4402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1.1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4081 0 0,'-4'18'6815'0'0,"7"20"-5959"0"0,-2-23-287 0 0,0 145 1080 0 0,-2-85-1102 0 0,8 77 1 0 0,-1-129-1370 0 0,-6-23 762 0 0,0 0-1 0 0,0 1 1 0 0,0-1 0 0 0,0 0-1 0 0,0 0 1 0 0,0 0-1 0 0,0 0 1 0 0,0 0-1 0 0,0 0 1 0 0,1 1 0 0 0,-1-1-1 0 0,0 0 1 0 0,0 0-1 0 0,0 0 1 0 0,0 0 0 0 0,0 0-1 0 0,0 0 1 0 0,1 0-1 0 0,-1 0 1 0 0,0 0-1 0 0,0 0 1 0 0,0 0 0 0 0,0 0-1 0 0,0 0 1 0 0,1 1-1 0 0,-1-1 1 0 0,0 0 0 0 0,0 0-1 0 0,0 0 1 0 0,0 0-1 0 0,1 0 1 0 0,-1-1-1 0 0,0 1 1 0 0,0 0 0 0 0,0 0-1 0 0,0 0 1 0 0,0 0-1 0 0,1 0 1 0 0,-1 0 0 0 0,0 0-1 0 0,0 0 1 0 0,0 0-1 0 0,0 0 1 0 0,0 0-1 0 0,0 0 1 0 0,1-1 0 0 0,-1 1-1 0 0,0 0 1 0 0,0 0-1 0 0,0 0 1 0 0,0 0 0 0 0,0 0-1 0 0,0 0 1 0 0,0-1-1 0 0,0 1 1 0 0,2-3-591 0 0,-1 0 0 0 0,0 0 0 0 0,0-1 0 0 0,0 1-1 0 0,0 0 1 0 0,-1-1 0 0 0,1 1 0 0 0,-1 0 0 0 0,0-7 0 0 0,-1-8-1464 0 0,1 0 153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1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49 3401 0 0,'0'-2'482'0'0,"1"-1"1"0"0,0 1-1 0 0,-1 0 1 0 0,1 0-1 0 0,0-1 0 0 0,0 1 1 0 0,0 0-1 0 0,1 0 1 0 0,-1 0-1 0 0,0 0 1 0 0,1 0-1 0 0,-1 0 1 0 0,1 1-1 0 0,0-1 0 0 0,-1 0 1 0 0,1 1-1 0 0,0-1 1 0 0,0 1-1 0 0,0 0 1 0 0,4-2-1 0 0,-2 1-169 0 0,0 1 0 0 0,0 0 0 0 0,0 0 0 0 0,0 0 0 0 0,0 0 0 0 0,1 1 0 0 0,-1 0 0 0 0,0-1-1 0 0,1 2 1 0 0,-1-1 0 0 0,5 1 0 0 0,-3 0-200 0 0,-1 0 0 0 0,1 0 0 0 0,-1 0 0 0 0,0 1 0 0 0,1 0 0 0 0,-1 0 0 0 0,0 1 0 0 0,0-1 1 0 0,0 1-1 0 0,0 0 0 0 0,-1 0 0 0 0,1 1 0 0 0,-1-1 0 0 0,0 1 0 0 0,0 0 0 0 0,0 0 0 0 0,0 0 0 0 0,4 7 0 0 0,-7-8-69 0 0,0 0 1 0 0,-1 0 0 0 0,1 0-1 0 0,0 0 1 0 0,-1 0 0 0 0,0 0-1 0 0,0 0 1 0 0,0 0-1 0 0,0 0 1 0 0,0 0 0 0 0,0 0-1 0 0,-1 0 1 0 0,0 0 0 0 0,1 0-1 0 0,-1 0 1 0 0,0 0 0 0 0,0 0-1 0 0,-1-1 1 0 0,1 1-1 0 0,-1 0 1 0 0,1-1 0 0 0,-1 1-1 0 0,0-1 1 0 0,0 1 0 0 0,0-1-1 0 0,-3 3 1 0 0,-8 8-401 0 0,-1 0 0 0 0,-1-2 1 0 0,-20 14-1 0 0,6-4-1412 0 0,5 4-1848 0 0,24-25 3459 0 0,1 0 0 0 0,-1 0 0 0 0,1 0 0 0 0,-1-1 0 0 0,0 1 0 0 0,1 0 0 0 0,-1 0 0 0 0,1 0 0 0 0,-1 0 0 0 0,1 0 0 0 0,-1 0 0 0 0,1 0 0 0 0,-1 0 0 0 0,0 0 0 0 0,1 0 0 0 0,-1 0 0 0 0,1 0 0 0 0,-1 1 0 0 0,1-1 0 0 0,-1 0 0 0 0,0 0 1 0 0,1 0-1 0 0,-1 1 0 0 0,1-1 0 0 0,-1 0 0 0 0,0 0 0 0 0,1 1 0 0 0,-1-1 0 0 0,0 0 0 0 0,1 1 0 0 0,-1-1 0 0 0,0 0 0 0 0,0 1 0 0 0,1-1 0 0 0,-1 0 0 0 0,0 1 0 0 0,0-1 0 0 0,0 1 0 0 0,0-1 0 0 0,1 0 0 0 0,-1 1 0 0 0,0-1 0 0 0,0 1 0 0 0,0-1 0 0 0,0 1 0 0 0,0-1 0 0 0,0 0 0 0 0,0 1 0 0 0,0-1 0 0 0,0 1 0 0 0,0-1 0 0 0,0 1 0 0 0,0-1 0 0 0,-1 1 0 0 0,1-1 0 0 0,0 0 0 0 0,0 1 0 0 0,0-1 0 0 0,-1 1 0 0 0,1-1 0 0 0,0 0 0 0 0,0 1 0 0 0,-1-1 0 0 0,1 0 0 0 0,0 1 1 0 0,-1-1-1 0 0,1 0 0 0 0,0 0 0 0 0,-1 1 0 0 0,11-1-2184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1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25 3697 0 0,'-15'7'6993'0'0,"28"-15"-4302"0"0,32-13-1182 0 0,-43 21-1459 0 0,0-1 0 0 0,1 1 0 0 0,-1-1 0 0 0,0 1 0 0 0,0 0 0 0 0,0 0 0 0 0,1 0-1 0 0,-1 0 1 0 0,0 0 0 0 0,0 1 0 0 0,0-1 0 0 0,1 1 0 0 0,-1-1 0 0 0,3 3 0 0 0,-4-3-51 0 0,-1 1-1 0 0,1-1 1 0 0,-1 1-1 0 0,0-1 1 0 0,1 1-1 0 0,-1 0 1 0 0,0-1-1 0 0,1 1 1 0 0,-1 0 0 0 0,0-1-1 0 0,0 1 1 0 0,0 0-1 0 0,0-1 1 0 0,1 1-1 0 0,-1 0 1 0 0,0-1-1 0 0,0 1 1 0 0,0 0-1 0 0,0-1 1 0 0,-1 1 0 0 0,1 0-1 0 0,0-1 1 0 0,0 1-1 0 0,0 0 1 0 0,-1-1-1 0 0,1 1 1 0 0,0 0-1 0 0,0-1 1 0 0,-2 2-1 0 0,-4 9-176 0 0,-1-1-1 0 0,-1 0 0 0 0,0 0 0 0 0,-10 9 1 0 0,-2 4 123 0 0,19-22 74 0 0,1-1-1 0 0,-1 0 1 0 0,1 1 0 0 0,-1-1-1 0 0,1 1 1 0 0,-1-1 0 0 0,1 1 0 0 0,0-1-1 0 0,-1 1 1 0 0,1-1 0 0 0,0 1-1 0 0,-1-1 1 0 0,1 1 0 0 0,0-1-1 0 0,-1 1 1 0 0,1-1 0 0 0,0 1-1 0 0,0-1 1 0 0,0 1 0 0 0,0 0-1 0 0,0-1 1 0 0,0 1 0 0 0,0 0-1 0 0,0-1 1 0 0,0 1 0 0 0,0-1-1 0 0,0 1 1 0 0,0 0 0 0 0,0-1-1 0 0,0 1 1 0 0,0-1 0 0 0,1 1-1 0 0,-1-1 1 0 0,0 1 0 0 0,0 0-1 0 0,1-1 1 0 0,-1 1 0 0 0,0-1-1 0 0,1 1 1 0 0,-1-1 0 0 0,1 0-1 0 0,0 1 1 0 0,1 0 47 0 0,1 0 0 0 0,0-1 0 0 0,-1 0 0 0 0,1 1 0 0 0,0-1 0 0 0,-1 0 0 0 0,1 0 0 0 0,0-1 0 0 0,-1 1 0 0 0,4-1 0 0 0,68-19-1867 0 0,-72 19 1072 0 0,1 0 1 0 0,0 0-1 0 0,-1 0 0 0 0,1 0 0 0 0,-1 0 0 0 0,0-1 1 0 0,1 1-1 0 0,-1-1 0 0 0,0 1 0 0 0,0-1 1 0 0,0 0-1 0 0,4-4 0 0 0,1-1-2980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2.3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3769 0 0,'-3'21'6958'0'0,"10"19"-5163"0"0,-3-18-1245 0 0,1 16-690 0 0,15 160 1133 0 0,-18-159-3832 0 0,-6 53 0 0 0,4-89 2311 0 0,0-2 282 0 0,0 0 0 0 0,0-1-1 0 0,0 1 1 0 0,0 0 0 0 0,0 0 0 0 0,0 0 0 0 0,0 0 0 0 0,-1 0 0 0 0,1-1-1 0 0,0 1 1 0 0,-1 0 0 0 0,1 0 0 0 0,0 0 0 0 0,-1-1 0 0 0,1 1-1 0 0,-1 0 1 0 0,1 0 0 0 0,-2 0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2.6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47 2977 0 0,'1'-3'458'0'0,"0"1"1"0"0,0 0 0 0 0,0 0 0 0 0,1 0 0 0 0,-1 0 0 0 0,1 0-1 0 0,0 0 1 0 0,-1 0 0 0 0,1 1 0 0 0,0-1 0 0 0,0 1 0 0 0,0-1-1 0 0,3-1 1 0 0,36-11 2433 0 0,-32 12-2478 0 0,0 1-1 0 0,0 0 0 0 0,1 1 0 0 0,-1 0 0 0 0,0 0 0 0 0,17 3 1 0 0,-23-2-353 0 0,-1-1 0 0 0,1 1 1 0 0,-1 0-1 0 0,1 0 1 0 0,-1 0-1 0 0,1 0 1 0 0,-1 0-1 0 0,0 0 1 0 0,0 0-1 0 0,0 1 1 0 0,1-1-1 0 0,-1 1 1 0 0,-1 0-1 0 0,1-1 0 0 0,0 1 1 0 0,0 0-1 0 0,-1 0 1 0 0,1 0-1 0 0,-1 1 1 0 0,1-1-1 0 0,-1 0 1 0 0,1 3-1 0 0,-1-1-25 0 0,0 1 0 0 0,0-1 0 0 0,-1 0-1 0 0,1 0 1 0 0,-1 1 0 0 0,0-1 0 0 0,0 0-1 0 0,-1 0 1 0 0,1 1 0 0 0,-1-1 0 0 0,0 0 0 0 0,-2 6-1 0 0,-2 2-120 0 0,0 1-1 0 0,-1 0 0 0 0,0-1 0 0 0,-1 0 0 0 0,-1-1 0 0 0,0 1 1 0 0,-14 15-1 0 0,-44 32-1942 0 0,60-54 1150 0 0,0-1-1 0 0,0 0 0 0 0,0 0 1 0 0,-1-1-1 0 0,1 0 0 0 0,-1 0 1 0 0,0 0-1 0 0,0-1 0 0 0,-14 3 1 0 0,7-8-2903 0 0,12 2 2167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3.1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 1 4449 0 0,'-3'5'7112'0'0,"-4"8"-4652"0"0,-6 10-2001 0 0,12-22-439 0 0,-27 38 122 0 0,26-37-144 0 0,1 0-1 0 0,-1 1 1 0 0,1-1-1 0 0,-1 1 1 0 0,1 0 0 0 0,0 0-1 0 0,0-1 1 0 0,0 1-1 0 0,1 0 1 0 0,-1 0 0 0 0,1 0-1 0 0,-1 0 1 0 0,1 4-1 0 0,3-6 7 0 0,0 0-1 0 0,0-1 0 0 0,0 1 0 0 0,0-1 0 0 0,0 0 1 0 0,0 0-1 0 0,0 0 0 0 0,0 0 0 0 0,0 0 0 0 0,0-1 1 0 0,6-1-1 0 0,-2 1 58 0 0,-1 1-258 0 0,76-5 773 0 0,-28 9-7749 0 0,-49-4 3037 0 0,2 8 1326 0 0</inkml:trace>
  <inkml:trace contextRef="#ctx0" brushRef="#br0" timeOffset="1">96 14 2985 0 0,'0'0'206'0'0,"-1"0"1"0"0,1 0 0 0 0,-1-1 0 0 0,1 1 0 0 0,-1 0 0 0 0,1 0 0 0 0,0-1-1 0 0,-1 1 1 0 0,1 0 0 0 0,-1 0 0 0 0,1 0 0 0 0,-1 0 0 0 0,1 0 0 0 0,-1 0-1 0 0,1 0 1 0 0,-1 0 0 0 0,1 0 0 0 0,-1 0 0 0 0,1 0 0 0 0,-1 0 0 0 0,1 0-1 0 0,-1 0 1 0 0,1 1 0 0 0,-1-1 0 0 0,1 0 0 0 0,-1 0 0 0 0,1 1-1 0 0,0-1 1 0 0,-1 0 0 0 0,0 1 0 0 0,-4 17 2672 0 0,12 34-2338 0 0,-5-34-174 0 0,-3 48-1726 0 0,-10-26-3919 0 0,4-38 1646 0 0,6-2 3288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3.5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 3753 0 0,'-3'11'6485'0'0,"7"24"-5487"0"0,-3-28-325 0 0,8 182 1396 0 0,-11-62-4653 0 0,1-113 1479 0 0,1 11-781 0 0,-1-20-443 0 0,1-11-1705 0 0,-1-1 2410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3.9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0 130 1912 0 0,'0'-7'443'0'0,"1"1"-1"0"0,-1 0 0 0 0,1 0 1 0 0,0-1-1 0 0,0 1 0 0 0,0 0 1 0 0,1 0-1 0 0,0 0 0 0 0,1 0 1 0 0,-1 0-1 0 0,1 1 0 0 0,0-1 0 0 0,0 1 1 0 0,1 0-1 0 0,0 0 0 0 0,0 0 1 0 0,6-6-1 0 0,-7 9-226 0 0,0-1 0 0 0,0 1 0 0 0,1 0 0 0 0,-1 1 1 0 0,1-1-1 0 0,-1 0 0 0 0,1 1 0 0 0,0 0 0 0 0,-1 0 0 0 0,1 0 0 0 0,0 0 0 0 0,0 1 0 0 0,0-1 0 0 0,0 1 0 0 0,0 0 1 0 0,0 0-1 0 0,0 1 0 0 0,0-1 0 0 0,-1 1 0 0 0,1 0 0 0 0,0 0 0 0 0,0 0 0 0 0,-1 0 0 0 0,1 1 0 0 0,0-1 0 0 0,-1 1 1 0 0,1 0-1 0 0,5 5 0 0 0,-3-3-35 0 0,0-1 0 0 0,0 2 0 0 0,0-1 0 0 0,0 1 0 0 0,-1 0 0 0 0,0 0 0 0 0,0 0 0 0 0,0 1 0 0 0,0 0 0 0 0,-1 0 0 0 0,5 10 0 0 0,-8-13-181 0 0,1 1-1 0 0,-1-1 1 0 0,-1 1 0 0 0,1-1-1 0 0,-1 1 1 0 0,1-1 0 0 0,-1 1-1 0 0,0 0 1 0 0,0-1 0 0 0,0 1-1 0 0,-1-1 1 0 0,1 1 0 0 0,-1-1-1 0 0,0 1 1 0 0,0-1-1 0 0,0 1 1 0 0,-1-1 0 0 0,1 0-1 0 0,-1 1 1 0 0,0-1 0 0 0,0 0-1 0 0,0 0 1 0 0,0 0 0 0 0,0-1-1 0 0,-4 4 1 0 0,-5 7-257 0 0,-1-1 1 0 0,-1 0-1 0 0,-14 11 0 0 0,22-19-237 0 0,0-1-1 0 0,-1 1 1 0 0,1-1 0 0 0,-1 0-1 0 0,1 0 1 0 0,-1-1-1 0 0,0 1 1 0 0,0-1-1 0 0,0-1 1 0 0,0 1-1 0 0,-11 0 1 0 0,17-2 309 0 0,0 0 1 0 0,-1 0 0 0 0,1-1-1 0 0,-1 1 1 0 0,1 0 0 0 0,0 0-1 0 0,-1-1 1 0 0,1 1 0 0 0,0-1-1 0 0,-1 1 1 0 0,1 0 0 0 0,0-1-1 0 0,-1 1 1 0 0,1-1 0 0 0,0 1-1 0 0,0 0 1 0 0,0-1 0 0 0,-1 1-1 0 0,1-1 1 0 0,0 1 0 0 0,0-1-1 0 0,0 1 1 0 0,0-1-1 0 0,0 1 1 0 0,0-1 0 0 0,0 1-1 0 0,0-1 1 0 0,0 1 0 0 0,0-1-1 0 0,0 1 1 0 0,0-1 0 0 0,0 1-1 0 0,1 0 1 0 0,-1-1 0 0 0,0 1-1 0 0,0-1 1 0 0,0 1 0 0 0,1-1-1 0 0,-1 1 1 0 0,0 0 0 0 0,0-1-1 0 0,1 1 1 0 0,-1-1 0 0 0,0 1-1 0 0,1 0 1 0 0,-1-1 0 0 0,1 1-1 0 0,7-7-1862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4.3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37 1184 0 0,'-10'9'10768'0'0,"-1"-2"-7595"0"0,3-1-2940 0 0,5-4-188 0 0,0 0 1 0 0,-1 1-1 0 0,2 0 1 0 0,-1-1-1 0 0,0 1 1 0 0,0 0-1 0 0,1 1 1 0 0,0-1-1 0 0,0 0 1 0 0,0 1-1 0 0,0-1 0 0 0,0 1 1 0 0,0 0-1 0 0,1-1 1 0 0,0 1-1 0 0,0 0 1 0 0,-1 4-1 0 0,2-7-55 0 0,0 0 0 0 0,0 0 0 0 0,0 0-1 0 0,0 0 1 0 0,0 0 0 0 0,0 0 0 0 0,0 0-1 0 0,1 0 1 0 0,-1 0 0 0 0,0 0 0 0 0,0 0-1 0 0,1 0 1 0 0,-1 0 0 0 0,1 0 0 0 0,-1-1 0 0 0,1 1-1 0 0,-1 0 1 0 0,1 0 0 0 0,0 0 0 0 0,-1-1-1 0 0,1 1 1 0 0,0 0 0 0 0,-1-1 0 0 0,1 1 0 0 0,1 0-1 0 0,1 0 2 0 0,-1 0 0 0 0,0-1 0 0 0,1 1 1 0 0,-1-1-1 0 0,0 0 0 0 0,1 1 0 0 0,-1-1 0 0 0,1 0 0 0 0,-1-1 0 0 0,1 1 0 0 0,-1 0 0 0 0,0-1 0 0 0,1 1 0 0 0,-1-1 0 0 0,4-1 0 0 0,-1 0 2 0 0,1-1-1 0 0,-1 0 0 0 0,0 1 1 0 0,0-2-1 0 0,0 1 0 0 0,8-7 1 0 0,-11 8 14 0 0,0 0 1 0 0,0 0 0 0 0,0 0-1 0 0,0 0 1 0 0,0 0 0 0 0,0 0-1 0 0,-1-1 1 0 0,1 1 0 0 0,-1 0 0 0 0,0-1-1 0 0,1 1 1 0 0,-1-1 0 0 0,0 0-1 0 0,0 0 1 0 0,0-4 0 0 0,-1 6-28 0 0,0 0 0 0 0,-1 0 0 0 0,1 0 0 0 0,0 0 0 0 0,-1 1 1 0 0,1-1-1 0 0,-1 0 0 0 0,1 1 0 0 0,-1-1 0 0 0,0 0 0 0 0,1 1 0 0 0,-1-1 0 0 0,0 0 1 0 0,1 1-1 0 0,-1-1 0 0 0,0 1 0 0 0,0-1 0 0 0,1 1 0 0 0,-1 0 0 0 0,0-1 0 0 0,0 1 1 0 0,0 0-1 0 0,0 0 0 0 0,1-1 0 0 0,-2 1 0 0 0,-31-7-1770 0 0,17 4 240 0 0,9 0 496 0 0,0 1-1 0 0,0-2 1 0 0,1 1 0 0 0,-1-1 0 0 0,1 0 0 0 0,0 0-1 0 0,-8-7 1 0 0,2-3-1836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8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4129 0 0,'-6'1'7477'0'0,"6"-1"-7365"0"0,-5 17 2086 0 0,-1 19-1663 0 0,3 22-381 0 0,6 104-1 0 0,0-135-1345 0 0,1 0 1 0 0,2-1-1 0 0,10 36 0 0 0,-13-56 1043 0 0,1 5-2223 0 0,3-14-2088 0 0,-3 0 2442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9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52 2184 0 0,'0'-2'431'0'0,"0"0"0"0"0,0 0-1 0 0,0 0 1 0 0,0 0-1 0 0,1 0 1 0 0,-1 0 0 0 0,1 1-1 0 0,-1-1 1 0 0,1 0-1 0 0,0 0 1 0 0,-1 1 0 0 0,1-1-1 0 0,0 0 1 0 0,0 1-1 0 0,1-1 1 0 0,-1 1 0 0 0,0-1-1 0 0,0 1 1 0 0,1-1-1 0 0,-1 1 1 0 0,1 0 0 0 0,1-2-1 0 0,1 1-96 0 0,0 1 0 0 0,0-1 1 0 0,0 0-1 0 0,0 1 0 0 0,0 0 0 0 0,0 0 0 0 0,0 0 0 0 0,0 1 1 0 0,0 0-1 0 0,5-1 0 0 0,-1 1-204 0 0,0 1-1 0 0,-1-1 1 0 0,1 1-1 0 0,-1 0 1 0 0,1 1-1 0 0,-1 0 1 0 0,1 0-1 0 0,-1 1 1 0 0,0 0-1 0 0,0 0 1 0 0,7 4-1 0 0,-11-5-106 0 0,0 0 0 0 0,-1 0-1 0 0,1 0 1 0 0,-1 1 0 0 0,0-1 0 0 0,0 1-1 0 0,0-1 1 0 0,0 1 0 0 0,0 0-1 0 0,0-1 1 0 0,-1 1 0 0 0,1 0 0 0 0,-1 0-1 0 0,0 0 1 0 0,0 0 0 0 0,0 1-1 0 0,0-1 1 0 0,-1 0 0 0 0,1 0 0 0 0,-1 0-1 0 0,0 6 1 0 0,0-4 5 0 0,-2 1-1 0 0,1-1 1 0 0,0 1 0 0 0,-1-1-1 0 0,0 0 1 0 0,-1 0 0 0 0,1 0-1 0 0,-1 0 1 0 0,0 0 0 0 0,0-1-1 0 0,-6 8 1 0 0,-5 4-499 0 0,-1-1 0 0 0,-1-1 0 0 0,0 0 0 0 0,-1-1-1 0 0,-29 17 1 0 0,23-20-3158 0 0,35-18-4159 0 0,-2 3 6093 0 0,4 4-164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09.6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 0 6417 0 0,'-9'15'6531'0'0,"1"1"-3895"0"0,-14 23-2066 0 0,10-24-497 0 0,5-6-135 0 0,-1 1-1 0 0,1-1 1 0 0,1 1 0 0 0,0 1 0 0 0,-7 15 0 0 0,59-35 137 0 0,25 0 290 0 0,-27 5-1247 0 0,-2-4-3382 0 0,-42 8 4018 0 0,1 0-1 0 0,0 0 1 0 0,0 0 0 0 0,-1-1 0 0 0,1 1-1 0 0,0 0 1 0 0,-1 0 0 0 0,1-1 0 0 0,0 1 0 0 0,-1-1-1 0 0,1 1 1 0 0,-1-1 0 0 0,1 1 0 0 0,-1-1 0 0 0,1 1-1 0 0,-1-1 1 0 0,1 1 0 0 0,-1-1 0 0 0,1 0 0 0 0,-1 1-1 0 0,0-1 1 0 0,1 0 0 0 0,-1 1 0 0 0,0-1 0 0 0,0 0-1 0 0,1 1 1 0 0,-1-1 0 0 0,0 0 0 0 0,0 0 0 0 0,0-1-1 0 0,2-2-2516 0 0</inkml:trace>
  <inkml:trace contextRef="#ctx0" brushRef="#br0" timeOffset="1">156 52 5129 0 0,'-13'-19'4272'0'0,"7"12"-327"0"0,4 27-2480 0 0,-9 130-2074 0 0,-5-51-6741 0 0,16-93 5251 0 0,3-1-1238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38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3 3993 0 0,'-10'-3'8355'0'0,"14"16"-6512"0"0,17 15-2274 0 0,5-10 398 0 0,2-1 0 0 0,55 24-1 0 0,-52-27 166 0 0,-1 2 0 0 0,34 23 0 0 0,-62-38-51 0 0,0 0-1 0 0,-1 1 1 0 0,1-1-1 0 0,0 1 1 0 0,-1-1-1 0 0,1 1 1 0 0,-1 0-1 0 0,0 0 1 0 0,0-1-1 0 0,0 1 1 0 0,0 0-1 0 0,0 0 1 0 0,0 0-1 0 0,0 1 1 0 0,0-1-1 0 0,-1 0 1 0 0,1 0-1 0 0,-1 0 1 0 0,0 0-1 0 0,1 1 1 0 0,-1-1-1 0 0,0 0 1 0 0,0 0-1 0 0,-1 0 1 0 0,1 1-1 0 0,0-1 1 0 0,-1 0-1 0 0,1 0 1 0 0,-1 0-1 0 0,0 0 1 0 0,0 0-1 0 0,0 0 1 0 0,0 0-1 0 0,-1 3 1 0 0,-6 8 13 0 0,-1 0 1 0 0,0-1-1 0 0,0 0 1 0 0,-13 12-1 0 0,0 1-395 0 0,-11 19-3977 0 0,-53 95 1 0 0,54-89-591 0 0,18-24 1958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0.4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4505 0 0,'-3'16'1530'0'0,"0"-1"0"0"0,1 1 1 0 0,0 24-1 0 0,13 97-1034 0 0,-3-49-184 0 0,-1-25-542 0 0,0 18-4251 0 0,-9-72 956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0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59 2753 0 0,'0'-1'240'0'0,"-1"-1"1"0"0,1 0 0 0 0,-1 1-1 0 0,1-1 1 0 0,-1 1-1 0 0,1-1 1 0 0,0 0 0 0 0,0 1-1 0 0,0-1 1 0 0,0 0 0 0 0,0 0-1 0 0,0 1 1 0 0,1-1 0 0 0,-1 1-1 0 0,0-1 1 0 0,1 0 0 0 0,-1 1-1 0 0,1-1 1 0 0,0 1 0 0 0,0-1-1 0 0,-1 1 1 0 0,1-1 0 0 0,0 1-1 0 0,0-1 1 0 0,0 1-1 0 0,0 0 1 0 0,1 0 0 0 0,-1 0-1 0 0,0 0 1 0 0,0-1 0 0 0,1 1-1 0 0,-1 1 1 0 0,1-1 0 0 0,-1 0-1 0 0,1 0 1 0 0,-1 1 0 0 0,4-2-1 0 0,4 0 432 0 0,1 0 0 0 0,-1 1 1 0 0,1 0-1 0 0,0 1 0 0 0,14 1 0 0 0,-20-1-537 0 0,-1 0-87 0 0,-1 0 0 0 0,1 0 0 0 0,-1 0-1 0 0,1 0 1 0 0,0 0 0 0 0,-1 1 0 0 0,1-1 0 0 0,-1 1 0 0 0,1 0 0 0 0,-1 0 0 0 0,1 0 0 0 0,-1 0 0 0 0,0 0 0 0 0,0 0-1 0 0,1 1 1 0 0,-1-1 0 0 0,0 1 0 0 0,0-1 0 0 0,0 1 0 0 0,0 0 0 0 0,-1 0 0 0 0,1 0 0 0 0,0 0 0 0 0,-1 0 0 0 0,1 0 0 0 0,-1 0-1 0 0,0 1 1 0 0,0-1 0 0 0,0 1 0 0 0,0-1 0 0 0,0 0 0 0 0,1 5 0 0 0,-2-1-26 0 0,0-1 1 0 0,0 1-1 0 0,-1-1 1 0 0,1 1 0 0 0,-1-1-1 0 0,0 1 1 0 0,-1-1-1 0 0,1 0 1 0 0,-1 1-1 0 0,0-1 1 0 0,0 0-1 0 0,-1 0 1 0 0,1-1-1 0 0,-7 10 1 0 0,0-4-117 0 0,1-1-1 0 0,-1 1 1 0 0,-1-1 0 0 0,0-1 0 0 0,-21 14-1 0 0,-25 23-2333 0 0,56-45 2351 0 0,1 0-153 0 0,-1 0 153 0 0,0 0 0 0 0,0 0 0 0 0,0 0 0 0 0,0 0 1 0 0,0 0-1 0 0,0 0 0 0 0,0-1 0 0 0,0 1 0 0 0,1 0 1 0 0,-1 0-1 0 0,0 0 0 0 0,0 0 0 0 0,0 0 0 0 0,0 0 0 0 0,0 0 1 0 0,0 0-1 0 0,1 0 0 0 0,-1 0 0 0 0,0 0 0 0 0,0 0 1 0 0,0 0-1 0 0,0 0 0 0 0,0 1 0 0 0,0-1 0 0 0,1 0 1 0 0,-1 0-1 0 0,0 0 0 0 0,0 0 0 0 0,0 0 0 0 0,0 0 1 0 0,0 0-1 0 0,0 0 0 0 0,0 0-153 0 0,1 0 153 0 0,-1 1 0 0 0,0-1 0 0 0,0 0 0 0 0,0 0 0 0 0,0 0 1 0 0,0 0-1 0 0,0 0 0 0 0,0 0 0 0 0,0 0 0 0 0,0 1 1 0 0,0-1-1 0 0,0 0 0 0 0,0 0 0 0 0,0 0 0 0 0,0 0 1 0 0,0 0-1 0 0,0 0 0 0 0,0 1 0 0 0,0-1 0 0 0,0 0 1 0 0,0 0-1 0 0,0 0 0 0 0,0 0 0 0 0,0 0 0 0 0,0 0 0 0 0,0 0 1 0 0,0 1-1 0 0,0-1 0 0 0,-1 0 0 0 0,21-2-3071 0 0,21-5-1371 0 0,-22 3 2765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1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27 3409 0 0,'0'0'258'0'0,"-1"0"1"0"0,0 0-1 0 0,0 0 1 0 0,1 0-1 0 0,-1 0 1 0 0,0 0-1 0 0,1-1 1 0 0,-1 1-1 0 0,0 0 1 0 0,1 0-1 0 0,-1-1 1 0 0,0 1-1 0 0,1 0 1 0 0,-1-1-1 0 0,1 1 0 0 0,-1-1 1 0 0,1 1-1 0 0,-1-1 1 0 0,1 1-1 0 0,-1-1 1 0 0,1 1-1 0 0,-1-1 1 0 0,1 0-1 0 0,9-8 2566 0 0,28 0-578 0 0,-35 9-2194 0 0,0 0-1 0 0,0 0 1 0 0,0 0 0 0 0,0 0-1 0 0,0 0 1 0 0,0 0 0 0 0,0 1-1 0 0,0-1 1 0 0,0 1 0 0 0,0 0 0 0 0,-1-1-1 0 0,1 1 1 0 0,0 0 0 0 0,0 0-1 0 0,0 0 1 0 0,-1 0 0 0 0,1 0 0 0 0,-1 1-1 0 0,1-1 1 0 0,-1 0 0 0 0,1 1-1 0 0,-1-1 1 0 0,0 1 0 0 0,2 2-1 0 0,-3-2-78 0 0,0 0-1 0 0,0 0 0 0 0,0 0 0 0 0,0 1 0 0 0,0-1 0 0 0,0 0 0 0 0,-1 0 0 0 0,1 0 0 0 0,-1 1 0 0 0,0-1 0 0 0,0 0 1 0 0,1 0-1 0 0,-1 0 0 0 0,0 0 0 0 0,-1 0 0 0 0,1-1 0 0 0,0 1 0 0 0,-1 0 0 0 0,1 0 0 0 0,-1-1 0 0 0,1 1 1 0 0,-3 1-1 0 0,-63 55-1222 0 0,119-64 2400 0 0,-23 2-1139 0 0,22-2-1565 0 0,-18-2-6547 0 0,-25 5 4056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1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4537 0 0,'-5'16'8143'0'0,"5"22"-7038"0"0,0-35-675 0 0,11 146 1036 0 0,0 3-2432 0 0,-12-51-5926 0 0,-3-95 1700 0 0,4-3 3049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1.9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93 3905 0 0,'-1'-4'455'0'0,"1"1"0"0"0,0-1 1 0 0,-1 0-1 0 0,1 1 0 0 0,1-1 0 0 0,-1 1 1 0 0,0-1-1 0 0,1 1 0 0 0,0-1 0 0 0,-1 1 1 0 0,1-1-1 0 0,1 1 0 0 0,-1 0 0 0 0,0 0 1 0 0,1-1-1 0 0,0 1 0 0 0,0 0 0 0 0,0 0 1 0 0,0 0-1 0 0,5-4 0 0 0,-4 4-237 0 0,1 1-1 0 0,0 0 0 0 0,-1 0 1 0 0,1 1-1 0 0,0-1 1 0 0,0 1-1 0 0,0 0 0 0 0,0 0 1 0 0,1 0-1 0 0,-1 0 1 0 0,0 1-1 0 0,0 0 0 0 0,0 0 1 0 0,1 0-1 0 0,-1 0 1 0 0,0 1-1 0 0,7 1 0 0 0,-4-1-74 0 0,1 0-1 0 0,-1 1 1 0 0,0 0 0 0 0,1 0-1 0 0,-1 1 1 0 0,0 0-1 0 0,0 0 1 0 0,0 1-1 0 0,-1 0 1 0 0,0 0-1 0 0,8 6 1 0 0,-12-8-122 0 0,0 0 0 0 0,0 1 1 0 0,0 0-1 0 0,0-1 0 0 0,0 1 1 0 0,-1 0-1 0 0,1 0 0 0 0,-1 0 1 0 0,0 0-1 0 0,0 0 0 0 0,0 0 1 0 0,0 0-1 0 0,0 0 0 0 0,-1 1 0 0 0,1-1 1 0 0,-1 0-1 0 0,0 0 0 0 0,0 1 1 0 0,0-1-1 0 0,0 0 0 0 0,-1 0 1 0 0,1 1-1 0 0,-1-1 0 0 0,0 0 1 0 0,0 0-1 0 0,0 0 0 0 0,0 0 1 0 0,-3 4-1 0 0,-1 3-243 0 0,0 0-1 0 0,-1 0 1 0 0,-1 0 0 0 0,0-1 0 0 0,0 0 0 0 0,0-1-1 0 0,-1 1 1 0 0,-14 10 0 0 0,16-14-569 0 0,1-1 0 0 0,-1 0 0 0 0,0-1 0 0 0,0 1 0 0 0,0-1 0 0 0,0 0 0 0 0,-1-1 0 0 0,1 0 0 0 0,-10 3 0 0 0,45-18-6569 0 0,-14 11 5483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2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0 4473 0 0,'-3'4'8259'0'0,"-8"11"-3963"0"0,-18 25-4981 0 0,27-38 770 0 0,-23 34-830 0 0,25-36 718 0 0,0 1 0 0 0,0-1 1 0 0,0 1-1 0 0,-1-1 0 0 0,1 1 1 0 0,0-1-1 0 0,0 1 0 0 0,0-1 1 0 0,0 1-1 0 0,0-1 0 0 0,0 1 0 0 0,0-1 1 0 0,0 1-1 0 0,0-1 0 0 0,0 1 1 0 0,0-1-1 0 0,0 0 0 0 0,0 1 1 0 0,1-1-1 0 0,-1 1 0 0 0,0-1 0 0 0,0 1 1 0 0,0-1-1 0 0,1 1 0 0 0,-1-1 1 0 0,1 1-1 0 0,0 0 16 0 0,0-1 0 0 0,0 1 0 0 0,0-1 0 0 0,1 0 0 0 0,-1 1 0 0 0,0-1 1 0 0,0 0-1 0 0,1 0 0 0 0,-1 0 0 0 0,0 0 0 0 0,0 0 0 0 0,1 0 0 0 0,-1 0 0 0 0,0 0 0 0 0,3-1 0 0 0,45 3 298 0 0,2 0-1861 0 0,-25-10-5185 0 0,-18-1 2280 0 0,2 8 2945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22.7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30 1992 0 0,'-10'-14'2029'0'0,"-2"-1"4837"0"0,11 39-3039 0 0,2-5-3739 0 0,0-1 1 0 0,-2 0-1 0 0,0 1 0 0 0,-3 20 1 0 0,2-30-1002 0 0,0 0-1 0 0,-1 0 1 0 0,0-1 0 0 0,0 1 0 0 0,0-1-1 0 0,-6 9 1 0 0,8-16 618 0 0,1 0 1 0 0,-1 0-1 0 0,0 0 0 0 0,0 0 1 0 0,1 0-1 0 0,-1-1 0 0 0,0 1 0 0 0,0 0 1 0 0,0-1-1 0 0,0 1 0 0 0,0 0 0 0 0,0-1 1 0 0,0 1-1 0 0,0-1 0 0 0,0 0 1 0 0,0 1-1 0 0,0-1 0 0 0,0 0 0 0 0,-2 1 1 0 0,-1 0-2047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40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2985 0 0,'33'24'5857'0'0,"11"-3"-4252"0"0,48 11-1777 0 0,-79-28 690 0 0,2 0-309 0 0,51 20 474 0 0,-63-23-632 0 0,0 0 0 0 0,0 0-1 0 0,-1 1 1 0 0,1-1 0 0 0,-1 1 0 0 0,1 0-1 0 0,-1-1 1 0 0,0 1 0 0 0,1 0 0 0 0,-1 1-1 0 0,0-1 1 0 0,0 0 0 0 0,0 0 0 0 0,-1 1-1 0 0,1-1 1 0 0,-1 1 0 0 0,1 0 0 0 0,1 4-1 0 0,-3-4 93 0 0,0 0 0 0 0,0 0 0 0 0,-1 0 0 0 0,1 0-1 0 0,-1-1 1 0 0,1 1 0 0 0,-1 0 0 0 0,0 0-1 0 0,0-1 1 0 0,0 1 0 0 0,-1 0 0 0 0,1-1 0 0 0,-1 1-1 0 0,1-1 1 0 0,-1 0 0 0 0,0 0 0 0 0,0 1 0 0 0,0-1-1 0 0,-3 3 1 0 0,-50 39 2371 0 0,38-32-1830 0 0,8-5-622 0 0,-27 21 352 0 0,-36 35-1 0 0,60-49-2446 0 0,0-1 0 0 0,0 2 0 0 0,-11 18 0 0 0,7-19-4437 0 0,10-7 2600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42.0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13 2673 0 0,'-12'-12'5545'0'0,"14"14"-5156"0"0,-1 0-1 0 0,1 0 1 0 0,-1 1 0 0 0,1-1 0 0 0,0 0-1 0 0,-1 0 1 0 0,1-1 0 0 0,0 1 0 0 0,0 0-1 0 0,1-1 1 0 0,2 3 0 0 0,67 28-377 0 0,-47-22 5 0 0,0 2 0 0 0,31 18 0 0 0,-50-27-12 0 0,-1 1 0 0 0,1 0 0 0 0,-1 0 1 0 0,0 1-1 0 0,0-1 0 0 0,-1 1 0 0 0,1 0 1 0 0,-1 0-1 0 0,0 1 0 0 0,-1-1 0 0 0,1 1 0 0 0,-1 0 1 0 0,0 0-1 0 0,3 10 0 0 0,-5-12 185 0 0,-1 1 1 0 0,0-1-1 0 0,0 1 1 0 0,0-1-1 0 0,0 1 0 0 0,-1-1 1 0 0,0 0-1 0 0,0 1 0 0 0,0-1 1 0 0,0 0-1 0 0,-1 0 0 0 0,0 1 1 0 0,0-1-1 0 0,0 0 0 0 0,0-1 1 0 0,-6 8-1 0 0,-52 63 1306 0 0,43-55-1406 0 0,3-4-140 0 0,1 0-329 0 0,0 0 0 0 0,1 0-1 0 0,1 1 1 0 0,-12 21-1 0 0,21-26-5209 0 0,9-23-409 0 0,-2 2 2614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43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59 1240 0 0,'9'-3'996'0'0,"-1"0"-1"0"0,1-1 1 0 0,-1 0-1 0 0,15-9 1 0 0,-16 8-693 0 0,0 1 1 0 0,0 0 0 0 0,0 1-1 0 0,0-1 1 0 0,1 1 0 0 0,0 1-1 0 0,15-4 1 0 0,-19 6-216 0 0,1-1 0 0 0,0 1-1 0 0,-1 0 1 0 0,1 0 0 0 0,0 1 0 0 0,-1 0-1 0 0,1-1 1 0 0,-1 2 0 0 0,1-1 0 0 0,-1 0-1 0 0,1 1 1 0 0,-1 0 0 0 0,0 0 0 0 0,0 0 0 0 0,0 0-1 0 0,7 6 1 0 0,-5-3-28 0 0,0 1 1 0 0,-1 0-1 0 0,1 0 0 0 0,-1 1 1 0 0,-1-1-1 0 0,1 1 0 0 0,-1 0 1 0 0,0 0-1 0 0,2 8 1 0 0,2 6 29 0 0,-1 1 0 0 0,-1-1 0 0 0,-1 1 0 0 0,-1 0 0 0 0,-1 1 0 0 0,1 28 0 0 0,-4-42-9 0 0,0 1 1 0 0,-1 0-1 0 0,0 0 0 0 0,-1 0 0 0 0,0-1 1 0 0,0 1-1 0 0,-1-1 0 0 0,0 0 0 0 0,-8 16 1 0 0,-1-4 237 0 0,-2 0 0 0 0,-24 29 0 0 0,25-33-250 0 0,6-7-76 0 0,1 0-1 0 0,1 1 0 0 0,0-1 1 0 0,0 1-1 0 0,1 0 1 0 0,0 0-1 0 0,1 1 1 0 0,1-1-1 0 0,0 1 1 0 0,0 0-1 0 0,0 20 0 0 0,3-30 3 0 0,-1-1 0 0 0,0 1-1 0 0,1-1 1 0 0,0 1 0 0 0,-1-1-1 0 0,1 1 1 0 0,0-1 0 0 0,0 1 0 0 0,0-1-1 0 0,0 0 1 0 0,0 1 0 0 0,0-1-1 0 0,0 0 1 0 0,0 0 0 0 0,1 0-1 0 0,-1 0 1 0 0,0 0 0 0 0,1 0-1 0 0,-1 0 1 0 0,1 0 0 0 0,-1 0-1 0 0,1-1 1 0 0,-1 1 0 0 0,1-1-1 0 0,-1 1 1 0 0,1-1 0 0 0,0 1-1 0 0,-1-1 1 0 0,3 0 0 0 0,62 7-33 0 0,-45-6 67 0 0,1 2 22 0 0,-13-2 48 0 0,1 1 1 0 0,0-1-1 0 0,-1-1 1 0 0,1 1-1 0 0,0-2 1 0 0,-1 1-1 0 0,1-2 1 0 0,16-3-1 0 0,-38 3 2895 0 0,-10 3-2543 0 0,13 2-461 0 0,0 0-1 0 0,1 0 1 0 0,0 1 0 0 0,0 0 0 0 0,0 0 0 0 0,0 1-1 0 0,1 0 1 0 0,-1 0 0 0 0,1 1 0 0 0,1 0 0 0 0,-1 0 0 0 0,1 1-1 0 0,0-1 1 0 0,0 2 0 0 0,1-1 0 0 0,0 0 0 0 0,0 1 0 0 0,1 0-1 0 0,0 0 1 0 0,0 0 0 0 0,1 1 0 0 0,0-1 0 0 0,1 1-1 0 0,0 0 1 0 0,0 0 0 0 0,-1 12 0 0 0,4 5-144 0 0,0 0 0 0 0,2 0 0 0 0,1 0-1 0 0,1 0 1 0 0,1-1 0 0 0,1 0 0 0 0,2 0 0 0 0,0 0 0 0 0,1-1 0 0 0,2-1-1 0 0,16 25 1 0 0,2-2 218 0 0,22 37 286 0 0,-48-75-251 0 0,-1-1 0 0 0,1 1 0 0 0,-1-1 0 0 0,-1 1 0 0 0,1 0 0 0 0,-1 0 0 0 0,-1 0 0 0 0,2 15 0 0 0,-4-17-38 0 0,1 0 0 0 0,-1 0 0 0 0,-1-1 0 0 0,1 1 0 0 0,-1-1 0 0 0,0 1 0 0 0,0-1 0 0 0,-1 1 0 0 0,1-1 0 0 0,-5 6 0 0 0,-39 52 263 0 0,19-28-66 0 0,-59 79 581 0 0,74-99-775 0 0,-1-2-1 0 0,-1 1 0 0 0,0-2 0 0 0,-1 0 0 0 0,-24 16 0 0 0,37-27-160 0 0,1 0-1 0 0,-1 0 1 0 0,0 0 0 0 0,0 0 0 0 0,0 0 0 0 0,0-1-1 0 0,0 1 1 0 0,0 0 0 0 0,0-1 0 0 0,0 0 0 0 0,0 1-1 0 0,0-1 1 0 0,0 0 0 0 0,0 0 0 0 0,0 0 0 0 0,0 0-1 0 0,0-1 1 0 0,0 1 0 0 0,0-1 0 0 0,0 1 0 0 0,0-1-1 0 0,-2 0 1 0 0,2-1-435 0 0,-1 0 0 0 0,1 0 0 0 0,0 0 0 0 0,-1 0-1 0 0,1 0 1 0 0,0 0 0 0 0,0-1 0 0 0,0 1 0 0 0,1-1-1 0 0,-1 1 1 0 0,1-1 0 0 0,-1 0 0 0 0,1 0 0 0 0,-1-3 0 0 0,-5-14-5204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1:47.2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1446 10 4097 0 0,'13'-2'6147'0'0,"22"-1"-5350"0"0,-31 3-261 0 0,39-4-59 0 0,65 3-1 0 0,-92 3-349 0 0,0 0-1 0 0,0 1 1 0 0,-1 0-1 0 0,1 1 0 0 0,-1 1 1 0 0,0 0-1 0 0,21 12 1 0 0,21 9 739 0 0,71 23 0 0 0,-90-37-671 0 0,-1 2 0 0 0,0 1 1 0 0,-1 1-1 0 0,-1 3 0 0 0,61 42 0 0 0,231 173 1725 0 0,-293-209-1728 0 0,-1 1 0 0 0,-2 1 0 0 0,0 2 0 0 0,-2 1-1 0 0,34 46 1 0 0,7 5-173 0 0,211 260 1937 0 0,-201-234-1858 0 0,-29-39 43 0 0,59 99-1 0 0,-45-19 247 0 0,-21-42-337 0 0,8 1-44 0 0,46 108 1771 0 0,-33-7-1348 0 0,-16-41-649 0 0,-11-52-14 0 0,29 147 1 0 0,-56-184 169 0 0,4 106 0 0 0,-5-27-12 0 0,8 3 43 0 0,19 330-141 0 0,-42-339 182 0 0,3 85 8 0 0,2-193 5 0 0,-1-1 0 0 0,-10 60 0 0 0,0-14 13 0 0,0 24 181 0 0,-5-1-1 0 0,-49 174 0 0 0,46-221-207 0 0,-54 165 598 0 0,58-191-678 0 0,-1-2 0 0 0,-2 0 0 0 0,-1-1 0 0 0,-25 33 0 0 0,0-4-343 0 0,20-29 449 0 0,-34 41 0 0 0,-16 12 193 0 0,32-36-41 0 0,-53 49-1 0 0,55-63-110 0 0,-4 5 47 0 0,-1-3-1 0 0,-94 65 0 0 0,-329 164-340 0 0,320-196 403 0 0,-220 77-1 0 0,155-86-126 0 0,-3-8 0 0 0,-1-10 0 0 0,-343 28 0 0 0,184-66-107 0 0,129-8-508 0 0,246 0 556 0 0,-65-2-86 0 0,62 2 66 0 0,1-1 0 0 0,0 1 0 0 0,-1-1 0 0 0,1 1 0 0 0,0-1-1 0 0,-1 0 1 0 0,1 0 0 0 0,0 0 0 0 0,0-1 0 0 0,0 1-1 0 0,0-1 1 0 0,0 0 0 0 0,0 0 0 0 0,1 0 0 0 0,-1 0-1 0 0,-4-5 1 0 0,7 5-4 0 0,-1 0 0 0 0,1 0-1 0 0,-1 0 1 0 0,1 0 0 0 0,0 0 0 0 0,0 0-1 0 0,0 0 1 0 0,0 0 0 0 0,0 0-1 0 0,0 0 1 0 0,1 0 0 0 0,-1 0 0 0 0,1 0-1 0 0,0 0 1 0 0,-1 0 0 0 0,1 1 0 0 0,0-1-1 0 0,0 0 1 0 0,0 0 0 0 0,0 1-1 0 0,0-1 1 0 0,0 0 0 0 0,1 1 0 0 0,-1-1-1 0 0,3-1 1 0 0,37-38-377 0 0,7 3-145 0 0,-23 20 463 0 0,-1-1-1 0 0,-1-2 1 0 0,-1 0 0 0 0,-1-1-1 0 0,35-48 1 0 0,-48 53 300 0 0,-12 13 223 0 0,2 5-417 0 0,-1 0 0 0 0,1 0 0 0 0,0 0 0 0 0,0 0 0 0 0,1 1 0 0 0,-1-1 0 0 0,0 1 0 0 0,0-1 0 0 0,1 1 0 0 0,-1 0 0 0 0,-1 2 0 0 0,-27 32 47 0 0,-1-2 0 0 0,-2-1 0 0 0,-1-2 0 0 0,-1-1 0 0 0,-59 37 0 0 0,83-59-68 0 0,1 0-1 0 0,-1 0 0 0 0,2 1 0 0 0,-1 0 0 0 0,1 1 1 0 0,0 0-1 0 0,1 0 0 0 0,-11 19 0 0 0,19-29 2 0 0,0 1-1 0 0,0 0 1 0 0,1 0-1 0 0,-1-1 0 0 0,0 1 1 0 0,0 0-1 0 0,1 0 1 0 0,-1-1-1 0 0,1 1 0 0 0,-1 0 1 0 0,0-1-1 0 0,1 1 1 0 0,-1-1-1 0 0,1 1 0 0 0,0 0 1 0 0,-1-1-1 0 0,1 1 1 0 0,-1-1-1 0 0,1 1 1 0 0,0-1-1 0 0,0 0 0 0 0,-1 1 1 0 0,1-1-1 0 0,0 0 1 0 0,-1 1-1 0 0,1-1 0 0 0,0 0 1 0 0,0 0-1 0 0,0 0 1 0 0,-1 0-1 0 0,3 0 0 0 0,36 10 27 0 0,-29-7-17 0 0,106 30-379 0 0,-1 5 0 0 0,127 61-1 0 0,-238-97-180 0 0,31 12-3200 0 0,-34-14 3218 0 0,0 0 0 0 0,0 1 0 0 0,0-1 0 0 0,-1 0 0 0 0,1 0 1 0 0,0 0-1 0 0,0 0 0 0 0,0 0 0 0 0,0 0 0 0 0,0 0 1 0 0,0 0-1 0 0,0 0 0 0 0,0 0 0 0 0,0 0 0 0 0,0 0 0 0 0,0-1 1 0 0,2 0-1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5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2 5345 0 0,'0'1'83'0'0,"-1"-1"499"0"0,1 0-499 0 0,0 0 0 0 0,0 0 0 0 0,0 1 0 0 0,0-1 0 0 0,0 0 0 0 0,0 0 1 0 0,0 0-1 0 0,-1 0 0 0 0,1 0 0 0 0,0 0 0 0 0,0 0 0 0 0,0 0 0 0 0,0 0 0 0 0,0 0 0 0 0,0 0 0 0 0,0 0 0 0 0,-1 0 1 0 0,1 0-1 0 0,0 0 0 0 0,0 0 0 0 0,0 0 0 0 0,0 0 0 0 0,0 0 0 0 0,0 0 0 0 0,-1 0 0 0 0,1 0 0 0 0,0 0 0 0 0,0 0 1 0 0,-1-1 497 0 0,1 1-498 0 0,0 0 0 0 0,0 0 0 0 0,0 0 1 0 0,0-1-1 0 0,0 1 0 0 0,0 0 0 0 0,0 0 0 0 0,0 0 0 0 0,0 0 0 0 0,0 0 0 0 0,0 0 0 0 0,0 0 0 0 0,0-1 0 0 0,0 1 1 0 0,0 0-1 0 0,0 0 0 0 0,0 0 0 0 0,0 0 0 0 0,0 0 0 0 0,0 0 0 0 0,0-1 0 0 0,0 1 0 0 0,-5 16 1328 0 0,0 24-1147 0 0,-13 414 1183 0 0,18-445-1543 0 0,3 41-21 0 0,-3-48-75 0 0,0 1 0 0 0,1-1 0 0 0,-1 0 0 0 0,0 1 1 0 0,1-1-1 0 0,0 1 0 0 0,0-1 0 0 0,0 0 0 0 0,0 0 1 0 0,0 1-1 0 0,0-1 0 0 0,0 0 0 0 0,1 0 0 0 0,-1 0 0 0 0,3 2 1 0 0,-4-4 60 0 0,1 0 0 0 0,-1 0 0 0 0,1 0 1 0 0,-1-1-1 0 0,1 1 0 0 0,-1 0 0 0 0,1 0 0 0 0,-1 0 1 0 0,1-1-1 0 0,-1 1 0 0 0,1 0 0 0 0,-1 0 1 0 0,0-1-1 0 0,1 1 0 0 0,-1 0 0 0 0,1-1 0 0 0,-1 1 1 0 0,0-1-1 0 0,1 1 0 0 0,-1 0 0 0 0,0-1 1 0 0,0 1-1 0 0,1-1 0 0 0,-1 1 0 0 0,0-1 0 0 0,0 1 1 0 0,0-1-1 0 0,0 1 0 0 0,1-1 0 0 0,-1 1 1 0 0,0-1-1 0 0,0 1 0 0 0,0-1 0 0 0,0 1 1 0 0,0-1-1 0 0,0 1 0 0 0,0-1 0 0 0,-1 1 0 0 0,1-1 1 0 0,0 1-1 0 0,0-2 0 0 0,1-25-2327 0 0,-2 4 805 0 0,0-1 529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6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65 816 0 0,'0'-3'400'0'0,"-1"0"0"0"0,1 0 0 0 0,0 0 0 0 0,1-1 0 0 0,-1 1 0 0 0,0 0 0 0 0,1 0 0 0 0,0 0 0 0 0,0 0 0 0 0,0-1 0 0 0,0 1 0 0 0,0 1 0 0 0,1-1 0 0 0,-1 0 0 0 0,1 0 0 0 0,2-3 0 0 0,-2 5-193 0 0,0 0 0 0 0,0 0-1 0 0,1 0 1 0 0,-1 0 0 0 0,1 0 0 0 0,-1 0 0 0 0,1 0-1 0 0,-1 1 1 0 0,1-1 0 0 0,-1 1 0 0 0,1 0 0 0 0,-1 0-1 0 0,1 0 1 0 0,0 0 0 0 0,-1 0 0 0 0,1 1-1 0 0,-1-1 1 0 0,1 1 0 0 0,-1-1 0 0 0,4 2 0 0 0,3 0-1 0 0,1 1 1 0 0,-1 0-1 0 0,0 0 1 0 0,0 1 0 0 0,-1 0-1 0 0,1 0 1 0 0,-1 1-1 0 0,0 0 1 0 0,0 1 0 0 0,0-1-1 0 0,11 12 1 0 0,-16-13-122 0 0,-1-1 0 0 0,1 1 0 0 0,0 0 0 0 0,-1 0 0 0 0,0 0 0 0 0,0 1 1 0 0,0-1-1 0 0,0 0 0 0 0,-1 1 0 0 0,0-1 0 0 0,1 1 0 0 0,-2-1 0 0 0,1 1 0 0 0,0 0 0 0 0,-1-1 0 0 0,0 1 0 0 0,0 0 1 0 0,-1-1-1 0 0,1 1 0 0 0,-1 0 0 0 0,0-1 0 0 0,0 1 0 0 0,-1-1 0 0 0,1 1 0 0 0,-5 7 0 0 0,-6 13 87 0 0,-2 1-1 0 0,-1-2 1 0 0,-1 0-1 0 0,-20 22 1 0 0,-12 12-3214 0 0,26-32-403 0 0,20-35-4481 0 0,9-2 5303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6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33 337 464 0 0,'-10'6'2775'0'0,"-4"-1"2962"0"0,13-6-5648 0 0,0 0-1 0 0,1 1 0 0 0,-1-1 0 0 0,0 0 0 0 0,1 0 0 0 0,-1 0 0 0 0,1 0 0 0 0,-1 0 0 0 0,1 0 0 0 0,-1-1 1 0 0,1 1-1 0 0,0 0 0 0 0,-1 0 0 0 0,1 0 0 0 0,0 0 0 0 0,0 0 0 0 0,0-3 0 0 0,-1-18-54 0 0,1-1 0 0 0,2 0 1 0 0,0 0-1 0 0,1 1 0 0 0,1-1 0 0 0,1 1 0 0 0,1 0 0 0 0,1 1 0 0 0,1-1 0 0 0,1 1 1 0 0,12-20-1 0 0,-20 38-2 0 0,1 0 1 0 0,0 0 0 0 0,0 0-1 0 0,0 0 1 0 0,0 0 0 0 0,0 0-1 0 0,1 0 1 0 0,-1 1 0 0 0,1 0-1 0 0,0-1 1 0 0,-1 1 0 0 0,1 0 0 0 0,0 0-1 0 0,4-2 1 0 0,-6 4-8 0 0,0 0 1 0 0,0 0-1 0 0,0-1 0 0 0,0 1 1 0 0,0 0-1 0 0,-1 0 0 0 0,1 0 1 0 0,0 0-1 0 0,0 0 1 0 0,0 0-1 0 0,0 0 0 0 0,0 1 1 0 0,0-1-1 0 0,-1 0 0 0 0,1 0 1 0 0,0 1-1 0 0,0-1 0 0 0,0 1 1 0 0,0-1-1 0 0,-1 0 1 0 0,1 1-1 0 0,1 0 0 0 0,-1 1 41 0 0,1 0 0 0 0,-1 0 0 0 0,1-1-1 0 0,-1 1 1 0 0,0 1 0 0 0,0-1 0 0 0,0 0 0 0 0,0 0-1 0 0,0 0 1 0 0,0 0 0 0 0,1 5 0 0 0,2 19 238 0 0,-1 0 1 0 0,-1 0-1 0 0,-1 0 1 0 0,-1 0-1 0 0,-5 33 1 0 0,2-21-1217 0 0,2 52 1 0 0,1-89 613 0 0,3 23-1514 0 0,-3-23 1643 0 0,0-1 0 0 0,-1 1 0 0 0,1-1 0 0 0,0 1 1 0 0,0-1-1 0 0,0 1 0 0 0,1 0 0 0 0,-1-1 0 0 0,0 1 0 0 0,0-1 0 0 0,0 1 1 0 0,0-1-1 0 0,0 1 0 0 0,0-1 0 0 0,1 1 0 0 0,-1-1 0 0 0,0 0 0 0 0,1 1 1 0 0,-1-1-1 0 0,0 1 0 0 0,1-1 0 0 0,-1 1 0 0 0,0-1 0 0 0,1 0 0 0 0,-1 1 1 0 0,0-1-1 0 0,1 0 0 0 0,-1 1 0 0 0,1-1 0 0 0,-1 0 0 0 0,1 0 0 0 0,-1 0 1 0 0,1 1-1 0 0,1-13-3473 0 0,0 7 2416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7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42 1920 0 0,'-5'2'6146'0'0,"8"4"-4217"0"0,12 3-1776 0 0,-2-10-200 0 0,1 0 1 0 0,-1-1-1 0 0,0 0 1 0 0,0-1 0 0 0,0-1-1 0 0,0 0 1 0 0,-1-1 0 0 0,17-8-1 0 0,-7 4-973 0 0,-21 9 914 0 0,-1 0 1 0 0,1 0 0 0 0,-1 0-1 0 0,0 0 1 0 0,1 0-1 0 0,-1 0 1 0 0,1 0-1 0 0,-1 0 1 0 0,0 0 0 0 0,1 0-1 0 0,-1 0 1 0 0,1 0-1 0 0,-1-1 1 0 0,0 1-1 0 0,1 0 1 0 0,-1 0 0 0 0,1 0-1 0 0,-1-1 1 0 0,0 1-1 0 0,1 0 1 0 0,-1 0-1 0 0,0-1 1 0 0,1 1-1 0 0,-1 0 1 0 0,0-1 0 0 0,0 1-1 0 0,1 0 1 0 0,-1-1-1 0 0,0 1 1 0 0,0 0-1 0 0,0-1 1 0 0,1 1 0 0 0,-1 0-1 0 0,0-1 1 0 0,0 1-1 0 0,0-1 1 0 0,0 1-1 0 0,0-1 1 0 0,0 1 0 0 0,0 0-1 0 0,0-1 1 0 0,0 1-1 0 0,0-1 1 0 0,0 1-1 0 0,0 0 1 0 0,0-1 0 0 0,0 1-1 0 0,0-1 1 0 0,0 1-1 0 0,-1 0 1 0 0,1-1-1 0 0,-4 1-2521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7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20 800 0 0,'0'-2'308'0'0,"1"1"1"0"0,-1 0-1 0 0,0 0 0 0 0,1 0 0 0 0,-1 0 0 0 0,1 0 1 0 0,-1 1-1 0 0,1-1 0 0 0,0 0 0 0 0,-1 0 0 0 0,1 0 1 0 0,0 0-1 0 0,0 1 0 0 0,0-1 0 0 0,0 0 0 0 0,-1 1 1 0 0,1-1-1 0 0,0 1 0 0 0,0-1 0 0 0,0 1 0 0 0,0-1 1 0 0,0 1-1 0 0,0-1 0 0 0,0 1 0 0 0,0 0 0 0 0,1 0 0 0 0,0 0 1 0 0,1 0-43 0 0,0 0 0 0 0,1 0-1 0 0,-1 1 1 0 0,0-1 0 0 0,0 1 0 0 0,1 0 0 0 0,-1 0 0 0 0,0 0 0 0 0,4 2 0 0 0,8 6-273 0 0,0 0 1 0 0,24 18-1 0 0,-34-23 449 0 0,2 1-347 0 0,-1 0 1 0 0,1 1 0 0 0,-1 0-1 0 0,0 0 1 0 0,0 1 0 0 0,-1 0-1 0 0,0 0 1 0 0,0 0-1 0 0,0 0 1 0 0,-1 1 0 0 0,0-1-1 0 0,-1 1 1 0 0,0 0 0 0 0,2 9-1 0 0,5 49-1376 0 0,-11 7-4943 0 0,1-52 2885 0 0,-1-3 614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38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70 128 0 0,'-1'-2'115'0'0,"0"1"-1"0"0,0-1 1 0 0,1 0 0 0 0,-1 1 0 0 0,1-1-1 0 0,-1 0 1 0 0,1 0 0 0 0,0 1 0 0 0,-1-1-1 0 0,1 0 1 0 0,0 0 0 0 0,0 1-1 0 0,0-1 1 0 0,1 0 0 0 0,-1 0 0 0 0,0 1-1 0 0,1-1 1 0 0,0-2 0 0 0,0 2 38 0 0,-1 1 0 0 0,1-1 1 0 0,-1 0-1 0 0,0 1 0 0 0,0-1 0 0 0,1 0 1 0 0,-1 1-1 0 0,0-1 0 0 0,0 0 0 0 0,-1 1 1 0 0,1-1-1 0 0,0 0 0 0 0,-1 1 0 0 0,1-1 1 0 0,-1 0-1 0 0,1 1 0 0 0,-1-1 1 0 0,0-1-1 0 0,1 3-121 0 0,0 0-1 0 0,-1 0 1 0 0,1 0 0 0 0,0 0 0 0 0,0-1 0 0 0,0 1 0 0 0,0 0 0 0 0,0 0-1 0 0,0 0 1 0 0,0 0 0 0 0,0 0 0 0 0,-1 0 0 0 0,1 0 0 0 0,0 0 0 0 0,0 0-1 0 0,0 0 1 0 0,0 0 0 0 0,0 0 0 0 0,0 0 0 0 0,0 0 0 0 0,-1 0 0 0 0,1 0-1 0 0,0 0 1 0 0,0 0 0 0 0,0 0 0 0 0,0 0 0 0 0,0 0 0 0 0,0 0 0 0 0,-1 0-1 0 0,1 0 1 0 0,0 0 0 0 0,0 0 0 0 0,0 0 0 0 0,0 0 0 0 0,0 0 0 0 0,0 0-1 0 0,0 0 1 0 0,-1 1 0 0 0,1-1 0 0 0,0 0 0 0 0,0 0 0 0 0,0 0 0 0 0,0 0-1 0 0,0 0 1 0 0,0 0 0 0 0,0 0 0 0 0,0 0 0 0 0,0 1 0 0 0,0-1 0 0 0,0 0-1 0 0,0 0 1 0 0,0 0 0 0 0,0 0 0 0 0,0 0 0 0 0,0 0 0 0 0,0 1 0 0 0,0-1-1 0 0,0 0 1 0 0,0 0 0 0 0,-2 14 677 0 0,2 12-255 0 0,3 2 148 0 0,-2 0 1 0 0,-4 53-1 0 0,0-53-521 0 0,2 0 1 0 0,5 51-1 0 0,3-57-290 0 0,-7-22 106 0 0,0 1 0 0 0,0-1-1 0 0,0 1 1 0 0,0-1 0 0 0,0 1 0 0 0,0-1-1 0 0,0 1 1 0 0,0-1 0 0 0,1 1 0 0 0,-1-1-1 0 0,0 1 1 0 0,0-1 0 0 0,0 1 0 0 0,1-1-1 0 0,-1 1 1 0 0,0-1 0 0 0,1 0 0 0 0,-1 1-1 0 0,0-1 1 0 0,1 1 0 0 0,-1-1 0 0 0,1 0-1 0 0,-1 0 1 0 0,0 1 0 0 0,1-1 0 0 0,-1 0-1 0 0,1 0 1 0 0,-1 1 0 0 0,1-1 0 0 0,-1 0-1 0 0,1 0 1 0 0,-1 0 0 0 0,1 0 0 0 0,-1 0-1 0 0,1 0 1 0 0,-1 0 0 0 0,1 0 0 0 0,0 0-1 0 0,-1-13-3552 0 0,2 5 1587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47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749 149 2224 0 0,'1'-3'598'0'0,"0"0"-1"0"0,0-1 0 0 0,-1 1 0 0 0,1 0 0 0 0,-1 0 0 0 0,0-1 0 0 0,0 1 0 0 0,0 0 0 0 0,-1 0 0 0 0,1-1 0 0 0,-1 1 0 0 0,1 0 1 0 0,-1 0-1 0 0,0 0 0 0 0,-2-5 0 0 0,0 3-127 0 0,0 0 1 0 0,0 0 0 0 0,0 0-1 0 0,-1 0 1 0 0,0 1-1 0 0,0 0 1 0 0,0 0 0 0 0,-7-6-1 0 0,4 5-233 0 0,0-1 0 0 0,-1 1 0 0 0,1 1 0 0 0,-1 0 0 0 0,0 0 0 0 0,-1 0-1 0 0,1 1 1 0 0,-1 0 0 0 0,0 1 0 0 0,1 0 0 0 0,-14-1 0 0 0,0 3-107 0 0,-1 1 0 0 0,1 2 0 0 0,0 0 0 0 0,1 1 0 0 0,-1 1 0 0 0,1 1-1 0 0,-1 1 1 0 0,-28 14 0 0 0,16-4-21 0 0,1 1-1 0 0,1 1 0 0 0,1 1 1 0 0,-36 31-1 0 0,50-35-90 0 0,0 1 0 0 0,0 1 0 0 0,2 0 0 0 0,0 1 0 0 0,1 1 0 0 0,1 0 0 0 0,1 1 0 0 0,1 0 0 0 0,-12 33 0 0 0,18-40-16 0 0,1-1 1 0 0,0 2 0 0 0,1-1-1 0 0,1 0 1 0 0,0 0-1 0 0,1 1 1 0 0,1 20-1 0 0,1-25-8 0 0,0-1-1 0 0,1 0 0 0 0,0 1 1 0 0,0-1-1 0 0,1 0 0 0 0,0 0 1 0 0,1-1-1 0 0,0 1 0 0 0,0-1 0 0 0,1 0 1 0 0,0 0-1 0 0,7 9 0 0 0,-3-8-22 0 0,-1-1-1 0 0,2 0 1 0 0,-1-1-1 0 0,1 0 1 0 0,0-1-1 0 0,1 1 1 0 0,-1-2-1 0 0,1 0 1 0 0,0 0-1 0 0,1-1 1 0 0,-1 0-1 0 0,1-1 0 0 0,0-1 1 0 0,23 3-1 0 0,12-1 34 0 0,0-2 0 0 0,66-5-1 0 0,-70 0 45 0 0,-1-1-1 0 0,1-3 0 0 0,-1-2 1 0 0,-1-1-1 0 0,69-27 0 0 0,-90 29 3 0 0,-1-1-1 0 0,0 0 1 0 0,0-2-1 0 0,-1 0 0 0 0,0-1 1 0 0,-1-1-1 0 0,-1-1 1 0 0,0 0-1 0 0,-1-1 1 0 0,0 0-1 0 0,-1-2 1 0 0,-1 1-1 0 0,15-27 1 0 0,-24 37 10 0 0,-1 0 1 0 0,0-1 0 0 0,0 1 0 0 0,-1-1 0 0 0,0 0 0 0 0,0 0 0 0 0,0 1 0 0 0,-1-1 0 0 0,0-1 0 0 0,0 1 0 0 0,-1 0 0 0 0,0 0 0 0 0,0 0 0 0 0,-1 0 0 0 0,0 0 0 0 0,-2-9-1 0 0,0 7 1 0 0,-1 0-1 0 0,1 1 1 0 0,-1-1-1 0 0,-1 1 0 0 0,0 0 1 0 0,0 0-1 0 0,-1 1 0 0 0,0 0 1 0 0,0 0-1 0 0,0 0 0 0 0,-9-6 1 0 0,-6-4-121 0 0,-1 2 1 0 0,-1 0-1 0 0,0 1 1 0 0,-1 1-1 0 0,-1 2 1 0 0,0 0-1 0 0,-40-11 1 0 0,37 14-618 0 0,0 2 1 0 0,-34-5-1 0 0,2 11-3184 0 0,51 1 2062 0 0,0 1 1 0 0,0-1 0 0 0,1 2 0 0 0,-15 5 0 0 0,8 1-3525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48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647 11 4113 0 0,'-12'-8'8749'0'0,"-9"6"-5027"0"0,-27 5-2599 0 0,34-2 121 0 0,-30 3-744 0 0,-1 1 0 0 0,1 3 0 0 0,1 2 0 0 0,-1 1 0 0 0,2 3 0 0 0,-59 26 0 0 0,88-33-494 0 0,0 1 0 0 0,0 1-1 0 0,1 0 1 0 0,0 0-1 0 0,0 1 1 0 0,1 1-1 0 0,1 0 1 0 0,0 0-1 0 0,0 1 1 0 0,2 1 0 0 0,-1-1-1 0 0,1 1 1 0 0,1 1-1 0 0,0-1 1 0 0,1 1-1 0 0,1 0 1 0 0,0 1-1 0 0,1-1 1 0 0,0 1 0 0 0,1 0-1 0 0,1 0 1 0 0,-1 16-1 0 0,2-13-8 0 0,0 0 0 0 0,1 0-1 0 0,1 0 1 0 0,1-1 0 0 0,0 1 0 0 0,1 0-1 0 0,1-1 1 0 0,1 1 0 0 0,0-1-1 0 0,1 0 1 0 0,1-1 0 0 0,1 0 0 0 0,0 0-1 0 0,1 0 1 0 0,1-1 0 0 0,1 0-1 0 0,-1-1 1 0 0,19 17 0 0 0,-10-15-42 0 0,1 0 0 0 0,1-2 0 0 0,1-1 0 0 0,0 0 1 0 0,0-1-1 0 0,1-2 0 0 0,0 0 0 0 0,29 7 0 0 0,-14-7-64 0 0,0-1-1 0 0,1-2 1 0 0,-1-2-1 0 0,64 2 1 0 0,-80-8 122 0 0,1 0 0 0 0,-1-1 0 0 0,1-1 0 0 0,-1-2 0 0 0,0 0 0 0 0,-1-1 0 0 0,1-1-1 0 0,-1-1 1 0 0,0-1 0 0 0,-1 0 0 0 0,0-2 0 0 0,-1-1 0 0 0,0 0 0 0 0,-1-1 0 0 0,0-1 0 0 0,-1-1 0 0 0,0 0 0 0 0,-1-1 0 0 0,-1-1 0 0 0,-1 0 0 0 0,-1-2 0 0 0,0 1 0 0 0,-1-1 0 0 0,-1-1-1 0 0,-1 0 1 0 0,14-38 0 0 0,-21 46 60 0 0,-1 0-1 0 0,0 0 0 0 0,-1 0 0 0 0,0 0 1 0 0,-1 0-1 0 0,0-1 0 0 0,-1 1 1 0 0,-1 0-1 0 0,1 0 0 0 0,-2 0 1 0 0,0 0-1 0 0,0 1 0 0 0,-1-1 0 0 0,-1 1 1 0 0,0 0-1 0 0,0 0 0 0 0,-1 0 1 0 0,0 1-1 0 0,-10-13 0 0 0,0 2 48 0 0,-2 0-1 0 0,0 0 1 0 0,-1 2 0 0 0,0 0-1 0 0,-2 2 1 0 0,0 0 0 0 0,-39-23 0 0 0,47 33-227 0 0,0 0 1 0 0,0 1 0 0 0,0 0 0 0 0,-1 1 0 0 0,1 1-1 0 0,-1 0 1 0 0,-1 1 0 0 0,1 0 0 0 0,0 1-1 0 0,-1 1 1 0 0,1 0 0 0 0,-1 1 0 0 0,-19 2 0 0 0,21 0-704 0 0,0 1 0 0 0,0 1 0 0 0,0-1 0 0 0,0 2 0 0 0,1 0 0 0 0,0 0 0 0 0,0 1 0 0 0,0 1 0 0 0,-13 10 0 0 0,-29 9-7703 0 0,35-14 3686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51.7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631 17 96 0 0,'6'-9'-803'0'0,"6"1"10285"0"0,-22 20-7040 0 0,-17 17-1664 0 0,2 2 0 0 0,1 0 0 0 0,1 1 0 0 0,2 2 0 0 0,-33 67 0 0 0,-60 195-648 0 0,67-163 220 0 0,-10 47 376 0 0,-60 335 0 0 0,60-234-163 0 0,31-151-342 0 0,5 0 1 0 0,6 2-1 0 0,4 264 0 0 0,120 483 266 0 0,-97-807-399 0 0,76 397 228 0 0,48-6 120 0 0,47 103-541 0 0,17 3 153 0 0,-117-373 11 0 0,-63-147-30 0 0,2-1 0 0 0,42 68 1 0 0,-49-94-23 0 0,34 37 0 0 0,-32-39 2 0 0,0 0-1 0 0,15 25 1 0 0,-7 3-44 0 0,-19-34 39 0 0,0-2 0 0 0,1 1 0 0 0,0-1 0 0 0,1 0 0 0 0,13 14 0 0 0,-25-29 5 0 0,-1 1 1 0 0,-1-1-1 0 0,1 1 0 0 0,0 0 1 0 0,0 0-1 0 0,-1 1 1 0 0,1-1-1 0 0,-9 0 0 0 0,-35-11-2 0 0,-56-41 183 0 0,-119-80 1 0 0,209 124-169 0 0,-6-3 86 0 0,39 36-38 0 0,25 19-52 0 0,3-2 1 0 0,1-2-1 0 0,56 34 0 0 0,71 58 21 0 0,-170-126-29 0 0,0 0 0 0 0,1-1-1 0 0,-1 1 1 0 0,1-1 0 0 0,0 0-1 0 0,7 3 1 0 0,-12-6-6 0 0,0 0 0 0 0,1 0-1 0 0,-1 0 1 0 0,0 0 0 0 0,1 0-1 0 0,-1 1 1 0 0,0-1 0 0 0,0-1-1 0 0,1 1 1 0 0,-1 0 0 0 0,0 0-1 0 0,1 0 1 0 0,-1 0 0 0 0,0 0 0 0 0,1 0-1 0 0,-1 0 1 0 0,0 0 0 0 0,0 0-1 0 0,1-1 1 0 0,-1 1 0 0 0,0 0-1 0 0,0 0 1 0 0,1 0 0 0 0,-1 0-1 0 0,0-1 1 0 0,0 1 0 0 0,0 0 0 0 0,1 0-1 0 0,-1-1 1 0 0,0 1 0 0 0,0 0-1 0 0,0 0 1 0 0,0-1 0 0 0,0 1-1 0 0,1 0 1 0 0,-1-1 0 0 0,0 1-1 0 0,0 0 1 0 0,0-1 0 0 0,-2-27 175 0 0,-7-32 185 0 0,3-1 1 0 0,2-71-1 0 0,-2-29-78 0 0,1 108-248 0 0,0 24-35 0 0,3 0 0 0 0,0 1 1 0 0,2-1-1 0 0,0 0 1 0 0,2 0-1 0 0,7-29 0 0 0,-18 45-9592 0 0,-8-13 3996 0 0,2 3 2235 0 0,7 4-352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54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59 1800 0 0,'-2'-1'628'0'0,"0"0"0"0"0,0 0 0 0 0,0 0 0 0 0,-1 0 0 0 0,1 0 0 0 0,0 0 0 0 0,0-1 0 0 0,1 1 0 0 0,-1-1 0 0 0,-3-2 0 0 0,3 1-251 0 0,0 1 0 0 0,0 0 0 0 0,1 0 0 0 0,-1-1 0 0 0,0 1 0 0 0,1-1 0 0 0,0 0 0 0 0,0 1 0 0 0,0-1 0 0 0,0 0 0 0 0,0 0 0 0 0,0 1 0 0 0,1-1 0 0 0,-1-3 0 0 0,3 15 298 0 0,0 1-1 0 0,0-1 1 0 0,1 0 0 0 0,8 18-1 0 0,1 4-347 0 0,0 7-119 0 0,-4-7-137 0 0,2-1 0 0 0,1 0-1 0 0,1-1 1 0 0,2 0 0 0 0,1-1 0 0 0,21 32 0 0 0,-34-57-63 0 0,0-1 0 0 0,-1 0 0 0 0,1 0 0 0 0,0 0 0 0 0,0 0 1 0 0,0 0-1 0 0,0 0 0 0 0,0 0 0 0 0,0-1 0 0 0,1 1 0 0 0,-1-1 1 0 0,1 0-1 0 0,-1 1 0 0 0,1-1 0 0 0,-1 0 0 0 0,1-1 0 0 0,0 1 1 0 0,-1 0-1 0 0,1-1 0 0 0,0 1 0 0 0,0-1 0 0 0,-1 0 0 0 0,5 0 1 0 0,-2-1 9 0 0,-1-1 0 0 0,0 1 0 0 0,0-1 0 0 0,0 0 0 0 0,0 0 0 0 0,0 0 0 0 0,-1-1 0 0 0,1 1 1 0 0,-1-1-1 0 0,0 0 0 0 0,1 0 0 0 0,-1 0 0 0 0,4-5 0 0 0,5-9 61 0 0,0 1 0 0 0,-1-2 0 0 0,-1 0 1 0 0,-1 0-1 0 0,9-24 0 0 0,-13 28-30 0 0,-3 8 2 0 0,0 0-1 0 0,0-1 0 0 0,0 1 0 0 0,1 1 0 0 0,0-1 0 0 0,0 0 0 0 0,0 1 0 0 0,1-1 1 0 0,6-6-1 0 0,-9 11-41 0 0,0 1 0 0 0,0 0 0 0 0,1-1 1 0 0,-1 1-1 0 0,0 0 0 0 0,0 0 1 0 0,1 0-1 0 0,-1 0 0 0 0,0 0 0 0 0,1 0 1 0 0,-1 0-1 0 0,0 0 0 0 0,0 0 0 0 0,1 1 1 0 0,-1-1-1 0 0,0 0 0 0 0,0 1 1 0 0,1-1-1 0 0,-1 1 0 0 0,0 0 0 0 0,0-1 1 0 0,0 1-1 0 0,0 0 0 0 0,0 0 0 0 0,0-1 1 0 0,0 1-1 0 0,0 0 0 0 0,0 0 1 0 0,1 1-1 0 0,27 34 268 0 0,-25-31-206 0 0,11 18 157 0 0,21 43 0 0 0,-25-45-156 0 0,0 0-1 0 0,1 0 1 0 0,17 19-1 0 0,-28-38-64 0 0,0-1 0 0 0,0 1-1 0 0,1-1 1 0 0,-1 0 0 0 0,1 1 0 0 0,-1-1 0 0 0,1 0-1 0 0,-1 0 1 0 0,1 0 0 0 0,0 0 0 0 0,-1 0-1 0 0,1 0 1 0 0,0 0 0 0 0,0-1 0 0 0,0 1 0 0 0,-1-1-1 0 0,1 1 1 0 0,0-1 0 0 0,0 0 0 0 0,0 0 0 0 0,0 0-1 0 0,0 0 1 0 0,0 0 0 0 0,0 0 0 0 0,0 0 0 0 0,0-1-1 0 0,0 1 1 0 0,0-1 0 0 0,-1 1 0 0 0,1-1 0 0 0,0 0-1 0 0,0 1 1 0 0,0-1 0 0 0,-1 0 0 0 0,1 0 0 0 0,-1-1-1 0 0,1 1 1 0 0,0 0 0 0 0,-1 0 0 0 0,0-1-1 0 0,1 1 1 0 0,-1-1 0 0 0,1-1 0 0 0,9-11 20 0 0,0 1 0 0 0,-1-1 1 0 0,-1 0-1 0 0,8-17 0 0 0,-7 13-42 0 0,-2 3 27 0 0,31-43 25 0 0,-36 56-32 0 0,-1-1 0 0 0,0 1 1 0 0,1 0-1 0 0,0 0 0 0 0,-1 0 0 0 0,1 0 1 0 0,0 0-1 0 0,0 0 0 0 0,0 1 0 0 0,5-2 1 0 0,-6 3 1 0 0,0 0 0 0 0,1 0 0 0 0,-1 0 0 0 0,0 0 0 0 0,0 1 0 0 0,0-1 0 0 0,0 1 0 0 0,1-1 0 0 0,-1 1 0 0 0,0 0 0 0 0,0 0 0 0 0,0 0 0 0 0,0 0 0 0 0,-1 0 0 0 0,1 0 0 0 0,0 1 0 0 0,0-1 0 0 0,2 3 0 0 0,33 34 16 0 0,-31-31-21 0 0,7 8 17 0 0,-2 1-1 0 0,0 0 1 0 0,9 19-1 0 0,-11-20 12 0 0,0 1 0 0 0,0-2 0 0 0,2 0-1 0 0,11 14 1 0 0,-21-27-29 0 0,0-1 0 0 0,-1 1 0 0 0,1 0 0 0 0,0-1 0 0 0,0 1-1 0 0,-1-1 1 0 0,1 1 0 0 0,0-1 0 0 0,0 1 0 0 0,0-1 0 0 0,0 0 0 0 0,0 1 0 0 0,-1-1 0 0 0,1 0 0 0 0,0 0-1 0 0,0 1 1 0 0,0-1 0 0 0,0 0 0 0 0,0 0 0 0 0,0 0 0 0 0,0 0 0 0 0,0 0 0 0 0,0-1 0 0 0,0 1-1 0 0,0 0 1 0 0,1-1 0 0 0,1 0 7 0 0,-1 0 0 0 0,0-1 0 0 0,0 1 0 0 0,1-1 0 0 0,-1 0 0 0 0,0 1 0 0 0,0-1 0 0 0,-1 0 0 0 0,4-4 0 0 0,29-55 146 0 0,-31 55-148 0 0,4-8 12 0 0,25-47 56 0 0,-30 58-69 0 0,0 0-1 0 0,0 1 1 0 0,0-1 0 0 0,0 0 0 0 0,0 1-1 0 0,1 0 1 0 0,-1-1 0 0 0,1 1 0 0 0,0 0 0 0 0,0 0-1 0 0,-1 1 1 0 0,1-1 0 0 0,0 1 0 0 0,1-1-1 0 0,-1 1 1 0 0,0 0 0 0 0,3-1 0 0 0,-4 2 7 0 0,0 1 1 0 0,0-1-1 0 0,0 1 0 0 0,0-1 1 0 0,0 1-1 0 0,0 0 1 0 0,-1-1-1 0 0,1 1 1 0 0,0 0-1 0 0,-1 0 1 0 0,1 0-1 0 0,0 0 1 0 0,-1 1-1 0 0,1-1 1 0 0,-1 0-1 0 0,0 1 1 0 0,1-1-1 0 0,-1 1 1 0 0,2 2-1 0 0,24 38 50 0 0,-20-30-116 0 0,12 20 82 0 0,-15-22-20 0 0,1-1-1 0 0,0 0 0 0 0,1 0 0 0 0,0 0 0 0 0,0-1 1 0 0,1 1-1 0 0,0-2 0 0 0,0 1 0 0 0,1-1 0 0 0,0 0 0 0 0,10 6 1 0 0,-16-12-4 0 0,0-1 0 0 0,0 1 0 0 0,-1-1 0 0 0,1 0 0 0 0,0 0 0 0 0,0 0 0 0 0,0 0 0 0 0,0 0 0 0 0,0 0 0 0 0,0-1 0 0 0,-1 1 0 0 0,1 0 0 0 0,0-1 0 0 0,0 0 0 0 0,0 1 0 0 0,-1-1 0 0 0,1 0 0 0 0,0 0 0 0 0,-1 0 0 0 0,1 0 0 0 0,-1 0 0 0 0,1 0 0 0 0,-1-1 0 0 0,0 1 0 0 0,1 0 0 0 0,-1-1 0 0 0,0 1 0 0 0,0-1 0 0 0,0 1 0 0 0,0-1 0 0 0,0 0 0 0 0,1-2 0 0 0,6-10 32 0 0,-1 0 0 0 0,10-28 0 0 0,-12 28-19 0 0,-2 7-14 0 0,0 0 1 0 0,0 1-1 0 0,1-1 0 0 0,-1 1 0 0 0,1 0 1 0 0,1 0-1 0 0,5-6 0 0 0,-9 11 1 0 0,0 0 0 0 0,0 0 0 0 0,0 1-1 0 0,0-1 1 0 0,0 0 0 0 0,0 1 0 0 0,0-1 0 0 0,0 1 0 0 0,0-1-1 0 0,0 1 1 0 0,0-1 0 0 0,0 1 0 0 0,1 0 0 0 0,-1 0 0 0 0,0-1-1 0 0,0 1 1 0 0,0 0 0 0 0,0 0 0 0 0,0 0 0 0 0,2 1 0 0 0,-1-1 5 0 0,0 1 0 0 0,-1 0 0 0 0,1 0 1 0 0,-1 0-1 0 0,1 0 0 0 0,-1 0 0 0 0,1 0 1 0 0,-1 0-1 0 0,1 1 0 0 0,-1-1 1 0 0,0 0-1 0 0,0 1 0 0 0,0-1 0 0 0,0 1 1 0 0,0-1-1 0 0,0 1 0 0 0,1 2 0 0 0,20 56 124 0 0,-20-52-122 0 0,0 1-1 0 0,1 0 0 0 0,0-1 1 0 0,0 0-1 0 0,1 0 0 0 0,0 0 1 0 0,1 0-1 0 0,0 0 0 0 0,7 7 0 0 0,-11-14-7 0 0,0 0-1 0 0,0 0 0 0 0,1 0 1 0 0,-1-1-1 0 0,0 1 0 0 0,1-1 1 0 0,-1 1-1 0 0,0-1 0 0 0,1 1 1 0 0,-1-1-1 0 0,1 0 0 0 0,-1 0 1 0 0,1 0-1 0 0,-1 0 0 0 0,1 0 1 0 0,-1 0-1 0 0,1 0 0 0 0,-1 0 1 0 0,1-1-1 0 0,-1 1 0 0 0,1 0 0 0 0,-1-1 1 0 0,0 1-1 0 0,1-1 0 0 0,-1 0 1 0 0,0 1-1 0 0,1-1 0 0 0,-1 0 1 0 0,0 0-1 0 0,0 0 0 0 0,0 0 1 0 0,0 0-1 0 0,0 0 0 0 0,0 0 1 0 0,0 0-1 0 0,0 0 0 0 0,1-2 0 0 0,38-51 46 0 0,-36 47-43 0 0,2-2-5 0 0,0-1 0 0 0,1 1 1 0 0,0 0-1 0 0,1 0 1 0 0,-1 0-1 0 0,14-9 1 0 0,-19 16 2 0 0,0 1 1 0 0,1-1-1 0 0,-1 1 0 0 0,1 0 1 0 0,-1 0-1 0 0,1 0 1 0 0,-1 0-1 0 0,1 0 1 0 0,0 1-1 0 0,0-1 0 0 0,-1 1 1 0 0,1 0-1 0 0,0 0 1 0 0,-1 0-1 0 0,1 0 0 0 0,0 0 1 0 0,0 0-1 0 0,-1 1 1 0 0,1-1-1 0 0,0 1 1 0 0,-1 0-1 0 0,1 0 0 0 0,-1 0 1 0 0,1 0-1 0 0,-1 0 1 0 0,1 1-1 0 0,-1-1 0 0 0,0 1 1 0 0,0-1-1 0 0,1 1 1 0 0,-1 0-1 0 0,2 3 1 0 0,61 46 37 0 0,-60-47-45 0 0,-1 0 0 0 0,1-1 0 0 0,-1 0 0 0 0,1 1 0 0 0,0-2 0 0 0,1 1 1 0 0,-1-1-1 0 0,0 0 0 0 0,1 0 0 0 0,-1 0 0 0 0,1-1 0 0 0,-1 0 0 0 0,7 1 0 0 0,30 9-3 0 0,-39-9 6 0 0,1 0-1 0 0,-1-1 1 0 0,1 0 0 0 0,-1 1 0 0 0,1-1 0 0 0,-1-1-1 0 0,1 1 1 0 0,0 0 0 0 0,-1-1 0 0 0,1 0 0 0 0,0 0-1 0 0,0 0 1 0 0,-1 0 0 0 0,1 0 0 0 0,0-1 0 0 0,-1 0-1 0 0,1 0 1 0 0,0 0 0 0 0,-1 0 0 0 0,1 0 0 0 0,-1-1-1 0 0,0 0 1 0 0,0 1 0 0 0,4-4 0 0 0,22-22-12 0 0,18-14-14 0 0,-44 39 24 0 0,0 0 0 0 0,0 0 0 0 0,0 1 0 0 0,0 0 0 0 0,0-1 0 0 0,0 1 0 0 0,0 0 0 0 0,0 0 0 0 0,5 0 1 0 0,-6 2 2 0 0,0-1 0 0 0,0 0 0 0 0,0 1 0 0 0,0 0 0 0 0,0-1 0 0 0,0 1 0 0 0,0 0 0 0 0,0 0 0 0 0,0 0 0 0 0,0 1 0 0 0,-1-1 0 0 0,1 0 0 0 0,0 1 0 0 0,-1-1 0 0 0,1 1 0 0 0,-1-1 0 0 0,0 1 0 0 0,1 0 0 0 0,-1-1 0 0 0,0 1 0 0 0,0 0 0 0 0,0 0 1 0 0,0 0-1 0 0,0 0 0 0 0,-1 0 0 0 0,1 0 0 0 0,0 0 0 0 0,-1 3 0 0 0,2-2-7 0 0,-1 0 0 0 0,0 1 0 0 0,1-1 1 0 0,-1 0-1 0 0,1 0 0 0 0,0 0 0 0 0,0-1 0 0 0,0 1 0 0 0,5 4 1 0 0,-6-6 1 0 0,0-1 0 0 0,1 1 0 0 0,-1-1 1 0 0,1 1-1 0 0,-1-1 0 0 0,1 0 0 0 0,-1 0 0 0 0,1 0 1 0 0,-1 0-1 0 0,1 0 0 0 0,-1 0 0 0 0,1 0 1 0 0,-1 0-1 0 0,1 0 0 0 0,-1-1 0 0 0,1 1 0 0 0,-1-1 1 0 0,1 1-1 0 0,-1-1 0 0 0,1 1 0 0 0,-1-1 1 0 0,0 0-1 0 0,1 0 0 0 0,-1 0 0 0 0,0 0 0 0 0,0 0 1 0 0,0 0-1 0 0,2-1 0 0 0,26-22-10 0 0,-23 17 24 0 0,2 1 0 0 0,-1 0 0 0 0,1 1 0 0 0,13-8-1 0 0,-18 12-7 0 0,1-1 0 0 0,0 1 0 0 0,-1 0-1 0 0,1 0 1 0 0,0 0 0 0 0,0 1-1 0 0,0-1 1 0 0,0 1 0 0 0,0 0 0 0 0,0 0-1 0 0,0 1 1 0 0,0-1 0 0 0,0 1-1 0 0,7 1 1 0 0,2 2-33 0 0,-8-1-27 0 0,1-1 0 0 0,-1-1-1 0 0,0 1 1 0 0,0-1 0 0 0,1 1 0 0 0,-1-2 0 0 0,1 1 0 0 0,-1-1 0 0 0,1 1 0 0 0,-1-1 0 0 0,1-1 0 0 0,-1 1 0 0 0,1-1 0 0 0,-1 0 0 0 0,0 0 0 0 0,1-1 0 0 0,-1 0 0 0 0,0 0 0 0 0,0 0 0 0 0,0 0 0 0 0,6-4 0 0 0,46-39-4208 0 0,-11-12-4198 0 0,-23 25 1812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55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1 3993 0 0,'-2'1'404'0'0,"0"-1"0"0"0,0 1 0 0 0,0 0 0 0 0,1 0 0 0 0,-1 0-1 0 0,0 0 1 0 0,1 1 0 0 0,-1-1 0 0 0,1 0 0 0 0,-1 1 0 0 0,1-1 0 0 0,0 1 0 0 0,0-1 0 0 0,-1 1 0 0 0,1 0 0 0 0,0-1 0 0 0,0 3 0 0 0,1-3-309 0 0,0 0 0 0 0,0 0 0 0 0,1 0 0 0 0,-1 0 0 0 0,0 0 0 0 0,1-1 0 0 0,-1 1 0 0 0,1 0 0 0 0,-1 0 0 0 0,1 0 0 0 0,-1-1 0 0 0,1 1 1 0 0,0 0-1 0 0,-1-1 0 0 0,1 1 0 0 0,0 0 0 0 0,0-1 0 0 0,-1 1 0 0 0,1-1 0 0 0,0 1 0 0 0,0-1 0 0 0,0 1 0 0 0,0-1 0 0 0,0 0 0 0 0,0 0 0 0 0,-1 1 1 0 0,1-1-1 0 0,0 0 0 0 0,0 0 0 0 0,0 0 0 0 0,0 0 0 0 0,0 0 0 0 0,0 0 0 0 0,2 0 0 0 0,30 3 115 0 0,1-1 0 0 0,0-2 0 0 0,35-3 0 0 0,42-11-5563 0 0,-99 7 399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4:55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 7146 0 0,'-1'1'301'0'0,"0"0"0"0"0,0 0 0 0 0,0 1 0 0 0,0-1 0 0 0,0 0 1 0 0,0 1-1 0 0,0-1 0 0 0,1 1 0 0 0,-1-1 0 0 0,1 1 0 0 0,-1 0 1 0 0,1-1-1 0 0,-1 1 0 0 0,1-1 0 0 0,0 1 0 0 0,0 0 0 0 0,0 2 1 0 0,1 34 175 0 0,0-26-78 0 0,16 196 335 0 0,3-71-1387 0 0,-18-129 399 0 0,8 41-824 0 0,-9-46 783 0 0,-1-1 0 0 0,1 0 0 0 0,0 0 1 0 0,0 1-1 0 0,0-1 0 0 0,0 0 1 0 0,0 0-1 0 0,1 0 0 0 0,-1 0 0 0 0,1 0 1 0 0,-1 0-1 0 0,1 0 0 0 0,0-1 1 0 0,0 1-1 0 0,0 0 0 0 0,3 1 1 0 0,-5-3 221 0 0,0 0 0 0 0,1 1 0 0 0,-1-1 1 0 0,0 0-1 0 0,0 0 0 0 0,0 0 1 0 0,0 0-1 0 0,1 0 0 0 0,-1 0 1 0 0,0 0-1 0 0,0 0 0 0 0,0 0 1 0 0,1 0-1 0 0,-1 0 0 0 0,0 0 1 0 0,0-1-1 0 0,0 1 0 0 0,1 0 1 0 0,-1 0-1 0 0,0 0 0 0 0,0 0 0 0 0,0 0 1 0 0,0 0-1 0 0,1 0 0 0 0,-1 0 1 0 0,0-1-1 0 0,0 1 0 0 0,0 0 1 0 0,0 0-1 0 0,0 0 0 0 0,1 0 1 0 0,-1-1-1 0 0,0 1 0 0 0,0 0 1 0 0,0 0-1 0 0,0 0 0 0 0,0 0 1 0 0,0-1-1 0 0,0 1 0 0 0,0 0 0 0 0,0 0 1 0 0,0 0-1 0 0,0-1 0 0 0,0 1 1 0 0,0 0-1 0 0,1-3-662 0 0,3-3-1752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00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2649 0 0,'-12'-18'10893'0'0,"13"28"-7014"0"0,1 8-4134 0 0,2 131 1650 0 0,-1-14-1630 0 0,-1-110-665 0 0,1-1 1 0 0,1 0-1 0 0,10 33 0 0 0,2-23-3016 0 0,-15-32 3486 0 0,0-1 1 0 0,0 0 0 0 0,1 1-1 0 0,-1-1 1 0 0,0 0 0 0 0,0 1 0 0 0,1-1-1 0 0,-1 0 1 0 0,0 0 0 0 0,1 0-1 0 0,0 0 1 0 0,-1-1 0 0 0,1 1-1 0 0,-1 0 1 0 0,1-1 0 0 0,0 1 0 0 0,-1-1-1 0 0,3 1 1 0 0,5-1-1921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00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25 3921 0 0,'-1'-1'346'0'0,"0"1"0"0"0,0-1 1 0 0,0 0-1 0 0,1 1 0 0 0,-1-1 0 0 0,0 0 0 0 0,-1 1 1 0 0,1-1-1 0 0,0 1 0 0 0,0 0 0 0 0,0-1 1 0 0,0 1-1 0 0,0 0 0 0 0,0-1 0 0 0,0 1 1 0 0,-1 0-1 0 0,1 0 0 0 0,0 0 0 0 0,0 0 1 0 0,0 0-1 0 0,0 1 0 0 0,-1-1 0 0 0,1 0 1 0 0,0 0-1 0 0,-1 1 0 0 0,1 0-200 0 0,0 0-1 0 0,0 0 1 0 0,0 0-1 0 0,0 1 1 0 0,0-1-1 0 0,1 0 1 0 0,-1 0-1 0 0,0 0 1 0 0,1 1-1 0 0,-1-1 1 0 0,1 0-1 0 0,0 1 1 0 0,-1-1-1 0 0,1 0 1 0 0,0 1-1 0 0,0-1 1 0 0,0 3-1 0 0,-1 3-150 0 0,2 0 0 0 0,-1 0 0 0 0,1 0-1 0 0,0 1 1 0 0,0-1 0 0 0,1 0 0 0 0,2 7 0 0 0,3 0 10 0 0,0 0-1 0 0,1 0 1 0 0,1 0 0 0 0,0-1 0 0 0,11 13 0 0 0,-16-22 7 0 0,-1 0-1 0 0,0-1 0 0 0,1 1 1 0 0,-1-1-1 0 0,1 1 0 0 0,0-1 1 0 0,0 0-1 0 0,1 0 1 0 0,-1-1-1 0 0,1 1 0 0 0,-1-1 1 0 0,1 0-1 0 0,0-1 1 0 0,-1 1-1 0 0,1-1 0 0 0,0 0 1 0 0,0 0-1 0 0,0 0 1 0 0,10 0-1 0 0,-13-1 12 0 0,1-1-1 0 0,-1 1 1 0 0,0-1-1 0 0,0 1 1 0 0,0-1-1 0 0,0 0 1 0 0,0 0 0 0 0,0 1-1 0 0,0-2 1 0 0,0 1-1 0 0,0 0 1 0 0,0 0 0 0 0,-1 0-1 0 0,1-1 1 0 0,0 1-1 0 0,-1-1 1 0 0,1 0-1 0 0,-1 1 1 0 0,1-1 0 0 0,-1 0-1 0 0,2-3 1 0 0,-2 1 42 0 0,1 0 1 0 0,-1 0-1 0 0,0-1 1 0 0,0 1-1 0 0,0 0 1 0 0,-1-1-1 0 0,1 1 1 0 0,-1 0-1 0 0,0-1 1 0 0,-1-6 0 0 0,-1-1 61 0 0,0 0 1 0 0,-1 1 0 0 0,0-1 0 0 0,-1 0 0 0 0,0 1 0 0 0,-1 0 0 0 0,-7-12 0 0 0,9 17-281 0 0,0 1 0 0 0,-1 0 0 0 0,0 0 0 0 0,0 1 0 0 0,0-1 0 0 0,-1 1 0 0 0,0 0 0 0 0,-10-7 0 0 0,-5 2-3641 0 0,-1 3-4106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00.9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44 4825 0 0,'0'0'327'0'0,"-1"-1"-1"0"0,0 0 1 0 0,1 1-1 0 0,-1-1 1 0 0,1 1-1 0 0,-1-1 1 0 0,1 0 0 0 0,-1 0-1 0 0,1 1 1 0 0,-1-1-1 0 0,1 0 1 0 0,0 0-1 0 0,-1 1 1 0 0,1-1 0 0 0,0 0-1 0 0,0 0 1 0 0,0 0-1 0 0,0 0 1 0 0,-1 1-1 0 0,1-1 1 0 0,0 0-1 0 0,0 0 1 0 0,1 0 0 0 0,-1 0-1 0 0,0 0 1 0 0,15-14 2206 0 0,-11 14-2450 0 0,-1-1 1 0 0,0 1-1 0 0,0 0 0 0 0,0 0 0 0 0,1 0 0 0 0,-1 1 0 0 0,0-1 1 0 0,1 1-1 0 0,-1 0 0 0 0,1 0 0 0 0,-1 0 0 0 0,5 1 0 0 0,6 3 40 0 0,0 0-1 0 0,0 2 0 0 0,-1-1 1 0 0,0 2-1 0 0,0 0 0 0 0,0 0 1 0 0,-1 2-1 0 0,0-1 0 0 0,19 19 1 0 0,-27-22-87 0 0,1 0 0 0 0,-1 0 1 0 0,0 1-1 0 0,0 0 1 0 0,0 0-1 0 0,-1 0 0 0 0,0 0 1 0 0,0 1-1 0 0,0-1 1 0 0,-1 1-1 0 0,0 0 0 0 0,0-1 1 0 0,-1 1-1 0 0,0 0 1 0 0,0 0-1 0 0,-1 0 0 0 0,0 0 1 0 0,0 0-1 0 0,0 0 1 0 0,-1 0-1 0 0,0 0 0 0 0,-3 10 1 0 0,1-5-41 0 0,-1 0 1 0 0,0 0 0 0 0,0 0-1 0 0,-1 0 1 0 0,-1 0 0 0 0,0-1-1 0 0,-1 0 1 0 0,0-1 0 0 0,0 1-1 0 0,-1-1 1 0 0,-1-1 0 0 0,1 1-1 0 0,-2-2 1 0 0,1 1 0 0 0,-17 10-1 0 0,19-14 73 0 0,11-6 178 0 0,14-2 184 0 0,10 1-322 0 0,1 1 0 0 0,-1 1-1 0 0,43 7 1 0 0,-38 0-4322 0 0,0 2-3970 0 0,-26-7 2893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15.4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613 137 1152 0 0,'-5'-9'1033'0'0,"0"1"0"0"0,-1 0 1 0 0,1 0-1 0 0,-1 1 0 0 0,-1 0 0 0 0,-14-13 0 0 0,10 11-384 0 0,-1 0-1 0 0,0 1 1 0 0,0 1 0 0 0,-1 0-1 0 0,1 0 1 0 0,-2 1 0 0 0,-16-5 0 0 0,21 9-438 0 0,-1 1 1 0 0,1 0 0 0 0,0 0 0 0 0,-1 1 0 0 0,1 0-1 0 0,-1 1 1 0 0,1 0 0 0 0,0 0 0 0 0,0 1 0 0 0,0 0-1 0 0,0 1 1 0 0,-14 6 0 0 0,2-1-51 0 0,0 2 0 0 0,1 1 0 0 0,0 1 0 0 0,-18 14 0 0 0,21-12-120 0 0,1 0 1 0 0,1 2 0 0 0,0 0-1 0 0,1 0 1 0 0,1 2-1 0 0,0 0 1 0 0,1 0 0 0 0,1 1-1 0 0,1 0 1 0 0,1 1-1 0 0,1 0 1 0 0,0 0 0 0 0,2 1-1 0 0,0 0 1 0 0,1 0 0 0 0,-3 36-1 0 0,7-39-29 0 0,0 1 0 0 0,1-1-1 0 0,1 1 1 0 0,1-1 0 0 0,0 0 0 0 0,2 1-1 0 0,0-1 1 0 0,11 31 0 0 0,-9-36-12 0 0,0 0 0 0 0,0-1 1 0 0,1 1-1 0 0,1-1 0 0 0,0-1 1 0 0,1 0-1 0 0,0 0 0 0 0,1 0 1 0 0,0-1-1 0 0,0-1 0 0 0,1 0 1 0 0,14 9-1 0 0,-3-5-2 0 0,0-2 0 0 0,1 0-1 0 0,0-2 1 0 0,1-1 0 0 0,0 0-1 0 0,0-2 1 0 0,1-1 0 0 0,-1 0-1 0 0,1-2 1 0 0,0-1 0 0 0,0-1-1 0 0,33-3 1 0 0,-16-2 69 0 0,0-1 0 0 0,-1-2 1 0 0,0-2-1 0 0,0-1 0 0 0,-1-2 0 0 0,60-28 0 0 0,-85 33-9 0 0,0 0 0 0 0,-1-2 1 0 0,0 1-1 0 0,0-2 0 0 0,-1 0 0 0 0,0 0 0 0 0,-1-1 0 0 0,-1-1 0 0 0,20-24 0 0 0,-25 27-1 0 0,0 1 0 0 0,-2-1 0 0 0,1 0 0 0 0,-1 0-1 0 0,0-1 1 0 0,-1 1 0 0 0,0-1 0 0 0,0 0 0 0 0,-1 0 0 0 0,0 0 0 0 0,-1 0-1 0 0,0 0 1 0 0,-1 0 0 0 0,0 0 0 0 0,-1-1 0 0 0,0 1 0 0 0,-2-11 0 0 0,-4-6 43 0 0,-1 0 0 0 0,-1 1 1 0 0,-1 0-1 0 0,-1 0 0 0 0,-1 1 1 0 0,-1 1-1 0 0,-17-23 0 0 0,6 14-125 0 0,0 1 0 0 0,-3 2-1 0 0,0 0 1 0 0,-38-30 0 0 0,60 55-127 0 0,0 1 1 0 0,0 0 0 0 0,-1 1 0 0 0,0-1-1 0 0,1 1 1 0 0,-1 0 0 0 0,0 1-1 0 0,0-1 1 0 0,0 1 0 0 0,-1 1-1 0 0,1-1 1 0 0,-1 1 0 0 0,1 0 0 0 0,-10 0-1 0 0,5 1-1071 0 0,0 1 0 0 0,0 1 0 0 0,1 0 0 0 0,-1 0 0 0 0,0 1 0 0 0,1 0 0 0 0,-18 9 1 0 0,1 1-4482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16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563 132 1672 0 0,'-3'-4'492'0'0,"0"0"0"0"0,-1 1 0 0 0,1-1 0 0 0,-1 1-1 0 0,0 0 1 0 0,0 0 0 0 0,0 1 0 0 0,0-1 0 0 0,0 1-1 0 0,-1 0 1 0 0,1 0 0 0 0,-1 0 0 0 0,1 1 0 0 0,-1-1 0 0 0,0 1-1 0 0,0 0 1 0 0,-7 0 0 0 0,-11-1 619 0 0,0 1 0 0 0,-34 3-1 0 0,38-1-407 0 0,3 0-590 0 0,0 0 0 0 0,1 2 0 0 0,-1-1 0 0 0,0 2 0 0 0,1 0-1 0 0,0 1 1 0 0,0 0 0 0 0,0 1 0 0 0,1 1 0 0 0,0 1 0 0 0,0 0-1 0 0,1 0 1 0 0,0 1 0 0 0,0 1 0 0 0,1 0 0 0 0,0 1-1 0 0,1 0 1 0 0,0 1 0 0 0,1 0 0 0 0,1 1 0 0 0,0 0 0 0 0,0 0-1 0 0,1 1 1 0 0,1 0 0 0 0,0 1 0 0 0,1-1 0 0 0,1 1 0 0 0,0 1-1 0 0,-3 19 1 0 0,4-17-115 0 0,2 0 0 0 0,0 1 0 0 0,1-1 0 0 0,0 1-1 0 0,2-1 1 0 0,0 1 0 0 0,1-1 0 0 0,1 1 0 0 0,7 23 0 0 0,-6-31-9 0 0,0 0 0 0 0,1 0 0 0 0,0-1 1 0 0,1 1-1 0 0,0-1 0 0 0,1-1 0 0 0,0 1 1 0 0,0-1-1 0 0,1 0 0 0 0,0-1 0 0 0,0 1 1 0 0,1-2-1 0 0,0 1 0 0 0,1-1 1 0 0,18 10-1 0 0,-9-8 11 0 0,2 0 0 0 0,-1-2 0 0 0,1 0 1 0 0,0-1-1 0 0,0-1 0 0 0,0-2 0 0 0,1 0 0 0 0,0 0 1 0 0,0-2-1 0 0,-1-1 0 0 0,36-4 0 0 0,17-6-115 0 0,145-40 0 0 0,-197 44 65 0 0,0 0 0 0 0,0-2-1 0 0,-1-1 1 0 0,0-1 0 0 0,0 0 0 0 0,24-18 0 0 0,-40 26 70 0 0,-1-2-1 0 0,1 1 1 0 0,-1 0 0 0 0,0-1-1 0 0,0 0 1 0 0,0 0 0 0 0,0 0-1 0 0,-1-1 1 0 0,0 1-1 0 0,0-1 1 0 0,0 0 0 0 0,0 0-1 0 0,-1 0 1 0 0,0 0 0 0 0,0 0-1 0 0,0 0 1 0 0,0-1-1 0 0,-1 1 1 0 0,0 0 0 0 0,0-1-1 0 0,-1 1 1 0 0,1-1 0 0 0,-1 0-1 0 0,0 1 1 0 0,-1-1-1 0 0,0 1 1 0 0,1-1 0 0 0,-2 1-1 0 0,1-1 1 0 0,-1 1 0 0 0,-3-8-1 0 0,-19-37 658 0 0,-37-58-1 0 0,10 22-206 0 0,50 84-469 0 0,-15-30 258 0 0,-2 1 0 0 0,-2 1-1 0 0,-25-31 1 0 0,38 53-352 0 0,-1 0 0 0 0,1 0 0 0 0,-1 1 0 0 0,-1 0 0 0 0,1 1 1 0 0,-1 0-1 0 0,0 0 0 0 0,-1 1 0 0 0,1 1 0 0 0,-1-1 0 0 0,0 1 0 0 0,0 1 1 0 0,0 0-1 0 0,-21-4 0 0 0,-141-4-11487 0 0,137 7 6406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18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742 1 1104 0 0,'2'0'493'0'0,"1"0"0"0"0,0 0 1 0 0,-1 0-1 0 0,1 0 0 0 0,-1 1 0 0 0,1-1 0 0 0,-1 1 0 0 0,1 0 0 0 0,-1-1 0 0 0,1 1 0 0 0,-1 0 0 0 0,0 1 1 0 0,1-1-1 0 0,3 3 0 0 0,19 32 2408 0 0,-20-28-2975 0 0,23 48 805 0 0,-2 0 0 0 0,-3 2 0 0 0,18 71 0 0 0,7 16-369 0 0,30 133 543 0 0,-31-98-695 0 0,96 393-6 0 0,-103-400-111 0 0,8 37 184 0 0,-10 2-1 0 0,17 313 1 0 0,-51-353-26 0 0,-7 0 1 0 0,-7-1-1 0 0,-8 0 1 0 0,-56 237-1 0 0,43-276-92 0 0,2-5 8 0 0,-5-1-1 0 0,-51 122 1 0 0,-1-31-33 0 0,-67 144 4 0 0,120-301-132 0 0,-4-3 0 0 0,-50 63 0 0 0,-14 20 24 0 0,-56 70-32 0 0,-9 13 59 0 0,-12 30-3 0 0,168-233-85 0 0,9-16 13 0 0,-1 0-1 0 0,0 0 1 0 0,0 1 0 0 0,0-1-1 0 0,-1-1 1 0 0,1 1-1 0 0,-5 5 1 0 0,6-10-10 0 0,0 1 0 0 0,0 0 1 0 0,0-1-1 0 0,0 1 0 0 0,-1-1 0 0 0,2 1 1 0 0,-1-1-1 0 0,0 1 0 0 0,0-1 0 0 0,0 0 1 0 0,0 1-1 0 0,0-1 0 0 0,0 0 0 0 0,1 0 1 0 0,-1 1-1 0 0,0-1 0 0 0,1 0 0 0 0,-1 0 1 0 0,0 0-1 0 0,1 0 0 0 0,-1 0 0 0 0,1 0 1 0 0,0 0-1 0 0,-1 0 0 0 0,1 0 0 0 0,0 0 1 0 0,0-1-1 0 0,-1 0 0 0 0,-10-35-3 0 0,1-23 91 0 0,2 0 0 0 0,3-1 0 0 0,3 0 0 0 0,2 0 0 0 0,10-73 0 0 0,-10 132-52 0 0,1-7 54 0 0,0 0-1 0 0,0 0 1 0 0,1 0-1 0 0,0 1 1 0 0,5-12-1 0 0,-11 31 292 0 0,1 1-1 0 0,0-1 0 0 0,1 1 1 0 0,-1 20-1 0 0,-1 0-210 0 0,-17 132 95 0 0,11-74-171 0 0,-24 94 1 0 0,34-183-64 0 0,0-1 0 0 0,0 1 0 0 0,-1-1 0 0 0,1 1 0 0 0,0 0 0 0 0,0-1 0 0 0,0 1-1 0 0,0-1 1 0 0,0 1 0 0 0,0 0 0 0 0,0-1 0 0 0,0 1 0 0 0,0 0 0 0 0,0-1 0 0 0,0 1 0 0 0,0-1 0 0 0,1 1 0 0 0,-1 0 0 0 0,0-1 0 0 0,0 1 0 0 0,0-1 0 0 0,1 1 0 0 0,-1-1 0 0 0,0 1 0 0 0,1-1 0 0 0,-1 1 0 0 0,1-1 0 0 0,-1 1-1 0 0,1-1 1 0 0,-1 1 0 0 0,1-1 0 0 0,0 1 0 0 0,24-1 82 0 0,35-22 87 0 0,-51 18-123 0 0,298-109 352 0 0,-292 108-644 0 0,18-8-2756 0 0,-32 12 2546 0 0,0 1 1 0 0,0-1-1 0 0,0 0 0 0 0,0 1 1 0 0,0-1-1 0 0,0 0 0 0 0,0 0 1 0 0,0 0-1 0 0,0 0 0 0 0,-1 0 0 0 0,1 0 1 0 0,0 0-1 0 0,-1 0 0 0 0,1 0 1 0 0,-1 0-1 0 0,1 0 0 0 0,-1 0 1 0 0,1 0-1 0 0,-1 0 0 0 0,0 0 1 0 0,0-1-1 0 0,1 1 0 0 0,-1 0 1 0 0,0-2-1 0 0,-2-7-4814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0.0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36 5913 0 0,'-1'0'184'0'0,"1"-1"1"0"0,0 1-1 0 0,0 0 0 0 0,0-1 0 0 0,0 1 1 0 0,0-1-1 0 0,0 1 0 0 0,0-1 0 0 0,0 1 0 0 0,0-1 1 0 0,0 1-1 0 0,0-1 0 0 0,0 1 0 0 0,0 0 1 0 0,0-1-1 0 0,0 1 0 0 0,1-1 0 0 0,-1 1 0 0 0,0-1 1 0 0,0 1-1 0 0,1 0 0 0 0,-1-1 0 0 0,0 1 1 0 0,0 0-1 0 0,1-1 0 0 0,-1 1 0 0 0,0 0 0 0 0,1-1 1 0 0,-1 1-1 0 0,18-11 1687 0 0,19 0-907 0 0,-34 10-939 0 0,0 1 1 0 0,-1-1-1 0 0,1 1 0 0 0,0 0 0 0 0,0 0 1 0 0,0 0-1 0 0,-1 1 0 0 0,1-1 0 0 0,0 1 1 0 0,0-1-1 0 0,-1 1 0 0 0,1 0 0 0 0,0 0 1 0 0,-1 0-1 0 0,1 1 0 0 0,-1-1 1 0 0,1 0-1 0 0,-1 1 0 0 0,0 0 0 0 0,0-1 1 0 0,1 1-1 0 0,-1 0 0 0 0,0 0 0 0 0,-1 0 1 0 0,1 1-1 0 0,0-1 0 0 0,-1 0 0 0 0,1 1 1 0 0,-1-1-1 0 0,0 1 0 0 0,1-1 1 0 0,-1 1-1 0 0,-1 0 0 0 0,2 4 0 0 0,-1-1-27 0 0,0-1 0 0 0,-1 1 0 0 0,0 0 0 0 0,0 0 0 0 0,-1 0 0 0 0,1-1 0 0 0,-1 1 0 0 0,0 0 0 0 0,-1-1 0 0 0,0 1 0 0 0,0-1 0 0 0,0 1 0 0 0,0-1 0 0 0,-1 0 0 0 0,0 0 0 0 0,-3 5 0 0 0,-50 52-833 0 0,44-50 728 0 0,18-17 473 0 0,1 0-1 0 0,-1 1 1 0 0,1 0-1 0 0,0 0 1 0 0,0 0 0 0 0,0 1-1 0 0,9-3 1 0 0,-11 4-201 0 0,0 1 0 0 0,0-1 0 0 0,0 1 0 0 0,0 0 1 0 0,0 0-1 0 0,0 1 0 0 0,0-1 0 0 0,0 1 0 0 0,0 0 0 0 0,0 1 0 0 0,0-1 1 0 0,8 2-1 0 0,-11 0-120 0 0,-1-1 0 0 0,1 1 0 0 0,-1-1 1 0 0,1 1-1 0 0,-1 0 0 0 0,1-1 0 0 0,-1 1 0 0 0,0 0 0 0 0,0 0 1 0 0,0 0-1 0 0,0 0 0 0 0,0 0 0 0 0,0 0 0 0 0,-1 0 1 0 0,1 0-1 0 0,-1 0 0 0 0,1 1 0 0 0,-1-1 0 0 0,0 0 0 0 0,0 0 1 0 0,0 0-1 0 0,0 1 0 0 0,0-1 0 0 0,0 0 0 0 0,-1 3 1 0 0,-11 58 70 0 0,10-53-207 0 0,-2 1 0 0 0,1-1 0 0 0,-2 0 0 0 0,1 0 0 0 0,-12 17 0 0 0,-13 4-2127 0 0,26-29 1525 0 0,0 0 1 0 0,-1 0-1 0 0,1 0 0 0 0,-1 0 1 0 0,1 0-1 0 0,-1-1 0 0 0,0 1 0 0 0,-5 0 1 0 0,8-2 474 0 0,1 0-1 0 0,0 0 1 0 0,-1 0 0 0 0,1 0 0 0 0,0 0 0 0 0,-1 0-1 0 0,1 0 1 0 0,-1 0 0 0 0,1 0 0 0 0,0 0 0 0 0,-1-1 0 0 0,1 1-1 0 0,0 0 1 0 0,-1 0 0 0 0,1 0 0 0 0,0 0 0 0 0,-1-1-1 0 0,1 1 1 0 0,0 0 0 0 0,-1 0 0 0 0,1-1 0 0 0,0 1-1 0 0,0 0 1 0 0,-1-1 0 0 0,1 1 0 0 0,0 0 0 0 0,0-1 0 0 0,0 1-1 0 0,0 0 1 0 0,-1-1 0 0 0,1 1 0 0 0,0-1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1.2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1864 0 0,'1'-2'489'0'0,"-1"0"-1"0"0,1 1 1 0 0,0-1-1 0 0,0 0 1 0 0,0 1-1 0 0,0-1 1 0 0,0 0-1 0 0,0 1 1 0 0,1-1-1 0 0,-1 1 1 0 0,0 0 0 0 0,1-1-1 0 0,-1 1 1 0 0,1 0-1 0 0,-1 0 1 0 0,1 0-1 0 0,0 0 1 0 0,3-1-1 0 0,-2 1-132 0 0,1 0 0 0 0,-1 0-1 0 0,1 0 1 0 0,0 1 0 0 0,-1-1 0 0 0,1 1 0 0 0,0 0-1 0 0,-1 0 1 0 0,6 1 0 0 0,-1 0-91 0 0,0 1 0 0 0,0 0 0 0 0,0 0 0 0 0,-1 1 0 0 0,1 0 0 0 0,-1 0 0 0 0,1 1 0 0 0,8 5 0 0 0,-11-5-198 0 0,1 0-1 0 0,-1 0 1 0 0,0 1 0 0 0,0-1-1 0 0,-1 1 1 0 0,1 1 0 0 0,-1-1-1 0 0,0 0 1 0 0,0 1 0 0 0,-1 0-1 0 0,0 0 1 0 0,0 0 0 0 0,0 0-1 0 0,-1 0 1 0 0,1 1 0 0 0,-2-1 0 0 0,1 1-1 0 0,-1-1 1 0 0,0 1 0 0 0,0 0-1 0 0,-1 0 1 0 0,0-1 0 0 0,0 1-1 0 0,0 0 1 0 0,-1 0 0 0 0,0-1-1 0 0,0 1 1 0 0,-4 10 0 0 0,-2 1-75 0 0,0-1 1 0 0,-1 1-1 0 0,-1-2 1 0 0,-1 1-1 0 0,0-1 1 0 0,-1 0-1 0 0,-1-1 1 0 0,0-1 0 0 0,-15 14-1 0 0,27-28 16 0 0,0 0 0 0 0,-1 1-1 0 0,1-1 1 0 0,0 0 0 0 0,0 0 0 0 0,-1 0 0 0 0,1 0-1 0 0,0 0 1 0 0,0 1 0 0 0,-1-1 0 0 0,1 0 0 0 0,0 0-1 0 0,0 0 1 0 0,0 1 0 0 0,0-1 0 0 0,-1 0 0 0 0,1 0-1 0 0,0 1 1 0 0,0-1 0 0 0,0 0 0 0 0,0 0 0 0 0,0 1 0 0 0,0-1-1 0 0,0 0 1 0 0,0 1 0 0 0,0-1 0 0 0,0 0 0 0 0,0 0-1 0 0,0 1 1 0 0,0-1 0 0 0,0 0 0 0 0,0 0 0 0 0,0 1-1 0 0,0-1 1 0 0,0 0 0 0 0,0 1 0 0 0,0-1 0 0 0,0 0-1 0 0,0 0 1 0 0,0 1 0 0 0,1-1 0 0 0,-1 0 0 0 0,0 0-1 0 0,0 1 1 0 0,0-1 0 0 0,0 0 0 0 0,1 0 0 0 0,-1 0-1 0 0,0 0 1 0 0,1 1 0 0 0,21 2 358 0 0,41-10 144 0 0,-52 5-448 0 0,12 0-256 0 0,0 0 0 0 0,27 2 1 0 0,-18 3-2917 0 0,1 2-3558 0 0,-19-6 1393 0 0,-6 0 1809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1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5369 0 0,'-10'6'9136'0'0,"30"-1"-4709"0"0,8-5-3685 0 0,54 2-533 0 0,-28 9-9768 0 0,-39-11 4007 0 0,-6 0 1980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2.0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46 2921 0 0,'-1'0'289'0'0,"0"0"1"0"0,0 0-1 0 0,0-1 1 0 0,0 1 0 0 0,0 0-1 0 0,0-1 1 0 0,0 1 0 0 0,0-1-1 0 0,0 1 1 0 0,0-1-1 0 0,0 1 1 0 0,1-1 0 0 0,-1 0-1 0 0,0 0 1 0 0,0 1-1 0 0,1-1 1 0 0,-1 0 0 0 0,0 0-1 0 0,1 0 1 0 0,-1 1 0 0 0,1-1-1 0 0,-1 0 1 0 0,1 0-1 0 0,-1 0 1 0 0,1 0 0 0 0,0 0-1 0 0,0 0 1 0 0,-1 0-1 0 0,1 0 1 0 0,0-2 0 0 0,1 2-126 0 0,1-1-1 0 0,0 0 1 0 0,-1 1 0 0 0,1-1 0 0 0,0 1 0 0 0,0 0 0 0 0,0 0 0 0 0,0 0-1 0 0,0 0 1 0 0,0 0 0 0 0,0 0 0 0 0,0 0 0 0 0,0 0 0 0 0,1 1 0 0 0,1-1-1 0 0,0 0-84 0 0,-1 0 1 0 0,1 0-1 0 0,-1 0 0 0 0,1 1 0 0 0,-1-1 0 0 0,1 1 0 0 0,0 0 0 0 0,-1 0 0 0 0,1 0 0 0 0,-1 1 0 0 0,1-1 0 0 0,-1 1 0 0 0,1 0 0 0 0,-1 0 0 0 0,1 0 0 0 0,-1 0 1 0 0,0 1-1 0 0,1-1 0 0 0,-1 1 0 0 0,0 0 0 0 0,0 0 0 0 0,0 0 0 0 0,0 0 0 0 0,-1 1 0 0 0,1-1 0 0 0,-1 1 0 0 0,1 0 0 0 0,1 3 0 0 0,-1-2-123 0 0,-1 0-1 0 0,1 1 0 0 0,-1-1 0 0 0,-1 1 0 0 0,1 0 1 0 0,-1-1-1 0 0,1 1 0 0 0,-1 0 0 0 0,-1 0 1 0 0,1 0-1 0 0,-1 0 0 0 0,0 0 0 0 0,0 0 1 0 0,0 0-1 0 0,0 0 0 0 0,-1 0 0 0 0,0 0 1 0 0,0-1-1 0 0,-4 10 0 0 0,5-13 16 0 0,-3 7-47 0 0,0 0 0 0 0,0 0 0 0 0,0 0-1 0 0,-1-1 1 0 0,0 0 0 0 0,-1 1 0 0 0,1-1 0 0 0,-1-1-1 0 0,-11 12 1 0 0,41-47 630 0 0,-20 26-441 0 0,-1 2 0 0 0,1-1 1 0 0,0 0-1 0 0,-1 1 0 0 0,1 0 0 0 0,0 0 1 0 0,0 0-1 0 0,0 1 0 0 0,0 0 1 0 0,0 0-1 0 0,9 1 0 0 0,55 11 1354 0 0,-68-12-1440 0 0,0 1 1 0 0,0-1-1 0 0,-1 0 1 0 0,1 1-1 0 0,0-1 1 0 0,0 0 0 0 0,0 1-1 0 0,0-1 1 0 0,0 1-1 0 0,-1 0 1 0 0,1-1-1 0 0,0 1 1 0 0,0-1-1 0 0,-1 1 1 0 0,1 0 0 0 0,0 0-1 0 0,-1-1 1 0 0,1 1-1 0 0,-1 0 1 0 0,1 0-1 0 0,-1 0 1 0 0,1 0-1 0 0,-1 0 1 0 0,0 0 0 0 0,0 0-1 0 0,1 0 1 0 0,-1 0-1 0 0,0 1 1 0 0,0 1-4 0 0,0 0 0 0 0,0 0 0 0 0,-1 0 0 0 0,1 0 0 0 0,-1 0 0 0 0,0 0 1 0 0,0 0-1 0 0,0 0 0 0 0,-2 4 0 0 0,-36 56-769 0 0,38-61 651 0 0,-3 3-213 0 0,-23 29-815 0 0,25-32 777 0 0,1 0 0 0 0,-1 0 0 0 0,0-1 0 0 0,0 1 0 0 0,1-1 0 0 0,-1 1 0 0 0,0-1 1 0 0,0 0-1 0 0,0 0 0 0 0,0 0 0 0 0,-1 0 0 0 0,1 0 0 0 0,0 0 0 0 0,-5 1 0 0 0,7-3 190 0 0,0 1 0 0 0,0 0 0 0 0,-1 0 0 0 0,1 0 0 0 0,0-1 0 0 0,0 1 0 0 0,0 0 1 0 0,0 0-1 0 0,-1-1 0 0 0,1 1 0 0 0,0 0 0 0 0,0 0 0 0 0,0-1 0 0 0,0 1 0 0 0,0 0 0 0 0,0 0 0 0 0,0-1 0 0 0,0 1 0 0 0,-1 0 0 0 0,1-1 0 0 0,0 1 0 0 0,0 0 0 0 0,0 0 0 0 0,0-1 0 0 0,1 1 0 0 0,-1 0 0 0 0,0-1 0 0 0,0 1 0 0 0,0 0 0 0 0,0 0 0 0 0,0-1 0 0 0,0 1 0 0 0,0 0 0 0 0,0 0 0 0 0,1-1 0 0 0,-1 1 0 0 0,9-21-3925 0 0,-1 11 2077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2.8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5465 0 0,'10'0'7220'0'0,"32"4"-5669"0"0,-34-4-1369 0 0,-1 1 1 0 0,1 0-1 0 0,0 1 0 0 0,-1-1 0 0 0,0 1 0 0 0,1 1 0 0 0,-1-1 0 0 0,0 1 0 0 0,0 1 0 0 0,12 7 1 0 0,-17-9-155 0 0,0 0 1 0 0,0 0-1 0 0,0 0 1 0 0,0 0-1 0 0,0 0 1 0 0,0 0-1 0 0,0 1 1 0 0,-1-1-1 0 0,1 1 1 0 0,-1-1-1 0 0,0 1 1 0 0,0 0-1 0 0,0 0 1 0 0,0-1-1 0 0,0 1 1 0 0,0 0-1 0 0,-1 0 1 0 0,1 0-1 0 0,-1 0 1 0 0,0 0-1 0 0,0 0 1 0 0,0 0-1 0 0,0 0 1 0 0,-1 0 0 0 0,1 0-1 0 0,-1-1 1 0 0,0 1-1 0 0,0 0 1 0 0,0 0-1 0 0,-2 4 1 0 0,0 0-26 0 0,-1 0 0 0 0,-1-1 0 0 0,1 1 0 0 0,-1-1 1 0 0,-8 8-1 0 0,9-10-20 0 0,0 1 0 0 0,0-1 1 0 0,1 0-1 0 0,-1 1 0 0 0,1 0 1 0 0,0 0-1 0 0,0 0 0 0 0,1 0 0 0 0,-1 0 1 0 0,1 0-1 0 0,-1 6 0 0 0,3-10 21 0 0,0 1 0 0 0,0-1 0 0 0,1 0 0 0 0,-1 0 0 0 0,0 0 0 0 0,1 0 0 0 0,-1 0 0 0 0,1 0 0 0 0,-1 0 0 0 0,1 0 0 0 0,-1 0 1 0 0,1 0-1 0 0,0-1 0 0 0,0 1 0 0 0,-1 0 0 0 0,1 0 0 0 0,0 0 0 0 0,0-1 0 0 0,0 1 0 0 0,0-1 0 0 0,0 1 0 0 0,0 0 0 0 0,0-1 0 0 0,0 0 0 0 0,0 1 0 0 0,0-1 0 0 0,0 0 0 0 0,0 1 0 0 0,0-1 0 0 0,0 0 0 0 0,0 0 0 0 0,1 0 0 0 0,1 0 0 0 0,44 3 115 0 0,-42-3-108 0 0,-4 0-21 0 0,97-6-157 0 0,-49-6-2229 0 0,-45 10 1640 0 0,0 0 0 0 0,0 1 0 0 0,-1-1 0 0 0,1-1 0 0 0,-1 1 0 0 0,1 0 0 0 0,-1-1 0 0 0,6-5 0 0 0,-6 2-1850 0 0,1-1-1116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29.9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70 147 376 0 0,'0'0'285'0'0,"-4"6"4566"0"0,4-6-4565 0 0,0 0-1 0 0,-1 0 0 0 0,1 1 1 0 0,0-1-1 0 0,-1 0 1 0 0,1 0-1 0 0,0 0 0 0 0,-1 0 1 0 0,1 0-1 0 0,-1 0 0 0 0,1 0 1 0 0,0 0-1 0 0,-1 0 0 0 0,0 0 1 0 0,-21-2 4598 0 0,19 2-4746 0 0,1-1 0 0 0,0 1 0 0 0,0-1 0 0 0,0 0 0 0 0,0 0 0 0 0,0 1 0 0 0,0-1 1 0 0,1-1-1 0 0,-1 1 0 0 0,0 0 0 0 0,0 0 0 0 0,1-1 0 0 0,-1 1 0 0 0,0-1 0 0 0,1 1 0 0 0,0-1 0 0 0,-1 0 0 0 0,1 1 0 0 0,0-1 0 0 0,-1-3 0 0 0,1 0-73 0 0,1-1 0 0 0,0 1 0 0 0,1 0 1 0 0,-1-1-1 0 0,1 1 0 0 0,0-1 0 0 0,0 1 0 0 0,1 0 1 0 0,0 0-1 0 0,0 0 0 0 0,0 0 0 0 0,0 0 0 0 0,1 0 0 0 0,0 0 1 0 0,0 1-1 0 0,0-1 0 0 0,0 1 0 0 0,1 0 0 0 0,0 0 1 0 0,0 0-1 0 0,0 1 0 0 0,0-1 0 0 0,1 1 0 0 0,-1 0 1 0 0,8-3-1 0 0,-11 5-64 0 0,0 1 1 0 0,-1 0 0 0 0,1 0-1 0 0,0-1 1 0 0,0 1 0 0 0,0 0-1 0 0,0 0 1 0 0,0 0 0 0 0,0 0-1 0 0,0 0 1 0 0,-1 1 0 0 0,1-1-1 0 0,0 0 1 0 0,0 0 0 0 0,0 1-1 0 0,0-1 1 0 0,-1 0 0 0 0,1 1-1 0 0,0-1 1 0 0,0 0 0 0 0,0 1-1 0 0,-1-1 1 0 0,1 1 0 0 0,0 0-1 0 0,-1-1 1 0 0,1 1 0 0 0,0 0-1 0 0,13 29 20 0 0,-5 31 9 0 0,-9-30 54 0 0,-2-1-1 0 0,0 0 1 0 0,-2 0 0 0 0,-2 0-1 0 0,0 0 1 0 0,-18 48 0 0 0,27-80-32 0 0,1 0 1 0 0,-1 0 0 0 0,1 0-1 0 0,-1 0 1 0 0,1 0 0 0 0,0 1 0 0 0,0 0-1 0 0,0 0 1 0 0,0 0 0 0 0,0 0-1 0 0,0 1 1 0 0,5-1 0 0 0,62-7 150 0 0,-53 5-276 0 0,-14 2-124 0 0,0 0 0 0 0,0 0 1 0 0,0 1-1 0 0,0-1 0 0 0,0 1 0 0 0,0 0 0 0 0,0 0 0 0 0,1 0 0 0 0,-1 1 1 0 0,0-1-1 0 0,0 1 0 0 0,0 0 0 0 0,6 3 0 0 0,-10-4 0 0 0,0 0 0 0 0,1 1 0 0 0,-1-1 0 0 0,0 0 0 0 0,0 0 0 0 0,0 1 0 0 0,0-1 0 0 0,0 0 0 0 0,0 1 0 0 0,0-1 0 0 0,0 0 0 0 0,0 1 0 0 0,0-1 0 0 0,0 0 0 0 0,0 1 0 0 0,0-1 0 0 0,0 0 0 0 0,0 0 0 0 0,0 1 0 0 0,0-1 0 0 0,0 0 0 0 0,0 1 0 0 0,0-1 0 0 0,0 0 0 0 0,0 1 0 0 0,-1-1 0 0 0,1 0 0 0 0,0 0 0 0 0,0 1 0 0 0,0-1 0 0 0,0 0 0 0 0,-1 0 0 0 0,1 1 0 0 0,0-1 0 0 0,0 0 0 0 0,-1 0 0 0 0,1 0 0 0 0,0 0 0 0 0,0 1 0 0 0,-1-1 0 0 0,1 0 0 0 0,0 0 0 0 0,-1 0 0 0 0,1 0 0 0 0,-1 0 0 0 0,-7 6-5785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30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30 1776 0 0,'1'-1'316'0'0,"-1"1"-1"0"0,1-1 1 0 0,-1 0-1 0 0,0 0 0 0 0,0 0 1 0 0,0 0-1 0 0,1 0 1 0 0,-1 0-1 0 0,0 0 1 0 0,0 0-1 0 0,0 0 0 0 0,0 0 1 0 0,0 0-1 0 0,-1 0 1 0 0,1 0-1 0 0,0 0 0 0 0,0 0 1 0 0,-1 0-1 0 0,1 0 1 0 0,-1 0-1 0 0,1 0 1 0 0,-1 0-1 0 0,1 0 0 0 0,-1 1 1 0 0,1-1-1 0 0,-1 0 1 0 0,0 0-1 0 0,0 0-224 0 0,1 1 1 0 0,-1 0-1 0 0,0-1 0 0 0,1 1 1 0 0,-1 0-1 0 0,1 0 1 0 0,-1-1-1 0 0,0 1 0 0 0,1 0 1 0 0,-1 0-1 0 0,0 0 0 0 0,1 0 1 0 0,-1 0-1 0 0,0 0 0 0 0,1 0 1 0 0,-1 0-1 0 0,0 0 0 0 0,1 0 1 0 0,-1 0-1 0 0,0 0 1 0 0,1 1-1 0 0,-1-1 0 0 0,1 0 1 0 0,-1 0-1 0 0,0 1 0 0 0,1-1 1 0 0,-1 0-1 0 0,1 1 0 0 0,-1-1 1 0 0,1 1-1 0 0,-1-1 0 0 0,1 1 1 0 0,-1-1-1 0 0,1 1 1 0 0,0-1-1 0 0,-1 1 0 0 0,1-1 1 0 0,-1 1-1 0 0,1-1 0 0 0,0 1 1 0 0,0 0-1 0 0,-1-1 0 0 0,1 1 1 0 0,0 0-1 0 0,-5 11 23 0 0,0-1 1 0 0,0 1-1 0 0,2 0 0 0 0,-1 0 1 0 0,2 0-1 0 0,-1 0 0 0 0,2 1 1 0 0,0-1-1 0 0,0 1 0 0 0,1-1 1 0 0,2 21-1 0 0,0-23-122 0 0,-1 1 0 0 0,1-1 0 0 0,0 0 0 0 0,1 0 0 0 0,1 0 0 0 0,-1 0-1 0 0,1-1 1 0 0,1 1 0 0 0,0-1 0 0 0,0 0 0 0 0,1-1 0 0 0,0 1 0 0 0,0-1 0 0 0,11 10 0 0 0,-14-15 47 0 0,0 0 0 0 0,1-1 0 0 0,-1 0-1 0 0,1 1 1 0 0,-1-1 0 0 0,1-1 0 0 0,-1 1 0 0 0,1 0 0 0 0,0-1-1 0 0,0 0 1 0 0,0 0 0 0 0,0 0 0 0 0,0 0 0 0 0,0-1 0 0 0,0 0-1 0 0,0 1 1 0 0,0-2 0 0 0,1 1 0 0 0,-1 0 0 0 0,0-1 0 0 0,0 1 0 0 0,0-1-1 0 0,0-1 1 0 0,0 1 0 0 0,-1 0 0 0 0,1-1 0 0 0,0 0 0 0 0,-1 0-1 0 0,1 0 1 0 0,-1 0 0 0 0,1 0 0 0 0,-1-1 0 0 0,0 0 0 0 0,0 1-1 0 0,0-1 1 0 0,0 0 0 0 0,-1-1 0 0 0,1 1 0 0 0,-1 0 0 0 0,0-1-1 0 0,0 1 1 0 0,0-1 0 0 0,0 0 0 0 0,-1 1 0 0 0,1-1 0 0 0,-1 0-1 0 0,0 0 1 0 0,1-7 0 0 0,-1-5 123 0 0,-1 1 0 0 0,0-1 0 0 0,-2 1-1 0 0,1 0 1 0 0,-2-1 0 0 0,0 1 0 0 0,0 0 0 0 0,-2 0-1 0 0,-9-22 1 0 0,11 32-240 0 0,0-1-1 0 0,0 1 1 0 0,0 0-1 0 0,-1 0 1 0 0,1 0 0 0 0,-1 0-1 0 0,0 1 1 0 0,-1 0-1 0 0,1 0 1 0 0,-1 0-1 0 0,-8-5 1 0 0,8 6-192 0 0,1 1 0 0 0,-1 1-1 0 0,1-1 1 0 0,-1 1 0 0 0,0-1 0 0 0,0 1-1 0 0,1 1 1 0 0,-1-1 0 0 0,0 1 0 0 0,0-1 0 0 0,0 2-1 0 0,0-1 1 0 0,0 0 0 0 0,1 1 0 0 0,-1 0 0 0 0,-6 2-1 0 0,-72 16-8503 0 0,60-9 4768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1.8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910 83 2304 0 0,'-26'2'5020'0'0,"21"-1"-4540"0"0,1 0 0 0 0,0-1 0 0 0,-1 0 0 0 0,1 0 1 0 0,-1 0-1 0 0,1 0 0 0 0,0-1 0 0 0,-9-2 0 0 0,-8-3 678 0 0,11 2-750 0 0,-1 0 0 0 0,0 1-1 0 0,1 1 1 0 0,-1 0 0 0 0,0 0 0 0 0,0 1 0 0 0,0 0 0 0 0,0 1-1 0 0,0 0 1 0 0,-20 3 0 0 0,-30 8-47 0 0,40-8-228 0 0,0 0 0 0 0,0 1 0 0 0,1 1 0 0 0,0 0 0 0 0,0 2 0 0 0,0 1 0 0 0,1 0 0 0 0,0 1 0 0 0,-30 20 0 0 0,-12 18 188 0 0,-94 93 1 0 0,137-121-260 0 0,0 0 0 0 0,2 2 0 0 0,1 0 0 0 0,0 1 0 0 0,2 0 0 0 0,0 1-1 0 0,2 1 1 0 0,-17 46 0 0 0,23-55-52 0 0,1 0 0 0 0,0 0-1 0 0,1 1 1 0 0,0-1 0 0 0,2 1-1 0 0,0-1 1 0 0,0 1 0 0 0,2 0-1 0 0,0 0 1 0 0,0-1-1 0 0,2 1 1 0 0,0-1 0 0 0,0 0-1 0 0,2 0 1 0 0,0 0 0 0 0,0 0-1 0 0,2-1 1 0 0,0 0 0 0 0,0 0-1 0 0,13 17 1 0 0,-1-5 36 0 0,2 0 0 0 0,0-1 0 0 0,2-2 0 0 0,0 0-1 0 0,2-1 1 0 0,0-1 0 0 0,2-2 0 0 0,56 32 0 0 0,-20-20 112 0 0,1-3 0 0 0,2-2-1 0 0,76 18 1 0 0,-110-37-21 0 0,0-1 0 0 0,1-1 0 0 0,-1-2 0 0 0,48-2 0 0 0,-4 1 81 0 0,-50 1-150 0 0,0 0 0 0 0,-1 2 0 0 0,27 9 0 0 0,-36-9-11 0 0,0-1 1 0 0,0 0-1 0 0,0 0 1 0 0,1-2-1 0 0,-1 0 0 0 0,1-1 1 0 0,-1-1-1 0 0,1 0 0 0 0,-1-1 1 0 0,21-4-1 0 0,36-12 162 0 0,-1-4 0 0 0,134-57 0 0 0,-195 72-190 0 0,0-2 1 0 0,-1 1-1 0 0,0-1 0 0 0,0-1 0 0 0,0 1 0 0 0,-1-2 0 0 0,0 1 0 0 0,-1-1 0 0 0,11-17 0 0 0,6-15 84 0 0,24-50 1 0 0,-39 72-70 0 0,17-43 47 0 0,-3-1 0 0 0,19-81 0 0 0,-31 104-60 0 0,-10 30 23 0 0,1 0 1 0 0,-2-1-1 0 0,0 0 0 0 0,0 1 0 0 0,-1-1 1 0 0,0 1-1 0 0,-3-14 0 0 0,-18-81 402 0 0,10 60-490 0 0,6 29 49 0 0,-1 2 1 0 0,0-1-1 0 0,-1 1 0 0 0,-1 0 1 0 0,-1 0-1 0 0,0 1 0 0 0,0 0 1 0 0,-2 1-1 0 0,0 0 0 0 0,0 0 0 0 0,-1 1 1 0 0,0 1-1 0 0,-1 0 0 0 0,-1 1 1 0 0,0 0-1 0 0,-17-9 0 0 0,-29-9 48 0 0,-54-31-43 0 0,102 53-19 0 0,0 0 1 0 0,-1 0-1 0 0,1 1 1 0 0,-1 1-1 0 0,0 0 1 0 0,-24-4-1 0 0,-87-3 24 0 0,10 1-12 0 0,74 3-28 0 0,10 1-62 0 0,0 2-1 0 0,-42-2 1 0 0,61 7 37 0 0,-1-1 1 0 0,0 2-1 0 0,1 0 1 0 0,-1 0-1 0 0,1 1 1 0 0,0 0 0 0 0,0 1-1 0 0,0 0 1 0 0,-17 9-1 0 0,-31 25-1978 0 0,-10 6-1919 0 0,61-39 2884 0 0,0-1 0 0 0,0-1 0 0 0,0 1 0 0 0,0-1 1 0 0,-1-1-1 0 0,-12 3 0 0 0,19-5 747 0 0,0 0 0 0 0,0 0-1 0 0,0 0 1 0 0,1 0 0 0 0,-1 0 0 0 0,0-1 0 0 0,0 1 0 0 0,0-1-1 0 0,1 1 1 0 0,-1-1 0 0 0,0 0 0 0 0,1 0 0 0 0,-1 1 0 0 0,0-1 0 0 0,1 0-1 0 0,-1-1 1 0 0,1 1 0 0 0,-1 0 0 0 0,1 0 0 0 0,-2-2 0 0 0,-7-14-3789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2.4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3 2809 0 0,'0'-1'172'0'0,"0"1"0"0"0,-1 0 0 0 0,1 0 1 0 0,0 0-1 0 0,-1 0 0 0 0,1-1 0 0 0,0 1 1 0 0,0 0-1 0 0,-1 0 0 0 0,1 0 0 0 0,0 0 0 0 0,-1 0 1 0 0,1 0-1 0 0,0 0 0 0 0,-1 0 0 0 0,1 0 1 0 0,0 0-1 0 0,-1 0 0 0 0,1 0 0 0 0,0 0 1 0 0,-1 0-1 0 0,1 0 0 0 0,0 0 0 0 0,-1 0 1 0 0,1 0-1 0 0,0 0 0 0 0,0 1 0 0 0,-1-1 1 0 0,1 0-1 0 0,0 0 0 0 0,-1 0 0 0 0,1 0 1 0 0,0 1-1 0 0,0-1 0 0 0,-1 0 0 0 0,1 0 0 0 0,0 1 1 0 0,0-1-1 0 0,0 0 0 0 0,-1 1 0 0 0,-5 19 2433 0 0,4 28-1610 0 0,2-44-573 0 0,5 97 939 0 0,31 168 0 0 0,-17-151-1018 0 0,-18-106-464 0 0,27 141 711 0 0,-5-80-1835 0 0,11-4-3588 0 0,-34-69 4760 0 0,0 0 1 0 0,0 0-1 0 0,0 0 0 0 0,0 0 1 0 0,0 1-1 0 0,0-1 1 0 0,0 0-1 0 0,1 0 1 0 0,-1 0-1 0 0,0 0 0 0 0,0 1 1 0 0,0-1-1 0 0,0 0 1 0 0,0 0-1 0 0,0 0 0 0 0,0 0 1 0 0,0 0-1 0 0,0 1 1 0 0,1-1-1 0 0,-1 0 1 0 0,0 0-1 0 0,0 0 0 0 0,0 0 1 0 0,0 0-1 0 0,0 0 1 0 0,1 0-1 0 0,-1 0 1 0 0,0 0-1 0 0,0 0 0 0 0,0 1 1 0 0,0-1-1 0 0,1 0 1 0 0,-1 0-1 0 0,0 0 0 0 0,0 0 1 0 0,0 0-1 0 0,0 0 1 0 0,1 0-1 0 0,-1 0 1 0 0,0 0-1 0 0,0 0 0 0 0,0-1 1 0 0,0 1-1 0 0,1 0 1 0 0,-1 0-1 0 0,0 0 1 0 0,0 0-1 0 0,0 0 0 0 0,0 0 1 0 0,0 0-1 0 0,1 0 1 0 0,-1 0-1 0 0,0 0 0 0 0,0-1 1 0 0,4-12-1922 0 0,-4-17 235 0 0,-8-21 27 0 0,2 18 285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2.8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10 230 2056 0 0,'-2'-4'309'0'0,"0"0"1"0"0,1-1-1 0 0,0 1 0 0 0,0 0 0 0 0,0-1 0 0 0,0 1 0 0 0,1-1 0 0 0,-1 0 0 0 0,1 1 0 0 0,1-1 0 0 0,-1 1 0 0 0,1-1 0 0 0,-1 1 0 0 0,1-1 0 0 0,3-7 0 0 0,-1 6-53 0 0,0 0 0 0 0,1 0-1 0 0,0 0 1 0 0,0 1 0 0 0,1-1-1 0 0,-1 1 1 0 0,1 0 0 0 0,0 0-1 0 0,10-6 1 0 0,-15 10-243 0 0,22-16 789 0 0,0 1 1 0 0,29-16-1 0 0,-46 28-682 0 0,0 1 0 0 0,0 1 0 0 0,1-1 0 0 0,-1 1 1 0 0,1 0-1 0 0,-1 0 0 0 0,1 1 0 0 0,0-1 0 0 0,0 1 0 0 0,0 1 0 0 0,0-1 1 0 0,0 1-1 0 0,0 0 0 0 0,0 0 0 0 0,-1 1 0 0 0,13 2 0 0 0,-16-2-40 0 0,0 1 0 0 0,0-1 0 0 0,1 0-1 0 0,-1 1 1 0 0,0 0 0 0 0,-1 0-1 0 0,1-1 1 0 0,0 1 0 0 0,0 0 0 0 0,-1 0-1 0 0,1 1 1 0 0,-1-1 0 0 0,0 0 0 0 0,0 0-1 0 0,0 1 1 0 0,0-1 0 0 0,0 1 0 0 0,0-1-1 0 0,-1 1 1 0 0,1-1 0 0 0,-1 1 0 0 0,1-1-1 0 0,-1 1 1 0 0,0-1 0 0 0,0 1 0 0 0,-1 4-1 0 0,1 8 231 0 0,-2 0 0 0 0,0 0 0 0 0,-4 16 0 0 0,5-30-291 0 0,-12 44 370 0 0,-2-1 0 0 0,-2 0 0 0 0,-35 63 0 0 0,24-50-807 0 0,-22 62 1 0 0,49-117 179 0 0,0 1 0 0 0,0 0 0 0 0,0 0 0 0 0,0-1 0 0 0,0 1 1 0 0,1 0-1 0 0,0 0 0 0 0,-1 0 0 0 0,1 0 0 0 0,0 0 0 0 0,0 0 0 0 0,1 0 0 0 0,-1 0 0 0 0,2 5 0 0 0,-2-7 98 0 0,1-1 0 0 0,-1 1-1 0 0,0-1 1 0 0,1 1 0 0 0,-1-1 0 0 0,1 0-1 0 0,-1 1 1 0 0,0-1 0 0 0,1 0 0 0 0,-1 1 0 0 0,1-1-1 0 0,-1 0 1 0 0,1 0 0 0 0,-1 1 0 0 0,1-1 0 0 0,0 0-1 0 0,-1 0 1 0 0,1 0 0 0 0,-1 0 0 0 0,1 0-1 0 0,-1 1 1 0 0,1-1 0 0 0,0 0 0 0 0,-1 0 0 0 0,1-1-1 0 0,0 1 1 0 0,27-13-3050 0 0,8-16-621 0 0,-16 13 1038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3.2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0 3681 0 0,'-2'4'1355'0'0,"0"0"0"0"0,1 0 0 0 0,0 0 0 0 0,0 1 0 0 0,0-1 0 0 0,1 0 1 0 0,-1 9-1 0 0,8 62 1438 0 0,-2-40-1539 0 0,-2 15-996 0 0,5 47 1161 0 0,4-52-3865 0 0,9-5-4448 0 0,-13-30 61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4.9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1077 31 2184 0 0,'-12'-6'1499'0'0,"1"2"-1"0"0,-1-1 0 0 0,0 2 0 0 0,-24-6 1 0 0,18 7-333 0 0,1 1 1 0 0,-35 1 0 0 0,3 5-262 0 0,-78 19 0 0 0,47-7 597 0 0,41-8-1200 0 0,1 1 0 0 0,0 2 1 0 0,1 2-1 0 0,-50 26 0 0 0,14 0-119 0 0,-73 51 0 0 0,131-79-147 0 0,1 0 0 0 0,0 1-1 0 0,1 1 1 0 0,0 0 0 0 0,1 0-1 0 0,1 1 1 0 0,0 1 0 0 0,1 0-1 0 0,1 0 1 0 0,0 1 0 0 0,1 0 0 0 0,1 1-1 0 0,1-1 1 0 0,0 1 0 0 0,-2 20-1 0 0,-2 14 35 0 0,2 0-1 0 0,3 1 0 0 0,2 0 0 0 0,4 60 1 0 0,-1-100-61 0 0,1 1 1 0 0,0-1 0 0 0,1 0-1 0 0,0 1 1 0 0,1-1-1 0 0,0 0 1 0 0,1-1 0 0 0,1 1-1 0 0,0-1 1 0 0,1 1-1 0 0,0-2 1 0 0,1 1-1 0 0,0-1 1 0 0,1 0 0 0 0,0 0-1 0 0,1-1 1 0 0,0 0-1 0 0,0 0 1 0 0,1-1 0 0 0,0-1-1 0 0,1 0 1 0 0,0 0-1 0 0,0-1 1 0 0,1 0 0 0 0,14 6-1 0 0,21 7 59 0 0,0-2 0 0 0,0-2 0 0 0,2-2 0 0 0,0-2-1 0 0,60 6 1 0 0,-8-8 85 0 0,160-4-1 0 0,624-52 699 0 0,-765 29-569 0 0,-1-4-1 0 0,202-66 0 0 0,-239 59-91 0 0,-2-4-1 0 0,76-42 0 0 0,-138 62-135 0 0,0 0-1 0 0,0-1 0 0 0,-1-1 0 0 0,-1-1 0 0 0,-1 0 0 0 0,0-1 0 0 0,-1-1 0 0 0,0 0 0 0 0,-1-1 0 0 0,-1 0 1 0 0,-1-1-1 0 0,-1 0 0 0 0,-1-1 0 0 0,0 0 0 0 0,-1 0 0 0 0,-2-1 0 0 0,0 0 0 0 0,-1 0 0 0 0,-1-1 1 0 0,-1 1-1 0 0,1-44 0 0 0,-6 57 30 0 0,1-1 0 0 0,-1 1 0 0 0,0 0 1 0 0,-1 1-1 0 0,0-1 0 0 0,0 0 0 0 0,-1 1 0 0 0,0-1 1 0 0,0 1-1 0 0,-1 0 0 0 0,-10-12 0 0 0,-9-8 22 0 0,-37-33-1 0 0,41 40-104 0 0,0 2 11 0 0,-1 1 0 0 0,-1 0 1 0 0,0 2-1 0 0,-1 0 1 0 0,-1 1-1 0 0,0 2 0 0 0,-1 0 1 0 0,0 2-1 0 0,-1 1 0 0 0,0 0 1 0 0,0 2-1 0 0,0 2 1 0 0,-1 0-1 0 0,-46-2 0 0 0,-390-42 60 0 0,389 41-45 0 0,-1 3 1 0 0,-114 6-1 0 0,181 0-25 0 0,-26-1-99 0 0,1-1 0 0 0,-1-2 0 0 0,1-1 0 0 0,-39-11 1 0 0,29 3-3434 0 0,3-2-3441 0 0,30 7 1156 0 0,6 4 3961 0 0,-2 0-2982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5.4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0 4841 0 0,'-1'0'236'0'0,"-1"1"-1"0"0,1-1 1 0 0,0 0 0 0 0,0 1-1 0 0,-1-1 1 0 0,1 1-1 0 0,0-1 1 0 0,0 1 0 0 0,0 0-1 0 0,0-1 1 0 0,0 1-1 0 0,0 0 1 0 0,0 0 0 0 0,0 0-1 0 0,0 0 1 0 0,0 0 0 0 0,0 0-1 0 0,0 0 1 0 0,1 0-1 0 0,-1 0 1 0 0,0 0 0 0 0,1 0-1 0 0,-1 0 1 0 0,1 1-1 0 0,-1-1 1 0 0,1 0 0 0 0,0 0-1 0 0,0 1 1 0 0,-1 0 0 0 0,-5 46 680 0 0,6-39-468 0 0,-3 105 226 0 0,5-1 1 0 0,5 0 0 0 0,29 149 0 0 0,2-92-626 0 0,-31-146-483 0 0,2-1 0 0 0,0 0-1 0 0,2 0 1 0 0,25 41 0 0 0,-36-63 319 0 0,1 0 1 0 0,-1 0-1 0 0,1 0 0 0 0,-1 0 0 0 0,1 0 1 0 0,0 0-1 0 0,0 0 0 0 0,-1 0 1 0 0,1 0-1 0 0,0 0 0 0 0,0 0 1 0 0,0 0-1 0 0,0 0 0 0 0,0-1 1 0 0,0 1-1 0 0,0 0 0 0 0,0-1 0 0 0,0 1 1 0 0,1-1-1 0 0,-1 1 0 0 0,0-1 1 0 0,0 0-1 0 0,3 1 0 0 0,-4-2-25 0 0,1 0-1 0 0,0 1 1 0 0,0-1-1 0 0,0 0 1 0 0,-1 0-1 0 0,1 0 1 0 0,0 0-1 0 0,-1 1 1 0 0,1-1-1 0 0,-1 0 1 0 0,1 0-1 0 0,-1 0 1 0 0,1 0-1 0 0,-1-1 1 0 0,0 1-1 0 0,0 0 1 0 0,1 0-1 0 0,-1 0 1 0 0,0 0-1 0 0,0-2 1 0 0,1-8-859 0 0,-1-1 0 0 0,0 1 1 0 0,-3-22-1 0 0,-5-4-880 0 0,1-2-43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5.8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0 199 2753 0 0,'2'-8'836'0'0,"-1"1"0"0"0,1-1 1 0 0,1 1-1 0 0,0 0 1 0 0,0 0-1 0 0,0 0 0 0 0,7-10 1 0 0,-3 6-263 0 0,1 1 0 0 0,0 0 0 0 0,0 1 0 0 0,14-12 1 0 0,-14 13-331 0 0,1 1 1 0 0,0 0 0 0 0,1 0-1 0 0,-1 1 1 0 0,1 1 0 0 0,0-1 0 0 0,1 2-1 0 0,-1-1 1 0 0,1 2 0 0 0,0-1 0 0 0,17-2-1 0 0,-25 5-165 0 0,0 1 0 0 0,-1 0 0 0 0,1 0-1 0 0,0 0 1 0 0,-1 0 0 0 0,1 0 0 0 0,0 0-1 0 0,-1 1 1 0 0,1-1 0 0 0,-1 1 0 0 0,1 0 0 0 0,-1 0-1 0 0,1 0 1 0 0,-1 0 0 0 0,1 0 0 0 0,-1 0-1 0 0,0 1 1 0 0,0-1 0 0 0,1 1 0 0 0,2 3 0 0 0,-3-2 18 0 0,0 0 1 0 0,0 0 0 0 0,0 0 0 0 0,-1 1 0 0 0,1-1 0 0 0,-1 0 0 0 0,0 1 0 0 0,0 0 0 0 0,0-1 0 0 0,0 1 0 0 0,0-1 0 0 0,-1 1-1 0 0,0 4 1 0 0,0 9 107 0 0,-1 0 1 0 0,-1 0-1 0 0,0-1 0 0 0,-2 1 0 0 0,-6 21 0 0 0,-9 19-43 0 0,-2-1-1 0 0,-55 102 1 0 0,52-119-1472 0 0,0 0 1 0 0,-38 43-1 0 0,55-77-4437 0 0,14-18 2461 0 0,14-20-349 0 0,1 17 1040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5:56.2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51 134 2320 0 0,'-3'0'795'0'0,"-1"0"-1"0"0,1 0 1 0 0,-1 0-1 0 0,1 0 1 0 0,-1-1-1 0 0,1 1 1 0 0,0-1-1 0 0,-1 0 0 0 0,1 0 1 0 0,-7-3-1 0 0,10 3-709 0 0,-1 0-1 0 0,0 0 1 0 0,0 0-1 0 0,1 0 1 0 0,-1 0 0 0 0,1 0-1 0 0,-1-1 1 0 0,1 1-1 0 0,-1 0 1 0 0,1 0-1 0 0,0 0 1 0 0,0-1-1 0 0,-1 1 1 0 0,1 0 0 0 0,0 0-1 0 0,0-1 1 0 0,0 1-1 0 0,0 0 1 0 0,1 0-1 0 0,-1-1 1 0 0,0 1 0 0 0,0 0-1 0 0,1 0 1 0 0,-1-1-1 0 0,1 1 1 0 0,-1 0-1 0 0,1 0 1 0 0,-1 0-1 0 0,1 0 1 0 0,0 0 0 0 0,0 0-1 0 0,1-2 1 0 0,3-4 212 0 0,0 0 1 0 0,0 0-1 0 0,1 0 1 0 0,-1 0-1 0 0,2 1 1 0 0,-1 0-1 0 0,1 0 1 0 0,14-9 0 0 0,-18 13-210 0 0,0 0 0 0 0,-1 0 1 0 0,1 1-1 0 0,1-1 0 0 0,-1 0 1 0 0,0 1-1 0 0,0 0 1 0 0,1 0-1 0 0,-1 0 0 0 0,0 0 1 0 0,1 0-1 0 0,-1 1 0 0 0,1 0 1 0 0,-1-1-1 0 0,1 1 1 0 0,-1 1-1 0 0,1-1 0 0 0,-1 0 1 0 0,0 1-1 0 0,1 0 0 0 0,-1 0 1 0 0,1 0-1 0 0,-1 0 1 0 0,0 0-1 0 0,5 3 0 0 0,-5-1-38 0 0,-1 0 0 0 0,0 0-1 0 0,0 0 1 0 0,0 0-1 0 0,0 0 1 0 0,0 0 0 0 0,-1 1-1 0 0,1-1 1 0 0,-1 0-1 0 0,0 1 1 0 0,0 0 0 0 0,0-1-1 0 0,-1 1 1 0 0,1-1 0 0 0,-1 1-1 0 0,0 0 1 0 0,0-1-1 0 0,0 1 1 0 0,0 0 0 0 0,-1-1-1 0 0,1 1 1 0 0,-1 0-1 0 0,-1 3 1 0 0,-1 5 1 0 0,0 1-1 0 0,-1-1 1 0 0,0 0 0 0 0,-1 0 0 0 0,-9 16-1 0 0,-13 5 10 0 0,24-30-94 0 0,14-11 4 0 0,-4 2 26 0 0,72-51-199 0 0,11-9-3884 0 0,-33 17-5047 0 0,-40 33 4238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00.6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940 73 1592 0 0,'-20'-15'6577'0'0,"8"-3"-3685"0"0,-10-10-429 0 0,19 26-2278 0 0,1 1 0 0 0,-1-1 0 0 0,1 1 0 0 0,-1 0 0 0 0,0 0 0 0 0,1 0 0 0 0,-1 1 0 0 0,0-1 0 0 0,0 1 0 0 0,0-1 0 0 0,0 1 0 0 0,1 0 0 0 0,-1 0 0 0 0,-4 0 0 0 0,-49 8 814 0 0,23-2-539 0 0,3-3-41 0 0,0 2-1 0 0,1 1 1 0 0,0 1-1 0 0,0 1 1 0 0,-47 21-1 0 0,27-5-284 0 0,1 2 0 0 0,-54 39 0 0 0,56-35-52 0 0,31-22-64 0 0,0 2 1 0 0,1-1 0 0 0,0 2 0 0 0,1 0 0 0 0,0 0 0 0 0,0 2-1 0 0,-12 16 1 0 0,8-6-6 0 0,-10 12 29 0 0,1 3-1 0 0,-30 58 0 0 0,50-83-26 0 0,0 1 0 0 0,1-1 0 0 0,0 1 0 0 0,1 0 0 0 0,1 0 0 0 0,1 0 0 0 0,0 0 0 0 0,0 1-1 0 0,1-1 1 0 0,1 1 0 0 0,4 27 0 0 0,-2-30 6 0 0,0 0-1 0 0,1 0 1 0 0,1 0-1 0 0,0-1 1 0 0,0 0-1 0 0,1 0 1 0 0,0 0-1 0 0,1 0 1 0 0,1-1-1 0 0,0 0 0 0 0,12 15 1 0 0,-1-8-2 0 0,0 0 0 0 0,1-1 0 0 0,0-1 0 0 0,37 21 1 0 0,-4-3 76 0 0,1-3 0 0 0,1-2 0 0 0,1-2 1 0 0,73 23-1 0 0,-88-36-34 0 0,0-2 0 0 0,1-2 0 0 0,0-2 0 0 0,0-1 0 0 0,80 0 0 0 0,144-1 597 0 0,-215-10-533 0 0,62-14 0 0 0,-62 9-9 0 0,61-4 1 0 0,-87 14-88 0 0,-1-1 0 0 0,0-2 0 0 0,0 0 0 0 0,0-1 0 0 0,-1-2 0 0 0,0 0 0 0 0,1-1 0 0 0,-2-2 0 0 0,1 0 0 0 0,-2-1 0 0 0,1-1 0 0 0,19-14 0 0 0,-11 3 26 0 0,-1-1 0 0 0,-1-1 0 0 0,-1-2 0 0 0,-1 0 0 0 0,-1-1 0 0 0,-2-2 0 0 0,-1 0 0 0 0,-1-2-1 0 0,-2 0 1 0 0,23-51 0 0 0,-33 63-13 0 0,0-1-1 0 0,-1 0 0 0 0,-1 0 0 0 0,-1-1 1 0 0,-1 0-1 0 0,0 0 0 0 0,-2 0 1 0 0,-1 0-1 0 0,0 0 0 0 0,-5-43 1 0 0,2 45-10 0 0,-1 1 0 0 0,-10-35-1 0 0,10 46-15 0 0,0 0-1 0 0,0 0 1 0 0,0 0-1 0 0,-1 0 1 0 0,0 1-1 0 0,-1 0 1 0 0,1 0-1 0 0,-1 0 1 0 0,0 0-1 0 0,-7-5 1 0 0,-34-39 13 0 0,38 40-15 0 0,0 0-1 0 0,0 1 1 0 0,-1 0-1 0 0,0 0 1 0 0,-17-11-1 0 0,7 8-9 0 0,0 2 1 0 0,-1 0-1 0 0,0 0 0 0 0,0 2 0 0 0,-1 1 1 0 0,0 0-1 0 0,0 2 0 0 0,-1 0 0 0 0,0 1 0 0 0,0 2 1 0 0,0 0-1 0 0,0 1 0 0 0,-36 4 0 0 0,-1-2 55 0 0,1-1-1 0 0,-94-15 0 0 0,94 8-1692 0 0,1 2 0 0 0,-102 4 0 0 0,140 3 456 0 0,-41 1-3657 0 0,21-10-1353 0 0,20-1 558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01.8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36 1 2336 0 0,'0'0'294'0'0,"-1"0"-1"0"0,1 0 0 0 0,0 0 0 0 0,-1 0 1 0 0,1-1-1 0 0,-1 1 0 0 0,1 0 0 0 0,-1 0 1 0 0,1 0-1 0 0,-1 0 0 0 0,1 1 0 0 0,-1-1 0 0 0,1 0 1 0 0,-1 0-1 0 0,1 0 0 0 0,-1 0 0 0 0,1 0 1 0 0,-1 1-1 0 0,1-1 0 0 0,-1 0 0 0 0,1 0 0 0 0,0 1 1 0 0,-1-1-1 0 0,1 0 0 0 0,-1 1 0 0 0,1-1 1 0 0,0 0-1 0 0,-1 1 0 0 0,1-1 0 0 0,-1 1 1 0 0,-6 21 2846 0 0,4 32-3307 0 0,3-45 902 0 0,-5 161 338 0 0,-1-17-709 0 0,18 207 0 0 0,-11-347-559 0 0,-1-6-146 0 0,1 0 0 0 0,0 0 0 0 0,0 0 0 0 0,0 0 0 0 0,1 0 0 0 0,0 0 0 0 0,0-1 0 0 0,6 12 0 0 0,-8-17 226 0 0,1-1-1 0 0,-1 0 1 0 0,0 0 0 0 0,1 0-1 0 0,-1 1 1 0 0,0-1-1 0 0,1 0 1 0 0,-1 0-1 0 0,1 0 1 0 0,-1 0-1 0 0,0 0 1 0 0,1 0 0 0 0,-1 0-1 0 0,1 0 1 0 0,-1 0-1 0 0,0 0 1 0 0,1 0-1 0 0,-1 0 1 0 0,1 0 0 0 0,-1 0-1 0 0,0 0 1 0 0,1-1-1 0 0,-1 1 1 0 0,0 0-1 0 0,1 0 1 0 0,-1 0-1 0 0,1-1 1 0 0,-1 1 0 0 0,0 0-1 0 0,0 0 1 0 0,1-1-1 0 0,-1 1 1 0 0,0 0-1 0 0,1 0 1 0 0,-1-1 0 0 0,0 1-1 0 0,0 0 1 0 0,0-1-1 0 0,1 1 1 0 0,-1 0-1 0 0,0-1 1 0 0,0 1 0 0 0,0-1-1 0 0,0 1 1 0 0,0 0-1 0 0,0-1 1 0 0,0 1-1 0 0,0-1 1 0 0,0 1-1 0 0,0 0 1 0 0,0-1 0 0 0,13-31-2403 0 0,-9 21 1100 0 0,14-3-1108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02.3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0 194 2336 0 0,'0'-5'584'0'0,"1"1"-1"0"0,-1 0 1 0 0,1 0-1 0 0,0 0 1 0 0,0 0-1 0 0,0 0 1 0 0,0 0-1 0 0,1 0 1 0 0,-1 0-1 0 0,1 1 1 0 0,3-5-1 0 0,-1 2-25 0 0,1 0-1 0 0,0 0 1 0 0,0 1-1 0 0,0-1 1 0 0,11-7-1 0 0,5-2-30 0 0,1 2 0 0 0,43-20 0 0 0,-33 17 86 0 0,-25 12-518 0 0,0 1 1 0 0,0 0 0 0 0,1 0 0 0 0,-1 1 0 0 0,1-1 0 0 0,0 2 0 0 0,13-3 0 0 0,-19 4-46 0 0,0 0 1 0 0,0 0-1 0 0,0 0 0 0 0,0 1 1 0 0,0-1-1 0 0,0 0 1 0 0,1 1-1 0 0,-1 0 1 0 0,0-1-1 0 0,-1 1 0 0 0,1 0 1 0 0,0 0-1 0 0,0 0 1 0 0,0 0-1 0 0,0 0 1 0 0,-1 0-1 0 0,1 1 0 0 0,0-1 1 0 0,-1 1-1 0 0,1-1 1 0 0,-1 1-1 0 0,0 0 1 0 0,0-1-1 0 0,1 1 0 0 0,-1 0 1 0 0,0 0-1 0 0,0 0 1 0 0,-1-1-1 0 0,1 1 1 0 0,0 0-1 0 0,-1 0 1 0 0,1 1-1 0 0,0 3 0 0 0,0 7 153 0 0,0 1 0 0 0,0-1 0 0 0,-1 0 0 0 0,-1 1 0 0 0,0-1 0 0 0,-1 1 0 0 0,0-1 0 0 0,-1 0 0 0 0,-9 23 0 0 0,-4 7 111 0 0,-34 61 0 0 0,34-72-329 0 0,-1-1 0 0 0,-2-2-1 0 0,-1 1 1 0 0,-1-2 0 0 0,-2-1-1 0 0,-1-1 1 0 0,-50 44 0 0 0,56-62-1478 0 0,20-21-1039 0 0,18-22-1554 0 0,12-5-1472 0 0,-10 18 1253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02.6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42 119 3377 0 0,'-2'0'722'0'0,"-1"0"0"0"0,0 0 0 0 0,1 0 1 0 0,-1 0-1 0 0,1 0 0 0 0,-1-1 0 0 0,1 1 1 0 0,-1-1-1 0 0,1 0 0 0 0,-1 0 0 0 0,1 0 1 0 0,-3-1-1 0 0,4 1-622 0 0,0 0 1 0 0,1 0-1 0 0,-1 0 1 0 0,1 0-1 0 0,-1 0 1 0 0,1 0-1 0 0,-1 0 0 0 0,1-1 1 0 0,-1 1-1 0 0,1 0 1 0 0,0 0-1 0 0,0 0 1 0 0,0 0-1 0 0,0-1 0 0 0,0 1 1 0 0,0 0-1 0 0,0 0 1 0 0,0 0-1 0 0,0 0 1 0 0,0-1-1 0 0,1 1 1 0 0,-1 0-1 0 0,0 0 0 0 0,1 0 1 0 0,-1 0-1 0 0,1 0 1 0 0,-1 0-1 0 0,1 0 1 0 0,0 0-1 0 0,1-2 0 0 0,2-4 209 0 0,0 0 0 0 0,1 1 0 0 0,0-1 0 0 0,1 1-1 0 0,-1 0 1 0 0,11-9 0 0 0,-14 13-233 0 0,0 0 0 0 0,0 0 0 0 0,0 0 0 0 0,1 1 0 0 0,-1-1 0 0 0,1 1 0 0 0,-1-1 0 0 0,1 1 0 0 0,0 0 0 0 0,-1 0 0 0 0,1 0 0 0 0,0 0 0 0 0,0 0 0 0 0,0 1 0 0 0,0-1-1 0 0,0 1 1 0 0,0 0 0 0 0,0 0 0 0 0,-1 0 0 0 0,1 0 0 0 0,5 1 0 0 0,-7 0-38 0 0,0 0 0 0 0,0 0 1 0 0,-1 1-1 0 0,1-1 0 0 0,0 0 0 0 0,-1 0 0 0 0,1 1 0 0 0,-1-1 0 0 0,1 0 1 0 0,-1 1-1 0 0,1-1 0 0 0,-1 0 0 0 0,0 1 0 0 0,0-1 0 0 0,0 1 0 0 0,0-1 0 0 0,0 0 1 0 0,0 1-1 0 0,0-1 0 0 0,0 1 0 0 0,-1-1 0 0 0,1 2 0 0 0,-8 36 80 0 0,8-36-83 0 0,-11 35 52 0 0,7-26-86 0 0,1 0-1 0 0,0 0 0 0 0,0 0 1 0 0,0 19-1 0 0,4-31-3 0 0,0 0-1 0 0,-1 0 1 0 0,1 0 0 0 0,0 0 0 0 0,0 0-1 0 0,0 0 1 0 0,-1 0 0 0 0,1 0-1 0 0,0 0 1 0 0,0 0 0 0 0,-1-1-1 0 0,1 1 1 0 0,0 0 0 0 0,0-1-1 0 0,-1 1 1 0 0,1 0 0 0 0,0-1-1 0 0,-1 1 1 0 0,1-1 0 0 0,0 1-1 0 0,-1-1 1 0 0,1 1 0 0 0,-1-1-1 0 0,1 0 1 0 0,-1 1 0 0 0,1-1-1 0 0,-1 0 1 0 0,1 0 0 0 0,23-22 106 0 0,-20 20-40 0 0,0-1-1 0 0,-1 1 1 0 0,1 0 0 0 0,0 1-1 0 0,1-1 1 0 0,-1 1 0 0 0,0 0 0 0 0,1 0-1 0 0,-1 0 1 0 0,1 0 0 0 0,0 1-1 0 0,6-2 1 0 0,-9 3-19 0 0,0 0 1 0 0,-1 0-1 0 0,1 0 0 0 0,-1 0 0 0 0,1 0 0 0 0,-1 1 1 0 0,1-1-1 0 0,-1 0 0 0 0,1 1 0 0 0,-1-1 1 0 0,1 1-1 0 0,-1-1 0 0 0,0 1 0 0 0,1 0 0 0 0,-1 0 1 0 0,0-1-1 0 0,0 1 0 0 0,1 0 0 0 0,-1 0 0 0 0,0 0 1 0 0,0 0-1 0 0,0 1 0 0 0,0-1 0 0 0,0 0 1 0 0,0 0-1 0 0,0 1 0 0 0,-1-1 0 0 0,1 0 0 0 0,0 1 1 0 0,-1-1-1 0 0,1 1 0 0 0,-1-1 0 0 0,0 0 0 0 0,1 1 1 0 0,-1-1-1 0 0,0 1 0 0 0,0 0 0 0 0,0-1 1 0 0,0 1-1 0 0,0-1 0 0 0,0 1 0 0 0,-1 2 0 0 0,0 9 64 0 0,0 1 0 0 0,-1-1 0 0 0,-1 1 1 0 0,0-1-1 0 0,-1 0 0 0 0,-6 15 0 0 0,4-12-485 0 0,0 0 1 0 0,2 0-1 0 0,-4 25 1 0 0,7-41 283 0 0,1 0 0 0 0,0 0 0 0 0,0 1 1 0 0,0-1-1 0 0,0 0 0 0 0,-1 0 0 0 0,1 1 1 0 0,0-1-1 0 0,0 0 0 0 0,0 1 0 0 0,0-1 0 0 0,0 0 1 0 0,0 1-1 0 0,0-1 0 0 0,0 0 0 0 0,0 0 0 0 0,0 1 1 0 0,0-1-1 0 0,0 0 0 0 0,0 1 0 0 0,0-1 0 0 0,0 0 1 0 0,0 1-1 0 0,0-1 0 0 0,0 0 0 0 0,0 1 0 0 0,0-1 1 0 0,0 0-1 0 0,1 0 0 0 0,-1 1 0 0 0,0-1 0 0 0,0 0 1 0 0,0 0-1 0 0,1 1 0 0 0,-1-1 0 0 0,0 0 0 0 0,0 0 1 0 0,0 0-1 0 0,1 1 0 0 0,-1-1 0 0 0,0 0 1 0 0,0 0-1 0 0,1 0 0 0 0,-1 0 0 0 0,0 0 0 0 0,1 1 1 0 0,-1-1-1 0 0,0 0 0 0 0,1 0 0 0 0,-1 0 0 0 0,0 0 1 0 0,1 0-1 0 0,-1 0 0 0 0,0 0 0 0 0,0 0 0 0 0,1 0 1 0 0,-1 0-1 0 0,0 0 0 0 0,1 0 0 0 0,-1 0 0 0 0,0-1 1 0 0,1 1-1 0 0,-1 0 0 0 0,0 0 0 0 0,1 0 0 0 0,13-16-8331 0 0,-8 2 2833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4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25 1096 0 0,'-2'-3'497'0'0,"-1"1"-1"0"0,1 0 0 0 0,-1 0 1 0 0,0 0-1 0 0,0 0 1 0 0,0 0-1 0 0,0 0 0 0 0,0 1 1 0 0,0 0-1 0 0,0 0 1 0 0,0-1-1 0 0,-1 2 1 0 0,1-1-1 0 0,0 0 0 0 0,-1 1 1 0 0,1 0-1 0 0,-1-1 1 0 0,-4 2-1 0 0,1 0-138 0 0,0 0 0 0 0,0 0 0 0 0,1 1 0 0 0,-1 0 0 0 0,1 1 0 0 0,0-1 1 0 0,-1 1-1 0 0,-10 7 0 0 0,3 0-158 0 0,1 0 0 0 0,0 1 0 0 0,0 0 0 0 0,1 1 0 0 0,1 0 0 0 0,-20 27 0 0 0,18-16-97 0 0,1 0 0 0 0,1 0 0 0 0,1 2 0 0 0,2-1 0 0 0,0 1 0 0 0,1 0 0 0 0,1 1 0 0 0,2 0 0 0 0,1-1 0 0 0,0 1 0 0 0,2 1 0 0 0,1-1 0 0 0,2 0 0 0 0,0 0 0 0 0,1 0-1 0 0,13 46 1 0 0,-11-54-62 0 0,2 0-1 0 0,-1-1 1 0 0,2 1-1 0 0,0-1 1 0 0,1-1-1 0 0,1 0 1 0 0,0 0-1 0 0,2-1 0 0 0,-1 0 1 0 0,22 20-1 0 0,-21-25-18 0 0,0 0-1 0 0,0-1 0 0 0,1-1 1 0 0,0 0-1 0 0,0-1 0 0 0,1 0 1 0 0,0-1-1 0 0,0-1 0 0 0,0 0 1 0 0,1-1-1 0 0,0 0 0 0 0,0-1 1 0 0,0-1-1 0 0,19 1 0 0 0,-22-3-13 0 0,-1 0 0 0 0,1-1-1 0 0,-1 0 1 0 0,0-1-1 0 0,1 0 1 0 0,-1 0-1 0 0,0-1 1 0 0,0-1 0 0 0,0 0-1 0 0,-1-1 1 0 0,1 0-1 0 0,-1 0 1 0 0,12-9-1 0 0,-8 4-5 0 0,-2-1 0 0 0,0 0 0 0 0,0-1-1 0 0,-1 0 1 0 0,0 0 0 0 0,-1-2 0 0 0,0 1-1 0 0,13-26 1 0 0,-13 19 69 0 0,0-2 0 0 0,-1 1 0 0 0,-1-1 0 0 0,-2-1 0 0 0,0 1 0 0 0,-1-1 0 0 0,-1 0 0 0 0,-1-1 0 0 0,-1 1 0 0 0,-1 0 0 0 0,-2-1-1 0 0,0 1 1 0 0,-6-31 0 0 0,1 29 89 0 0,-1 0 0 0 0,-1 0-1 0 0,-2 1 1 0 0,0 0 0 0 0,-2 0-1 0 0,-15-22 1 0 0,16 29-112 0 0,-1 0 0 0 0,0 2 0 0 0,-1-1 1 0 0,-1 2-1 0 0,0 0 0 0 0,-1 0 0 0 0,0 2 0 0 0,-26-17 0 0 0,36 26-48 0 0,-1 0 0 0 0,0 0-1 0 0,-1 0 1 0 0,1 1 0 0 0,0 0 0 0 0,-1 0-1 0 0,1 0 1 0 0,-1 1 0 0 0,1 0-1 0 0,-1 0 1 0 0,0 1 0 0 0,1 0-1 0 0,-1 0 1 0 0,0 1 0 0 0,-9 1-1 0 0,6 1-63 0 0,-1 0 0 0 0,1 1-1 0 0,0 0 1 0 0,0 0-1 0 0,0 1 1 0 0,0 1 0 0 0,1 0-1 0 0,-14 11 1 0 0,-3 6-1447 0 0,1 2 1 0 0,1 0-1 0 0,1 2 0 0 0,-35 52 1 0 0,35-45-2209 0 0,3-3-1844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49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 2401 0 0,'-5'27'4299'0'0,"11"27"-2485"0"0,-4-35-1073 0 0,12 104 1281 0 0,23 192-727 0 0,-36-310-1437 0 0,6 30-201 0 0,4-16-3017 0 0,-15-27-954 0 0,-2-9 2196 0 0,3 9 870 0 0,0 0 249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49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1 126 1000 0 0,'0'-4'339'0'0,"0"0"0"0"0,0 0-1 0 0,0 0 1 0 0,1 0 0 0 0,-1 0-1 0 0,1 0 1 0 0,0 0 0 0 0,0 0-1 0 0,1 0 1 0 0,-1 0 0 0 0,1 1-1 0 0,0-1 1 0 0,0 0 0 0 0,0 1-1 0 0,0-1 1 0 0,0 1 0 0 0,1 0-1 0 0,0 0 1 0 0,4-5 0 0 0,1 4 167 0 0,0-1 1 0 0,-1 1-1 0 0,1 0 1 0 0,1 0-1 0 0,-1 1 1 0 0,0 0-1 0 0,1 1 1 0 0,9-2-1 0 0,64-8 1635 0 0,-79 11-2021 0 0,1 1 0 0 0,-1-1 1 0 0,1 1-1 0 0,0 0 0 0 0,-1 1 0 0 0,1-1 0 0 0,0 0 0 0 0,-1 1 0 0 0,1 0 0 0 0,-1 0 1 0 0,1 0-1 0 0,-1 0 0 0 0,0 1 0 0 0,1-1 0 0 0,-1 1 0 0 0,0 0 0 0 0,0 0 0 0 0,0 0 0 0 0,5 5 1 0 0,-7-4-21 0 0,0 1 1 0 0,1-1 0 0 0,-1 0 0 0 0,-1 1 0 0 0,1-1 0 0 0,-1 1 0 0 0,1-1-1 0 0,-1 1 1 0 0,0 0 0 0 0,0-1 0 0 0,0 1 0 0 0,-1-1 0 0 0,0 1 0 0 0,1-1-1 0 0,-1 1 1 0 0,0-1 0 0 0,-2 4 0 0 0,-25 56 439 0 0,3-22-293 0 0,-1-1 0 0 0,-48 54 0 0 0,39-51-2384 0 0,-41 64 0 0 0,96-130-4531 0 0,21-13 2508 0 0,-25 24 2213 0 0,9-11-552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6:50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3985 0 0,'-1'3'8595'0'0,"0"8"-3979"0"0,0 58-2030 0 0,-1-11-1552 0 0,0-35-884 0 0,1 0 0 0 0,2 0 1 0 0,0 0-1 0 0,1 0 1 0 0,7 26-1 0 0,-6-42-2278 0 0,-1-27-10006 0 0,-3 8 6870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4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173 33 2152 0 0,'-5'-2'342'0'0,"0"0"0"0"0,0 0-1 0 0,0 0 1 0 0,0 0-1 0 0,0 1 1 0 0,0 0-1 0 0,0 0 1 0 0,-1 1-1 0 0,1-1 1 0 0,0 1-1 0 0,-1 0 1 0 0,1 1 0 0 0,0-1-1 0 0,0 1 1 0 0,-1 0-1 0 0,1 0 1 0 0,-9 4-1 0 0,9-2-247 0 0,1-1 0 0 0,0 2-1 0 0,-1-1 1 0 0,2 0 0 0 0,-1 1 0 0 0,0 0-1 0 0,1 0 1 0 0,-1 0 0 0 0,1 0-1 0 0,0 0 1 0 0,1 1 0 0 0,-1-1 0 0 0,1 1-1 0 0,-1 0 1 0 0,2 0 0 0 0,-1 0-1 0 0,0 0 1 0 0,0 5 0 0 0,-2 8 13 0 0,1 1 0 0 0,1-1 0 0 0,0 1 0 0 0,1 0 0 0 0,1-1 1 0 0,1 1-1 0 0,1 0 0 0 0,6 28 0 0 0,-6-41-83 0 0,0 1 0 0 0,0-1 0 0 0,0 0 0 0 0,1 0 0 0 0,-1 0 0 0 0,1 0 0 0 0,1-1 0 0 0,-1 1 0 0 0,1-1 0 0 0,0 0 0 0 0,0 0 0 0 0,7 6 1 0 0,-7-9-17 0 0,-1 1 1 0 0,1-1 0 0 0,0 0 0 0 0,0 0 0 0 0,0 0 0 0 0,0-1-1 0 0,0 1 1 0 0,1-1 0 0 0,-1 0 0 0 0,0 0 0 0 0,1-1 0 0 0,-1 1 0 0 0,1-1-1 0 0,-1 0 1 0 0,0 0 0 0 0,1 0 0 0 0,-1-1 0 0 0,1 1 0 0 0,7-4-1 0 0,-3 2 33 0 0,0-2-1 0 0,-1 1 0 0 0,0-1 0 0 0,0 0 0 0 0,0-1 0 0 0,0 0 1 0 0,0 0-1 0 0,-1-1 0 0 0,0 0 0 0 0,0 0 0 0 0,-1 0 0 0 0,0-1 1 0 0,0 0-1 0 0,0 0 0 0 0,-1-1 0 0 0,0 0 0 0 0,-1 1 0 0 0,1-2 1 0 0,4-13-1 0 0,-3 7 41 0 0,-1-1 0 0 0,0 1 0 0 0,-1-1 0 0 0,-1 0 0 0 0,-1 0 0 0 0,0 0 0 0 0,-1 0 0 0 0,0-1 0 0 0,-2 1 0 0 0,-2-23 0 0 0,2 35-49 0 0,1 1 0 0 0,-1-1 0 0 0,0 0-1 0 0,0 1 1 0 0,0-1 0 0 0,0 0-1 0 0,-1 1 1 0 0,1 0 0 0 0,-1-1 0 0 0,0 1-1 0 0,0 0 1 0 0,0 0 0 0 0,-1 0-1 0 0,1 0 1 0 0,-1 0 0 0 0,1 0 0 0 0,-1 1-1 0 0,0-1 1 0 0,-5-2 0 0 0,5 4-39 0 0,-1 0 0 0 0,1 0 0 0 0,0 0 1 0 0,-1 0-1 0 0,1 1 0 0 0,0-1 0 0 0,-1 1 0 0 0,1 0 0 0 0,-1 0 1 0 0,1 1-1 0 0,0-1 0 0 0,-1 0 0 0 0,1 1 0 0 0,0 0 0 0 0,-1 0 1 0 0,1 0-1 0 0,0 0 0 0 0,0 1 0 0 0,0-1 0 0 0,0 1 1 0 0,0 0-1 0 0,-3 2 0 0 0,-2 2-176 0 0,-1 1 0 0 0,1 0 0 0 0,1 0 0 0 0,-1 0 0 0 0,1 1 0 0 0,0 1 0 0 0,1-1 0 0 0,0 1 0 0 0,0 0 0 0 0,-5 13 0 0 0,9-18-81 0 0,0 0 0 0 0,0 0 0 0 0,0 0 0 0 0,1 0-1 0 0,-1 1 1 0 0,1-1 0 0 0,0 0 0 0 0,1 1 0 0 0,-1-1 0 0 0,1 0 0 0 0,0 1 0 0 0,0-1 0 0 0,0 1 0 0 0,1-1 0 0 0,-1 0 0 0 0,1 1 0 0 0,0-1-1 0 0,0 0 1 0 0,1 0 0 0 0,-1 0 0 0 0,1 0 0 0 0,0 0 0 0 0,0 0 0 0 0,0 0 0 0 0,1 0 0 0 0,-1-1 0 0 0,1 1 0 0 0,5 4 0 0 0,23 16-2684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5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8 1104 0 0,'-1'0'309'0'0,"0"0"0"0"0,0 0 0 0 0,0 0 0 0 0,0 0 0 0 0,0 1 0 0 0,1-1 0 0 0,-1 0 0 0 0,0 1 0 0 0,0-1 0 0 0,0 0 0 0 0,1 1 0 0 0,-1-1 0 0 0,0 1 0 0 0,0-1 0 0 0,1 1 0 0 0,-1-1 0 0 0,1 1 0 0 0,-1 0 0 0 0,0-1 0 0 0,1 1 0 0 0,-1 0 0 0 0,0 1 0 0 0,-15 18 822 0 0,3 0-979 0 0,1 1-1 0 0,0 1 1 0 0,2 0 0 0 0,0 1-1 0 0,2-1 1 0 0,0 2 0 0 0,2-1-1 0 0,1 1 1 0 0,0 0 0 0 0,2 0-1 0 0,1 1 1 0 0,1-1-1 0 0,3 40 1 0 0,-2-58-149 0 0,1-1-1 0 0,0 1 1 0 0,1-1 0 0 0,-1 1-1 0 0,1-1 1 0 0,0 0 0 0 0,0 1-1 0 0,1-1 1 0 0,0 0-1 0 0,0 0 1 0 0,0-1 0 0 0,0 1-1 0 0,1-1 1 0 0,-1 1 0 0 0,1-1-1 0 0,0 0 1 0 0,7 4-1 0 0,-7-5 17 0 0,0-1 0 0 0,0 0 0 0 0,1 0 1 0 0,-1-1-1 0 0,1 1 0 0 0,-1-1 0 0 0,1 0 0 0 0,0 0 0 0 0,-1 0 0 0 0,1-1 0 0 0,0 1 0 0 0,-1-1 0 0 0,1 0 0 0 0,0-1 0 0 0,0 1 0 0 0,-1-1 0 0 0,1 0 0 0 0,0 0 0 0 0,-1 0 0 0 0,1-1 0 0 0,4-2 0 0 0,3-2 94 0 0,1 0 1 0 0,-1-1-1 0 0,-1-1 1 0 0,1 0 0 0 0,-1 0-1 0 0,-1-1 1 0 0,0-1-1 0 0,0 0 1 0 0,-1 0 0 0 0,0-1-1 0 0,0 0 1 0 0,-1 0-1 0 0,-1-1 1 0 0,0 0 0 0 0,6-15-1 0 0,-5 9-35 0 0,-1 0 0 0 0,-1 0 0 0 0,-1-1 0 0 0,0 0 0 0 0,-2 0 0 0 0,0 0 0 0 0,-1 0 0 0 0,-1-1 0 0 0,0 1 0 0 0,-4-27 0 0 0,3 40-73 0 0,-1 1 1 0 0,0-1 0 0 0,0 1-1 0 0,-1-1 1 0 0,0 1 0 0 0,1 0-1 0 0,-2-1 1 0 0,1 1 0 0 0,-1 0-1 0 0,0 0 1 0 0,0 1 0 0 0,0-1-1 0 0,0 1 1 0 0,-6-6 0 0 0,7 8-42 0 0,-1 0 0 0 0,1 1 0 0 0,-1-1 0 0 0,0 0 0 0 0,0 1 0 0 0,0 0 0 0 0,0-1 0 0 0,0 1 0 0 0,0 0 0 0 0,0 1 0 0 0,0-1 0 0 0,0 1 0 0 0,-1-1 0 0 0,1 1 0 0 0,0 0 1 0 0,0 0-1 0 0,-1 0 0 0 0,1 1 0 0 0,0-1 0 0 0,0 1 0 0 0,0-1 0 0 0,0 1 0 0 0,-1 0 0 0 0,1 0 0 0 0,1 1 0 0 0,-4 1 0 0 0,-6 3-343 0 0,0 0 1 0 0,1 1-1 0 0,0 1 0 0 0,1 0 0 0 0,-1 1 1 0 0,1-1-1 0 0,1 2 0 0 0,-11 12 0 0 0,14-14-476 0 0,0 0 0 0 0,1 0-1 0 0,0 1 1 0 0,0-1 0 0 0,0 1-1 0 0,1 0 1 0 0,-3 11 0 0 0,4-1-1886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5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20 6137 0 0,'-11'13'351'0'0,"0"2"-1"0"0,0-1 1 0 0,1 2-1 0 0,1-1 0 0 0,1 1 1 0 0,0 0-1 0 0,1 1 1 0 0,1 0-1 0 0,0 0 1 0 0,2 1-1 0 0,0-1 1 0 0,-3 29-1 0 0,6-37-371 0 0,1 0 1 0 0,0 0-1 0 0,0 0 1 0 0,1-1-1 0 0,0 1 1 0 0,0 0-1 0 0,1 0 1 0 0,0-1-1 0 0,1 1 1 0 0,0-1-1 0 0,0 1 1 0 0,1-1-1 0 0,0 0 1 0 0,1 0-1 0 0,-1-1 1 0 0,1 0-1 0 0,1 1 1 0 0,0-2-1 0 0,0 1 1 0 0,0-1-1 0 0,0 1 1 0 0,1-2 0 0 0,0 1-1 0 0,0-1 1 0 0,1 0-1 0 0,16 7 0 0 0,-16-8 51 0 0,0-1 0 0 0,0 0 0 0 0,0 0-1 0 0,1-1 1 0 0,-1 0 0 0 0,1-1-1 0 0,0 0 1 0 0,0 0 0 0 0,-1-1 0 0 0,1 0-1 0 0,0 0 1 0 0,0-1 0 0 0,-1 0-1 0 0,1-1 1 0 0,0 0 0 0 0,-1 0 0 0 0,0-1-1 0 0,1 0 1 0 0,-1 0 0 0 0,0-1-1 0 0,-1 0 1 0 0,1-1 0 0 0,-1 1 0 0 0,0-2-1 0 0,0 1 1 0 0,0-1 0 0 0,-1 0-1 0 0,1 0 1 0 0,-2 0 0 0 0,1-1 0 0 0,5-9-1 0 0,-4 7 44 0 0,0-1-1 0 0,-1 0 0 0 0,0 0 1 0 0,-1-1-1 0 0,0 0 0 0 0,-1 0 0 0 0,0 0 1 0 0,0 0-1 0 0,-1-1 0 0 0,-1 1 1 0 0,0-1-1 0 0,-1 1 0 0 0,0-1 1 0 0,0 0-1 0 0,-2 0 0 0 0,1 0 1 0 0,-1 1-1 0 0,-1-1 0 0 0,0 0 0 0 0,-1 1 1 0 0,0-1-1 0 0,-9-19 0 0 0,7 22-39 0 0,0 1-1 0 0,0 0 0 0 0,-1 0 1 0 0,0 0-1 0 0,0 1 0 0 0,-1-1 0 0 0,0 2 1 0 0,0-1-1 0 0,-1 1 0 0 0,0 0 1 0 0,0 0-1 0 0,0 1 0 0 0,-1 0 1 0 0,0 1-1 0 0,-9-4 0 0 0,12 6-193 0 0,1 1 0 0 0,0-1 1 0 0,-1 1-1 0 0,1 0 0 0 0,-1 1 0 0 0,1-1 0 0 0,-1 1 0 0 0,0 0 0 0 0,1 0 0 0 0,-1 1 1 0 0,1 0-1 0 0,-1 0 0 0 0,1 0 0 0 0,0 1 0 0 0,-1-1 0 0 0,1 1 0 0 0,0 0 1 0 0,0 1-1 0 0,0-1 0 0 0,0 1 0 0 0,1 0 0 0 0,-1 1 0 0 0,1-1 0 0 0,0 1 0 0 0,-1 0 1 0 0,2 0-1 0 0,-6 6 0 0 0,3-3-564 0 0,1-1 0 0 0,0 2-1 0 0,1-1 1 0 0,-1 0 0 0 0,1 1 0 0 0,1 0 0 0 0,-4 9 0 0 0,6 4-1672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5.8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2 3265 0 0,'-5'2'426'0'0,"1"-1"0"0"0,-1 1 0 0 0,1 0-1 0 0,-1 1 1 0 0,1-1 0 0 0,0 1 0 0 0,0 0 0 0 0,0 0 0 0 0,0 0 0 0 0,-3 5 0 0 0,1-2-255 0 0,0 1-1 0 0,1 0 1 0 0,0 1-1 0 0,0-1 1 0 0,-4 12-1 0 0,4-8-194 0 0,0 0 0 0 0,1 1 0 0 0,1 0 0 0 0,0 0 0 0 0,0 0 0 0 0,1 0 0 0 0,1 1 0 0 0,-1 13 0 0 0,2-20 41 0 0,1 1 1 0 0,-1 0 0 0 0,1-1 0 0 0,0 1 0 0 0,1-1 0 0 0,0 0 0 0 0,0 1 0 0 0,0-1 0 0 0,0 0 0 0 0,1 0-1 0 0,0 0 1 0 0,1-1 0 0 0,-1 1 0 0 0,1-1 0 0 0,0 0 0 0 0,0 0 0 0 0,1 0 0 0 0,-1 0 0 0 0,1-1 0 0 0,0 1-1 0 0,0-1 1 0 0,1-1 0 0 0,-1 1 0 0 0,1-1 0 0 0,0 0 0 0 0,0 0 0 0 0,11 3 0 0 0,-10-4 49 0 0,1 0 1 0 0,0-1 0 0 0,0 0-1 0 0,1 0 1 0 0,-1-1 0 0 0,0 0-1 0 0,0 0 1 0 0,0-1 0 0 0,0 0 0 0 0,0 0-1 0 0,0-1 1 0 0,0 0 0 0 0,0-1-1 0 0,-1 0 1 0 0,1 0 0 0 0,-1 0-1 0 0,0-1 1 0 0,0 0 0 0 0,0 0-1 0 0,0-1 1 0 0,-1 0 0 0 0,8-8-1 0 0,-6 4-9 0 0,-1 0-1 0 0,0 0 1 0 0,0-1-1 0 0,-1 0 1 0 0,0 0-1 0 0,-1 0 1 0 0,0-1-1 0 0,-1 0 1 0 0,0 0-1 0 0,-1 0 1 0 0,0 0-1 0 0,-1-1 1 0 0,0 1-1 0 0,-1-1 1 0 0,0-22-1 0 0,0 29-38 0 0,-1 0-1 0 0,-1 1 1 0 0,1-1-1 0 0,-1 0 1 0 0,0 0 0 0 0,0 0-1 0 0,0 1 1 0 0,-1-1-1 0 0,1 1 1 0 0,-1-1 0 0 0,0 1-1 0 0,0 0 1 0 0,-1-1-1 0 0,0 1 1 0 0,1 0-1 0 0,-1 1 1 0 0,0-1 0 0 0,-1 0-1 0 0,1 1 1 0 0,-1 0-1 0 0,0 0 1 0 0,1 0-1 0 0,-1 0 1 0 0,0 0 0 0 0,-1 1-1 0 0,1 0 1 0 0,0 0-1 0 0,-1 0 1 0 0,1 0 0 0 0,-1 1-1 0 0,0 0 1 0 0,1 0-1 0 0,-1 0 1 0 0,0 0-1 0 0,0 1 1 0 0,0 0 0 0 0,0 0-1 0 0,1 0 1 0 0,-10 2-1 0 0,3-1-372 0 0,0 1-1 0 0,0 0 0 0 0,0 1 1 0 0,0 0-1 0 0,0 0 0 0 0,1 2 1 0 0,-19 8-1 0 0,23-9-224 0 0,1-1-1 0 0,0 1 1 0 0,0 0-1 0 0,0 0 1 0 0,0 0-1 0 0,0 1 0 0 0,1 0 1 0 0,0 0-1 0 0,-5 7 1 0 0,3 3-2322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6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23 4697 0 0,'-43'52'5186'0'0,"6"14"-4281"0"0,33-59-944 0 0,1 1 0 0 0,0 0-1 0 0,0-1 1 0 0,1 1 0 0 0,0 0-1 0 0,0 0 1 0 0,1 1 0 0 0,0-1 0 0 0,0 0-1 0 0,1 0 1 0 0,0 0 0 0 0,1 1-1 0 0,-1-1 1 0 0,2 0 0 0 0,1 8 0 0 0,-1-12 39 0 0,0 0 1 0 0,1 0 0 0 0,-1 0 0 0 0,1 0 0 0 0,0-1 0 0 0,0 1 0 0 0,0-1 0 0 0,0 0 0 0 0,0 0 0 0 0,1 0 0 0 0,0-1 0 0 0,-1 1 0 0 0,1-1 0 0 0,0 1 0 0 0,0-1 0 0 0,1-1 0 0 0,-1 1 0 0 0,0-1 0 0 0,0 1-1 0 0,1-1 1 0 0,-1 0 0 0 0,1-1 0 0 0,-1 1 0 0 0,8-1 0 0 0,2 1 86 0 0,1-1 0 0 0,-1 0-1 0 0,1-1 1 0 0,-1-1 0 0 0,1 0 0 0 0,19-6-1 0 0,-21 3 60 0 0,1 0-1 0 0,-1-1 1 0 0,0-1-1 0 0,0 0 0 0 0,-1 0 1 0 0,0-1-1 0 0,0-1 1 0 0,12-12-1 0 0,-18 16-60 0 0,0-1-1 0 0,-1 1 1 0 0,0-1-1 0 0,0 0 1 0 0,-1 0 0 0 0,0 0-1 0 0,0-1 1 0 0,0 1-1 0 0,-1-1 1 0 0,0 0-1 0 0,0 0 1 0 0,-1 0 0 0 0,1-1-1 0 0,-2 1 1 0 0,1-1-1 0 0,-1 1 1 0 0,0-12 0 0 0,-1 16-33 0 0,-1 0 0 0 0,0-1 1 0 0,1 1-1 0 0,-2 0 1 0 0,1-1-1 0 0,0 1 0 0 0,-1 0 1 0 0,1 0-1 0 0,-1 0 0 0 0,0 0 1 0 0,0 0-1 0 0,0 1 1 0 0,0-1-1 0 0,-1 0 0 0 0,1 1 1 0 0,-1 0-1 0 0,1 0 1 0 0,-1 0-1 0 0,0 0 0 0 0,0 0 1 0 0,0 0-1 0 0,0 0 1 0 0,0 1-1 0 0,-5-2 0 0 0,-10-3 9 0 0,1 0-1 0 0,0 1 1 0 0,-25-3-1 0 0,36 7-64 0 0,-127-16-1366 0 0,-3 7-3327 0 0,136 10 4673 0 0,-37 0-2571 0 0,9 8-1159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6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154 1 5857 0 0,'-18'15'957'0'0,"1"2"0"0"0,0 0 0 0 0,2 0 0 0 0,0 2-1 0 0,-20 33 1 0 0,30-44-927 0 0,0 0-1 0 0,1 1 0 0 0,0-1 0 0 0,0 1 1 0 0,1 0-1 0 0,0 0 0 0 0,0 1 0 0 0,1-1 1 0 0,1 1-1 0 0,-1-1 0 0 0,2 1 1 0 0,-1-1-1 0 0,1 1 0 0 0,1 0 0 0 0,0-1 1 0 0,3 16-1 0 0,-3-21-32 0 0,1 1 0 0 0,-1-1 0 0 0,1 1 0 0 0,0-1 0 0 0,1 0 0 0 0,-1 0 0 0 0,1 0 0 0 0,-1 0 0 0 0,1-1 0 0 0,0 1 0 0 0,1-1 0 0 0,-1 1 0 0 0,0-1 0 0 0,1 0 0 0 0,0 0 0 0 0,0-1 0 0 0,0 1 0 0 0,0-1 0 0 0,0 0 0 0 0,0 0 0 0 0,1 0 0 0 0,-1 0 0 0 0,1-1 0 0 0,-1 0 0 0 0,1 0 0 0 0,0 0 0 0 0,-1-1 0 0 0,1 1 0 0 0,0-1 0 0 0,0 0 0 0 0,-1-1 0 0 0,1 1 0 0 0,7-2 0 0 0,3-1 17 0 0,-1 0 0 0 0,1-1 0 0 0,-1 0 0 0 0,0-1 0 0 0,-1-1-1 0 0,1 0 1 0 0,-1-1 0 0 0,0-1 0 0 0,18-13 0 0 0,-14 7 146 0 0,-1 0 0 0 0,-1 0 0 0 0,0-2-1 0 0,12-17 1 0 0,-22 27-63 0 0,-1 0-1 0 0,1 0 0 0 0,-2-1 1 0 0,1 1-1 0 0,-1-1 0 0 0,0 0 1 0 0,0 1-1 0 0,-1-2 0 0 0,0 1 1 0 0,0 0-1 0 0,-1 0 0 0 0,0 0 1 0 0,0-1-1 0 0,0 1 0 0 0,-2-10 1 0 0,1 14-56 0 0,0 1 1 0 0,-1-1-1 0 0,0 0 1 0 0,0 0 0 0 0,0 1-1 0 0,0-1 1 0 0,0 0-1 0 0,0 1 1 0 0,-1-1-1 0 0,1 1 1 0 0,-1 0 0 0 0,1-1-1 0 0,-1 1 1 0 0,0 0-1 0 0,0 0 1 0 0,0 0-1 0 0,0 0 1 0 0,-1 0 0 0 0,1 1-1 0 0,-3-2 1 0 0,0 0-5 0 0,-1 1-1 0 0,0 0 1 0 0,1 0 0 0 0,-1 0 0 0 0,0 1 0 0 0,0-1 0 0 0,0 1 0 0 0,0 1 0 0 0,-8-1 0 0 0,2 1-145 0 0,0 1 1 0 0,0 0 0 0 0,0 1 0 0 0,0 0-1 0 0,0 1 1 0 0,1 0 0 0 0,-1 0 0 0 0,1 2-1 0 0,-13 5 1 0 0,21-8-66 0 0,-1 0 1 0 0,1 1-1 0 0,0-1 0 0 0,0 0 1 0 0,0 1-1 0 0,0 0 0 0 0,1 0 0 0 0,-1 0 1 0 0,1 0-1 0 0,-1 0 0 0 0,1 0 1 0 0,0 1-1 0 0,0-1 0 0 0,1 1 0 0 0,-1-1 1 0 0,1 1-1 0 0,0 0 0 0 0,0 0 1 0 0,-1 6-1 0 0,2-7-110 0 0,0 0 0 0 0,0 0 0 0 0,0 0 0 0 0,1 0 0 0 0,-1 0-1 0 0,1 0 1 0 0,0 0 0 0 0,0 0 0 0 0,0-1 0 0 0,0 1 0 0 0,0 0 0 0 0,1 0 0 0 0,-1-1 0 0 0,1 1 0 0 0,0-1 0 0 0,0 0 0 0 0,0 1 0 0 0,0-1 0 0 0,0 0 0 0 0,0 0-1 0 0,1 0 1 0 0,-1 0 0 0 0,1-1 0 0 0,-1 1 0 0 0,1-1 0 0 0,5 3 0 0 0,21 8-2479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6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 5609 0 0,'-5'1'283'0'0,"1"1"1"0"0,0 0-1 0 0,0 0 0 0 0,-1 1 0 0 0,1-1 0 0 0,1 1 0 0 0,-1 0 0 0 0,0 0 1 0 0,1 0-1 0 0,-1 0 0 0 0,1 0 0 0 0,0 1 0 0 0,0 0 0 0 0,0-1 1 0 0,1 1-1 0 0,-1 0 0 0 0,1 1 0 0 0,0-1 0 0 0,0 0 0 0 0,1 1 0 0 0,-3 6 1 0 0,-2 11-94 0 0,0-1 1 0 0,2 1 0 0 0,-3 25-1 0 0,5-26-22 0 0,0 1-1 0 0,1-1 1 0 0,3 24-1 0 0,-2-41-146 0 0,0 0-1 0 0,0 0 1 0 0,1 0-1 0 0,0 0 1 0 0,-1 0-1 0 0,1 0 1 0 0,1 0-1 0 0,-1 0 0 0 0,1-1 1 0 0,-1 1-1 0 0,1 0 1 0 0,0-1-1 0 0,0 1 1 0 0,0-1-1 0 0,1 0 1 0 0,-1 0-1 0 0,1 0 1 0 0,0 0-1 0 0,0 0 1 0 0,0-1-1 0 0,0 1 1 0 0,1-1-1 0 0,-1 0 0 0 0,5 3 1 0 0,-4-4-7 0 0,0-1 0 0 0,-1 1 0 0 0,1-1 0 0 0,0 0 1 0 0,0 0-1 0 0,-1 0 0 0 0,1 0 0 0 0,0-1 0 0 0,-1 0 0 0 0,1 1 0 0 0,0-1 1 0 0,-1-1-1 0 0,1 1 0 0 0,-1 0 0 0 0,0-1 0 0 0,1 0 0 0 0,-1 0 0 0 0,0 0 1 0 0,0 0-1 0 0,0 0 0 0 0,0-1 0 0 0,-1 1 0 0 0,1-1 0 0 0,-1 0 0 0 0,1 0 0 0 0,-1 0 1 0 0,3-5-1 0 0,3-3 17 0 0,-2 0 0 0 0,1 0 0 0 0,-1 0 0 0 0,-1-1 0 0 0,0 1 0 0 0,6-25 0 0 0,-10 29 13 0 0,0 1-1 0 0,0-1 0 0 0,0 0 0 0 0,-1 0 1 0 0,0 0-1 0 0,0 0 0 0 0,-1 0 0 0 0,0 0 1 0 0,0 0-1 0 0,-1 1 0 0 0,1-1 0 0 0,-2 0 1 0 0,1 1-1 0 0,-1-1 0 0 0,0 1 0 0 0,0 0 1 0 0,0 0-1 0 0,-7-8 0 0 0,6 9-61 0 0,0 1 1 0 0,0 0-1 0 0,0 0 0 0 0,-1 1 0 0 0,1-1 1 0 0,-1 1-1 0 0,0 0 0 0 0,0 0 0 0 0,0 0 1 0 0,0 1-1 0 0,-1 0 0 0 0,1 0 0 0 0,-1 0 1 0 0,1 1-1 0 0,-1-1 0 0 0,1 1 0 0 0,-1 1 1 0 0,0-1-1 0 0,0 1 0 0 0,1 0 0 0 0,-1 0 1 0 0,-10 2-1 0 0,14-2-118 0 0,0 1 1 0 0,1-1-1 0 0,-1 0 1 0 0,0 0-1 0 0,0 1 1 0 0,1-1-1 0 0,-1 1 1 0 0,0-1-1 0 0,1 1 1 0 0,-1 0-1 0 0,0-1 1 0 0,1 1-1 0 0,-1 0 1 0 0,1 0-1 0 0,0 0 1 0 0,-1 1-1 0 0,1-1 1 0 0,0 0-1 0 0,0 0 1 0 0,-1 1-1 0 0,1-1 1 0 0,0 1-1 0 0,0-1 1 0 0,0 1 0 0 0,1-1-1 0 0,-1 1 1 0 0,0-1-1 0 0,1 1 1 0 0,-1 0-1 0 0,0 2 1 0 0,1-2-142 0 0,1 0 1 0 0,-1 0-1 0 0,1 0 1 0 0,-1-1 0 0 0,1 1-1 0 0,0 0 1 0 0,0 0-1 0 0,0-1 1 0 0,0 1 0 0 0,0 0-1 0 0,0-1 1 0 0,0 1-1 0 0,0-1 1 0 0,0 0 0 0 0,1 1-1 0 0,-1-1 1 0 0,1 0-1 0 0,-1 0 1 0 0,1 0 0 0 0,-1 0-1 0 0,1 0 1 0 0,0 0-1 0 0,0 0 1 0 0,-1 0-1 0 0,1-1 1 0 0,0 1 0 0 0,0-1-1 0 0,2 1 1 0 0,20 5-1886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7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24 4017 0 0,'-5'0'370'0'0,"0"0"1"0"0,0 0 0 0 0,0 0-1 0 0,0 1 1 0 0,0-1-1 0 0,0 1 1 0 0,1 1-1 0 0,-1-1 1 0 0,0 1-1 0 0,1-1 1 0 0,-1 1 0 0 0,1 1-1 0 0,-1-1 1 0 0,1 1-1 0 0,0-1 1 0 0,0 1-1 0 0,0 0 1 0 0,0 1-1 0 0,-4 4 1 0 0,5-3-295 0 0,0 0 1 0 0,0 0 0 0 0,1 0-1 0 0,0 0 1 0 0,0 1-1 0 0,0-1 1 0 0,1 1-1 0 0,0-1 1 0 0,0 1-1 0 0,0-1 1 0 0,0 1 0 0 0,1 0-1 0 0,0-1 1 0 0,0 1-1 0 0,1 0 1 0 0,1 8-1 0 0,0-5-45 0 0,0 0 0 0 0,0 0 0 0 0,1 0 0 0 0,0 0 0 0 0,1-1 0 0 0,0 0 0 0 0,0 1 0 0 0,1-1 0 0 0,0-1 0 0 0,0 1 0 0 0,1-1 0 0 0,0 0 0 0 0,0 0 0 0 0,1 0 0 0 0,0-1 0 0 0,0 0 0 0 0,14 9 0 0 0,-16-12-19 0 0,0-1 0 0 0,0 1 0 0 0,0-1 0 0 0,1 0 1 0 0,-1 0-1 0 0,1-1 0 0 0,-1 0 0 0 0,1 0 1 0 0,-1 0-1 0 0,1 0 0 0 0,0-1 0 0 0,-1 0 1 0 0,1 0-1 0 0,0-1 0 0 0,-1 1 0 0 0,1-1 0 0 0,0 0 1 0 0,-1-1-1 0 0,0 0 0 0 0,1 1 0 0 0,-1-2 1 0 0,0 1-1 0 0,0-1 0 0 0,0 1 0 0 0,0-1 0 0 0,0-1 1 0 0,-1 1-1 0 0,1-1 0 0 0,-1 1 0 0 0,4-6 1 0 0,-2 2 29 0 0,0 1 0 0 0,-1-1 0 0 0,0-1 1 0 0,0 1-1 0 0,-1-1 0 0 0,1 1 0 0 0,-2-1 1 0 0,1 0-1 0 0,-1-1 0 0 0,-1 1 0 0 0,1-1 1 0 0,-2 1-1 0 0,1-1 0 0 0,-1 0 0 0 0,0 1 1 0 0,-1-1-1 0 0,0 0 0 0 0,-2-16 0 0 0,1 19-28 0 0,0 0-1 0 0,0 1 1 0 0,-1-1 0 0 0,1 1-1 0 0,-1-1 1 0 0,-1 1-1 0 0,1 0 1 0 0,-1 0-1 0 0,0 0 1 0 0,0 0-1 0 0,0 0 1 0 0,-1 1 0 0 0,1-1-1 0 0,-1 1 1 0 0,0 0-1 0 0,-1 0 1 0 0,1 1-1 0 0,-1-1 1 0 0,1 1 0 0 0,-1 0-1 0 0,0 0 1 0 0,0 0-1 0 0,-1 1 1 0 0,1 0-1 0 0,0 0 1 0 0,-1 0-1 0 0,1 1 1 0 0,-1 0 0 0 0,-10-1-1 0 0,9 1-228 0 0,0 1 0 0 0,-1 1-1 0 0,1-1 1 0 0,0 1 0 0 0,0 1-1 0 0,-1-1 1 0 0,1 1 0 0 0,-7 3-1 0 0,11-4-242 0 0,-1 0 0 0 0,1 1 0 0 0,0-1 0 0 0,0 1 0 0 0,-1 0 0 0 0,1-1 0 0 0,1 1-1 0 0,-1 1 1 0 0,0-1 0 0 0,0 0 0 0 0,1 1 0 0 0,-1-1 0 0 0,1 1 0 0 0,0 0-1 0 0,0 0 1 0 0,0 0 0 0 0,0 0 0 0 0,-2 5 0 0 0,6 1-2759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7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48 2377 0 0,'-3'-1'121'0'0,"0"0"1"0"0,0 1 0 0 0,0-1 0 0 0,0 1 0 0 0,0 0 0 0 0,0 0 0 0 0,0 0 0 0 0,-1 0 0 0 0,1 0 0 0 0,0 0 0 0 0,0 1 0 0 0,0 0 0 0 0,0 0 0 0 0,0 0-1 0 0,0 0 1 0 0,0 0 0 0 0,0 0 0 0 0,1 1 0 0 0,-1-1 0 0 0,0 1 0 0 0,1 0 0 0 0,-1 0 0 0 0,1 0 0 0 0,0 0 0 0 0,-1 0 0 0 0,1 0 0 0 0,0 1 0 0 0,0-1-1 0 0,1 1 1 0 0,-1 0 0 0 0,0-1 0 0 0,1 1 0 0 0,0 0 0 0 0,0 0 0 0 0,0 0 0 0 0,0 0 0 0 0,0 0 0 0 0,0 0 0 0 0,1 0 0 0 0,-1 4 0 0 0,0-1 66 0 0,0-1-1 0 0,1 1 1 0 0,-1 0 0 0 0,1 1 0 0 0,1-1 0 0 0,-1 0 0 0 0,1-1 0 0 0,0 1 0 0 0,0 0 0 0 0,1 0 0 0 0,0 0 0 0 0,0-1 0 0 0,0 1 0 0 0,0 0 0 0 0,1-1 0 0 0,0 0 0 0 0,0 0 0 0 0,1 0 0 0 0,0 0-1 0 0,6 6 1 0 0,-4-6-143 0 0,1-1 0 0 0,0 0 0 0 0,0 0-1 0 0,1 0 1 0 0,-1-1 0 0 0,1-1 0 0 0,-1 1-1 0 0,1-1 1 0 0,0 0 0 0 0,0-1 0 0 0,0 0-1 0 0,0 0 1 0 0,0-1 0 0 0,0 0 0 0 0,0 0-1 0 0,1-1 1 0 0,-1 0 0 0 0,-1 0 0 0 0,1-1-1 0 0,0 0 1 0 0,0 0 0 0 0,0-1 0 0 0,10-5-1 0 0,-11 5 7 0 0,1-1 1 0 0,-1 0-1 0 0,0 0 0 0 0,0-1 0 0 0,0 1 0 0 0,-1-2 0 0 0,0 1 0 0 0,0-1 0 0 0,0 0 1 0 0,0 0-1 0 0,-1 0 0 0 0,0-1 0 0 0,-1 0 0 0 0,1 0 0 0 0,-1 0 0 0 0,0 0 0 0 0,-1-1 1 0 0,0 1-1 0 0,0-1 0 0 0,-1 0 0 0 0,0 0 0 0 0,2-16 0 0 0,-4 20-20 0 0,1 1 0 0 0,-1-1 0 0 0,0 0 0 0 0,-1 1 0 0 0,1-1 0 0 0,-1 1 0 0 0,1-1 0 0 0,-1 1 0 0 0,0 0 0 0 0,-1-1 0 0 0,1 1 0 0 0,0 0 0 0 0,-1 0 0 0 0,0 0 0 0 0,0 0 0 0 0,0 0 0 0 0,0 0 0 0 0,0 0 0 0 0,0 1 0 0 0,-4-4 0 0 0,2 3 10 0 0,-1 0 0 0 0,0 0 1 0 0,0 1-1 0 0,0-1 0 0 0,0 1 1 0 0,0 0-1 0 0,0 1 0 0 0,0-1 1 0 0,-1 1-1 0 0,1 0 0 0 0,-10 0 1 0 0,-5 0-421 0 0,0 2-1 0 0,1 0 1 0 0,-1 2 0 0 0,1 0-1 0 0,0 1 1 0 0,-22 7 0 0 0,18 0-1110 0 0,22-11 1244 0 0,0 1-1 0 0,1-1 1 0 0,-1 0-1 0 0,0 0 1 0 0,1 0-1 0 0,-1 1 1 0 0,0-1-1 0 0,1 0 1 0 0,-1 1-1 0 0,1-1 1 0 0,-1 0-1 0 0,0 1 0 0 0,1-1 1 0 0,-1 1-1 0 0,1-1 1 0 0,-1 1-1 0 0,1-1 1 0 0,0 1-1 0 0,-1-1 1 0 0,1 1-1 0 0,-1 0 1 0 0,1-1-1 0 0,0 1 1 0 0,0-1-1 0 0,-1 1 1 0 0,1 0-1 0 0,0-1 1 0 0,0 2-1 0 0,6 1-2449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48.2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69 103 4769 0 0,'-31'54'4675'0'0,"11"-1"-3349"0"0,19-47-1315 0 0,0-1 0 0 0,0 1 0 0 0,1 0-1 0 0,0 0 1 0 0,0 0 0 0 0,0 0 0 0 0,1-1-1 0 0,-1 1 1 0 0,1 0 0 0 0,1 0-1 0 0,-1-1 1 0 0,1 1 0 0 0,0-1 0 0 0,1 1-1 0 0,-1-1 1 0 0,1 0 0 0 0,0 0 0 0 0,4 6-1 0 0,-3-5 8 0 0,0-1 0 0 0,0 1-1 0 0,1-1 1 0 0,-1 0 0 0 0,1-1-1 0 0,0 1 1 0 0,0-1 0 0 0,1 0-1 0 0,-1 0 1 0 0,1 0 0 0 0,0-1-1 0 0,0 0 1 0 0,0 0 0 0 0,1-1-1 0 0,-1 1 1 0 0,0-1 0 0 0,1-1-1 0 0,0 1 1 0 0,-1-1 0 0 0,1 0-1 0 0,12-1 1 0 0,-9 0 62 0 0,0-2-1 0 0,-1 0 1 0 0,1 0-1 0 0,-1 0 1 0 0,0-1 0 0 0,0 0-1 0 0,0-1 1 0 0,0 0-1 0 0,0-1 1 0 0,-1 0-1 0 0,0 0 1 0 0,0-1 0 0 0,14-12-1 0 0,-15 11 52 0 0,1 0 1 0 0,-2-1-1 0 0,1 1 0 0 0,-1-1 0 0 0,0-1 0 0 0,-1 1 1 0 0,0-1-1 0 0,0 0 0 0 0,-1 0 0 0 0,0-1 0 0 0,0 1 1 0 0,-1-1-1 0 0,2-13 0 0 0,-4 16-15 0 0,0 0 0 0 0,-1 1 1 0 0,0-1-1 0 0,0 0 0 0 0,-1 1 0 0 0,0-1 0 0 0,0 0 1 0 0,0 1-1 0 0,-1-1 0 0 0,0 1 0 0 0,0 0 0 0 0,-1-1 1 0 0,0 1-1 0 0,0 0 0 0 0,0 1 0 0 0,-1-1 0 0 0,0 1 0 0 0,0-1 1 0 0,0 1-1 0 0,-1 0 0 0 0,-8-7 0 0 0,6 5-61 0 0,-1 1 1 0 0,0 1-1 0 0,0-1 0 0 0,-1 1 0 0 0,1 0 0 0 0,-1 1 0 0 0,0 0 0 0 0,0 1 0 0 0,-1-1 0 0 0,1 2 1 0 0,-1-1-1 0 0,0 2 0 0 0,1-1 0 0 0,-1 1 0 0 0,-16 1 0 0 0,11 0-573 0 0,0 2-1 0 0,0 0 1 0 0,-24 6 0 0 0,-45 22-7611 0 0,74-24 3084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23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99 2369 0 0,'-1'5'371'0'0,"0"1"1"0"0,0-1 0 0 0,1 1 0 0 0,-1 0 0 0 0,1-1-1 0 0,0 1 1 0 0,1 5 0 0 0,0-3-239 0 0,14 269 2130 0 0,2-101-1617 0 0,-8-109-194 0 0,0 69 0 0 0,-7-79-19 0 0,16 88 0 0 0,-9-88-282 0 0,3 88 0 0 0,11 209 345 0 0,-19-280-371 0 0,-8 127 0 0 0,-1-148-59 0 0,3 1 1 0 0,3 0 0 0 0,1-1-1 0 0,3 1 1 0 0,13 59-1 0 0,15 40-2 0 0,-20-85 4 0 0,31 96-1 0 0,-32-126-19 0 0,-10-27-13 0 0,1-1 0 0 0,1 1 0 0 0,0-1 0 0 0,0 1 0 0 0,1-1 0 0 0,7 12 1 0 0,-7-19-22 0 0,-1-1 1 0 0,1 1-1 0 0,-1-1 1 0 0,1 0 0 0 0,0 0-1 0 0,0-1 1 0 0,0 1 0 0 0,0-1-1 0 0,0 0 1 0 0,0 0-1 0 0,0-1 1 0 0,0 0 0 0 0,10 0-1 0 0,16 3 36 0 0,42 8-63 0 0,80 3 0 0 0,-124-12 14 0 0,75 8 6 0 0,-52-3 64 0 0,99-2-1 0 0,-31-14-25 0 0,-60 3-43 0 0,0 2 0 0 0,114 9 0 0 0,74 15 147 0 0,7 1 162 0 0,-212-16 28 0 0,1-1 0 0 0,62-4 0 0 0,157-29 824 0 0,-231 22-1140 0 0,0 3-1 0 0,1 0 1 0 0,0 2-1 0 0,0 2 1 0 0,-1 1-1 0 0,56 9 1 0 0,14 11 84 0 0,-55-10-66 0 0,0-1-1 0 0,1-3 1 0 0,1-2 0 0 0,55-1-1 0 0,210-11 222 0 0,-216 7-195 0 0,289-10 176 0 0,-111-6-5 0 0,-161 6-195 0 0,0-5-1 0 0,132-35 1 0 0,-17 3 46 0 0,-205 44-90 0 0,-1 1-1 0 0,33 2 0 0 0,21-2 3 0 0,-75 2 20 0 0,1 0 0 0 0,-1 0 0 0 0,1-1 1 0 0,-1 1-1 0 0,1-1 0 0 0,-1 0 0 0 0,0 0 0 0 0,0 0 0 0 0,1-1 0 0 0,-1 1 0 0 0,0-1 0 0 0,0 0 0 0 0,0 1 0 0 0,0-1 0 0 0,-1-1 1 0 0,1 1-1 0 0,-1 0 0 0 0,1-1 0 0 0,-1 1 0 0 0,4-5 0 0 0,-3-1 61 0 0,1 0 1 0 0,-1 0-1 0 0,0-1 1 0 0,-1 1-1 0 0,0-1 1 0 0,1-14-1 0 0,0 4-48 0 0,6-38 109 0 0,-2 1 0 0 0,-4-1 0 0 0,-1 0-1 0 0,-3 0 1 0 0,-14-93 0 0 0,9 95-144 0 0,3 0-1 0 0,6-94 0 0 0,1-7-10 0 0,9-227-18 0 0,-10 332 19 0 0,0 9 22 0 0,14-320 401 0 0,-18 270-308 0 0,-24-179-1 0 0,4 163-141 0 0,8 43-22 0 0,-7-84 1 0 0,20 145 68 0 0,-1 0 0 0 0,1 0-1 0 0,-1 0 1 0 0,0 0 0 0 0,0 0 0 0 0,0 0-1 0 0,-1 0 1 0 0,1 0 0 0 0,-1 1 0 0 0,0-1-1 0 0,0 1 1 0 0,0-1 0 0 0,0 1 0 0 0,-1 0-1 0 0,0 0 1 0 0,1 0 0 0 0,-1 0 0 0 0,0 0-1 0 0,0 1 1 0 0,-1-1 0 0 0,1 1 0 0 0,0 0-1 0 0,-1 0 1 0 0,1 0 0 0 0,-5-1 0 0 0,-9-3 70 0 0,-1 0 0 0 0,0 2 1 0 0,0 0-1 0 0,-27-2 0 0 0,26 4-28 0 0,1-1 0 0 0,-30-9-1 0 0,5-1-18 0 0,0 1-1 0 0,-1 2 1 0 0,-63-7-1 0 0,-135 2 107 0 0,144 17-106 0 0,-110 15 0 0 0,124-7-19 0 0,0-4 0 0 0,-102-5 0 0 0,-112-13-23 0 0,-63-6-28 0 0,-372 0 41 0 0,354 44 40 0 0,88-4-26 0 0,-91 1-13 0 0,299-21 18 0 0,-246 14-116 0 0,289-14 115 0 0,-1-2 0 0 0,-75-10 0 0 0,78 5-19 0 0,0 1 0 0 0,-1 3-1 0 0,-57 4 1 0 0,-16 9-34 0 0,-156 26-361 0 0,258-34 171 0 0,6 0-2547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37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49 856 0 0,'-2'-8'2172'0'0,"2"4"-1370"0"0,-1 1 0 0 0,0-1 0 0 0,1 1 0 0 0,-2-1 0 0 0,1 1 0 0 0,0 0 0 0 0,0 0 0 0 0,-1-1-1 0 0,0 1 1 0 0,-3-4 0 0 0,1 43 1321 0 0,23 378-1447 0 0,-15-355-636 0 0,-3-48-163 0 0,3 31-185 0 0,-4-40 162 0 0,0 0-1 0 0,0-1 1 0 0,1 1-1 0 0,-1 0 1 0 0,1-1-1 0 0,-1 1 1 0 0,1 0-1 0 0,-1-1 1 0 0,1 1-1 0 0,0-1 0 0 0,0 1 1 0 0,0-1-1 0 0,0 0 1 0 0,0 1-1 0 0,0-1 1 0 0,0 0-1 0 0,3 3 1 0 0,-3-4 15 0 0,0-1 0 0 0,-1 1 1 0 0,1 0-1 0 0,0 0 0 0 0,-1-1 0 0 0,1 1 1 0 0,-1 0-1 0 0,1-1 0 0 0,0 1 0 0 0,-1 0 1 0 0,1-1-1 0 0,-1 1 0 0 0,1-1 0 0 0,-1 1 1 0 0,1-1-1 0 0,-1 1 0 0 0,0-1 0 0 0,1 0 1 0 0,-1 1-1 0 0,1-1 0 0 0,-1 1 0 0 0,0-1 1 0 0,0 0-1 0 0,1 1 0 0 0,-1-1 0 0 0,0 0 1 0 0,0 1-1 0 0,0-1 0 0 0,0 0 0 0 0,0 1 1 0 0,0-1-1 0 0,0 0 0 0 0,0 0 1 0 0,0 1-1 0 0,0-1 0 0 0,0-1 0 0 0,1-28-2583 0 0,-6-13-390 0 0,1 19 2156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38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20 760 0 0,'2'-2'411'0'0,"1"-1"-1"0"0,0 2 1 0 0,0-1 0 0 0,-1 0-1 0 0,1 1 1 0 0,0-1-1 0 0,1 1 1 0 0,-1 0 0 0 0,0 0-1 0 0,0 0 1 0 0,0 0-1 0 0,1 0 1 0 0,-1 1 0 0 0,0 0-1 0 0,1-1 1 0 0,-1 1-1 0 0,0 1 1 0 0,1-1 0 0 0,-1 0-1 0 0,0 1 1 0 0,5 1-1 0 0,6 0 80 0 0,1 1 0 0 0,-1 0-1 0 0,22 10 1 0 0,-33-12-444 0 0,-1 0 1 0 0,0 0-1 0 0,1 0 1 0 0,-1 1-1 0 0,0-1 0 0 0,0 1 1 0 0,0-1-1 0 0,0 1 1 0 0,0 0-1 0 0,0 0 0 0 0,-1 0 1 0 0,1 0-1 0 0,-1 0 1 0 0,1 0-1 0 0,-1 0 1 0 0,0 1-1 0 0,1-1 0 0 0,-1 0 1 0 0,0 1-1 0 0,0 2 1 0 0,0 1 39 0 0,0-1 0 0 0,-1 1 0 0 0,1-1 0 0 0,-1 1 0 0 0,-1-1 0 0 0,1 1 0 0 0,-1-1 0 0 0,0 0 0 0 0,-1 7 1 0 0,-5 10 136 0 0,-1-1 1 0 0,-1 0 0 0 0,-17 30 0 0 0,15-33-119 0 0,0 0 0 0 0,-1 0 1 0 0,-1-2-1 0 0,-1 1 0 0 0,0-2 0 0 0,-2 0 0 0 0,-31 25 1 0 0,77-53 350 0 0,59-18 0 0 0,-86 30-426 0 0,0 0-1 0 0,0 0 1 0 0,0 0 0 0 0,0 1-1 0 0,0-1 1 0 0,0 1 0 0 0,0 0 0 0 0,1 0-1 0 0,-1 0 1 0 0,0 0 0 0 0,0 1 0 0 0,0-1-1 0 0,0 1 1 0 0,0 0 0 0 0,0 0 0 0 0,0 0-1 0 0,0 0 1 0 0,0 0 0 0 0,-1 1 0 0 0,1-1-1 0 0,0 1 1 0 0,-1 0 0 0 0,1 0-1 0 0,-1 0 1 0 0,0 0 0 0 0,1 0 0 0 0,-1 0-1 0 0,0 1 1 0 0,0-1 0 0 0,-1 1 0 0 0,1-1-1 0 0,0 1 1 0 0,-1 0 0 0 0,1 0 0 0 0,0 3-1 0 0,4 12 181 0 0,0 0 1 0 0,-1 0-1 0 0,-1 1 0 0 0,3 33 0 0 0,-4-25-193 0 0,1 16-80 0 0,5 32-905 0 0,-8-70 296 0 0,1 0 1 0 0,-1 0-1 0 0,1-1 0 0 0,0 1 0 0 0,0 0 0 0 0,4 6 0 0 0,-6-11 530 0 0,0 1-1 0 0,1-1 0 0 0,-1 0 0 0 0,0 1 0 0 0,0-1 1 0 0,0 0-1 0 0,0 0 0 0 0,0 1 0 0 0,1-1 0 0 0,-1 0 1 0 0,0 0-1 0 0,0 0 0 0 0,0 1 0 0 0,1-1 0 0 0,-1 0 1 0 0,0 0-1 0 0,0 0 0 0 0,1 0 0 0 0,-1 1 0 0 0,0-1 0 0 0,0 0 1 0 0,1 0-1 0 0,-1 0 0 0 0,0 0 0 0 0,0 0 0 0 0,1 0 1 0 0,-1 0-1 0 0,0 0 0 0 0,1 0 0 0 0,-1 0 0 0 0,0 0 1 0 0,0 0-1 0 0,1 0 0 0 0,-1 0 0 0 0,0 0 0 0 0,1 0 1 0 0,-1 0-1 0 0,0 0 0 0 0,0 0 0 0 0,1 0 0 0 0,-1-1 1 0 0,0 1-1 0 0,0 0 0 0 0,1 0 0 0 0,-1 0 0 0 0,0 0 1 0 0,0-1-1 0 0,1 1 0 0 0,-1 0 0 0 0,7-6-4038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38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 3625 0 0,'-8'39'5947'0'0,"6"26"-4210"0"0,0-12-939 0 0,-2-18-508 0 0,2-20-269 0 0,0 0 1 0 0,1 0-1 0 0,1 0 0 0 0,0 0 1 0 0,4 27-1 0 0,2-30-1437 0 0,1-19-1691 0 0,1-19-2200 0 0,-7 15 3076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39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1720 0 0,'0'-1'291'0'0,"0"0"-1"0"0,0 0 0 0 0,0-1 0 0 0,0 1 1 0 0,0 0-1 0 0,0 0 0 0 0,0-1 0 0 0,1 1 1 0 0,-1 0-1 0 0,0 0 0 0 0,1 0 0 0 0,-1-1 1 0 0,1 1-1 0 0,-1 0 0 0 0,1 0 0 0 0,-1 0 1 0 0,1 0-1 0 0,0 0 0 0 0,0 0 1 0 0,-1 0-1 0 0,1 0 0 0 0,0 0 0 0 0,0 1 1 0 0,0-1-1 0 0,0 0 0 0 0,0 0 0 0 0,1 0 1 0 0,2-1-5 0 0,-1 1 1 0 0,1-1 0 0 0,-1 1 0 0 0,1 0 0 0 0,0 0-1 0 0,-1 1 1 0 0,1-1 0 0 0,0 1 0 0 0,6-1 0 0 0,-6 1-255 0 0,1 0 0 0 0,0 0 0 0 0,0 1 0 0 0,0-1 0 0 0,0 1 0 0 0,-1 0 0 0 0,1 0 0 0 0,0 1 0 0 0,-1-1 0 0 0,1 1 0 0 0,-1 0 0 0 0,1 0 0 0 0,-1 1 0 0 0,0-1 0 0 0,7 6 0 0 0,-10-5-4 0 0,1 0 1 0 0,-1 0-1 0 0,0 1 0 0 0,0-1 0 0 0,0 0 0 0 0,-1 0 1 0 0,1 1-1 0 0,-1-1 0 0 0,0 0 0 0 0,1 0 0 0 0,-2 1 1 0 0,1-1-1 0 0,0 0 0 0 0,-1 1 0 0 0,1-1 0 0 0,-1 0 1 0 0,0 0-1 0 0,0 1 0 0 0,0-1 0 0 0,-1 0 0 0 0,1 0 1 0 0,-1 0-1 0 0,-3 5 0 0 0,-4 6-137 0 0,0 0 1 0 0,-1-1-1 0 0,-15 16 1 0 0,-1-6-50 0 0,26-23 164 0 0,0 0 0 0 0,0-1 0 0 0,0 1-1 0 0,0 0 1 0 0,0 0 0 0 0,0 0 0 0 0,0 0 0 0 0,0 0 0 0 0,0 0 0 0 0,0 0 0 0 0,0 0-1 0 0,0 0 1 0 0,0 0 0 0 0,0-1 0 0 0,0 1 0 0 0,0 0 0 0 0,0 0 0 0 0,0 0 0 0 0,0 0-1 0 0,0 0 1 0 0,0 0 0 0 0,0 0 0 0 0,0 0 0 0 0,0 0 0 0 0,0 0 0 0 0,0 0 0 0 0,-1 0-1 0 0,1 0 1 0 0,0 0 0 0 0,0 0 0 0 0,0-1 0 0 0,0 1 0 0 0,0 0 0 0 0,0 0-1 0 0,0 0 1 0 0,0 0 0 0 0,0 0 0 0 0,0 0 0 0 0,0 0 0 0 0,0 0 0 0 0,-1 0 0 0 0,1 0-1 0 0,0 0 1 0 0,0 0 0 0 0,0 0 0 0 0,0 0 0 0 0,0 0 0 0 0,0 0 0 0 0,0 0 0 0 0,0 0-1 0 0,0 0 1 0 0,0 0 0 0 0,0 0 0 0 0,-1 0 0 0 0,1 0 0 0 0,0 1 0 0 0,0-1 0 0 0,0 0-1 0 0,0 0 1 0 0,0 0 0 0 0,0 0 0 0 0,12-17 605 0 0,36-32 291 0 0,-45 46-853 0 0,0 0 0 0 0,1 0 0 0 0,-1 1-1 0 0,1-1 1 0 0,0 1 0 0 0,0 0 0 0 0,0 0-1 0 0,0 0 1 0 0,0 0 0 0 0,1 1-1 0 0,-1 0 1 0 0,0 0 0 0 0,6-1 0 0 0,-9 3-21 0 0,0-1 0 0 0,0 0 0 0 0,0 1 0 0 0,0-1 0 0 0,0 1 1 0 0,0-1-1 0 0,0 1 0 0 0,0-1 0 0 0,0 1 0 0 0,0 0 0 0 0,0 0 1 0 0,-1-1-1 0 0,1 1 0 0 0,0 0 0 0 0,0 0 0 0 0,-1 0 0 0 0,1 0 0 0 0,-1 0 1 0 0,1 0-1 0 0,-1 0 0 0 0,1 0 0 0 0,-1 0 0 0 0,0 0 0 0 0,1 0 1 0 0,-1 0-1 0 0,0 0 0 0 0,0 0 0 0 0,0 0 0 0 0,0 1 0 0 0,0-1 0 0 0,0 0 1 0 0,0 0-1 0 0,0 0 0 0 0,0 0 0 0 0,0 0 0 0 0,-1 0 0 0 0,1 0 0 0 0,-1 2 1 0 0,-11 48 548 0 0,12-49-556 0 0,-12 31 33 0 0,0 1 1 0 0,-31 56-1 0 0,3-31-4474 0 0,35-71-4126 0 0,6 3 4812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57.4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339 117 1392 0 0,'-23'-32'2493'0'0,"18"22"-1821"0"0,-1 0 1 0 0,-1 1-1 0 0,0 1 0 0 0,0-1 1 0 0,-16-14-1 0 0,20 21-543 0 0,0 0 0 0 0,1 0 0 0 0,-1 1 0 0 0,0-1 0 0 0,-1 1 0 0 0,1 0 0 0 0,0 0 0 0 0,0 0 0 0 0,-1 0 0 0 0,1 0 0 0 0,0 1 0 0 0,-1-1 1 0 0,1 1-1 0 0,-1 0 0 0 0,1 0 0 0 0,0 0 0 0 0,-1 1 0 0 0,1-1 0 0 0,0 1 0 0 0,-1 0 0 0 0,1 0 0 0 0,0 0 0 0 0,0 0 0 0 0,-5 3 0 0 0,-3 2-71 0 0,1 0-1 0 0,-1 1 1 0 0,1 0 0 0 0,1 1 0 0 0,-1 0-1 0 0,2 1 1 0 0,-1 0 0 0 0,1 0-1 0 0,0 0 1 0 0,1 1 0 0 0,0 1-1 0 0,0-1 1 0 0,1 1 0 0 0,1 0-1 0 0,0 1 1 0 0,0-1 0 0 0,1 1-1 0 0,-3 16 1 0 0,-2 13 5 0 0,1 0 0 0 0,3 0-1 0 0,1 0 1 0 0,1 49 0 0 0,3-62-39 0 0,1 0 1 0 0,1 0 0 0 0,2 0-1 0 0,0 0 1 0 0,2-1-1 0 0,18 52 1 0 0,-19-68-44 0 0,0 0-1 0 0,0 0 1 0 0,1 0-1 0 0,1-1 1 0 0,0 0-1 0 0,0-1 1 0 0,1 1-1 0 0,0-1 1 0 0,0-1-1 0 0,1 0 1 0 0,0 0 0 0 0,1 0-1 0 0,0-1 1 0 0,0-1-1 0 0,0 0 1 0 0,1 0-1 0 0,0-1 1 0 0,18 6-1 0 0,-8-4-9 0 0,0-2 0 0 0,0 0 0 0 0,1-1 0 0 0,0-2 0 0 0,0 0-1 0 0,0-1 1 0 0,0-1 0 0 0,-1-1 0 0 0,1-1 0 0 0,0-1 0 0 0,0-1 0 0 0,35-12-1 0 0,-39 10 67 0 0,-1-1-1 0 0,1-1 0 0 0,-1-1 0 0 0,-1-1 0 0 0,0 0 1 0 0,0-1-1 0 0,-1-1 0 0 0,0 0 0 0 0,-1-1 0 0 0,-1 0 1 0 0,0-1-1 0 0,0-1 0 0 0,-2 0 0 0 0,19-32 0 0 0,-18 25 288 0 0,-2-2-1 0 0,-1 1 1 0 0,-1-1-1 0 0,0 0 0 0 0,-2-1 1 0 0,-1 0-1 0 0,-1 0 1 0 0,-1 0-1 0 0,-2 0 0 0 0,0 0 1 0 0,-2-1-1 0 0,0 1 1 0 0,-2 0-1 0 0,0 0 0 0 0,-2 0 1 0 0,-1 0-1 0 0,-1 1 1 0 0,-1 0-1 0 0,-16-32 0 0 0,20 48-224 0 0,-1 0-1 0 0,0 1 0 0 0,0 0 0 0 0,-1 0 0 0 0,1 0 0 0 0,-2 0 0 0 0,1 1 1 0 0,-1 0-1 0 0,0 1 0 0 0,0 0 0 0 0,0 0 0 0 0,-1 0 0 0 0,0 1 0 0 0,0 0 0 0 0,0 0 1 0 0,0 1-1 0 0,-1 0 0 0 0,1 0 0 0 0,-1 1 0 0 0,0 0 0 0 0,-9 0 0 0 0,0 0-523 0 0,-1 2-1 0 0,1 0 0 0 0,-31 3 1 0 0,-54 18-5778 0 0,67-14-405 0 0,21-4 1901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58.4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3 2465 0 0,'-1'-1'108'0'0,"1"1"0"0"0,0 0 0 0 0,-1 0 0 0 0,1 0 0 0 0,0-1 1 0 0,0 1-1 0 0,-1 0 0 0 0,1 0 0 0 0,0 0 0 0 0,-1 0 0 0 0,1 0 1 0 0,0 0-1 0 0,-1 0 0 0 0,1 0 0 0 0,0 0 0 0 0,-1 0 0 0 0,1 0 1 0 0,0 0-1 0 0,-1 0 0 0 0,1 0 0 0 0,-1 0 0 0 0,1 0 0 0 0,0 0 1 0 0,-1 0-1 0 0,1 0 0 0 0,0 0 0 0 0,0 0 0 0 0,-1 1 0 0 0,1-1 1 0 0,0 0-1 0 0,-1 0 0 0 0,1 0 0 0 0,0 1 0 0 0,0-1 0 0 0,-1 0 1 0 0,1 0-1 0 0,0 1 0 0 0,-1-1 0 0 0,-5 19 1388 0 0,4 21-849 0 0,2-39-484 0 0,15 267 3526 0 0,12-91-6521 0 0,-26-165-630 0 0,-4-18 628 0 0,-5-19 418 0 0,5 10 1394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58.8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6 209 1720 0 0,'-2'-7'343'0'0,"1"1"-1"0"0,0 0 0 0 0,0-1 0 0 0,1 1 0 0 0,-1-1 0 0 0,1 1 0 0 0,1-1 1 0 0,-1 1-1 0 0,1-1 0 0 0,0 1 0 0 0,1 0 0 0 0,0 0 0 0 0,0-1 0 0 0,0 1 0 0 0,0 0 1 0 0,1 1-1 0 0,0-1 0 0 0,0 0 0 0 0,1 1 0 0 0,0 0 0 0 0,0-1 0 0 0,0 1 1 0 0,0 1-1 0 0,1-1 0 0 0,-1 1 0 0 0,1 0 0 0 0,1 0 0 0 0,8-5 0 0 0,-7 4-141 0 0,0 0-1 0 0,1 1 0 0 0,0 0 1 0 0,0 0-1 0 0,0 1 1 0 0,0 0-1 0 0,0 0 0 0 0,1 1 1 0 0,-1 0-1 0 0,15-1 0 0 0,-20 3-113 0 0,0 0-1 0 0,0 0 0 0 0,0 0 1 0 0,0 0-1 0 0,0 1 0 0 0,0-1 1 0 0,0 1-1 0 0,0 0 0 0 0,0 0 1 0 0,0 0-1 0 0,0 0 0 0 0,0 1 1 0 0,0-1-1 0 0,-1 1 0 0 0,1 0 1 0 0,-1-1-1 0 0,1 1 0 0 0,-1 0 1 0 0,0 0-1 0 0,1 1 0 0 0,-1-1 1 0 0,0 0-1 0 0,-1 1 0 0 0,1-1 1 0 0,0 1-1 0 0,-1 0 0 0 0,1 0 1 0 0,-1-1-1 0 0,0 1 1 0 0,0 0-1 0 0,0 0 0 0 0,1 6 1 0 0,-1 2 152 0 0,1 1 1 0 0,-2-1-1 0 0,0 0 1 0 0,0 1-1 0 0,-1-1 0 0 0,0 0 1 0 0,-1 1-1 0 0,0-1 1 0 0,-1 0-1 0 0,0 0 1 0 0,-1 0-1 0 0,0-1 1 0 0,-11 19-1 0 0,5-10-475 0 0,-1-1-1 0 0,-1 1 0 0 0,-1-2 1 0 0,-1 0-1 0 0,0-1 1 0 0,-22 21-1 0 0,25-32-3499 0 0,12-13-1200 0 0,-1 6 4436 0 0,1 1 1 0 0,0-1-1 0 0,0 1 0 0 0,0-1 0 0 0,0 0 0 0 0,0 1 1 0 0,0 0-1 0 0,1-1 0 0 0,-1 1 0 0 0,0 0 0 0 0,1 0 1 0 0,-1-1-1 0 0,1 1 0 0 0,2-1 0 0 0,8-4-1491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59.2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82 25 1488 0 0,'0'-1'291'0'0,"-1"0"0"0"0,0 0-1 0 0,0 0 1 0 0,1 0-1 0 0,-1 0 1 0 0,0 1-1 0 0,0-1 1 0 0,0 0 0 0 0,0 0-1 0 0,0 1 1 0 0,0-1-1 0 0,0 1 1 0 0,0-1 0 0 0,0 1-1 0 0,0 0 1 0 0,0-1-1 0 0,-1 1 1 0 0,1 0 0 0 0,0 0-1 0 0,0 0 1 0 0,0 0-1 0 0,0-1 1 0 0,-1 2 0 0 0,1-1-1 0 0,0 0 1 0 0,0 0-1 0 0,0 0 1 0 0,-2 1 0 0 0,2 0-134 0 0,-1 0 0 0 0,1 1 0 0 0,-1-1 1 0 0,1 0-1 0 0,-1 1 0 0 0,1 0 1 0 0,0-1-1 0 0,0 1 0 0 0,-1 0 0 0 0,1-1 1 0 0,1 1-1 0 0,-1 0 0 0 0,0 0 0 0 0,-1 3 1 0 0,-1 5-117 0 0,1-1 0 0 0,0 1 1 0 0,0 0-1 0 0,1 0 0 0 0,0 16 1 0 0,1-24-20 0 0,0 0 0 0 0,0 0 0 0 0,0 0 1 0 0,0 0-1 0 0,0 0 0 0 0,0 0 0 0 0,1 0 0 0 0,-1-1 1 0 0,1 1-1 0 0,-1 0 0 0 0,1 0 0 0 0,0 0 1 0 0,-1-1-1 0 0,1 1 0 0 0,0 0 0 0 0,0-1 0 0 0,1 1 1 0 0,-1-1-1 0 0,0 1 0 0 0,0-1 0 0 0,1 1 1 0 0,-1-1-1 0 0,1 0 0 0 0,-1 0 0 0 0,1 0 1 0 0,-1 0-1 0 0,1 0 0 0 0,0 0 0 0 0,0 0 0 0 0,-1-1 1 0 0,4 2-1 0 0,-2-2 48 0 0,0 0 0 0 0,0-1-1 0 0,-1 1 1 0 0,1-1 0 0 0,0 1 0 0 0,-1-1 0 0 0,1 0-1 0 0,-1 0 1 0 0,1 0 0 0 0,-1 0 0 0 0,1-1 0 0 0,-1 1-1 0 0,1-1 1 0 0,-1 1 0 0 0,0-1 0 0 0,0 0 0 0 0,0 0 0 0 0,0 0-1 0 0,0 0 1 0 0,-1 0 0 0 0,4-5 0 0 0,-2 1 125 0 0,1 0 1 0 0,-1 0-1 0 0,0 0 1 0 0,0-1-1 0 0,-1 1 1 0 0,0-1-1 0 0,0 0 1 0 0,-1 0-1 0 0,1 1 1 0 0,-1-1-1 0 0,-1-9 1 0 0,1 14-209 0 0,-1 1 1 0 0,-1-1-1 0 0,1 0 0 0 0,0 0 1 0 0,0 0-1 0 0,-1 0 0 0 0,1 1 1 0 0,-1-1-1 0 0,1 0 0 0 0,-1 0 1 0 0,0 1-1 0 0,0-1 0 0 0,1 0 1 0 0,-1 1-1 0 0,0-1 0 0 0,-1 1 1 0 0,1-1-1 0 0,0 1 0 0 0,0 0 1 0 0,-1-1-1 0 0,1 1 0 0 0,-1 0 1 0 0,1 0-1 0 0,-1 0 0 0 0,1 0 1 0 0,-1 0-1 0 0,0 0 0 0 0,1 1 1 0 0,-1-1-1 0 0,0 0 0 0 0,0 1 1 0 0,1-1-1 0 0,-1 1 0 0 0,0 0 1 0 0,0 0-1 0 0,0 0 0 0 0,0 0 1 0 0,0 0-1 0 0,1 0 1 0 0,-1 0-1 0 0,0 0 0 0 0,0 1 1 0 0,0-1-1 0 0,1 1 0 0 0,-1-1 1 0 0,-2 2-1 0 0,-57 21-9607 0 0,49-15 4695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59.9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259 18 5217 0 0,'-4'-1'485'0'0,"0"0"1"0"0,0 0-1 0 0,0 1 1 0 0,-1 0-1 0 0,1-1 0 0 0,0 1 1 0 0,0 1-1 0 0,-1-1 0 0 0,1 1 1 0 0,0-1-1 0 0,0 1 0 0 0,0 1 1 0 0,-6 1-1 0 0,3 0-167 0 0,0 1 0 0 0,0 0 0 0 0,1 0 0 0 0,0 0 0 0 0,-1 1 0 0 0,-9 10 0 0 0,3-2-234 0 0,1 2-1 0 0,1-1 1 0 0,0 2 0 0 0,1-1 0 0 0,-11 23-1 0 0,10-12 21 0 0,1 0-1 0 0,1 1 1 0 0,1 0-1 0 0,1 0 0 0 0,2 0 1 0 0,0 1-1 0 0,2 0 0 0 0,1 50 1 0 0,2-61-84 0 0,1 1 1 0 0,1 0 0 0 0,0-1-1 0 0,1 1 1 0 0,1-1 0 0 0,1 0-1 0 0,0 0 1 0 0,1 0 0 0 0,1-1-1 0 0,1 0 1 0 0,0 0 0 0 0,1-1-1 0 0,1 0 1 0 0,21 26 0 0 0,-23-34-59 0 0,-1 0 0 0 0,1 0 1 0 0,0-1-1 0 0,1 0 0 0 0,-1-1 1 0 0,1 1-1 0 0,1-2 0 0 0,-1 1 1 0 0,0-1-1 0 0,1-1 1 0 0,0 0-1 0 0,0 0 0 0 0,0-1 1 0 0,0 0-1 0 0,0-1 0 0 0,1 0 1 0 0,-1 0-1 0 0,0-1 0 0 0,1-1 1 0 0,-1 0-1 0 0,0 0 0 0 0,0-1 1 0 0,0 0-1 0 0,20-8 0 0 0,-12 3 39 0 0,0 0 1 0 0,-1-2-1 0 0,0 0 0 0 0,0-2 0 0 0,-1 1 0 0 0,0-2 0 0 0,0 0 0 0 0,-2-1 0 0 0,0-1 1 0 0,0 0-1 0 0,-1 0 0 0 0,14-22 0 0 0,-15 19 155 0 0,-1-1 0 0 0,-1 0 0 0 0,0-1 0 0 0,-2 0 0 0 0,0-1 0 0 0,-1 1 0 0 0,-1-1 0 0 0,-1-1 0 0 0,5-32 0 0 0,-9 37 41 0 0,-1 1 1 0 0,0-1-1 0 0,-1 0 1 0 0,-1 1-1 0 0,0-1 0 0 0,-1 1 1 0 0,-1-1-1 0 0,0 1 1 0 0,-1 0-1 0 0,-1 1 0 0 0,0-1 1 0 0,-1 1-1 0 0,-12-18 0 0 0,5 10 36 0 0,0 2 0 0 0,-2 0 0 0 0,-32-32 0 0 0,42 46-223 0 0,0 0-1 0 0,0 1 0 0 0,-1 0 0 0 0,0 0 1 0 0,0 0-1 0 0,0 1 0 0 0,0 0 1 0 0,-1 1-1 0 0,0-1 0 0 0,1 1 0 0 0,-1 1 1 0 0,0 0-1 0 0,-1 0 0 0 0,1 0 0 0 0,-11 0 1 0 0,15 2-261 0 0,-1 1 0 0 0,1-1 0 0 0,0 1 0 0 0,-1 0 0 0 0,1 1 0 0 0,0-1 0 0 0,0 1 1 0 0,0 0-1 0 0,0 0 0 0 0,0 0 0 0 0,1 0 0 0 0,-1 0 0 0 0,-6 7 0 0 0,-22 24-7191 0 0,19-19 1308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00.3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0 2056 0 0,'0'0'125'0'0,"-1"0"0"0"0,0 1 0 0 0,0-1 0 0 0,0 0 0 0 0,0 1 0 0 0,1-1 0 0 0,-1 1 0 0 0,0-1 0 0 0,0 1 0 0 0,1-1 0 0 0,-1 1 0 0 0,0-1 0 0 0,1 1 0 0 0,-1 0 0 0 0,0-1 0 0 0,1 1 0 0 0,-1 0 0 0 0,1 0 0 0 0,-1-1 0 0 0,1 1 0 0 0,0 0 0 0 0,-1 0 0 0 0,1 0 0 0 0,0 0 0 0 0,-1-1 0 0 0,1 1 0 0 0,0 0 0 0 0,0 0 0 0 0,0 0 0 0 0,0 0 0 0 0,0 0 0 0 0,0 1 0 0 0,0 35 932 0 0,1-33-815 0 0,65 471 5502 0 0,-57-427-5488 0 0,-5-25-331 0 0,-1-4-693 0 0,0 0 0 0 0,1 0 0 0 0,10 23 0 0 0,-11-51-4774 0 0,-6-15 3621 0 0,0 6-213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00.7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89 2913 0 0,'2'-2'521'0'0,"2"-1"1"0"0,-1 1 0 0 0,0 0-1 0 0,0 0 1 0 0,1 0-1 0 0,-1 1 1 0 0,1-1 0 0 0,0 1-1 0 0,6-2 1 0 0,5-3 292 0 0,22-13 486 0 0,-28 13-1062 0 0,0 1 0 0 0,0 0-1 0 0,0 0 1 0 0,1 1 0 0 0,-1 0-1 0 0,1 1 1 0 0,0 0-1 0 0,0 0 1 0 0,0 1 0 0 0,18-1-1 0 0,-27 3-154 0 0,1 0 0 0 0,-1 1-1 0 0,1-1 1 0 0,-1 1-1 0 0,0-1 1 0 0,1 1 0 0 0,-1 0-1 0 0,0-1 1 0 0,1 1-1 0 0,-1 0 1 0 0,0 0 0 0 0,0 0-1 0 0,0 0 1 0 0,0 0-1 0 0,0 0 1 0 0,0 0 0 0 0,0 0-1 0 0,0 0 1 0 0,0 0-1 0 0,-1 1 1 0 0,1-1-1 0 0,0 0 1 0 0,-1 1 0 0 0,1-1-1 0 0,-1 0 1 0 0,1 1-1 0 0,-1-1 1 0 0,0 1 0 0 0,0-1-1 0 0,1 1 1 0 0,-1-1-1 0 0,0 0 1 0 0,0 1 0 0 0,-1-1-1 0 0,1 1 1 0 0,0-1-1 0 0,-1 3 1 0 0,-1 7 291 0 0,0 0 0 0 0,0 0-1 0 0,-7 17 1 0 0,8-24-335 0 0,-45 110 758 0 0,28-74-1433 0 0,2 2-1 0 0,-20 80 1 0 0,36-121 477 0 0,-1 0-1 0 0,1 0 1 0 0,0 0-1 0 0,-1 0 1 0 0,1-1-1 0 0,0 1 0 0 0,0 0 1 0 0,0 0-1 0 0,0 0 1 0 0,-1 0-1 0 0,1 0 1 0 0,0 0-1 0 0,1 0 1 0 0,-1 0-1 0 0,0 0 1 0 0,0-1-1 0 0,0 1 1 0 0,0 0-1 0 0,1 0 1 0 0,-1 0-1 0 0,0 0 1 0 0,1 0-1 0 0,-1-1 0 0 0,1 1 1 0 0,-1 0-1 0 0,2 1 1 0 0,-1-2-79 0 0,0-1-1 0 0,0 1 1 0 0,0 0-1 0 0,0-1 1 0 0,0 1 0 0 0,0 0-1 0 0,0-1 1 0 0,0 1 0 0 0,0-1-1 0 0,0 0 1 0 0,0 1 0 0 0,0-1-1 0 0,0 0 1 0 0,0 1-1 0 0,0-1 1 0 0,1-2 0 0 0,33-40-5040 0 0,-21 25 3057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01.1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87 4625 0 0,'-1'0'184'0'0,"0"0"0"0"0,1 0 1 0 0,-1 0-1 0 0,0-1 0 0 0,1 1 0 0 0,-1 0 1 0 0,0-1-1 0 0,1 1 0 0 0,-1 0 0 0 0,0-1 1 0 0,1 1-1 0 0,-1-1 0 0 0,1 1 0 0 0,-1-1 1 0 0,1 1-1 0 0,-1-1 0 0 0,1 1 0 0 0,-1-1 0 0 0,1 0 1 0 0,0 1-1 0 0,-1-1 0 0 0,1 1 0 0 0,0-1 1 0 0,0 0-1 0 0,-1 0 0 0 0,1 1 0 0 0,0-1 1 0 0,0 0-1 0 0,0 1 0 0 0,0-2 0 0 0,11-22 2481 0 0,-7 19-2416 0 0,0 0 1 0 0,1 0 0 0 0,-1 1-1 0 0,1 0 1 0 0,0 0 0 0 0,8-5-1 0 0,-11 7-208 0 0,0 1-1 0 0,0 0 0 0 0,1 0 1 0 0,-1 0-1 0 0,0 0 0 0 0,0 0 1 0 0,1 0-1 0 0,-1 1 0 0 0,1-1 1 0 0,-1 1-1 0 0,0-1 0 0 0,1 1 1 0 0,-1 0-1 0 0,1 0 0 0 0,-1 0 1 0 0,1 1-1 0 0,-1-1 0 0 0,1 0 1 0 0,-1 1-1 0 0,1 0 0 0 0,-1-1 1 0 0,0 1-1 0 0,0 0 0 0 0,1 0 1 0 0,-1 0-1 0 0,0 1 0 0 0,0-1 1 0 0,0 1-1 0 0,0-1 0 0 0,0 1 1 0 0,0-1-1 0 0,2 4 0 0 0,-2-1 0 0 0,0 0-1 0 0,-1 0 1 0 0,1 0-1 0 0,0 0 1 0 0,-1 1-1 0 0,0-1 1 0 0,0 1-1 0 0,-1-1 1 0 0,1 1-1 0 0,-1-1 1 0 0,0 1-1 0 0,0-1 1 0 0,0 1-1 0 0,-1 0 1 0 0,0-1-1 0 0,0 0 1 0 0,-1 5-1 0 0,0 0-67 0 0,0 0-1 0 0,-1-1 0 0 0,0 0 0 0 0,0 1 1 0 0,-1-1-1 0 0,1 0 0 0 0,-2-1 0 0 0,0 1 1 0 0,0-1-1 0 0,-10 13 0 0 0,15-20 26 0 0,0 0 0 0 0,0 0-1 0 0,0 0 1 0 0,0 0 0 0 0,0 0-1 0 0,0 0 1 0 0,0 0 0 0 0,0 0-1 0 0,-1 0 1 0 0,1 1 0 0 0,0-1-1 0 0,0 0 1 0 0,0 0 0 0 0,0 0-1 0 0,0 0 1 0 0,0 0 0 0 0,0 0-1 0 0,0 0 1 0 0,0 0 0 0 0,0 0 0 0 0,-1 0-1 0 0,1 0 1 0 0,0 0 0 0 0,0 0-1 0 0,0 0 1 0 0,0 0 0 0 0,0 0-1 0 0,0 0 1 0 0,0 0 0 0 0,-1 0-1 0 0,1 0 1 0 0,0 0 0 0 0,0 0-1 0 0,0 0 1 0 0,0 0 0 0 0,0 0-1 0 0,0 0 1 0 0,0 0 0 0 0,0 0 0 0 0,-1 0-1 0 0,1 0 1 0 0,0 0 0 0 0,0 0-1 0 0,0 0 1 0 0,0 0 0 0 0,0 0-1 0 0,0 0 1 0 0,0 0 0 0 0,0-1-1 0 0,0 1 1 0 0,0 0 0 0 0,-1 0-1 0 0,1 0 1 0 0,0 0 0 0 0,0 0-1 0 0,0 0 1 0 0,0 0 0 0 0,0 0 0 0 0,0 0-1 0 0,0-1 1 0 0,0 1 0 0 0,0 0-1 0 0,0 0 1 0 0,0 0 0 0 0,0 0-1 0 0,0 0 1 0 0,0 0 0 0 0,0 0-1 0 0,0-1 1 0 0,3-12 36 0 0,9-15 233 0 0,-9 24-190 0 0,0 0 0 0 0,1-1-1 0 0,0 1 1 0 0,0 1 0 0 0,0-1 0 0 0,0 0 0 0 0,1 1 0 0 0,-1 0 0 0 0,1 0 0 0 0,10-4-1 0 0,-14 6-44 0 0,0 1-1 0 0,0 0 1 0 0,-1-1-1 0 0,1 1 1 0 0,0 0-1 0 0,0 0 1 0 0,0-1-1 0 0,0 1 1 0 0,0 0-1 0 0,0 0 1 0 0,0 0-1 0 0,0 0 0 0 0,0 1 1 0 0,0-1-1 0 0,0 0 1 0 0,0 0-1 0 0,0 0 1 0 0,0 1-1 0 0,0-1 1 0 0,0 1-1 0 0,0-1 1 0 0,-1 1-1 0 0,1-1 1 0 0,1 2-1 0 0,-1-1 21 0 0,0 1 1 0 0,0 0-1 0 0,0 0 0 0 0,0-1 1 0 0,0 1-1 0 0,-1 0 1 0 0,1 0-1 0 0,-1 0 0 0 0,0 0 1 0 0,1 0-1 0 0,-1 0 0 0 0,0 0 1 0 0,0 0-1 0 0,0 0 0 0 0,0 0 1 0 0,-1 0-1 0 0,0 3 0 0 0,-2 17-104 0 0,-2 1 0 0 0,-13 41 0 0 0,-1-20-7029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55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32 2633 0 0,'-5'-1'583'0'0,"-1"1"1"0"0,0 0 0 0 0,1 0-1 0 0,-1 0 1 0 0,0 1 0 0 0,1 0-1 0 0,-1 0 1 0 0,1 0 0 0 0,-1 1 0 0 0,1 0-1 0 0,-1 0 1 0 0,-6 4 0 0 0,6-2-335 0 0,0 0 1 0 0,0 0-1 0 0,0 0 1 0 0,1 1-1 0 0,0 0 1 0 0,0 0-1 0 0,0 0 1 0 0,0 1-1 0 0,-5 8 1 0 0,6-8-233 0 0,1 0 1 0 0,0 0-1 0 0,0 0 0 0 0,0 0 0 0 0,1 0 1 0 0,0 1-1 0 0,0-1 0 0 0,1 1 1 0 0,0-1-1 0 0,0 1 0 0 0,0 0 0 0 0,1 0 1 0 0,0-1-1 0 0,0 1 0 0 0,1 0 1 0 0,-1 0-1 0 0,2-1 0 0 0,-1 1 0 0 0,1-1 1 0 0,0 1-1 0 0,0-1 0 0 0,6 11 0 0 0,-5-12 1 0 0,1-1-1 0 0,0 1 1 0 0,0-1-1 0 0,0 0 0 0 0,1 0 1 0 0,-1-1-1 0 0,1 1 1 0 0,0-1-1 0 0,0 0 0 0 0,0 0 1 0 0,0-1-1 0 0,0 1 1 0 0,1-1-1 0 0,-1 0 0 0 0,1-1 1 0 0,0 1-1 0 0,-1-1 0 0 0,1 0 1 0 0,0-1-1 0 0,0 1 1 0 0,0-1-1 0 0,0 0 0 0 0,-1-1 1 0 0,1 0-1 0 0,0 1 1 0 0,0-2-1 0 0,9-2 0 0 0,-9 3 31 0 0,-1 0-1 0 0,0-1 1 0 0,0 0 0 0 0,0 1-1 0 0,0-2 1 0 0,0 1-1 0 0,0 0 1 0 0,0-1 0 0 0,-1 0-1 0 0,0 0 1 0 0,1-1-1 0 0,-1 1 1 0 0,0-1-1 0 0,0 0 1 0 0,-1 0 0 0 0,1 0-1 0 0,-1 0 1 0 0,0-1-1 0 0,0 1 1 0 0,-1-1-1 0 0,1 0 1 0 0,-1 0 0 0 0,0 0-1 0 0,0 0 1 0 0,-1 0-1 0 0,1 0 1 0 0,-1 0-1 0 0,0-1 1 0 0,-1 1 0 0 0,1-6-1 0 0,-2 1 21 0 0,-1 0-1 0 0,0 1 0 0 0,-1-1 0 0 0,0 1 1 0 0,-1-1-1 0 0,1 1 0 0 0,-2 1 1 0 0,1-1-1 0 0,-1 0 0 0 0,-10-12 0 0 0,10 14-82 0 0,0 1 0 0 0,-1 0-1 0 0,1 0 1 0 0,-1 0-1 0 0,0 1 1 0 0,-1 0-1 0 0,1 0 1 0 0,-1 0-1 0 0,0 1 1 0 0,0 0 0 0 0,-1 0-1 0 0,1 1 1 0 0,-10-3-1 0 0,16 5-101 0 0,0 1-1 0 0,0-1 1 0 0,0 1 0 0 0,-1 0-1 0 0,1-1 1 0 0,0 1-1 0 0,0 0 1 0 0,0 0-1 0 0,0 0 1 0 0,-1 0 0 0 0,1-1-1 0 0,0 2 1 0 0,0-1-1 0 0,0 0 1 0 0,0 0-1 0 0,-1 0 1 0 0,1 1-1 0 0,0-1 1 0 0,0 0 0 0 0,0 1-1 0 0,0-1 1 0 0,0 1-1 0 0,0-1 1 0 0,0 1-1 0 0,0 0 1 0 0,0-1 0 0 0,0 1-1 0 0,0 0 1 0 0,0 0-1 0 0,0 0 1 0 0,1-1-1 0 0,-1 1 1 0 0,-1 2-1 0 0,2-1-148 0 0,0 0-1 0 0,0-1 1 0 0,0 1-1 0 0,0 0 1 0 0,0-1-1 0 0,1 1 1 0 0,-1 0-1 0 0,0-1 1 0 0,1 1-1 0 0,-1 0 0 0 0,1-1 1 0 0,0 1-1 0 0,0-1 1 0 0,-1 1-1 0 0,1-1 1 0 0,0 0-1 0 0,0 1 1 0 0,0-1-1 0 0,1 0 0 0 0,-1 1 1 0 0,0-1-1 0 0,3 2 1 0 0,14 12-1987 0 0,10 4-298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55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26 4361 0 0,'-1'0'272'0'0,"-1"1"1"0"0,0 0-1 0 0,0 0 1 0 0,1 0-1 0 0,-1 0 0 0 0,0 0 1 0 0,1 0-1 0 0,-1 0 1 0 0,1 0-1 0 0,-1 1 0 0 0,1-1 1 0 0,0 1-1 0 0,0-1 1 0 0,-1 1-1 0 0,1-1 0 0 0,0 1 1 0 0,0 0-1 0 0,1-1 1 0 0,-1 1-1 0 0,0 0 1 0 0,0 4-1 0 0,-14 40 914 0 0,14-36-1149 0 0,0 0 1 0 0,0 0 0 0 0,1 0-1 0 0,1 0 1 0 0,-1 0-1 0 0,2 0 1 0 0,-1 0 0 0 0,1 0-1 0 0,1-1 1 0 0,0 1 0 0 0,0-1-1 0 0,1 0 1 0 0,0 1-1 0 0,0-2 1 0 0,1 1 0 0 0,1 0-1 0 0,6 8 1 0 0,-8-11-42 0 0,1-1 0 0 0,-1 0 0 0 0,1 1 0 0 0,1-1 0 0 0,-1-1 1 0 0,1 1-1 0 0,-1-1 0 0 0,1 0 0 0 0,1 0 0 0 0,-1-1 0 0 0,0 0 0 0 0,1 0 0 0 0,0-1 1 0 0,-1 1-1 0 0,1-1 0 0 0,0-1 0 0 0,0 1 0 0 0,0-1 0 0 0,1 0 0 0 0,-1-1 0 0 0,0 0 1 0 0,0 0-1 0 0,0-1 0 0 0,12-1 0 0 0,-14 0 28 0 0,0 1 0 0 0,0-1 0 0 0,0 1 0 0 0,0-1 0 0 0,0-1 0 0 0,0 1 0 0 0,-1-1 0 0 0,1 0 0 0 0,-1 0-1 0 0,1 0 1 0 0,-1 0 0 0 0,0-1 0 0 0,-1 0 0 0 0,1 0 0 0 0,-1 0 0 0 0,1 0 0 0 0,3-8 0 0 0,-3 6 26 0 0,-1-1 0 0 0,0-1-1 0 0,-1 1 1 0 0,0 0 0 0 0,0-1 0 0 0,0 1-1 0 0,-1-1 1 0 0,0 0 0 0 0,0 1-1 0 0,-1-1 1 0 0,-1-10 0 0 0,1 8 31 0 0,-1 1 0 0 0,0 0 0 0 0,-1 0 0 0 0,0 0 0 0 0,-1 0 0 0 0,0 0 0 0 0,0 0 0 0 0,-1 1 0 0 0,0-1 0 0 0,0 1 0 0 0,-1 0 0 0 0,0 1 0 0 0,0-1 1 0 0,-1 1-1 0 0,0 0 0 0 0,0 0 0 0 0,-1 0 0 0 0,0 1 0 0 0,0 0 0 0 0,-14-8 0 0 0,15 11-152 0 0,0 0 0 0 0,0 1 1 0 0,-1 0-1 0 0,1 0 0 0 0,-1 1 0 0 0,1 0 1 0 0,-1 0-1 0 0,1 0 0 0 0,-1 1 0 0 0,0 0 1 0 0,-12 1-1 0 0,16 0-292 0 0,-1-1 1 0 0,1 1 0 0 0,-1 0-1 0 0,1 1 1 0 0,0-1-1 0 0,0 0 1 0 0,-1 1-1 0 0,1 0 1 0 0,0 0 0 0 0,1 0-1 0 0,-1 0 1 0 0,0 0-1 0 0,0 0 1 0 0,1 1-1 0 0,-1-1 1 0 0,1 1-1 0 0,0 0 1 0 0,0 0 0 0 0,0 0-1 0 0,0 0 1 0 0,1 0-1 0 0,-1 0 1 0 0,-2 7-1 0 0,3 1-2440 0 0,6 3 560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3:56.2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22 2040 0 0,'-5'3'498'0'0,"0"0"0"0"0,1 0 0 0 0,-1 0 0 0 0,0 1 0 0 0,1-1 0 0 0,0 1 0 0 0,0 0 0 0 0,0 1 0 0 0,0-1 0 0 0,1 1 0 0 0,-6 8 0 0 0,4-5-247 0 0,1 1 1 0 0,0-1 0 0 0,1 1 0 0 0,0-1-1 0 0,0 1 1 0 0,0 0 0 0 0,-1 14 0 0 0,3-18-254 0 0,1 0 0 0 0,0 1 0 0 0,0-1 0 0 0,0 0 0 0 0,0 0 0 0 0,1 0 0 0 0,0 0 0 0 0,0 0 0 0 0,0 0 0 0 0,1 0 0 0 0,-1 0 0 0 0,1 0 0 0 0,3 6 0 0 0,-3-9-5 0 0,0 1 0 0 0,1 0 0 0 0,-1-1 0 0 0,0 1 0 0 0,1-1 1 0 0,0 1-1 0 0,-1-1 0 0 0,1 0 0 0 0,0 0 0 0 0,0-1 0 0 0,0 1 0 0 0,0-1 0 0 0,0 1 0 0 0,1-1 0 0 0,-1 0 1 0 0,0 0-1 0 0,1 0 0 0 0,-1-1 0 0 0,1 1 0 0 0,-1-1 0 0 0,5 0 0 0 0,0 0 51 0 0,-1 0 0 0 0,1-1 0 0 0,-1-1 0 0 0,0 1 0 0 0,0-1 0 0 0,0 0 0 0 0,0-1 0 0 0,0 0 0 0 0,0 0 0 0 0,0 0 0 0 0,-1-1 0 0 0,0 0 0 0 0,0 0 0 0 0,0-1 0 0 0,0 1 0 0 0,0-1 0 0 0,8-11 0 0 0,-8 9 53 0 0,0 0-1 0 0,0 0 1 0 0,-1-1 0 0 0,0 0 0 0 0,-1 0-1 0 0,0 0 1 0 0,0 0 0 0 0,0-1 0 0 0,-1 0-1 0 0,-1 1 1 0 0,1-1 0 0 0,-2 0 0 0 0,1 0-1 0 0,0-11 1 0 0,-2 17-41 0 0,0 0-1 0 0,0 0 0 0 0,0 1 0 0 0,-1-1 1 0 0,1 0-1 0 0,-1 0 0 0 0,0 1 1 0 0,0-1-1 0 0,0 0 0 0 0,0 1 0 0 0,0-1 1 0 0,0 1-1 0 0,-1-1 0 0 0,1 1 1 0 0,-1 0-1 0 0,1 0 0 0 0,-1 0 0 0 0,0-1 1 0 0,0 1-1 0 0,0 1 0 0 0,-3-4 1 0 0,0 3 27 0 0,0-1 0 0 0,0 1 0 0 0,0 0 0 0 0,0 0 0 0 0,-1 0 0 0 0,1 1 0 0 0,0 0 1 0 0,-1 0-1 0 0,1 0 0 0 0,-8 0 0 0 0,-9 1-590 0 0,0 2 0 0 0,1 0-1 0 0,-1 1 1 0 0,-28 8 0 0 0,34-5-1858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41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33 3353 0 0,'-3'-1'262'0'0,"0"0"1"0"0,1 1 0 0 0,-1-1 0 0 0,0 1-1 0 0,0 0 1 0 0,1 0 0 0 0,-1 0-1 0 0,0 0 1 0 0,1 1 0 0 0,-1-1-1 0 0,0 1 1 0 0,1-1 0 0 0,-1 1 0 0 0,0 0-1 0 0,1 0 1 0 0,-1 0 0 0 0,-2 2-1 0 0,1 0-136 0 0,-1 0-1 0 0,1 0 0 0 0,0 1 1 0 0,0 0-1 0 0,0 0 0 0 0,1 0 1 0 0,-1 0-1 0 0,-2 6 0 0 0,-2 2-142 0 0,1 1 0 0 0,1 0 0 0 0,0 0-1 0 0,1 1 1 0 0,-6 22 0 0 0,7-17 111 0 0,0 0 1 0 0,1 0-1 0 0,2 0 1 0 0,0 0-1 0 0,0 0 1 0 0,2 1-1 0 0,5 34 0 0 0,-5-50-66 0 0,0 1-1 0 0,0 0 0 0 0,0-1 0 0 0,1 1 0 0 0,-1-1 0 0 0,1 1 1 0 0,0-1-1 0 0,1 0 0 0 0,-1 0 0 0 0,1 0 0 0 0,-1 0 0 0 0,1 0 0 0 0,0-1 1 0 0,1 1-1 0 0,-1-1 0 0 0,0 0 0 0 0,1 0 0 0 0,0 0 0 0 0,0 0 1 0 0,0-1-1 0 0,0 1 0 0 0,0-1 0 0 0,0 0 0 0 0,1 0 0 0 0,-1-1 1 0 0,1 0-1 0 0,-1 1 0 0 0,1-1 0 0 0,0-1 0 0 0,-1 1 0 0 0,1-1 1 0 0,0 1-1 0 0,0-2 0 0 0,-1 1 0 0 0,1 0 0 0 0,7-2 0 0 0,5-2 147 0 0,0 0-1 0 0,0 0 1 0 0,0-2-1 0 0,-1 0 1 0 0,0-1-1 0 0,0-1 1 0 0,0 0-1 0 0,-1-1 1 0 0,-1 0-1 0 0,0-2 1 0 0,0 1-1 0 0,13-14 1 0 0,-20 17-59 0 0,1-1 0 0 0,-1 0 0 0 0,0 0 0 0 0,-1 0 0 0 0,0-1 0 0 0,0 0 0 0 0,-1 0 0 0 0,0 0 0 0 0,0-1 0 0 0,-1 0 0 0 0,-1 0-1 0 0,1 0 1 0 0,-2 0 0 0 0,1 0 0 0 0,-2-1 0 0 0,1 1 0 0 0,-1-1 0 0 0,-1 1 0 0 0,0-1 0 0 0,0 1 0 0 0,-3-12 0 0 0,1 14-66 0 0,0 1-1 0 0,-1 0 0 0 0,0 0 1 0 0,0 0-1 0 0,0 0 0 0 0,-1 1 1 0 0,0 0-1 0 0,-1-1 0 0 0,1 1 0 0 0,-1 1 1 0 0,0-1-1 0 0,-1 1 0 0 0,1 0 1 0 0,-1 0-1 0 0,0 0 0 0 0,0 1 1 0 0,-1 0-1 0 0,-9-5 0 0 0,10 6-276 0 0,1 1 0 0 0,0 0-1 0 0,-1 0 1 0 0,0 1 0 0 0,1 0 0 0 0,-1 0-1 0 0,0 0 1 0 0,0 0 0 0 0,1 1 0 0 0,-12 1-1 0 0,12-1-381 0 0,1 1 0 0 0,-1 0 0 0 0,0 1 0 0 0,1-1-1 0 0,0 1 1 0 0,-1 0 0 0 0,1 0 0 0 0,0 0-1 0 0,0 1 1 0 0,0-1 0 0 0,0 1 0 0 0,0 0 0 0 0,1 0-1 0 0,-6 6 1 0 0,-3 9-3231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1:59:41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1 4257 0 0,'-6'0'369'0'0,"0"1"-1"0"0,0 1 1 0 0,0-1-1 0 0,0 1 1 0 0,0 0-1 0 0,1 0 1 0 0,-1 0 0 0 0,1 1-1 0 0,-1 0 1 0 0,1 0-1 0 0,0 1 1 0 0,0-1 0 0 0,1 1-1 0 0,-1 0 1 0 0,-7 8-1 0 0,7-5-255 0 0,0 0 0 0 0,1 0 0 0 0,0 0 0 0 0,0 1 0 0 0,0-1-1 0 0,1 1 1 0 0,0 0 0 0 0,1 0 0 0 0,-1 0 0 0 0,-1 14 0 0 0,3-12-111 0 0,0 1 0 0 0,0-1 1 0 0,1 1-1 0 0,0-1 0 0 0,1 0 1 0 0,0 1-1 0 0,1-1 0 0 0,0 0 1 0 0,0 0-1 0 0,1 0 0 0 0,1 0 1 0 0,0 0-1 0 0,0-1 0 0 0,1 1 0 0 0,0-1 1 0 0,0 0-1 0 0,1-1 0 0 0,12 14 1 0 0,-15-19 40 0 0,-1 0 0 0 0,1-1 0 0 0,0 0 0 0 0,0 1 0 0 0,1-1 0 0 0,-1 0 0 0 0,0-1 0 0 0,1 1 0 0 0,-1-1 0 0 0,1 1 0 0 0,-1-1 0 0 0,1 0 1 0 0,0 0-1 0 0,0-1 0 0 0,-1 1 0 0 0,1-1 0 0 0,7 0 0 0 0,-5-1 63 0 0,0 0 0 0 0,-1 0 0 0 0,1-1-1 0 0,-1 1 1 0 0,1-1 0 0 0,-1-1 0 0 0,0 1 0 0 0,0-1 0 0 0,0 0 0 0 0,8-6 0 0 0,-2 0 198 0 0,0 0 1 0 0,-1-1-1 0 0,-1 0 1 0 0,0-1 0 0 0,0 0-1 0 0,-1 0 1 0 0,0-1-1 0 0,10-22 1 0 0,-15 26-185 0 0,0 0 0 0 0,0 1 1 0 0,-1-1-1 0 0,-1 0 0 0 0,1 0 0 0 0,-1 0 0 0 0,-1-1 1 0 0,1 1-1 0 0,-1 0 0 0 0,-1 0 0 0 0,1 0 1 0 0,-2 0-1 0 0,1 0 0 0 0,-1 0 0 0 0,0 0 1 0 0,0 0-1 0 0,-5-8 0 0 0,5 11-240 0 0,-1 1 0 0 0,0-1 0 0 0,0 0-1 0 0,0 1 1 0 0,0 0 0 0 0,-1-1 0 0 0,0 1 0 0 0,0 1 0 0 0,0-1-1 0 0,0 1 1 0 0,-7-5 0 0 0,6 6-493 0 0,0-1 0 0 0,0 1 0 0 0,0 0 0 0 0,0 0 0 0 0,0 1 1 0 0,-1-1-1 0 0,1 1 0 0 0,-1 0 0 0 0,1 1 0 0 0,-1-1 0 0 0,1 1 0 0 0,-10 1 0 0 0,-5 2-5269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05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20 240 1624 0 0,'-11'-36'2396'0'0,"3"13"4492"0"0,30 379-4845 0 0,-8-78-810 0 0,-2-69-984 0 0,7 69 355 0 0,-2-193-362 0 0,-15-77-235 0 0,0 0 0 0 0,1-1 0 0 0,0 1-1 0 0,1-1 1 0 0,0 0 0 0 0,0 0 0 0 0,0 0 0 0 0,10 11 0 0 0,-12-17-2 0 0,0 1 1 0 0,0-1-1 0 0,0 0 0 0 0,1 0 1 0 0,-1 0-1 0 0,0 0 1 0 0,0 0-1 0 0,1 0 1 0 0,-1-1-1 0 0,1 1 1 0 0,-1-1-1 0 0,1 1 1 0 0,-1-1-1 0 0,0 0 0 0 0,1 0 1 0 0,-1 0-1 0 0,1 0 1 0 0,-1-1-1 0 0,5 0 1 0 0,57-18 119 0 0,-26 6-110 0 0,1 8-11 0 0,0 1 0 0 0,0 2 0 0 0,63 4-1 0 0,24 0-59 0 0,235 2 129 0 0,-58 2-172 0 0,59 7 250 0 0,3 0-200 0 0,-148-8 160 0 0,-87 0-116 0 0,121-18 39 0 0,-25-1 123 0 0,180-7-169 0 0,-130 2 60 0 0,-137 11-124 0 0,-22 0 84 0 0,127 9 0 0 0,-164 1-44 0 0,118-12 0 0 0,7-1 133 0 0,-96 6-30 0 0,-59 2-12 0 0,80 5 1 0 0,-120-1-18 0 0,1 0 1 0 0,0-2 0 0 0,-1 1-1 0 0,1-1 1 0 0,-1-1 0 0 0,0 0 0 0 0,1 0-1 0 0,-1-1 1 0 0,0 0 0 0 0,-1-1-1 0 0,1 0 1 0 0,0 0 0 0 0,-1-1-1 0 0,0-1 1 0 0,9-6 0 0 0,-15 9 4 0 0,0-1 0 0 0,-1 0 1 0 0,1 0-1 0 0,-1 0 1 0 0,0 0-1 0 0,0 0 1 0 0,0-1-1 0 0,0 1 0 0 0,-1-1 1 0 0,2-8-1 0 0,5-54 221 0 0,-3 21-144 0 0,1-14 35 0 0,-2 0 1 0 0,-3-1-1 0 0,-8-78 0 0 0,2 56-122 0 0,-1-47-11 0 0,-14-204 13 0 0,15 261-50 0 0,4 44 19 0 0,-1-1 1 0 0,-7-33 0 0 0,8 60 15 0 0,0-1 1 0 0,0 1-1 0 0,-1-1 1 0 0,1 1-1 0 0,-1 0 1 0 0,0 0-1 0 0,0 0 1 0 0,0 0-1 0 0,0 0 1 0 0,0 0 0 0 0,-1 0-1 0 0,1 1 1 0 0,-1-1-1 0 0,0 1 1 0 0,0 0-1 0 0,0 0 1 0 0,0 0-1 0 0,0 0 1 0 0,0 0-1 0 0,0 1 1 0 0,-1 0 0 0 0,1-1-1 0 0,0 1 1 0 0,-1 0-1 0 0,-5 0 1 0 0,-10-2 111 0 0,1 1 0 0 0,-1 1 0 0 0,-35 2 1 0 0,17 1 67 0 0,-171-13 209 0 0,31 0-84 0 0,-28 10-76 0 0,-143-6-172 0 0,-157 11 231 0 0,488-3-314 0 0,-488-2 365 0 0,204-5-240 0 0,160 6-12 0 0,-299 6-110 0 0,-238 25 95 0 0,374-23-18 0 0,-154 14 48 0 0,375-14-168 0 0,-88 13-223 0 0,146-17 206 0 0,0 2 0 0 0,1 0 0 0 0,-1 2-1 0 0,-34 16 1 0 0,85-39-19212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2.0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606 40 1368 0 0,'-1'-3'270'0'0,"-1"0"-1"0"0,1 1 0 0 0,-1-1 1 0 0,0 1-1 0 0,0-1 0 0 0,0 1 1 0 0,0 0-1 0 0,-1 0 1 0 0,1 0-1 0 0,0 0 0 0 0,-1 0 1 0 0,1 0-1 0 0,-1 1 0 0 0,0-1 1 0 0,0 1-1 0 0,1 0 0 0 0,-1 0 1 0 0,0 0-1 0 0,0 0 1 0 0,0 0-1 0 0,0 1 0 0 0,0 0 1 0 0,0-1-1 0 0,0 1 0 0 0,-6 0 1 0 0,-11 0 518 0 0,0 1 1 0 0,-35 6-1 0 0,46-6-731 0 0,-7 3 61 0 0,0 0 0 0 0,0 2 0 0 0,0-1-1 0 0,1 2 1 0 0,0 0 0 0 0,0 1 0 0 0,1 0 0 0 0,0 2-1 0 0,1-1 1 0 0,-17 16 0 0 0,-6 8 397 0 0,1 1 0 0 0,-38 49 0 0 0,60-66-420 0 0,1 0 1 0 0,1 1-1 0 0,0 0 1 0 0,1 1-1 0 0,1 0 0 0 0,1 0 1 0 0,1 1-1 0 0,0 0 1 0 0,2 0-1 0 0,0 1 1 0 0,-2 21-1 0 0,6-27-77 0 0,0 0 0 0 0,1 0 0 0 0,0 0 0 0 0,1 0 0 0 0,1 1 0 0 0,0-1 0 0 0,1-1 0 0 0,1 1 0 0 0,0 0 0 0 0,1-1 0 0 0,1 0 0 0 0,0 0 0 0 0,0 0 0 0 0,2-1 0 0 0,0 0 0 0 0,10 13 0 0 0,4-3 5 0 0,1 0 0 0 0,2-2 1 0 0,0-1-1 0 0,0-1 0 0 0,2-1 0 0 0,0-2 1 0 0,1 0-1 0 0,47 18 0 0 0,-38-21 32 0 0,1-1-1 0 0,0-2 1 0 0,1-1-1 0 0,46 4 1 0 0,159-2 302 0 0,-194-9-218 0 0,1-3 1 0 0,-1-2 0 0 0,1-3-1 0 0,-1-1 1 0 0,-1-3 0 0 0,55-17-1 0 0,-43 4-39 0 0,61-30-1 0 0,-95 38-57 0 0,0-1 1 0 0,0-1-1 0 0,-2-1 1 0 0,31-28-1 0 0,-37 28 32 0 0,0 0 0 0 0,-1 0-1 0 0,24-35 1 0 0,-38 46 12 0 0,1 0 0 0 0,-1-1 1 0 0,0 0-1 0 0,-1 0 0 0 0,0 0 0 0 0,0 0 1 0 0,-1 0-1 0 0,0-1 0 0 0,0 1 0 0 0,-1-1 0 0 0,0 1 1 0 0,0-1-1 0 0,-1 0 0 0 0,-2-12 0 0 0,1 4 21 0 0,-1 1 0 0 0,-1-1-1 0 0,-1 1 1 0 0,0 0 0 0 0,-1 0 0 0 0,-1 0-1 0 0,-1 1 1 0 0,0 0 0 0 0,0 0-1 0 0,-2 1 1 0 0,0 0 0 0 0,0 0-1 0 0,-22-23 1 0 0,-2 4-35 0 0,-1 0 0 0 0,-1 3 0 0 0,-63-43 0 0 0,77 60-29 0 0,-1 1 0 0 0,-1 1 0 0 0,1 0 0 0 0,-2 2 0 0 0,1 1 0 0 0,-1 1 0 0 0,-1 1 0 0 0,-36-5 0 0 0,-32-1-178 0 0,-79-7 162 0 0,87 22-2898 0 0,68-1 620 0 0,0 1 1 0 0,-31 10 0 0 0,1-2-4934 0 0,25-3 3700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2.7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 1968 0 0,'0'0'80'0'0,"-1"0"0"0"0,1 0-1 0 0,0 0 1 0 0,0 0-1 0 0,0 0 1 0 0,0 0 0 0 0,-1 0-1 0 0,1 0 1 0 0,0 0 0 0 0,0 0-1 0 0,0 0 1 0 0,0-1-1 0 0,-1 1 1 0 0,1 0 0 0 0,0 0-1 0 0,0 0 1 0 0,0 0-1 0 0,0 1 1 0 0,-1-1 0 0 0,1 0-1 0 0,0 0 1 0 0,0 0-1 0 0,0 0 1 0 0,0 0 0 0 0,-1 0-1 0 0,1 0 1 0 0,0 0 0 0 0,0 0-1 0 0,0 0 1 0 0,0 0-1 0 0,-1 0 1 0 0,1 1 0 0 0,0-1-1 0 0,0 0 1 0 0,0 0-1 0 0,0 0 1 0 0,0 0 0 0 0,0 0-1 0 0,0 0 1 0 0,0 1-1 0 0,-1-1 1 0 0,1 0 0 0 0,0 0-1 0 0,0 0 1 0 0,0 0-1 0 0,0 1 1 0 0,0-1 0 0 0,0 0-1 0 0,-2 15 1083 0 0,3 21-1248 0 0,-1-33 335 0 0,23 229 768 0 0,1 25-431 0 0,-18-85-3395 0 0,-9-159 398 0 0,-2-27 0 0 0,3 3 1349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3.1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0 188 1464 0 0,'1'-10'484'0'0,"-1"0"0"0"0,1 0-1 0 0,1-1 1 0 0,0 1 0 0 0,4-14-1 0 0,-4 20-216 0 0,1-1-1 0 0,-1 1 1 0 0,1 0-1 0 0,-1 0 1 0 0,1 0-1 0 0,0 1 1 0 0,1-1 0 0 0,-1 1-1 0 0,1 0 1 0 0,-1 0-1 0 0,1 0 1 0 0,0 0-1 0 0,8-4 1 0 0,4-2 283 0 0,60-30 1339 0 0,-72 37-1745 0 0,0 0-1 0 0,0 0 0 0 0,0 1 1 0 0,0 0-1 0 0,1 0 1 0 0,-1 0-1 0 0,0 1 1 0 0,1-1-1 0 0,-1 1 0 0 0,1 0 1 0 0,-1 0-1 0 0,0 1 1 0 0,1-1-1 0 0,-1 1 1 0 0,8 2-1 0 0,-11-2-70 0 0,0-1-1 0 0,1 1 1 0 0,-1 0-1 0 0,0 0 1 0 0,1 0-1 0 0,-1 0 1 0 0,0 0-1 0 0,0 0 1 0 0,0 0-1 0 0,0 1 1 0 0,0-1 0 0 0,0 0-1 0 0,0 1 1 0 0,0-1-1 0 0,0 0 1 0 0,-1 1-1 0 0,1-1 1 0 0,-1 1-1 0 0,1-1 1 0 0,-1 1-1 0 0,1 2 1 0 0,-1 1 66 0 0,1-1 0 0 0,-1 1 0 0 0,0 0 0 0 0,-1 0 0 0 0,1-1 0 0 0,-1 1 0 0 0,-2 6 0 0 0,-2 6 225 0 0,-1-1 1 0 0,-15 31 0 0 0,8-26-152 0 0,-1 0 0 0 0,-32 37 0 0 0,33-43-491 0 0,1 0-1 0 0,0 0 0 0 0,1 1 1 0 0,1 0-1 0 0,0 1 1 0 0,-8 22-1 0 0,15-19-1175 0 0,13-17-2043 0 0,20-22-2855 0 0,-16 8 3300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3.6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46 2641 0 0,'1'-2'232'0'0,"0"-1"0"0"0,0 0 0 0 0,0 1 0 0 0,1-1 0 0 0,-1 1 0 0 0,1-1 0 0 0,0 1 0 0 0,0 0 0 0 0,-1 0 0 0 0,1 0 0 0 0,1 0 0 0 0,-1 0 0 0 0,0 0 0 0 0,0 0 0 0 0,1 1 0 0 0,-1-1 0 0 0,1 1 0 0 0,-1 0 0 0 0,1-1 1 0 0,0 1-1 0 0,0 0 0 0 0,-1 1 0 0 0,1-1 0 0 0,0 0 0 0 0,0 1 0 0 0,0 0 0 0 0,0 0 0 0 0,0 0 0 0 0,0 0 0 0 0,-1 0 0 0 0,1 0 0 0 0,0 1 0 0 0,0-1 0 0 0,4 2 0 0 0,-4-1-155 0 0,0-1-1 0 0,-1 1 0 0 0,1 0 1 0 0,0 0-1 0 0,-1 0 0 0 0,1 0 1 0 0,-1 0-1 0 0,1 0 1 0 0,-1 1-1 0 0,0-1 0 0 0,0 1 1 0 0,1 0-1 0 0,-1 0 0 0 0,0-1 1 0 0,-1 1-1 0 0,1 1 0 0 0,0-1 1 0 0,0 0-1 0 0,-1 0 1 0 0,1 1-1 0 0,-1-1 0 0 0,0 0 1 0 0,0 1-1 0 0,0 0 0 0 0,0-1 1 0 0,0 1-1 0 0,-1-1 1 0 0,1 1-1 0 0,-1 0 0 0 0,1 0 1 0 0,-1-1-1 0 0,0 1 0 0 0,0 0 1 0 0,0 0-1 0 0,-1-1 1 0 0,1 1-1 0 0,-2 4 0 0 0,0-2-16 0 0,0 1 0 0 0,-1-1 0 0 0,0 0 0 0 0,0 0 0 0 0,0 0 0 0 0,-1 0 0 0 0,0 0 0 0 0,0-1-1 0 0,0 1 1 0 0,-7 4 0 0 0,6-4-19 0 0,0-1-1 0 0,1 1 1 0 0,-1 0-1 0 0,1 1 1 0 0,0-1-1 0 0,0 1 1 0 0,-3 5-1 0 0,7-10-26 0 0,0-1-1 0 0,0 0 0 0 0,0 0 1 0 0,0 0-1 0 0,0 0 0 0 0,0 1 1 0 0,-1-1-1 0 0,1 0 1 0 0,0 0-1 0 0,0 0 0 0 0,0 1 1 0 0,0-1-1 0 0,0 0 1 0 0,0 0-1 0 0,0 0 0 0 0,0 1 1 0 0,0-1-1 0 0,0 0 1 0 0,0 0-1 0 0,0 0 0 0 0,0 0 1 0 0,1 1-1 0 0,-1-1 1 0 0,0 0-1 0 0,0 0 0 0 0,0 0 1 0 0,0 1-1 0 0,0-1 1 0 0,0 0-1 0 0,0 0 0 0 0,0 0 1 0 0,1 0-1 0 0,-1 0 1 0 0,0 1-1 0 0,0-1 0 0 0,0 0 1 0 0,0 0-1 0 0,0 0 0 0 0,1 0 1 0 0,-1 0-1 0 0,0 0 1 0 0,0 0-1 0 0,0 0 0 0 0,1 0 1 0 0,12 1 529 0 0,15-8 215 0 0,-26 6-709 0 0,16-5 200 0 0,1 0 0 0 0,-1-2 0 0 0,0-1 0 0 0,-1 0 0 0 0,17-12 0 0 0,15-14-6982 0 0,-43 24 365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10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36 1888 0 0,'-18'-32'5714'0'0,"10"29"-2242"0"0,2 22-1701 0 0,0 92 378 0 0,9 115-1 0 0,0-144-1812 0 0,-3-68-470 0 0,6 69-69 0 0,-5-78-259 0 0,0 0 0 0 0,1 0-1 0 0,-1 0 1 0 0,1 0 0 0 0,0-1-1 0 0,0 1 1 0 0,0-1-1 0 0,4 5 1 0 0,-4-16-5855 0 0,-6-13 4071 0 0,3 16 1346 0 0,1-10-1697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10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2176 0 0,'3'-2'634'0'0,"0"-1"-1"0"0,0 1 1 0 0,0 0-1 0 0,1 0 1 0 0,-1 0-1 0 0,1 0 1 0 0,-1 1-1 0 0,1-1 0 0 0,0 1 1 0 0,-1 0-1 0 0,1 0 1 0 0,6-1-1 0 0,-3 2-256 0 0,1-1 0 0 0,-1 1 0 0 0,1 0 0 0 0,0 1 0 0 0,-1-1-1 0 0,12 4 1 0 0,-14-3-339 0 0,0 0 0 0 0,0 0 0 0 0,-1 0 0 0 0,1 1 0 0 0,-1 0 0 0 0,1 0 0 0 0,-1 0 0 0 0,0 0 0 0 0,0 1 0 0 0,0-1 0 0 0,0 1-1 0 0,0 0 1 0 0,0 0 0 0 0,-1 1 0 0 0,0-1 0 0 0,1 1 0 0 0,-1 0 0 0 0,-1 0 0 0 0,1 0 0 0 0,0 0 0 0 0,-1 0 0 0 0,3 9 0 0 0,-4-5 28 0 0,0 1 0 0 0,-1-1 0 0 0,0 1 0 0 0,-1-1 0 0 0,0 1 0 0 0,0-1 0 0 0,-1 1 0 0 0,0-1 0 0 0,0 1 0 0 0,-1-1 0 0 0,0 0 0 0 0,0-1 0 0 0,-9 14 1 0 0,7-11-196 0 0,-1-1 0 0 0,0 0 1 0 0,0 0-1 0 0,-1-1 1 0 0,0 0-1 0 0,-1 0 1 0 0,0 0-1 0 0,0-1 0 0 0,-1-1 1 0 0,-13 9-1 0 0,11-10-236 0 0,17-12 743 0 0,21-11 769 0 0,-24 16-1020 0 0,2 1 0 0 0,-1-1 0 0 0,0 1 0 0 0,0 0 0 0 0,0 0 0 0 0,1 0 0 0 0,-1 1-1 0 0,0-1 1 0 0,1 1 0 0 0,-1 0 0 0 0,0 0 0 0 0,1 1 0 0 0,-1-1 0 0 0,0 1 0 0 0,1 0-1 0 0,-1 0 1 0 0,0 0 0 0 0,0 1 0 0 0,0 0 0 0 0,0 0 0 0 0,0 0 0 0 0,0 0-1 0 0,-1 0 1 0 0,1 1 0 0 0,-1-1 0 0 0,1 1 0 0 0,-1 0 0 0 0,0 0 0 0 0,0 0 0 0 0,0 1-1 0 0,-1-1 1 0 0,1 1 0 0 0,-1 0 0 0 0,0-1 0 0 0,0 1 0 0 0,0 0 0 0 0,0 0 0 0 0,-1 0-1 0 0,1 0 1 0 0,-1 1 0 0 0,0-1 0 0 0,-1 0 0 0 0,1 1 0 0 0,-1 5 0 0 0,6 76 296 0 0,-10-41-2590 0 0,-8-6-5582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50.2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21 3041 0 0,'0'-1'491'0'0,"0"0"0"0"0,0 1 0 0 0,0-1 1 0 0,0 0-1 0 0,0 0 0 0 0,0 1 0 0 0,-1-1 1 0 0,1 0-1 0 0,0 1 0 0 0,-1-1 0 0 0,1 0 0 0 0,0 1 1 0 0,-1-1-1 0 0,-2-2 2456 0 0,3 2-2455 0 0,-1 1-1 0 0,1-1 0 0 0,-2 0 0 0 0,-20-4 3014 0 0,17 5-3438 0 0,1 1 0 0 0,0-1 0 0 0,0 1 0 0 0,-1-1 0 0 0,1 1 0 0 0,0 0 0 0 0,0 1 1 0 0,-8 3-1 0 0,8-3-62 0 0,0 1 1 0 0,1 0 0 0 0,-1 0-1 0 0,1 1 1 0 0,-1-1 0 0 0,1 1-1 0 0,0 0 1 0 0,0-1 0 0 0,0 1-1 0 0,1 1 1 0 0,0-1 0 0 0,0 0-1 0 0,0 1 1 0 0,0-1 0 0 0,0 1-1 0 0,1-1 1 0 0,0 1 0 0 0,0 0-1 0 0,0-1 1 0 0,1 1 0 0 0,-1 0-1 0 0,1 8 1 0 0,1-9-2 0 0,-1-1 1 0 0,1 1-1 0 0,-1-1 1 0 0,1 1-1 0 0,0-1 1 0 0,0 1-1 0 0,0-1 1 0 0,1 0-1 0 0,-1 0 0 0 0,1 1 1 0 0,0-1-1 0 0,0 0 1 0 0,0-1-1 0 0,0 1 1 0 0,1 0-1 0 0,-1 0 1 0 0,1-1-1 0 0,-1 0 0 0 0,1 1 1 0 0,0-1-1 0 0,0 0 1 0 0,0 0-1 0 0,0-1 1 0 0,0 1-1 0 0,0-1 1 0 0,1 1-1 0 0,-1-1 0 0 0,1 0 1 0 0,-1 0-1 0 0,7 0 1 0 0,-1 0 10 0 0,0-1 0 0 0,-1-1 0 0 0,1 1 0 0 0,0-1 0 0 0,-1-1 1 0 0,1 0-1 0 0,-1 0 0 0 0,0-1 0 0 0,1 1 0 0 0,-1-2 0 0 0,-1 1 0 0 0,1-1 0 0 0,10-7 1 0 0,26-22-5277 0 0,-34 19-2081 0 0,-7 8 2398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5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1009 34 2769 0 0,'-33'-3'4542'0'0,"-21"6"-2244"0"0,6 0-799 0 0,18-2-386 0 0,0 2 1 0 0,0 0-1 0 0,-48 14 1 0 0,-87 34-339 0 0,142-44-526 0 0,-23 12-108 0 0,0 2-1 0 0,2 1 0 0 0,0 3 1 0 0,2 1-1 0 0,1 3 0 0 0,1 1 1 0 0,-53 52-1 0 0,80-71-86 0 0,2 2 0 0 0,-1 0 0 0 0,2 0 0 0 0,0 1 0 0 0,0 1 0 0 0,2-1 0 0 0,-1 1 0 0 0,2 1 0 0 0,0-1 0 0 0,1 2 0 0 0,-5 21-1 0 0,8-27-50 0 0,1 0 0 0 0,1 0 0 0 0,0 1-1 0 0,1-1 1 0 0,0 1 0 0 0,0-1-1 0 0,1 0 1 0 0,1 1 0 0 0,0-1 0 0 0,1 0-1 0 0,0 0 1 0 0,0 0 0 0 0,1-1-1 0 0,1 1 1 0 0,0-1 0 0 0,0 0 0 0 0,13 18-1 0 0,-4-10-4 0 0,1-1 0 0 0,0 0-1 0 0,2-1 1 0 0,0 0 0 0 0,0-2-1 0 0,2 0 1 0 0,0-1 0 0 0,0 0 0 0 0,1-2-1 0 0,1 0 1 0 0,0-2 0 0 0,0 0-1 0 0,31 8 1 0 0,8-3 29 0 0,0-2 1 0 0,1-3-1 0 0,109 2 1 0 0,-111-8 65 0 0,1-3 0 0 0,0-2 0 0 0,-1-3 0 0 0,0-2 0 0 0,71-19 0 0 0,-18-4-16 0 0,-2 2 196 0 0,153-61 0 0 0,-242 80-217 0 0,-1-1 0 0 0,0-1 0 0 0,-1-1 0 0 0,-1 0 0 0 0,1-1 0 0 0,-2-1-1 0 0,0-1 1 0 0,-1-1 0 0 0,0 0 0 0 0,26-36 0 0 0,-35 41 35 0 0,-1 1 0 0 0,0-1 1 0 0,0 0-1 0 0,-1-1 0 0 0,0 1 0 0 0,-1-1 1 0 0,-1 0-1 0 0,0 0 0 0 0,0 0 0 0 0,-1-1 1 0 0,-1 1-1 0 0,0 0 0 0 0,0-1 0 0 0,-2 1 0 0 0,1-1 1 0 0,-2 1-1 0 0,1-1 0 0 0,-2 1 0 0 0,0 0 1 0 0,0 0-1 0 0,-6-12 0 0 0,-4-10 60 0 0,-3 0 0 0 0,0 2-1 0 0,-33-48 1 0 0,38 65-88 0 0,-1 0-1 0 0,-1 1 0 0 0,0 1 1 0 0,0 0-1 0 0,-1 0 0 0 0,-1 2 1 0 0,0 0-1 0 0,-31-16 0 0 0,23 15-633 0 0,-2 1 0 0 0,1 1-1 0 0,-1 1 1 0 0,-1 1-1 0 0,0 1 1 0 0,0 2-1 0 0,0 1 1 0 0,-1 1 0 0 0,1 1-1 0 0,-1 1 1 0 0,0 1-1 0 0,1 1 1 0 0,-1 2 0 0 0,-51 12-1 0 0,26-3-6049 0 0,28-5 1092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57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 3529 0 0,'-1'0'226'0'0,"1"0"0"0"0,0 0 0 0 0,-1 0 0 0 0,1 0 0 0 0,-1 0 0 0 0,1 0 0 0 0,0 0 0 0 0,-1 0 1 0 0,1 0-1 0 0,-1 0 0 0 0,1 0 0 0 0,0 0 0 0 0,-1 0 0 0 0,1 0 0 0 0,-1 0 0 0 0,1 1 0 0 0,0-1 0 0 0,-1 0 0 0 0,1 0 1 0 0,0 0-1 0 0,-1 1 0 0 0,1-1 0 0 0,0 0 0 0 0,-1 0 0 0 0,1 1 0 0 0,0-1 0 0 0,0 0 0 0 0,-1 1 0 0 0,1-1 0 0 0,0 0 1 0 0,0 1-1 0 0,-1-1 0 0 0,-5 20 2580 0 0,4 29-2457 0 0,2-41 352 0 0,-1 25-513 0 0,2 160 853 0 0,2-162-1798 0 0,1 0 1 0 0,8 33 0 0 0,-5-42-1834 0 0,-4-14-871 0 0,-5-20-4174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58.3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69 2008 0 0,'15'-19'7561'0'0,"13"3"-4949"0"0,32-6-1428 0 0,-55 21-647 0 0,3-2-279 0 0,1 1 1 0 0,-1 0-1 0 0,1 1 1 0 0,-1-1-1 0 0,1 2 1 0 0,-1-1 0 0 0,1 1-1 0 0,-1 1 1 0 0,1-1-1 0 0,-1 2 1 0 0,11 1-1 0 0,-16-2-175 0 0,-1 0 1 0 0,1 0-1 0 0,0 1 0 0 0,0-1 0 0 0,-1 1 0 0 0,1-1 0 0 0,-1 1 0 0 0,1 0 0 0 0,-1 0 0 0 0,0 0 0 0 0,0 0 0 0 0,1 0 0 0 0,-2 1 0 0 0,1-1 0 0 0,0 0 0 0 0,0 1 0 0 0,-1 0 0 0 0,1-1 0 0 0,-1 1 0 0 0,0 0 0 0 0,0 0 0 0 0,0 0 0 0 0,0 0 0 0 0,-1 0 0 0 0,1 0 1 0 0,-1 0-1 0 0,1 0 0 0 0,-1 0 0 0 0,0 0 0 0 0,0 0 0 0 0,-1 0 0 0 0,1 0 0 0 0,-1 0 0 0 0,0 3 0 0 0,-1 2 1 0 0,0 0 0 0 0,0 0 0 0 0,-1 0 0 0 0,0-1 0 0 0,0 1 0 0 0,-1-1 0 0 0,0 0 0 0 0,0 1 0 0 0,-1-2 0 0 0,1 1 0 0 0,-2-1 0 0 0,1 1 0 0 0,-1-2 1 0 0,0 1-1 0 0,-6 5 0 0 0,1-3-365 0 0,0 0 1 0 0,0-1-1 0 0,-16 8 0 0 0,-37 9-4818 0 0,58-21 464 0 0,13-3-20 0 0,5 1 2429 0 0,7 7-44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58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4753 0 0,'0'3'7267'0'0,"1"4"-3397"0"0,5 40-2044 0 0,0 4-1006 0 0,1 0-1614 0 0,1-18-6478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5.7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293 33 3409 0 0,'-5'-4'582'0'0,"1"1"-1"0"0,-1 0 1 0 0,0 0 0 0 0,0 0 0 0 0,0 0 0 0 0,0 0-1 0 0,0 1 1 0 0,0 0 0 0 0,-1 1 0 0 0,-9-3 0 0 0,10 3-366 0 0,0 1 1 0 0,1 0-1 0 0,-1 0 0 0 0,1 0 1 0 0,-1 1-1 0 0,0-1 1 0 0,1 1-1 0 0,-1 0 0 0 0,1 1 1 0 0,-1-1-1 0 0,-5 3 1 0 0,2 1-171 0 0,1 0 1 0 0,-1 0-1 0 0,1 0 1 0 0,0 1-1 0 0,0 0 1 0 0,0 0-1 0 0,1 1 1 0 0,0 0 0 0 0,1 0-1 0 0,-1 1 1 0 0,1-1-1 0 0,-7 17 1 0 0,-2 6 59 0 0,2 1 0 0 0,1 0 1 0 0,1 1-1 0 0,2 0 1 0 0,1 0-1 0 0,2 1 0 0 0,-2 62 1 0 0,6-69-42 0 0,1 1 1 0 0,2 0-1 0 0,1 0 0 0 0,1-1 1 0 0,1 0-1 0 0,2 0 1 0 0,0 0-1 0 0,2 0 1 0 0,0-1-1 0 0,16 27 1 0 0,-21-44-51 0 0,1 0 1 0 0,0-1-1 0 0,1 0 1 0 0,-1 0-1 0 0,1 0 1 0 0,1 0-1 0 0,-1-1 1 0 0,1 0-1 0 0,0-1 1 0 0,0 1-1 0 0,1-1 1 0 0,0-1-1 0 0,0 1 1 0 0,0-2 0 0 0,0 1-1 0 0,10 2 1 0 0,-6-3 47 0 0,0 0 0 0 0,1-2 0 0 0,-1 1 0 0 0,1-2 1 0 0,0 1-1 0 0,-1-2 0 0 0,1 0 0 0 0,-1 0 1 0 0,1-1-1 0 0,17-6 0 0 0,-4 1 215 0 0,-2-2 0 0 0,1-2 0 0 0,-1 0-1 0 0,-1-1 1 0 0,0-1 0 0 0,-1-1 0 0 0,0-1 0 0 0,-1-1 0 0 0,-1-1-1 0 0,26-28 1 0 0,-38 36-144 0 0,0 0 1 0 0,-1 0-1 0 0,0-1 0 0 0,0 0 0 0 0,-1 0 0 0 0,-1-1 0 0 0,0 1 1 0 0,0-1-1 0 0,-1 0 0 0 0,0-1 0 0 0,-1 1 0 0 0,0-1 0 0 0,-1 1 0 0 0,0-1 1 0 0,-1 0-1 0 0,0 0 0 0 0,-1 0 0 0 0,-1 0 0 0 0,1 1 0 0 0,-2-1 1 0 0,0 0-1 0 0,0 0 0 0 0,-1 1 0 0 0,-1 0 0 0 0,0-1 0 0 0,-7-13 0 0 0,-1-3 70 0 0,-1 1 0 0 0,-2 0-1 0 0,0 1 1 0 0,-2 1-1 0 0,-1 0 1 0 0,-34-36-1 0 0,44 53-433 0 0,-2 0 0 0 0,1 0 0 0 0,-1 1 0 0 0,0 0 0 0 0,0 1 0 0 0,-1 0 0 0 0,0 0-1 0 0,-16-5 1 0 0,19 8-592 0 0,0 1-1 0 0,0 1 1 0 0,0-1-1 0 0,0 1 1 0 0,0 1-1 0 0,0 0 1 0 0,0 0-1 0 0,0 0 1 0 0,-1 1-1 0 0,1 0 1 0 0,0 1-1 0 0,1-1 1 0 0,-16 7-1 0 0,9 0-4978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6.2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1 1552 0 0,'-2'2'487'0'0,"1"0"-1"0"0,-1 0 0 0 0,1 1 1 0 0,0-1-1 0 0,0 1 0 0 0,0-1 0 0 0,0 1 1 0 0,0-1-1 0 0,0 1 0 0 0,1-1 1 0 0,0 1-1 0 0,-1 0 0 0 0,1-1 1 0 0,0 4-1 0 0,2 45 538 0 0,0-27-203 0 0,-1 52 48 0 0,6 147 879 0 0,-3-187-2542 0 0,2-1 1 0 0,10 38 0 0 0,-11-60-475 0 0,1 3-5015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6.6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99 2104 0 0,'0'-1'323'0'0,"0"0"0"0"0,0 0 0 0 0,1 0-1 0 0,-1 0 1 0 0,0 0 0 0 0,1 0 0 0 0,-1 0-1 0 0,1 0 1 0 0,-1 0 0 0 0,1 0 0 0 0,0 0-1 0 0,-1 0 1 0 0,1 1 0 0 0,0-1 0 0 0,0 0-1 0 0,0 0 1 0 0,1 0 0 0 0,34-21 1258 0 0,-22 15-784 0 0,61-33 940 0 0,-70 38-1673 0 0,0 0 1 0 0,0 0 0 0 0,0 0-1 0 0,0 1 1 0 0,0 0-1 0 0,0 0 1 0 0,1 0 0 0 0,-1 1-1 0 0,1-1 1 0 0,-1 1 0 0 0,0 1-1 0 0,1-1 1 0 0,7 2-1 0 0,-11-1-31 0 0,0 0 0 0 0,0 1-1 0 0,-1-1 1 0 0,1 0-1 0 0,0 1 1 0 0,-1 0 0 0 0,1-1-1 0 0,-1 1 1 0 0,0 0-1 0 0,1-1 1 0 0,-1 1-1 0 0,0 0 1 0 0,0 0 0 0 0,0 0-1 0 0,0 0 1 0 0,-1 0-1 0 0,1 0 1 0 0,-1 0-1 0 0,1 1 1 0 0,-1-1 0 0 0,1 0-1 0 0,-1 0 1 0 0,0 0-1 0 0,0 0 1 0 0,0 1 0 0 0,0-1-1 0 0,-1 2 1 0 0,-10 64 343 0 0,10-64-350 0 0,-9 35-98 0 0,-2-1 0 0 0,-1 0 0 0 0,-2 0 0 0 0,-2-2 0 0 0,-1 0 0 0 0,-29 41 0 0 0,46-75-104 0 0,-1 1 0 0 0,1-1 0 0 0,-1 0 0 0 0,0 0 0 0 0,0 0 0 0 0,0 0 1 0 0,0 0-1 0 0,0-1 0 0 0,-5 4 0 0 0,-2-8-3163 0 0,4-14-962 0 0,5 6 1076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27.0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89 2248 0 0,'-1'-4'336'0'0,"1"1"0"0"0,1 0 0 0 0,-1-1 0 0 0,0 1-1 0 0,1 0 1 0 0,0 0 0 0 0,0 0 0 0 0,0-1 0 0 0,0 1-1 0 0,0 0 1 0 0,1 0 0 0 0,-1 1 0 0 0,1-1 0 0 0,0 0-1 0 0,0 0 1 0 0,0 1 0 0 0,0-1 0 0 0,0 1 0 0 0,0 0-1 0 0,1-1 1 0 0,-1 1 0 0 0,4-2 0 0 0,-4 2-234 0 0,1 0 0 0 0,-1 0 1 0 0,0 0-1 0 0,1 1 1 0 0,-1-1-1 0 0,1 0 0 0 0,0 1 1 0 0,0 0-1 0 0,-1 0 0 0 0,1 0 1 0 0,0 0-1 0 0,0 0 0 0 0,0 0 1 0 0,0 1-1 0 0,0 0 0 0 0,0-1 1 0 0,0 1-1 0 0,0 0 1 0 0,0 0-1 0 0,0 1 0 0 0,0-1 1 0 0,0 1-1 0 0,0-1 0 0 0,3 2 1 0 0,-4 0-67 0 0,-1-1 0 0 0,0 0 1 0 0,0 1-1 0 0,0-1 0 0 0,0 1 1 0 0,0-1-1 0 0,0 1 1 0 0,0-1-1 0 0,-1 1 0 0 0,1 0 1 0 0,-1 0-1 0 0,1-1 0 0 0,-1 1 1 0 0,1 0-1 0 0,-1 0 1 0 0,0-1-1 0 0,0 1 0 0 0,0 0 1 0 0,0 0-1 0 0,0 0 0 0 0,0-1 1 0 0,-1 1-1 0 0,1 0 0 0 0,-1 0 1 0 0,1-1-1 0 0,-1 1 1 0 0,1 0-1 0 0,-1-1 0 0 0,0 1 1 0 0,-1 2-1 0 0,-28 49-347 0 0,20-39 179 0 0,2-2 374 0 0,26-19 585 0 0,-12 4-704 0 0,0 0-1 0 0,-1 1 0 0 0,1-1 1 0 0,0 1-1 0 0,1 1 0 0 0,-1-1 1 0 0,0 1-1 0 0,0 0 0 0 0,9 0 1 0 0,-14 1-66 0 0,0 0-1 0 0,1 0 1 0 0,-1 0 0 0 0,0 1 0 0 0,1-1 0 0 0,-1 0-1 0 0,0 1 1 0 0,0-1 0 0 0,1 1 0 0 0,-1-1 0 0 0,0 1-1 0 0,0-1 1 0 0,0 1 0 0 0,0 0 0 0 0,0 0 0 0 0,0-1-1 0 0,0 1 1 0 0,0 0 0 0 0,2 2 0 0 0,-3-1 30 0 0,1 0-1 0 0,0-1 1 0 0,0 1 0 0 0,-1 0 0 0 0,1 0 0 0 0,-1 0 0 0 0,0 0-1 0 0,0 0 1 0 0,1 0 0 0 0,-1 0 0 0 0,-1 0 0 0 0,1 0 0 0 0,0 0-1 0 0,0 0 1 0 0,-1 0 0 0 0,0 4 0 0 0,-2 3 64 0 0,-1 0 0 0 0,0 0 0 0 0,0 0 1 0 0,0-1-1 0 0,-1 1 0 0 0,-1-1 0 0 0,-8 10 0 0 0,-19 32-3909 0 0,35-63-6122 0 0,-2 8 8337 0 0,4-5-1749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42.3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61 976 0 0,'-2'-11'1145'0'0,"2"7"-795"0"0,0 0 0 0 0,0 1 0 0 0,-1-1 1 0 0,0 0-1 0 0,0 1 0 0 0,0-1 0 0 0,0 0 0 0 0,0 1 1 0 0,-1-1-1 0 0,1 1 0 0 0,-1 0 0 0 0,-2-4 0 0 0,2 11-83 0 0,1-1 0 0 0,0 0 0 0 0,0 0 0 0 0,0 1 0 0 0,0-1-1 0 0,0 0 1 0 0,1 1 0 0 0,0-1 0 0 0,-1 1 0 0 0,1 3 0 0 0,-1 75 519 0 0,3 1 1 0 0,17 104 0 0 0,49 159-692 0 0,-65-326-891 0 0,-6-16-2456 0 0,-12-30-1921 0 0,9 8 2906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42.7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56 2785 0 0,'5'-5'392'0'0,"0"0"-1"0"0,0 0 1 0 0,0 1 0 0 0,0 0 0 0 0,1 0 0 0 0,0 0 0 0 0,-1 0 0 0 0,1 1 0 0 0,1 0 0 0 0,-1 0 0 0 0,0 1-1 0 0,1 0 1 0 0,-1 0 0 0 0,1 0 0 0 0,0 1 0 0 0,-1 0 0 0 0,10 0 0 0 0,-13 1-322 0 0,0 0 0 0 0,1 0 0 0 0,-1 0 0 0 0,0 1 1 0 0,0-1-1 0 0,0 1 0 0 0,1 0 0 0 0,-1 0 0 0 0,0 0 0 0 0,0 0 0 0 0,0 0 1 0 0,0 1-1 0 0,-1 0 0 0 0,1-1 0 0 0,0 1 0 0 0,-1 0 0 0 0,1 0 0 0 0,-1 0 0 0 0,1 1 1 0 0,-1-1-1 0 0,0 1 0 0 0,0-1 0 0 0,0 1 0 0 0,0 0 0 0 0,-1-1 0 0 0,1 1 1 0 0,-1 0-1 0 0,0 0 0 0 0,0 0 0 0 0,0 1 0 0 0,0-1 0 0 0,0 0 0 0 0,0 0 0 0 0,-1 0 1 0 0,0 1-1 0 0,0-1 0 0 0,0 4 0 0 0,0 14 159 0 0,-2 0 0 0 0,0-1-1 0 0,-1 1 1 0 0,-2-1 0 0 0,0 1 0 0 0,-1-1 0 0 0,0-1-1 0 0,-2 1 1 0 0,-1-1 0 0 0,0-1 0 0 0,-1 1 0 0 0,-1-2-1 0 0,0 1 1 0 0,-2-2 0 0 0,-18 20 0 0 0,-7-11-1895 0 0,19-22-2210 0 0,19-4 3641 0 0,-1 1-1 0 0,1-1 1 0 0,-1 1 0 0 0,1-1-1 0 0,0 1 1 0 0,-1-1 0 0 0,1 1 0 0 0,0-1-1 0 0,-1 1 1 0 0,1-1 0 0 0,0 0-1 0 0,0 1 1 0 0,-1-1 0 0 0,1 1-1 0 0,0-1 1 0 0,0 0 0 0 0,0 1 0 0 0,0-1-1 0 0,0 0 1 0 0,0 1 0 0 0,0-1-1 0 0,0 0 1 0 0,0 1 0 0 0,0-1-1 0 0,0 1 1 0 0,1-1 0 0 0,-1 0 0 0 0,0 1-1 0 0,0-1 1 0 0,1 0 0 0 0,2-6-2342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43.1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75 1 3145 0 0,'-6'27'7124'0'0,"-38"74"-6089"0"0,38-89-1000 0 0,4-8-28 0 0,-1 1 0 0 0,1 0 1 0 0,-1 0-1 0 0,1 0 0 0 0,1 0 0 0 0,-1 0 0 0 0,1 1 0 0 0,0-1 0 0 0,-1 8 0 0 0,3-13-3 0 0,0 1 1 0 0,0-1-1 0 0,-1 1 0 0 0,1-1 0 0 0,0 0 0 0 0,0 0 0 0 0,0 1 0 0 0,-1-1 0 0 0,1 0 0 0 0,0 0 0 0 0,0 0 0 0 0,0 0 0 0 0,0 0 0 0 0,-1 0 0 0 0,1 0 0 0 0,0 0 0 0 0,0 0 0 0 0,0 0 0 0 0,0 0 0 0 0,-1-1 0 0 0,1 1 0 0 0,0 0 0 0 0,0-1 0 0 0,0 1 0 0 0,-1 0 0 0 0,2-1 0 0 0,30-11 520 0 0,-28 10-426 0 0,22-7 132 0 0,1 1 0 0 0,46-8 0 0 0,-18 8-6134 0 0,-46 4 1492 0 0,-1 10 2689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43.5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3265 0 0,'1'75'6362'0'0,"1"0"-3280"0"0,0-1-4650 0 0,-2 1-6018 0 0,1-70 4887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22.6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576 80 1608 0 0,'-11'-10'8125'0'0,"-10"6"-4817"0"0,-28 6-3392 0 0,31-1 597 0 0,-5-1 487 0 0,0 2 0 0 0,0 0 0 0 0,-39 10 0 0 0,39-5-825 0 0,-1 1-1 0 0,1 1 1 0 0,0 0 0 0 0,1 2 0 0 0,0 1 0 0 0,1 1 0 0 0,1 1 0 0 0,0 0 0 0 0,0 2 0 0 0,-23 24-1 0 0,34-31-149 0 0,1 1 0 0 0,0 0 0 0 0,0 1 0 0 0,1-1 0 0 0,0 2-1 0 0,1-1 1 0 0,1 1 0 0 0,0 0 0 0 0,0 0 0 0 0,1 0 0 0 0,1 0-1 0 0,0 1 1 0 0,0 0 0 0 0,1 0 0 0 0,1-1 0 0 0,0 1-1 0 0,1 0 1 0 0,1 0 0 0 0,0 0 0 0 0,0 0 0 0 0,1 0 0 0 0,5 14-1 0 0,-2-10-12 0 0,0 0 1 0 0,1 0-1 0 0,1-1 0 0 0,1 0 0 0 0,0 0 0 0 0,1-1 0 0 0,1 0 0 0 0,0-1 0 0 0,1 0 0 0 0,0-1 0 0 0,1 0 0 0 0,1 0 0 0 0,0-1 0 0 0,1-1 1 0 0,28 18-1 0 0,-25-20 12 0 0,1 0 0 0 0,0-2 1 0 0,1 0-1 0 0,-1-1 1 0 0,1-1-1 0 0,0 0 0 0 0,1-2 1 0 0,22 2-1 0 0,20-2 158 0 0,77-7 0 0 0,10-1-55 0 0,-117 5-77 0 0,0-2 0 0 0,-1-1 0 0 0,1-2-1 0 0,-1-1 1 0 0,0-1 0 0 0,50-20 0 0 0,-41 11 21 0 0,-2-1 0 0 0,0-2 0 0 0,-1-2 0 0 0,53-39 1 0 0,-81 53-22 0 0,0-2 1 0 0,0 0 0 0 0,0 0 0 0 0,-1 0-1 0 0,0-1 1 0 0,-1 0 0 0 0,0 0 0 0 0,-1-1 0 0 0,0 0-1 0 0,0 0 1 0 0,5-20 0 0 0,-5 13 4 0 0,-1 0 0 0 0,-2 0 1 0 0,1 0-1 0 0,-2-1 0 0 0,-1 1 0 0 0,0-1 0 0 0,-3-22 1 0 0,1 32-13 0 0,-1 0 1 0 0,0 0 0 0 0,0 1 0 0 0,-1-1 0 0 0,0 1 0 0 0,-1 0 0 0 0,0 0-1 0 0,0 0 1 0 0,-10-14 0 0 0,-58-64 545 0 0,46 57-515 0 0,15 18-65 0 0,0 1-1 0 0,-1 0 0 0 0,0 1 1 0 0,0 0-1 0 0,-1 1 1 0 0,0 1-1 0 0,-1 0 1 0 0,1 0-1 0 0,-1 2 1 0 0,-1 0-1 0 0,-20-5 0 0 0,1 2 8 0 0,-1 2-1 0 0,0 1 0 0 0,-64-1 1 0 0,72 8-567 0 0,0 1 0 0 0,1 0 0 0 0,-48 15 0 0 0,5-2-6450 0 0,66-16 6436 0 0,0 1-1 0 0,0-1 1 0 0,1 0 0 0 0,-1 0-1 0 0,0 0 1 0 0,0-1-1 0 0,1 1 1 0 0,-1-1 0 0 0,0 1-1 0 0,-3-3 1 0 0,-4 1-1268 0 0,-9 1-3134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13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53 1032 0 0,'-1'0'276'0'0,"-1"-1"-1"0"0,1 1 1 0 0,-1-1 0 0 0,1 0-1 0 0,0 1 1 0 0,-1-1-1 0 0,1 0 1 0 0,0 0 0 0 0,0 0-1 0 0,0 0 1 0 0,0 0-1 0 0,-1 0 1 0 0,1 0 0 0 0,1 0-1 0 0,-1-1 1 0 0,0 1-1 0 0,0 0 1 0 0,0-1 0 0 0,1 1-1 0 0,-1 0 1 0 0,0-1-1 0 0,0-2 1 0 0,-15-19 3241 0 0,15 22-3454 0 0,0 1 0 0 0,0-1-1 0 0,0 1 1 0 0,0 0 0 0 0,0-1 0 0 0,0 1-1 0 0,0 0 1 0 0,0 0 0 0 0,0 0 0 0 0,0-1-1 0 0,0 1 1 0 0,0 0 0 0 0,0 0 0 0 0,0 1-1 0 0,0-1 1 0 0,0 0 0 0 0,0 0 0 0 0,0 0 0 0 0,0 1-1 0 0,0-1 1 0 0,0 1 0 0 0,0-1 0 0 0,0 1-1 0 0,0-1 1 0 0,0 1 0 0 0,0-1 0 0 0,1 1-1 0 0,-2 0 1 0 0,-3 4-41 0 0,0 0-1 0 0,0-1 1 0 0,1 1-1 0 0,-1 1 1 0 0,1-1-1 0 0,0 1 1 0 0,1 0-1 0 0,-1 0 1 0 0,1 0-1 0 0,1 0 1 0 0,-1 0-1 0 0,1 1 1 0 0,0-1-1 0 0,0 1 1 0 0,0 7-1 0 0,-3 13-47 0 0,1 0 0 0 0,1 36-1 0 0,2-48 32 0 0,2 1-1 0 0,0-1 1 0 0,0 0-1 0 0,1 0 0 0 0,1 1 1 0 0,1-1-1 0 0,7 20 0 0 0,-10-31 2 0 0,1-1 0 0 0,-1 1 0 0 0,1-1-1 0 0,0 1 1 0 0,0-1 0 0 0,0 0 0 0 0,0 0-1 0 0,1 0 1 0 0,-1 0 0 0 0,1 0 0 0 0,0-1-1 0 0,0 1 1 0 0,0-1 0 0 0,0 1 0 0 0,0-1-1 0 0,1 0 1 0 0,-1 0 0 0 0,0-1 0 0 0,1 1-1 0 0,0-1 1 0 0,-1 1 0 0 0,1-1 0 0 0,0-1-1 0 0,0 1 1 0 0,-1 0 0 0 0,1-1 0 0 0,0 0-1 0 0,0 0 1 0 0,0 0 0 0 0,0 0 0 0 0,-1 0-1 0 0,1-1 1 0 0,0 0 0 0 0,6-2-1 0 0,-1 0 69 0 0,0-1 0 0 0,-1 0 0 0 0,1-1-1 0 0,-1 0 1 0 0,0 0 0 0 0,0-1 0 0 0,-1 0-1 0 0,0 0 1 0 0,0-1 0 0 0,0 0 0 0 0,-1 0-1 0 0,0 0 1 0 0,6-10 0 0 0,-6 8 120 0 0,1-1-1 0 0,-2 0 1 0 0,1 0 0 0 0,-1 0-1 0 0,-1-1 1 0 0,0 1 0 0 0,0-1 0 0 0,-1 0-1 0 0,-1 0 1 0 0,3-19 0 0 0,-5 24-136 0 0,0 1 1 0 0,-1 0 0 0 0,0-1-1 0 0,0 1 1 0 0,0 0-1 0 0,0 0 1 0 0,-1 0-1 0 0,0 0 1 0 0,0 0-1 0 0,0 0 1 0 0,-1 0 0 0 0,1 1-1 0 0,-1-1 1 0 0,0 1-1 0 0,-1-1 1 0 0,1 1-1 0 0,-1 1 1 0 0,0-1 0 0 0,0 0-1 0 0,0 1 1 0 0,0 0-1 0 0,-1 0 1 0 0,1 0-1 0 0,-1 0 1 0 0,1 1-1 0 0,-1-1 1 0 0,-10-2 0 0 0,6 2-516 0 0,-1 0 0 0 0,0 1 0 0 0,1 0 0 0 0,-1 0 0 0 0,0 1 1 0 0,-13 0-1 0 0,14 2-910 0 0,0-1 0 0 0,0 1-1 0 0,0 0 1 0 0,1 1 0 0 0,-1 0 0 0 0,-15 6 0 0 0,17-4-2414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14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111 2 3145 0 0,'-3'-1'243'0'0,"0"1"1"0"0,0 0 0 0 0,0 0-1 0 0,0 0 1 0 0,0 0-1 0 0,0 0 1 0 0,0 1 0 0 0,0-1-1 0 0,0 1 1 0 0,0 0-1 0 0,0 0 1 0 0,1 0 0 0 0,-1 0-1 0 0,0 0 1 0 0,1 1-1 0 0,-1-1 1 0 0,1 1 0 0 0,-1 0-1 0 0,-4 3 1 0 0,3 0-116 0 0,0 0 1 0 0,1 0 0 0 0,-1 0-1 0 0,1 0 1 0 0,0 1-1 0 0,0-1 1 0 0,1 1-1 0 0,-1 0 1 0 0,-1 7-1 0 0,-1 8-140 0 0,1 0 0 0 0,0 0-1 0 0,2 0 1 0 0,0 37 0 0 0,2-49 21 0 0,1 0 1 0 0,0 1 0 0 0,0-1 0 0 0,1 0 0 0 0,0 0 0 0 0,1 0-1 0 0,0 0 1 0 0,0 0 0 0 0,1 0 0 0 0,8 14 0 0 0,-10-20 6 0 0,0-1 1 0 0,0 1 0 0 0,0 0 0 0 0,1-1 0 0 0,-1 1-1 0 0,1-1 1 0 0,0 0 0 0 0,0 1 0 0 0,0-1 0 0 0,0-1-1 0 0,0 1 1 0 0,0 0 0 0 0,0-1 0 0 0,0 0 0 0 0,1 1-1 0 0,-1-1 1 0 0,0-1 0 0 0,1 1 0 0 0,-1 0 0 0 0,1-1-1 0 0,-1 0 1 0 0,1 0 0 0 0,0 0 0 0 0,-1 0 0 0 0,1 0-1 0 0,-1-1 1 0 0,1 1 0 0 0,-1-1 0 0 0,0 0 0 0 0,1 0-1 0 0,4-3 1 0 0,1 0 171 0 0,0 0 0 0 0,1-1 1 0 0,-2-1-1 0 0,1 1 0 0 0,0-2 0 0 0,-1 1 0 0 0,-1-1 0 0 0,1 0 1 0 0,-1-1-1 0 0,0 1 0 0 0,0-1 0 0 0,-1-1 0 0 0,0 1 0 0 0,-1-1 1 0 0,0 0-1 0 0,0-1 0 0 0,-1 1 0 0 0,0-1 0 0 0,4-16 0 0 0,-7 20-196 0 0,1 0-1 0 0,-1 0 0 0 0,-1 0 1 0 0,1 0-1 0 0,-1 0 0 0 0,0-1 1 0 0,0 1-1 0 0,-1 0 0 0 0,1 0 0 0 0,-1 0 1 0 0,-1 0-1 0 0,1 0 0 0 0,-1 0 1 0 0,0 1-1 0 0,0-1 0 0 0,-1 0 0 0 0,0 1 1 0 0,0 0-1 0 0,0 0 0 0 0,-1-1 1 0 0,1 2-1 0 0,-1-1 0 0 0,-1 0 1 0 0,1 1-1 0 0,0 0 0 0 0,-1 0 0 0 0,0 0 1 0 0,0 1-1 0 0,0-1 0 0 0,0 1 1 0 0,-1 1-1 0 0,1-1 0 0 0,-12-3 1 0 0,8 3-1035 0 0,0 0 1 0 0,0 0-1 0 0,0 1 0 0 0,0 1 1 0 0,0-1-1 0 0,-19 1 1 0 0,13 5-2942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16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187 104 536 0 0,'-4'-7'831'0'0,"-1"1"0"0"0,0-1 0 0 0,0 1-1 0 0,0 0 1 0 0,0 0 0 0 0,-1 0 0 0 0,0 1 0 0 0,-1 0 0 0 0,1 0 0 0 0,-11-5-1 0 0,15 9-761 0 0,0 0-1 0 0,-1 0 1 0 0,1 0-1 0 0,-1 0 0 0 0,1 0 1 0 0,-1 1-1 0 0,1-1 0 0 0,-1 1 1 0 0,1 0-1 0 0,-1 0 1 0 0,0 0-1 0 0,1 0 0 0 0,-1 0 1 0 0,1 0-1 0 0,-1 1 0 0 0,1-1 1 0 0,-1 1-1 0 0,1 0 1 0 0,-1 0-1 0 0,1 0 0 0 0,0 0 1 0 0,-1 0-1 0 0,1 0 0 0 0,0 1 1 0 0,0-1-1 0 0,0 1 1 0 0,0-1-1 0 0,0 1 0 0 0,0 0 1 0 0,0 0-1 0 0,1 0 0 0 0,-1 0 1 0 0,1 0-1 0 0,-1 0 1 0 0,1 1-1 0 0,-2 2 0 0 0,-2 6-73 0 0,0 1-1 0 0,0-1 1 0 0,1 1 0 0 0,0 1-1 0 0,1-1 1 0 0,1 0-1 0 0,0 1 1 0 0,0-1-1 0 0,1 1 1 0 0,1 0 0 0 0,0-1-1 0 0,1 1 1 0 0,3 18-1 0 0,-2-24 7 0 0,-1-1 0 0 0,1 1 0 0 0,0-1 0 0 0,0 0 0 0 0,1 0 0 0 0,0 0 0 0 0,0 0 0 0 0,0 0 0 0 0,1 0 0 0 0,0-1 0 0 0,9 10 0 0 0,-10-12 2 0 0,1 0 0 0 0,0 0 0 0 0,0 0 0 0 0,0-1 0 0 0,0 0 0 0 0,1 1 1 0 0,-1-2-1 0 0,1 1 0 0 0,-1 0 0 0 0,1-1 0 0 0,-1 0 0 0 0,1 0 0 0 0,0 0 0 0 0,0-1 0 0 0,-1 1 1 0 0,1-1-1 0 0,0-1 0 0 0,6 0 0 0 0,-4 0 27 0 0,1-1-1 0 0,-1 0 1 0 0,0-1 0 0 0,-1 0 0 0 0,1 0-1 0 0,0 0 1 0 0,-1-1 0 0 0,1 0 0 0 0,-1 0-1 0 0,0 0 1 0 0,-1-1 0 0 0,1 0 0 0 0,-1 0-1 0 0,0-1 1 0 0,0 1 0 0 0,0-1 0 0 0,-1 0-1 0 0,7-13 1 0 0,-6 11 124 0 0,-1 1 0 0 0,-1 0 0 0 0,1-1 0 0 0,-1 0 0 0 0,0 0 0 0 0,-1 0 0 0 0,0 0 0 0 0,0-1 0 0 0,-1 1 0 0 0,0 0 0 0 0,0-1 0 0 0,-1 1 0 0 0,0-1 0 0 0,-1 1 0 0 0,1 0 0 0 0,-4-12 0 0 0,2 13-135 0 0,-1 0-1 0 0,0 0 0 0 0,0 1 1 0 0,0-1-1 0 0,-1 1 0 0 0,0 0 1 0 0,-1 0-1 0 0,1 0 1 0 0,-1 0-1 0 0,0 1 0 0 0,-1 0 1 0 0,1 0-1 0 0,-1 0 0 0 0,0 1 1 0 0,0-1-1 0 0,0 2 0 0 0,-11-6 1 0 0,8 5-531 0 0,0 1 0 0 0,0 0 0 0 0,0 1 0 0 0,0 0 0 0 0,-15-2 1 0 0,13 3-919 0 0,-1 1 1 0 0,1 0 0 0 0,-1 1 0 0 0,-15 3 0 0 0,11 0-2468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39.2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158 12 3977 0 0,'-1'-1'352'0'0,"0"-1"0"0"0,-1 1 0 0 0,1 0 0 0 0,-1 0 0 0 0,0 0 0 0 0,1 0 0 0 0,-1 1 0 0 0,0-1 0 0 0,1 0 0 0 0,-1 1 0 0 0,0-1 0 0 0,0 1 0 0 0,0 0-1 0 0,0-1 1 0 0,1 1 0 0 0,-1 0 0 0 0,0 0 0 0 0,0 0 0 0 0,0 1 0 0 0,0-1 0 0 0,1 0 0 0 0,-1 1 0 0 0,0-1 0 0 0,-3 2 0 0 0,2 0-187 0 0,0-1-1 0 0,1 2 1 0 0,-1-1-1 0 0,0 0 0 0 0,1 1 1 0 0,-1-1-1 0 0,1 1 1 0 0,0 0-1 0 0,-1 0 1 0 0,1 0-1 0 0,1 0 1 0 0,-3 3-1 0 0,-1 6-200 0 0,0 0 1 0 0,0 0-1 0 0,1 1 1 0 0,0 0-1 0 0,-3 24 0 0 0,7-30 55 0 0,-1-1-1 0 0,1 1 0 0 0,0-1 0 0 0,1 1 1 0 0,-1-1-1 0 0,1 1 0 0 0,0-1 0 0 0,1 0 0 0 0,0 1 1 0 0,0-1-1 0 0,0 0 0 0 0,1 0 0 0 0,-1 0 1 0 0,2 0-1 0 0,-1-1 0 0 0,0 1 0 0 0,1-1 0 0 0,0 0 1 0 0,9 9-1 0 0,-8-10 19 0 0,0-1 1 0 0,-1 0-1 0 0,1 0 0 0 0,0 0 1 0 0,0-1-1 0 0,1 1 0 0 0,-1-1 1 0 0,1-1-1 0 0,-1 1 0 0 0,1-1 0 0 0,-1 0 1 0 0,1 0-1 0 0,0 0 0 0 0,-1-1 1 0 0,1 0-1 0 0,0 0 0 0 0,-1-1 1 0 0,1 1-1 0 0,0-1 0 0 0,-1 0 1 0 0,1-1-1 0 0,-1 1 0 0 0,7-4 1 0 0,-5 3 126 0 0,0-1-1 0 0,-1-1 1 0 0,1 1 0 0 0,0-1 0 0 0,-1-1 0 0 0,0 1 0 0 0,0-1-1 0 0,0 0 1 0 0,-1 0 0 0 0,1-1 0 0 0,-1 1 0 0 0,-1-1 0 0 0,1 0-1 0 0,-1-1 1 0 0,0 1 0 0 0,0-1 0 0 0,-1 0 0 0 0,0 0 0 0 0,0 0-1 0 0,2-9 1 0 0,-4 11-89 0 0,0-1 0 0 0,0 1 0 0 0,-1 0-1 0 0,1 0 1 0 0,-1 0 0 0 0,-1 0 0 0 0,1-1-1 0 0,-1 1 1 0 0,0 0 0 0 0,0 0 0 0 0,0 0 0 0 0,-1 0-1 0 0,1 0 1 0 0,-1 0 0 0 0,-1 1 0 0 0,1-1-1 0 0,-1 0 1 0 0,1 1 0 0 0,-1 0 0 0 0,0 0 0 0 0,-1 0-1 0 0,1 0 1 0 0,-1 0 0 0 0,0 1 0 0 0,0-1-1 0 0,0 1 1 0 0,0 0 0 0 0,-1 0 0 0 0,1 1 0 0 0,-7-4-1 0 0,2 2-201 0 0,1 1 1 0 0,-1-1-1 0 0,0 2 0 0 0,0-1 0 0 0,0 1 0 0 0,-1 1 0 0 0,1-1 1 0 0,0 1-1 0 0,-1 1 0 0 0,-12 1 0 0 0,-6 2-2725 0 0,0 1 0 0 0,-30 9 0 0 0,25-5-2837 0 0,22-3 1210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0:39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79 4945 0 0,'-3'-1'411'0'0,"1"0"0"0"0,-1 0 0 0 0,0 0 0 0 0,1 0 0 0 0,-1 0 0 0 0,0 1 0 0 0,1-1 1 0 0,-1 1-1 0 0,0 0 0 0 0,0-1 0 0 0,0 1 0 0 0,1 1 0 0 0,-1-1 0 0 0,0 0 0 0 0,0 1 0 0 0,0-1 0 0 0,1 1 0 0 0,-1 0 0 0 0,0 0 0 0 0,1 0 0 0 0,-1 0 0 0 0,1 1 0 0 0,-4 1 0 0 0,3 0-288 0 0,1 0-1 0 0,-1 0 0 0 0,0 0 0 0 0,1 0 0 0 0,0 1 0 0 0,0-1 0 0 0,0 1 0 0 0,0 0 1 0 0,0-1-1 0 0,1 1 0 0 0,0 0 0 0 0,0 0 0 0 0,0 0 0 0 0,-1 6 0 0 0,1-2-185 0 0,0 0-1 0 0,0 0 0 0 0,1 0 0 0 0,0 0 0 0 0,0 0 1 0 0,1 0-1 0 0,0 0 0 0 0,1 0 0 0 0,0 0 0 0 0,0 0 1 0 0,1 0-1 0 0,0-1 0 0 0,0 1 0 0 0,0-1 1 0 0,1 0-1 0 0,6 9 0 0 0,-6-13 47 0 0,0 1 0 0 0,0-1 0 0 0,0 0-1 0 0,0 0 1 0 0,1 0 0 0 0,0 0 0 0 0,-1-1 0 0 0,1 1 0 0 0,0-1-1 0 0,0-1 1 0 0,0 1 0 0 0,0-1 0 0 0,1 0 0 0 0,-1 0 0 0 0,0 0-1 0 0,1-1 1 0 0,-1 0 0 0 0,6 0 0 0 0,-2-1 107 0 0,0 0 0 0 0,0 0 0 0 0,0-1-1 0 0,0-1 1 0 0,-1 1 0 0 0,1-1 0 0 0,-1-1 0 0 0,1 0 0 0 0,-1 0 0 0 0,11-8-1 0 0,-13 8 64 0 0,0 0-1 0 0,0-1 0 0 0,-1 1 1 0 0,1-1-1 0 0,-1-1 1 0 0,-1 1-1 0 0,1-1 0 0 0,-1 0 1 0 0,0 0-1 0 0,0 0 0 0 0,0 0 1 0 0,4-14-1 0 0,-6 15-26 0 0,-1 0 1 0 0,0 1-1 0 0,0-1 0 0 0,-1 0 0 0 0,0 0 1 0 0,1 0-1 0 0,-1 0 0 0 0,-1 1 0 0 0,1-1 1 0 0,-1 0-1 0 0,0 0 0 0 0,0 0 0 0 0,0 1 1 0 0,-1-1-1 0 0,0 1 0 0 0,0-1 0 0 0,0 1 1 0 0,0 0-1 0 0,-1-1 0 0 0,-5-6 0 0 0,1 1-60 0 0,-2 0-1 0 0,1 1 1 0 0,-1 0-1 0 0,0 1 0 0 0,-1-1 1 0 0,-11-6-1 0 0,15 12-335 0 0,1-1 0 0 0,-2 1-1 0 0,1 1 1 0 0,0-1 0 0 0,-10-2 0 0 0,12 4-374 0 0,-1 0 1 0 0,1 0 0 0 0,-1 1 0 0 0,1 0 0 0 0,-1 0 0 0 0,0 0 0 0 0,1 0-1 0 0,-9 2 1 0 0,-15 1-7773 0 0,15 3 4004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19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 10 1304 0 0,'-3'-2'855'0'0,"1"1"1"0"0,-1 0-1 0 0,0 0 0 0 0,0 0 0 0 0,0 0 0 0 0,0 0 1 0 0,0 1-1 0 0,0-1 0 0 0,0 1 0 0 0,0 0 1 0 0,-6 0-1 0 0,7 0-586 0 0,0 1 1 0 0,0-1-1 0 0,0 1 1 0 0,0 0-1 0 0,0-1 0 0 0,0 1 1 0 0,0 0-1 0 0,0 0 1 0 0,0 1-1 0 0,1-1 1 0 0,-1 0-1 0 0,0 0 1 0 0,-2 4-1 0 0,-1 1-209 0 0,0 1 0 0 0,1 0-1 0 0,0 0 1 0 0,0 1 0 0 0,1-1-1 0 0,0 1 1 0 0,-4 13 0 0 0,2-4-61 0 0,1-1-1 0 0,0 1 1 0 0,1 0 0 0 0,1 0 0 0 0,1 0 0 0 0,0 1-1 0 0,2 21 1 0 0,0-34 7 0 0,0-1 0 0 0,0 1 0 0 0,0-1-1 0 0,0 1 1 0 0,0-1 0 0 0,1 1 0 0 0,0-1-1 0 0,0 0 1 0 0,0 0 0 0 0,1 0 0 0 0,-1 0-1 0 0,1 0 1 0 0,5 5 0 0 0,-5-6 3 0 0,0-1 0 0 0,0 0 0 0 0,0 0-1 0 0,1 0 1 0 0,-1 0 0 0 0,1-1 0 0 0,-1 0 0 0 0,1 1 0 0 0,0-1 0 0 0,-1 0 0 0 0,1-1 0 0 0,0 1 0 0 0,0-1 0 0 0,-1 0 0 0 0,1 0-1 0 0,0 0 1 0 0,0 0 0 0 0,0 0 0 0 0,4-2 0 0 0,-2 1 27 0 0,0 0 0 0 0,-1-1 1 0 0,1 0-1 0 0,-1 1 0 0 0,1-2 0 0 0,-1 1 0 0 0,0-1 0 0 0,0 0 0 0 0,0 0 1 0 0,0 0-1 0 0,-1-1 0 0 0,1 1 0 0 0,-1-1 0 0 0,0 0 0 0 0,0-1 0 0 0,0 1 1 0 0,4-8-1 0 0,-5 8 10 0 0,-1 1 0 0 0,-1-1 0 0 0,1 0 0 0 0,0 1-1 0 0,-1-1 1 0 0,0 0 0 0 0,0 0 0 0 0,0 0 0 0 0,0 0 0 0 0,-1 0 0 0 0,0 0 0 0 0,0 0 0 0 0,0 0 0 0 0,0 0 0 0 0,0 0 0 0 0,-1 0 0 0 0,0 0 0 0 0,0 0 0 0 0,0 0 0 0 0,0 0 0 0 0,0 0 0 0 0,-1 0 0 0 0,0 1 0 0 0,0-1 0 0 0,-3-4 0 0 0,-6-7-192 0 0,-1 0 0 0 0,-1 2 0 0 0,0-1 0 0 0,-15-11-1 0 0,-3 2-3461 0 0,2 6-4592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20.0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25 2921 0 0,'-1'-1'219'0'0,"0"0"1"0"0,0 0 0 0 0,0 0 0 0 0,0 0 0 0 0,0 1-1 0 0,-1-1 1 0 0,1 0 0 0 0,0 1 0 0 0,0-1-1 0 0,-1 0 1 0 0,1 1 0 0 0,-1 0 0 0 0,1-1 0 0 0,0 1-1 0 0,-1 0 1 0 0,1 0 0 0 0,-1-1 0 0 0,1 1 0 0 0,-1 0-1 0 0,1 1 1 0 0,-1-1 0 0 0,1 0 0 0 0,0 0-1 0 0,-2 1 1 0 0,-1 1 27 0 0,0-1-1 0 0,0 1 0 0 0,1 0 1 0 0,-1 0-1 0 0,1 0 0 0 0,-1 1 1 0 0,1-1-1 0 0,-5 6 0 0 0,0 1-54 0 0,-1 0 0 0 0,2 1 0 0 0,-1-1 0 0 0,-11 23 0 0 0,16-24-176 0 0,-1 0 0 0 0,2 0 0 0 0,-1 0-1 0 0,1 1 1 0 0,0-1 0 0 0,1 1 0 0 0,-1-1 0 0 0,2 1 0 0 0,-1 0 0 0 0,1-1 0 0 0,1 1 0 0 0,0 0 0 0 0,3 13 0 0 0,-3-18-5 0 0,0-1 0 0 0,0 1 0 0 0,0-1 0 0 0,1 0 1 0 0,-1 1-1 0 0,1-1 0 0 0,0 0 0 0 0,0 0 0 0 0,0 0 0 0 0,0-1 1 0 0,1 1-1 0 0,-1 0 0 0 0,1-1 0 0 0,0 0 0 0 0,-1 1 1 0 0,1-1-1 0 0,0 0 0 0 0,0 0 0 0 0,1-1 0 0 0,-1 1 0 0 0,0-1 1 0 0,0 0-1 0 0,1 1 0 0 0,-1-1 0 0 0,1-1 0 0 0,-1 1 1 0 0,1 0-1 0 0,0-1 0 0 0,-1 0 0 0 0,1 0 0 0 0,-1 0 1 0 0,1 0-1 0 0,-1-1 0 0 0,1 1 0 0 0,5-2 0 0 0,-3 1 97 0 0,0 0 0 0 0,0 0-1 0 0,0-1 1 0 0,0 0 0 0 0,0 0-1 0 0,0 0 1 0 0,-1-1 0 0 0,1 0 0 0 0,-1 0-1 0 0,0 0 1 0 0,1-1 0 0 0,-1 1-1 0 0,-1-1 1 0 0,1-1 0 0 0,-1 1-1 0 0,1 0 1 0 0,-1-1 0 0 0,-1 0 0 0 0,1 0-1 0 0,-1 0 1 0 0,1-1 0 0 0,-1 1-1 0 0,-1-1 1 0 0,1 0 0 0 0,-1 0-1 0 0,0 1 1 0 0,-1-1 0 0 0,1-1 0 0 0,-1 1-1 0 0,0 0 1 0 0,-1 0 0 0 0,1 0-1 0 0,-1 0 1 0 0,-1-1 0 0 0,1 1-1 0 0,-1 0 1 0 0,0 0 0 0 0,0 0-1 0 0,-1 0 1 0 0,-3-8 0 0 0,2 5-189 0 0,-1 1 1 0 0,-1 0-1 0 0,0 0 1 0 0,0 0-1 0 0,0 1 0 0 0,-1 0 1 0 0,0 0-1 0 0,-11-9 1 0 0,12 12-572 0 0,1 1-1 0 0,0 0 1 0 0,-1 0 0 0 0,0 1 0 0 0,1 0 0 0 0,-1-1 0 0 0,0 2-1 0 0,0-1 1 0 0,-1 0 0 0 0,-4 0 0 0 0,-6 1-5009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29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15 140 88 0 0,'3'-26'1437'0'0,"-11"5"6767"0"0,2 75-7643 0 0,2 686-326 0 0,12-276 120 0 0,-9-370-135 0 0,3-1 1 0 0,4 1 0 0 0,27 136 0 0 0,-32-223-140 0 0,1-1 1 0 0,-1 0-1 0 0,1 1 1 0 0,1-1 0 0 0,-1 0-1 0 0,1 0 1 0 0,0-1 0 0 0,0 1-1 0 0,6 7 1 0 0,-6-10-47 0 0,0-1-1 0 0,0 0 1 0 0,0 0-1 0 0,0 0 1 0 0,0 0-1 0 0,0 0 1 0 0,1-1-1 0 0,-1 1 1 0 0,1-1-1 0 0,-1 0 1 0 0,1 0-1 0 0,-1 0 1 0 0,1-1-1 0 0,0 1 1 0 0,-1-1-1 0 0,1 0 1 0 0,6 0-1 0 0,40 2-16 0 0,87 16 0 0 0,-96-10 5 0 0,1-3 1 0 0,-1-1-1 0 0,57-2 1 0 0,-15-3 19 0 0,1 3 1 0 0,85 14 0 0 0,-88-8 53 0 0,-30-6 328 0 0,0-2 0 0 0,97-13 0 0 0,-85 5-64 0 0,78 2-1 0 0,103-3 111 0 0,29 1 113 0 0,14 9-420 0 0,41 1-31 0 0,-214 0-73 0 0,201-23 1 0 0,-90 2-15 0 0,-27-3 70 0 0,20-2 21 0 0,-91 13-130 0 0,-91 6 0 0 0,0 2 0 0 0,0 1 1 0 0,0 2-1 0 0,0 1 0 0 0,47 8 0 0 0,-48-3 21 0 0,68 1 1 0 0,-71-6-26 0 0,0 1 0 0 0,57 12 0 0 0,-61-9 7 0 0,0-1 0 0 0,1-1 0 0 0,43-2 0 0 0,-38-1 57 0 0,59 8 1 0 0,-91-8-48 0 0,0 0 0 0 0,0 1-1 0 0,0-1 1 0 0,1 0 0 0 0,-1-1 0 0 0,0 1-1 0 0,0 0 1 0 0,0 0 0 0 0,0-1 0 0 0,0 0 0 0 0,0 1-1 0 0,0-1 1 0 0,0 0 0 0 0,0 0 0 0 0,0 0-1 0 0,0 0 1 0 0,0 0 0 0 0,0 0 0 0 0,-1-1-1 0 0,1 1 1 0 0,0-1 0 0 0,-1 1 0 0 0,1-1-1 0 0,-1 1 1 0 0,0-1 0 0 0,1 0 0 0 0,-1 0 0 0 0,0 0-1 0 0,0 0 1 0 0,0 0 0 0 0,-1 0 0 0 0,1 0-1 0 0,0 0 1 0 0,-1 0 0 0 0,1-3 0 0 0,2-10 58 0 0,0 0 1 0 0,-1 0-1 0 0,-1-1 1 0 0,0-15-1 0 0,-1 6-38 0 0,6-147 91 0 0,-23-233 0 0 0,-54-168-75 0 0,66 516-133 0 0,2-98 1 0 0,4 107 36 0 0,-2-1 0 0 0,-1 1 0 0 0,-11-53-1 0 0,-1-30-136 0 0,12 129 180 0 0,1 1 0 0 0,-1-1 0 0 0,1 0 0 0 0,-1 1 0 0 0,1-1 0 0 0,-1 1 0 0 0,0 0 0 0 0,0 0 0 0 0,0-1 0 0 0,0 1 0 0 0,0 1 0 0 0,0-1 0 0 0,0 0 0 0 0,0 0-1 0 0,0 1 1 0 0,-4-1 0 0 0,-38-10 52 0 0,43 11-55 0 0,-18-2 53 0 0,0 1 0 0 0,0 1 0 0 0,0 0 0 0 0,-27 5 0 0 0,21-3-54 0 0,1 0 0 0 0,-27-2 0 0 0,-5-1 21 0 0,-1 2 1 0 0,-88 14 0 0 0,-58 1 9 0 0,-377 4 586 0 0,414-11-413 0 0,-125 9-190 0 0,-205 6 330 0 0,-33-47-290 0 0,-6 17-18 0 0,527 6-29 0 0,-543 24 13 0 0,374-9-22 0 0,-43 2-9 0 0,216-17-199 0 0,-74 0 518 0 0,39-7-4047 0 0,5-6-8399 0 0,27 9 8730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48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86 368 0 0,'-3'-4'1091'0'0,"0"0"-1"0"0,0-1 1 0 0,0 1 0 0 0,0-1-1 0 0,1 0 1 0 0,0 0 0 0 0,-3-7-1 0 0,4 7-232 0 0,-1 0 0 0 0,0 0 0 0 0,0 1-1 0 0,0-1 1 0 0,-1 1 0 0 0,0 0 0 0 0,-3-6-1 0 0,2 46 585 0 0,3 35-1247 0 0,-1-15-104 0 0,3-1 0 0 0,2 0 0 0 0,10 56 0 0 0,-13-110-89 0 0,0-1 1 0 0,0 1 0 0 0,0 0-1 0 0,0 0 1 0 0,0-1 0 0 0,0 1-1 0 0,1 0 1 0 0,-1-1-1 0 0,0 1 1 0 0,0 0 0 0 0,0-1-1 0 0,1 1 1 0 0,-1-1 0 0 0,0 1-1 0 0,1 0 1 0 0,-1-1-1 0 0,0 1 1 0 0,1-1 0 0 0,-1 1-1 0 0,1-1 1 0 0,-1 1 0 0 0,1-1-1 0 0,-1 1 1 0 0,1-1-1 0 0,-1 0 1 0 0,1 1 0 0 0,0-1-1 0 0,-1 0 1 0 0,1 1 0 0 0,0-1-1 0 0,-1 0 1 0 0,1 0-1 0 0,-1 1 1 0 0,1-1 0 0 0,0 0-1 0 0,0 0 1 0 0,-1 0 0 0 0,1 0-1 0 0,0 0 1 0 0,-1 0-1 0 0,1 0 1 0 0,0 0 0 0 0,-1 0-1 0 0,1-1 1 0 0,0 1-1 0 0,-1 0 1 0 0,1 0 0 0 0,0-1-1 0 0,-1 1 1 0 0,1 0 0 0 0,-1-1-1 0 0,1 1 1 0 0,-1 0-1 0 0,1-1 1 0 0,0 1 0 0 0,0-2-1 0 0,39-39 65 0 0,-16 16-34 0 0,-23 24-85 0 0,1 0-1 0 0,-1 0 1 0 0,1 1-1 0 0,-1-1 1 0 0,1 0-1 0 0,0 1 1 0 0,-1-1-1 0 0,1 1 1 0 0,0 0-1 0 0,-1 0 1 0 0,1-1-1 0 0,0 1 1 0 0,-1 0-1 0 0,1 0 1 0 0,0 1-1 0 0,0-1 0 0 0,-1 0 1 0 0,1 1-1 0 0,0-1 1 0 0,-1 1-1 0 0,1-1 1 0 0,-1 1-1 0 0,1 0 1 0 0,-1-1-1 0 0,1 1 1 0 0,-1 0-1 0 0,1 0 1 0 0,-1 0-1 0 0,0 0 1 0 0,1 0-1 0 0,-1 1 1 0 0,2 2-1 0 0,15 21-3926 0 0,-8 0-4464 0 0,-7-20 5305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48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4737 0 0,'-4'22'5571'0'0,"8"20"-4240"0"0,-1-20-746 0 0,-6 136 531 0 0,0-118-1620 0 0,2 0 0 0 0,2 1 0 0 0,8 60 0 0 0,-9-100 339 0 0,0 0-1 0 0,0 1 1 0 0,0-1 0 0 0,0 0 0 0 0,0 1 0 0 0,1-1-1 0 0,-1 0 1 0 0,1 0 0 0 0,-1 1 0 0 0,1-1 0 0 0,-1 0-1 0 0,1 0 1 0 0,0 0 0 0 0,-1 0 0 0 0,1 1-1 0 0,0-1 1 0 0,0 0 0 0 0,0 0 0 0 0,0-1 0 0 0,0 1-1 0 0,0 0 1 0 0,0 0 0 0 0,0 0 0 0 0,2 0 0 0 0,-2-1 89 0 0,0-1 1 0 0,-1 1 0 0 0,1-1 0 0 0,0 0 0 0 0,0 1 0 0 0,-1-1-1 0 0,1 0 1 0 0,-1 0 0 0 0,1 0 0 0 0,0 1 0 0 0,-1-1-1 0 0,0 0 1 0 0,1 0 0 0 0,-1 0 0 0 0,1 0 0 0 0,-1 0-1 0 0,0 0 1 0 0,0 0 0 0 0,1 0 0 0 0,-1 0 0 0 0,0 0 0 0 0,0 0-1 0 0,0 0 1 0 0,0 0 0 0 0,0 0 0 0 0,-1 0 0 0 0,1 0-1 0 0,0 0 1 0 0,0 0 0 0 0,0 1 0 0 0,-2-3 0 0 0,-1-15 3 0 0,-1 0 1 0 0,-1 0 0 0 0,-10-27-1 0 0,9 31 506 0 0,1 0 0 0 0,0 0 0 0 0,1-1 0 0 0,1 1-1 0 0,1-1 1 0 0,-2-17 0 0 0,4 32-225 0 0,1-1 1 0 0,-1 0 0 0 0,1 0-1 0 0,-1 1 1 0 0,1-1-1 0 0,-1 0 1 0 0,1 1-1 0 0,0-1 1 0 0,-1 1-1 0 0,1-1 1 0 0,0 0-1 0 0,-1 1 1 0 0,1-1 0 0 0,0 1-1 0 0,0 0 1 0 0,-1-1-1 0 0,1 1 1 0 0,0 0-1 0 0,0-1 1 0 0,0 1-1 0 0,0 0 1 0 0,-1 0-1 0 0,1 0 1 0 0,1 0 0 0 0,33-6 1271 0 0,-14 3-1406 0 0,-15 1-302 0 0,39-8-1152 0 0,-44 9 1090 0 0,0 1-1 0 0,0 0 1 0 0,0-1-1 0 0,1 1 1 0 0,-1 0 0 0 0,0 0-1 0 0,0 0 1 0 0,1 0-1 0 0,-1 0 1 0 0,0 0-1 0 0,0 0 1 0 0,1 1-1 0 0,-1-1 1 0 0,0 0 0 0 0,0 1-1 0 0,0-1 1 0 0,0 1-1 0 0,0-1 1 0 0,1 1-1 0 0,-1-1 1 0 0,0 1-1 0 0,0 0 1 0 0,0 0 0 0 0,-1-1-1 0 0,1 1 1 0 0,0 0-1 0 0,0 0 1 0 0,0 0-1 0 0,0 0 1 0 0,0 1-1 0 0,0 5-2545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48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 6473 0 0,'-11'29'2044'0'0,"1"0"0"0"0,-6 35-1 0 0,14-53-2229 0 0,0 0 1 0 0,0 0-1 0 0,1 0 0 0 0,1 0 0 0 0,0 0 0 0 0,0 1 1 0 0,1-1-1 0 0,0 0 0 0 0,4 14 0 0 0,6-15-2630 0 0,-11-10 2742 0 0,0 0 0 0 0,1 0 0 0 0,-1 0 0 0 0,0 0 0 0 0,0 0 0 0 0,0 0 0 0 0,1-1 0 0 0,-1 1 0 0 0,0 0 0 0 0,0 0 0 0 0,0 0 0 0 0,1 0 0 0 0,-1 0 0 0 0,0 0 0 0 0,0 0 0 0 0,0-1 0 0 0,1 1 0 0 0,-1 0 0 0 0,0 0 0 0 0,0 0 0 0 0,0 0 0 0 0,0-1 0 0 0,0 1 0 0 0,1 0 0 0 0,-1 0 0 0 0,0 0 0 0 0,0-1 0 0 0,0 1 0 0 0,0 0 0 0 0,0 0 0 0 0,0 0 0 0 0,0-1 0 0 0,0 1 0 0 0,0 0 0 0 0,0 0 0 0 0,0-1 0 0 0,0 1 0 0 0,0 0 0 0 0,0 0 0 0 0,0 0 0 0 0,0-1 0 0 0,0 1 0 0 0,0 0 0 0 0,0 0 0 0 0,0 0 0 0 0,0-1 0 0 0,0 1 0 0 0,0 0 0 0 0,-1 0-1 0 0,1 0 1 0 0,0-1 0 0 0,0 1 0 0 0,0 0 0 0 0,0 0 0 0 0,0 0 0 0 0,-1 0 0 0 0,1-1 0 0 0,0 1 0 0 0,-6-12-1615 0 0,5 2 39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49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 2817 0 0,'43'-4'6747'0'0,"4"-6"-3535"0"0,50-6-1996 0 0,-89 15-963 0 0,0 1 0 0 0,0 0 0 0 0,0 0 0 0 0,0 1 0 0 0,-1 0 0 0 0,1 1 0 0 0,0 0 0 0 0,-1 0 0 0 0,1 0 1 0 0,8 5-1 0 0,-12-5-140 0 0,0 1-1 0 0,-1-1 1 0 0,1 1 0 0 0,-1 0 0 0 0,1 0 0 0 0,-1 0 0 0 0,0 1 0 0 0,0-1 0 0 0,0 1 0 0 0,-1 0 0 0 0,5 7 0 0 0,-6-9-342 0 0,0 0 1 0 0,0 0-1 0 0,-1 0 1 0 0,1 0-1 0 0,-1 0 1 0 0,1 0-1 0 0,-1 0 0 0 0,0 1 1 0 0,0-1-1 0 0,0 0 1 0 0,0 4-1 0 0,0-5-142 0 0,-1 0 0 0 0,1 1 0 0 0,0-1 0 0 0,-1 0 0 0 0,1 1 0 0 0,-1-1 0 0 0,0 0 0 0 0,0 0 0 0 0,1 0 0 0 0,-1 0 0 0 0,0 0-1 0 0,0 0 1 0 0,0 0 0 0 0,0 0 0 0 0,0 0 0 0 0,0 0 0 0 0,0 0 0 0 0,0 0 0 0 0,-2 0 0 0 0,-39 17-5003 0 0,27-8 3237 0 0</inkml:trace>
  <inkml:trace contextRef="#ctx0" brushRef="#br0" timeOffset="1">96 195 2128 0 0,'-15'-16'8721'0'0,"34"15"-2093"0"0,-1 1-7160 0 0,25 2 766 0 0,24-1-2380 0 0,-27-7-3477 0 0,-39 6 5459 0 0,0 0-1 0 0,-1 0 1 0 0,1-1 0 0 0,0 1-1 0 0,0 0 1 0 0,-1-1 0 0 0,1 1-1 0 0,0 0 1 0 0,0-1 0 0 0,-1 1 0 0 0,1-1-1 0 0,0 1 1 0 0,-1-1 0 0 0,1 0-1 0 0,-1 1 1 0 0,1-1 0 0 0,-1 1-1 0 0,1-1 1 0 0,-1 0 0 0 0,1 0-1 0 0,-1 1 1 0 0,0-1 0 0 0,1 0-1 0 0,-1 0 1 0 0,0 1 0 0 0,0-1-1 0 0,1 0 1 0 0,-1 0 0 0 0,0 0-1 0 0,0 1 1 0 0,0-1 0 0 0,0 0 0 0 0,0-1-1 0 0,1-5-839 0 0,6-3-1359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49.7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73 2345 0 0,'-7'2'742'0'0,"0"0"0"0"0,0 0 1 0 0,1 1-1 0 0,-1 0 1 0 0,-11 7-1 0 0,16-9-695 0 0,0 0 0 0 0,0 0 1 0 0,0 0-1 0 0,1 0 0 0 0,-1 0 0 0 0,0 1 0 0 0,1-1 1 0 0,-1 0-1 0 0,1 1 0 0 0,0-1 0 0 0,-1 1 0 0 0,1 0 0 0 0,0-1 1 0 0,0 1-1 0 0,0 0 0 0 0,0 0 0 0 0,0-1 0 0 0,1 1 0 0 0,-1 0 1 0 0,0 0-1 0 0,1 0 0 0 0,-1 0 0 0 0,1 0 0 0 0,0 0 1 0 0,0 3-1 0 0,1-4-38 0 0,0 1 0 0 0,0-1 1 0 0,0 0-1 0 0,0 1 1 0 0,0-1-1 0 0,0 0 0 0 0,1 0 1 0 0,-1 0-1 0 0,0 0 0 0 0,1 0 1 0 0,-1 0-1 0 0,1 0 0 0 0,0 0 1 0 0,-1 0-1 0 0,1-1 1 0 0,-1 1-1 0 0,1-1 0 0 0,0 1 1 0 0,-1-1-1 0 0,1 0 0 0 0,0 0 1 0 0,0 1-1 0 0,-1-1 0 0 0,1 0 1 0 0,0-1-1 0 0,0 1 1 0 0,2-1-1 0 0,49-8 1060 0 0,-44 6-786 0 0,-1-2 1 0 0,1 1-1 0 0,-1-2 1 0 0,0 1-1 0 0,0-1 1 0 0,11-11-1 0 0,-16 15-141 0 0,-1 0 0 0 0,1 0 0 0 0,-1-1 0 0 0,1 1 0 0 0,-1-1 0 0 0,0 1 0 0 0,0-1 0 0 0,-1 0 0 0 0,1 0 0 0 0,0 0 0 0 0,-1 0-1 0 0,0 0 1 0 0,0 0 0 0 0,0 0 0 0 0,0-1 0 0 0,0 1 0 0 0,0 0 0 0 0,-1 0 0 0 0,0-1 0 0 0,0 1 0 0 0,0 0 0 0 0,0-6 0 0 0,-1 7-84 0 0,-1 0-1 0 0,1 0 1 0 0,0 0 0 0 0,-1 0 0 0 0,1 0-1 0 0,-1 0 1 0 0,0 1 0 0 0,1-1 0 0 0,-1 1 0 0 0,0-1-1 0 0,0 1 1 0 0,0 0 0 0 0,0 0 0 0 0,0 0-1 0 0,0 0 1 0 0,0 0 0 0 0,-1 0 0 0 0,1 0 0 0 0,0 1-1 0 0,0-1 1 0 0,-1 1 0 0 0,1 0 0 0 0,0 0-1 0 0,-1 0 1 0 0,1 0 0 0 0,0 0 0 0 0,-1 0 0 0 0,1 0-1 0 0,0 1 1 0 0,-1-1 0 0 0,-1 2 0 0 0,-7 0-505 0 0,1 0 0 0 0,0 1 0 0 0,0 0 0 0 0,0 1 0 0 0,-15 8 1 0 0,20-10-335 0 0,0 1 0 0 0,1 0 1 0 0,-1 0-1 0 0,1 0 0 0 0,0 0 0 0 0,-1 1 1 0 0,2 0-1 0 0,-1 0 0 0 0,-4 6 1 0 0,4 6-3371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0.0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33 5609 0 0,'0'1'270'0'0,"-1"0"0"0"0,1 0-1 0 0,0 0 1 0 0,-1 0 0 0 0,1 0 0 0 0,0 0-1 0 0,-1 0 1 0 0,1 0 0 0 0,0 0-1 0 0,0 0 1 0 0,0 0 0 0 0,0 1 0 0 0,0-1-1 0 0,0 0 1 0 0,0 0 0 0 0,1 0 0 0 0,-1 0-1 0 0,0 0 1 0 0,0 0 0 0 0,1 0-1 0 0,-1 0 1 0 0,1 0 0 0 0,-1 0 0 0 0,1 0-1 0 0,-1 0 1 0 0,1-1 0 0 0,0 1 0 0 0,1 2-1 0 0,0-3-170 0 0,1 1 0 0 0,-1-1 0 0 0,1 0 1 0 0,-1 1-1 0 0,1-1 0 0 0,0 0 0 0 0,-1-1 0 0 0,1 1 0 0 0,-1 0 0 0 0,1-1 0 0 0,-1 1 0 0 0,3-2 0 0 0,84-23 348 0 0,-65 16-1155 0 0,0 2 1 0 0,1 0 0 0 0,0 2-1 0 0,49-4 1 0 0,-57 13-2707 0 0,-16-4 3256 0 0,-1 1 0 0 0,0-1 0 0 0,0 1 0 0 0,0-1 1 0 0,0 1-1 0 0,0-1 0 0 0,0 1 0 0 0,0-1 0 0 0,0 1 0 0 0,0-1 0 0 0,0 1 1 0 0,0-1-1 0 0,0 0 0 0 0,0 1 0 0 0,0-1 0 0 0,0 1 0 0 0,-1-1 0 0 0,1 1 1 0 0,0-1-1 0 0,0 1 0 0 0,0-1 0 0 0,-1 0 0 0 0,1 1 0 0 0,0-1 0 0 0,-1 1 1 0 0,1-1-1 0 0,0 0 0 0 0,-1 1 0 0 0,1-1 0 0 0,0 0 0 0 0,-1 1 0 0 0,-7 8-2293 0 0</inkml:trace>
  <inkml:trace contextRef="#ctx0" brushRef="#br0" timeOffset="1">143 55 2232 0 0,'-11'17'7525'0'0,"3"25"-4495"0"0,5-25-1949 0 0,-1 2-401 0 0,-10 55 642 0 0,13-68-1218 0 0,0-1-1 0 0,1 1 0 0 0,0 0 0 0 0,0-1 1 0 0,0 1-1 0 0,1-1 0 0 0,0 1 0 0 0,0 0 1 0 0,0-1-1 0 0,4 8 0 0 0,-5-12-68 0 0,1 0-1 0 0,0 0 1 0 0,0 0-1 0 0,0 0 1 0 0,-1 0-1 0 0,1 0 1 0 0,0-1-1 0 0,0 1 1 0 0,0 0-1 0 0,0-1 1 0 0,0 1-1 0 0,1 0 1 0 0,-1-1-1 0 0,0 0 1 0 0,0 1-1 0 0,0-1 1 0 0,0 0-1 0 0,1 1 1 0 0,-1-1-1 0 0,0 0 1 0 0,0 0-1 0 0,0 0 1 0 0,1 0-1 0 0,-1 0 1 0 0,0 0-1 0 0,0 0 1 0 0,0-1-1 0 0,1 1 1 0 0,-1 0-1 0 0,0-1 1 0 0,0 1-1 0 0,0-1 1 0 0,0 1-1 0 0,0-1 0 0 0,2-1 1 0 0,45-27 424 0 0,-38 22-410 0 0,70-36-1718 0 0,-24 20-5388 0 0,-55 22 6841 0 0,0 1 1 0 0,-1 0-1 0 0,1-1 0 0 0,0 1 0 0 0,0-1 1 0 0,0 0-1 0 0,0 1 0 0 0,-1-1 0 0 0,1 1 1 0 0,0-1-1 0 0,-1 0 0 0 0,1 0 0 0 0,0 1 1 0 0,-1-1-1 0 0,1 0 0 0 0,-1 0 0 0 0,1 0 1 0 0,-1 0-1 0 0,1-1 0 0 0,3-6-1574 0 0,9 2-1407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0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97 2593 0 0,'-17'-4'1912'0'0,"-3"-4"3535"0"0,21 7-5274 0 0,0-1-1 0 0,-1 1 1 0 0,1 0 0 0 0,0-1 0 0 0,0 1 0 0 0,0 0 0 0 0,0 0-1 0 0,0 0 1 0 0,1 0 0 0 0,-1 0 0 0 0,0 0 0 0 0,0 0 0 0 0,1 0-1 0 0,-1 1 1 0 0,1-1 0 0 0,-1 0 0 0 0,2 0 0 0 0,12-8 237 0 0,-1 0 0 0 0,2 1 0 0 0,-1 0 0 0 0,1 2 0 0 0,0-1 0 0 0,0 2 0 0 0,1 0 0 0 0,29-3 0 0 0,-45 7-368 0 0,0 1-1 0 0,1 0 1 0 0,-1 0 0 0 0,0 1 0 0 0,0-1-1 0 0,0 0 1 0 0,0 0 0 0 0,0 0-1 0 0,0 1 1 0 0,1-1 0 0 0,-1 1 0 0 0,0-1-1 0 0,0 1 1 0 0,0-1 0 0 0,0 1-1 0 0,0-1 1 0 0,0 1 0 0 0,-1 0 0 0 0,1 0-1 0 0,0-1 1 0 0,0 1 0 0 0,0 0-1 0 0,-1 0 1 0 0,1 0 0 0 0,0 0 0 0 0,-1 0-1 0 0,1 0 1 0 0,0 2 0 0 0,0 1 22 0 0,0-1 1 0 0,-1 0 0 0 0,0 1-1 0 0,1-1 1 0 0,-1 1 0 0 0,0-1-1 0 0,-1 1 1 0 0,1-1 0 0 0,-2 7-1 0 0,-3 7 60 0 0,0 1 0 0 0,-15 28 0 0 0,20-45-120 0 0,-117 224-3243 0 0,115-219 1737 0 0,5-6 524 0 0,8-12 160 0 0,15-21 699 0 0,-2-12 394 0 0,-18 33 300 0 0,0 0 0 0 0,1 0 0 0 0,14-18 1 0 0,-20 29-522 0 0,-1 1 1 0 0,1-1 0 0 0,-1 1 0 0 0,1-1 0 0 0,0 1 0 0 0,-1 0 0 0 0,1 0 0 0 0,0-1-1 0 0,-1 1 1 0 0,1 0 0 0 0,0 0 0 0 0,-1 0 0 0 0,1-1 0 0 0,0 1 0 0 0,0 0 0 0 0,-1 0-1 0 0,1 0 1 0 0,0 0 0 0 0,0 0 0 0 0,-1 1 0 0 0,1-1 0 0 0,0 0 0 0 0,-1 0 0 0 0,1 0-1 0 0,0 1 1 0 0,-1-1 0 0 0,1 0 0 0 0,0 1 0 0 0,-1-1 0 0 0,1 0 0 0 0,-1 1 0 0 0,1-1-1 0 0,0 1 1 0 0,-1-1 0 0 0,1 1 0 0 0,-1-1 0 0 0,0 1 0 0 0,1 0 0 0 0,-1-1 0 0 0,1 1-1 0 0,-1-1 1 0 0,0 1 0 0 0,1 0 0 0 0,-1 1 0 0 0,23 38 222 0 0,-17-28-138 0 0,-6-11-144 0 0,55 81-959 0 0,-49-74-429 0 0,1-1 0 0 0,0 0 0 0 0,0-1 0 0 0,14 11-1 0 0,-21-17 1296 0 0,0 0 0 0 0,0 1 0 0 0,0-1 0 0 0,0 0 0 0 0,0 0 0 0 0,0 0 0 0 0,1 0 0 0 0,-1 1 0 0 0,0-1 0 0 0,0 0 0 0 0,0 0 0 0 0,0 0 0 0 0,0 0-1 0 0,1 1 1 0 0,-1-1 0 0 0,0 0 0 0 0,0 0 0 0 0,0 0 0 0 0,1 0 0 0 0,-1 0 0 0 0,0 0 0 0 0,0 0 0 0 0,0 0 0 0 0,1 0 0 0 0,-1 0 0 0 0,0 1 0 0 0,0-1-1 0 0,0 0 1 0 0,1 0 0 0 0,-1 0 0 0 0,0 0 0 0 0,0 0 0 0 0,0-1 0 0 0,1 1 0 0 0,-1 0 0 0 0,0 0 0 0 0,0 0 0 0 0,1 0 0 0 0,-1 0 0 0 0,0 0 0 0 0,0 0-1 0 0,0 0 1 0 0,0 0 0 0 0,1 0 0 0 0,-1-1 0 0 0,0 1 0 0 0,0 0 0 0 0,0 0 0 0 0,0 0 0 0 0,1 0 0 0 0,-1-1 0 0 0,0 1 0 0 0,0 0 0 0 0,0 0 0 0 0,0 0-1 0 0,0-1 1 0 0,0 1 0 0 0,0 0 0 0 0,0 0 0 0 0,0 0 0 0 0,0-1 0 0 0,1 1 0 0 0,-1 0 0 0 0,0 0 0 0 0,0 0 0 0 0,0-1 0 0 0,2-2-2507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1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 5689 0 0,'-12'105'8629'0'0,"7"55"-6891"0"0,5-114-1314 0 0,-1-29-431 0 0,3 85-1350 0 0,-1-92 673 0 0,0 0-1 0 0,1 0 1 0 0,0-1-1 0 0,0 1 1 0 0,1-1 0 0 0,0 1-1 0 0,9 17 1 0 0,-11-27 536 0 0,-1 1 0 0 0,0 0 1 0 0,1 0-1 0 0,-1-1 0 0 0,0 1 1 0 0,1 0-1 0 0,-1 0 0 0 0,1-1 0 0 0,-1 1 1 0 0,1 0-1 0 0,-1-1 0 0 0,1 1 1 0 0,0-1-1 0 0,-1 1 0 0 0,1-1 1 0 0,0 1-1 0 0,-1-1 0 0 0,1 1 1 0 0,0-1-1 0 0,0 0 0 0 0,-1 1 0 0 0,1-1 1 0 0,0 0-1 0 0,0 0 0 0 0,1 1 1 0 0,-1-2 24 0 0,0 1 0 0 0,-1-1 0 0 0,1 0 0 0 0,0 1-1 0 0,-1-1 1 0 0,1 0 0 0 0,0 1 0 0 0,-1-1 0 0 0,1 0 0 0 0,-1 0 0 0 0,0 1 0 0 0,1-1 0 0 0,-1 0 0 0 0,1 0 0 0 0,-1 0 0 0 0,0 0 0 0 0,0 0 0 0 0,1-1 0 0 0,4-47-1876 0 0,-6 20 1929 0 0,-1 1-1 0 0,-2 0 0 0 0,-1-1 0 0 0,-9-32 0 0 0,-24-52 6441 0 0,39 113-6183 0 0,-1 0 0 0 0,0-1 0 0 0,0 1 0 0 0,1-1 0 0 0,-1 1 0 0 0,0 0 0 0 0,1-1 0 0 0,-1 1 0 0 0,0 0 0 0 0,1-1 0 0 0,-1 1 0 0 0,1 0 0 0 0,-1 0 0 0 0,1-1 0 0 0,-1 1 0 0 0,0 0 0 0 0,1 0 0 0 0,-1 0 0 0 0,1 0 0 0 0,-1-1 0 0 0,1 1 0 0 0,-1 0 0 0 0,1 0 0 0 0,-1 0 0 0 0,1 0 0 0 0,-1 0 0 0 0,1 0 0 0 0,-1 0 0 0 0,1 0 0 0 0,-1 1 0 0 0,1-1 0 0 0,-1 0 0 0 0,1 0 0 0 0,-1 0 0 0 0,1 1 0 0 0,35 3-611 0 0,-14-1-249 0 0,-7-2-381 0 0,0-2-1 0 0,0 1 1 0 0,0-2 0 0 0,-1 0 0 0 0,1-1 0 0 0,0 0 0 0 0,-1-1-1 0 0,0-1 1 0 0,0 0 0 0 0,24-13 0 0 0,-16 6-297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1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131 1 3089 0 0,'-15'7'1386'0'0,"1"0"1"0"0,-1 1 0 0 0,1 0 0 0 0,-17 15 0 0 0,28-21-1346 0 0,0 0 0 0 0,0 1-1 0 0,0-1 1 0 0,0 1 0 0 0,1 0 0 0 0,-1-1 0 0 0,1 1 0 0 0,-1 0 0 0 0,1 1 0 0 0,0-1 0 0 0,0 0-1 0 0,1 0 1 0 0,-1 1 0 0 0,1-1 0 0 0,-1 1 0 0 0,1 0 0 0 0,0-1 0 0 0,0 1 0 0 0,1 0 0 0 0,-1 0-1 0 0,1 0 1 0 0,0-1 0 0 0,0 1 0 0 0,1 6 0 0 0,1-6-40 0 0,0-1-1 0 0,0 1 0 0 0,0 0 1 0 0,1-1-1 0 0,-1 1 1 0 0,1-1-1 0 0,0 0 1 0 0,0 0-1 0 0,1 0 1 0 0,-1 0-1 0 0,0 0 1 0 0,1-1-1 0 0,0 1 1 0 0,-1-1-1 0 0,1 0 1 0 0,0 0-1 0 0,0-1 1 0 0,0 1-1 0 0,0-1 1 0 0,8 2-1 0 0,-1-1 100 0 0,0 1 0 0 0,1-1-1 0 0,-1-1 1 0 0,0 0 0 0 0,1 0-1 0 0,19-3 1 0 0,-28 2-29 0 0,1 0 0 0 0,-1-1 0 0 0,1 1 0 0 0,-1-1 0 0 0,1 0 0 0 0,-1 0 0 0 0,0-1 0 0 0,0 1 0 0 0,1 0 0 0 0,-1-1 0 0 0,0 0 0 0 0,0 0 0 0 0,0 0 0 0 0,-1 0 0 0 0,1 0 0 0 0,0-1 0 0 0,-1 1 0 0 0,0-1 0 0 0,1 0 0 0 0,-1 1 0 0 0,0-1 0 0 0,0 0 0 0 0,-1 0 0 0 0,1 0 0 0 0,-1-1 0 0 0,1 1 0 0 0,-1 0 0 0 0,0-1 0 0 0,0 1 0 0 0,0-5 0 0 0,-1 3-51 0 0,0 1 1 0 0,0 0-1 0 0,-1-1 0 0 0,1 1 1 0 0,-1-1-1 0 0,0 1 1 0 0,-1 0-1 0 0,1 0 1 0 0,-1 0-1 0 0,1-1 0 0 0,-1 2 1 0 0,0-1-1 0 0,-1 0 1 0 0,1 0-1 0 0,-1 1 1 0 0,0-1-1 0 0,0 1 0 0 0,0 0 1 0 0,0 0-1 0 0,0 0 1 0 0,-1 0-1 0 0,1 0 1 0 0,-1 1-1 0 0,-4-3 0 0 0,5 4-372 0 0,0-1-1 0 0,0 1 1 0 0,-1 0-1 0 0,1-1 1 0 0,0 2 0 0 0,-1-1-1 0 0,1 0 1 0 0,-1 1-1 0 0,1-1 1 0 0,-1 1-1 0 0,1 0 1 0 0,-1 0-1 0 0,1 0 1 0 0,-1 1-1 0 0,1-1 1 0 0,0 1-1 0 0,-1 0 1 0 0,1 0-1 0 0,0 0 1 0 0,-1 0-1 0 0,1 1 1 0 0,0-1-1 0 0,0 1 1 0 0,0 0-1 0 0,-4 3 1 0 0,-9 9-3476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1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24 5001 0 0,'0'0'182'0'0,"-1"1"0"0"0,1-1 1 0 0,0 1-1 0 0,-1-1 0 0 0,1 1 0 0 0,0-1 0 0 0,0 1 0 0 0,0-1 1 0 0,0 1-1 0 0,-1-1 0 0 0,1 1 0 0 0,0-1 0 0 0,0 1 1 0 0,0 0-1 0 0,0-1 0 0 0,0 1 0 0 0,0-1 0 0 0,0 1 0 0 0,0-1 1 0 0,1 1-1 0 0,-1-1 0 0 0,0 1 0 0 0,0-1 0 0 0,0 1 0 0 0,1-1 1 0 0,-1 1-1 0 0,0-1 0 0 0,0 1 0 0 0,1-1 0 0 0,-1 1 1 0 0,18 4 1906 0 0,31-10-1805 0 0,-41 3 264 0 0,75-13 55 0 0,-46 7-494 0 0,0 2 0 0 0,53-2 0 0 0,-85 10-1233 0 0,-17 2 399 0 0,-20 3-546 0 0,25-8 810 0 0,-1 1-1 0 0,0-2 1 0 0,0 1 0 0 0,-13-5 0 0 0,11 3 122 0 0,10 3 359 0 0,-1 1-1 0 0,1-1 0 0 0,-1 0 1 0 0,1 0-1 0 0,-1 1 0 0 0,1-1 1 0 0,-1 0-1 0 0,1 1 0 0 0,-1-1 0 0 0,1 1 1 0 0,-1-1-1 0 0,1 0 0 0 0,-1 1 1 0 0,1-1-1 0 0,0 1 0 0 0,-1-1 1 0 0,1 1-1 0 0,0 0 0 0 0,-1-1 1 0 0,1 1-1 0 0,0-1 0 0 0,0 1 1 0 0,0-1-1 0 0,0 1 0 0 0,-1 0 1 0 0,1-1-1 0 0,0 1 0 0 0,0-1 1 0 0,0 1-1 0 0,0 0 0 0 0,0 0 1 0 0,-3 29 878 0 0,3-23-622 0 0,-5 35 72 0 0,2-1 0 0 0,1 1 1 0 0,3 0-1 0 0,8 68 0 0 0,-9-109-524 0 0,0 1 1 0 0,0-1-1 0 0,1 0 0 0 0,-1 1 0 0 0,0-1 0 0 0,0 1 1 0 0,1-1-1 0 0,-1 0 0 0 0,1 0 0 0 0,-1 1 1 0 0,1-1-1 0 0,0 0 0 0 0,-1 0 0 0 0,1 1 0 0 0,0-1 1 0 0,0 0-1 0 0,0 0 0 0 0,0 0 0 0 0,0 0 0 0 0,0 0 1 0 0,0 0-1 0 0,0-1 0 0 0,0 1 0 0 0,0 0 0 0 0,3 1 1 0 0,-3-3-41 0 0,0 0 1 0 0,1 1 0 0 0,-1-1 0 0 0,0 0 0 0 0,0 0 0 0 0,0 0 0 0 0,0 1 0 0 0,0-1 0 0 0,0-1-1 0 0,0 1 1 0 0,0 0 0 0 0,0 0 0 0 0,0 0 0 0 0,-1 0 0 0 0,1-1 0 0 0,0 1 0 0 0,-1 0 0 0 0,1 0 0 0 0,-1-1-1 0 0,1 1 1 0 0,-1-1 0 0 0,0 1 0 0 0,0 0 0 0 0,1-1 0 0 0,-1-1 0 0 0,4-14-1507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2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13 216 1840 0 0,'-1'0'140'0'0,"1"0"-1"0"0,-1 0 0 0 0,1 0 1 0 0,-1 0-1 0 0,1 0 0 0 0,0 0 1 0 0,-1 0-1 0 0,1 0 0 0 0,-1 0 1 0 0,1 0-1 0 0,-1 0 0 0 0,1 0 1 0 0,0 0-1 0 0,-1 1 0 0 0,1-1 0 0 0,-1 0 1 0 0,1 0-1 0 0,0 1 0 0 0,-1-1 1 0 0,1 0-1 0 0,0 1 0 0 0,-1-1 1 0 0,1 0-1 0 0,0 1 0 0 0,-1-1 1 0 0,1 0-1 0 0,0 1 0 0 0,0-1 1 0 0,-1 0-1 0 0,1 1 0 0 0,0-1 1 0 0,0 1-1 0 0,0-1 0 0 0,0 1 0 0 0,0-1 1 0 0,0 0-1 0 0,-1 1 0 0 0,1-1 1 0 0,0 1-1 0 0,0-1 0 0 0,0 1 1 0 0,0-1-1 0 0,1 1 0 0 0,-1-1 1 0 0,0 0-1 0 0,0 1 0 0 0,0-1 1 0 0,0 1-1 0 0,0-1 0 0 0,1 1 1 0 0,-1 0-1 0 0,1 0 3 0 0,-1 0-1 0 0,1-1 1 0 0,-1 1 0 0 0,1 0 0 0 0,0 0 0 0 0,-1 0 0 0 0,1 0-1 0 0,0-1 1 0 0,0 1 0 0 0,-1 0 0 0 0,1 0 0 0 0,0-1-1 0 0,0 1 1 0 0,0-1 0 0 0,0 1 0 0 0,0-1 0 0 0,0 1 0 0 0,0-1-1 0 0,0 0 1 0 0,0 1 0 0 0,0-1 0 0 0,0 0 0 0 0,0 0-1 0 0,0 0 1 0 0,2 0 0 0 0,14-3-20 0 0,0 0 0 0 0,0-1 0 0 0,-1-1 0 0 0,19-8 0 0 0,-18 7-1355 0 0,-1 0 0 0 0,1 1-1 0 0,-1 1 1 0 0,25-4 0 0 0,-39 8 1048 0 0,-1 0-1 0 0,1 0 0 0 0,-1 0 1 0 0,0-1-1 0 0,1 1 0 0 0,-1-1 1 0 0,1 1-1 0 0,-1-1 1 0 0,0 1-1 0 0,0-1 0 0 0,1 0 1 0 0,-1 0-1 0 0,0 1 1 0 0,0-1-1 0 0,0 0 0 0 0,0 0 1 0 0,0 0-1 0 0,0 0 0 0 0,0 0 1 0 0,0-1-1 0 0,0 1 1 0 0,0 0-1 0 0,-1 0 0 0 0,2-2 1 0 0,-1-1 117 0 0,0 0 1 0 0,0 0-1 0 0,0 0 0 0 0,0 0 1 0 0,0-1-1 0 0,-1 1 0 0 0,0 0 1 0 0,0-7-1 0 0,-2-9 1173 0 0,-2 0-1 0 0,-8-34 0 0 0,9 45-816 0 0,-5-12 3645 0 0,10 50 693 0 0,1 7-3574 0 0,-3 1-501 0 0,4 93 31 0 0,-2-109-2132 0 0,2 0-1 0 0,6 24 1 0 0,-6-16-2034 0 0</inkml:trace>
  <inkml:trace contextRef="#ctx0" brushRef="#br0" timeOffset="1">148 321 3321 0 0,'-3'1'424'0'0,"1"0"0"0"0,-1 1-1 0 0,0 0 1 0 0,1-1 0 0 0,-1 1 0 0 0,1 0 0 0 0,-1 0 0 0 0,1 1 0 0 0,0-1 0 0 0,0 0 0 0 0,0 1 0 0 0,0-1 0 0 0,0 1 0 0 0,1 0-1 0 0,-1-1 1 0 0,1 1 0 0 0,0 0 0 0 0,0 0 0 0 0,0 0 0 0 0,0 0 0 0 0,-1 6 0 0 0,1-2-223 0 0,-1-1 0 0 0,1 1-1 0 0,0 0 1 0 0,0 0 0 0 0,1 0 0 0 0,0 0 0 0 0,0 0-1 0 0,1 0 1 0 0,1 8 0 0 0,-1-14-157 0 0,-1 1-1 0 0,1-1 0 0 0,0 1 1 0 0,0-1-1 0 0,0 1 1 0 0,0-1-1 0 0,1 0 0 0 0,-1 0 1 0 0,0 1-1 0 0,0-1 1 0 0,1 0-1 0 0,-1 0 1 0 0,1 0-1 0 0,-1 0 0 0 0,1 0 1 0 0,-1-1-1 0 0,1 1 1 0 0,0 0-1 0 0,-1-1 0 0 0,1 1 1 0 0,0-1-1 0 0,-1 0 1 0 0,1 0-1 0 0,0 1 1 0 0,0-1-1 0 0,-1 0 0 0 0,1 0 1 0 0,0 0-1 0 0,0-1 1 0 0,2 1-1 0 0,62-14 1831 0 0,-48 9-1373 0 0,110-33-477 0 0,-120 37-275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2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5769 0 0,'5'3'8298'0'0,"1"2"-3870"0"0,4 2-3231 0 0,1 2-3328 0 0,-8-7 937 0 0,-1-1-1 0 0,0 1 1 0 0,0 0 0 0 0,0 0 0 0 0,0 1 0 0 0,0-1-1 0 0,-1 0 1 0 0,1 1 0 0 0,0-1 0 0 0,-1 1-1 0 0,2 3 1 0 0,-2-2-1348 0 0</inkml:trace>
  <inkml:trace contextRef="#ctx0" brushRef="#br0" timeOffset="1">67 136 3625 0 0,'-6'29'10422'0'0,"4"4"-5436"0"0,6 30-6347 0 0,-3-55-4357 0 0,2-16-240 0 0,0-2 1538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1:59.1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55 2296 0 0,'-21'-11'4618'0'0,"-20"11"-2240"0"0,36 0-2283 0 0,0 1 0 0 0,0-1 0 0 0,0 0 0 0 0,0 0-1 0 0,0 0 1 0 0,0-1 0 0 0,0 0 0 0 0,0 0 0 0 0,-7-3 0 0 0,10 4-14 0 0,-11-7 411 0 0,0 1 0 0 0,0 0-1 0 0,0 1 1 0 0,-26-6 0 0 0,36 10-442 0 0,-1 1 1 0 0,1-1 0 0 0,0 1-1 0 0,-1 0 1 0 0,1 0-1 0 0,-1 0 1 0 0,1 0 0 0 0,0 1-1 0 0,-1-1 1 0 0,1 1-1 0 0,0 0 1 0 0,0 0 0 0 0,-1 0-1 0 0,1 1 1 0 0,0-1-1 0 0,0 1 1 0 0,0-1 0 0 0,1 1-1 0 0,-1 0 1 0 0,0 0-1 0 0,1 0 1 0 0,-1 1 0 0 0,1-1-1 0 0,-1 0 1 0 0,1 1-1 0 0,0 0 1 0 0,-2 3 0 0 0,2-2 38 0 0,1 0 0 0 0,-1 0 0 0 0,1 0 0 0 0,0 1 0 0 0,0-1 0 0 0,0 1 0 0 0,0-1 0 0 0,1 1 0 0 0,0-1 0 0 0,0 10 0 0 0,8 51 111 0 0,-4-43-136 0 0,3 57 61 0 0,-4 87 0 0 0,-2-32 57 0 0,-1-132-177 0 0,5 54 64 0 0,-5-52-43 0 0,1 0 0 0 0,0 0 1 0 0,0 1-1 0 0,0-1 1 0 0,0 0-1 0 0,1 0 0 0 0,-1-1 1 0 0,1 1-1 0 0,0 0 0 0 0,5 6 1 0 0,-3-9 11 0 0,0 0 0 0 0,0 0-1 0 0,0-1 1 0 0,0 0 0 0 0,0 0 0 0 0,0 0 0 0 0,0 0 0 0 0,0 0 0 0 0,0-1 0 0 0,0 0 0 0 0,0 0 0 0 0,6-3-1 0 0,12 0 66 0 0,45 3 402 0 0,-64 1-743 0 0,0 0-1 0 0,0 1 1 0 0,1 0 0 0 0,-1 0-1 0 0,0 0 1 0 0,0 0 0 0 0,0 0-1 0 0,0 0 1 0 0,0 1 0 0 0,0 0-1 0 0,0-1 1 0 0,0 1 0 0 0,-1 0-1 0 0,1 0 1 0 0,-1 1-1 0 0,1-1 1 0 0,3 5 0 0 0,-6-7 156 0 0,0 0 0 0 0,-1 0-1 0 0,1 0 1 0 0,0 0 0 0 0,0 0 0 0 0,0 0 0 0 0,0 0 0 0 0,0 0 0 0 0,-1 0-1 0 0,1 0 1 0 0,0 1 0 0 0,0-1 0 0 0,0 0 0 0 0,0 0 0 0 0,0 0 0 0 0,0 0-1 0 0,-1 0 1 0 0,1 0 0 0 0,0 0 0 0 0,0 0 0 0 0,0 1 0 0 0,0-1 0 0 0,0 0 0 0 0,0 0-1 0 0,0 0 1 0 0,0 0 0 0 0,0 0 0 0 0,0 0 0 0 0,0 1 0 0 0,0-1 0 0 0,0 0-1 0 0,0 0 1 0 0,0 0 0 0 0,0 0 0 0 0,0 0 0 0 0,0 1 0 0 0,0-1 0 0 0,0 0-1 0 0,0 0 1 0 0,0 0 0 0 0,0 0 0 0 0,0 0 0 0 0,0 1 0 0 0,0-1 0 0 0,0 0 0 0 0,0 0-1 0 0,0 0 1 0 0,0 0 0 0 0,0 0 0 0 0,0 0 0 0 0,0 1 0 0 0,0-1 0 0 0,1 0-1 0 0,-1 0 1 0 0,0 0 0 0 0,0 0 0 0 0,0 0 0 0 0,0 0 0 0 0,0 0 0 0 0,1 1-1 0 0,-6-1-2394 0 0,3 9-1898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00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13 664 0 0,'-36'1'9565'0'0,"46"-3"-8279"0"0,-5 1-1271 0 0,24-4 613 0 0,1 2-1 0 0,-1 1 0 0 0,0 1 0 0 0,38 4 0 0 0,-66-2-569 0 0,0-1 1 0 0,0 1-1 0 0,0-1 1 0 0,0 1-1 0 0,0-1 1 0 0,0 1-1 0 0,0 0 1 0 0,0-1 0 0 0,0 1-1 0 0,0 0 1 0 0,0 0-1 0 0,-1 0 1 0 0,1-1-1 0 0,0 1 1 0 0,0 0-1 0 0,-1 0 1 0 0,1 0-1 0 0,-1 0 1 0 0,1 0-1 0 0,-1 0 1 0 0,1 1-1 0 0,-1-1 1 0 0,0 0-1 0 0,0 0 1 0 0,1 0-1 0 0,-1 0 1 0 0,0 0 0 0 0,0 0-1 0 0,0 1 1 0 0,0-1-1 0 0,0 0 1 0 0,-1 2-1 0 0,-5 52 362 0 0,3-34-369 0 0,2 27-12 0 0,3 0 0 0 0,2 0 0 0 0,2-1 0 0 0,17 68 1 0 0,5 39 138 0 0,-27-150-228 0 0,-1 21 477 0 0,-21-26 635 0 0,19 1-1032 0 0,-15-3 93 0 0,0 2 0 0 0,0 0 1 0 0,0 0-1 0 0,0 2 0 0 0,0 0 0 0 0,-28 6 1 0 0,29-4-594 0 0,1 1 0 0 0,-1 1 0 0 0,1 0 0 0 0,-14 7 0 0 0,28-12 100 0 0,0 1 0 0 0,1-1 1 0 0,-1 1-1 0 0,1-1 1 0 0,-1 0-1 0 0,0 0 0 0 0,1 1 1 0 0,-1-1-1 0 0,0 0 1 0 0,1 0-1 0 0,-1 0 0 0 0,0 0 1 0 0,1 0-1 0 0,-1 0 0 0 0,0 0 1 0 0,1 0-1 0 0,-1 0 1 0 0,0 0-1 0 0,1 0 0 0 0,-1 0 1 0 0,0 0-1 0 0,1-1 0 0 0,-1 1 1 0 0,0 0-1 0 0,1 0 1 0 0,-1-1-1 0 0,0 1 0 0 0,1-1 1 0 0,-1 1-1 0 0,1 0 0 0 0,-1-1 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02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3321 0 0,'0'-3'372'0'0,"0"1"0"0"0,-1-1 0 0 0,2 0 0 0 0,-1 1 1 0 0,0-1-1 0 0,1 0 0 0 0,-1 1 0 0 0,1-1 0 0 0,0 1 1 0 0,0-1-1 0 0,0 1 0 0 0,0-1 0 0 0,0 1 0 0 0,0 0 1 0 0,1-1-1 0 0,-1 1 0 0 0,1 0 0 0 0,0 0 0 0 0,2-3 1 0 0,-1 3-192 0 0,1 1 0 0 0,-1-1 0 0 0,0 1 0 0 0,1-1 0 0 0,-1 1 0 0 0,1 0 0 0 0,0 0 0 0 0,-1 1 0 0 0,1-1 0 0 0,-1 1 0 0 0,1-1 0 0 0,0 1 0 0 0,7 1 0 0 0,-3-1 20 0 0,-1 0 0 0 0,1 1 1 0 0,0 0-1 0 0,-1 0 0 0 0,1 1 1 0 0,-1 0-1 0 0,1 0 0 0 0,10 5 0 0 0,-16-5-158 0 0,1 0 0 0 0,-1 0-1 0 0,1 0 1 0 0,-1 0-1 0 0,0 1 1 0 0,0-1 0 0 0,0 1-1 0 0,0-1 1 0 0,0 1-1 0 0,0-1 1 0 0,-1 1 0 0 0,0 0-1 0 0,1 0 1 0 0,-1 0-1 0 0,0 0 1 0 0,0 0 0 0 0,0 0-1 0 0,-1 0 1 0 0,1 0-1 0 0,-1 0 1 0 0,0 1 0 0 0,0-1-1 0 0,0 5 1 0 0,-1 11-119 0 0,-1 0 1 0 0,0-1 0 0 0,-2 1-1 0 0,0-1 1 0 0,-1 0 0 0 0,-1 0-1 0 0,0 0 1 0 0,-1-1 0 0 0,-1 0-1 0 0,-1 0 1 0 0,-1-1 0 0 0,0 0-1 0 0,-12 14 1 0 0,12-21 380 0 0,10-12 479 0 0,21-16 222 0 0,-5 13-820 0 0,1 0 0 0 0,-1 1 0 0 0,1 1-1 0 0,0 0 1 0 0,-1 1 0 0 0,31-1 0 0 0,53 6-4892 0 0,-79 3 1040 0 0,-7-3-3450 0 0,-9 1 4586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02.6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55 3009 0 0,'-1'-1'203'0'0,"0"1"0"0"0,0-1-1 0 0,0 0 1 0 0,0 0 0 0 0,0 0 0 0 0,0 0 0 0 0,0 0 0 0 0,0 0 0 0 0,1 0 0 0 0,-1-1 0 0 0,0 1 0 0 0,1 0 0 0 0,-1 0 0 0 0,1 0 0 0 0,-1-1 0 0 0,1 1 0 0 0,-1 0-1 0 0,1-1 1 0 0,0 1 0 0 0,0 0 0 0 0,0-1 0 0 0,0 1 0 0 0,0 0 0 0 0,0-1 0 0 0,0 1 0 0 0,0-2 0 0 0,1 2-41 0 0,0-1 1 0 0,1 1-1 0 0,-1 0 1 0 0,0-1-1 0 0,0 1 1 0 0,1 0 0 0 0,-1 0-1 0 0,1 0 1 0 0,-1 0-1 0 0,1 1 1 0 0,-1-1-1 0 0,1 0 1 0 0,-1 1-1 0 0,1-1 1 0 0,0 1-1 0 0,-1-1 1 0 0,3 1-1 0 0,8-3 309 0 0,0 2 0 0 0,0 0 0 0 0,0 0 0 0 0,20 3 0 0 0,-29-2-420 0 0,0 0-1 0 0,0 0 1 0 0,0 1 0 0 0,0-1-1 0 0,0 1 1 0 0,0 0-1 0 0,0 0 1 0 0,-1 0-1 0 0,1 0 1 0 0,0 1-1 0 0,0-1 1 0 0,-1 1 0 0 0,1-1-1 0 0,-1 1 1 0 0,1 0-1 0 0,3 4 1 0 0,-5-4-36 0 0,0 0 0 0 0,0 0 0 0 0,0 0 0 0 0,0 0-1 0 0,0 0 1 0 0,-1 0 0 0 0,1 0 0 0 0,-1 1 0 0 0,0-1 0 0 0,1 0 0 0 0,-1 0 0 0 0,0 0 0 0 0,0 0 0 0 0,0 0 0 0 0,-1 1-1 0 0,1-1 1 0 0,0 0 0 0 0,-2 3 0 0 0,-3 10-118 0 0,-1-1-1 0 0,-1 0 1 0 0,0 0 0 0 0,-1-1-1 0 0,-14 18 1 0 0,3-3-349 0 0,28-40 501 0 0,0 0-1 0 0,1 0 1 0 0,0 1-1 0 0,1 0 1 0 0,0 0-1 0 0,16-10 1 0 0,-23 18 53 0 0,0 1 0 0 0,0-1 0 0 0,0 1 0 0 0,0 0 0 0 0,0 0 0 0 0,1 0 0 0 0,-1 1 0 0 0,1-1 0 0 0,-1 1 0 0 0,1 0 0 0 0,7 0 0 0 0,-10 1-54 0 0,1 0 0 0 0,-1 0 1 0 0,1 1-1 0 0,-1-1 0 0 0,0 1 0 0 0,0 0 1 0 0,1 0-1 0 0,-1 0 0 0 0,0 0 0 0 0,0 0 1 0 0,0 0-1 0 0,0 0 0 0 0,0 1 0 0 0,0-1 1 0 0,0 1-1 0 0,0 0 0 0 0,-1-1 0 0 0,1 1 0 0 0,-1 0 1 0 0,1 0-1 0 0,-1 0 0 0 0,1 0 0 0 0,-1 0 1 0 0,1 3-1 0 0,1 2 7 0 0,-1 0 0 0 0,0 0 1 0 0,0 0-1 0 0,-1 0 0 0 0,1 1 1 0 0,-2-1-1 0 0,1 0 0 0 0,-1 1 0 0 0,0-1 1 0 0,0 1-1 0 0,-1-1 0 0 0,0 0 0 0 0,-1 0 1 0 0,1 1-1 0 0,-1-1 0 0 0,-1 0 1 0 0,-3 8-1 0 0,3-7-399 0 0,-1 0 1 0 0,0 0-1 0 0,0 0 0 0 0,0 0 1 0 0,-1-1-1 0 0,-1 1 1 0 0,1-1-1 0 0,-1 0 0 0 0,0-1 1 0 0,-1 0-1 0 0,0 0 1 0 0,0 0-1 0 0,-14 8 0 0 0,20-13-3 0 0,-1 0-1 0 0,1 0 0 0 0,-1-1 0 0 0,1 1 1 0 0,-1-1-1 0 0,1 0 0 0 0,-1 1 1 0 0,0-1-1 0 0,1 0 0 0 0,-1 0 0 0 0,0 0 1 0 0,1 0-1 0 0,-1 0 0 0 0,0 0 0 0 0,1 0 1 0 0,-1-1-1 0 0,0 1 0 0 0,1-1 1 0 0,-1 1-1 0 0,1-1 0 0 0,-1 0 0 0 0,1 1 1 0 0,-1-1-1 0 0,1 0 0 0 0,-1 0 0 0 0,-1-2 1 0 0,-2-1-2522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03.1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19 1656 0 0,'0'-1'191'0'0,"0"0"0"0"0,0 0 0 0 0,-1 1-1 0 0,1-1 1 0 0,0 0 0 0 0,0 0 0 0 0,-1 0-1 0 0,1 0 1 0 0,-1 1 0 0 0,1-1 0 0 0,0 0-1 0 0,-1 1 1 0 0,1-1 0 0 0,-1 0 0 0 0,0 1 0 0 0,1-1-1 0 0,-1 0 1 0 0,0 1 0 0 0,1-1 0 0 0,-1 1-1 0 0,0-1 1 0 0,1 1 0 0 0,-1 0 0 0 0,0-1-1 0 0,0 1 1 0 0,0 0 0 0 0,-1-1 0 0 0,1 1-54 0 0,0 1 1 0 0,0-1-1 0 0,0 0 1 0 0,-1 1-1 0 0,1 0 1 0 0,0-1-1 0 0,0 1 1 0 0,0-1-1 0 0,0 1 1 0 0,0 0-1 0 0,1 0 1 0 0,-1 0-1 0 0,0 0 1 0 0,0 0-1 0 0,0-1 1 0 0,-1 3-1 0 0,-2 3 7 0 0,1 1 0 0 0,-1-1-1 0 0,1 0 1 0 0,0 1-1 0 0,-3 10 1 0 0,4-7-100 0 0,0 0 0 0 0,1 0 0 0 0,0 0 1 0 0,1 0-1 0 0,0 0 0 0 0,1 0 0 0 0,0 0 0 0 0,0-1 0 0 0,1 1 1 0 0,0 0-1 0 0,1 0 0 0 0,0-1 0 0 0,0 0 0 0 0,1 1 0 0 0,1-1 1 0 0,5 9-1 0 0,-7-13 30 0 0,1 0 1 0 0,-1-1-1 0 0,1 0 0 0 0,0 0 1 0 0,0 0-1 0 0,1 0 1 0 0,-1 0-1 0 0,1-1 0 0 0,-1 0 1 0 0,1 0-1 0 0,0 0 1 0 0,0-1-1 0 0,1 0 0 0 0,-1 0 1 0 0,0 0-1 0 0,1 0 1 0 0,-1-1-1 0 0,1 0 1 0 0,0 0-1 0 0,-1 0 0 0 0,1-1 1 0 0,0 0-1 0 0,-1 0 1 0 0,1 0-1 0 0,0-1 0 0 0,-1 0 1 0 0,1 0-1 0 0,-1-1 1 0 0,10-2-1 0 0,-11 2 81 0 0,0 1 0 0 0,0 0 0 0 0,0-1 0 0 0,0 0 0 0 0,0 0 0 0 0,0 0 0 0 0,0 0-1 0 0,-1-1 1 0 0,1 1 0 0 0,-1-1 0 0 0,0 0 0 0 0,0 0 0 0 0,0 0 0 0 0,0-1 0 0 0,0 1 0 0 0,-1 0 0 0 0,1-1 0 0 0,-1 0 0 0 0,0 0-1 0 0,0 0 1 0 0,0 0 0 0 0,-1 0 0 0 0,0 0 0 0 0,1 0 0 0 0,-1 0 0 0 0,-1-1 0 0 0,1-4 0 0 0,-1 4-36 0 0,0-1 0 0 0,-1 1 1 0 0,1-1-1 0 0,-1 1 0 0 0,-1 0 0 0 0,1-1 1 0 0,-1 1-1 0 0,0 0 0 0 0,0 0 0 0 0,-1 0 1 0 0,1 0-1 0 0,-1 1 0 0 0,0-1 1 0 0,0 1-1 0 0,-1-1 0 0 0,1 1 0 0 0,-1 0 1 0 0,0 0-1 0 0,0 1 0 0 0,0-1 0 0 0,-5-2 1 0 0,1 1-220 0 0,-1 0-1 0 0,1 0 1 0 0,-1 1 0 0 0,0 0 0 0 0,0 1 0 0 0,0 0 0 0 0,0 0 0 0 0,0 1 0 0 0,-1 1 0 0 0,1-1-1 0 0,-1 1 1 0 0,-12 1 0 0 0,4 0-1601 0 0,0 2 1 0 0,-1 0-1 0 0,-17 5 0 0 0,31-6 808 0 0,-1 0-1 0 0,1 0 0 0 0,-1-1 0 0 0,0 0 1 0 0,1 0-1 0 0,-7-1 0 0 0,8 0 279 0 0,-13 2-3415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59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0 1872 0 0,'-2'3'277'0'0,"0"-1"0"0"0,0 0 0 0 0,0 1-1 0 0,0-1 1 0 0,0 1 0 0 0,0 0 0 0 0,1-1 0 0 0,-1 1-1 0 0,1 0 1 0 0,0 0 0 0 0,0 0 0 0 0,0 0-1 0 0,0 0 1 0 0,0 0 0 0 0,1 0 0 0 0,-1 6-1 0 0,0 59 1790 0 0,1-50-1790 0 0,0 39-450 0 0,3 1-1 0 0,2-1 0 0 0,21 97 0 0 0,-25-144-3921 0 0,-6-21 2263 0 0,-7-21 782 0 0,8 15 43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2:59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94 960 0 0,'2'-6'433'0'0,"0"0"-1"0"0,0 1 0 0 0,1-1 0 0 0,-1 1 1 0 0,1 0-1 0 0,0 0 0 0 0,1 0 1 0 0,0 0-1 0 0,-1 1 0 0 0,1-1 1 0 0,1 1-1 0 0,-1 0 0 0 0,1 0 1 0 0,-1 0-1 0 0,1 1 0 0 0,0 0 1 0 0,9-4-1 0 0,-12 6-325 0 0,1-1 1 0 0,-1 1-1 0 0,1 1 1 0 0,-1-1-1 0 0,1 0 1 0 0,0 0-1 0 0,-1 1 1 0 0,1 0-1 0 0,0 0 0 0 0,0-1 1 0 0,-1 1-1 0 0,1 1 1 0 0,0-1-1 0 0,-1 0 1 0 0,1 1-1 0 0,0-1 1 0 0,-1 1-1 0 0,1 0 1 0 0,0 0-1 0 0,-1 0 0 0 0,1 0 1 0 0,-1 1-1 0 0,0-1 1 0 0,1 0-1 0 0,-1 1 1 0 0,0 0-1 0 0,0 0 1 0 0,0-1-1 0 0,0 1 1 0 0,0 0-1 0 0,0 1 0 0 0,-1-1 1 0 0,1 0-1 0 0,-1 0 1 0 0,1 1-1 0 0,-1-1 1 0 0,0 1-1 0 0,0-1 1 0 0,1 3-1 0 0,0 4 58 0 0,1 0-1 0 0,-1 0 1 0 0,-1 0 0 0 0,1 1-1 0 0,-2-1 1 0 0,1 0 0 0 0,-1 0-1 0 0,-1 0 1 0 0,1 1 0 0 0,-2-1-1 0 0,1 0 1 0 0,-1 0 0 0 0,-1 0-1 0 0,0 0 1 0 0,0-1 0 0 0,-5 12-1 0 0,3-11-256 0 0,1 0 1 0 0,-1 0-1 0 0,0 0 0 0 0,-1 0 0 0 0,0-1 0 0 0,0 0 0 0 0,-1 0 1 0 0,0-1-1 0 0,-1 0 0 0 0,1 0 0 0 0,-1 0 0 0 0,-1-1 0 0 0,1-1 1 0 0,-15 8-1 0 0,23-12-119 0 0,-1-1 1 0 0,1 0-1 0 0,-1 1 0 0 0,1-1 1 0 0,-1 0-1 0 0,0 0 1 0 0,1 1-1 0 0,-1-1 0 0 0,1 0 1 0 0,-1 0-1 0 0,0 0 0 0 0,1 0 1 0 0,-1 0-1 0 0,0 1 1 0 0,1-1-1 0 0,-1 0 0 0 0,0-1 1 0 0,1 1-1 0 0,-1 0 1 0 0,0 0-1 0 0,1 0 0 0 0,-1 0 1 0 0,1 0-1 0 0,-1-1 1 0 0,0 1-1 0 0,1 0 0 0 0,-1-1 1 0 0,1 1-1 0 0,-1 0 1 0 0,0-1-1 0 0,0 0-61 0 0,1 0 0 0 0,0 0 0 0 0,0 0 0 0 0,0 0 0 0 0,0 0 0 0 0,0 0 0 0 0,0 0 0 0 0,1 1 0 0 0,-1-1 0 0 0,0 0 0 0 0,0 0 0 0 0,1 0 0 0 0,-1 0 0 0 0,0 0 0 0 0,1 1 0 0 0,-1-1 0 0 0,1 0 0 0 0,-1 0-1 0 0,1 1 1 0 0,-1-1 0 0 0,2-1 0 0 0,6-5-1300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1528 0 0,'0'4'6288'0'0,"-2"29"1170"0"0,1 0-7084 0 0,4 46-1 0 0,3-64-2121 0 0,-6-14 1573 0 0,0-1-1 0 0,0 0 1 0 0,0 0 0 0 0,0 1 0 0 0,1-1 0 0 0,-1 0-1 0 0,0 0 1 0 0,0 1 0 0 0,1-1 0 0 0,-1 0-1 0 0,0 0 1 0 0,0 0 0 0 0,1 0 0 0 0,-1 1 0 0 0,0-1-1 0 0,0 0 1 0 0,1 0 0 0 0,-1 0 0 0 0,0 0 0 0 0,1 0-1 0 0,-1 0 1 0 0,0 0 0 0 0,0 0 0 0 0,1 0-1 0 0,-1 0 1 0 0,0 0 0 0 0,1 0 0 0 0,-1 0 0 0 0,0 0-1 0 0,1 0 1 0 0,-1 0 0 0 0,0 0 0 0 0,0 0 0 0 0,1 0-1 0 0,-1-1 1 0 0,0 1 0 0 0,0 0 0 0 0,1 0 0 0 0,-1 0-1 0 0,0 0 1 0 0,0-1 0 0 0,1 1 0 0 0,-1 0-1 0 0,0 0 1 0 0,0 0 0 0 0,0-1 0 0 0,1 1 0 0 0,5-5-4072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0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88 2425 0 0,'-22'1'2778'0'0,"22"-1"-2720"0"0,0-1 0 0 0,0 1 0 0 0,0 0 0 0 0,-1 0 0 0 0,1 0 0 0 0,0-1 0 0 0,0 1-1 0 0,0 0 1 0 0,0 0 0 0 0,0 0 0 0 0,0-1 0 0 0,-1 1 0 0 0,1 0 0 0 0,0 0 0 0 0,0-1-1 0 0,0 1 1 0 0,0 0 0 0 0,0 0 0 0 0,0-1 0 0 0,0 1 0 0 0,0 0 0 0 0,0-1 0 0 0,0 1-1 0 0,0 0 1 0 0,0 0 0 0 0,1-1 0 0 0,-1 1 0 0 0,0 0 0 0 0,0 0 0 0 0,0 0 0 0 0,0-1-1 0 0,0 1 1 0 0,0 0 0 0 0,1 0 0 0 0,-1-1 0 0 0,0 1 0 0 0,0 0 0 0 0,0 0 0 0 0,1-1-1 0 0,31-28 1823 0 0,-31 29-1871 0 0,54-36 1350 0 0,-53 34-1276 0 0,1 0 0 0 0,0 1 0 0 0,0-1 0 0 0,0 1-1 0 0,0 0 1 0 0,1 0 0 0 0,-1 0 0 0 0,0 0 0 0 0,0 1 0 0 0,1-1 0 0 0,-1 1 0 0 0,0 0 0 0 0,1 0 0 0 0,-1 0 0 0 0,0 0 0 0 0,1 1 0 0 0,3 0 0 0 0,-6 0-27 0 0,0 0 0 0 0,0 0 1 0 0,0 0-1 0 0,0 0 0 0 0,0 1 0 0 0,0-1 1 0 0,0 0-1 0 0,0 0 0 0 0,-1 1 1 0 0,1-1-1 0 0,0 0 0 0 0,-1 1 1 0 0,1-1-1 0 0,-1 0 0 0 0,0 1 0 0 0,1-1 1 0 0,-1 1-1 0 0,0-1 0 0 0,0 1 1 0 0,0-1-1 0 0,0 1 0 0 0,0-1 1 0 0,0 1-1 0 0,-1-1 0 0 0,1 1 0 0 0,0-1 1 0 0,-1 0-1 0 0,1 1 0 0 0,-2 1 1 0 0,-15 45 427 0 0,16-46-468 0 0,-10 20-376 0 0,-1-1-1 0 0,-18 26 1 0 0,-10 8-6591 0 0,87-131 1798 0 0,3-6 6937 0 0,-17 121 4780 0 0,-25-34-6328 0 0,1 1-1 0 0,-1-2 1 0 0,1 1-1 0 0,0-2 1 0 0,1 1-1 0 0,-1-1 1 0 0,15 3-1 0 0,38 5-2094 0 0,-40-7-275 0 0,-18-4 28 0 0,-13-4-1379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1.0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1 1088 0 0,'-4'2'366'0'0,"0"1"0"0"0,0 0-1 0 0,1 1 1 0 0,-1-1 0 0 0,1 1-1 0 0,-1 0 1 0 0,1-1 0 0 0,0 1-1 0 0,1 1 1 0 0,-1-1-1 0 0,1 0 1 0 0,0 1 0 0 0,0-1-1 0 0,0 1 1 0 0,0 0 0 0 0,1-1-1 0 0,0 1 1 0 0,-1 9 0 0 0,-2 11-73 0 0,2 0-1 0 0,1 34 1 0 0,1-48-989 0 0,0-10 561 0 0,0 1 0 0 0,1-1 0 0 0,-1 1 0 0 0,0-1-1 0 0,0 0 1 0 0,0 1 0 0 0,0-1 0 0 0,-1 1 0 0 0,1-1 0 0 0,0 1 0 0 0,-1-1 0 0 0,1 0 0 0 0,0 1 0 0 0,-1-1 0 0 0,0 1 0 0 0,1-1 0 0 0,-1 0 0 0 0,0 0 0 0 0,0 1 0 0 0,1-1 0 0 0,-1 0 0 0 0,0 0 0 0 0,0 0-1 0 0,0 0 1 0 0,-1 0 0 0 0,1 0 0 0 0,0 0 0 0 0,0-1 0 0 0,0 1 0 0 0,-1 0 0 0 0,1-1 0 0 0,0 1 0 0 0,-1-1 0 0 0,1 1 0 0 0,0-1 0 0 0,-1 1 0 0 0,1-1 0 0 0,-1 0 0 0 0,1 0 0 0 0,-1 0 0 0 0,1 0-1 0 0,0 0 1 0 0,-1 0 0 0 0,1 0 0 0 0,-1 0 0 0 0,1-1 0 0 0,-1 1 0 0 0,1 0 0 0 0,0-1 0 0 0,-1 1 0 0 0,0-2 0 0 0,-7 1-844 0 0</inkml:trace>
  <inkml:trace contextRef="#ctx0" brushRef="#br0" timeOffset="1">16 224 1488 0 0,'-15'1'1513'0'0,"18"2"1244"0"0,28 1 890 0 0,61-15 538 0 0,1-5-3485 0 0,-8 1-2131 0 0,-61 8-1093 0 0,12-1-4962 0 0,-25 9 5485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1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18 2112 0 0,'-5'8'502'0'0,"1"0"-1"0"0,0 1 0 0 0,0-1 1 0 0,1 1-1 0 0,-4 16 0 0 0,6-23-459 0 0,0 1 0 0 0,1-1 0 0 0,-1 1 0 0 0,1 0 0 0 0,-1-1 0 0 0,1 1 0 0 0,0 0 0 0 0,0-1 0 0 0,0 1 0 0 0,0 0 0 0 0,1-1 0 0 0,-1 1 0 0 0,1 0 1 0 0,-1-1-1 0 0,1 1 0 0 0,0-1 0 0 0,0 1 0 0 0,0-1 0 0 0,1 1 0 0 0,-1-1 0 0 0,0 0 0 0 0,1 0 0 0 0,0 1 0 0 0,1 1 0 0 0,0-3-33 0 0,0 0 0 0 0,0 0 1 0 0,0 0-1 0 0,0 0 1 0 0,0-1-1 0 0,0 1 0 0 0,0-1 1 0 0,0 0-1 0 0,0 0 1 0 0,0 0-1 0 0,0 0 0 0 0,1 0 1 0 0,-1-1-1 0 0,0 1 0 0 0,0-1 1 0 0,0 0-1 0 0,-1 0 1 0 0,1 0-1 0 0,0-1 0 0 0,5-2 1 0 0,4-2 247 0 0,0-1-1 0 0,0 0 1 0 0,13-12 0 0 0,-18 13 124 0 0,-1 0 1 0 0,0 0 0 0 0,0-1-1 0 0,0 0 1 0 0,-1 0-1 0 0,8-14 1 0 0,-13 19-279 0 0,1 1 1 0 0,0-1-1 0 0,-1 1 1 0 0,1-1 0 0 0,0 1-1 0 0,-1-1 1 0 0,0 1-1 0 0,1-1 1 0 0,-1 0-1 0 0,0 1 1 0 0,0-1-1 0 0,0 1 1 0 0,0-1-1 0 0,0 0 1 0 0,0 1 0 0 0,-1-1-1 0 0,1 1 1 0 0,-1-3-1 0 0,0 3-32 0 0,0 0 0 0 0,0 0 0 0 0,0 0 0 0 0,0 0-1 0 0,0 0 1 0 0,-1 0 0 0 0,1 0 0 0 0,0 0 0 0 0,-1 1 0 0 0,1-1 0 0 0,0 0-1 0 0,-1 1 1 0 0,1-1 0 0 0,-1 1 0 0 0,1-1 0 0 0,-1 1 0 0 0,1 0 0 0 0,-1 0-1 0 0,1 0 1 0 0,-1-1 0 0 0,1 1 0 0 0,-1 1 0 0 0,-1-1 0 0 0,-4 1-159 0 0,0 0 1 0 0,0 0 0 0 0,0 1 0 0 0,0 0 0 0 0,1 0 0 0 0,-1 1 0 0 0,1 0 0 0 0,0 0 0 0 0,-11 7-1 0 0,11-6-827 0 0,-1-1-1 0 0,1 1 0 0 0,-1-1 0 0 0,0 0 0 0 0,0 0 0 0 0,-1-1 1 0 0,-10 2-1 0 0,17-4 795 0 0,1 0 1 0 0,-1 0-1 0 0,0 0 1 0 0,1 0-1 0 0,-1 0 1 0 0,0-1 0 0 0,1 1-1 0 0,-1 0 1 0 0,1 0-1 0 0,-1-1 1 0 0,1 1-1 0 0,-1 0 1 0 0,1 0-1 0 0,-1-1 1 0 0,1 1-1 0 0,-1-1 1 0 0,1 1-1 0 0,-1 0 1 0 0,1-1-1 0 0,0 1 1 0 0,-1-1 0 0 0,1 1-1 0 0,0-1 1 0 0,-1 1-1 0 0,1-1 1 0 0,-1-1-1 0 0,1-5-1738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1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73 1848 0 0,'-15'2'4394'0'0,"38"-8"-2977"0"0,40-20 271 0 0,-46 17-1247 0 0,1 2 1 0 0,1 0-1 0 0,-1 1 1 0 0,29-6-1 0 0,-47 12-390 0 0,1-1 0 0 0,-1 1 0 0 0,1 0 0 0 0,-1 0 0 0 0,1 0 0 0 0,0 0 0 0 0,-1 0 0 0 0,1 0-1 0 0,-1 0 1 0 0,1 0 0 0 0,0 0 0 0 0,-1 0 0 0 0,1 0 0 0 0,-1 0 0 0 0,1 0 0 0 0,0 0 0 0 0,-1 0-1 0 0,1 1 1 0 0,-1-1 0 0 0,1 0 0 0 0,-1 0 0 0 0,1 1 0 0 0,-1-1 0 0 0,1 0 0 0 0,-1 1-1 0 0,1-1 1 0 0,-1 1 0 0 0,1-1 0 0 0,-1 0 0 0 0,1 1 0 0 0,-1-1 0 0 0,0 1 0 0 0,1-1 0 0 0,-1 1-1 0 0,0 0 1 0 0,0-1 0 0 0,1 1 0 0 0,-1-1 0 0 0,0 1 0 0 0,0 0 0 0 0,0 2 54 0 0,0 0 0 0 0,0 0 0 0 0,-1-1 0 0 0,0 1 0 0 0,1 0 0 0 0,-1-1 1 0 0,0 1-1 0 0,0 0 0 0 0,-2 3 0 0 0,-35 53 524 0 0,38-58-623 0 0,-70 90-1005 0 0,70-91 983 0 0,-1 0-1 0 0,1 0 1 0 0,0 0-1 0 0,0 1 1 0 0,0-1-1 0 0,0 0 1 0 0,-1 0-1 0 0,1 1 1 0 0,0-1-1 0 0,0 0 1 0 0,0 0-1 0 0,0 0 1 0 0,0 1-1 0 0,0-1 1 0 0,0 0-1 0 0,-1 1 1 0 0,1-1-1 0 0,0 0 1 0 0,0 0-1 0 0,0 1 1 0 0,0-1-1 0 0,0 0 1 0 0,0 0-1 0 0,0 1 1 0 0,0-1-1 0 0,1 0 1 0 0,-1 0-1 0 0,0 1 1 0 0,0-1-1 0 0,0 0 1 0 0,0 0-1 0 0,0 1 1 0 0,0-1-1 0 0,0 0 1 0 0,1 0-1 0 0,-1 1 1 0 0,0-1-1 0 0,0 0 1 0 0,0 0-1 0 0,0 0 1 0 0,1 1-1 0 0,14-1-217 0 0,23-10 422 0 0,-33 9-137 0 0,55-18 473 0 0,69-16 99 0 0,-126 37-1312 0 0,-12 6-268 0 0,-15 6-814 0 0,20-13 1598 0 0,0 0-1 0 0,0 0 0 0 0,0 0 0 0 0,0 1 1 0 0,0 0-1 0 0,0-1 0 0 0,1 2 0 0 0,-1-1 1 0 0,1 0-1 0 0,-1 1 0 0 0,1-1 0 0 0,0 1 0 0 0,0 0 1 0 0,-4 5-1 0 0,4-2 380 0 0,0-1 0 0 0,1 1 0 0 0,0 0 0 0 0,0 1 0 0 0,0-1 0 0 0,0 0 0 0 0,1 0 0 0 0,0 1 0 0 0,0 5 0 0 0,-1 10 107 0 0,-4 46 319 0 0,14-27-5442 0 0,-8-40 4723 0 0,0-1 0 0 0,1 0 0 0 0,-1 0 0 0 0,0 0 0 0 0,0 0 0 0 0,1 1-1 0 0,-1-1 1 0 0,0 0 0 0 0,1 0 0 0 0,-1 0 0 0 0,0 0 0 0 0,0 0 0 0 0,1 0 0 0 0,-1 0 0 0 0,0 0 0 0 0,1 0 0 0 0,-1 0 0 0 0,0 0 0 0 0,1 0 0 0 0,-1 0 0 0 0,0 0 0 0 0,1 0 0 0 0,-1 0 0 0 0,0 0 0 0 0,0 0 0 0 0,1 0-1 0 0,-1-1 1 0 0,0 1 0 0 0,1 0 0 0 0,-1 0 0 0 0,0 0 0 0 0,0 0 0 0 0,1-1 0 0 0,-1 1 0 0 0,0 0 0 0 0,0 0 0 0 0,0-1 0 0 0,1 1 0 0 0,-1 0 0 0 0,0 0 0 0 0,0-1 0 0 0,0 1 0 0 0,0 0 0 0 0,0-1 0 0 0,1 1 0 0 0,-1 0-1 0 0,0 0 1 0 0,0-1 0 0 0,0 1 0 0 0,0 0 0 0 0,0-1 0 0 0,0 1 0 0 0,0-1 0 0 0,1-1-103 0 0,5-7-1206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2.1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0 2000 0 0,'-2'11'965'0'0,"0"-1"-1"0"0,1 1 0 0 0,0 0 1 0 0,1 0-1 0 0,0-1 1 0 0,1 1-1 0 0,2 16 0 0 0,-1-19-858 0 0,0 0 0 0 0,-1 0 1 0 0,-1 0-1 0 0,1 1 0 0 0,-1-1 0 0 0,-1 0 0 0 0,1 0 0 0 0,-2 0 0 0 0,1 0 1 0 0,-1 0-1 0 0,0 0 0 0 0,0 0 0 0 0,-5 8 0 0 0,6-13-109 0 0,-1-1-1 0 0,0 0 1 0 0,0 1-1 0 0,-1-1 1 0 0,1 0 0 0 0,0 0-1 0 0,-1 0 1 0 0,1 0-1 0 0,-1 0 1 0 0,0-1 0 0 0,1 1-1 0 0,-1-1 1 0 0,0 0-1 0 0,0 1 1 0 0,-5 0 0 0 0,-49 4-246 0 0,50-6 358 0 0,0 0 1 0 0,-1 1-1 0 0,1 0 1 0 0,0 0-1 0 0,0 0 0 0 0,0 1 1 0 0,1 0-1 0 0,-13 5 1 0 0,19-7-59 0 0,0 0 0 0 0,-1 0 1 0 0,1 0-1 0 0,0 0 0 0 0,0 0 1 0 0,0 0-1 0 0,0 0 1 0 0,-1 0-1 0 0,1 0 0 0 0,0 0 1 0 0,0 0-1 0 0,0 0 1 0 0,0 0-1 0 0,0 0 0 0 0,-1 1 1 0 0,1-1-1 0 0,0 0 1 0 0,0 0-1 0 0,0 0 0 0 0,0 0 1 0 0,0 0-1 0 0,0 0 1 0 0,-1 0-1 0 0,1 1 0 0 0,0-1 1 0 0,0 0-1 0 0,0 0 0 0 0,0 0 1 0 0,0 0-1 0 0,0 0 1 0 0,0 1-1 0 0,0-1 0 0 0,0 0 1 0 0,0 0-1 0 0,0 0 1 0 0,0 0-1 0 0,0 0 0 0 0,0 1 1 0 0,0-1-1 0 0,0 0 1 0 0,0 0-1 0 0,0 0 0 0 0,0 0 1 0 0,0 1-1 0 0,0-1 1 0 0,0 0-1 0 0,0 0 0 0 0,0 0 1 0 0,0 0-1 0 0,0 0 0 0 0,0 1 1 0 0,0-1-1 0 0,0 0 1 0 0,0 0-1 0 0,1 0 0 0 0,-1 0 1 0 0,0 0-1 0 0,0 0 1 0 0,0 1-1 0 0,0-1 0 0 0,0 0 1 0 0,0 0-1 0 0,1 0 1 0 0,15 3 1233 0 0,19-3-273 0 0,141-26 1690 0 0,-138 20-2619 0 0,-21 4-439 0 0,25-5-2550 0 0,-23-1-7169 0 0,-19 7 9851 0 0,0-1-1 0 0,0 1 1 0 0,0 0-1 0 0,0-1 1 0 0,0 1-1 0 0,0 0 0 0 0,-1 0 1 0 0,1 0-1 0 0,0-1 1 0 0,-1 1-1 0 0,1 0 0 0 0,-1 0 1 0 0,0 0-1 0 0,1 0 1 0 0,-1 0-1 0 0,0 0 1 0 0,-1-2-1 0 0,2 2-239 0 0,-1-7-1579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4.4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0 3769 0 0,'-2'2'1352'0'0,"1"1"-304"0"0,-3 2-248 0 0,3 0-287 0 0,-4-1-265 0 0,2 1-208 0 0,0-2-256 0 0,0 2-296 0 0,1-2-305 0 0,0-1-215 0 0,1-1-64 0 0,1 3-648 0 0,-11-14 1047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4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1816 0 0,'-2'4'633'0'0,"1"1"79"0"0,-3 0-16 0 0,4 0-56 0 0,0-2-104 0 0,0-2-120 0 0,2 2-112 0 0,0 1-112 0 0,-1-3-64 0 0,1 2-128 0 0,-2-1-144 0 0,1 0-232 0 0,1-1-264 0 0,0 1-256 0 0,-2-1-88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5.1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14 105 2489 0 0,'-1'-2'324'0'0,"-1"0"0"0"0,1 1 0 0 0,-1-1 0 0 0,1 0 0 0 0,0 0 0 0 0,0-1 0 0 0,0 1 0 0 0,0 0 0 0 0,1 0 0 0 0,-1 0 0 0 0,1-1 1 0 0,-1 1-1 0 0,1 0 0 0 0,0 0 0 0 0,-1-1 0 0 0,1 1 0 0 0,0 0 0 0 0,1-1 0 0 0,-1 1 0 0 0,0 0 0 0 0,1-1 0 0 0,0-2 0 0 0,1 2-135 0 0,-1 0 0 0 0,1 0 0 0 0,0 1 0 0 0,0-1 1 0 0,0 0-1 0 0,1 1 0 0 0,-1-1 0 0 0,0 1 0 0 0,1 0 0 0 0,0 0 0 0 0,-1 0 0 0 0,1 0 0 0 0,0 0 0 0 0,0 1 0 0 0,5-3 0 0 0,-3 2-80 0 0,-1 0 0 0 0,1 0 0 0 0,0 1 0 0 0,0 0-1 0 0,0-1 1 0 0,0 1 0 0 0,0 1 0 0 0,0-1 0 0 0,0 1 0 0 0,0 0 0 0 0,0 0 0 0 0,0 0 0 0 0,0 1 0 0 0,0 0 0 0 0,0 0 0 0 0,-1 0 0 0 0,1 1 0 0 0,0-1 0 0 0,0 1 0 0 0,6 4 0 0 0,-7-4-118 0 0,-1 1 0 0 0,1 0 1 0 0,-1 0-1 0 0,1 1 1 0 0,-1-1-1 0 0,0 1 0 0 0,-1-1 1 0 0,1 1-1 0 0,0 0 1 0 0,-1 0-1 0 0,0 0 0 0 0,0 0 1 0 0,0 0-1 0 0,-1 1 0 0 0,1-1 1 0 0,-1 1-1 0 0,0-1 1 0 0,0 1-1 0 0,-1-1 0 0 0,1 1 1 0 0,-1-1-1 0 0,-1 8 1 0 0,0 2-268 0 0,0-1 0 0 0,-2 0 0 0 0,1 0 0 0 0,-2 0 0 0 0,0 0 1 0 0,0-1-1 0 0,-1 1 0 0 0,-8 14 0 0 0,9-20 216 0 0,0 0-1 0 0,0 0 1 0 0,-1 0-1 0 0,0-1 1 0 0,0 1-1 0 0,0-1 1 0 0,-1-1-1 0 0,0 1 1 0 0,0-1-1 0 0,-1 0 1 0 0,1 0-1 0 0,-1 0 1 0 0,0-1-1 0 0,-14 6 0 0 0,8-8 855 0 0,17-9 293 0 0,22-9 148 0 0,-5 9-927 0 0,1 0 1 0 0,0 1-1 0 0,0 2 1 0 0,41-4-1 0 0,-13 8-2960 0 0,4 5-4515 0 0,-22 0 3075 0 0,-20 0 2447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5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56 2921 0 0,'-1'0'171'0'0,"1"0"0"0"0,-1-1 0 0 0,1 1 1 0 0,0 0-1 0 0,-1 0 0 0 0,1 0 0 0 0,0 0 0 0 0,-1-1 1 0 0,1 1-1 0 0,0 0 0 0 0,-1 0 0 0 0,1-1 1 0 0,0 1-1 0 0,-1 0 0 0 0,1-1 0 0 0,0 1 1 0 0,0 0-1 0 0,0-1 0 0 0,-1 1 0 0 0,1 0 1 0 0,0-1-1 0 0,0 1 0 0 0,0-1 0 0 0,0 1 0 0 0,-1 0 1 0 0,1-1-1 0 0,0 1 0 0 0,0-1 0 0 0,0 1 1 0 0,0 0-1 0 0,0-1 0 0 0,0 1 0 0 0,0-1 1 0 0,0 1-1 0 0,0 0 0 0 0,1-1 0 0 0,-1 1 1 0 0,0-1-1 0 0,0 1 0 0 0,0-1 0 0 0,17-14 1916 0 0,25-5-1676 0 0,-39 18-372 0 0,1 1 1 0 0,0 0 0 0 0,-1 0-1 0 0,1 0 1 0 0,0 1 0 0 0,0 0-1 0 0,0-1 1 0 0,0 1-1 0 0,0 0 1 0 0,0 1 0 0 0,0-1-1 0 0,-1 1 1 0 0,1 0 0 0 0,5 1-1 0 0,-8-1-16 0 0,0 0-1 0 0,1 0 0 0 0,-1 0 0 0 0,0 1 1 0 0,1-1-1 0 0,-1 0 0 0 0,0 1 1 0 0,0-1-1 0 0,0 1 0 0 0,0-1 0 0 0,-1 1 1 0 0,1-1-1 0 0,0 1 0 0 0,-1-1 1 0 0,1 1-1 0 0,0 0 0 0 0,-1-1 0 0 0,0 1 1 0 0,0 0-1 0 0,1 0 0 0 0,-1-1 1 0 0,0 1-1 0 0,0 0 0 0 0,0 0 0 0 0,-1-1 1 0 0,1 1-1 0 0,0 0 0 0 0,-1-1 1 0 0,1 1-1 0 0,-1 0 0 0 0,0-1 0 0 0,1 1 1 0 0,-2 1-1 0 0,0 1-136 0 0,1 1 1 0 0,-1-1-1 0 0,0 0 1 0 0,-1 0-1 0 0,1 0 1 0 0,-1-1-1 0 0,0 1 1 0 0,0-1-1 0 0,0 1 1 0 0,-5 3-1 0 0,-15 19-1522 0 0,26-30 1743 0 0,1 0-1 0 0,0 0 0 0 0,1 0 0 0 0,-1 0 1 0 0,1 1-1 0 0,-1 0 0 0 0,1 0 1 0 0,0 0-1 0 0,0 0 0 0 0,1 1 1 0 0,-1 0-1 0 0,0 0 0 0 0,1 0 0 0 0,-1 1 1 0 0,1-1-1 0 0,0 1 0 0 0,-1 1 1 0 0,1-1-1 0 0,0 1 0 0 0,-1 0 0 0 0,1 0 1 0 0,9 2-1 0 0,-12-1-8 0 0,1-1 0 0 0,-1 1 0 0 0,0 0 0 0 0,0-1-1 0 0,0 1 1 0 0,1 1 0 0 0,-1-1 0 0 0,0 0 0 0 0,-1 1 0 0 0,1 0 0 0 0,0-1 0 0 0,0 1 0 0 0,-1 0 0 0 0,1 0 0 0 0,-1 1-1 0 0,1-1 1 0 0,-1 1 0 0 0,0-1 0 0 0,0 1 0 0 0,0-1 0 0 0,0 1 0 0 0,-1 0 0 0 0,1 0 0 0 0,-1 0 0 0 0,0 0-1 0 0,0 0 1 0 0,0 0 0 0 0,0 1 0 0 0,0-1 0 0 0,-1 0 0 0 0,1 0 0 0 0,-1 1 0 0 0,0-1 0 0 0,0 0 0 0 0,0 1 0 0 0,0-1-1 0 0,-1 0 1 0 0,0 0 0 0 0,1 1 0 0 0,-3 5 0 0 0,-20 61-1721 0 0,12-48-1633 0 0,-1-1-3511 0 0,3-34 2240 0 0,10 6 3391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6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32 1744 0 0,'-1'-2'256'0'0,"0"0"-1"0"0,0 0 0 0 0,0 1 0 0 0,0-1 0 0 0,0 0 1 0 0,0 1-1 0 0,0-1 0 0 0,-1 1 0 0 0,1-1 1 0 0,-1 1-1 0 0,1-1 0 0 0,-1 1 0 0 0,1 0 0 0 0,-1 0 1 0 0,0 0-1 0 0,1 0 0 0 0,-1 0 0 0 0,0 0 0 0 0,0 0 1 0 0,0 1-1 0 0,0-1 0 0 0,0 1 0 0 0,0-1 0 0 0,0 1 1 0 0,0 0-1 0 0,0 0 0 0 0,0 0 0 0 0,0 0 1 0 0,0 0-1 0 0,0 0 0 0 0,0 0 0 0 0,0 1 0 0 0,-3 0 1 0 0,3 0-149 0 0,-1 0-1 0 0,1 0 1 0 0,0 1 0 0 0,-1-1 0 0 0,1 1 0 0 0,0-1 0 0 0,0 1 0 0 0,-1 0 0 0 0,1 0 0 0 0,1 0 0 0 0,-1 0 0 0 0,0 0 0 0 0,0 0 0 0 0,1 1 0 0 0,0-1 0 0 0,-1 1 0 0 0,1-1-1 0 0,0 1 1 0 0,0-1 0 0 0,0 1 0 0 0,0 0 0 0 0,1-1 0 0 0,-1 6 0 0 0,0-1-119 0 0,2 0 1 0 0,-1 0-1 0 0,1 0 0 0 0,0 0 0 0 0,0 1 0 0 0,1-2 1 0 0,0 1-1 0 0,0 0 0 0 0,1 0 0 0 0,0-1 1 0 0,0 1-1 0 0,0-1 0 0 0,1 0 0 0 0,0 0 1 0 0,0 0-1 0 0,1 0 0 0 0,0-1 0 0 0,-1 0 0 0 0,2 0 1 0 0,-1 0-1 0 0,1-1 0 0 0,-1 0 0 0 0,1 0 1 0 0,11 6-1 0 0,-12-8 90 0 0,-1 1 1 0 0,1-1-1 0 0,0 0 1 0 0,-1 0-1 0 0,1-1 1 0 0,0 1-1 0 0,0-1 1 0 0,0 0-1 0 0,1-1 1 0 0,-1 1 0 0 0,0-1-1 0 0,0 0 1 0 0,0 0-1 0 0,0-1 1 0 0,0 1-1 0 0,0-1 1 0 0,0 0-1 0 0,0 0 1 0 0,0-1-1 0 0,0 0 1 0 0,0 0-1 0 0,0 0 1 0 0,-1 0-1 0 0,1-1 1 0 0,-1 1-1 0 0,0-1 1 0 0,0-1-1 0 0,0 1 1 0 0,0 0-1 0 0,0-1 1 0 0,-1 0-1 0 0,0 0 1 0 0,1 0-1 0 0,3-7 1 0 0,-5 7 49 0 0,0 0-1 0 0,0 0 1 0 0,0 0 0 0 0,0 0 0 0 0,-1 0-1 0 0,0 0 1 0 0,0 0 0 0 0,0-1 0 0 0,0 1-1 0 0,0-1 1 0 0,-1 1 0 0 0,0 0 0 0 0,0-1-1 0 0,0 1 1 0 0,-1-1 0 0 0,0 1 0 0 0,1 0-1 0 0,-1 0 1 0 0,-1-1 0 0 0,1 1 0 0 0,-1 0-1 0 0,1 0 1 0 0,-1 0 0 0 0,-1 0 0 0 0,1 0-1 0 0,0 1 1 0 0,-1-1 0 0 0,0 1 0 0 0,-5-6-1 0 0,4 5-204 0 0,-1 0 0 0 0,1 0-1 0 0,-1 0 1 0 0,0 1 0 0 0,0-1-1 0 0,-1 1 1 0 0,1 0 0 0 0,-1 1-1 0 0,-8-3 1 0 0,9 3-287 0 0,0 1-1 0 0,0 0 1 0 0,0 0 0 0 0,-1 0 0 0 0,1 1-1 0 0,0 0 1 0 0,-1 0 0 0 0,1 0-1 0 0,0 1 1 0 0,0 0 0 0 0,-8 1 0 0 0,5 1-454 0 0,4-1 89 0 0,0-1-1 0 0,0 0 0 0 0,0 0 0 0 0,0 0 0 0 0,0 0 1 0 0,0 0-1 0 0,0-1 0 0 0,-1 0 0 0 0,1 0 1 0 0,0 0-1 0 0,0 0 0 0 0,0-1 0 0 0,0 1 1 0 0,-4-2-1 0 0,-4 2-1468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6.7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20 2176 0 0,'-1'-1'209'0'0,"0"1"-1"0"0,1 0 0 0 0,-1 0 0 0 0,0-1 0 0 0,1 1 0 0 0,-1 0 0 0 0,1 0 1 0 0,-1 0-1 0 0,0 0 0 0 0,1 0 0 0 0,-1 0 0 0 0,0 0 0 0 0,1 0 0 0 0,-1 0 1 0 0,0 0-1 0 0,1 0 0 0 0,-1 0 0 0 0,0 0 0 0 0,1 1 0 0 0,-1-1 1 0 0,0 0-1 0 0,1 1 0 0 0,-1-1 0 0 0,1 0 0 0 0,-2 1 0 0 0,3 0-70 0 0,-1-1-1 0 0,0 1 0 0 0,0-1 1 0 0,0 1-1 0 0,1-1 0 0 0,-1 0 1 0 0,0 1-1 0 0,1-1 1 0 0,-1 0-1 0 0,0 1 0 0 0,1-1 1 0 0,-1 0-1 0 0,1 1 0 0 0,-1-1 1 0 0,0 0-1 0 0,1 1 0 0 0,-1-1 1 0 0,1 0-1 0 0,-1 0 1 0 0,1 0-1 0 0,-1 0 0 0 0,1 1 1 0 0,-1-1-1 0 0,1 0 0 0 0,-1 0 1 0 0,1 0-1 0 0,-1 0 0 0 0,1 0 1 0 0,-1 0-1 0 0,1 0 1 0 0,-1 0-1 0 0,1-1 0 0 0,-1 1 1 0 0,1 0-1 0 0,-1 0 0 0 0,1-1 1 0 0,21 0 693 0 0,-1-1 0 0 0,32-8 0 0 0,-41 6-1007 0 0,0 1 0 0 0,0 1 0 0 0,0 0 1 0 0,1 0-1 0 0,-1 2 0 0 0,1-1 0 0 0,-1 2 1 0 0,1-1-1 0 0,-1 2 0 0 0,1-1 1 0 0,12 5-1 0 0,-23-5-829 0 0,1 1 1 0 0,-1-1-1 0 0,0 1 1 0 0,0 0 0 0 0,0-1-1 0 0,0 1 1 0 0,-1 0-1 0 0,1 0 1 0 0,0 0-1 0 0,1 3 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7.0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 1936 0 0,'-1'14'6998'0'0,"5"22"-3582"0"0,-4-32-2898 0 0,3 29 129 0 0,-3 1 0 0 0,-3 37 1 0 0,0 32-2429 0 0,8-70-1210 0 0,-5-32 2811 0 0,0 0 0 0 0,0 0 0 0 0,0 0-1 0 0,0-1 1 0 0,0 1 0 0 0,0 0-1 0 0,1 0 1 0 0,-1-1 0 0 0,0 1-1 0 0,0 0 1 0 0,0 0 0 0 0,1-1 0 0 0,-1 1-1 0 0,0 0 1 0 0,1-1 0 0 0,-1 1-1 0 0,1 0 1 0 0,-1-1 0 0 0,1 1 0 0 0,-1-1-1 0 0,1 1 1 0 0,-1-1 0 0 0,1 1-1 0 0,0-1 1 0 0,-1 1 0 0 0,1-1 0 0 0,0 1-1 0 0,-1-1 1 0 0,1 0 0 0 0,0 1-1 0 0,-1-1 1 0 0,1 0 0 0 0,0 0 0 0 0,0 0-1 0 0,-1 1 1 0 0,1-1 0 0 0,1 0-1 0 0,1-3-920 0 0,0-3-569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9.2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55 2208 0 0,'-1'0'313'0'0,"0"0"0"0"0,0-1-1 0 0,0 1 1 0 0,0-1 0 0 0,0 1-1 0 0,1-1 1 0 0,-1 1 0 0 0,0-1-1 0 0,0 0 1 0 0,1 1 0 0 0,-1-1-1 0 0,0 0 1 0 0,1 1 0 0 0,-1-1-1 0 0,1 0 1 0 0,-1 0 0 0 0,1 0-1 0 0,-1 0 1 0 0,1 1 0 0 0,0-1-1 0 0,-1 0 1 0 0,1 0 0 0 0,0-1-1 0 0,1 0-127 0 0,0 1 0 0 0,0-1 0 0 0,0 1-1 0 0,0-1 1 0 0,0 1 0 0 0,1-1 0 0 0,-1 1 0 0 0,0 0-1 0 0,1 0 1 0 0,-1 0 0 0 0,1 0 0 0 0,3-2 0 0 0,-1 1 23 0 0,0-1 0 0 0,0 1 1 0 0,0 0-1 0 0,0 0 0 0 0,0 1 1 0 0,1-1-1 0 0,-1 1 1 0 0,1 0-1 0 0,-1 0 0 0 0,1 0 1 0 0,-1 1-1 0 0,1 0 0 0 0,5 0 1 0 0,-8 0-158 0 0,-1 0 0 0 0,1 1 0 0 0,-1-1 0 0 0,1 1 0 0 0,-1-1 1 0 0,1 1-1 0 0,-1 0 0 0 0,1-1 0 0 0,-1 1 0 0 0,0 0 0 0 0,0 0 0 0 0,1 0 1 0 0,-1 0-1 0 0,0 0 0 0 0,0 0 0 0 0,0 0 0 0 0,0 0 0 0 0,0 1 0 0 0,0-1 1 0 0,0 0-1 0 0,-1 1 0 0 0,1-1 0 0 0,0 0 0 0 0,-1 1 0 0 0,1-1 0 0 0,-1 1 1 0 0,1-1-1 0 0,-1 1 0 0 0,0-1 0 0 0,0 1 0 0 0,0-1 0 0 0,0 1 0 0 0,0-1 1 0 0,0 1-1 0 0,0 0 0 0 0,0-1 0 0 0,0 1 0 0 0,-1-1 0 0 0,1 1 0 0 0,-1-1 1 0 0,0 3-1 0 0,-3 9-186 0 0,0-1 1 0 0,0 1-1 0 0,-2-1 1 0 0,1-1 0 0 0,-1 1-1 0 0,-1-1 1 0 0,0 0-1 0 0,-1 0 1 0 0,-15 17-1 0 0,29-33 223 0 0,0 0-1 0 0,1 1 1 0 0,-1-1-1 0 0,1 1 1 0 0,0 1-1 0 0,1-1 1 0 0,-1 1-1 0 0,1 0 1 0 0,-1 1-1 0 0,1 0 1 0 0,0 0-1 0 0,-1 1 0 0 0,1 0 1 0 0,9 0-1 0 0,-14 1-27 0 0,0-1 0 0 0,0 1 0 0 0,0 0 0 0 0,0 1 0 0 0,0-1 0 0 0,-1 1 1 0 0,1-1-1 0 0,0 1 0 0 0,0 0 0 0 0,0 0 0 0 0,-1 0 0 0 0,1 0 0 0 0,-1 0 0 0 0,1 1 0 0 0,-1-1 0 0 0,1 1 0 0 0,-1 0 0 0 0,0 0 0 0 0,0 0 0 0 0,1 0 0 0 0,-2 0 0 0 0,1 0 0 0 0,0 0 0 0 0,0 1 0 0 0,-1-1 0 0 0,1 1 0 0 0,-1-1 0 0 0,0 1 0 0 0,0 0 0 0 0,0-1 0 0 0,0 1 0 0 0,0 0 0 0 0,0 0 0 0 0,-1-1 0 0 0,1 1 0 0 0,-1 0 0 0 0,0 0 0 0 0,0 0 0 0 0,0 0 0 0 0,0 0 0 0 0,-1 0 0 0 0,0 3 0 0 0,-1 5-64 0 0,0 0-1 0 0,-1 0 0 0 0,0 0 1 0 0,0-1-1 0 0,-1 1 0 0 0,-7 12 1 0 0,8-18-384 0 0,0 0 1 0 0,0 1 0 0 0,-1-1-1 0 0,0 0 1 0 0,1-1 0 0 0,-2 1-1 0 0,-6 6 1 0 0,11-11 260 0 0,-1 0 0 0 0,1 1 0 0 0,0-1 0 0 0,0 0 0 0 0,-1 1 0 0 0,1-1 0 0 0,0 0 0 0 0,0 0 1 0 0,-1 1-1 0 0,1-1 0 0 0,0 0 0 0 0,-1 0 0 0 0,1 0 0 0 0,0 1 0 0 0,-1-1 0 0 0,1 0 0 0 0,-1 0 0 0 0,1 0 0 0 0,0 0 0 0 0,-1 0 0 0 0,1 0 0 0 0,0 0 1 0 0,-1 0-1 0 0,1 0 0 0 0,-1 0 0 0 0,1 0 0 0 0,0 0 0 0 0,-1 0 0 0 0,1 0 0 0 0,0 0 0 0 0,-1 0 0 0 0,1 0 0 0 0,0-1 0 0 0,-1 1 0 0 0,1 0 0 0 0,-1 0 0 0 0,1-15-3273 0 0,11-18-262 0 0,16-21-66 0 0,-19 43 2706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09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46 1432 0 0,'-2'-16'3655'0'0,"-4"13"838"0"0,-14 25-1201 0 0,17-18-3229 0 0,0 1 1 0 0,1-1-1 0 0,-1 1 1 0 0,1 0-1 0 0,0 0 0 0 0,0 0 1 0 0,1 0-1 0 0,-1 0 1 0 0,1 0-1 0 0,0 0 0 0 0,1 0 1 0 0,-1 1-1 0 0,1-1 0 0 0,0 0 1 0 0,0 0-1 0 0,1 1 1 0 0,-1-1-1 0 0,1 0 0 0 0,0 0 1 0 0,2 6-1 0 0,-1-9-43 0 0,-1 1-1 0 0,1 0 0 0 0,-1-1 1 0 0,1 1-1 0 0,0-1 1 0 0,0 1-1 0 0,0-1 0 0 0,0 0 1 0 0,0 0-1 0 0,1 0 1 0 0,-1 0-1 0 0,0 0 0 0 0,1-1 1 0 0,0 1-1 0 0,-1-1 1 0 0,1 1-1 0 0,0-1 0 0 0,0 0 1 0 0,0 0-1 0 0,0 0 1 0 0,0-1-1 0 0,0 1 1 0 0,0-1-1 0 0,0 0 0 0 0,0 1 1 0 0,0-1-1 0 0,0-1 1 0 0,0 1-1 0 0,0 0 0 0 0,0-1 1 0 0,0 1-1 0 0,0-1 1 0 0,0 0-1 0 0,0 0 0 0 0,3-2 1 0 0,-2 2 88 0 0,1-1 1 0 0,-1 0 0 0 0,0 0-1 0 0,0 0 1 0 0,0 0 0 0 0,-1-1-1 0 0,1 1 1 0 0,-1-1-1 0 0,1 0 1 0 0,-1 0 0 0 0,0 0-1 0 0,0-1 1 0 0,0 1-1 0 0,0-1 1 0 0,-1 0 0 0 0,1 1-1 0 0,-1-1 1 0 0,0 0-1 0 0,0 0 1 0 0,1-6 0 0 0,-2 7-55 0 0,0 0 1 0 0,-1 0-1 0 0,1 0 1 0 0,-1-1-1 0 0,0 1 1 0 0,0 0-1 0 0,0 0 1 0 0,0 0-1 0 0,-1-1 1 0 0,1 1-1 0 0,-1 0 1 0 0,0 0-1 0 0,0 0 1 0 0,0 0-1 0 0,0 0 0 0 0,-1 0 1 0 0,1 0-1 0 0,-1 1 1 0 0,1-1-1 0 0,-1 0 1 0 0,0 1-1 0 0,0-1 1 0 0,0 1-1 0 0,0 0 1 0 0,-1 0-1 0 0,1 0 1 0 0,-1 0-1 0 0,1 0 1 0 0,-4-2-1 0 0,-6-2-546 0 0,1-1-1 0 0,-1 2 0 0 0,-17-6 0 0 0,-15-1-7298 0 0,55 12 195 0 0,2 2 6361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0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1096 0 0,'-14'-11'6140'0'0,"14"3"-2315"0"0,2 7-3609 0 0,1 0 1 0 0,-1-1 0 0 0,1 1 0 0 0,-1 0 0 0 0,1 0 0 0 0,-1 0-1 0 0,1 1 1 0 0,0-1 0 0 0,-1 1 0 0 0,4-1 0 0 0,1 1-30 0 0,-1 0 0 0 0,0 0 0 0 0,0 0 0 0 0,0 1 0 0 0,0 0 0 0 0,0 0 0 0 0,0 0 0 0 0,0 1 0 0 0,0 0 0 0 0,0 0 0 0 0,-1 1 0 0 0,1-1 0 0 0,-1 1 0 0 0,1 0 0 0 0,7 7 0 0 0,-10-8-123 0 0,-1 0 0 0 0,1 0 0 0 0,-1 0 0 0 0,0 0 0 0 0,0 0 0 0 0,0 1 0 0 0,0-1 0 0 0,-1 1 0 0 0,1-1 0 0 0,0 1 0 0 0,-1 0 0 0 0,0-1 0 0 0,0 1 0 0 0,0 0 0 0 0,0 0 0 0 0,0 0 0 0 0,0 0 0 0 0,-1 0 0 0 0,0 0 0 0 0,1 0 0 0 0,-1 0 0 0 0,0 0 0 0 0,0 0 0 0 0,-1 0 0 0 0,1 0 0 0 0,-1 0-1 0 0,1 0 1 0 0,-1-1 0 0 0,0 1 0 0 0,0 0 0 0 0,0 0 0 0 0,-1 0 0 0 0,-2 4 0 0 0,-6 7 102 0 0,-1 1 0 0 0,-1-1 0 0 0,0-1-1 0 0,-1 0 1 0 0,0-1 0 0 0,-19 13 0 0 0,8-5-18 0 0,24-20-138 0 0,0 0 0 0 0,0 0 0 0 0,0 0 0 0 0,0 0 0 0 0,0 0 0 0 0,0 0 0 0 0,-1 0 0 0 0,1 1 0 0 0,0-1 0 0 0,0 0 0 0 0,0 0 0 0 0,0 0 0 0 0,0 0 0 0 0,0 0 0 0 0,0 0 0 0 0,0 0 0 0 0,0 1 0 0 0,0-1 1 0 0,0 0-1 0 0,0 0 0 0 0,0 0 0 0 0,0 0 0 0 0,0 0 0 0 0,0 0 0 0 0,0 0 0 0 0,0 1 0 0 0,0-1 0 0 0,0 0 0 0 0,0 0 0 0 0,0 0 0 0 0,0 0 0 0 0,0 0 0 0 0,0 0 0 0 0,0 0 0 0 0,0 1 0 0 0,1-1 0 0 0,-1 0 0 0 0,0 0 0 0 0,0 0 1 0 0,0 0-1 0 0,0 0 0 0 0,0 0 0 0 0,0 0 0 0 0,0 0 0 0 0,0 0 0 0 0,0 0 0 0 0,1 0 0 0 0,-1 0 0 0 0,0 0 0 0 0,0 1 0 0 0,0-1 0 0 0,0 0 0 0 0,0 0 0 0 0,0 0 0 0 0,0 0 0 0 0,1 0 0 0 0,-1 0 0 0 0,0 0 0 0 0,0 0 1 0 0,0 0-1 0 0,0 0 0 0 0,0 0 0 0 0,16 2 443 0 0,16-1 74 0 0,-32-1-513 0 0,48-3 561 0 0,-34 1-1308 0 0,0 1-1 0 0,0 1 1 0 0,19 1 0 0 0,-29 1-1455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0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1920 0 0,'0'-9'11368'0'0,"0"9"-11151"0"0,13-2-91 0 0,0 0 318 0 0,1 0 1 0 0,-1 0-1 0 0,27 2 1 0 0,-36 0-730 0 0,0 0 1 0 0,0 1 0 0 0,0 0 0 0 0,0 0 0 0 0,0 0 0 0 0,-1 0 0 0 0,8 4-1 0 0,-9-4-307 0 0,0 1 0 0 0,-1-1 0 0 0,1 0-1 0 0,0 1 1 0 0,0-1 0 0 0,-1 1 0 0 0,1-1-1 0 0,-1 1 1 0 0,0 0 0 0 0,1 0 0 0 0,-1 0-1 0 0,0 0 1 0 0,0 0 0 0 0,0 0 0 0 0,0 2-1 0 0,0-1-1214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0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3817 0 0,'0'2'510'0'0,"0"0"0"0"0,0 0 1 0 0,0 0-1 0 0,1 1 0 0 0,-1-2 0 0 0,1 1 1 0 0,-1 0-1 0 0,1 0 0 0 0,0 0 0 0 0,0 0 1 0 0,0 0-1 0 0,0 0 0 0 0,0-1 1 0 0,0 1-1 0 0,0 0 0 0 0,2 1 0 0 0,0-1-298 0 0,-1 0 0 0 0,1 0 0 0 0,-1 0-1 0 0,1 0 1 0 0,0 0 0 0 0,0-1 0 0 0,0 1-1 0 0,0-1 1 0 0,4 1 0 0 0,32 5-3344 0 0,-4-9-3941 0 0,-35 2 7009 0 0,0 0 0 0 0,1 0 0 0 0,-1 0 0 0 0,0 0 0 0 0,1 0 0 0 0,-1 0 1 0 0,1 0-1 0 0,-1-1 0 0 0,0 1 0 0 0,1 0 0 0 0,-1 0 0 0 0,0 0 0 0 0,1-1 1 0 0,-1 1-1 0 0,0 0 0 0 0,1 0 0 0 0,-1-1 0 0 0,0 1 0 0 0,0 0 0 0 0,1-1 1 0 0,-1 1-1 0 0,0 0 0 0 0,0-1 0 0 0,0 1 0 0 0,1 0 0 0 0,-1-1 0 0 0,0 1 0 0 0,0 0 1 0 0,0-1-1 0 0,0 1 0 0 0,0-1 0 0 0,0 1 0 0 0,0 0 0 0 0,0-1 0 0 0,0 0 1 0 0,2-5-680 0 0,6 3-539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2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1752 0 0,'3'6'5827'0'0,"-3"15"-4230"0"0,-5 23-1435 0 0,3-28-151 0 0,1-1 0 0 0,0 1 1 0 0,1-1-1 0 0,1 1 0 0 0,0-1 0 0 0,6 25 1 0 0,-7-40-9 0 0,1 1 0 0 0,-1 0 1 0 0,0 0-1 0 0,1 0 1 0 0,-1 0-1 0 0,1 0 0 0 0,-1-1 1 0 0,1 1-1 0 0,-1 0 0 0 0,1-1 1 0 0,-1 1-1 0 0,1 0 0 0 0,0-1 1 0 0,0 1-1 0 0,-1 0 1 0 0,1-1-1 0 0,0 1 0 0 0,0-1 1 0 0,0 0-1 0 0,-1 1 0 0 0,1-1 1 0 0,0 0-1 0 0,0 1 1 0 0,0-1-1 0 0,0 0 0 0 0,0 0 1 0 0,0 0-1 0 0,0 0 0 0 0,-1 0 1 0 0,1 0-1 0 0,0 0 1 0 0,0 0-1 0 0,0 0 0 0 0,0 0 1 0 0,0 0-1 0 0,0 0 0 0 0,1-1 1 0 0,43-17 1240 0 0,-18 6 99 0 0,-24 12-1304 0 0,0-1 0 0 0,1 1 0 0 0,-1-1 0 0 0,0 1 1 0 0,0 0-1 0 0,1 0 0 0 0,-1 0 0 0 0,0 1 0 0 0,0-1 0 0 0,1 1 0 0 0,-1 0 1 0 0,0 0-1 0 0,0 0 0 0 0,0 0 0 0 0,0 0 0 0 0,0 1 0 0 0,0-1 0 0 0,-1 1 1 0 0,1 0-1 0 0,0 0 0 0 0,-1 0 0 0 0,1 0 0 0 0,-1 1 0 0 0,0-1 0 0 0,0 0 1 0 0,0 1-1 0 0,0 0 0 0 0,0-1 0 0 0,0 1 0 0 0,-1 0 0 0 0,1 0 0 0 0,-1 0 1 0 0,0 0-1 0 0,0 0 0 0 0,0 0 0 0 0,0 0 0 0 0,-1 1 0 0 0,1-1 0 0 0,-1 0 1 0 0,0 0-1 0 0,0 1 0 0 0,0-1 0 0 0,0 0 0 0 0,0 0 0 0 0,-1 1 0 0 0,0-1 1 0 0,1 0-1 0 0,-1 0 0 0 0,-1 0 0 0 0,1 0 0 0 0,0 0 0 0 0,-1 0 0 0 0,1 0 1 0 0,-1 0-1 0 0,0-1 0 0 0,0 1 0 0 0,0 0 0 0 0,0-1 0 0 0,-4 3 0 0 0,1 1-699 0 0,0-1 0 0 0,-1 1 0 0 0,0-2-1 0 0,0 1 1 0 0,0-1 0 0 0,-1 0 0 0 0,1 0-1 0 0,-1 0 1 0 0,0-1 0 0 0,0 0-1 0 0,-1-1 1 0 0,1 0 0 0 0,0 0 0 0 0,-1 0-1 0 0,1-1 1 0 0,-1 0 0 0 0,0 0-1 0 0,1-1 1 0 0,-13-1 0 0 0,6 1-535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3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61 1808 0 0,'0'-3'487'0'0,"0"1"1"0"0,0-1-1 0 0,0 1 0 0 0,1-1 0 0 0,-1 1 0 0 0,1-1 0 0 0,-1 1 0 0 0,1-1 0 0 0,0 1 0 0 0,0 0 1 0 0,0-1-1 0 0,0 1 0 0 0,1 0 0 0 0,-1 0 0 0 0,0 0 0 0 0,4-4 0 0 0,-3 5-255 0 0,0-1 1 0 0,0 0-1 0 0,1 1 0 0 0,-1-1 0 0 0,1 1 0 0 0,-1 0 1 0 0,1 0-1 0 0,-1 0 0 0 0,1 0 0 0 0,0 0 0 0 0,-1 0 1 0 0,1 1-1 0 0,3-1 0 0 0,1 1-186 0 0,0 0-1 0 0,0 0 1 0 0,0 0-1 0 0,1 1 1 0 0,-1 1 0 0 0,0-1-1 0 0,-1 1 1 0 0,1 0-1 0 0,0 0 1 0 0,11 6 0 0 0,4 3-1536 0 0,-17-9 255 0 0,1 0 0 0 0,-1 0 0 0 0,0-1 0 0 0,0 0 0 0 0,1 0 0 0 0,-1 0 0 0 0,11 0 1 0 0,-4 0-727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3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12 102 1552 0 0,'-1'-2'288'0'0,"-1"0"-1"0"0,1-1 1 0 0,0 1-1 0 0,0 0 1 0 0,-1-1-1 0 0,2 1 1 0 0,-1-1-1 0 0,0 1 1 0 0,1-1-1 0 0,-1 0 1 0 0,1 1-1 0 0,-1-1 1 0 0,1 0-1 0 0,0 1 1 0 0,0-1-1 0 0,1 1 1 0 0,-1-1-1 0 0,1 0 1 0 0,-1 1-1 0 0,1-1 1 0 0,0 1-1 0 0,-1-1 1 0 0,1 1-1 0 0,1-1 1 0 0,-1 1-1 0 0,0 0 1 0 0,1 0-1 0 0,-1-1 1 0 0,1 1 0 0 0,-1 0-1 0 0,1 0 1 0 0,0 0-1 0 0,0 1 1 0 0,0-1-1 0 0,0 0 1 0 0,0 1-1 0 0,0-1 1 0 0,1 1-1 0 0,-1 0 1 0 0,0 0-1 0 0,1 0 1 0 0,-1 0-1 0 0,1 0 1 0 0,-1 0-1 0 0,1 1 1 0 0,0-1-1 0 0,3 1 1 0 0,-3-1-228 0 0,0 0 1 0 0,0 0 0 0 0,0 0 0 0 0,0 0 0 0 0,0 1 0 0 0,0 0-1 0 0,0-1 1 0 0,0 1 0 0 0,0 0 0 0 0,1 0 0 0 0,-1 1 0 0 0,0-1-1 0 0,0 1 1 0 0,0 0 0 0 0,0-1 0 0 0,0 1 0 0 0,0 1 0 0 0,0-1-1 0 0,-1 0 1 0 0,1 1 0 0 0,0-1 0 0 0,-1 1 0 0 0,1 0-1 0 0,-1 0 1 0 0,1 0 0 0 0,-1 0 0 0 0,0 0 0 0 0,0 1 0 0 0,0-1-1 0 0,0 1 1 0 0,0-1 0 0 0,-1 1 0 0 0,1 0 0 0 0,-1-1 0 0 0,0 1-1 0 0,1 0 1 0 0,-1 0 0 0 0,-1 0 0 0 0,1 0 0 0 0,0 0 0 0 0,-1 0-1 0 0,1 0 1 0 0,-1 0 0 0 0,0 1 0 0 0,0-1 0 0 0,0 0 0 0 0,-1 0-1 0 0,1 0 1 0 0,-1 0 0 0 0,1 0 0 0 0,-1 0 0 0 0,0 0 0 0 0,-3 5-1 0 0,2-2-106 0 0,-1 1-1 0 0,0-1 0 0 0,-1 0 1 0 0,0 0-1 0 0,0 0 0 0 0,0 0 1 0 0,0 0-1 0 0,-6 4 0 0 0,-16 22-1716 0 0,89-27 3628 0 0,-57-4-1692 0 0,0 0 0 0 0,0 1 0 0 0,0-1 0 0 0,0 1 0 0 0,0 0 0 0 0,0 1 1 0 0,-1-1-1 0 0,1 1 0 0 0,-1 0 0 0 0,0 0 0 0 0,0 1 0 0 0,6 5 0 0 0,-9-7-135 0 0,0 0 0 0 0,-1 0 0 0 0,1 0 0 0 0,-1 0 0 0 0,0 1 0 0 0,0-1 0 0 0,0 0 0 0 0,0 1 0 0 0,0-1 0 0 0,0 1 0 0 0,0-1 0 0 0,-1 1 0 0 0,0-1 0 0 0,1 1 0 0 0,-1-1 0 0 0,0 1 0 0 0,0 0 0 0 0,0-1 0 0 0,0 1 0 0 0,-1-1 0 0 0,1 1 0 0 0,-1-1 0 0 0,0 1 0 0 0,1-1 0 0 0,-1 1 0 0 0,0-1 0 0 0,-1 0 0 0 0,1 1 0 0 0,0-1 0 0 0,-1 0 0 0 0,-2 3 0 0 0,2-1-177 0 0,0 0 1 0 0,0-1-1 0 0,-1 1 1 0 0,1-1-1 0 0,-1 0 1 0 0,0 0-1 0 0,0 0 1 0 0,0 0-1 0 0,-1 0 1 0 0,1-1 0 0 0,-1 0-1 0 0,-3 3 1 0 0,5-5-187 0 0,0 0 0 0 0,1 1 0 0 0,-1-1 0 0 0,0 0 0 0 0,0-1 0 0 0,1 1 0 0 0,-1 0 0 0 0,1 0 0 0 0,-1-1 0 0 0,0 1 0 0 0,1-1-1 0 0,-1 1 1 0 0,1-1 0 0 0,-1 0 0 0 0,1 1 0 0 0,-1-1 0 0 0,1 0 0 0 0,-1 0 0 0 0,1 0 0 0 0,0 0 0 0 0,0-1 0 0 0,-1 1 0 0 0,1 0 0 0 0,0 0 0 0 0,0-1 0 0 0,0 1 0 0 0,0 0 0 0 0,1-1 0 0 0,-1 1 0 0 0,0-1 0 0 0,1 0 0 0 0,-2-2 0 0 0,-24-33-7414 0 0,22 30 6323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03:1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35 132 824 0 0,'-12'-21'1414'0'0,"9"16"-658"0"0,-1 0-1 0 0,2 0 1 0 0,-1-1-1 0 0,1 1 1 0 0,-1-1-1 0 0,2 1 1 0 0,-4-12-1 0 0,6 15-540 0 0,-1 0 0 0 0,0 0 0 0 0,0 0 0 0 0,1 0-1 0 0,-1 0 1 0 0,1 0 0 0 0,-1 0 0 0 0,1 0 0 0 0,0 0 0 0 0,0 0 0 0 0,0 0 0 0 0,0 0 0 0 0,0 1-1 0 0,1-1 1 0 0,-1 0 0 0 0,0 1 0 0 0,1-1 0 0 0,-1 1 0 0 0,1-1 0 0 0,-1 1 0 0 0,1 0 0 0 0,0 0-1 0 0,0 0 1 0 0,-1 0 0 0 0,1 0 0 0 0,0 0 0 0 0,0 0 0 0 0,3 0 0 0 0,0-1-12 0 0,0 0 0 0 0,1 0 0 0 0,-1 1 0 0 0,1 0 0 0 0,-1 0 0 0 0,1 0 0 0 0,0 1 0 0 0,-1 0 0 0 0,1 0 0 0 0,0 0 0 0 0,0 1 0 0 0,-1 0 0 0 0,1 0 0 0 0,-1 0 0 0 0,1 1 0 0 0,-1 0 0 0 0,11 4 0 0 0,-14-4-111 0 0,1-1-1 0 0,0 1 1 0 0,-1-1-1 0 0,1 1 1 0 0,-1 0 0 0 0,0 0-1 0 0,1 0 1 0 0,-1 1-1 0 0,0-1 1 0 0,0 0-1 0 0,0 1 1 0 0,-1-1-1 0 0,1 1 1 0 0,-1 0-1 0 0,1-1 1 0 0,-1 1 0 0 0,0 0-1 0 0,0 0 1 0 0,0 0-1 0 0,0 0 1 0 0,-1 0-1 0 0,1 0 1 0 0,-1 0-1 0 0,0 0 1 0 0,0 0 0 0 0,0 0-1 0 0,0 0 1 0 0,0 0-1 0 0,-1 0 1 0 0,0 0-1 0 0,1 0 1 0 0,-1 0-1 0 0,0 0 1 0 0,-2 5 0 0 0,-2 3-176 0 0,0 0 1 0 0,-1 0 0 0 0,-1 0-1 0 0,1 0 1 0 0,-1-1-1 0 0,-1 0 1 0 0,-14 14 0 0 0,63-33 191 0 0,-12 5 14 0 0,43-9 153 0 0,-8 2-1268 0 0,-24-3-4541 0 0,-39 14 5284 0 0,-1 0 0 0 0,1-1 0 0 0,-1 1 0 0 0,0 0 0 0 0,1 0 0 0 0,-1 0 0 0 0,0-1 0 0 0,1 1 0 0 0,-1 0 0 0 0,1 0 0 0 0,-1-1 0 0 0,0 1 0 0 0,0 0 0 0 0,1 0 0 0 0,-1-1 0 0 0,0 1 0 0 0,0 0 0 0 0,1-1 0 0 0,-1 1 0 0 0,0-1 0 0 0,0 1 0 0 0,0 0 0 0 0,1-1 0 0 0,-1 1 0 0 0,0-1 0 0 0,0 1 0 0 0,0 0 0 0 0,0-1 0 0 0,0 1 0 0 0,0-1 0 0 0,0 1 0 0 0,0 0 0 0 0,0-1 0 0 0,0 1 0 0 0,0-1 0 0 0,0 1 0 0 0,0-1 0 0 0,-1 1 0 0 0,1 0 0 0 0,0-1 0 0 0,-4-5-1034 0 0,1 3-1290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2:51.2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56 224 440 0 0,'-52'-58'8984'0'0,"51"58"-8851"0"0,1-1 1 0 0,0 0 0 0 0,-1 1-1 0 0,1-1 1 0 0,0 0-1 0 0,-1 1 1 0 0,1-1-1 0 0,0 0 1 0 0,0 0-1 0 0,0 1 1 0 0,0-1-1 0 0,0 0 1 0 0,0 0-1 0 0,0 1 1 0 0,0-1 0 0 0,0 0-1 0 0,7-11 2404 0 0,-6 12-2403 0 0,-1 0-1 0 0,1-1 1 0 0,-1 1-1 0 0,1 0 1 0 0,1-1 0 0 0,106-48 2270 0 0,-14 6-1414 0 0,-81 36-851 0 0,1 0 1 0 0,-1 1-1 0 0,1 0 1 0 0,0 1-1 0 0,0 1 1 0 0,1 0-1 0 0,-1 1 1 0 0,1 1-1 0 0,0 0 1 0 0,0 1-1 0 0,0 0 1 0 0,0 1-1 0 0,0 1 1 0 0,28 5-1 0 0,-18-3 168 0 0,0-1 0 0 0,1-1 1 0 0,43-4-1 0 0,-50 1-99 0 0,0 0-1 0 0,0 2 1 0 0,0 0 0 0 0,0 1 0 0 0,0 1 0 0 0,0 1 0 0 0,35 10-1 0 0,-20-4-73 0 0,0-1 1 0 0,1-2-1 0 0,0-1 0 0 0,0-2 0 0 0,70-2 0 0 0,6 1-25 0 0,105-1 451 0 0,-99-3-451 0 0,-33-1 17 0 0,48 2 88 0 0,218 9-89 0 0,-342-8-123 0 0,74 4-153 0 0,29-1-4104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2:56.6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32 146 784 0 0,'-22'5'1549'0'0,"22"-5"-1513"0"0,-1 0 1 0 0,1 0-1 0 0,-1 0 0 0 0,1 0 0 0 0,0 0 1 0 0,-1 0-1 0 0,1 0 0 0 0,0 0 0 0 0,-1 0 0 0 0,1 0 1 0 0,-1 0-1 0 0,1 0 0 0 0,0 1 0 0 0,-1-1 1 0 0,1 0-1 0 0,0 0 0 0 0,-1 0 0 0 0,1 1 1 0 0,0-1-1 0 0,0 0 0 0 0,-1 0 0 0 0,1 1 0 0 0,0-1 1 0 0,0 0-1 0 0,-1 1 0 0 0,1-1 0 0 0,0 0 1 0 0,0 1-1 0 0,0-1 0 0 0,0 0 0 0 0,-1 1 1 0 0,1-1-1 0 0,0 0 0 0 0,0 1 0 0 0,0-1 0 0 0,0 1 1 0 0,0-1-1 0 0,0 0 0 0 0,0 1 0 0 0,0-1 1 0 0,0 1-1 0 0,0-1 0 0 0,0 0 0 0 0,0 1 1 0 0,0-1-1 0 0,1 0 0 0 0,-1 1 0 0 0,0-1 0 0 0,0 0 1 0 0,1 1-1 0 0,-1-1 27 0 0,1 1 0 0 0,0-1 0 0 0,0 0-1 0 0,0 0 1 0 0,-1 0 0 0 0,1 1 0 0 0,0-1 0 0 0,0 0 0 0 0,0 0 0 0 0,0 0 0 0 0,0-1 0 0 0,-1 1 0 0 0,1 0-1 0 0,0 0 1 0 0,0 0 0 0 0,0-1 0 0 0,-1 1 0 0 0,1 0 0 0 0,0-1 0 0 0,0 1 0 0 0,-1 0 0 0 0,1-1 0 0 0,0 1-1 0 0,-1-1 1 0 0,1 0 0 0 0,0 1 0 0 0,-1-1 0 0 0,1 1 0 0 0,-1-1 0 0 0,2-1 0 0 0,22-24 1697 0 0,-20 21-1201 0 0,21-23 1092 0 0,-12 12-1142 0 0,1 1 0 0 0,1 0 0 0 0,30-24 0 0 0,-39 36-361 0 0,1 1-1 0 0,-1 0 1 0 0,1 1-1 0 0,-1 0 0 0 0,1 0 1 0 0,0 0-1 0 0,-1 0 1 0 0,1 1-1 0 0,0 0 0 0 0,0 1 1 0 0,-1 0-1 0 0,9 1 1 0 0,30 1 656 0 0,23-4 192 0 0,68 8-1 0 0,55 0-206 0 0,-163-7-490 0 0,-1 2 0 0 0,1 1 0 0 0,37 8-1 0 0,-43-6-259 0 0,0-1 0 0 0,1 0 0 0 0,-1-2 0 0 0,1-1 0 0 0,-1-1 0 0 0,26-3-1 0 0,38-6 266 0 0,1 3 0 0 0,117 7-1 0 0,188 27 211 0 0,-292-17-133 0 0,164-5 1 0 0,6 0-146 0 0,-114 13 76 0 0,-103-10-211 0 0,0-3-1 0 0,1-2 1 0 0,-1-2-1 0 0,59-6 0 0 0,74-12 125 0 0,-126 14-207 0 0,0 2 0 0 0,97 15 0 0 0,-99-10 13 0 0,0-1 0 0 0,88-8-1 0 0,49 2 30 0 0,186 13 10 0 0,131-10 204 0 0,-21-18 192 0 0,-222 21-380 0 0,-172 1 62 0 0,0-4 0 0 0,155-18 0 0 0,260-23 31 0 0,-334 32-167 0 0,260 23 74 0 0,-8 0 63 0 0,369-45-9 0 0,-423 37-143 0 0,6-1 3 0 0,-202-13 30 0 0,176 1 52 0 0,-171 8-9 0 0,-63-2 58 0 0,175 21-1 0 0,-193-10-36 0 0,144-3 0 0 0,53 3 82 0 0,308 45-54 0 0,-78-43 8 0 0,-179-8-156 0 0,-221-1 17 0 0,295-4 164 0 0,151 15-169 0 0,-277 0 112 0 0,53-13 234 0 0,-119-30-168 0 0,-81 7-145 0 0,-128 18-53 0 0,-11 1-77 0 0,-1 0 0 0 0,1 1 0 0 0,-1 0 0 0 0,1 1 0 0 0,-1 1 0 0 0,14 2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18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34 1672 0 0,'0'-1'269'0'0,"0"1"-1"0"0,0-1 0 0 0,0 1 1 0 0,0 0-1 0 0,0-1 0 0 0,0 1 1 0 0,0-1-1 0 0,0 1 0 0 0,-1 0 1 0 0,1-1-1 0 0,0 1 1 0 0,0 0-1 0 0,-3-4 2952 0 0,3 4-2952 0 0,0-1 1 0 0,-1 1-1 0 0,1 0 0 0 0,0 0 1 0 0,-1 0-1 0 0,1 0 1 0 0,0-1-1 0 0,-1 1 0 0 0,1 0 1 0 0,0 0-1 0 0,-1 0 0 0 0,1 0 1 0 0,-1 0-1 0 0,1 0 0 0 0,-1 0 1 0 0,-1 19 2033 0 0,1-8-1952 0 0,3 201 587 0 0,13-72-4528 0 0,-9-121-157 0 0,-3-30-441 0 0,0-32 1524 0 0,-5-51 2405 0 0,3 58 1299 0 0,-2 1 1 0 0,-1-1-1 0 0,-10-52 0 0 0,11 88-924 0 0,1 0 1 0 0,0-1-1 0 0,-1 1 1 0 0,1-1-1 0 0,0 1 1 0 0,0-1-1 0 0,-1 1 1 0 0,1-1-1 0 0,0 1 1 0 0,0-1-1 0 0,0 1 1 0 0,0-1-1 0 0,0 1 0 0 0,0-1 1 0 0,0 1-1 0 0,0-1 1 0 0,0 0-1 0 0,0 1 1 0 0,0-1-1 0 0,0 1 1 0 0,0-1-1 0 0,0 1 1 0 0,1-1-1 0 0,-1 1 1 0 0,0-1-1 0 0,0 1 0 0 0,0-1 1 0 0,1 1-1 0 0,-1 0 1 0 0,0-1-1 0 0,1 1 1 0 0,-1-1-1 0 0,0 1 1 0 0,1 0-1 0 0,-1-1 1 0 0,1 1-1 0 0,-1 0 1 0 0,0-1-1 0 0,1 1 1 0 0,-1 0-1 0 0,1-1 0 0 0,-1 1 1 0 0,1 0-1 0 0,-1 0 1 0 0,1 0-1 0 0,-1 0 1 0 0,1 0-1 0 0,0-1 1 0 0,-1 1-1 0 0,1 0 1 0 0,-1 0-1 0 0,1 0 1 0 0,0 0-1 0 0,19-6 1209 0 0,99-49 3289 0 0,-119 120-2749 0 0,10 77-1728 0 0,-2-46-661 0 0,-7-95 454 0 0,0 71-3883 0 0,-9-27-4258 0 0,8-45 8030 0 0,-1 1 0 0 0,0-1 0 0 0,0 1 0 0 0,1-1 0 0 0,-1 0 0 0 0,0 1 0 0 0,0-1 0 0 0,0 0 0 0 0,0 0 0 0 0,1 1 0 0 0,-1-1 0 0 0,0 0 0 0 0,0 0 0 0 0,0 0 0 0 0,0 0 0 0 0,0 0 0 0 0,0 0 1 0 0,1 0-1 0 0,-1-1 0 0 0,0 1 0 0 0,0 0 0 0 0,0 0 0 0 0,0-1 0 0 0,0 1 0 0 0,1 0 0 0 0,-1-1 0 0 0,0 1 0 0 0,0-1 0 0 0,1 1 0 0 0,-2-2 0 0 0,-30-16 84 0 0,28 16-354 0 0,-6-3-519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19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 1096 0 0,'0'-5'8337'0'0,"0"5"-8215"0"0,15-3 4489 0 0,40-4-3598 0 0,-1 1-5762 0 0,-53 6 4465 0 0,0-1 0 0 0,-1 1 0 0 0,1-1 1 0 0,0 1-1 0 0,0 0 0 0 0,-1-1 0 0 0,1 0 0 0 0,-1 1 0 0 0,1-1 0 0 0,-1 1 0 0 0,1-1 0 0 0,-1 1 0 0 0,1-1 0 0 0,-1 0 0 0 0,1 0 1 0 0,-1 1-1 0 0,0-1 0 0 0,1 0 0 0 0,-1 1 0 0 0,0-1 0 0 0,0 0 0 0 0,1 0 0 0 0,-1 0 0 0 0,0 1 0 0 0,0-1 0 0 0,0 0 0 0 0,0-1 1 0 0,1-4-1678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19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2401 0 0,'2'7'3970'0'0,"4"60"-2722"0"0,13 199-1948 0 0,-18-251 217 0 0,-9-63-4434 0 0,5 27 5962 0 0,1 0 0 0 0,0 0 0 0 0,1 0 0 0 0,4-28 0 0 0,-1 45-820 0 0,1 0 0 0 0,0 1 0 0 0,0-1 0 0 0,0 1 0 0 0,0-1 0 0 0,1 1 0 0 0,-1 0 0 0 0,1 1 0 0 0,0-1 0 0 0,0 1 0 0 0,5-3 0 0 0,14-11 321 0 0,-20 13-489 0 0,1-1 1 0 0,-1 0-1 0 0,0 0 0 0 0,0-1 1 0 0,0 1-1 0 0,0 0 0 0 0,-1-1 1 0 0,0 0-1 0 0,0 0 0 0 0,0 1 1 0 0,0-1-1 0 0,-1 0 0 0 0,0-1 1 0 0,0 1-1 0 0,0 0 0 0 0,0-6 1 0 0,1-4-49 0 0,-2 13 101 0 0,0 1-1 0 0,0 0 1 0 0,0 0 0 0 0,1 0-1 0 0,-1-1 1 0 0,0 1-1 0 0,1 0 1 0 0,-1 0-1 0 0,1 0 1 0 0,-1 0 0 0 0,1 0-1 0 0,-1 0 1 0 0,1 0-1 0 0,0 0 1 0 0,-1 0-1 0 0,1 0 1 0 0,0 0 0 0 0,0 0-1 0 0,1-1 1 0 0,-1 2 5 0 0,-1 1 0 0 0,1-1-1 0 0,0 0 1 0 0,-1 1 0 0 0,1-1 0 0 0,-1 1 0 0 0,1-1 0 0 0,0 1 0 0 0,-1-1 0 0 0,1 1 0 0 0,-1-1 0 0 0,1 1-1 0 0,-1-1 1 0 0,1 1 0 0 0,-1 0 0 0 0,0-1 0 0 0,1 1 0 0 0,-1 0 0 0 0,0-1 0 0 0,0 1 0 0 0,1 0 0 0 0,-1 0-1 0 0,0-1 1 0 0,0 1 0 0 0,0 0 0 0 0,0 0 0 0 0,0-1 0 0 0,0 1 0 0 0,0 0 0 0 0,0 1 0 0 0,0-1-103 0 0,14 80 598 0 0,7 156 0 0 0,-21-178-1725 0 0,0-20-4221 0 0,3-84-2344 0 0,0 9 5669 0 0,-1 17 529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0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2096 0 0,'9'17'8715'0'0,"-3"10"-3702"0"0,1 46-2537 0 0,-6-49-2746 0 0,0-1 1 0 0,2 1-1 0 0,11 41 0 0 0,-12-59 184 0 0,1-1 0 0 0,0 1 0 0 0,-1-1 0 0 0,2 0 0 0 0,-1 0 0 0 0,0-1 0 0 0,1 1 0 0 0,0-1 0 0 0,0 1 0 0 0,0-1 0 0 0,1 0 0 0 0,-1-1 0 0 0,1 1 0 0 0,0-1 0 0 0,0 0 0 0 0,0 0 0 0 0,1-1 0 0 0,-1 1 0 0 0,1-1 0 0 0,-1 0 0 0 0,1-1 0 0 0,8 2 0 0 0,-9-2 122 0 0,0-1 0 0 0,-1 0-1 0 0,1 0 1 0 0,0 0 0 0 0,-1 0-1 0 0,1-1 1 0 0,0 0 0 0 0,-1 0-1 0 0,1 0 1 0 0,-1 0 0 0 0,1-1 0 0 0,-1 0-1 0 0,0 0 1 0 0,0 0 0 0 0,0 0-1 0 0,0-1 1 0 0,0 0 0 0 0,0 0-1 0 0,-1 0 1 0 0,1 0 0 0 0,-1 0-1 0 0,0-1 1 0 0,0 1 0 0 0,0-1-1 0 0,0 0 1 0 0,-1 0 0 0 0,1 0-1 0 0,2-7 1 0 0,-3 5 59 0 0,0 0-1 0 0,-1 0 1 0 0,0 1-1 0 0,0-1 1 0 0,0 0-1 0 0,0 0 1 0 0,-1 0-1 0 0,0 0 1 0 0,-2-11-1 0 0,-12-61 410 0 0,4 30-426 0 0,9 42-166 0 0,-3-36 330 0 0,4 40-359 0 0,-1 0 0 0 0,1 0 0 0 0,0-1 0 0 0,1 1 1 0 0,-1 0-1 0 0,0-1 0 0 0,1 1 0 0 0,-1 0 0 0 0,1-1 0 0 0,-1 1 1 0 0,1 0-1 0 0,0 0 0 0 0,0 0 0 0 0,2-3 0 0 0,-3 6-208 0 0,1-1 1 0 0,-1 0-1 0 0,1 0 0 0 0,0 1 1 0 0,-1-1-1 0 0,1 1 0 0 0,-1-1 1 0 0,0 0-1 0 0,1 1 0 0 0,-1-1 0 0 0,1 1 1 0 0,-1-1-1 0 0,0 1 0 0 0,1-1 1 0 0,-1 1-1 0 0,0-1 0 0 0,1 1 0 0 0,-1 0 1 0 0,0-1-1 0 0,0 1 0 0 0,0-1 1 0 0,1 1-1 0 0,-1 0 0 0 0,0-1 1 0 0,0 1-1 0 0,0-1 0 0 0,0 1 0 0 0,0 0 1 0 0,0-1-1 0 0,0 2 0 0 0,4 22-4129 0 0,-4-18 3088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0.8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92 1168 0 0,'-14'0'1544'0'0,"10"-1"-838"0"0,-1 1-1 0 0,0 0 0 0 0,0 0 0 0 0,0 1 0 0 0,1-1 0 0 0,-1 1 0 0 0,0 0 0 0 0,-6 2 0 0 0,46-7 5070 0 0,-1 1-4641 0 0,41-18 455 0 0,-44 10-1529 0 0,1 2 1 0 0,0 1-1 0 0,0 2 0 0 0,0 1 1 0 0,1 1-1 0 0,41 1 1 0 0,-62 5-1180 0 0,13 1-1809 0 0,-33-24-9086 0 0,2 15 10448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1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8 1568 0 0,'0'-1'246'0'0,"-1"1"0"0"0,1-1-1 0 0,0 1 1 0 0,-1-1 0 0 0,1 1-1 0 0,0 0 1 0 0,-1-1 0 0 0,1 1-1 0 0,0 0 1 0 0,-1-1 0 0 0,1 1-1 0 0,-1 0 1 0 0,1-1 0 0 0,-1 1-1 0 0,1 0 1 0 0,-1 0-1 0 0,1 0 1 0 0,-1-1 0 0 0,1 1-1 0 0,-1 0 1 0 0,1 0 0 0 0,-1 0-1 0 0,1 0 1 0 0,-1 0 0 0 0,1 0-1 0 0,-1 0 1 0 0,1 0 0 0 0,-1 0-1 0 0,1 0 1 0 0,-1 0 0 0 0,1 0-1 0 0,-1 1 1 0 0,1-1 0 0 0,-2 0-1 0 0,-5 20 3011 0 0,7 31-2130 0 0,0-48-641 0 0,9 102 141 0 0,-2-14-2538 0 0,-4 1-3963 0 0,-3-81 4755 0 0,0-11 1038 0 0,0 0-1 0 0,0-1 1 0 0,-1 1 0 0 0,1 0-1 0 0,0 0 1 0 0,-1-1 0 0 0,1 1-1 0 0,0 0 1 0 0,-1 0 0 0 0,1 0-1 0 0,0 0 1 0 0,-1 0 0 0 0,1 0 0 0 0,0-1-1 0 0,-1 1 1 0 0,1 0 0 0 0,0 0-1 0 0,-1 0 1 0 0,1 0 0 0 0,0 0-1 0 0,-1 0 1 0 0,1 0 0 0 0,0 1-1 0 0,-1-1 1 0 0,1 0 0 0 0,0 0 0 0 0,-1 0-1 0 0,1 0 1 0 0,0 0 0 0 0,-1 0-1 0 0,1 1 1 0 0,0-1 0 0 0,-1 0-1 0 0,1 0 1 0 0,0 0 0 0 0,0 1-1 0 0,-1-1 1 0 0,1 0 0 0 0,0 1 0 0 0,0-1-1 0 0,-1 0 1 0 0,1 0 0 0 0,0 1-1 0 0,0-1 1 0 0,0 0 0 0 0,0 1-1 0 0,-1-1 1 0 0,1 0 0 0 0,0 1-1 0 0,0-1 1 0 0,0 0 0 0 0,0 1 0 0 0,0-1-1 0 0,0 1 1 0 0,0-1 0 0 0,0 0-1 0 0,0 1 1 0 0,0-1 0 0 0,0 0-1 0 0,0 1 1 0 0,0-1 0 0 0,1 0-1 0 0,-1 1 1 0 0,0-1 0 0 0,0 0 0 0 0,0 1-1 0 0,1-1 1 0 0,-6-1 182 0 0,2 1-1219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1.6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29 2521 0 0,'-12'-8'1705'0'0,"9"6"-1124"0"0,0-1 0 0 0,-1 1 0 0 0,0 0 0 0 0,1 0-1 0 0,-1 0 1 0 0,0 0 0 0 0,0 0 0 0 0,-7-1 0 0 0,24 18 4144 0 0,5 19-3343 0 0,-16-28-1323 0 0,0 0 1 0 0,-1 1 0 0 0,0-1 0 0 0,-1 0 0 0 0,1 1-1 0 0,-1-1 1 0 0,0 1 0 0 0,-1-1 0 0 0,0 1-1 0 0,0-1 1 0 0,-2 9 0 0 0,1-7-224 0 0,0 1 0 0 0,1-1 1 0 0,0 0-1 0 0,1 1 0 0 0,0 13 0 0 0,1-21 149 0 0,-1 0 0 0 0,0 0-1 0 0,1 0 1 0 0,-1 0-1 0 0,1 0 1 0 0,-1 0 0 0 0,1 0-1 0 0,0 0 1 0 0,-1 0 0 0 0,1 0-1 0 0,0 0 1 0 0,0 0 0 0 0,0-1-1 0 0,0 1 1 0 0,-1 0 0 0 0,1 0-1 0 0,0-1 1 0 0,0 1 0 0 0,0-1-1 0 0,1 1 1 0 0,-1-1-1 0 0,0 1 1 0 0,0-1 0 0 0,0 0-1 0 0,0 1 1 0 0,0-1 0 0 0,0 0-1 0 0,1 0 1 0 0,-1 0 0 0 0,0 0-1 0 0,0 0 1 0 0,0 0 0 0 0,0 0-1 0 0,1 0 1 0 0,-1-1 0 0 0,0 1-1 0 0,0 0 1 0 0,0-1-1 0 0,2 0 1 0 0,54-19 738 0 0,-48 16-492 0 0,47-14 544 0 0,19-8-2349 0 0,-71 23-37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2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66 1560 0 0,'-2'-1'213'0'0,"1"1"0"0"0,0-1-1 0 0,-1 0 1 0 0,1 0 0 0 0,0 0-1 0 0,0 0 1 0 0,-1 0 0 0 0,1 0-1 0 0,0 0 1 0 0,0-1-1 0 0,0 1 1 0 0,0 0 0 0 0,0-1-1 0 0,1 1 1 0 0,-1 0 0 0 0,0-1-1 0 0,1 1 1 0 0,-1-1 0 0 0,0-1-1 0 0,1 2-47 0 0,1 0-1 0 0,-1 0 0 0 0,0 1 0 0 0,0-1 0 0 0,1 0 1 0 0,-1 0-1 0 0,1 0 0 0 0,-1 0 0 0 0,1 1 0 0 0,-1-1 1 0 0,1 0-1 0 0,0 0 0 0 0,-1 1 0 0 0,1-1 0 0 0,0 0 1 0 0,-1 1-1 0 0,1-1 0 0 0,0 1 0 0 0,0-1 0 0 0,0 1 1 0 0,-1-1-1 0 0,1 1 0 0 0,1-1 0 0 0,11-3 1235 0 0,0 0 0 0 0,1 0 0 0 0,21-2 0 0 0,-7 1-426 0 0,-28 5-890 0 0,1 0 0 0 0,0 0 0 0 0,0-1 0 0 0,-1 1-1 0 0,1 0 1 0 0,0 0 0 0 0,0 0 0 0 0,0 0 0 0 0,-1 0-1 0 0,1 0 1 0 0,0 0 0 0 0,0 0 0 0 0,-1 1 0 0 0,1-1-1 0 0,0 0 1 0 0,0 0 0 0 0,-1 1 0 0 0,1-1 0 0 0,0 0-1 0 0,-1 1 1 0 0,1-1 0 0 0,0 1 0 0 0,-1-1 0 0 0,1 1-1 0 0,0-1 1 0 0,0 2 0 0 0,9 23 747 0 0,-7 44-955 0 0,-3-47 301 0 0,1 218-3422 0 0,2-223 2872 0 0,5-2-4460 0 0,-7-15 4717 0 0,-1 0-1 0 0,0 0 1 0 0,0 0-1 0 0,0 0 0 0 0,0 1 1 0 0,1-1-1 0 0,-1 0 0 0 0,0 0 1 0 0,0 0-1 0 0,0 0 1 0 0,1 0-1 0 0,-1 0 0 0 0,0 0 1 0 0,0 0-1 0 0,0 0 0 0 0,1 0 1 0 0,-1 0-1 0 0,0 0 1 0 0,0 0-1 0 0,0 0 0 0 0,1 0 1 0 0,-1 0-1 0 0,0 0 0 0 0,0 0 1 0 0,0-1-1 0 0,1 1 1 0 0,-1 0-1 0 0,0 0 0 0 0,0 0 1 0 0,0 0-1 0 0,0 0 0 0 0,1 0 1 0 0,-1 0-1 0 0,0-1 1 0 0,0 1-1 0 0,0 0 0 0 0,0 0 1 0 0,0 0-1 0 0,0 0 1 0 0,1-1-1 0 0,-1 1 0 0 0,0 0 1 0 0,5-21-3078 0 0,-13-2 1914 0 0,4 15 871 0 0,3-6-545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2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39 744 0 0,'-5'-17'5314'0'0,"17"25"-150"0"0,-5-7-4852 0 0,0 0 0 0 0,1-1-1 0 0,-1 0 1 0 0,0 0-1 0 0,1-1 1 0 0,-1 0 0 0 0,0 0-1 0 0,0-1 1 0 0,1 0-1 0 0,-1 0 1 0 0,7-3 0 0 0,27-6-277 0 0,-26 8 784 0 0,-1 0-5473 0 0,-33 3-4682 0 0,11 1 7870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2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20 166 600 0 0,'-19'55'3686'0'0,"26"-56"-2722"0"0,0-1 1 0 0,0 0-1 0 0,0-1 0 0 0,-1 0 0 0 0,9-4 0 0 0,65-25 958 0 0,-24 16-5228 0 0,-56 16 3164 0 0,0 0 1 0 0,1 0-1 0 0,-1-1 0 0 0,0 1 0 0 0,0 0 1 0 0,1 0-1 0 0,-1 0 0 0 0,0 0 0 0 0,0-1 1 0 0,1 1-1 0 0,-1 0 0 0 0,0 0 0 0 0,0-1 1 0 0,0 1-1 0 0,1 0 0 0 0,-1 0 0 0 0,0-1 1 0 0,0 1-1 0 0,0 0 0 0 0,0-1 0 0 0,0 1 1 0 0,0 0-1 0 0,0 0 0 0 0,0-1 0 0 0,0 1 1 0 0,0 0-1 0 0,0-1 0 0 0,0 1 0 0 0,0 0 1 0 0,0-1-1 0 0,0 1 0 0 0,0 0 0 0 0,0-1 1 0 0,0 1-1 0 0,0 0 0 0 0,0 0 0 0 0,0-1 1 0 0,0 1-1 0 0,-1 0 0 0 0,1-1 0 0 0,0 1 1 0 0,0 0-1 0 0,0 0 0 0 0,0-1 0 0 0,-1 1 1 0 0,1 0-1 0 0,0 0 152 0 0,-2-5-1661 0 0</inkml:trace>
  <inkml:trace contextRef="#ctx0" brushRef="#br0" timeOffset="1">180 0 3377 0 0,'0'15'8361'0'0,"12"40"-7635"0"0,-4-23-374 0 0,0 10-1243 0 0,3 76 0 0 0,-10-96-1341 0 0,-2 0 1 0 0,-5 38 0 0 0,3-48-2 0 0,3-7 558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3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3337 0 0,'-1'5'5836'0'0,"-5"46"-3860"0"0,8 1 18 0 0,10 59-1 0 0,-5-68-1996 0 0,-3 0 0 0 0,-1 66 0 0 0,-2-88 545 0 0,2 2-5216 0 0,1-47-4270 0 0,-5 8 7932 0 0,2 2 37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3.5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 2104 0 0,'12'10'5687'0'0,"-2"0"-1679"0"0,-17 11-2562 0 0,-7 6-669 0 0,-32 44-1 0 0,-25 18-2708 0 0,41-52 439 0 0,58-59-39 0 0,-18 17 1896 0 0,0 0 0 0 0,1 1 0 0 0,-1 0 0 0 0,13-3 0 0 0,-8 4 308 0 0,1 0-1 0 0,0 0 1 0 0,0 2-1 0 0,1 0 1 0 0,20 1-1 0 0,-30 1-684 0 0,-1 1 0 0 0,0 0 1 0 0,0-1-1 0 0,0 2 0 0 0,0-1 0 0 0,0 1 1 0 0,5 3-1 0 0,30 12-6549 0 0,-28-23-1552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4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3513 0 0,'1'62'5860'0'0,"2"0"-3862"0"0,0-23-4326 0 0,2 0 0 0 0,18 67 1 0 0,-23-106 2283 0 0,0 0 1 0 0,0 0 0 0 0,0-1 0 0 0,0 1 0 0 0,0 0 0 0 0,0 0-1 0 0,0 0 1 0 0,0 0 0 0 0,0 0 0 0 0,0 0 0 0 0,0 0 0 0 0,0 0-1 0 0,0 0 1 0 0,0 0 0 0 0,1 0 0 0 0,-1 0 0 0 0,0 0 0 0 0,0 0-1 0 0,0 0 1 0 0,0-1 0 0 0,0 1 0 0 0,0 0 0 0 0,0 0-1 0 0,0 0 1 0 0,0 0 0 0 0,0 0 0 0 0,0 0 0 0 0,0 0 0 0 0,0 0-1 0 0,1 0 1 0 0,-1 0 0 0 0,0 0 0 0 0,0 0 0 0 0,0 0 0 0 0,0 0-1 0 0,0 0 1 0 0,0 0 0 0 0,0 0 0 0 0,0 0 0 0 0,0 0 0 0 0,0 0-1 0 0,0 0 1 0 0,0 0 0 0 0,1 0 0 0 0,-1 0 0 0 0,0 1 0 0 0,0-1-1 0 0,0 0 1 0 0,0 0 0 0 0,0 0 0 0 0,0 0 0 0 0,3-15-521 0 0,0-20 633 0 0,-12-33 902 0 0,6 51-136 0 0,0 0 0 0 0,1 0 0 0 0,1 0 1 0 0,2-33-1 0 0,0 50-718 0 0,-1-1 0 0 0,0 1 0 0 0,1-1 0 0 0,-1 1-1 0 0,0-1 1 0 0,1 1 0 0 0,-1 0 0 0 0,1-1 0 0 0,-1 1 0 0 0,1 0 0 0 0,-1-1 0 0 0,1 1 0 0 0,-1 0 0 0 0,1 0 0 0 0,-1-1 0 0 0,1 1 0 0 0,-1 0 0 0 0,1 0 0 0 0,-1 0 0 0 0,1 0 0 0 0,0 0-1 0 0,-1 0 1 0 0,1 0 0 0 0,-1 0 0 0 0,1 0 0 0 0,-1 0 0 0 0,1 0 0 0 0,0 0 0 0 0,-1 0 0 0 0,1 0 0 0 0,-1 0 0 0 0,1 1 0 0 0,-1-1 0 0 0,1 0 0 0 0,-1 0 0 0 0,1 1 0 0 0,0-1 0 0 0,33 14 1269 0 0,-12-5-1174 0 0,-4-6 1372 0 0,7 1-6160 0 0,-17-7-950 0 0,-21-9 2961 0 0,5 9 1027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4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0 3841 0 0,'-15'28'4173'0'0,"10"-21"-4118"0"0,1 0 0 0 0,1 0 0 0 0,-1 0 0 0 0,1 1 1 0 0,1 0-1 0 0,-1-1 0 0 0,-1 13 0 0 0,2-12 35 0 0,1 1 1 0 0,1 0-1 0 0,-1 0 0 0 0,1-1 1 0 0,1 1-1 0 0,1 11 0 0 0,-2-18-22 0 0,1-1 1 0 0,-1 1-1 0 0,0 0 1 0 0,1-1-1 0 0,0 1 1 0 0,-1 0-1 0 0,1-1 1 0 0,0 1-1 0 0,0-1 0 0 0,0 1 1 0 0,0-1-1 0 0,0 1 1 0 0,0-1-1 0 0,0 0 1 0 0,0 1-1 0 0,1-1 1 0 0,-1 0-1 0 0,0 0 0 0 0,1 0 1 0 0,-1 0-1 0 0,1 0 1 0 0,-1 0-1 0 0,1 0 1 0 0,0-1-1 0 0,-1 1 1 0 0,1-1-1 0 0,0 1 0 0 0,-1-1 1 0 0,1 1-1 0 0,0-1 1 0 0,0 0-1 0 0,-1 0 1 0 0,1 0-1 0 0,0 0 0 0 0,0 0 1 0 0,-1 0-1 0 0,3-1 1 0 0,23-5 953 0 0,-1-1 0 0 0,-1-2 0 0 0,1 0 0 0 0,26-15 0 0 0,42-15 1113 0 0,-84 34-3659 0 0,-3-15-14089 0 0,-6 14 16456 0 0,0-2-2954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4.7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1728 0 0,'21'-13'7746'0'0,"1"12"-3576"0"0,20 17-1066 0 0,-34-12-2578 0 0,-21-40-15876 0 0,13 36 15338 0 0,-2-8-1572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25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1712 0 0,'0'-2'346'0'0,"1"1"-1"0"0,0-1 0 0 0,0 1 1 0 0,-1-1-1 0 0,1 1 0 0 0,0-1 1 0 0,1 1-1 0 0,-1 0 0 0 0,0-1 1 0 0,0 1-1 0 0,1 0 0 0 0,-1 0 1 0 0,0 0-1 0 0,1 0 1 0 0,-1 0-1 0 0,1 0 0 0 0,-1 1 1 0 0,1-1-1 0 0,0 0 0 0 0,-1 1 1 0 0,1-1-1 0 0,0 1 0 0 0,-1 0 1 0 0,1-1-1 0 0,0 1 0 0 0,-1 0 1 0 0,1 0-1 0 0,0 0 0 0 0,0 0 1 0 0,-1 0-1 0 0,1 1 0 0 0,3 0 1 0 0,-1 0 135 0 0,1 0-1 0 0,-1 0 1 0 0,1 0 0 0 0,-1 1 0 0 0,1 0-1 0 0,-1 0 1 0 0,0 0 0 0 0,0 0 0 0 0,0 1-1 0 0,7 5 1 0 0,8 2 367 0 0,1-11-4338 0 0,-20 1 3191 0 0,1 0 1 0 0,0-1-1 0 0,0 1 1 0 0,0 0-1 0 0,-1-1 1 0 0,1 1 0 0 0,0-1-1 0 0,0 0 1 0 0,-1 1-1 0 0,1-1 1 0 0,0 1-1 0 0,-1-1 1 0 0,1 0 0 0 0,-1 0-1 0 0,1 1 1 0 0,-1-1-1 0 0,1 0 1 0 0,-1 0-1 0 0,0 1 1 0 0,1-1 0 0 0,-1 0-1 0 0,0 0 1 0 0,1 0-1 0 0,-1 0 1 0 0,0 0-1 0 0,0 0 1 0 0,0 0-1 0 0,0 1 1 0 0,0-1 0 0 0,0 0-1 0 0,0 0 1 0 0,0 0-1 0 0,0 0 1 0 0,-1 0-1 0 0,1 0 1 0 0,0 0 0 0 0,-1 1-1 0 0,1-1 1 0 0,0 0-1 0 0,-1 0 1 0 0,1 0-1 0 0,-1 0 1 0 0,-1-4-846 0 0,2-1-330 0 0</inkml:trace>
  <inkml:trace contextRef="#ctx0" brushRef="#br0" timeOffset="1">205 0 832 0 0,'49'14'9646'0'0,"-6"-5"-3548"0"0,-20 6-7149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0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19 2937 0 0,'-1'-2'315'0'0,"0"1"1"0"0,0 0 0 0 0,0-1-1 0 0,-1 1 1 0 0,1 0-1 0 0,-1 0 1 0 0,1 0 0 0 0,-1-1-1 0 0,1 1 1 0 0,-1 1 0 0 0,1-1-1 0 0,-1 0 1 0 0,0 0-1 0 0,1 1 1 0 0,-1-1 0 0 0,0 1-1 0 0,0-1 1 0 0,0 1 0 0 0,1 0-1 0 0,-1 0 1 0 0,0 0-1 0 0,0 0 1 0 0,0 0 0 0 0,0 0-1 0 0,-3 1 1 0 0,3 0-55 0 0,0 1 0 0 0,0-1 0 0 0,0 1 0 0 0,0 0 0 0 0,0 0 0 0 0,1 0 0 0 0,-1 0-1 0 0,0 0 1 0 0,1 0 0 0 0,-1 1 0 0 0,1-1 0 0 0,0 0 0 0 0,0 1 0 0 0,0-1 0 0 0,0 1 0 0 0,0-1 0 0 0,1 1 0 0 0,-1 2 0 0 0,-9 38 479 0 0,3 1 1 0 0,1 0-1 0 0,0 86 0 0 0,22 134-2530 0 0,-14-245 1044 0 0,6 51-2379 0 0,-7-66 2588 0 0,0 0 0 0 0,0 0 0 0 0,1 0 0 0 0,-1 0-1 0 0,1-1 1 0 0,0 1 0 0 0,0-1 0 0 0,2 5 0 0 0,2-8-3503 0 0,-3-11 2437 0 0,-3-13 438 0 0,0 5-226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1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57 1392 0 0,'-13'-25'2391'0'0,"2"8"5804"0"0,13 46-3994 0 0,10 30-3742 0 0,2-1 1 0 0,2-1-1 0 0,3-1 0 0 0,35 73 0 0 0,-53-126-459 0 0,1 1-1 0 0,-1-1 1 0 0,1 1 0 0 0,0-1 0 0 0,0 0 0 0 0,0 0 0 0 0,0 0 0 0 0,1 0 0 0 0,-1 0 0 0 0,1-1-1 0 0,0 1 1 0 0,0-1 0 0 0,0 1 0 0 0,0-1 0 0 0,0 0 0 0 0,0 0 0 0 0,1-1 0 0 0,-1 1 0 0 0,1-1-1 0 0,4 2 1 0 0,-5-3-1 0 0,0 0 0 0 0,0 0 0 0 0,0-1 0 0 0,1 1 0 0 0,-1-1 0 0 0,0 0-1 0 0,-1 0 1 0 0,1 0 0 0 0,0 0 0 0 0,0 0 0 0 0,0-1 0 0 0,-1 1 0 0 0,1-1-1 0 0,-1 0 1 0 0,1 0 0 0 0,-1 0 0 0 0,1 0 0 0 0,-1 0 0 0 0,0 0 0 0 0,0 0-1 0 0,0-1 1 0 0,-1 1 0 0 0,1-1 0 0 0,2-5 0 0 0,10-18 314 0 0,-1-1 1 0 0,-2 0-1 0 0,-1-1 1 0 0,12-51-1 0 0,-13 43 95 0 0,2 0-1 0 0,19-43 1 0 0,-24 65-245 0 0,14-27-1 0 0,-20 39-123 0 0,1 1 0 0 0,0 0 0 0 0,0-1 1 0 0,0 1-1 0 0,0-1 0 0 0,0 1 0 0 0,0 0 0 0 0,0 0 0 0 0,0 0 0 0 0,1-1 0 0 0,-1 1 0 0 0,0 1 0 0 0,1-1 0 0 0,-1 0 0 0 0,1 0 0 0 0,-1 0 0 0 0,1 1 0 0 0,-1-1 0 0 0,1 1 0 0 0,2-1 0 0 0,-2 4 65 0 0,0 0-1 0 0,0 0 0 0 0,0 0 0 0 0,-1 0 0 0 0,1 1 0 0 0,-1-1 0 0 0,1 0 0 0 0,-1 1 0 0 0,-1-1 0 0 0,2 7 0 0 0,-2-9-71 0 0,13 68 162 0 0,6 132 0 0 0,-8-56-295 0 0,-7-100-44 0 0,-2-21-1049 0 0,8 44 0 0 0,-7-81-4797 0 0,4-20 2376 0 0,-4-67-5384 0 0,-2 77 6889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2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63 636 744 0 0,'-2'16'4540'0'0,"-1"-15"-1318"0"0,-9-28 273 0 0,-9-47-1481 0 0,13 38-1644 0 0,1 0 0 0 0,2-1 0 0 0,2 1 0 0 0,1-1 0 0 0,2 0 0 0 0,2 1 1 0 0,1-1-1 0 0,1 1 0 0 0,15-55 0 0 0,-15 80-323 0 0,0 0 1 0 0,1 0 0 0 0,0 1-1 0 0,1 0 1 0 0,0 0-1 0 0,14-17 1 0 0,-18 23-35 0 0,1 1 0 0 0,0 0 0 0 0,0 0 1 0 0,0 0-1 0 0,0 0 0 0 0,1 0 0 0 0,-1 1 0 0 0,1-1 0 0 0,0 1 1 0 0,-1 0-1 0 0,1 0 0 0 0,0 0 0 0 0,0 1 0 0 0,0-1 0 0 0,0 1 1 0 0,1 0-1 0 0,-1 0 0 0 0,0 1 0 0 0,0-1 0 0 0,1 1 0 0 0,5 0 1 0 0,-7 1 18 0 0,0 0 1 0 0,-1 0 0 0 0,1 0-1 0 0,0 1 1 0 0,-1-1 0 0 0,1 1-1 0 0,-1-1 1 0 0,1 1 0 0 0,-1 0-1 0 0,0 0 1 0 0,0 0 0 0 0,0 0-1 0 0,0 1 1 0 0,0-1-1 0 0,-1 0 1 0 0,1 1 0 0 0,-1-1-1 0 0,1 1 1 0 0,-1 0 0 0 0,0-1-1 0 0,2 6 1 0 0,17 69 181 0 0,-16-55-164 0 0,15 61-394 0 0,14 157 0 0 0,-31-189-1160 0 0,-2-1 1 0 0,-8 66-1 0 0,2-97-1008 0 0,-4-19-2375 0 0,-3-15 67 0 0,7 2 4615 0 0,2 2-1125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2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15 110 2200 0 0,'-1'0'160'0'0,"1"0"0"0"0,-1 0-1 0 0,1 0 1 0 0,-1 0 0 0 0,1 0-1 0 0,-1 0 1 0 0,1-1 0 0 0,-1 1-1 0 0,1 0 1 0 0,-1 0 0 0 0,1 0-1 0 0,-1 0 1 0 0,1-1 0 0 0,-1 1-1 0 0,1 0 1 0 0,-1 0 0 0 0,1-1-1 0 0,-1 1 1 0 0,1 0 0 0 0,0-1-1 0 0,-1 1 1 0 0,1-1-1 0 0,0 1 1 0 0,-1 0 0 0 0,1-1-1 0 0,0 1 1 0 0,-1-1 0 0 0,1 1-1 0 0,0-1 1 0 0,0 1 0 0 0,0-1-1 0 0,-1 1 1 0 0,1-1 0 0 0,0 1-1 0 0,0-1 1 0 0,0 1 0 0 0,0-1-1 0 0,0 1 1 0 0,0-1 0 0 0,0 1-1 0 0,0-1 1 0 0,0 0 0 0 0,24-15 3898 0 0,46-8-1649 0 0,-66 23-2428 0 0,80-16 319 0 0,-26 6-4229 0 0,-58 11 3730 0 0,1 0-1 0 0,-1 0 1 0 0,1 0-1 0 0,-1-1 0 0 0,1 1 1 0 0,0 0-1 0 0,-1 0 1 0 0,1 0-1 0 0,-1-1 1 0 0,1 1-1 0 0,-1 0 0 0 0,1 0 1 0 0,-1-1-1 0 0,1 1 1 0 0,-1 0-1 0 0,1-1 1 0 0,-1 1-1 0 0,0-1 0 0 0,1 1 1 0 0,-1 0-1 0 0,0-1 1 0 0,1 1-1 0 0,-1-1 1 0 0,0 1-1 0 0,1-1 0 0 0,-1 1 1 0 0,0-1-1 0 0,0 0 1 0 0,0 1-1 0 0,1-1 1 0 0,-1 1-1 0 0,0-1 0 0 0,0 1 1 0 0,0-1-1 0 0,0 0 1 0 0,0 1-1 0 0,0-1 1 0 0,0 1-1 0 0,0-1 0 0 0,-1 1 1 0 0,1-1-1 0 0,0 1 1 0 0,0-1-1 0 0,-1 0 1 0 0,1-6-2058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2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30 2569 0 0,'0'-2'528'0'0,"-1"0"0"0"0,1-1 0 0 0,-1 1 0 0 0,1 0 0 0 0,0 0 0 0 0,0 0 0 0 0,0-1 0 0 0,0 1 0 0 0,0 0 0 0 0,0 0 0 0 0,1-3 0 0 0,5 5 3221 0 0,2 17-1653 0 0,13 34-421 0 0,53 91 0 0 0,-46-97-1724 0 0,1-2-1 0 0,3-1 0 0 0,1-1 1 0 0,45 43-1 0 0,-70-77-458 0 0,0 0 0 0 0,1 0 1 0 0,0-1-1 0 0,9 6 0 0 0,-16-11 249 0 0,-1 0 0 0 0,0 0 0 0 0,0 0-1 0 0,0 0 1 0 0,1-1 0 0 0,-1 1 0 0 0,0-1 0 0 0,1 1 0 0 0,-1-1-1 0 0,0 1 1 0 0,1-1 0 0 0,-1 0 0 0 0,1 0 0 0 0,-1 1 0 0 0,0-1 0 0 0,1 0-1 0 0,-1 0 1 0 0,1 0 0 0 0,-1-1 0 0 0,1 1 0 0 0,-1 0 0 0 0,0-1-1 0 0,1 1 1 0 0,-1 0 0 0 0,1-1 0 0 0,-1 0 0 0 0,0 1 0 0 0,0-1 0 0 0,1 0-1 0 0,-1 0 1 0 0,0 1 0 0 0,0-1 0 0 0,0 0 0 0 0,0 0 0 0 0,0 0-1 0 0,0-1 1 0 0,0 1 0 0 0,0 0 0 0 0,0 0 0 0 0,0-3 0 0 0,0 3 105 0 0,-1-1 1 0 0,0 0 0 0 0,0 0 0 0 0,0 0 0 0 0,0 1-1 0 0,0-1 1 0 0,-1 0 0 0 0,1 0 0 0 0,0 0 0 0 0,-1 1-1 0 0,0-1 1 0 0,1 0 0 0 0,-1 1 0 0 0,0-1 0 0 0,0 0-1 0 0,0 1 1 0 0,0-1 0 0 0,0 1 0 0 0,-1-2-1 0 0,-1-1-163 0 0,-4-8-869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3:33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264 5 1976 0 0,'-1'0'184'0'0,"1"-1"0"0"0,0 1-1 0 0,-1 0 1 0 0,1-1-1 0 0,0 1 1 0 0,-1 0-1 0 0,1-1 1 0 0,0 1-1 0 0,-1 0 1 0 0,1 0 0 0 0,-1-1-1 0 0,1 1 1 0 0,0 0-1 0 0,-1 0 1 0 0,1 0-1 0 0,-1 0 1 0 0,1 0 0 0 0,-1-1-1 0 0,1 1 1 0 0,-1 0-1 0 0,1 0 1 0 0,-1 0-1 0 0,1 0 1 0 0,-1 0-1 0 0,1 1 1 0 0,0-1 0 0 0,-1 0-1 0 0,1 0 1 0 0,-1 0-1 0 0,1 0 1 0 0,-1 0-1 0 0,1 1 1 0 0,0-1-1 0 0,-1 0 1 0 0,-11 18 3866 0 0,-3 36-61 0 0,13-41-2912 0 0,-22 66 264 0 0,-35 78 1 0 0,-53 65-4085 0 0,109-217 2358 0 0,-15 32-2123 0 0,17-36 2197 0 0,0 0-1 0 0,1 0 0 0 0,0 1 1 0 0,-1-1-1 0 0,1 0 1 0 0,0 0-1 0 0,0 1 1 0 0,-1-1-1 0 0,1 0 1 0 0,0 1-1 0 0,0-1 1 0 0,1 0-1 0 0,-1 1 0 0 0,0-1 1 0 0,1 1-1 0 0,-1-1 228 0 0,0-1 0 0 0,0 0 0 0 0,0 0 0 0 0,0 0 0 0 0,0 0 0 0 0,0 1 0 0 0,1-1 0 0 0,-1 0 0 0 0,0 0 0 0 0,0 0 0 0 0,0 0 0 0 0,0 0-1 0 0,1 0 1 0 0,-1 0 0 0 0,0 1 0 0 0,0-1 0 0 0,0 0 0 0 0,1 0 0 0 0,-1 0 0 0 0,0 0 0 0 0,0 0 0 0 0,0 0 0 0 0,1 0 0 0 0,-1 0 0 0 0,0 0 0 0 0,0 0 0 0 0,0 0-1 0 0,1 0 1 0 0,-1 0 0 0 0,0 0 0 0 0,0 0 0 0 0,0 0 0 0 0,0-1 0 0 0,1 1 0 0 0,-1 0 0 0 0,0 0 0 0 0,0 0 0 0 0,0 0 0 0 0,1 0 0 0 0,-1 0 0 0 0,0 0-1 0 0,0-1 1 0 0,0 1 0 0 0,0 0 0 0 0,0 0 0 0 0,0 0 0 0 0,1 0 0 0 0,-1-1 0 0 0,0 1 0 0 0,0 0 0 0 0,0 0 0 0 0,0 0 0 0 0,6-11-1935 0 0,-7-1 114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2.7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0 3505 0 0,'-4'7'6150'0'0,"-12"26"-4739"0"0,-5 43-266 0 0,-13 84-1 0 0,30-133-983 0 0,2 0-1 0 0,0 0 1 0 0,1 0 0 0 0,2 0 0 0 0,1 0 0 0 0,10 51-1 0 0,-12-75-141 0 0,1 0 0 0 0,-1 0 0 0 0,1-1 0 0 0,0 1 0 0 0,0 0 0 0 0,0-1 0 0 0,0 1 0 0 0,0-1 0 0 0,0 1 0 0 0,1-1 0 0 0,-1 1 0 0 0,1-1 0 0 0,0 0 0 0 0,0 0-1 0 0,0 0 1 0 0,0 0 0 0 0,0 0 0 0 0,0 0 0 0 0,0-1 0 0 0,1 1 0 0 0,-1-1 0 0 0,0 1 0 0 0,1-1 0 0 0,0 0 0 0 0,-1 0 0 0 0,1 0 0 0 0,0 0 0 0 0,-1-1 0 0 0,1 1 0 0 0,0-1-1 0 0,0 1 1 0 0,-1-1 0 0 0,1 0 0 0 0,0 0 0 0 0,0 0 0 0 0,0-1 0 0 0,-1 1 0 0 0,1-1 0 0 0,0 1 0 0 0,0-1 0 0 0,-1 0 0 0 0,1 0 0 0 0,-1 0 0 0 0,1 0 0 0 0,-1-1 0 0 0,1 1 0 0 0,-1-1-1 0 0,0 1 1 0 0,4-4 0 0 0,11-8 50 0 0,0-1 1 0 0,-1 0-1 0 0,-1-2 0 0 0,0 1 0 0 0,-1-2 0 0 0,-1 0 1 0 0,21-35-1 0 0,-20 27-9 0 0,-1-1 0 0 0,-1 0 0 0 0,-1 0 0 0 0,-2-1 0 0 0,10-42 0 0 0,-17 62-35 0 0,-1 0 1 0 0,0 0-1 0 0,0 0 1 0 0,-1 0-1 0 0,0 0 0 0 0,0 0 1 0 0,-1 0-1 0 0,0 0 1 0 0,0 0-1 0 0,0 0 0 0 0,-5-11 1 0 0,5 16-32 0 0,0-1 0 0 0,-1 1 0 0 0,0-1 0 0 0,1 1 0 0 0,-1 0 0 0 0,0-1 0 0 0,0 1 0 0 0,0 0 1 0 0,0 1-1 0 0,-1-1 0 0 0,1 0 0 0 0,0 0 0 0 0,-1 1 0 0 0,1 0 0 0 0,-1-1 0 0 0,1 1 0 0 0,-1 0 0 0 0,0 0 0 0 0,0 1 0 0 0,1-1 0 0 0,-1 0 0 0 0,0 1 1 0 0,0 0-1 0 0,0-1 0 0 0,0 1 0 0 0,0 0 0 0 0,1 1 0 0 0,-1-1 0 0 0,0 0 0 0 0,-5 2 0 0 0,-7 2-197 0 0,1 0 0 0 0,0 0-1 0 0,0 2 1 0 0,0 0 0 0 0,1 0 0 0 0,-1 1-1 0 0,2 1 1 0 0,-1 0 0 0 0,1 1 0 0 0,0 0-1 0 0,1 1 1 0 0,0 0 0 0 0,1 1 0 0 0,0 0-1 0 0,0 0 1 0 0,1 1 0 0 0,1 1 0 0 0,0-1-1 0 0,1 1 1 0 0,0 1 0 0 0,-7 18 0 0 0,10-3-1885 0 0,4-28 1977 0 0,-1-1-1 0 0,1 1 1 0 0,0-1 0 0 0,0 1-1 0 0,0-1 1 0 0,0 0 0 0 0,0 1-1 0 0,0-1 1 0 0,0 1 0 0 0,0-1 0 0 0,0 1-1 0 0,0-1 1 0 0,0 1 0 0 0,1-1-1 0 0,-1 1 1 0 0,0-1 0 0 0,0 1 0 0 0,0-1-1 0 0,1 1 1 0 0,-1-1 0 0 0,0 0-1 0 0,0 1 1 0 0,1-1 0 0 0,-1 0-1 0 0,0 1 1 0 0,1-1 0 0 0,-1 0 0 0 0,0 1-1 0 0,1-1 1 0 0,-1 0 0 0 0,1 1-1 0 0,-1-1 1 0 0,0 0 0 0 0,1 0-1 0 0,-1 0 1 0 0,1 1 0 0 0,-1-1 0 0 0,1 0-1 0 0,-1 0 1 0 0,1 0 0 0 0,-1 0-1 0 0,1 0 1 0 0,-1 0 0 0 0,1 0 0 0 0,-1 0-1 0 0,1 0 1 0 0,-1 0 0 0 0,1 0-1 0 0,-1 0 1 0 0,0 0 0 0 0,1-1-1 0 0,-1 1 1 0 0,1 0 0 0 0,10-6-2814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3.1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3537 0 0,'3'0'220'0'0,"-1"0"0"0"0,1 1 1 0 0,0 0-1 0 0,-1-1 0 0 0,1 1 0 0 0,0 0 1 0 0,-1 0-1 0 0,1 1 0 0 0,-1-1 1 0 0,0 0-1 0 0,1 1 0 0 0,-1-1 0 0 0,0 1 1 0 0,0 0-1 0 0,0 0 0 0 0,0 0 1 0 0,0 0-1 0 0,-1 0 0 0 0,1 0 0 0 0,0 1 1 0 0,-1-1-1 0 0,0 0 0 0 0,1 1 1 0 0,-1-1-1 0 0,0 1 0 0 0,0-1 0 0 0,-1 1 1 0 0,1 0-1 0 0,0-1 0 0 0,-1 1 1 0 0,1 4-1 0 0,1 10 184 0 0,-1-1 0 0 0,0 1 0 0 0,-2 28 1 0 0,-2-2-320 0 0,-2 40 452 0 0,4-27-4204 0 0,-8-60-2560 0 0,6 2 3936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3.5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14 106 3441 0 0,'-1'2'291'0'0,"-1"1"-1"0"0,1-1 1 0 0,-1 0 0 0 0,1 1 0 0 0,0-1 0 0 0,0 1-1 0 0,0 0 1 0 0,0-1 0 0 0,0 1 0 0 0,1 0 0 0 0,-1-1-1 0 0,1 1 1 0 0,0 0 0 0 0,0 0 0 0 0,0 0 0 0 0,1 4-1 0 0,-1-7-204 0 0,1 0-1 0 0,0 0 1 0 0,0 0-1 0 0,0 0 1 0 0,0 0-1 0 0,-1-1 1 0 0,1 1-1 0 0,0 0 1 0 0,0 0-1 0 0,0-1 1 0 0,-1 1-1 0 0,1 0 1 0 0,0-1-1 0 0,0 1 1 0 0,-1-1-1 0 0,1 1 1 0 0,0-1-1 0 0,-1 1 1 0 0,1-1-1 0 0,-1 1 1 0 0,1-1-1 0 0,0 0 1 0 0,0 0-1 0 0,20-20 772 0 0,-19 19-617 0 0,13-14 529 0 0,6-5 357 0 0,34-28-1 0 0,-50 45-1047 0 0,1 0 1 0 0,-1 0 0 0 0,1 1 0 0 0,0-1 0 0 0,0 1-1 0 0,0 1 1 0 0,0-1 0 0 0,1 1 0 0 0,-1 0-1 0 0,1 0 1 0 0,-1 1 0 0 0,11-1 0 0 0,-16 2-64 0 0,0-1 0 0 0,1 1-1 0 0,-1 1 1 0 0,0-1 0 0 0,1 0 0 0 0,-1 0 0 0 0,0 0 0 0 0,1 1 0 0 0,-1-1 0 0 0,0 1 0 0 0,0-1 0 0 0,1 1 0 0 0,-1-1 0 0 0,0 1 0 0 0,0 0 0 0 0,0 0 0 0 0,0-1 0 0 0,0 1 0 0 0,0 0 0 0 0,0 0 0 0 0,0 0-1 0 0,0 0 1 0 0,0 0 0 0 0,-1 0 0 0 0,2 2 0 0 0,-1 0 9 0 0,0-1 0 0 0,0 1 1 0 0,-1 0-1 0 0,1 0 0 0 0,-1 0 0 0 0,1 0 0 0 0,-1 0 0 0 0,0 0 0 0 0,0 0 0 0 0,-1 6 0 0 0,-1 2 15 0 0,-1 1 1 0 0,0-1-1 0 0,0 0 0 0 0,-9 19 0 0 0,-97 162 32 0 0,108-190-76 0 0,0-1 0 0 0,1 0 0 0 0,-1 1 0 0 0,0-1 0 0 0,1 1 0 0 0,-1-1 0 0 0,1 0 0 0 0,-1 1 1 0 0,1 0-1 0 0,0-1 0 0 0,0 1 0 0 0,-1-1 0 0 0,1 1 0 0 0,0-1 0 0 0,0 1 0 0 0,1-1 0 0 0,-1 1 0 0 0,0-1 0 0 0,1 4 0 0 0,0-5 2 0 0,0 1 0 0 0,-1-1 0 0 0,1 1 0 0 0,0-1 0 0 0,0 1 0 0 0,-1-1 1 0 0,1 1-1 0 0,0-1 0 0 0,0 0 0 0 0,0 1 0 0 0,0-1 0 0 0,0 0 0 0 0,0 0 0 0 0,0 0 0 0 0,0 0 0 0 0,-1 0 0 0 0,1 0 0 0 0,0 0 0 0 0,0 0 0 0 0,0 0 0 0 0,0 0 0 0 0,0-1 0 0 0,1 1 0 0 0,11-4 7 0 0,-1 0-1 0 0,0-1 1 0 0,17-9-1 0 0,-23 10 25 0 0,18-8-257 0 0,8-3 551 0 0,45-30 0 0 0,-69 40-614 0 0,0-1 0 0 0,-1 0 0 0 0,0 0-1 0 0,0-1 1 0 0,0 0 0 0 0,-1 0 0 0 0,0 0 0 0 0,0-1 0 0 0,-1 0 0 0 0,8-15 0 0 0,-13 22-240 0 0,0-1 1 0 0,1 0-1 0 0,-1 0 1 0 0,0 0-1 0 0,0 1 1 0 0,0-1-1 0 0,0 0 1 0 0,0 0-1 0 0,0 0 0 0 0,-1 1 1 0 0,1-1-1 0 0,0 0 1 0 0,-1 0-1 0 0,0 1 1 0 0,-1-4-1 0 0,0-2-852 0 0,0-2-1410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3.9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0 158 2040 0 0,'6'-1'927'0'0,"0"1"-1"0"0,0-1 1 0 0,-1 0-1 0 0,1 0 1 0 0,0 0-1 0 0,-1-1 1 0 0,7-3-1 0 0,36-24 1558 0 0,-35 19-2277 0 0,-1-1 1 0 0,0-1 0 0 0,-1 0 0 0 0,-1-1 0 0 0,10-15 0 0 0,-10 8 157 0 0,-15 10 146 0 0,3 10-491 0 0,1 0 1 0 0,-1 0-1 0 0,0 0 0 0 0,0 0 1 0 0,1 0-1 0 0,-1 1 0 0 0,0-1 1 0 0,0 0-1 0 0,1 1 0 0 0,-1-1 1 0 0,1 1-1 0 0,-1 0 1 0 0,0 0-1 0 0,1 0 0 0 0,-1-1 1 0 0,1 1-1 0 0,0 1 0 0 0,-3 1 1 0 0,-9 8-34 0 0,-1 2 1 0 0,2 0-1 0 0,0 0 1 0 0,1 1 0 0 0,0 0-1 0 0,1 1 1 0 0,0 0-1 0 0,-13 31 1 0 0,21-42 3 0 0,1 0 0 0 0,0 0 1 0 0,0 0-1 0 0,0 0 0 0 0,0 0 1 0 0,1 0-1 0 0,0 1 0 0 0,0-1 1 0 0,0 0-1 0 0,0 0 0 0 0,0 0 1 0 0,1 0-1 0 0,0 0 0 0 0,0 0 1 0 0,0 1-1 0 0,0-2 0 0 0,1 1 1 0 0,-1 0-1 0 0,1 0 0 0 0,0 0 1 0 0,0-1-1 0 0,1 1 0 0 0,-1-1 1 0 0,5 5-1 0 0,-4-5 21 0 0,-1-1-1 0 0,1 0 1 0 0,0 0 0 0 0,0 0-1 0 0,0-1 1 0 0,0 1-1 0 0,0 0 1 0 0,0-1 0 0 0,1 0-1 0 0,-1 0 1 0 0,0 0 0 0 0,1 0-1 0 0,-1-1 1 0 0,1 1-1 0 0,-1-1 1 0 0,0 0 0 0 0,1 0-1 0 0,-1 0 1 0 0,1 0 0 0 0,-1-1-1 0 0,1 1 1 0 0,-1-1-1 0 0,0 0 1 0 0,1 0 0 0 0,-1 0-1 0 0,0-1 1 0 0,0 1 0 0 0,0-1-1 0 0,5-3 1 0 0,124-88-1669 0 0,-128 92 1329 0 0,0-1 0 0 0,0 0 0 0 0,0-1 0 0 0,0 1-1 0 0,-1-1 1 0 0,1 1 0 0 0,-1-1 0 0 0,0 0 0 0 0,1-1-1 0 0,-2 1 1 0 0,1 0 0 0 0,0-1 0 0 0,-1 0 0 0 0,1 1 0 0 0,-1-1-1 0 0,0 0 1 0 0,0 0 0 0 0,-1 0 0 0 0,1-1 0 0 0,-1 1-1 0 0,0 0 1 0 0,0-1 0 0 0,0 1 0 0 0,-1 0 0 0 0,0-1-1 0 0,1 1 1 0 0,-2-1 0 0 0,1 1 0 0 0,0-1 0 0 0,-1 1-1 0 0,0 0 1 0 0,-2-9 0 0 0,-1-18-1171 0 0,1 13 1027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4.4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 1304 0 0,'2'-14'4524'0'0,"3"27"-1742"0"0,4 25-796 0 0,-3 31-174 0 0,14 102 569 0 0,-15-143-2256 0 0,1-1 0 0 0,1 0 0 0 0,1 0 0 0 0,12 25 0 0 0,-19-50-150 0 0,-1-1 1 0 0,1 0-1 0 0,-1 0 0 0 0,1 0 1 0 0,-1 0-1 0 0,1 0 0 0 0,-1 0 1 0 0,1 0-1 0 0,0 0 0 0 0,0 0 1 0 0,-1 0-1 0 0,1 0 1 0 0,0 0-1 0 0,0-1 0 0 0,0 1 1 0 0,0 0-1 0 0,0 0 0 0 0,2 0 1 0 0,-2-1-32 0 0,-1 0 1 0 0,1 0 0 0 0,-1 0 0 0 0,1 0 0 0 0,-1-1-1 0 0,1 1 1 0 0,0 0 0 0 0,-1 0 0 0 0,1-1 0 0 0,-1 1 0 0 0,1 0-1 0 0,-1 0 1 0 0,1-1 0 0 0,-1 1 0 0 0,1-1 0 0 0,-1 1-1 0 0,0 0 1 0 0,1-1 0 0 0,-1 1 0 0 0,0-1 0 0 0,1 1-1 0 0,-1-1 1 0 0,0 1 0 0 0,1-1 0 0 0,-1 0 0 0 0,2-4-183 0 0,0 1 0 0 0,-1 0 0 0 0,0-1 0 0 0,1 1 1 0 0,-2-1-1 0 0,1 1 0 0 0,0-1 0 0 0,-1-5 0 0 0,-2-4 13 0 0,0 0-1 0 0,-1 0 0 0 0,-1 0 1 0 0,0 0-1 0 0,-1 0 0 0 0,-1 1 1 0 0,0 0-1 0 0,-11-19 0 0 0,-12-27 997 0 0,29 59-705 0 0,0 0 0 0 0,0-1 1 0 0,0 1-1 0 0,1-1 0 0 0,-1 1 0 0 0,0 0 0 0 0,1-1 0 0 0,-1 1 0 0 0,0 0 0 0 0,1-1 0 0 0,-1 1 1 0 0,1 0-1 0 0,-1 0 0 0 0,0-1 0 0 0,1 1 0 0 0,-1 0 0 0 0,1 0 0 0 0,-1 0 0 0 0,1 0 1 0 0,-1 0-1 0 0,0 0 0 0 0,1-1 0 0 0,-1 1 0 0 0,1 0 0 0 0,-1 0 0 0 0,1 0 0 0 0,-1 0 0 0 0,1 1 1 0 0,-1-1-1 0 0,1 0 0 0 0,-1 0 0 0 0,1 0 0 0 0,-1 0 0 0 0,1 1 0 0 0,32 1 441 0 0,-11-1-315 0 0,-12-2-508 0 0,0 0-1 0 0,0-1 1 0 0,0 0 0 0 0,0-1 0 0 0,0 0-1 0 0,0-1 1 0 0,13-6 0 0 0,-35 1-7456 0 0,11 9 7522 0 0,-6-1-1969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4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0 118 4769 0 0,'1'15'870'0'0,"1"-1"0"0"0,0 1 0 0 0,0 0 1 0 0,2-1-1 0 0,7 23 0 0 0,-10-34-736 0 0,0 0 0 0 0,1-1 1 0 0,-1 1-1 0 0,1 0 0 0 0,0 0 0 0 0,-1-1 1 0 0,1 1-1 0 0,1-1 0 0 0,-1 0 0 0 0,0 1 1 0 0,0-1-1 0 0,1 0 0 0 0,-1 0 1 0 0,1-1-1 0 0,0 1 0 0 0,0 0 0 0 0,-1-1 1 0 0,1 0-1 0 0,0 1 0 0 0,0-1 0 0 0,0 0 1 0 0,0-1-1 0 0,0 1 0 0 0,1-1 0 0 0,-1 1 1 0 0,0-1-1 0 0,0 0 0 0 0,0 0 0 0 0,0 0 1 0 0,1 0-1 0 0,-1-1 0 0 0,4-1 0 0 0,6 0 51 0 0,0-2-1 0 0,-1 0 0 0 0,1 0 0 0 0,-1-1 0 0 0,0-1 0 0 0,0 0 0 0 0,-1-1 0 0 0,0 0 1 0 0,0 0-1 0 0,0-2 0 0 0,14-14 0 0 0,-7 4-780 0 0,0-1 1 0 0,-2-1-1 0 0,-1 0 1 0 0,23-43-1 0 0,-37 62 186 0 0,0 1-1 0 0,-1-1 1 0 0,1 1-1 0 0,-1-1 1 0 0,1 1-1 0 0,-1-1 1 0 0,0 1-1 0 0,1-1 1 0 0,-1 1-1 0 0,0-1 1 0 0,0 1-1 0 0,0-1 0 0 0,-1 0 1 0 0,1 1-1 0 0,0-1 1 0 0,0 1-1 0 0,-1-1 1 0 0,1 1-1 0 0,-1-1 1 0 0,1 1-1 0 0,-1-1 1 0 0,-1-1-1 0 0,-1-3-2951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5.2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4249 0 0,'2'2'503'0'0,"0"1"0"0"0,0-1 0 0 0,0 1 0 0 0,-1 0 0 0 0,1 0 0 0 0,-1 0 0 0 0,0 0 0 0 0,0 0 0 0 0,1 6 0 0 0,7 59 1459 0 0,-7-42-1230 0 0,5 58 488 0 0,-6-55-1146 0 0,1-1 0 0 0,1 1 0 0 0,2-1 0 0 0,1 0 0 0 0,1-1 0 0 0,11 29 0 0 0,-18-54-247 0 0,0-1 0 0 0,1 0-1 0 0,-1 0 1 0 0,1 0 0 0 0,-1 0 0 0 0,1 0-1 0 0,0 0 1 0 0,-1 0 0 0 0,1 0 0 0 0,0 0 0 0 0,0 0-1 0 0,-1 0 1 0 0,1 0 0 0 0,0 0 0 0 0,0 0 0 0 0,0-1-1 0 0,0 1 1 0 0,0 0 0 0 0,0-1 0 0 0,1 1-1 0 0,-1-1 1 0 0,0 1 0 0 0,0-1 0 0 0,0 1 0 0 0,2-1-1 0 0,-2 0-121 0 0,0-1 0 0 0,1 1 0 0 0,-1-1 0 0 0,0 0 0 0 0,0 1 0 0 0,0-1 0 0 0,0 0 0 0 0,0 0-1 0 0,0 1 1 0 0,-1-1 0 0 0,1 0 0 0 0,0 0 0 0 0,0 0 0 0 0,-1 0 0 0 0,1 0 0 0 0,0 0 0 0 0,-1-1-1 0 0,1 1 1 0 0,-1 0 0 0 0,0 0 0 0 0,1 0 0 0 0,-1 0 0 0 0,0-1 0 0 0,1 0 0 0 0,3-10-1383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5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 2176 0 0,'7'6'547'0'0,"-1"0"0"0"0,0 0 0 0 0,0 1 0 0 0,-1 0 0 0 0,0 0 0 0 0,0 1 0 0 0,0-1 0 0 0,-1 1 0 0 0,3 8 0 0 0,28 78 1800 0 0,-32-84-2140 0 0,9 30 486 0 0,-1 0 0 0 0,9 67 0 0 0,-19-95-564 0 0,1 0 1 0 0,-2 0-1 0 0,1 0 0 0 0,-2 0 0 0 0,0 0 0 0 0,0 0 1 0 0,-1 0-1 0 0,0 0 0 0 0,-1-1 0 0 0,0 1 1 0 0,-1-1-1 0 0,-1 0 0 0 0,-10 20 0 0 0,14-29-124 0 0,-1 1 0 0 0,0 0 0 0 0,1-1-1 0 0,-1 0 1 0 0,-1 1 0 0 0,1-1-1 0 0,0 0 1 0 0,0 0 0 0 0,-1 0 0 0 0,1 0-1 0 0,-1-1 1 0 0,1 1 0 0 0,-1-1-1 0 0,0 1 1 0 0,0-1 0 0 0,0 0 0 0 0,0 0-1 0 0,0 0 1 0 0,0-1 0 0 0,0 1 0 0 0,0-1-1 0 0,0 1 1 0 0,0-1 0 0 0,0 0-1 0 0,0 0 1 0 0,0-1 0 0 0,0 1 0 0 0,0 0-1 0 0,0-1 1 0 0,0 0 0 0 0,0 0 0 0 0,0 0-1 0 0,0 0 1 0 0,0 0 0 0 0,1-1-1 0 0,-1 1 1 0 0,0-1 0 0 0,1 0 0 0 0,-1 1-1 0 0,1-1 1 0 0,0 0 0 0 0,0-1-1 0 0,-1 1 1 0 0,-2-5 0 0 0,2 4-15 0 0,0-1-1 0 0,0 1 1 0 0,0-1-1 0 0,0 0 1 0 0,1 0 0 0 0,0 0-1 0 0,0 0 1 0 0,0 0-1 0 0,0 0 1 0 0,0-1 0 0 0,1 1-1 0 0,0-1 1 0 0,0 1 0 0 0,0-1-1 0 0,1 0 1 0 0,-1 1-1 0 0,1-1 1 0 0,0 1 0 0 0,1-1-1 0 0,-1 0 1 0 0,1 1-1 0 0,0-1 1 0 0,0 1 0 0 0,0-1-1 0 0,0 1 1 0 0,1-1 0 0 0,0 1-1 0 0,0 0 1 0 0,0 0-1 0 0,4-5 1 0 0,63-68-679 0 0,-18 21-6889 0 0,-46 51 5652 0 0,1 9-852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6.0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4297 0 0,'24'139'6624'0'0,"-2"-25"-4557"0"0,-11-33-1235 0 0,-1-8-516 0 0,33 130-1 0 0,-29-167-532 0 0,-13-34 148 0 0,-1-1 1 0 0,1 1-1 0 0,-1-1 0 0 0,1 0 1 0 0,-1 1-1 0 0,1-1 0 0 0,0 0 1 0 0,0 1-1 0 0,0-1 1 0 0,0 0-1 0 0,0 0 0 0 0,0 0 1 0 0,0 0-1 0 0,0 0 0 0 0,0 0 1 0 0,0 0-1 0 0,1 0 1 0 0,-1-1-1 0 0,0 1 0 0 0,0 0 1 0 0,3 0-1 0 0,-3-2-103 0 0,0 0 0 0 0,0 1 1 0 0,0-1-1 0 0,0 0 0 0 0,0 0 0 0 0,0 0 0 0 0,0 0 0 0 0,0 0 1 0 0,0-1-1 0 0,-1 1 0 0 0,1 0 0 0 0,0 0 0 0 0,-1-1 0 0 0,1 1 1 0 0,-1 0-1 0 0,0 0 0 0 0,1-1 0 0 0,-1 1 0 0 0,0-1 0 0 0,0 1 1 0 0,1 0-1 0 0,-1-3 0 0 0,1-34-2652 0 0,-3 7 666 0 0,-1-3-712 0 0</inkml:trace>
  <inkml:trace contextRef="#ctx0" brushRef="#br0" timeOffset="1">216 0 2729 0 0,'8'81'5967'0'0,"-2"-31"-4688"0"0,13 100 270 0 0,1-52-6068 0 0,-24-105-1550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6.3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0 122 3137 0 0,'7'3'774'0'0,"1"-2"0"0"0,-1 1 0 0 0,0-1 0 0 0,1 0 1 0 0,-1-1-1 0 0,1 1 0 0 0,8-2 0 0 0,-5 0-353 0 0,0-1-1 0 0,0 0 1 0 0,-1-1 0 0 0,17-6-1 0 0,-13 4-595 0 0,0-2-1 0 0,0 0 0 0 0,-1-1 0 0 0,0 0 1 0 0,0-1-1 0 0,-1-1 0 0 0,14-13 0 0 0,-10-3-2346 0 0,-18 17-235 0 0,-12 13-120 0 0,5 3 1286 0 0</inkml:trace>
  <inkml:trace contextRef="#ctx0" brushRef="#br0" timeOffset="1">95 209 2016 0 0,'-2'19'1197'0'0,"2"0"-1"0"0,0 0 0 0 0,1 0 0 0 0,5 31 0 0 0,-4-40-1023 0 0,0 1-1 0 0,0-1 1 0 0,1 0 0 0 0,1 0 0 0 0,0 0 0 0 0,0 0-1 0 0,1-1 1 0 0,0 1 0 0 0,11 14 0 0 0,-14-22-131 0 0,0 0 0 0 0,-1 0 0 0 0,1 0 1 0 0,0 0-1 0 0,0-1 0 0 0,0 1 0 0 0,0-1 0 0 0,0 1 0 0 0,0-1 1 0 0,1 0-1 0 0,-1 1 0 0 0,0-1 0 0 0,1-1 0 0 0,-1 1 1 0 0,1 0-1 0 0,-1 0 0 0 0,1-1 0 0 0,-1 1 0 0 0,1-1 1 0 0,-1 0-1 0 0,1 0 0 0 0,-1 0 0 0 0,5-1 0 0 0,-3 0 42 0 0,1-1 0 0 0,-1 1-1 0 0,0-1 1 0 0,0 0-1 0 0,-1-1 1 0 0,1 1-1 0 0,0-1 1 0 0,-1 1 0 0 0,1-1-1 0 0,-1 0 1 0 0,0 0-1 0 0,5-6 1 0 0,1-4 117 0 0,0 0 0 0 0,-1 0 0 0 0,0-1 1 0 0,0 0-1 0 0,-2 0 0 0 0,9-27 0 0 0,-14 38-162 0 0,0 0 1 0 0,0-1-1 0 0,0 1 0 0 0,0-1 0 0 0,-1 0 1 0 0,1 1-1 0 0,-1-1 0 0 0,0 1 0 0 0,0-1 0 0 0,-1 0 1 0 0,1 1-1 0 0,-1-1 0 0 0,1 1 0 0 0,-1-1 1 0 0,-3-5-1 0 0,3 6-20 0 0,-2 1 0 0 0,1 0-1 0 0,0 0 1 0 0,0 0 0 0 0,-1 0 0 0 0,1 0 0 0 0,-1 0 0 0 0,1 0 0 0 0,-1 1 0 0 0,0 0 0 0 0,0-1 0 0 0,0 1 0 0 0,0 0-1 0 0,0 0 1 0 0,0 1 0 0 0,0-1 0 0 0,0 1 0 0 0,-5-1 0 0 0,-3-1-274 0 0,0 1 0 0 0,0 0 1 0 0,-1 1-1 0 0,-18 2 0 0 0,23-1-545 0 0,0 0-1 0 0,1 1 1 0 0,-1 0 0 0 0,1 0-1 0 0,-10 5 1 0 0,16-7 706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6.7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5345 0 0,'3'118'4883'0'0,"10"59"-3184"0"0,-13-170-1710 0 0,10 54 100 0 0,-10-58-151 0 0,1-1 0 0 0,0 1-1 0 0,-1 0 1 0 0,1-1-1 0 0,0 1 1 0 0,0 0 0 0 0,1-1-1 0 0,-1 0 1 0 0,0 1-1 0 0,1-1 1 0 0,0 0 0 0 0,-1 1-1 0 0,1-1 1 0 0,0 0-1 0 0,0 0 1 0 0,0-1-1 0 0,0 1 1 0 0,3 1 0 0 0,-4-2-35 0 0,0-1 0 0 0,0 0 1 0 0,0 0-1 0 0,1 1 0 0 0,-1-1 0 0 0,0 0 1 0 0,0 0-1 0 0,0 0 0 0 0,0-1 0 0 0,0 1 1 0 0,0 0-1 0 0,0 0 0 0 0,0-1 1 0 0,0 1-1 0 0,0 0 0 0 0,0-1 0 0 0,0 1 1 0 0,0-1-1 0 0,0 1 0 0 0,0-1 1 0 0,0 1-1 0 0,0-1 0 0 0,-1 0 0 0 0,1 0 1 0 0,0 1-1 0 0,0-1 0 0 0,-1 0 1 0 0,1 0-1 0 0,0 0 0 0 0,-1 0 0 0 0,1 0 1 0 0,-1 0-1 0 0,1 0 0 0 0,-1 0 1 0 0,0 0-1 0 0,1 0 0 0 0,-1 0 0 0 0,0 0 1 0 0,0 0-1 0 0,0 0 0 0 0,0-2 1 0 0,2-2-340 0 0,-2 0 1 0 0,1 0-1 0 0,0 0 1 0 0,-1 0 0 0 0,0 0-1 0 0,0 0 1 0 0,-1 0 0 0 0,0-6-1 0 0,-6-10-853 0 0,2 4-77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7.1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1080 0 0,'1'2'271'0'0,"0"-1"0"0"0,0 1 0 0 0,0-1 0 0 0,0 1-1 0 0,0-1 1 0 0,1 1 0 0 0,-1-1 0 0 0,0 0 0 0 0,1 1 0 0 0,-1-1-1 0 0,1 0 1 0 0,-1 0 0 0 0,1 0 0 0 0,-1 0 0 0 0,1-1 0 0 0,0 1-1 0 0,0 0 1 0 0,-1-1 0 0 0,1 1 0 0 0,0-1 0 0 0,2 1 0 0 0,0-1-24 0 0,1 0 0 0 0,-1 0 0 0 0,0 0 0 0 0,0 0 0 0 0,0-1 0 0 0,1 0 0 0 0,-1 0 0 0 0,0 0 0 0 0,6-3 0 0 0,-3 2-140 0 0,0-2 0 0 0,-1 1 0 0 0,1-1-1 0 0,-1 0 1 0 0,0 0 0 0 0,1-1 0 0 0,-2 0-1 0 0,1 0 1 0 0,-1 0 0 0 0,0-1 0 0 0,8-9-1 0 0,-9 7-26 0 0,0 0-1 0 0,-1 0 1 0 0,0 0 0 0 0,4-17-1 0 0,-6 22-28 0 0,0 0 0 0 0,-1 1 0 0 0,1-1 0 0 0,-1 0-1 0 0,0 0 1 0 0,1 1 0 0 0,-1-1 0 0 0,-1 0 0 0 0,1 0 0 0 0,0 1 0 0 0,-1-1-1 0 0,1 0 1 0 0,-1 1 0 0 0,0-1 0 0 0,0 0 0 0 0,0 1 0 0 0,0-1 0 0 0,-1 1-1 0 0,-2-5 1 0 0,-1 10 727 0 0,2 11-492 0 0,2 14-109 0 0,3 6-57 0 0,1 1 1 0 0,8 34 0 0 0,2 12-1740 0 0,-10-1-4405 0 0,-5-70 3801 0 0,0-1-735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7.5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20 418 1936 0 0,'-2'9'452'0'0,"0"-1"-1"0"0,0 1 0 0 0,1-1 1 0 0,0 1-1 0 0,0-1 0 0 0,1 1 1 0 0,1 0-1 0 0,-1-1 0 0 0,1 1 0 0 0,1-1 1 0 0,1 10-1 0 0,-2-16-356 0 0,0 1-1 0 0,0 0 1 0 0,-1 0-1 0 0,2-1 1 0 0,-1 1 0 0 0,0-1-1 0 0,0 1 1 0 0,1-1-1 0 0,-1 1 1 0 0,1-1-1 0 0,0 0 1 0 0,0 0 0 0 0,0 0-1 0 0,0 0 1 0 0,0 0-1 0 0,0 0 1 0 0,1-1 0 0 0,-1 1-1 0 0,0 0 1 0 0,1-1-1 0 0,-1 0 1 0 0,1 0-1 0 0,0 0 1 0 0,-1 0 0 0 0,1 0-1 0 0,0 0 1 0 0,0-1-1 0 0,-1 1 1 0 0,1-1 0 0 0,0 0-1 0 0,0 0 1 0 0,0 0-1 0 0,0 0 1 0 0,-1-1-1 0 0,1 1 1 0 0,4-2 0 0 0,3-1 147 0 0,-1 0 1 0 0,1-1 0 0 0,-1 0 0 0 0,0-1-1 0 0,0 0 1 0 0,-1 0 0 0 0,1-1-1 0 0,-1 0 1 0 0,11-11 0 0 0,-15 14-177 0 0,-1-1 0 0 0,0 1 1 0 0,-1-1-1 0 0,1 1 0 0 0,-1-1 1 0 0,1 0-1 0 0,-1 0 0 0 0,0 0 0 0 0,0 0 1 0 0,2-9-1 0 0,-4 11-19 0 0,0-1 0 0 0,1 1 0 0 0,-1-1 0 0 0,0 0 0 0 0,0 1 1 0 0,-1-1-1 0 0,1 0 0 0 0,0 1 0 0 0,-1-1 0 0 0,0 0 0 0 0,1 1 0 0 0,-1-1 0 0 0,0 1 0 0 0,0-1 0 0 0,-1 1 0 0 0,1 0 1 0 0,0-1-1 0 0,-1 1 0 0 0,-2-3 0 0 0,0 2-41 0 0,1 0 0 0 0,-1 0 1 0 0,0 0-1 0 0,1 1 0 0 0,-1-1 0 0 0,0 1 1 0 0,-1 0-1 0 0,1 0 0 0 0,0 1 1 0 0,0-1-1 0 0,-1 1 0 0 0,1 0 0 0 0,-1 0 1 0 0,1 0-1 0 0,-1 1 0 0 0,0 0 0 0 0,1 0 1 0 0,-1 0-1 0 0,1 0 0 0 0,-1 1 1 0 0,-4 0-1 0 0,1 1-238 0 0,0-1 0 0 0,1 1 0 0 0,-1 0-1 0 0,1 0 1 0 0,0 1 0 0 0,-1 0 0 0 0,1 0 0 0 0,1 1 0 0 0,-1 0 0 0 0,0 0 0 0 0,-9 9 0 0 0,-3 14-2424 0 0,16-16-263 0 0,16-16-1529 0 0,-4-1 2616 0 0</inkml:trace>
  <inkml:trace contextRef="#ctx0" brushRef="#br0" timeOffset="1">181 150 2032 0 0,'41'-2'6959'0'0,"-36"2"-6730"0"0,0-1 0 0 0,1 0 1 0 0,-1 0-1 0 0,0-1 0 0 0,0 1 1 0 0,0-1-1 0 0,0 0 0 0 0,0-1 1 0 0,-1 1-1 0 0,1-1 0 0 0,-1 0 1 0 0,1 0-1 0 0,-1 0 0 0 0,5-5 1 0 0,29-28 1106 0 0,-25 23-828 0 0,0 0 0 0 0,0 1 0 0 0,2 1 0 0 0,26-17 0 0 0,-40 28-479 0 0,-1 0-1 0 0,1 0 1 0 0,-1 0-1 0 0,0 1 1 0 0,1-1-1 0 0,-1 0 1 0 0,1 0-1 0 0,-1 0 1 0 0,0 1-1 0 0,1-1 1 0 0,-1 0-1 0 0,1 0 1 0 0,-1 1-1 0 0,0-1 1 0 0,1 0-1 0 0,-1 1 1 0 0,0-1-1 0 0,1 0 1 0 0,-1 1-1 0 0,0-1 1 0 0,0 0-1 0 0,0 1 1 0 0,1-1-1 0 0,-1 1 1 0 0,0-1-1 0 0,0 0 1 0 0,0 1-1 0 0,0-1 1 0 0,0 1-1 0 0,1-1 1 0 0,-1 1-1 0 0,0-1 1 0 0,0 1-1 0 0,0-1 1 0 0,0 1-1 0 0,0-1 1 0 0,-1 0-1 0 0,1 1 1 0 0,0-1-1 0 0,0 1 1 0 0,0-1-1 0 0,0 1 1 0 0,0-1-1 0 0,-1 1 1 0 0,-1 29 207 0 0,1-26-178 0 0,-3 150-936 0 0,7-106-1960 0 0,10 57-1 0 0,-9-87 878 0 0,-2-13-420 0 0,-2-12-2296 0 0,1 2 2591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7.9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5033 0 0,'10'27'1366'0'0,"0"0"-1"0"0,-2 0 1 0 0,0 1 0 0 0,4 39-1 0 0,6 23-95 0 0,-9-57-1055 0 0,1 15-409 0 0,3-1 1 0 0,2-1-1 0 0,39 83 1 0 0,-44-116-1300 0 0,-9-23-1460 0 0,-8-24-1584 0 0,2 13 1716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8.3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5281 0 0,'-4'3'283'0'0,"1"-1"-1"0"0,-1 1 1 0 0,1 0 0 0 0,0 0-1 0 0,1 1 1 0 0,-1-1 0 0 0,-3 6-1 0 0,5-8-209 0 0,0 0 0 0 0,0 0-1 0 0,0 0 1 0 0,0 1 0 0 0,1-1 0 0 0,-1 0 0 0 0,0 0-1 0 0,1 1 1 0 0,-1-1 0 0 0,1 0 0 0 0,-1 1-1 0 0,1-1 1 0 0,0 0 0 0 0,-1 1 0 0 0,1-1-1 0 0,0 1 1 0 0,0-1 0 0 0,0 0 0 0 0,0 1-1 0 0,0-1 1 0 0,1 1 0 0 0,-1-1 0 0 0,0 0-1 0 0,1 1 1 0 0,0 1 0 0 0,0-2 38 0 0,1-1 1 0 0,-1 1-1 0 0,0-1 0 0 0,1 1 1 0 0,-1-1-1 0 0,1 1 1 0 0,-1-1-1 0 0,1 0 0 0 0,-1 0 1 0 0,1 0-1 0 0,0 0 0 0 0,-1 0 1 0 0,1 0-1 0 0,-1 0 0 0 0,1-1 1 0 0,-1 1-1 0 0,1 0 0 0 0,-1-1 1 0 0,1 1-1 0 0,1-2 1 0 0,38-16 1022 0 0,-28 13-749 0 0,45-16 420 0 0,-54 20-735 0 0,0-1 0 0 0,1 1 0 0 0,-1 1 0 0 0,0-1 0 0 0,1 0 0 0 0,-1 1 0 0 0,1 0 0 0 0,-1 0 0 0 0,1 0 0 0 0,-1 1 0 0 0,8 1 0 0 0,-11-1-48 0 0,-1-1 0 0 0,1 1 0 0 0,-1 0 1 0 0,0-1-1 0 0,1 1 0 0 0,-1 0 0 0 0,0-1 1 0 0,1 1-1 0 0,-1 0 0 0 0,0-1 0 0 0,1 1 1 0 0,-1 0-1 0 0,0 0 0 0 0,0-1 1 0 0,0 1-1 0 0,0 0 0 0 0,0 0 0 0 0,0-1 1 0 0,0 1-1 0 0,0 0 0 0 0,0 0 0 0 0,0-1 1 0 0,0 1-1 0 0,-1 0 0 0 0,1 0 1 0 0,0-1-1 0 0,0 1 0 0 0,-1 0 0 0 0,1-1 1 0 0,-1 1-1 0 0,1 0 0 0 0,0-1 0 0 0,-1 1 1 0 0,1 0-1 0 0,-1-1 0 0 0,0 1 0 0 0,1-1 1 0 0,-1 1-1 0 0,0 0 0 0 0,-23 25 4 0 0,-39 26-532 0 0,-20 19-730 0 0,83-71 1233 0 0,-1 0 0 0 0,1 0 0 0 0,0 0 0 0 0,0 0 1 0 0,0 0-1 0 0,0 0 0 0 0,-1 0 0 0 0,1 0 0 0 0,0 1 0 0 0,0-1 0 0 0,0 0 0 0 0,0 0 0 0 0,0 0 1 0 0,-1 0-1 0 0,1 0 0 0 0,0 1 0 0 0,0-1 0 0 0,0 0 0 0 0,0 0 0 0 0,0 0 0 0 0,0 0 0 0 0,0 1 1 0 0,0-1-1 0 0,0 0 0 0 0,0 0 0 0 0,0 0 0 0 0,0 1 0 0 0,0-1 0 0 0,-1 0 0 0 0,2 0 0 0 0,-1 0 1 0 0,0 1-1 0 0,0-1 0 0 0,0 0 0 0 0,0 0 0 0 0,0 0 0 0 0,0 1 0 0 0,0-1 0 0 0,0 0 0 0 0,0 0 1 0 0,0 0-1 0 0,0 1 0 0 0,0-1 0 0 0,0 0 0 0 0,1 0 0 0 0,-1 0 0 0 0,0 0 0 0 0,0 0 0 0 0,0 1 1 0 0,0-1-1 0 0,0 0 0 0 0,1 0 0 0 0,-1 0 0 0 0,16 1 108 0 0,18-5 225 0 0,4-6-15 0 0,0-1 0 0 0,-1-2 0 0 0,63-32 0 0 0,-94 42 222 0 0,13-7-5922 0 0,-19 10 5262 0 0,1 0 0 0 0,-1 0 0 0 0,0 0 0 0 0,0 0 0 0 0,0-1 0 0 0,1 1 0 0 0,-1 0 0 0 0,0 0 0 0 0,0 0 0 0 0,0-1 1 0 0,0 1-1 0 0,1 0 0 0 0,-1 0 0 0 0,0-1 0 0 0,0 1 0 0 0,0 0 0 0 0,0 0 0 0 0,0-1 0 0 0,0 1 0 0 0,0 0 0 0 0,0 0 0 0 0,0-1 1 0 0,0 1-1 0 0,0 0 0 0 0,0-1 0 0 0,0 1 0 0 0,0 0 0 0 0,0 0 0 0 0,0-1 0 0 0,0 1 0 0 0,0 0 0 0 0,0 0 0 0 0,0-1 1 0 0,0 1-1 0 0,0 0 0 0 0,-1 0 0 0 0,1-1 0 0 0,0 1 0 0 0,0 0 0 0 0,0 0 0 0 0,0-1 0 0 0,-1 1 0 0 0,1 0 0 0 0,0 0 0 0 0,0 0 1 0 0,0 0-1 0 0,-1-1 0 0 0,1 1 0 0 0,0 0 0 0 0,0 0 0 0 0,-1 0 0 0 0,1 0 0 0 0,0 0 0 0 0,0 0 0 0 0,-1 0 0 0 0,1 0 0 0 0,0 0 1 0 0,0 0-1 0 0,-1 0 0 0 0,1 0 0 0 0,0 0 0 0 0,-1 0 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8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4 103 2745 0 0,'-1'1'245'0'0,"0"1"1"0"0,1-1 0 0 0,0 1 0 0 0,-1-1-1 0 0,1 0 1 0 0,0 1 0 0 0,-1-1 0 0 0,1 1 0 0 0,0-1-1 0 0,0 1 1 0 0,0-1 0 0 0,0 1 0 0 0,1-1-1 0 0,-1 0 1 0 0,0 1 0 0 0,1-1 0 0 0,-1 1 0 0 0,1-1-1 0 0,-1 0 1 0 0,1 1 0 0 0,-1-1 0 0 0,1 0-1 0 0,0 1 1 0 0,2 1 0 0 0,-1-1-71 0 0,0-1 0 0 0,0 0 1 0 0,0 1-1 0 0,0-1 0 0 0,1 0 0 0 0,-1 0 1 0 0,0 0-1 0 0,1 0 0 0 0,-1 0 0 0 0,1-1 0 0 0,-1 1 1 0 0,1-1-1 0 0,2 0 0 0 0,4 1 6 0 0,0-1-1 0 0,0 0 0 0 0,0-1 1 0 0,0 0-1 0 0,-1 0 1 0 0,18-6-1 0 0,-15 3-286 0 0,0-2 0 0 0,0 1 0 0 0,-1-1 0 0 0,0-1 0 0 0,0 0-1 0 0,-1 0 1 0 0,0-1 0 0 0,0 0 0 0 0,-1-1 0 0 0,0 1 0 0 0,0-2-1 0 0,-1 1 1 0 0,0-1 0 0 0,9-19 0 0 0,-15 29 40 0 0,-1 0 0 0 0,0 0 0 0 0,0-1 1 0 0,0 1-1 0 0,0 0 0 0 0,0 0 0 0 0,0-1 0 0 0,0 1 0 0 0,0 0 1 0 0,1-1-1 0 0,-1 1 0 0 0,0 0 0 0 0,0 0 0 0 0,0-1 0 0 0,0 1 0 0 0,0 0 1 0 0,0-1-1 0 0,-1 1 0 0 0,1 0 0 0 0,0-1 0 0 0,0 1 0 0 0,0 0 0 0 0,0 0 1 0 0,0-1-1 0 0,0 1 0 0 0,0 0 0 0 0,-1 0 0 0 0,1-1 0 0 0,0 1 0 0 0,0 0 1 0 0,0 0-1 0 0,-1 0 0 0 0,1-1 0 0 0,0 1 0 0 0,0 0 0 0 0,-1 0 1 0 0,1 0-1 0 0,0-1 0 0 0,0 1 0 0 0,-1 0 0 0 0,1 0 0 0 0,0 0 0 0 0,-1 0 1 0 0,-18 1-2602 0 0,-17 10-900 0 0,21-4 2454 0 0,1 3 352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9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1 432 0 0,'-3'1'212'0'0,"1"1"1"0"0,0-1-1 0 0,-1 1 0 0 0,1 0 1 0 0,0 0-1 0 0,0 0 0 0 0,0 0 1 0 0,1 0-1 0 0,-1 1 0 0 0,1-1 1 0 0,-1 0-1 0 0,1 1 0 0 0,-1-1 1 0 0,1 1-1 0 0,0-1 0 0 0,0 1 1 0 0,1 0-1 0 0,-1-1 0 0 0,0 1 1 0 0,1 0-1 0 0,0 0 0 0 0,-1 0 1 0 0,1-1-1 0 0,0 1 0 0 0,1 0 1 0 0,0 5-1 0 0,0-6-45 0 0,0 0-1 0 0,0 0 1 0 0,0 0-1 0 0,1 0 1 0 0,-1 0-1 0 0,1 0 1 0 0,-1 0-1 0 0,1-1 1 0 0,0 1-1 0 0,0 0 1 0 0,0-1-1 0 0,0 0 1 0 0,0 1-1 0 0,0-1 1 0 0,0 0-1 0 0,0 0 1 0 0,0 0-1 0 0,0 0 1 0 0,1 0-1 0 0,-1-1 1 0 0,0 1-1 0 0,1-1 1 0 0,-1 1-1 0 0,1-1 1 0 0,-1 0-1 0 0,0 0 1 0 0,1 0-1 0 0,-1 0 1 0 0,1-1-1 0 0,-1 1 1 0 0,5-2-1 0 0,10-2 535 0 0,1 0 0 0 0,25-11 0 0 0,13-3 317 0 0,-55 18-1003 0 0,-1 0 0 0 0,0 0 0 0 0,0 0 0 0 0,1 0 0 0 0,-1 0 0 0 0,0-1 0 0 0,0 1 1 0 0,1 0-1 0 0,-1 0 0 0 0,0 0 0 0 0,0 0 0 0 0,1 0 0 0 0,-1 0 0 0 0,0 0 0 0 0,0 0 0 0 0,1 0 0 0 0,-1 0 0 0 0,0 0 1 0 0,0 0-1 0 0,1 0 0 0 0,-1 0 0 0 0,0 0 0 0 0,0 0 0 0 0,1 1 0 0 0,-1-1 0 0 0,0 0 0 0 0,0 0 0 0 0,0 0 1 0 0,1 0-1 0 0,-1 0 0 0 0,0 1 0 0 0,0-1 0 0 0,0 0 0 0 0,1 0 0 0 0,-1 0 0 0 0,0 1 0 0 0,0-1 0 0 0,0 0 0 0 0,0 0 1 0 0,0 0-1 0 0,1 1 0 0 0,-1-1 0 0 0,0 0 0 0 0,0 0 0 0 0,0 1 0 0 0,0-1 0 0 0,0 0 0 0 0,0 1 0 0 0,-6 16 367 0 0,-17 17-115 0 0,10-17-237 0 0,0-2-57 0 0,1 0 0 0 0,0 1 0 0 0,1 1 0 0 0,1 0 0 0 0,1 0 0 0 0,0 1-1 0 0,-7 20 1 0 0,16-37 37 0 0,0 0-1 0 0,-1 0 1 0 0,1 0-1 0 0,0 0 1 0 0,0 1-1 0 0,0-1 1 0 0,0 0-1 0 0,0 0 1 0 0,0 0-1 0 0,0 0 0 0 0,0 0 1 0 0,0 0-1 0 0,0 0 1 0 0,1 0-1 0 0,-1 0 1 0 0,0 0-1 0 0,1 0 1 0 0,-1 0-1 0 0,1 0 1 0 0,-1 0-1 0 0,1 0 1 0 0,-1 0-1 0 0,1 0 1 0 0,0 0-1 0 0,-1 0 0 0 0,1 0 1 0 0,0-1-1 0 0,0 1 1 0 0,1 1-1 0 0,1-1 18 0 0,0 0-1 0 0,0 0 1 0 0,0 0 0 0 0,0 0-1 0 0,0-1 1 0 0,0 1-1 0 0,0-1 1 0 0,0 0-1 0 0,0 0 1 0 0,5 0-1 0 0,10-2 82 0 0,-1-1-1 0 0,30-9 0 0 0,-45 11-107 0 0,12-3-70 0 0,1-1 0 0 0,0-1 0 0 0,-1 0 1 0 0,0-1-1 0 0,-1-1 0 0 0,23-15 0 0 0,-4-8-2636 0 0,-5-5-3325 0 0,-20 26 1353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09.8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55 3441 0 0,'157'-39'5853'0'0,"-71"23"-4379"0"0,-143 51-459 0 0,-11-14-1063 0 0,50-17 31 0 0,1 1 1 0 0,0 1 0 0 0,-21 10-1 0 0,36-14 29 0 0,0-1-1 0 0,0 1 1 0 0,0 0 0 0 0,0 0-1 0 0,0 0 1 0 0,1 0-1 0 0,-1 0 1 0 0,0 0 0 0 0,1 0-1 0 0,0 1 1 0 0,0-1-1 0 0,-1 0 1 0 0,1 1 0 0 0,0-1-1 0 0,1 1 1 0 0,-1-1-1 0 0,0 1 1 0 0,1-1 0 0 0,0 1-1 0 0,-1 0 1 0 0,1-1 0 0 0,0 4-1 0 0,7 67 421 0 0,-3-45-329 0 0,-3-11-35 0 0,12 84 151 0 0,-11-90-193 0 0,1 0 0 0 0,0 0 0 0 0,0 0 0 0 0,1-1 0 0 0,0 0 0 0 0,11 18 0 0 0,-13-25-8 0 0,0-1-1 0 0,0 0 1 0 0,0 0 0 0 0,0 0-1 0 0,1 0 1 0 0,-1 0 0 0 0,1-1-1 0 0,-1 1 1 0 0,1-1-1 0 0,-1 1 1 0 0,1-1 0 0 0,0 0-1 0 0,0 0 1 0 0,0 0 0 0 0,0-1-1 0 0,0 1 1 0 0,-1-1 0 0 0,1 1-1 0 0,0-1 1 0 0,0 0-1 0 0,0 0 1 0 0,0 0 0 0 0,0-1-1 0 0,3 0 1 0 0,11-2 133 0 0,-1 0 0 0 0,1-2 0 0 0,17-7 0 0 0,-10 4 114 0 0,4-4-262 0 0,14-3 473 0 0,-40 14-742 0 0,0 1 0 0 0,0 0 0 0 0,0 0 0 0 0,0 0 0 0 0,0 0 0 0 0,-1 0 0 0 0,1 1 0 0 0,0-1 0 0 0,0 0 0 0 0,0 1 0 0 0,0 0 0 0 0,0-1 0 0 0,-1 1-1 0 0,1 0 1 0 0,0 0 0 0 0,-1 0 0 0 0,1 0 0 0 0,0 0 0 0 0,-1 0 0 0 0,3 3 0 0 0,-9-9-4117 0 0,-1 0 2986 0 0,0 0-1157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0.2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94 3497 0 0,'4'6'6484'0'0,"-3"-5"-6330"0"0,0 0 0 0 0,0 0 0 0 0,1 0 0 0 0,-1 0 0 0 0,1-1 1 0 0,-1 1-1 0 0,0 0 0 0 0,1-1 0 0 0,0 1 0 0 0,-1-1 0 0 0,1 1 0 0 0,-1-1 0 0 0,1 0 0 0 0,-1 0 1 0 0,3 0-1 0 0,64-12 1231 0 0,20-2-1810 0 0,-82 14 77 0 0,-1-1-1 0 0,0 1 1 0 0,1-1 0 0 0,-1 1 0 0 0,0-2-1 0 0,0 1 1 0 0,1 0 0 0 0,-1-1 0 0 0,7-4-1 0 0,-10 5 27 0 0,0-1 1 0 0,0 0-1 0 0,0 1 0 0 0,0-1 0 0 0,-1 0 1 0 0,1 0-1 0 0,-1 0 0 0 0,0 0 0 0 0,0-1 0 0 0,1 1 1 0 0,-1 0-1 0 0,0 0 0 0 0,-1-1 0 0 0,1 1 0 0 0,0-1 1 0 0,-1 1-1 0 0,1 0 0 0 0,-1-1 0 0 0,0 1 1 0 0,0-1-1 0 0,0 1 0 0 0,0-4 0 0 0,0-9-1689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0.6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1168 0 0,'11'46'5439'0'0,"0"-6"-3512"0"0,-3 42 639 0 0,-5-39-2059 0 0,1 0 0 0 0,3 0 0 0 0,18 66 0 0 0,-24-107-522 0 0,0 1-1 0 0,0-1 1 0 0,0 0-1 0 0,0 0 1 0 0,0 0-1 0 0,0 0 1 0 0,0 0-1 0 0,1 0 1 0 0,-1 0-1 0 0,1 0 1 0 0,-1 0 0 0 0,1-1-1 0 0,0 1 1 0 0,0-1-1 0 0,2 2 1 0 0,-4-3-15 0 0,0 0-1 0 0,1 1 1 0 0,-1-1 0 0 0,1 0 0 0 0,-1 0 0 0 0,0 0 0 0 0,1 0 0 0 0,-1 0 0 0 0,0 0 0 0 0,1 0-1 0 0,-1 0 1 0 0,1 0 0 0 0,-1 0 0 0 0,0 0 0 0 0,1 0 0 0 0,-1-1 0 0 0,0 1 0 0 0,1 0 0 0 0,-1 0-1 0 0,1 0 1 0 0,-1 0 0 0 0,0-1 0 0 0,1 1 0 0 0,-1 0 0 0 0,0 0 0 0 0,0-1 0 0 0,1 1 0 0 0,-1 0-1 0 0,0 0 1 0 0,0-1 0 0 0,1 1 0 0 0,5-24-1326 0 0,-6 7 1128 0 0,-1 0-1 0 0,-1 0 1 0 0,0 1 0 0 0,-2-1-1 0 0,0 1 1 0 0,0 0 0 0 0,-2 0-1 0 0,0 0 1 0 0,-11-20 0 0 0,19 38 516 0 0,0 0-1 0 0,1 0 1 0 0,-1 0 0 0 0,0-1 0 0 0,0 1 0 0 0,1-1 0 0 0,-1 1-1 0 0,1-1 1 0 0,-1 0 0 0 0,1 0 0 0 0,0 0 0 0 0,-1 0-1 0 0,1 0 1 0 0,0-1 0 0 0,0 1 0 0 0,4-1 0 0 0,60 6 97 0 0,-51-5-161 0 0,-15-1-215 0 0,8 0-271 0 0,-1 1 0 0 0,1-1 0 0 0,0 0 0 0 0,-1-1-1 0 0,10-2 1 0 0,-16 3 50 0 0,-1 0 1 0 0,1-1-1 0 0,0 1 0 0 0,-1-1 0 0 0,1 0 0 0 0,0 0 0 0 0,-1 1 0 0 0,1-1 0 0 0,-1 0 0 0 0,1 0 1 0 0,-1 0-1 0 0,0 0 0 0 0,1-1 0 0 0,-1 1 0 0 0,0 0 0 0 0,0-1 0 0 0,0 1 0 0 0,0-1 0 0 0,0 1 1 0 0,0-1-1 0 0,0 1 0 0 0,0-1 0 0 0,-1 1 0 0 0,1-1 0 0 0,0 0 0 0 0,-1 1 0 0 0,0-1 0 0 0,1 0 0 0 0,-1 0 1 0 0,0 0-1 0 0,0-2 0 0 0,0-24-3489 0 0,-1 14 2086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1.0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 3025 0 0,'42'5'5257'0'0,"-35"-3"-4710"0"0,1-1 0 0 0,-1 0-1 0 0,1-1 1 0 0,-1 0 0 0 0,1 0 0 0 0,8-1-1 0 0,25-9 973 0 0,-35 8-1290 0 0,0 0 0 0 0,0 1 1 0 0,0 0-1 0 0,1 0 1 0 0,-1 0-1 0 0,10 0 1 0 0,-13 2-149 0 0,0-1 0 0 0,1 1 0 0 0,-1 0 0 0 0,0 0 1 0 0,0 1-1 0 0,0-1 0 0 0,1 1 0 0 0,-1-1 0 0 0,-1 1 1 0 0,1 0-1 0 0,0 0 0 0 0,0 0 0 0 0,-1 0 0 0 0,1 1 1 0 0,3 4-1 0 0,1 0-114 0 0,-1 0 1 0 0,0 1-1 0 0,-1 0 1 0 0,0 0-1 0 0,0 0 1 0 0,-1 0 0 0 0,1 1-1 0 0,-2 0 1 0 0,6 17-1 0 0,-6-11-1031 0 0,-1-1-1 0 0,-1 0 1 0 0,0 20 0 0 0,2 33-7453 0 0,-1-63 7141 0 0,4 3-306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1.4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0 3225 0 0,'41'92'7543'0'0,"-32"-67"-7273"0"0,-1 0 0 0 0,-2 1 1 0 0,7 45-1 0 0,-13-71-383 0 0,0 1 0 0 0,1-1 1 0 0,-1 1-1 0 0,0 0 0 0 0,0-1 0 0 0,0 1 0 0 0,0-1 0 0 0,0 1 0 0 0,0 0 1 0 0,-1-1-1 0 0,1 1 0 0 0,0-1 0 0 0,0 1 0 0 0,0-1 0 0 0,0 1 0 0 0,-1 0 0 0 0,1-1 1 0 0,0 1-1 0 0,-1-1 0 0 0,1 1 0 0 0,0-1 0 0 0,-1 1 0 0 0,1-1 0 0 0,-1 1 1 0 0,1-1-1 0 0,0 0 0 0 0,-1 1 0 0 0,1-1 0 0 0,-2 1 0 0 0,-19-1-2739 0 0,-31-21-854 0 0,42 17 3169 0 0,2 1 386 0 0,1 1 1 0 0,-1 1-1 0 0,0 0 0 0 0,0 0 0 0 0,0 0 0 0 0,0 1 0 0 0,-14 1 0 0 0,19 0 372 0 0,-1-1 0 0 0,1 1 1 0 0,0 0-1 0 0,-1-1 0 0 0,1 1 0 0 0,0 1 0 0 0,0-1 1 0 0,0 1-1 0 0,-5 2 0 0 0,7-3 8 0 0,0-1 1 0 0,0 1-1 0 0,0 0 1 0 0,0 0-1 0 0,1 0 0 0 0,-1 0 1 0 0,0 0-1 0 0,0 0 1 0 0,0 1-1 0 0,1-1 0 0 0,-1 0 1 0 0,1 0-1 0 0,-1 0 1 0 0,1 1-1 0 0,0-1 1 0 0,-1 0-1 0 0,1 1 0 0 0,0-1 1 0 0,0 0-1 0 0,0 0 1 0 0,0 1-1 0 0,0-1 1 0 0,0 0-1 0 0,0 2 0 0 0,1-2-79 0 0,-1 0 0 0 0,1 0 0 0 0,-1 0 0 0 0,1 0 0 0 0,-1 0-1 0 0,1 0 1 0 0,0-1 0 0 0,-1 1 0 0 0,1 0 0 0 0,0-1 0 0 0,0 1-1 0 0,0 0 1 0 0,0-1 0 0 0,0 1 0 0 0,-1-1 0 0 0,1 1 0 0 0,0-1-1 0 0,0 1 1 0 0,0-1 0 0 0,0 0 0 0 0,0 0 0 0 0,0 1 0 0 0,0-1-1 0 0,1 0 1 0 0,-1 0 0 0 0,0 0 0 0 0,0 0 0 0 0,0 0 0 0 0,0 0-1 0 0,0-1 1 0 0,1 1 0 0 0,42-7 1793 0 0,-36 5-1243 0 0,295-36 4899 0 0,-292 36-5501 0 0,0 0 0 0 0,0-1 0 0 0,-1 0 0 0 0,20-9 1 0 0,2-11-994 0 0,-30 21 568 0 0,0 0-1 0 0,-1 0 1 0 0,1 0-1 0 0,-1 0 0 0 0,1 0 1 0 0,-1-1-1 0 0,0 1 0 0 0,0 0 1 0 0,0-1-1 0 0,0 1 0 0 0,-1-1 1 0 0,1-2-1 0 0,-1 2-569 0 0,0 0 0 0 0,0 1 0 0 0,-1-1 0 0 0,0 1 0 0 0,1-1 0 0 0,-1 1-1 0 0,0-1 1 0 0,0 1 0 0 0,0-1 0 0 0,-1 1 0 0 0,-2-4 0 0 0,0-2-1557 0 0,0-1-337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1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2793 0 0,'3'-11'4019'0'0,"6"20"-1832"0"0,4 19-497 0 0,6 74 288 0 0,-17-82-1980 0 0,1 1 1 0 0,1-1-1 0 0,1 1 1 0 0,1-1-1 0 0,0-1 1 0 0,16 33-1 0 0,-22-51-97 0 0,0 0 1 0 0,1 0-1 0 0,-1 0 1 0 0,0 0-1 0 0,1 0 0 0 0,-1 0 1 0 0,1 0-1 0 0,0 0 1 0 0,-1 0-1 0 0,1 0 0 0 0,0 0 1 0 0,-1 0-1 0 0,1-1 0 0 0,0 1 1 0 0,0 0-1 0 0,0-1 1 0 0,0 1-1 0 0,0 0 0 0 0,0-1 1 0 0,0 1-1 0 0,0-1 1 0 0,0 1-1 0 0,0-1 0 0 0,0 0 1 0 0,0 1-1 0 0,0-1 1 0 0,0 0-1 0 0,0 0 0 0 0,0 0 1 0 0,0 0-1 0 0,0 0 0 0 0,3 0 1 0 0,-3-2-341 0 0,1 1 0 0 0,0-1 0 0 0,-1 0 0 0 0,1 1 1 0 0,-1-1-1 0 0,1 0 0 0 0,-1 0 0 0 0,0 0 0 0 0,0 0 0 0 0,0 0 1 0 0,0 0-1 0 0,0-1 0 0 0,1-3 0 0 0,3-4-2027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2.5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 1 2208 0 0,'4'0'381'0'0,"0"0"-1"0"0,0 0 1 0 0,0 1-1 0 0,0 0 0 0 0,0 0 1 0 0,0 0-1 0 0,0 1 1 0 0,0-1-1 0 0,0 1 0 0 0,0 0 1 0 0,0 0-1 0 0,-1 0 1 0 0,1 0-1 0 0,-1 1 0 0 0,4 3 1 0 0,-1 0 62 0 0,0 0 0 0 0,-1 1 0 0 0,0-1 0 0 0,0 1 0 0 0,-1 0 0 0 0,0 0 0 0 0,5 12 0 0 0,-3-6-118 0 0,-1 1 0 0 0,-1-1 0 0 0,-1 1-1 0 0,0 0 1 0 0,0 0 0 0 0,-1 0 0 0 0,-1 0 0 0 0,-1 28 0 0 0,-1-37-253 0 0,0 0 0 0 0,-1-1 0 0 0,1 1 0 0 0,-1 0 0 0 0,0-1-1 0 0,0 0 1 0 0,0 1 0 0 0,-1-1 0 0 0,1 0 0 0 0,-1 0 0 0 0,0 0 0 0 0,0 0 0 0 0,-7 6-1 0 0,3-4-188 0 0,0-1 0 0 0,0 1 0 0 0,-1-1 0 0 0,1-1 0 0 0,-1 1 0 0 0,0-1 0 0 0,-15 5 0 0 0,16-7-31 0 0,-1 0-1 0 0,1 0 1 0 0,0-1 0 0 0,0 1 0 0 0,0-2 0 0 0,-1 1-1 0 0,1-1 1 0 0,0 0 0 0 0,-12-2 0 0 0,15 1 113 0 0,0 0 0 0 0,0 0 0 0 0,0 0 0 0 0,0-1 0 0 0,1 1 0 0 0,-1-1 0 0 0,0 0 0 0 0,1 0 0 0 0,0 0 0 0 0,-1-1 0 0 0,1 1 0 0 0,0-1 0 0 0,0 1 0 0 0,0-1 0 0 0,1 0 0 0 0,-1 0 0 0 0,-3-6 0 0 0,6 8 42 0 0,-1 0 0 0 0,1 0 1 0 0,0 0-1 0 0,0 0 0 0 0,0 1 0 0 0,0-1 0 0 0,0 0 0 0 0,0 0 0 0 0,0 0 0 0 0,0 0 0 0 0,0 0 0 0 0,1 1 0 0 0,-1-1 0 0 0,0 0 0 0 0,0 0 0 0 0,1 0 0 0 0,-1 1 0 0 0,0-1 0 0 0,1 0 0 0 0,-1 0 0 0 0,1 1 0 0 0,-1-1 1 0 0,1 0-1 0 0,-1 1 0 0 0,1-1 0 0 0,0 0 0 0 0,-1 1 0 0 0,1-1 0 0 0,0 1 0 0 0,0-1 0 0 0,-1 1 0 0 0,1 0 0 0 0,0-1 0 0 0,0 1 0 0 0,-1 0 0 0 0,1-1 0 0 0,0 1 0 0 0,0 0 0 0 0,1 0 0 0 0,45-15 622 0 0,-35 12-345 0 0,22-9 959 0 0,49-22-1 0 0,-61 89-921 0 0,-17-30-473 0 0,-1 0 0 0 0,0 0-1 0 0,-2 0 1 0 0,-2 1 0 0 0,0-1-1 0 0,-1 0 1 0 0,-1 1 0 0 0,-7 25-1 0 0,9-50-18 0 0,0 0 0 0 0,0 1 0 0 0,-1-1 0 0 0,1 1-1 0 0,0-1 1 0 0,-1 0 0 0 0,1 1 0 0 0,-1-1 0 0 0,0 0 0 0 0,1 0 0 0 0,-1 0-1 0 0,0 1 1 0 0,0-1 0 0 0,1 0 0 0 0,-1 0 0 0 0,0 0 0 0 0,0 0-1 0 0,0 0 1 0 0,-1 0 0 0 0,1 0 0 0 0,0-1 0 0 0,0 1 0 0 0,0 0-1 0 0,-1-1 1 0 0,1 1 0 0 0,0-1 0 0 0,-1 1 0 0 0,1-1 0 0 0,0 1 0 0 0,-1-1-1 0 0,-1 0 1 0 0,-2 0-674 0 0,0-1 0 0 0,0 0 0 0 0,0 0-1 0 0,0-1 1 0 0,0 1 0 0 0,1-1 0 0 0,-7-3-1 0 0,-27-8-1711 0 0,27 14 2010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2.9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10 109 1984 0 0,'-1'1'184'0'0,"1"-1"0"0"0,-1 1-1 0 0,1-1 1 0 0,-1 1-1 0 0,0-1 1 0 0,1 1-1 0 0,-1-1 1 0 0,1 1 0 0 0,-1-1-1 0 0,1 1 1 0 0,-1 0-1 0 0,1-1 1 0 0,0 1-1 0 0,-1 0 1 0 0,1 0-1 0 0,0-1 1 0 0,0 1 0 0 0,-1 0-1 0 0,1 0 1 0 0,0-1-1 0 0,0 1 1 0 0,0 0-1 0 0,0 0 1 0 0,0 1 0 0 0,16 3 3355 0 0,34-12-139 0 0,-45 5-3379 0 0,102-21 2226 0 0,105-38 0 0 0,-174 39-2222 0 0,-13 5-4398 0 0,-23 31-6950 0 0,-2-4 9174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3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2633 0 0,'2'101'8251'0'0,"-1"-80"-8104"0"0,1 0 0 0 0,1 0 1 0 0,1-1-1 0 0,1 1 0 0 0,8 24 1 0 0,-8-35-2128 0 0,-1-11 383 0 0,-1-19-701 0 0,-4-30-494 0 0,-9 10 546 0 0,5 20 1399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3.7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77 1120 0 0,'-6'0'1919'0'0,"12"7"-679"0"0,17 6 860 0 0,-16-11-1756 0 0,0-2 0 0 0,-1 1 1 0 0,1-1-1 0 0,0 0 0 0 0,0 0 0 0 0,0-1 1 0 0,0 0-1 0 0,0 0 0 0 0,12-4 1 0 0,64-26 1429 0 0,-61 22-1097 0 0,16-8 79 0 0,-28 11-534 0 0,0 1 0 0 0,1 0 0 0 0,0 1 0 0 0,0 0 1 0 0,0 1-1 0 0,0 0 0 0 0,15-2 0 0 0,-24 6-185 0 0,0-1 0 0 0,-1 0 0 0 0,1 1 0 0 0,-1-1 0 0 0,1 1 0 0 0,-1 0 0 0 0,1 0 0 0 0,-1-1 0 0 0,0 1 0 0 0,1 0 0 0 0,-1 0 0 0 0,0 0 0 0 0,0 1 0 0 0,0-1 0 0 0,1 0 0 0 0,-1 0 0 0 0,0 1 0 0 0,-1-1 1 0 0,1 0-1 0 0,0 1 0 0 0,0-1 0 0 0,-1 1 0 0 0,1-1 0 0 0,0 1 0 0 0,0 2 0 0 0,12 50 218 0 0,-9-36-265 0 0,-3-11-334 0 0,1 0 0 0 0,-1 0 1 0 0,-1 0-1 0 0,1 0 0 0 0,-2 12 0 0 0,1-18 122 0 0,0 0 0 0 0,0 1 0 0 0,0-1 0 0 0,0 0 0 0 0,0 0 0 0 0,-1 0 0 0 0,1 0-1 0 0,0 1 1 0 0,0-1 0 0 0,-1 0 0 0 0,1 0 0 0 0,-1 0 0 0 0,1 0 0 0 0,-1 0 0 0 0,0 0 0 0 0,1 0 0 0 0,-1 0 0 0 0,0 0 0 0 0,0 0 0 0 0,0 0 0 0 0,0 0 0 0 0,1-1 0 0 0,-1 1-1 0 0,0 0 1 0 0,0-1 0 0 0,0 1 0 0 0,-1 0 0 0 0,1-1 0 0 0,0 0 0 0 0,0 1 0 0 0,0-1 0 0 0,0 1 0 0 0,0-1 0 0 0,-1 0 0 0 0,1 0 0 0 0,0 0 0 0 0,0 0 0 0 0,0 0 0 0 0,-1 0-1 0 0,-1 0 1 0 0,-4 0-1498 0 0,10 13-430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14.1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7 185 2361 0 0,'-1'2'259'0'0,"0"-1"1"0"0,0 1 0 0 0,0 0-1 0 0,1 0 1 0 0,-1 0 0 0 0,1 0-1 0 0,-1 0 1 0 0,1 0 0 0 0,0 0 0 0 0,0 0-1 0 0,-1-1 1 0 0,1 1 0 0 0,1 0-1 0 0,-1 0 1 0 0,0 0 0 0 0,0 0 0 0 0,1 0-1 0 0,-1 0 1 0 0,1 0 0 0 0,1 2-1 0 0,-1-3-86 0 0,0 0-1 0 0,0 0 1 0 0,0-1-1 0 0,1 1 0 0 0,-1 0 1 0 0,0-1-1 0 0,1 1 1 0 0,-1-1-1 0 0,1 1 1 0 0,-1-1-1 0 0,0 1 0 0 0,1-1 1 0 0,-1 0-1 0 0,1 0 1 0 0,-1 0-1 0 0,1 0 1 0 0,-1 0-1 0 0,1 0 0 0 0,-1 0 1 0 0,1-1-1 0 0,-1 1 1 0 0,1 0-1 0 0,-1-1 0 0 0,1 1 1 0 0,1-2-1 0 0,63-21 1129 0 0,-1-2 1 0 0,107-60-1 0 0,-169 83-1392 0 0,0 1 0 0 0,-1-1 0 0 0,1 1 0 0 0,-1-1 0 0 0,1 0 0 0 0,-1 0 0 0 0,0 0 0 0 0,0 0 0 0 0,0 0 0 0 0,0-1 0 0 0,0 1 0 0 0,-1-1 0 0 0,3-3 0 0 0,-3 3-613 0 0,-1 0 0 0 0,1-1 0 0 0,0 1-1 0 0,-1 0 1 0 0,0 0 0 0 0,0-1 0 0 0,0 1 0 0 0,0 0-1 0 0,-1 0 1 0 0,1 0 0 0 0,-1-1 0 0 0,0 1-1 0 0,1 0 1 0 0,-2 0 0 0 0,1 0 0 0 0,0 0-1 0 0,-2-3 1 0 0,1 0-1315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2.9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133 69 4697 0 0,'0'-1'458'0'0,"0"0"1"0"0,1-1-1 0 0,-1 1 0 0 0,0 0 1 0 0,0-1-1 0 0,0 1 0 0 0,0 0 1 0 0,0-1-1 0 0,-1 1 0 0 0,1 0 1 0 0,0-1-1 0 0,-1 1 0 0 0,1 0 1 0 0,-1 0-1 0 0,1-1 0 0 0,-1 1 1 0 0,1 0-1 0 0,-1 0 0 0 0,0 0 1 0 0,1 0-1 0 0,-1 0 0 0 0,0 0 1 0 0,0 0-1 0 0,0 0 0 0 0,0 0 1 0 0,0 0-1 0 0,0 0 0 0 0,-2 0 1 0 0,1 1-302 0 0,0 0 0 0 0,0 0 0 0 0,1 1 0 0 0,-1-1 1 0 0,0 1-1 0 0,0-1 0 0 0,1 1 0 0 0,-1 0 0 0 0,0 0 1 0 0,1 0-1 0 0,-1 0 0 0 0,0 0 0 0 0,1 0 0 0 0,-1 0 1 0 0,1 0-1 0 0,0 1 0 0 0,-1-1 0 0 0,1 1 0 0 0,0-1 1 0 0,-1 3-1 0 0,-11 12-181 0 0,2 0 0 0 0,0 1 0 0 0,1 0 1 0 0,1 0-1 0 0,1 1 0 0 0,0 1 0 0 0,-5 22 0 0 0,13-41 4 0 0,0 0 0 0 0,0 0 1 0 0,0 0-1 0 0,0 0 0 0 0,0 0 0 0 0,0 0 0 0 0,0 0 0 0 0,1 0 0 0 0,-1 0 1 0 0,0 0-1 0 0,0 0 0 0 0,0 0 0 0 0,0 0 0 0 0,0 0 0 0 0,0 0 0 0 0,1 0 0 0 0,-1 0 1 0 0,0 0-1 0 0,0 0 0 0 0,0 0 0 0 0,0 0 0 0 0,0 0 0 0 0,0 0 0 0 0,0 0 1 0 0,1 0-1 0 0,-1 0 0 0 0,0 0 0 0 0,0 0 0 0 0,0 0 0 0 0,0 0 0 0 0,0 1 0 0 0,0-1 1 0 0,0 0-1 0 0,0 0 0 0 0,0 0 0 0 0,0 0 0 0 0,1 0 0 0 0,-1 0 0 0 0,0 0 1 0 0,0 0-1 0 0,0 1 0 0 0,0-1 0 0 0,0 0 0 0 0,0 0 0 0 0,0 0 0 0 0,0 0 0 0 0,0 0 1 0 0,0 0-1 0 0,0 1 0 0 0,0-1 0 0 0,0 0 0 0 0,0 0 0 0 0,0 0 0 0 0,0 0 1 0 0,0 0-1 0 0,0 0 0 0 0,0 1 0 0 0,0-1 0 0 0,0 0 0 0 0,-1 0 0 0 0,1 0 0 0 0,0 0 1 0 0,0 0-1 0 0,0 0 0 0 0,0 0 0 0 0,0 0 0 0 0,0 1 0 0 0,0-1 0 0 0,12-11-519 0 0,10-16 171 0 0,-7 4 131 0 0,-2-1 0 0 0,13-31-1 0 0,12-24 174 0 0,-38 79 75 0 0,0 0-1 0 0,0 0 1 0 0,0-1 0 0 0,0 1-1 0 0,1 0 1 0 0,-1 0 0 0 0,0 0-1 0 0,0 0 1 0 0,0-1-1 0 0,0 1 1 0 0,1 0 0 0 0,-1 0-1 0 0,0 0 1 0 0,0 0-1 0 0,1 0 1 0 0,-1 0 0 0 0,0 0-1 0 0,0 0 1 0 0,1 0 0 0 0,-1 0-1 0 0,0 0 1 0 0,0 0-1 0 0,0 0 1 0 0,1 0 0 0 0,-1 0-1 0 0,0 0 1 0 0,0 0 0 0 0,1 0-1 0 0,-1 0 1 0 0,0 0-1 0 0,0 0 1 0 0,1 0 0 0 0,-1 0-1 0 0,0 0 1 0 0,0 0-1 0 0,0 0 1 0 0,1 1 0 0 0,-1-1-1 0 0,0 0 1 0 0,0 0 0 0 0,1 1-1 0 0,11 11 389 0 0,9 20 266 0 0,-21-31-628 0 0,104 180 879 0 0,-89-153-3418 0 0,-7-9-3587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3.3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258 33 2024 0 0,'-10'-19'4651'0'0,"1"6"2640"0"0,8 13-7136 0 0,0 0-1 0 0,0 1 0 0 0,0-1 1 0 0,0 0-1 0 0,0 1 1 0 0,0-1-1 0 0,1 1 1 0 0,-1 0-1 0 0,0-1 0 0 0,0 1 1 0 0,1-1-1 0 0,-1 1 1 0 0,0 0-1 0 0,1 0 1 0 0,-1 0-1 0 0,1-1 1 0 0,-1 1-1 0 0,1 0 0 0 0,-1 0 1 0 0,1 0-1 0 0,-1 1 1 0 0,-148 237 3188 0 0,145-232-3323 0 0,1 0 0 0 0,-1 0 0 0 0,2 0 0 0 0,-1 0-1 0 0,1 1 1 0 0,0-1 0 0 0,1 1 0 0 0,-1-1 0 0 0,1 1 0 0 0,1 9 0 0 0,0-15-19 0 0,0 0 1 0 0,0 0 0 0 0,0 0 0 0 0,0 0 0 0 0,1 0 0 0 0,-1 0 0 0 0,1 0 0 0 0,0 0 0 0 0,-1 0-1 0 0,1 0 1 0 0,0 0 0 0 0,0 0 0 0 0,0 0 0 0 0,0-1 0 0 0,1 1 0 0 0,-1 0 0 0 0,0-1-1 0 0,1 1 1 0 0,-1-1 0 0 0,1 0 0 0 0,-1 1 0 0 0,1-1 0 0 0,0 0 0 0 0,0 0 0 0 0,-1 0-1 0 0,1 0 1 0 0,0 0 0 0 0,0 0 0 0 0,0-1 0 0 0,0 1 0 0 0,0-1 0 0 0,0 1 0 0 0,0-1-1 0 0,0 0 1 0 0,0 1 0 0 0,1-1 0 0 0,-1 0 0 0 0,0-1 0 0 0,0 1 0 0 0,0 0 0 0 0,3-1-1 0 0,3-1-4 0 0,-1 0-1 0 0,0-1 0 0 0,0 0 0 0 0,0 0 1 0 0,0 0-1 0 0,-1-1 0 0 0,1 0 0 0 0,-1 0 0 0 0,0-1 1 0 0,7-6-1 0 0,-10 8 3 0 0,1 0 0 0 0,-1 0-1 0 0,0-1 1 0 0,0 0 0 0 0,-1 1 0 0 0,1-1 0 0 0,-1 0 0 0 0,3-6-1 0 0,-4 9 7 0 0,-1-1-1 0 0,1 0 0 0 0,-1 0 0 0 0,1 1 1 0 0,-1-1-1 0 0,0 0 0 0 0,1 0 0 0 0,-1 1 1 0 0,0-1-1 0 0,0 0 0 0 0,-1 0 0 0 0,1 0 1 0 0,0 1-1 0 0,-1-1 0 0 0,1 0 0 0 0,-1 0 1 0 0,1 1-1 0 0,-1-1 0 0 0,0 0 0 0 0,1 1 1 0 0,-2-2-1 0 0,0 1 11 0 0,0-1 1 0 0,0 2 0 0 0,0-1-1 0 0,0 0 1 0 0,0 0 0 0 0,0 1-1 0 0,-1-1 1 0 0,1 1 0 0 0,-1-1-1 0 0,1 1 1 0 0,-1 0 0 0 0,1 0-1 0 0,-1 0 1 0 0,0 1 0 0 0,1-1-1 0 0,-1 1 1 0 0,0-1-1 0 0,1 1 1 0 0,-1 0 0 0 0,0 0-1 0 0,0 0 1 0 0,1 0 0 0 0,-1 0-1 0 0,0 1 1 0 0,0 0 0 0 0,1-1-1 0 0,-1 1 1 0 0,0 0 0 0 0,1 0-1 0 0,-1 0 1 0 0,1 0 0 0 0,-3 3-1 0 0,-4 0-16 0 0,0 1 0 0 0,0 0 1 0 0,1 0-1 0 0,0 1 0 0 0,0 0 0 0 0,0 1 0 0 0,-10 12 0 0 0,10-9 53 0 0,0 0-1 0 0,1 1 0 0 0,1 1 0 0 0,0-1 1 0 0,-8 20-1 0 0,13-28-291 0 0,0 0 0 0 0,0 1 0 0 0,0-1-1 0 0,1 0 1 0 0,-1 1 0 0 0,1-1 0 0 0,0 0 0 0 0,0 1 0 0 0,0-1 0 0 0,0 1 0 0 0,2 5-1 0 0,-2-7-247 0 0,1-1-1 0 0,0 1 0 0 0,0 0 1 0 0,0-1-1 0 0,0 1 0 0 0,0 0 1 0 0,0-1-1 0 0,0 0 0 0 0,1 1 1 0 0,-1-1-1 0 0,0 0 0 0 0,1 1 1 0 0,-1-1-1 0 0,1 0 0 0 0,-1 0 0 0 0,1 0 1 0 0,0 0-1 0 0,-1-1 0 0 0,1 1 1 0 0,0 0-1 0 0,0-1 0 0 0,3 1 1 0 0,1 1-4645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4.0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1 2128 0 0,'-7'3'7379'0'0,"7"-2"-7162"0"0,0-1 0 0 0,0 0 0 0 0,0 1 0 0 0,-6 17 3231 0 0,0 30-2311 0 0,5-37 38 0 0,-11 58 671 0 0,-4 38-465 0 0,15-95-1565 0 0,0-1 0 0 0,1 0 1 0 0,1 1-1 0 0,0-1 1 0 0,0 0-1 0 0,1 0 1 0 0,4 12-1 0 0,-6-23 91 0 0,0-1 0 0 0,0 1 0 0 0,1 0 0 0 0,-1 0-1 0 0,0-1 1 0 0,0 1 0 0 0,0 0 0 0 0,1 0 0 0 0,-1-1 0 0 0,0 1 0 0 0,0 0-1 0 0,1 0 1 0 0,-1 0 0 0 0,0-1 0 0 0,0 1 0 0 0,1 0 0 0 0,-1 0 0 0 0,0 0-1 0 0,1 0 1 0 0,-1 0 0 0 0,0 0 0 0 0,1-1 0 0 0,-1 1 0 0 0,0 0 0 0 0,1 0-1 0 0,-1 0 1 0 0,0 0 0 0 0,1 0 0 0 0,-1 0 0 0 0,0 0 0 0 0,0 1 0 0 0,1-1-1 0 0,-1 0 1 0 0,0 0 0 0 0,1 0 0 0 0,-1 0 0 0 0,0 0 0 0 0,1 0 0 0 0,-1 0-1 0 0,0 1 1 0 0,0-1 0 0 0,1 0 0 0 0,-1 0 0 0 0,0 1 0 0 0,0-1-1 0 0,1 0 1 0 0,-1 0 0 0 0,0 0 0 0 0,0 1 0 0 0,0-1 0 0 0,1 0 0 0 0,-1 1-1 0 0,0-1 1 0 0,0 0 0 0 0,0 1 0 0 0,0-1 0 0 0,0 0 0 0 0,0 0 0 0 0,0 1-1 0 0,0-1 1 0 0,0 0 0 0 0,0 1 0 0 0,0-1 0 0 0,0 0 0 0 0,0 1 0 0 0,0-1-1 0 0,0 0 1 0 0,0 1 0 0 0,0-1 0 0 0,6-24-5887 0 0,-8 10 3776 0 0,1-2-305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4.4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43 2569 0 0,'0'-2'345'0'0,"-1"1"1"0"0,1 0-1 0 0,0 0 0 0 0,0 0 1 0 0,-1 0-1 0 0,1 0 1 0 0,0-1-1 0 0,0 1 1 0 0,0 0-1 0 0,0 0 1 0 0,0 0-1 0 0,1 0 1 0 0,-1-1-1 0 0,0 1 1 0 0,0 0-1 0 0,1 0 1 0 0,-1 0-1 0 0,1 0 1 0 0,-1 0-1 0 0,1 0 1 0 0,0 0-1 0 0,-1 0 1 0 0,1 0-1 0 0,0 0 0 0 0,-1 0 1 0 0,1 0-1 0 0,0 0 1 0 0,0 1-1 0 0,1-2 1 0 0,2 0 236 0 0,0 1 0 0 0,1 0 0 0 0,-1-1 1 0 0,0 2-1 0 0,1-1 0 0 0,-1 0 0 0 0,7 1 0 0 0,-7-1-391 0 0,0 0-1 0 0,1 1 1 0 0,-1 0-1 0 0,0 0 1 0 0,1 0-1 0 0,-1 1 1 0 0,0-1-1 0 0,0 1 1 0 0,1 0-1 0 0,-1 0 1 0 0,0 1-1 0 0,0-1 1 0 0,0 1-1 0 0,4 2 1 0 0,-6-2-103 0 0,0 1 0 0 0,1-1 0 0 0,-1 1 0 0 0,0 0 0 0 0,0 0 0 0 0,-1 0 0 0 0,1 0 0 0 0,-1 0 0 0 0,1 0 0 0 0,-1 0 0 0 0,0 0 0 0 0,0 0 0 0 0,0 1 0 0 0,-1-1 0 0 0,1 0-1 0 0,-1 1 1 0 0,0-1 0 0 0,0 6 0 0 0,1 124-588 0 0,-2-69-6776 0 0,2-63 7125 0 0,-1-1 0 0 0,0 0 0 0 0,0 1 1 0 0,0-1-1 0 0,0 1 0 0 0,0-1 0 0 0,0 1 0 0 0,0-1 0 0 0,1 0 0 0 0,-1 1 0 0 0,0-1 0 0 0,-1 1 1 0 0,1-1-1 0 0,0 0 0 0 0,0 1 0 0 0,0-1 0 0 0,0 1 0 0 0,0-1 0 0 0,0 0 0 0 0,0 1 0 0 0,-1-1 1 0 0,1 1-1 0 0,0-1 0 0 0,0 0 0 0 0,0 1 0 0 0,-1-1 0 0 0,1 0 0 0 0,0 1 0 0 0,-1-1 1 0 0,1 0-1 0 0,0 0 0 0 0,-1 1 0 0 0,1-1 0 0 0,0 0 0 0 0,-1 0 0 0 0,1 1 0 0 0,0-1 0 0 0,-1 0 1 0 0,1 0-1 0 0,-1 0 0 0 0,1 0 0 0 0,0 0 0 0 0,-1 0 0 0 0,1 0 0 0 0,-1 0 0 0 0,1 0 0 0 0,0 0 1 0 0,-1 0-1 0 0,1 0 0 0 0,-1 0 0 0 0,1 0 0 0 0,-1 0 0 0 0,1 0 0 0 0,0 0 0 0 0,-1 0 0 0 0,1 0 1 0 0,0-1-1 0 0,-1 1 0 0 0,1 0 0 0 0,-1 0 0 0 0,1 0 0 0 0,0-1 0 0 0,-1 1 0 0 0,1 0 1 0 0,0-1-1 0 0,0 1 0 0 0,-1 0 0 0 0,1-1 0 0 0,-3-1-67 0 0,-6 1-2824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4.7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0 336 4769 0 0,'5'7'6370'0'0,"-5"-7"-6094"0"0,0 0 1 0 0,0 0 0 0 0,1 0 0 0 0,-1 0 0 0 0,1 0 0 0 0,-1 1 0 0 0,0-1 0 0 0,1 0 0 0 0,18 0 2625 0 0,23-10-3823 0 0,-35 9 1499 0 0,10-2-1010 0 0,-13 3-76 0 0,0-1 1 0 0,0 1-1 0 0,0-1 0 0 0,0 1 0 0 0,0-1 0 0 0,0 0 0 0 0,0-1 0 0 0,-1 1 0 0 0,1-1 1 0 0,0 0-1 0 0,-1 1 0 0 0,1-1 0 0 0,-1-1 0 0 0,0 1 0 0 0,6-6 0 0 0,-4-10-2854 0 0,5 4-36 0 0</inkml:trace>
  <inkml:trace contextRef="#ctx0" brushRef="#br0" timeOffset="1">236 1 4785 0 0,'-9'49'8020'0'0,"10"34"-4383"0"0,1-22-2505 0 0,-4-28-1136 0 0,1 51 766 0 0,1-78-1285 0 0,0 0 0 0 0,1 1-1 0 0,0-1 1 0 0,1 0 0 0 0,-1 0 0 0 0,1 0 0 0 0,0 0 0 0 0,1 0 0 0 0,-1-1-1 0 0,5 8 1 0 0,-7-13 416 0 0,0 0 0 0 0,1 1 0 0 0,-1-1 0 0 0,0 0 0 0 0,0 0 0 0 0,0 0 0 0 0,0 0 0 0 0,0 0 0 0 0,0 1 0 0 0,0-1 0 0 0,0 0 0 0 0,1 0 0 0 0,-1 0 0 0 0,0 0 0 0 0,0 0 0 0 0,0 0 0 0 0,0 0 0 0 0,1 0 0 0 0,-1 1 0 0 0,0-1 0 0 0,0 0 0 0 0,0 0 0 0 0,0 0 0 0 0,1 0 0 0 0,-1 0 0 0 0,0 0 0 0 0,0 0 0 0 0,0 0-1 0 0,0 0 1 0 0,1 0 0 0 0,-1 0 0 0 0,0 0 0 0 0,0 0 0 0 0,0 0 0 0 0,1 0 0 0 0,-1-1 0 0 0,0 1 0 0 0,0 0 0 0 0,0 0 0 0 0,0 0 0 0 0,0 0 0 0 0,1 0 0 0 0,-1 0 0 0 0,0 0 0 0 0,0 0 0 0 0,0 0 0 0 0,0-1 0 0 0,0 1 0 0 0,1 0 0 0 0,-1 0 0 0 0,0 0 0 0 0,0 0 0 0 0,0-1 0 0 0,0 1 0 0 0,0 0 0 0 0,0 0 0 0 0,0 0 0 0 0,0 0 0 0 0,0-1 0 0 0,0 1 0 0 0,0 0 0 0 0,0 0-1 0 0,0 0 1 0 0,0 0 0 0 0,0-1 0 0 0,0 1 0 0 0,0 0 0 0 0,0 0 0 0 0,1-2-555 0 0,2-3-2812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5.1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18 3793 0 0,'1'-7'9282'0'0,"0"7"-9092"0"0,14-5 2449 0 0,19 2-2947 0 0,-32 2 777 0 0,7 1-383 0 0,-5-1 29 0 0,0 1 0 0 0,0-1 0 0 0,1 1-1 0 0,-1 0 1 0 0,0 1 0 0 0,0-1 0 0 0,8 2 0 0 0,-11-1-64 0 0,0 0-1 0 0,0-1 1 0 0,0 1 0 0 0,0 0-1 0 0,0-1 1 0 0,-1 1 0 0 0,1 0-1 0 0,0 0 1 0 0,0 0 0 0 0,-1 0-1 0 0,1 0 1 0 0,-1 0 0 0 0,1 0-1 0 0,-1 0 1 0 0,1 0-1 0 0,-1 0 1 0 0,0 0 0 0 0,1 0-1 0 0,-1 0 1 0 0,0 0 0 0 0,0 0-1 0 0,0 1 1 0 0,0-1 0 0 0,0 0-1 0 0,0 0 1 0 0,0 0 0 0 0,0 0-1 0 0,0 0 1 0 0,0 0-1 0 0,-1 0 1 0 0,1 1 0 0 0,-1-1-1 0 0,1 0 1 0 0,-1 1 0 0 0,-23 64 1307 0 0,19-56-1291 0 0,0 1 1 0 0,0 0-1 0 0,1 0 0 0 0,1 0 1 0 0,0 1-1 0 0,1-1 0 0 0,0 1 1 0 0,0 0-1 0 0,1-1 0 0 0,2 24 1 0 0,-1-34-69 0 0,0 0 0 0 0,0 0 1 0 0,0 0-1 0 0,0 1 0 0 0,0-1 0 0 0,1 0 1 0 0,-1 0-1 0 0,0 0 0 0 0,1 0 0 0 0,-1 0 1 0 0,1 0-1 0 0,-1-1 0 0 0,1 1 0 0 0,-1 0 1 0 0,1 0-1 0 0,0 0 0 0 0,0 0 0 0 0,-1-1 1 0 0,1 1-1 0 0,0 0 0 0 0,0-1 0 0 0,0 1 1 0 0,0 0-1 0 0,0-1 0 0 0,0 1 1 0 0,0-1-1 0 0,0 0 0 0 0,0 1 0 0 0,0-1 1 0 0,0 0-1 0 0,1 1 0 0 0,1-1-52 0 0,0-1-1 0 0,0 1 1 0 0,0-1 0 0 0,-1 0 0 0 0,1 0-1 0 0,0 0 1 0 0,-1 0 0 0 0,1 0-1 0 0,-1-1 1 0 0,1 1 0 0 0,3-4 0 0 0,6-5-1060 0 0,0 0 1 0 0,-1 0 0 0 0,13-17 0 0 0,-19 22-154 0 0,0-1 0 0 0,-1-1-1 0 0,0 1 1 0 0,0-1 0 0 0,-1 1-1 0 0,0-1 1 0 0,3-7 0 0 0,0-2-2858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5.5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0 5345 0 0,'-9'39'7383'0'0,"0"2"-3455"0"0,-13 80-1143 0 0,20-75-2796 0 0,2-44-225 0 0,0 0-1 0 0,0-1 1 0 0,0 1 0 0 0,0 0 0 0 0,0 0 0 0 0,0-1 0 0 0,1 1 0 0 0,-1 0 0 0 0,1 0 0 0 0,-1-1-1 0 0,1 1 1 0 0,-1 0 0 0 0,1-1 0 0 0,0 1 0 0 0,0-1 0 0 0,0 1 0 0 0,0-1 0 0 0,0 0 0 0 0,0 1-1 0 0,0-1 1 0 0,1 0 0 0 0,-1 0 0 0 0,2 2 0 0 0,-3-3 110 0 0,1 0 0 0 0,-1 0 0 0 0,0 0 0 0 0,0 0 0 0 0,1 0 0 0 0,-1 0 0 0 0,0 0 0 0 0,0 0 0 0 0,0 0 0 0 0,1 0 0 0 0,-1 0 0 0 0,0 0 0 0 0,0 0 0 0 0,1 0 0 0 0,-1 0 0 0 0,0 0-1 0 0,0 0 1 0 0,1 0 0 0 0,-1 0 0 0 0,0 0 0 0 0,0 0 0 0 0,0 0 0 0 0,1-1 0 0 0,-1 1 0 0 0,0 0 0 0 0,0 0 0 0 0,0 0 0 0 0,0 0 0 0 0,1 0 0 0 0,-1-1 0 0 0,0 1 0 0 0,0 0 0 0 0,0 0 0 0 0,0 0 0 0 0,0-1 0 0 0,1 1 0 0 0,-1 0 0 0 0,0 0 0 0 0,0-1 0 0 0,0 1 0 0 0,0 0 0 0 0,0 0 0 0 0,0-1 0 0 0,0 1 0 0 0,0 0 0 0 0,0 0 0 0 0,0 0 0 0 0,0-1 0 0 0,0 1 0 0 0,-5-20-1424 0 0,-12-15 4219 0 0,17 34-2473 0 0,0 0 0 0 0,1 0 1 0 0,-1 0-1 0 0,0 0 1 0 0,0-1-1 0 0,1 1 1 0 0,-1 0-1 0 0,1 0 1 0 0,-1 1-1 0 0,1-1 1 0 0,-1 0-1 0 0,1 0 1 0 0,-1 0-1 0 0,1 0 1 0 0,0 0-1 0 0,0 1 1 0 0,-1-1-1 0 0,1 0 1 0 0,0 0-1 0 0,0 1 1 0 0,0-1-1 0 0,1 0 1 0 0,31-22 1101 0 0,-23 16-778 0 0,1-5-189 0 0,1 0 1 0 0,-1 0-1 0 0,10-16 0 0 0,-5 11 2797 0 0,-19 31-2891 0 0,0 1 0 0 0,1 0 0 0 0,1 1-1 0 0,1-1 1 0 0,0 0 0 0 0,3 22 0 0 0,20 91-2185 0 0,-21-119 1539 0 0,6 8-4131 0 0,-3-35-8208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5.9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79 48 4425 0 0,'-4'2'1072'0'0,"1"0"1"0"0,-1 1-1 0 0,1 0 0 0 0,0-1 0 0 0,-1 1 1 0 0,1 0-1 0 0,1 0 0 0 0,-5 5 0 0 0,-18 37 2565 0 0,21-36-3454 0 0,0 0 0 0 0,1 0-1 0 0,1 0 1 0 0,-1 0 0 0 0,2 1 0 0 0,-1-1 0 0 0,1 1 0 0 0,0 9-1 0 0,1-18-171 0 0,0 0-1 0 0,0 0 0 0 0,0 0 0 0 0,0 0 0 0 0,0 0 0 0 0,1 1 0 0 0,-1-1 0 0 0,0 0 0 0 0,0 0 0 0 0,1 0 0 0 0,-1 0 0 0 0,1 0 0 0 0,-1 0 0 0 0,1 0 0 0 0,-1 0 0 0 0,1-1 0 0 0,-1 1 0 0 0,1 0 0 0 0,0 0 0 0 0,0 0 0 0 0,-1-1 0 0 0,1 1 0 0 0,0 0 0 0 0,0 0 0 0 0,0-1 0 0 0,0 1 0 0 0,0-1 0 0 0,1 1 0 0 0,0-1-2 0 0,1 1-1 0 0,-1-1 1 0 0,0 0-1 0 0,0-1 1 0 0,0 1-1 0 0,0 0 0 0 0,0-1 1 0 0,0 1-1 0 0,0-1 1 0 0,1 1-1 0 0,-1-1 0 0 0,-1 0 1 0 0,4-1-1 0 0,5-4 7 0 0,-1 0 0 0 0,0 0 0 0 0,0 0 0 0 0,10-12 0 0 0,-15 15-29 0 0,-1 0 0 0 0,0 0 0 0 0,0-1 0 0 0,0 0-1 0 0,0 0 1 0 0,-1 1 0 0 0,1-2 0 0 0,-1 1 0 0 0,0 0 0 0 0,0 0 0 0 0,-1-1 0 0 0,1 1 0 0 0,-1-1 0 0 0,0 1 0 0 0,0-1 0 0 0,0 1 0 0 0,-1-6 0 0 0,0 7 12 0 0,-1 1 1 0 0,0-1-1 0 0,1 0 0 0 0,-1 0 0 0 0,0 1 1 0 0,-1-1-1 0 0,1 1 0 0 0,0-1 0 0 0,-1 1 1 0 0,1-1-1 0 0,-1 1 0 0 0,0 0 0 0 0,0 0 0 0 0,0 0 1 0 0,0 0-1 0 0,0 0 0 0 0,0 0 0 0 0,-1 0 1 0 0,1 1-1 0 0,-1-1 0 0 0,1 1 0 0 0,-1 0 0 0 0,1 0 1 0 0,-1 0-1 0 0,0 0 0 0 0,0 0 0 0 0,1 0 1 0 0,-6 0-1 0 0,7 1 7 0 0,1 0 0 0 0,-1 0 1 0 0,0 0-1 0 0,0 0 0 0 0,0 0 1 0 0,1 0-1 0 0,-1 0 0 0 0,0 0 0 0 0,0-1 1 0 0,0 1-1 0 0,1 0 0 0 0,-1 0 1 0 0,0-1-1 0 0,0 1 0 0 0,1-1 0 0 0,-1 1 1 0 0,0-1-1 0 0,1 1 0 0 0,-1-1 1 0 0,0 1-1 0 0,1-1 0 0 0,-1 0 1 0 0,1 1-1 0 0,-1-2 0 0 0,18-6 122 0 0,5 0-120 0 0,-6 0 42 0 0,-10 4 56 0 0,1 1 0 0 0,-1 0 0 0 0,1 0 0 0 0,0 0 0 0 0,-1 1 1 0 0,1 0-1 0 0,0 0 0 0 0,0 1 0 0 0,1 0 0 0 0,-1 0 0 0 0,9 1 0 0 0,-15 0-30 0 0,0 1 1 0 0,0-1-1 0 0,0 1 0 0 0,0 0 0 0 0,0-1 1 0 0,0 1-1 0 0,0 0 0 0 0,0 0 0 0 0,0 0 1 0 0,0 0-1 0 0,-1-1 0 0 0,1 1 0 0 0,0 0 1 0 0,-1 0-1 0 0,1 1 0 0 0,-1-1 1 0 0,1 0-1 0 0,-1 0 0 0 0,1 0 0 0 0,-1 0 1 0 0,0 0-1 0 0,1 0 0 0 0,-1 1 0 0 0,0-1 1 0 0,0 2-1 0 0,2 38 629 0 0,-1-31-611 0 0,-1-1-175 0 0,8 106 120 0 0,5-40-5795 0 0,-5-114-8354 0 0,-8 36 13172 0 0,5-16-1505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6.2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 5385 0 0,'-3'45'10202'0'0,"-4"5"-4386"0"0,-4 55-4653 0 0,11-95-2086 0 0,0 0 1 0 0,1 0 0 0 0,0 0 0 0 0,1 0 0 0 0,-1 0-1 0 0,2 0 1 0 0,0 0 0 0 0,4 10 0 0 0,-5-15-2492 0 0,-5-9 490 0 0,1 1 812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6.7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152 6 2457 0 0,'-2'-1'492'0'0,"0"0"0"0"0,0 0 1 0 0,-1 1-1 0 0,1-1 0 0 0,0 1 1 0 0,0-1-1 0 0,-1 1 0 0 0,1 0 1 0 0,0 0-1 0 0,-1 0 0 0 0,1 0 1 0 0,0 0-1 0 0,-1 0 0 0 0,1 1 1 0 0,-5 1-1 0 0,2 0-25 0 0,0 0 0 0 0,0 0 0 0 0,1 1 0 0 0,-1-1 0 0 0,0 1 0 0 0,-6 6 0 0 0,3-2-123 0 0,0 1 0 0 0,1-1 0 0 0,0 1 0 0 0,0 0-1 0 0,1 1 1 0 0,-9 15 0 0 0,14-21-262 0 0,-1 0 1 0 0,0 0-1 0 0,1 0 0 0 0,-1 1 1 0 0,1-1-1 0 0,0 0 0 0 0,0 1 1 0 0,1-1-1 0 0,-1 1 0 0 0,1 0 1 0 0,-1-1-1 0 0,1 1 0 0 0,0-1 1 0 0,1 1-1 0 0,-1-1 0 0 0,0 1 1 0 0,1 0-1 0 0,0-1 0 0 0,0 1 1 0 0,0-1-1 0 0,3 7 0 0 0,-1-7-54 0 0,-1-1 0 0 0,1 1 0 0 0,-1-1 1 0 0,1 0-1 0 0,0 1 0 0 0,0-1 0 0 0,0 0 0 0 0,0-1 0 0 0,0 1 0 0 0,0 0 0 0 0,0-1 0 0 0,1 0 0 0 0,-1 0 0 0 0,1 0 0 0 0,-1 0 0 0 0,1 0 0 0 0,-1-1 0 0 0,1 0 0 0 0,-1 1 0 0 0,1-1 0 0 0,-1-1 1 0 0,5 1-1 0 0,4-1 43 0 0,-1-1 1 0 0,1 1-1 0 0,0-2 1 0 0,-1 0-1 0 0,0 0 0 0 0,1-1 1 0 0,11-6-1 0 0,-21 9-52 0 0,0 0 0 0 0,0 0 0 0 0,0 0 0 0 0,0 0 0 0 0,-1-1-1 0 0,1 1 1 0 0,0-1 0 0 0,-1 1 0 0 0,1-1 0 0 0,-1 1-1 0 0,1-1 1 0 0,-1 0 0 0 0,0 0 0 0 0,0 0 0 0 0,0 0 0 0 0,0 0-1 0 0,0 0 1 0 0,1-3 0 0 0,-2 3-12 0 0,0 0 1 0 0,0-1-1 0 0,-1 1 0 0 0,1-1 0 0 0,-1 1 1 0 0,1 0-1 0 0,-1-1 0 0 0,0 1 1 0 0,0 0-1 0 0,0 0 0 0 0,0-1 0 0 0,0 1 1 0 0,0 0-1 0 0,-1 0 0 0 0,1 0 0 0 0,-1 0 1 0 0,1 1-1 0 0,-1-1 0 0 0,0 0 1 0 0,0 1-1 0 0,-2-2 0 0 0,2 0-5 0 0,1 1 0 0 0,-1 0-1 0 0,-1 0 1 0 0,1 1 0 0 0,0-1 0 0 0,0 0-1 0 0,-1 1 1 0 0,1-1 0 0 0,-1 1-1 0 0,1 0 1 0 0,-1 0 0 0 0,0 0 0 0 0,1 0-1 0 0,-1 0 1 0 0,0 1 0 0 0,0-1-1 0 0,1 1 1 0 0,-1-1 0 0 0,0 1 0 0 0,0 0-1 0 0,-5 1 1 0 0,5 0 3 0 0,0 1 0 0 0,1-1 0 0 0,-1 1 0 0 0,1-1-1 0 0,0 1 1 0 0,-1 0 0 0 0,1 0 0 0 0,0 0 0 0 0,0 0 0 0 0,0 0 0 0 0,0 0-1 0 0,0 1 1 0 0,1-1 0 0 0,-1 1 0 0 0,1-1 0 0 0,0 1 0 0 0,-2 3 0 0 0,-2 9 18 0 0,0 0 1 0 0,1 0-1 0 0,1 0 1 0 0,0 0 0 0 0,1 1-1 0 0,-1 23 1 0 0,4-28 1 0 0,-1 0 1 0 0,1 0-1 0 0,1-1 0 0 0,0 1 1 0 0,1-1-1 0 0,0 1 1 0 0,7 16-1 0 0,-9-24-193 0 0,0-1 0 0 0,1 1 0 0 0,-1-1 0 0 0,1 1 0 0 0,0-1 0 0 0,0 1 0 0 0,0-1 0 0 0,0 0 0 0 0,0 0 0 0 0,0 0 0 0 0,1 0 0 0 0,-1-1 0 0 0,6 4 0 0 0,-6-4-203 0 0,0-1 0 0 0,1 1 1 0 0,-1-1-1 0 0,1 1 0 0 0,-1-1 1 0 0,1 0-1 0 0,-1 0 1 0 0,1 0-1 0 0,-1 0 0 0 0,1 0 1 0 0,-1-1-1 0 0,1 1 0 0 0,-1-1 1 0 0,0 1-1 0 0,1-1 0 0 0,-1 0 1 0 0,0 0-1 0 0,1 0 0 0 0,2-2 1 0 0,-4 2 58 0 0,0 0 1 0 0,1 0-1 0 0,-1 0 0 0 0,0 0 1 0 0,0 0-1 0 0,0 0 0 0 0,1 0 1 0 0,-1-1-1 0 0,0 1 1 0 0,0 0-1 0 0,-1-1 0 0 0,1 1 1 0 0,0 0-1 0 0,0-1 0 0 0,-1 1 1 0 0,1-1-1 0 0,-1 0 1 0 0,1 1-1 0 0,-1-4 0 0 0,2 1-293 0 0,3-9-2074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7.1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218 5 2809 0 0,'-10'-4'10967'0'0,"5"34"-7140"0"0,6 42-1991 0 0,1-59-1678 0 0,-1 1 0 0 0,-1-1 0 0 0,0 0 0 0 0,-1 0 0 0 0,-3 20 0 0 0,3-29-226 0 0,0-1 1 0 0,0 0 0 0 0,0 0 0 0 0,0 0-1 0 0,-1 0 1 0 0,0 0 0 0 0,1 0-1 0 0,-1-1 1 0 0,0 1 0 0 0,0 0 0 0 0,0-1-1 0 0,-1 1 1 0 0,1-1 0 0 0,0 0-1 0 0,-1 0 1 0 0,0 0 0 0 0,1 0 0 0 0,-1 0-1 0 0,0-1 1 0 0,0 1 0 0 0,0-1-1 0 0,0 0 1 0 0,0 0 0 0 0,0 0 0 0 0,-1 0-1 0 0,1 0 1 0 0,-4-1 0 0 0,-20 4-624 0 0,-32 4-78 0 0,56-7 846 0 0,0-1 0 0 0,0 1 0 0 0,0 0-1 0 0,0 1 1 0 0,0-1 0 0 0,0 0 0 0 0,0 1-1 0 0,1-1 1 0 0,-1 1 0 0 0,0 0 0 0 0,1 0-1 0 0,0 0 1 0 0,-1 0 0 0 0,-2 4 0 0 0,5-6-27 0 0,-1 1 0 0 0,1-1 1 0 0,0 0-1 0 0,0 1 1 0 0,-1-1-1 0 0,1 0 1 0 0,0 1-1 0 0,0-1 1 0 0,0 0-1 0 0,-1 1 1 0 0,1-1-1 0 0,0 1 0 0 0,0-1 1 0 0,0 0-1 0 0,0 1 1 0 0,0-1-1 0 0,0 1 1 0 0,0-1-1 0 0,0 1 1 0 0,0-1-1 0 0,0 0 0 0 0,0 1 1 0 0,0-1-1 0 0,0 1 1 0 0,0-1-1 0 0,0 0 1 0 0,0 1-1 0 0,0-1 1 0 0,1 1-1 0 0,-1-1 1 0 0,0 0-1 0 0,0 1 0 0 0,0-1 1 0 0,1 0-1 0 0,-1 1 1 0 0,1 0-1 0 0,17 3 969 0 0,22-7 61 0 0,-40 3-1043 0 0,15-3 30 0 0,124-22 1357 0 0,-51-1-6752 0 0,-86 25 4750 0 0,0 0 0 0 0,0 1-1 0 0,0-1 1 0 0,0 0 0 0 0,-1-1 0 0 0,1 1 0 0 0,0 0 0 0 0,-1 0 0 0 0,1-1-1 0 0,0 1 1 0 0,-1-1 0 0 0,0 1 0 0 0,1-1 0 0 0,-1 0 0 0 0,0 0-1 0 0,0 1 1 0 0,0-1 0 0 0,1-3 0 0 0,3-5-4469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7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6121 0 0,'11'0'10059'0'0,"20"4"-8034"0"0,-25-3-1101 0 0,6 0-605 0 0,0 0-1 0 0,-1 1 0 0 0,0 1 1 0 0,1 0-1 0 0,14 6 0 0 0,-23-7-303 0 0,0-1 0 0 0,0 1 0 0 0,-1 0-1 0 0,1 0 1 0 0,0 0 0 0 0,-1 0 0 0 0,0 0-1 0 0,1 1 1 0 0,-1-1 0 0 0,0 1 0 0 0,0-1 0 0 0,0 1-1 0 0,-1 0 1 0 0,1 0 0 0 0,-1 0 0 0 0,1 0-1 0 0,-1 0 1 0 0,0 0 0 0 0,0 0 0 0 0,0 0 0 0 0,-1 0-1 0 0,1 1 1 0 0,0 5 0 0 0,-1 43-2526 0 0,0-48 1784 0 0,0 0 0 0 0,-1 0-1 0 0,1 0 1 0 0,-1 0 0 0 0,0 0 0 0 0,-1 0 0 0 0,1 0-1 0 0,-1 0 1 0 0,1-1 0 0 0,-5 6 0 0 0,6-8 508 0 0,-1 0 0 0 0,1-1 1 0 0,-1 1-1 0 0,0 0 0 0 0,0-1 1 0 0,1 1-1 0 0,-1-1 0 0 0,0 1 1 0 0,0-1-1 0 0,0 0 0 0 0,0 1 1 0 0,1-1-1 0 0,-1 0 0 0 0,0 0 1 0 0,0 1-1 0 0,0-1 1 0 0,0 0-1 0 0,0 0 0 0 0,0 0 1 0 0,0 0-1 0 0,0 0 0 0 0,-1-1 1 0 0,-6 1-1260 0 0,-4 7-2019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7.9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73 5177 0 0,'-1'0'372'0'0,"0"1"0"0"0,1-1-1 0 0,-1 1 1 0 0,1-1 0 0 0,-1 1 0 0 0,0 0-1 0 0,1-1 1 0 0,-1 1 0 0 0,1 0 0 0 0,-1-1-1 0 0,1 1 1 0 0,0 0 0 0 0,-1 0 0 0 0,1 0 0 0 0,0-1-1 0 0,-1 1 1 0 0,1 0 0 0 0,0 0 0 0 0,0 0-1 0 0,0 0 1 0 0,0 0 0 0 0,0 1 0 0 0,13 5 3673 0 0,28-11-1740 0 0,61-33-583 0 0,-54 19-1584 0 0,68-18-1 0 0,-115 36-177 0 0,1-1-1 0 0,-1 1 0 0 0,1 0 1 0 0,0-1-1 0 0,-1 1 0 0 0,1 0 0 0 0,0 0 1 0 0,-1 0-1 0 0,1 0 0 0 0,-1 0 1 0 0,1 0-1 0 0,0 0 0 0 0,-1 1 0 0 0,3 0 1 0 0,-4-1 0 0 0,1 1 1 0 0,-1-1 0 0 0,0 0 0 0 0,0 1 0 0 0,0-1-1 0 0,0 1 1 0 0,0-1 0 0 0,1 0 0 0 0,-1 1-1 0 0,0-1 1 0 0,0 1 0 0 0,0-1 0 0 0,0 0-1 0 0,0 1 1 0 0,0-1 0 0 0,0 1 0 0 0,0-1-1 0 0,-1 1 1 0 0,1-1 0 0 0,0 0 0 0 0,0 1 0 0 0,0-1-1 0 0,0 0 1 0 0,0 1 0 0 0,-1-1 0 0 0,1 1-1 0 0,0-1 1 0 0,0 0 0 0 0,-1 0 0 0 0,1 1-1 0 0,0-1 1 0 0,-1 0 0 0 0,1 1 0 0 0,-4 3-129 0 0,0 0 0 0 0,0 0 0 0 0,-1 0 0 0 0,1-1 0 0 0,-1 1 0 0 0,-9 4 0 0 0,-28 8 1 0 0,34-14 142 0 0,0 0 0 0 0,1 1 0 0 0,-1 0-1 0 0,1 1 1 0 0,-10 6 0 0 0,14-8 77 0 0,1 0 0 0 0,0 0 0 0 0,0 0 0 0 0,0 0 0 0 0,0 1 0 0 0,0-1-1 0 0,0 1 1 0 0,0-1 0 0 0,1 1 0 0 0,-1 0 0 0 0,1 0 0 0 0,0-1 0 0 0,0 1 0 0 0,0 0 0 0 0,0 0 0 0 0,1 0 0 0 0,-1 0 0 0 0,1 5 0 0 0,-1 15 313 0 0,1-1 0 0 0,1 1 0 0 0,2 0 0 0 0,0-1 0 0 0,11 38-1 0 0,-7-35-957 0 0,1-1-1 0 0,16 34 0 0 0,-19-48-5094 0 0,-9-19-709 0 0,0-1 754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8.8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9 4737 0 0,'0'-1'230'0'0,"0"1"0"0"0,0 0 0 0 0,0-1 0 0 0,0 1 0 0 0,0 0-1 0 0,0-1 1 0 0,0 1 0 0 0,-1 0 0 0 0,1-1 0 0 0,0 1 0 0 0,-2-3 2069 0 0,2 3-2069 0 0,-1 0 0 0 0,1 0 0 0 0,0 0 0 0 0,0 0 0 0 0,-1-1 0 0 0,1 1-1 0 0,0 0 1 0 0,-1 0 0 0 0,1 0 0 0 0,0 0 0 0 0,-1 0 0 0 0,1 0 0 0 0,0 0 0 0 0,-1 0 0 0 0,1 0 0 0 0,0 0-1 0 0,-1 0 1 0 0,1 0 0 0 0,0 0 0 0 0,-1 0 0 0 0,1 0 0 0 0,0 0 0 0 0,-1 0 0 0 0,1 1 0 0 0,-16 16 3075 0 0,-10 30-3261 0 0,25-44 483 0 0,-8 17-600 0 0,1-1 0 0 0,0 2-1 0 0,2-1 1 0 0,1 1 0 0 0,-4 26-1 0 0,36-192-6915 0 0,-26 136 7268 0 0,-1 3 129 0 0,0 1-1 0 0,1 0 0 0 0,0-1 1 0 0,0 1-1 0 0,1 0 1 0 0,-1 0-1 0 0,1 0 1 0 0,4-9-1 0 0,29 41 3987 0 0,-20-17-3936 0 0,0-1-1 0 0,1-1 1 0 0,28 11 0 0 0,4 3-5837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9.2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7 3209 0 0,'-3'-7'10485'0'0,"-4"16"-7265"0"0,-5 15-2572 0 0,4 11 53 0 0,2 1-1 0 0,1 0 0 0 0,1 0 0 0 0,2 45 0 0 0,2-79-683 0 0,0 0-1 0 0,0 0 1 0 0,0 0 0 0 0,1 1-1 0 0,-1-1 1 0 0,0 0 0 0 0,1 0-1 0 0,0 0 1 0 0,-1 0-1 0 0,1 0 1 0 0,0-1 0 0 0,0 1-1 0 0,0 0 1 0 0,0 0-1 0 0,0 0 1 0 0,1-1 0 0 0,-1 1-1 0 0,0-1 1 0 0,1 1 0 0 0,-1-1-1 0 0,1 1 1 0 0,0-1-1 0 0,3 2 1 0 0,-2-2-20 0 0,0 0-1 0 0,-1 0 1 0 0,1-1-1 0 0,0 1 1 0 0,1-1 0 0 0,-1 0-1 0 0,0 0 1 0 0,0 0-1 0 0,0 0 1 0 0,0-1 0 0 0,0 1-1 0 0,0-1 1 0 0,0 0-1 0 0,4-1 1 0 0,2-2-55 0 0,0 0 0 0 0,0 0 1 0 0,0-1-1 0 0,-1 0 0 0 0,1 0 0 0 0,-2-1 0 0 0,1 0 0 0 0,0-1 0 0 0,8-8 0 0 0,-15 13 59 0 0,1 0-1 0 0,-1 0 0 0 0,0 0 0 0 0,0 1 0 0 0,1-1 1 0 0,-1-1-1 0 0,0 1 0 0 0,0 0 0 0 0,-1 0 0 0 0,1 0 0 0 0,0 0 1 0 0,-1-1-1 0 0,0 1 0 0 0,1 0 0 0 0,-1-5 0 0 0,0 6 7 0 0,0 0 0 0 0,-1 0 0 0 0,1 0 0 0 0,0 0 0 0 0,-1 0 0 0 0,1 0 0 0 0,-1 0 0 0 0,1 0 0 0 0,-1 0 0 0 0,1 0 0 0 0,-1 0 0 0 0,0 1 0 0 0,1-1 0 0 0,-1 0 0 0 0,0 0 0 0 0,0 1 0 0 0,0-1-1 0 0,1 0 1 0 0,-1 1 0 0 0,0-1 0 0 0,0 1 0 0 0,0-1 0 0 0,-2 0 0 0 0,1 0 1 0 0,-1 1-1 0 0,1-1 1 0 0,-1 1-1 0 0,1 0 0 0 0,-1 0 1 0 0,0 0-1 0 0,1 0 1 0 0,-1 0-1 0 0,0 0 1 0 0,1 1-1 0 0,-1-1 1 0 0,1 1-1 0 0,-1 0 1 0 0,1 0-1 0 0,-1 0 1 0 0,1 0-1 0 0,0 0 1 0 0,-1 0-1 0 0,1 1 1 0 0,0-1-1 0 0,0 1 1 0 0,0-1-1 0 0,0 1 1 0 0,0 0-1 0 0,-3 4 1 0 0,0 1 22 0 0,0 1 0 0 0,0 0 0 0 0,1 0 0 0 0,0 0 0 0 0,0 1 0 0 0,1 0 0 0 0,0-1 0 0 0,1 1 0 0 0,0 0 0 0 0,0 0 0 0 0,1 0 0 0 0,0 0 0 0 0,1 1 0 0 0,0-1 0 0 0,0 0 0 0 0,1 0 0 0 0,0 0 0 0 0,0 0 0 0 0,5 13 0 0 0,-4-15-110 0 0,-1-1-1 0 0,2 1 1 0 0,-1-1 0 0 0,1 0 0 0 0,0 1 0 0 0,1-1-1 0 0,-1 0 1 0 0,1-1 0 0 0,0 1 0 0 0,0-1-1 0 0,1 0 1 0 0,0 0 0 0 0,0 0 0 0 0,0 0 0 0 0,0-1-1 0 0,1 0 1 0 0,0 0 0 0 0,0-1 0 0 0,0 0-1 0 0,0 0 1 0 0,0 0 0 0 0,1 0 0 0 0,-1-1 0 0 0,1 0-1 0 0,0-1 1 0 0,8 2 0 0 0,-13-3-351 0 0,0 0 0 0 0,0 0 0 0 0,0 0 0 0 0,0-1 1 0 0,0 1-1 0 0,0 0 0 0 0,0-1 0 0 0,0 0 0 0 0,0 1 0 0 0,0-1 0 0 0,-1 0 1 0 0,3-1-1 0 0,14-5-5355 0 0,-1 9 423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4:59.8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1 4473 0 0,'-14'35'8671'0'0,"3"7"-4480"0"0,7-27-4273 0 0,2 0-1 0 0,0 0 1 0 0,0 0 0 0 0,2 1 0 0 0,0-1 0 0 0,2 20 0 0 0,1-27-845 0 0,0 3-4124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0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29 5793 0 0,'0'1'285'0'0,"-1"-1"0"0"0,0 1-1 0 0,1-1 1 0 0,-1 1 0 0 0,1-1 0 0 0,-1 1-1 0 0,1 0 1 0 0,0-1 0 0 0,-1 1-1 0 0,1 0 1 0 0,0-1 0 0 0,-1 1 0 0 0,1 0-1 0 0,0 0 1 0 0,0-1 0 0 0,-1 1-1 0 0,1 0 1 0 0,0 0 0 0 0,0-1 0 0 0,0 1-1 0 0,0 0 1 0 0,0 0 0 0 0,0 0-1 0 0,0-1 1 0 0,1 1 0 0 0,-1 0 0 0 0,0 0-1 0 0,0-1 1 0 0,1 1 0 0 0,-1 0-1 0 0,0 0 1 0 0,1-1 0 0 0,-1 2 0 0 0,2-2-81 0 0,0 1 1 0 0,-1 0 0 0 0,1-1-1 0 0,0 1 1 0 0,-1-1 0 0 0,1 0 0 0 0,0 1-1 0 0,0-1 1 0 0,0 0 0 0 0,-1 0 0 0 0,1 0-1 0 0,0 0 1 0 0,3-1 0 0 0,65-16-461 0 0,-66 16 735 0 0,29-10-455 0 0,45-13-1488 0 0,-28 21-3827 0 0,-35 7 2014 0 0,-14 6-4510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0.6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87 1 2409 0 0,'-6'4'817'0'0,"0"1"0"0"0,1 0 0 0 0,0 1 0 0 0,-1-1 0 0 0,2 1 0 0 0,-1 0 0 0 0,1 0 0 0 0,0 0 0 0 0,0 1 1 0 0,-2 6-1 0 0,-1 1 327 0 0,1 0 0 0 0,1 0 1 0 0,-7 29-1 0 0,11-41-1108 0 0,1-1 1 0 0,0 1-1 0 0,0 0 0 0 0,-1-1 1 0 0,1 1-1 0 0,0 0 0 0 0,0-1 1 0 0,1 1-1 0 0,-1-1 0 0 0,0 1 1 0 0,1 0-1 0 0,-1-1 0 0 0,0 1 1 0 0,1-1-1 0 0,0 1 0 0 0,-1-1 1 0 0,1 1-1 0 0,0-1 0 0 0,0 0 1 0 0,0 1-1 0 0,0-1 0 0 0,0 0 1 0 0,0 0-1 0 0,0 0 0 0 0,0 1 1 0 0,1-1-1 0 0,-1 0 0 0 0,0-1 1 0 0,1 1-1 0 0,-1 0 0 0 0,0 0 0 0 0,1 0 1 0 0,-1-1-1 0 0,1 1 0 0 0,-1-1 1 0 0,1 1-1 0 0,0-1 0 0 0,-1 0 1 0 0,1 0-1 0 0,-1 1 0 0 0,1-1 1 0 0,0 0-1 0 0,-1-1 0 0 0,1 1 1 0 0,2 0-1 0 0,2-1-16 0 0,-1 1-1 0 0,1-1 1 0 0,0 0 0 0 0,-1 0 0 0 0,1 0-1 0 0,-1-1 1 0 0,0 0 0 0 0,0 0-1 0 0,1 0 1 0 0,-1-1 0 0 0,-1 1-1 0 0,8-6 1 0 0,-10 6 22 0 0,1-1-1 0 0,-1 1 1 0 0,0-1-1 0 0,1 1 1 0 0,-1-1-1 0 0,-1 0 1 0 0,1 0-1 0 0,0 0 1 0 0,-1 0-1 0 0,1 0 1 0 0,-1 0-1 0 0,0-1 1 0 0,0 1-1 0 0,0 0 1 0 0,-1-1-1 0 0,1 1 1 0 0,-1-1-1 0 0,1 1 1 0 0,-1 0-1 0 0,-1-1 1 0 0,1 1-1 0 0,0-1 1 0 0,-2-3-1 0 0,2 4-89 0 0,-1 1 0 0 0,-1 0 0 0 0,1 0-1 0 0,0 0 1 0 0,0 0 0 0 0,-1 0 0 0 0,1 1-1 0 0,-1-1 1 0 0,1 0 0 0 0,-1 1 0 0 0,0-1-1 0 0,0 1 1 0 0,0-1 0 0 0,0 1 0 0 0,0 0 0 0 0,0 0-1 0 0,0 0 1 0 0,0 0 0 0 0,0 0 0 0 0,-1 0-1 0 0,1 1 1 0 0,0-1 0 0 0,-1 1 0 0 0,1 0-1 0 0,0-1 1 0 0,-1 1 0 0 0,1 0 0 0 0,0 0 0 0 0,-1 1-1 0 0,1-1 1 0 0,0 0 0 0 0,0 1 0 0 0,-1-1-1 0 0,1 1 1 0 0,-2 1 0 0 0,-25 10-3008 0 0,27-10 2152 0 0,-1 0 0 0 0,0 0 1 0 0,0-1-1 0 0,0 1 0 0 0,0-1 0 0 0,0 0 0 0 0,0 0 1 0 0,0 0-1 0 0,-1-1 0 0 0,1 1 0 0 0,-5 0 0 0 0</inkml:trace>
  <inkml:trace contextRef="#ctx0" brushRef="#br0" timeOffset="1">126 32 4585 0 0,'0'7'12075'0'0,"0"-7"-11843"0"0,14 6 3024 0 0,62-23-923 0 0,-23 4-2602 0 0,2 7-4511 0 0,-75 11-4817 0 0,-4 2 5767 0 0,10-3 801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1.0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16 175 3697 0 0,'-15'13'6525'0'0,"26"-7"-3039"0"0,31-8-2149 0 0,26-24-2004 0 0,-25 2-4881 0 0,-21 9-1218 0 0,-16 11 4870 0 0</inkml:trace>
  <inkml:trace contextRef="#ctx0" brushRef="#br0" timeOffset="1">185 26 2240 0 0,'2'-26'8947'0'0,"3"39"-3961"0"0,5 48-2210 0 0,-9-53-2728 0 0,2 12-157 0 0,12 115 737 0 0,-14-120-2036 0 0,-1 0 0 0 0,-1 0-1 0 0,-5 26 1 0 0,6-41 1231 0 0,0 1 0 0 0,0-1 0 0 0,0 0 0 0 0,0 1 0 0 0,0-1 0 0 0,0 1 1 0 0,0-1-1 0 0,0 0 0 0 0,-1 1 0 0 0,1-1 0 0 0,0 0 0 0 0,0 1 0 0 0,0-1 0 0 0,-1 0 0 0 0,1 1 0 0 0,0-1 0 0 0,-1 0 0 0 0,1 1 1 0 0,0-1-1 0 0,0 0 0 0 0,-1 0 0 0 0,1 1 0 0 0,0-1 0 0 0,-1 0 0 0 0,1 0 0 0 0,-1 0 0 0 0,1 0 0 0 0,0 0 0 0 0,-1 1 0 0 0,1-1 1 0 0,-1 0-1 0 0,1 0 0 0 0,0 0 0 0 0,-1 0 0 0 0,1 0 0 0 0,-1 0 0 0 0,1 0 0 0 0,0 0 0 0 0,-1 0 0 0 0,1 0 0 0 0,-1-1 0 0 0,1 1 1 0 0,0 0-1 0 0,-1 0 0 0 0,1 0 0 0 0,0 0 0 0 0,-1-1 0 0 0,1 1 0 0 0,0 0 0 0 0,-1-1 0 0 0,0 1-27 0 0,-6-2-3268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1.3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1 4041 0 0,'-3'1'530'0'0,"1"1"0"0"0,0 0-1 0 0,-1 0 1 0 0,1 0 0 0 0,0 0 0 0 0,0 1 0 0 0,1-1-1 0 0,-1 0 1 0 0,0 1 0 0 0,1-1 0 0 0,0 1 0 0 0,-1 0 0 0 0,1-1-1 0 0,0 1 1 0 0,0 0 0 0 0,1 0 0 0 0,-2 3 0 0 0,2-2-293 0 0,0 0 1 0 0,-1 0-1 0 0,1 0 1 0 0,0 0-1 0 0,1 0 1 0 0,-1 0 0 0 0,1 0-1 0 0,0 0 1 0 0,0 0-1 0 0,0 0 1 0 0,3 6-1 0 0,-3-7-184 0 0,0-1 0 0 0,1 1 0 0 0,-1-1 0 0 0,0 0-1 0 0,1 1 1 0 0,0-1 0 0 0,-1 0 0 0 0,1 0 0 0 0,0 0-1 0 0,0 0 1 0 0,0 0 0 0 0,0 0 0 0 0,1-1 0 0 0,-1 1 0 0 0,0-1-1 0 0,1 1 1 0 0,-1-1 0 0 0,1 0 0 0 0,-1 0 0 0 0,1 0-1 0 0,0 0 1 0 0,-1-1 0 0 0,1 1 0 0 0,0-1 0 0 0,0 1-1 0 0,-1-1 1 0 0,1 0 0 0 0,0 0 0 0 0,0 0 0 0 0,0-1-1 0 0,-1 1 1 0 0,1-1 0 0 0,0 1 0 0 0,-1-1 0 0 0,1 0 0 0 0,0 0-1 0 0,-1 0 1 0 0,4-2 0 0 0,64-40 507 0 0,-40 23-2720 0 0,-3 2-3436 0 0,-16 2-112 0 0,-7 8 1692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1.7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49 3545 0 0,'0'0'210'0'0,"0"0"0"0"0,-1 0-1 0 0,1 0 1 0 0,0 0 0 0 0,-1 0 0 0 0,1 0 0 0 0,0 0 0 0 0,-1 0 0 0 0,1 0 0 0 0,0 0-1 0 0,0 0 1 0 0,-1-1 0 0 0,1 1 0 0 0,0 0 0 0 0,-1 0 0 0 0,1 0 0 0 0,-1-1 419 0 0,1 1-419 0 0,0-1 0 0 0,0 1 0 0 0,0 0 0 0 0,-1 0 0 0 0,1-1 0 0 0,0 1 0 0 0,0 0-1 0 0,0-1 1 0 0,0 1 0 0 0,0 0 0 0 0,0 0 0 0 0,0-1 0 0 0,-1 1 0 0 0,1 0 0 0 0,0-1-1 0 0,0 1 1 0 0,0 0 0 0 0,0-1 0 0 0,0 1 0 0 0,0 0 0 0 0,1-1 0 0 0,13-6 2528 0 0,0 1-2199 0 0,-4 1 32 0 0,1 1 0 0 0,0 0 0 0 0,-1 0 1 0 0,15-2-1 0 0,-23 6-517 0 0,0-1 1 0 0,0 0-1 0 0,0 1 1 0 0,0 0-1 0 0,0-1 1 0 0,0 1 0 0 0,0 0-1 0 0,0 0 1 0 0,0 0-1 0 0,0 0 1 0 0,0 0-1 0 0,0 1 1 0 0,0-1-1 0 0,0 1 1 0 0,0-1-1 0 0,0 1 1 0 0,0 0-1 0 0,0-1 1 0 0,0 1-1 0 0,-1 0 1 0 0,1 0-1 0 0,0 1 1 0 0,0-1-1 0 0,-1 0 1 0 0,1 0 0 0 0,-1 1-1 0 0,0-1 1 0 0,1 1-1 0 0,-1-1 1 0 0,0 1-1 0 0,2 3 1 0 0,-2-2-33 0 0,-1 1 1 0 0,0-1 0 0 0,0 1 0 0 0,0-1 0 0 0,0 1-1 0 0,0-1 1 0 0,-1 1 0 0 0,1-1 0 0 0,-1 1 0 0 0,0-1-1 0 0,0 1 1 0 0,-1-1 0 0 0,1 0 0 0 0,-1 0 0 0 0,-2 5-1 0 0,-35 51-989 0 0,27-43 151 0 0,-6 8-556 0 0,2-3-333 0 0,30-33 2212 0 0,-12 10-426 0 0,0 0 0 0 0,0-1 0 0 0,1 1 0 0 0,-1 0 0 0 0,1 0 0 0 0,-1 1 0 0 0,1-1 0 0 0,0 1 0 0 0,0-1 0 0 0,0 1 0 0 0,0 0 0 0 0,0 0 0 0 0,0 0 0 0 0,0 0 0 0 0,0 1 0 0 0,0-1 0 0 0,0 1 0 0 0,1 0 0 0 0,4 0 0 0 0,-1 1-182 0 0,1 1 0 0 0,-1 0 0 0 0,0 1 0 0 0,0-1 0 0 0,0 1 0 0 0,9 6 0 0 0,33 11-6165 0 0,-49-19 6079 0 0,0-1-1 0 0,1 0 1 0 0,-1 0 0 0 0,1 1 0 0 0,-1-1 0 0 0,1 0 0 0 0,-1 0 0 0 0,1 0 0 0 0,-1 0-1 0 0,0 0 1 0 0,1 0 0 0 0,-1 0 0 0 0,1 0 0 0 0,-1 0 0 0 0,1 0 0 0 0,-1 0-1 0 0,1 0 1 0 0,-1 0 0 0 0,1 0 0 0 0,-1 0 0 0 0,1 0 0 0 0,-1 0 0 0 0,1-1 0 0 0,-1 1-1 0 0,1 0 1 0 0,-1 0 0 0 0,0-1 0 0 0,1 1 0 0 0,-1 0 0 0 0,1-1 0 0 0,-1 1 0 0 0,0 0-1 0 0,1-1 1 0 0,-1 1 0 0 0,0 0 0 0 0,0-1 0 0 0,1 0 0 0 0,3-4-2718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2.1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4 2985 0 0,'0'0'154'0'0,"0"-1"1"0"0,0 1 0 0 0,0 0-1 0 0,-1 0 1 0 0,1 0 0 0 0,0-1-1 0 0,0 1 1 0 0,0 0 0 0 0,0 0-1 0 0,-1 0 1 0 0,1 0 0 0 0,0-1-1 0 0,0 1 1 0 0,0 0 0 0 0,-1 0-1 0 0,1 0 1 0 0,0 0 0 0 0,0 0-1 0 0,-1 0 1 0 0,1-1-1 0 0,0 1 1 0 0,0 0 0 0 0,-1 0-1 0 0,1 0 1 0 0,0 0 0 0 0,0 0-1 0 0,-1 0 1 0 0,1 0 0 0 0,0 0-1 0 0,-1 0 1 0 0,1 0 0 0 0,0 0-1 0 0,0 1 1 0 0,-1-1 0 0 0,1 0-1 0 0,0 0 1 0 0,0 0 0 0 0,0 0-1 0 0,-1 0 1 0 0,1 0 0 0 0,0 0-1 0 0,0 1 1 0 0,-1-1 0 0 0,1 0-1 0 0,0 0 1 0 0,0 0 0 0 0,0 1-1 0 0,0-1 1 0 0,-1 0 0 0 0,1 0-1 0 0,0 0 1 0 0,0 1 0 0 0,-4 21 2536 0 0,7 25-2076 0 0,13-2-459 0 0,-13-39-331 0 0,-1 0 0 0 0,1 0 0 0 0,-1 0 1 0 0,0 0-1 0 0,-1 0 0 0 0,1 0 0 0 0,0 8 0 0 0,-1-20 227 0 0,0 0 0 0 0,0 0 0 0 0,1 0 0 0 0,0 0-1 0 0,1 0 1 0 0,-1 0 0 0 0,1 0 0 0 0,0 0-1 0 0,0 1 1 0 0,1 0 0 0 0,7-9 0 0 0,-2 3 604 0 0,0 1 0 0 0,1 0-1 0 0,0 0 1 0 0,21-15 0 0 0,-30 25-524 0 0,1 1-1 0 0,-1 0 1 0 0,0 0 0 0 0,0-1-1 0 0,0 1 1 0 0,0 0-1 0 0,0 0 1 0 0,0 0-1 0 0,0 0 1 0 0,0 0 0 0 0,0 1-1 0 0,0-1 1 0 0,0 0-1 0 0,-1 0 1 0 0,1 1-1 0 0,-1-1 1 0 0,1 0-1 0 0,-1 0 1 0 0,1 1 0 0 0,-1-1-1 0 0,0 1 1 0 0,1-1-1 0 0,-1 2 1 0 0,13 43-4 0 0,-5-8-54 0 0,2 11-355 0 0,-1-17-3058 0 0,-11-53-12587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2.5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67 3497 0 0,'-3'1'826'0'0,"0"0"0"0"0,0 0 0 0 0,0 0 0 0 0,-1 1 0 0 0,2-1 0 0 0,-1 1 1 0 0,0 0-1 0 0,-5 3 0 0 0,-12 23 2792 0 0,19-25-3521 0 0,-1 1 1 0 0,1 0-1 0 0,0-1 0 0 0,0 1 1 0 0,0 0-1 0 0,1 0 1 0 0,0-1-1 0 0,-1 1 0 0 0,1 0 1 0 0,0 0-1 0 0,1 0 1 0 0,-1 0-1 0 0,1-1 0 0 0,0 1 1 0 0,0 0-1 0 0,0 0 1 0 0,0-1-1 0 0,0 1 1 0 0,1-1-1 0 0,0 1 0 0 0,0-1 1 0 0,0 0-1 0 0,0 1 1 0 0,0-1-1 0 0,5 4 0 0 0,-6-6-82 0 0,0 0 0 0 0,1 1 0 0 0,-1-1 0 0 0,0 0 0 0 0,1 0 0 0 0,0 0 0 0 0,-1 0 0 0 0,1-1 0 0 0,-1 1 0 0 0,1 0 0 0 0,0-1 0 0 0,0 1 0 0 0,-1-1 0 0 0,1 1 0 0 0,0-1 0 0 0,0 0 0 0 0,0 0 0 0 0,-1 0 0 0 0,1 0 0 0 0,0 0 0 0 0,0 0 0 0 0,0 0 0 0 0,-1-1 0 0 0,1 1 0 0 0,0-1 0 0 0,0 1 0 0 0,-1-1 0 0 0,1 0 0 0 0,0 0 0 0 0,-1 1 0 0 0,1-1 0 0 0,-1 0 0 0 0,1 0 0 0 0,-1-1 0 0 0,1 1 0 0 0,-1 0 0 0 0,0 0 0 0 0,0-1 0 0 0,0 1 0 0 0,0-1 0 0 0,1 1 0 0 0,0-3 0 0 0,1-1-22 0 0,0 0 0 0 0,1 1-1 0 0,-2-1 1 0 0,1 0-1 0 0,-1-1 1 0 0,1 1-1 0 0,-2 0 1 0 0,1-1-1 0 0,0 1 1 0 0,-1-1-1 0 0,0 1 1 0 0,0-10-1 0 0,-2 11 55 0 0,0-1 0 0 0,0 1 0 0 0,0 0-1 0 0,-1-1 1 0 0,1 1 0 0 0,-1 0 0 0 0,0 0-1 0 0,-1 0 1 0 0,1 0 0 0 0,-6-5 0 0 0,8 7-14 0 0,-1 1-1 0 0,0 0 1 0 0,0 0 0 0 0,0 0 0 0 0,1 0 0 0 0,-1 1 0 0 0,0-1 0 0 0,-1 0 0 0 0,1 0-1 0 0,0 0 1 0 0,0 1 0 0 0,0-1 0 0 0,0 1 0 0 0,-1-1 0 0 0,1 1 0 0 0,0-1 0 0 0,0 1-1 0 0,-1 0 1 0 0,1-1 0 0 0,0 1 0 0 0,-1 0 0 0 0,1 0 0 0 0,0 0 0 0 0,-1 0 0 0 0,1 0-1 0 0,0 0 1 0 0,0 1 0 0 0,-1-1 0 0 0,1 0 0 0 0,0 1 0 0 0,-1-1 0 0 0,1 1 0 0 0,0-1 0 0 0,0 1-1 0 0,0-1 1 0 0,0 1 0 0 0,-1 0 0 0 0,1 0 0 0 0,0 0 0 0 0,0-1 0 0 0,-1 3 0 0 0,34-9 37 0 0,6-16 118 0 0,-30 17-110 0 0,-1 0-1 0 0,1 0 0 0 0,0 1 0 0 0,0 0 0 0 0,0 1 1 0 0,1 0-1 0 0,-1 0 0 0 0,1 1 0 0 0,11-2 0 0 0,-19 4 0 0 0,0 1-1 0 0,0-1 0 0 0,0 1 0 0 0,0 0 1 0 0,0-1-1 0 0,0 1 0 0 0,0 0 0 0 0,0 0 0 0 0,-1 0 1 0 0,1 0-1 0 0,0 0 0 0 0,-1 0 0 0 0,1 0 1 0 0,0 0-1 0 0,-1 0 0 0 0,1 0 0 0 0,-1 0 0 0 0,0 0 1 0 0,1 0-1 0 0,-1 1 0 0 0,0-1 0 0 0,1 2 1 0 0,6 36 94 0 0,-6-33-82 0 0,12 87 265 0 0,-3-18-1276 0 0,-1-26-3275 0 0,-1-71-9743 0 0,-6 11 10867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2.8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0 6089 0 0,'0'4'7748'0'0,"-1"6"-3556"0"0,1 59-1746 0 0,9-12-2132 0 0,6 38-111 0 0,-12-31-5334 0 0,-2-63 4652 0 0,-1-1 359 0 0,0 0 0 0 0,0 0 0 0 0,0 0 0 0 0,0 0 1 0 0,0 0-1 0 0,0 1 0 0 0,0-1 0 0 0,0 0 0 0 0,0 0 1 0 0,0 0-1 0 0,0 0 0 0 0,0 1 0 0 0,0-1 0 0 0,0 0 1 0 0,0 0-1 0 0,0 0 0 0 0,0 0 0 0 0,0 1 0 0 0,0-1 1 0 0,0 0-1 0 0,0 0 0 0 0,0 0 0 0 0,0 0 0 0 0,-1 0 1 0 0,-1 2-2277 0 0,2-2 2276 0 0,-1 0 0 0 0,1 0 0 0 0,0 0 1 0 0,0 0-1 0 0,0 0 0 0 0,0 0 0 0 0,-1 0 0 0 0,1 0 1 0 0,0 0-1 0 0,0 0 0 0 0,0 0 0 0 0,0 0 0 0 0,-1 0 1 0 0,1 0-1 0 0,0-1 0 0 0,-7-6-3062 0 0,6 6 2820 0 0,-3-4-3224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3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202 58 3161 0 0,'-2'-4'955'0'0,"-1"0"1"0"0,1 0-1 0 0,-1 0 1 0 0,0 0 0 0 0,0 0-1 0 0,0 1 1 0 0,0-1-1 0 0,-1 1 1 0 0,-7-6-1 0 0,8 7-654 0 0,0 0 0 0 0,0 1 1 0 0,-1-1-1 0 0,1 1 0 0 0,0 0 0 0 0,-1-1 0 0 0,1 1 0 0 0,-1 1 0 0 0,1-1 0 0 0,-1 0 0 0 0,-6 1 0 0 0,6 0-271 0 0,1 1 0 0 0,-1-1-1 0 0,0 1 1 0 0,1 0 0 0 0,-1 0-1 0 0,1 1 1 0 0,-1-1 0 0 0,1 1-1 0 0,0-1 1 0 0,0 1-1 0 0,-1 0 1 0 0,1 0 0 0 0,0 1-1 0 0,1-1 1 0 0,-1 0 0 0 0,0 1-1 0 0,1 0 1 0 0,-1 0 0 0 0,1 0-1 0 0,0 0 1 0 0,0 0 0 0 0,0 0-1 0 0,0 0 1 0 0,1 1 0 0 0,-1-1-1 0 0,1 1 1 0 0,-1 4 0 0 0,0-5-21 0 0,1 1 1 0 0,0 0-1 0 0,0 0 1 0 0,0-1-1 0 0,0 1 1 0 0,1 0-1 0 0,-1 0 0 0 0,1 0 1 0 0,0 0-1 0 0,0 0 1 0 0,0 0-1 0 0,1 0 1 0 0,0 0-1 0 0,-1 0 1 0 0,1 0-1 0 0,1-1 1 0 0,-1 1-1 0 0,0 0 1 0 0,1-1-1 0 0,0 1 1 0 0,0-1-1 0 0,0 1 1 0 0,0-1-1 0 0,1 0 1 0 0,-1 0-1 0 0,1 0 0 0 0,3 3 1 0 0,-2-3 12 0 0,1 0 0 0 0,-1-1 0 0 0,1 1 0 0 0,-1-1 0 0 0,1-1 0 0 0,0 1 0 0 0,0-1 1 0 0,-1 1-1 0 0,1-1 0 0 0,0-1 0 0 0,1 1 0 0 0,-1-1 0 0 0,0 0 0 0 0,0 0 0 0 0,0 0 0 0 0,0-1 0 0 0,0 1 0 0 0,0-1 0 0 0,0 0 0 0 0,0-1 0 0 0,4-1 0 0 0,44-26 166 0 0,-50 28-182 0 0,0-1 1 0 0,-1 1 0 0 0,0-1-1 0 0,1 0 1 0 0,-1 0-1 0 0,0 0 1 0 0,0 0 0 0 0,0-1-1 0 0,0 1 1 0 0,0 0 0 0 0,-1-1-1 0 0,1 0 1 0 0,-1 1 0 0 0,1-1-1 0 0,-1 0 1 0 0,0 1 0 0 0,1-6-1 0 0,-2 7-16 0 0,-1 0 0 0 0,1 0 1 0 0,-1 0-1 0 0,0 0 0 0 0,1 1 0 0 0,-1-1 0 0 0,0 0 0 0 0,1 0 0 0 0,-1 1 1 0 0,0-1-1 0 0,0 0 0 0 0,0 1 0 0 0,1-1 0 0 0,-1 1 0 0 0,0-1 0 0 0,0 1 0 0 0,0-1 1 0 0,0 1-1 0 0,0 0 0 0 0,0-1 0 0 0,0 1 0 0 0,0 0 0 0 0,0 0 0 0 0,0 0 1 0 0,0 0-1 0 0,0 0 0 0 0,0 0 0 0 0,0 0 0 0 0,0 0 0 0 0,0 0 0 0 0,0 0 0 0 0,0 1 1 0 0,0-1-1 0 0,0 0 0 0 0,-2 1 0 0 0,-37 9-127 0 0,35-8 156 0 0,0 0 0 0 0,1 1 0 0 0,0-1 0 0 0,-1 1 1 0 0,1 0-1 0 0,0 1 0 0 0,0-1 0 0 0,1 0 0 0 0,-1 1 0 0 0,1 0 0 0 0,0 0 0 0 0,0 0 0 0 0,-4 7 0 0 0,2-2 87 0 0,1 0 0 0 0,0 1-1 0 0,1 0 1 0 0,-1 0 0 0 0,2-1-1 0 0,-3 15 1 0 0,3-2 4 0 0,0 0 0 0 0,1 0-1 0 0,2 1 1 0 0,0-1 0 0 0,7 35 0 0 0,-7-53-192 0 0,-1 0 0 0 0,2 0 1 0 0,-1 0-1 0 0,0 0 0 0 0,1 0 0 0 0,-1 0 0 0 0,1 0 1 0 0,0-1-1 0 0,0 1 0 0 0,1-1 0 0 0,-1 0 1 0 0,5 6-1 0 0,-6-9 5 0 0,0 1 1 0 0,0-1-1 0 0,-1 1 1 0 0,1-1-1 0 0,0 0 1 0 0,0 1-1 0 0,-1-1 1 0 0,1 1-1 0 0,0-1 1 0 0,0 0-1 0 0,0 0 1 0 0,0 0-1 0 0,0 0 1 0 0,-1 1-1 0 0,1-1 1 0 0,0 0 0 0 0,0 0-1 0 0,0 0 1 0 0,0-1-1 0 0,0 1 1 0 0,0 0-1 0 0,1-1 1 0 0,0 0-80 0 0,0 0 1 0 0,0 0-1 0 0,-1 0 1 0 0,1-1-1 0 0,0 1 1 0 0,-1-1 0 0 0,1 1-1 0 0,-1-1 1 0 0,1 1-1 0 0,-1-1 1 0 0,0 0-1 0 0,1 0 1 0 0,0-2-1 0 0,7-16-1573 0 0,-1 0 0 0 0,0-1 0 0 0,-2 0 0 0 0,0 0 0 0 0,-2 0-1 0 0,4-44 1 0 0,4-13 701 0 0,-15 65 11327 0 0,-7 37-4072 0 0,6-8-6580 0 0,1 6 670 0 0,2 1-1 0 0,1 0 1 0 0,0-1-1 0 0,2 1 1 0 0,7 39-1 0 0,-8-61-460 0 0,-1 0-1 0 0,0 1 1 0 0,0-1-1 0 0,0 0 0 0 0,-1 0 1 0 0,1 0-1 0 0,0 0 1 0 0,0 1-1 0 0,-1-1 1 0 0,1 0-1 0 0,0 0 1 0 0,-1 0-1 0 0,1 0 1 0 0,-1 0-1 0 0,1 0 1 0 0,-1 0-1 0 0,0 0 1 0 0,0 0-1 0 0,1 0 0 0 0,-1 0 1 0 0,0-1-1 0 0,0 1 1 0 0,0 0-1 0 0,0 0 1 0 0,0-1-1 0 0,0 1 1 0 0,0-1-1 0 0,0 1 1 0 0,0-1-1 0 0,0 1 1 0 0,0-1-1 0 0,0 0 1 0 0,0 1-1 0 0,0-1 0 0 0,0 0 1 0 0,-1 0-1 0 0,1 0 1 0 0,0 0-1 0 0,0 0 1 0 0,0 0-1 0 0,-2 0 1 0 0,-61-4-3497 0 0,45 2 3183 0 0,16 2 422 0 0,-8 0 240 0 0,-1-1 0 0 0,1 2 0 0 0,-20 2-1 0 0,28-3 62 0 0,1 1 1 0 0,-1-1-1 0 0,1 1 0 0 0,0 0 0 0 0,-1-1 0 0 0,1 1 0 0 0,0 0 0 0 0,0 1 0 0 0,0-1 0 0 0,0 0 0 0 0,0 1 0 0 0,0-1 0 0 0,0 1 0 0 0,0-1 0 0 0,0 1 0 0 0,1 0 0 0 0,-1 0 0 0 0,1 0 1 0 0,-1 0-1 0 0,1 0 0 0 0,0 0 0 0 0,0 0 0 0 0,0 0 0 0 0,-1 3 0 0 0,1-4-167 0 0,1-1 1 0 0,0 1-1 0 0,0 0 1 0 0,0-1-1 0 0,-1 1 1 0 0,1 0-1 0 0,0 0 1 0 0,0-1-1 0 0,0 1 1 0 0,0 0-1 0 0,0 0 1 0 0,1-1-1 0 0,-1 1 0 0 0,0 0 1 0 0,0-1-1 0 0,0 1 1 0 0,0 0-1 0 0,1 0 1 0 0,-1-1-1 0 0,0 1 1 0 0,1-1-1 0 0,-1 1 1 0 0,1 0-1 0 0,-1-1 1 0 0,1 1-1 0 0,-1-1 1 0 0,1 1-1 0 0,-1-1 1 0 0,1 1-1 0 0,-1-1 0 0 0,2 1 1 0 0,27 5 1471 0 0,30-14 114 0 0,35-18 6 0 0,87-18-2146 0 0,-180 44 38 0 0,0 0 0 0 0,1 0 0 0 0,-1-1 0 0 0,0 1 0 0 0,0 0 0 0 0,0-1-1 0 0,0 1 1 0 0,0-1 0 0 0,0 0 0 0 0,0 1 0 0 0,0-1 0 0 0,0 0 0 0 0,0 1 0 0 0,0-1 0 0 0,-1 0 0 0 0,1 0 0 0 0,0 0 0 0 0,-1 0 0 0 0,1 0 0 0 0,0 0 0 0 0,-1 0 0 0 0,1 0 0 0 0,-1 0-1 0 0,1 0 1 0 0,-1 0 0 0 0,0 0 0 0 0,1 0 0 0 0,-1-1 0 0 0,0 1 0 0 0,0 0 0 0 0,0 0 0 0 0,0 0 0 0 0,0 0 0 0 0,0-1 0 0 0,0 1 0 0 0,0 0 0 0 0,0 0 0 0 0,-1 0 0 0 0,1 0 0 0 0,0 0-1 0 0,-2-2 1 0 0,0-9-4367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4.3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3561 0 0,'24'0'9515'0'0,"2"2"-3964"0"0,29 8-2437 0 0,-50-9-3107 0 0,-1 0 0 0 0,1 1-1 0 0,-1 0 1 0 0,0 0 0 0 0,0 0 0 0 0,1 1 0 0 0,-2-1 0 0 0,1 1-1 0 0,0 0 1 0 0,0 0 0 0 0,-1 0 0 0 0,1 1 0 0 0,-1-1 0 0 0,0 1-1 0 0,0 0 1 0 0,-1 0 0 0 0,1 0 0 0 0,-1 0 0 0 0,0 0 0 0 0,0 0-1 0 0,0 1 1 0 0,1 5 0 0 0,0-1-411 0 0,-2 0 0 0 0,1 0 0 0 0,-1 1 0 0 0,0 13 0 0 0,-8 6-4602 0 0,6-28 4568 0 0,1 0 1 0 0,-1 0 0 0 0,1 0 0 0 0,-1 0 0 0 0,0 0-1 0 0,0-1 1 0 0,1 1 0 0 0,-1 0 0 0 0,0 0 0 0 0,0-1-1 0 0,0 1 1 0 0,0-1 0 0 0,0 1 0 0 0,0-1 0 0 0,0 1-1 0 0,0-1 1 0 0,0 1 0 0 0,0-1 0 0 0,0 0 0 0 0,0 0-1 0 0,-2 1 1 0 0,-5 0-3440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5:04.7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50 6401 0 0,'-29'25'6490'0'0,"28"-24"-6293"0"0,0 0 1 0 0,0 0-1 0 0,0 0 1 0 0,0 0-1 0 0,0 0 0 0 0,0 0 1 0 0,0 0-1 0 0,0 0 1 0 0,0 0-1 0 0,1 0 1 0 0,-1 1-1 0 0,0-1 0 0 0,1 0 1 0 0,-1 1-1 0 0,1-1 1 0 0,-1 0-1 0 0,1 1 1 0 0,0-1-1 0 0,0 0 0 0 0,-1 1 1 0 0,1-1-1 0 0,0 1 1 0 0,1 1-1 0 0,0-2-111 0 0,0 0-1 0 0,1 0 1 0 0,-1-1-1 0 0,1 1 0 0 0,-1-1 1 0 0,1 1-1 0 0,-1-1 1 0 0,1 0-1 0 0,-1 0 1 0 0,1 1-1 0 0,0-1 1 0 0,-1 0-1 0 0,1 0 1 0 0,-1 0-1 0 0,1-1 1 0 0,-1 1-1 0 0,1 0 0 0 0,2-1 1 0 0,35-9 390 0 0,-30 7-275 0 0,320-93 1571 0 0,-327 96-1316 0 0,-6 2-174 0 0,-18 8-103 0 0,-34 11-413 0 0,51-20 216 0 0,0 0 1 0 0,0 0-1 0 0,1 1 1 0 0,-1-1-1 0 0,0 1 0 0 0,1 0 1 0 0,-1 1-1 0 0,1-1 1 0 0,0 1-1 0 0,0 0 1 0 0,0 0-1 0 0,0 0 0 0 0,0 1 1 0 0,1-1-1 0 0,-1 1 1 0 0,1 0-1 0 0,0 0 1 0 0,0 0-1 0 0,0 0 0 0 0,1 0 1 0 0,-3 7-1 0 0,1 1 37 0 0,1 0 0 0 0,0 0-1 0 0,1 0 1 0 0,0 1-1 0 0,1-1 1 0 0,0 1 0 0 0,2 19-1 0 0,0 6-191 0 0,5 69 390 0 0,-5-98-704 0 0,1 0-1 0 0,0 0 1 0 0,0 0 0 0 0,1-1-1 0 0,4 11 1 0 0,-1-17-3768 0 0,-2-12 452 0 0,0-13-2313 0 0,-4 11 2359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0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13 4257 0 0,'-1'-1'345'0'0,"-1"0"0"0"0,0 0-1 0 0,0 0 1 0 0,1 0 0 0 0,-1 0 0 0 0,0 0 0 0 0,0 1-1 0 0,0-1 1 0 0,0 1 0 0 0,0-1 0 0 0,0 1 0 0 0,0 0-1 0 0,0-1 1 0 0,0 1 0 0 0,0 0 0 0 0,0 1 0 0 0,0-1-1 0 0,0 0 1 0 0,0 1 0 0 0,0-1 0 0 0,0 1 0 0 0,0-1-1 0 0,0 1 1 0 0,0 0 0 0 0,-3 1 0 0 0,3 0-160 0 0,-1 1 0 0 0,1 0 1 0 0,-1 0-1 0 0,1-1 0 0 0,0 1 0 0 0,0 0 0 0 0,0 1 1 0 0,0-1-1 0 0,0 0 0 0 0,1 1 0 0 0,0-1 0 0 0,-1 0 1 0 0,1 5-1 0 0,-3 8-6 0 0,1-1 1 0 0,1 1-1 0 0,1 0 1 0 0,0 0-1 0 0,2 27 1 0 0,0-39-122 0 0,-1 1 0 0 0,1 0 0 0 0,0-1 0 0 0,0 1 0 0 0,0-1 0 0 0,1 1 0 0 0,-1-1 1 0 0,1 0-1 0 0,0 0 0 0 0,1 1 0 0 0,-1-1 0 0 0,1-1 0 0 0,-1 1 0 0 0,5 4 1 0 0,-6-7-32 0 0,1 0 1 0 0,0 0 0 0 0,0 0-1 0 0,0 0 1 0 0,0 0 0 0 0,0 0 0 0 0,0 0-1 0 0,0-1 1 0 0,0 1 0 0 0,0-1-1 0 0,1 1 1 0 0,-1-1 0 0 0,0 0 0 0 0,0 0-1 0 0,0 0 1 0 0,0 0 0 0 0,1 0 0 0 0,-1-1-1 0 0,0 1 1 0 0,0-1 0 0 0,0 1-1 0 0,0-1 1 0 0,0 0 0 0 0,0 0 0 0 0,0 0-1 0 0,0 0 1 0 0,0 0 0 0 0,0 0-1 0 0,0 0 1 0 0,-1-1 0 0 0,3-1 0 0 0,7-6 22 0 0,0 1 0 0 0,-1-2 1 0 0,-1 1-1 0 0,0-1 1 0 0,0-1-1 0 0,-1 1 1 0 0,0-2-1 0 0,0 1 0 0 0,-2-1 1 0 0,1 0-1 0 0,-2 0 1 0 0,1-1-1 0 0,-2 0 0 0 0,6-21 1 0 0,-10 33-34 0 0,1-1 0 0 0,-1 0-1 0 0,0 0 1 0 0,0 0 0 0 0,1 0 0 0 0,-1 0 0 0 0,-1 0 0 0 0,1 0 0 0 0,0 1-1 0 0,0-1 1 0 0,-1 0 0 0 0,1 0 0 0 0,-1 0 0 0 0,1 0 0 0 0,-1 1 0 0 0,0-1-1 0 0,0 0 1 0 0,0 1 0 0 0,0-1 0 0 0,0 0 0 0 0,0 1 0 0 0,0-1 0 0 0,0 1-1 0 0,-1 0 1 0 0,1-1 0 0 0,-1 1 0 0 0,1 0 0 0 0,-1 0 0 0 0,1 0 0 0 0,-1 0-1 0 0,0 0 1 0 0,1 0 0 0 0,-1 0 0 0 0,0 1 0 0 0,0-1 0 0 0,0 1 0 0 0,1-1-1 0 0,-1 1 1 0 0,0 0 0 0 0,0-1 0 0 0,0 1 0 0 0,0 0 0 0 0,0 0 0 0 0,0 1-1 0 0,0-1 1 0 0,1 0 0 0 0,-3 1 0 0 0,-4 0-212 0 0,1 1 0 0 0,0-1 1 0 0,0 2-1 0 0,0-1 0 0 0,0 1 0 0 0,0 0 0 0 0,0 0 1 0 0,1 1-1 0 0,0 0 0 0 0,-12 9 0 0 0,13-8-466 0 0,0 1 0 0 0,0-1 0 0 0,0 1 0 0 0,1 0 0 0 0,0 1 0 0 0,-5 11 0 0 0,-6 24-6260 0 0,11-21 2252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0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0 209 9490 0 0,'6'3'6458'0'0,"6"-9"-4349"0"0,9-9-1225 0 0,23-22-118 0 0,72-46 1 0 0,-94 70-1302 0 0,0 1 0 0 0,25-10 1 0 0,-32 17-565 0 0,-1 0 0 0 0,1 1 1 0 0,0 0-1 0 0,21-1 0 0 0,-31 4 311 0 0,13 1-2413 0 0,-8 7-3049 0 0,-4 4 3633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1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82 382 912 0 0,'-6'4'593'0'0,"0"0"1"0"0,1 0-1 0 0,-1 0 0 0 0,1 1 1 0 0,0-1-1 0 0,1 1 0 0 0,-1 0 1 0 0,1 1-1 0 0,0-1 0 0 0,0 1 0 0 0,1 0 1 0 0,0 0-1 0 0,0 0 0 0 0,0 0 1 0 0,0 0-1 0 0,1 1 0 0 0,0-1 1 0 0,1 1-1 0 0,-2 12 0 0 0,1 0 86 0 0,0-1-1 0 0,1 1 1 0 0,1 0-1 0 0,1 0 1 0 0,1-1-1 0 0,4 21 1 0 0,-6-37-636 0 0,1-1 0 0 0,-1 1 0 0 0,1 0 1 0 0,-1-1-1 0 0,1 1 0 0 0,0 0 0 0 0,-1-1 0 0 0,1 1 0 0 0,0-1 1 0 0,0 1-1 0 0,0-1 0 0 0,0 0 0 0 0,0 1 0 0 0,1-1 1 0 0,-1 0-1 0 0,0 0 0 0 0,0 1 0 0 0,1-1 0 0 0,-1 0 1 0 0,1-1-1 0 0,-1 1 0 0 0,1 0 0 0 0,0 0 0 0 0,-1-1 0 0 0,1 1 1 0 0,-1-1-1 0 0,1 1 0 0 0,0-1 0 0 0,0 0 0 0 0,-1 1 1 0 0,1-1-1 0 0,0 0 0 0 0,0 0 0 0 0,-1 0 0 0 0,1-1 1 0 0,0 1-1 0 0,0 0 0 0 0,-1-1 0 0 0,1 1 0 0 0,0-1 0 0 0,-1 1 1 0 0,1-1-1 0 0,2-1 0 0 0,12-5 65 0 0,-1 0 1 0 0,0-1-1 0 0,24-16 1 0 0,-21 12-88 0 0,13-5-113 0 0,36-23-2090 0 0,-26 9-3454 0 0,-29 10 586 0 0,-8 11 2779 0 0,7-5-1485 0 0</inkml:trace>
  <inkml:trace contextRef="#ctx0" brushRef="#br0" timeOffset="1">501 1 9666 0 0,'-1'0'206'0'0,"1"0"0"0"0,0 0 1 0 0,-1 0-1 0 0,1 0 0 0 0,0 0 0 0 0,-1 0 0 0 0,1 0 1 0 0,0 0-1 0 0,-1 0 0 0 0,1 0 0 0 0,-1 0 0 0 0,1 0 0 0 0,0 0 1 0 0,-1 0-1 0 0,1 0 0 0 0,0 0 0 0 0,-1 0 0 0 0,1 1 1 0 0,0-1-1 0 0,0 0 0 0 0,-1 0 0 0 0,1 0 0 0 0,0 1 1 0 0,-1-1-1 0 0,1 0 0 0 0,0 0 0 0 0,0 1 0 0 0,-1-1 0 0 0,1 0 1 0 0,0 0-1 0 0,0 1 0 0 0,-1 0 0 0 0,-7 16 1919 0 0,0 17-1589 0 0,6-22-529 0 0,1 1 0 0 0,1 0 1 0 0,0 0-1 0 0,1 0 0 0 0,0-1 1 0 0,3 15-1 0 0,5 15-3156 0 0,-2-10-2620 0 0,-7-26 1528 0 0,1 0-286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1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1 144 10010 0 0,'29'-6'7199'0'0,"5"-8"-4072"0"0,40-28-3660 0 0,-7 4-101 0 0,-43 25-247 0 0,-17 9-25 0 0,1-1 0 0 0,0 1 0 0 0,-1 0 0 0 0,1 1 1 0 0,1 0-1 0 0,-1 0 0 0 0,15-2 0 0 0,-23 5 800 0 0,1 0-1 0 0,-1 0 1 0 0,0 0 0 0 0,0 1-1 0 0,0-1 1 0 0,0 0 0 0 0,1 0-1 0 0,-1 0 1 0 0,0 0 0 0 0,0 0-1 0 0,0 0 1 0 0,0 1 0 0 0,0-1-1 0 0,1 0 1 0 0,-1 0 0 0 0,0 0-1 0 0,0 1 1 0 0,0-1 0 0 0,0 0-1 0 0,0 0 1 0 0,0 0 0 0 0,0 1-1 0 0,0-1 1 0 0,0 0 0 0 0,0 0-1 0 0,0 0 1 0 0,0 1 0 0 0,0-1-1 0 0,0 0 1 0 0,0 0 0 0 0,0 0-1 0 0,0 1 1 0 0,0-1 0 0 0,0 0-1 0 0,0 0 1 0 0,0 0 0 0 0,0 1-1 0 0,0-1 1 0 0,0 0 0 0 0,0 0-1 0 0,-1 0 1 0 0,1 0 0 0 0,0 1-1 0 0,0-1 1 0 0,0 0 0 0 0,-10 19-2123 0 0,-11 13 799 0 0,-28 23 1750 0 0,-17 22 3579 0 0,62-71-3293 0 0,0 0 1 0 0,0 0-1 0 0,0 0 1 0 0,1 1-1 0 0,0 0 1 0 0,1 0-1 0 0,-1-1 1 0 0,1 2-1 0 0,0-1 1 0 0,-1 12 0 0 0,3-15-452 0 0,0-1 1 0 0,0 0 0 0 0,0 0 0 0 0,0 1 0 0 0,1-1 0 0 0,-1 0 0 0 0,1 0 0 0 0,0 0 0 0 0,0 0 0 0 0,0 0 0 0 0,0 0-1 0 0,0 0 1 0 0,1 0 0 0 0,-1 0 0 0 0,1 0 0 0 0,0-1 0 0 0,0 1 0 0 0,0-1 0 0 0,0 1 0 0 0,0-1 0 0 0,1 0 0 0 0,-1 0-1 0 0,1 0 1 0 0,-1 0 0 0 0,1 0 0 0 0,0 0 0 0 0,0-1 0 0 0,0 1 0 0 0,0-1 0 0 0,0 0 0 0 0,0 0 0 0 0,0 0 0 0 0,0 0-1 0 0,0-1 1 0 0,0 1 0 0 0,6-1 0 0 0,-2 1-53 0 0,1-1-1 0 0,-1 0 1 0 0,0-1-1 0 0,1 1 1 0 0,-1-1 0 0 0,0-1-1 0 0,0 1 1 0 0,0-1-1 0 0,0-1 1 0 0,0 1-1 0 0,0-1 1 0 0,-1 0-1 0 0,1-1 1 0 0,-1 0 0 0 0,9-6-1 0 0,-12 8-68 0 0,0-1 0 0 0,0 1 0 0 0,-1-1 0 0 0,1 1 0 0 0,-1-1 0 0 0,1 0 0 0 0,-1 1 0 0 0,0-1 0 0 0,0-1 0 0 0,-1 1 0 0 0,1 0 0 0 0,-1 0 0 0 0,1 0 0 0 0,-1-1 0 0 0,0 1 0 0 0,0-1 0 0 0,-1 1 0 0 0,1-1 0 0 0,-1 1 0 0 0,1-7 0 0 0,-2 7-21 0 0,0 0 1 0 0,-1 0-1 0 0,1 1 0 0 0,0-1 1 0 0,-1 0-1 0 0,0 1 1 0 0,1-1-1 0 0,-1 1 1 0 0,0-1-1 0 0,0 1 1 0 0,-1 0-1 0 0,1 0 0 0 0,0 0 1 0 0,-1 0-1 0 0,1 0 1 0 0,-1 1-1 0 0,0-1 1 0 0,1 1-1 0 0,-1-1 0 0 0,0 1 1 0 0,0 0-1 0 0,0 0 1 0 0,0 1-1 0 0,-5-2 1 0 0,1 1-150 0 0,0 0 0 0 0,1 0 0 0 0,-1 1 0 0 0,0 0 0 0 0,0 0 0 0 0,0 1 0 0 0,0-1 0 0 0,0 2 0 0 0,0-1 0 0 0,-13 5 0 0 0,17-5-170 0 0,-1 1 0 0 0,0 0 0 0 0,1-1 0 0 0,-1 1 1 0 0,1 1-1 0 0,0-1 0 0 0,0 0 0 0 0,0 1 0 0 0,-4 3 1 0 0,5-4-77 0 0,1 0 1 0 0,0 0 0 0 0,0-1-1 0 0,0 1 1 0 0,0 0 0 0 0,0 0-1 0 0,0 0 1 0 0,0 0-1 0 0,0 0 1 0 0,1 1 0 0 0,-1-1-1 0 0,1 0 1 0 0,0 0 0 0 0,-1 0-1 0 0,1 0 1 0 0,0 1 0 0 0,1 3-1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1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5905 0 0,'3'3'6843'0'0,"7"23"-4432"0"0,-9-5-1718 0 0,-1 0 0 0 0,-5 38 0 0 0,2-43-789 0 0,1-1 1 0 0,1 1-1 0 0,1 0 1 0 0,0-1-1 0 0,1 1 0 0 0,5 24 1 0 0,1-24-1795 0 0,-2-19-371 0 0,-4 1 2252 0 0,0-1-1 0 0,-1 1 1 0 0,1-1 0 0 0,-1 1 0 0 0,0-1 0 0 0,0 1 0 0 0,0-1 0 0 0,0 1 0 0 0,0-1-1 0 0,-1-4 1 0 0,0 3 280 0 0,1 0 0 0 0,-1-1-1 0 0,1 1 1 0 0,0 0 0 0 0,1 0 0 0 0,-1-1-1 0 0,1 1 1 0 0,0 0 0 0 0,0 0-1 0 0,0 0 1 0 0,1-1 0 0 0,-1 1-1 0 0,1 1 1 0 0,0-1 0 0 0,0 0 0 0 0,1 0-1 0 0,2-3 1 0 0,8-11-203 0 0,2 1 0 0 0,17-17 0 0 0,-12 13 135 0 0,38-51-111 0 0,-58 72-61 0 0,1 0-1 0 0,0 1 1 0 0,-1-1 0 0 0,1 1 0 0 0,-1-1-1 0 0,0 1 1 0 0,1 0 0 0 0,-1-1-1 0 0,1 1 1 0 0,-1-1 0 0 0,0 1-1 0 0,0 0 1 0 0,1-1 0 0 0,-1 1-1 0 0,0 0 1 0 0,0-1 0 0 0,0 1-1 0 0,1 0 1 0 0,-1-1 0 0 0,0 1-1 0 0,0 0 1 0 0,0 0 0 0 0,0-1-1 0 0,0 1 1 0 0,-1 0 0 0 0,1-1-1 0 0,0 1 1 0 0,0 0 0 0 0,2 33 737 0 0,-2-32-742 0 0,1 29-105 0 0,6 103 662 0 0,5-44-7528 0 0,-12-79 898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53 4745 0 0,'-6'15'2802'0'0,"-16"45"2138"0"0,21-56-4705 0 0,-1 1 0 0 0,2-1 1 0 0,-1 0-1 0 0,0 0 0 0 0,1 0 0 0 0,0 0 0 0 0,0 1 0 0 0,0-1 0 0 0,0 0 0 0 0,1 0 0 0 0,0 0 0 0 0,1 5 0 0 0,-1-8-192 0 0,-1 0-1 0 0,1 0 0 0 0,1 0 1 0 0,-1 1-1 0 0,0-1 0 0 0,0 0 1 0 0,0-1-1 0 0,0 1 1 0 0,1 0-1 0 0,-1 0 0 0 0,0 0 1 0 0,1-1-1 0 0,-1 1 0 0 0,1-1 1 0 0,-1 1-1 0 0,1-1 0 0 0,-1 0 1 0 0,1 1-1 0 0,-1-1 1 0 0,1 0-1 0 0,-1 0 0 0 0,1 0 1 0 0,-1 0-1 0 0,1 0 0 0 0,-1-1 1 0 0,1 1-1 0 0,-1 0 0 0 0,1-1 1 0 0,-1 1-1 0 0,1-1 1 0 0,-1 1-1 0 0,0-1 0 0 0,1 0 1 0 0,2-1-1 0 0,48-27 381 0 0,-38 20-318 0 0,-1-1 0 0 0,23-23-1 0 0,-32 29-84 0 0,-1 1 0 0 0,1-1 0 0 0,-1 0 0 0 0,-1 0 0 0 0,1 0 0 0 0,0 0 0 0 0,-1 0 0 0 0,0-1 0 0 0,0 1 0 0 0,0-1 0 0 0,-1 1 0 0 0,1-1 0 0 0,-1 0 0 0 0,1-8 0 0 0,-2 11-2 0 0,0 0 1 0 0,-1 0 0 0 0,1 0 0 0 0,-1 1 0 0 0,1-1 0 0 0,-1 0 0 0 0,0 0 0 0 0,1 0 0 0 0,-1 1 0 0 0,0-1 0 0 0,0 0 0 0 0,0 1 0 0 0,-1-1 0 0 0,1 1 0 0 0,0-1 0 0 0,-1 1-1 0 0,1 0 1 0 0,0 0 0 0 0,-1-1 0 0 0,0 1 0 0 0,1 0 0 0 0,-1 0 0 0 0,0 0 0 0 0,1 1 0 0 0,-1-1 0 0 0,0 0 0 0 0,0 1 0 0 0,0-1 0 0 0,1 1 0 0 0,-1-1 0 0 0,0 1 0 0 0,0 0 0 0 0,0 0-1 0 0,0 0 1 0 0,-2 0 0 0 0,-4 0 7 0 0,0 0-1 0 0,0 0 1 0 0,0 1-1 0 0,0 0 1 0 0,0 0-1 0 0,0 1 1 0 0,-8 2-1 0 0,9 0-101 0 0,0-1 0 0 0,0 1 1 0 0,1 0-1 0 0,0 0 0 0 0,0 1 0 0 0,0 0 0 0 0,0 0 1 0 0,1 0-1 0 0,0 1 0 0 0,-5 6 0 0 0,8-9-67 0 0,0-1 0 0 0,0 0 0 0 0,0 1 0 0 0,0-1-1 0 0,1 1 1 0 0,0 0 0 0 0,-1-1 0 0 0,1 1 0 0 0,0 0 0 0 0,0 0 0 0 0,0 0-1 0 0,1 0 1 0 0,-1 0 0 0 0,1 0 0 0 0,0 0 0 0 0,-1 0 0 0 0,1 0 0 0 0,1 0-1 0 0,-1 0 1 0 0,0 0 0 0 0,1 0 0 0 0,-1 0 0 0 0,1 0 0 0 0,0 0 0 0 0,0 0-1 0 0,0-1 1 0 0,1 1 0 0 0,1 3 0 0 0,-3-5-13 0 0,1-1 0 0 0,0 1 0 0 0,-1 0 0 0 0,1 0 1 0 0,0-1-1 0 0,0 1 0 0 0,-1 0 0 0 0,1-1 0 0 0,0 1 0 0 0,0-1 0 0 0,0 1 1 0 0,0-1-1 0 0,0 1 0 0 0,0-1 0 0 0,0 1 0 0 0,0-1 0 0 0,0 0 0 0 0,0 0 0 0 0,0 0 1 0 0,0 0-1 0 0,0 0 0 0 0,0 0 0 0 0,0 0 0 0 0,0 0 0 0 0,0 0 0 0 0,1 0 0 0 0,-1 0 1 0 0,0 0-1 0 0,1-2 0 0 0,27-15-4407 0 0,-12 4 1199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2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92 4969 0 0,'0'0'283'0'0,"0"-1"-1"0"0,0 0 1 0 0,0 0 0 0 0,-1 1 0 0 0,1-1-1 0 0,0 0 1 0 0,-1 1 0 0 0,1-1-1 0 0,-1 0 1 0 0,1 1 0 0 0,0-1-1 0 0,-1 0 1 0 0,0 1 0 0 0,1-1-1 0 0,-1 1 1 0 0,1-1 0 0 0,-1 1 0 0 0,1-1-1 0 0,-1 1 1 0 0,0 0 0 0 0,1-1-1 0 0,-1 1 1 0 0,0 0 0 0 0,0-1-1 0 0,1 1 1 0 0,-1 0 0 0 0,0 0-1 0 0,0 0 1 0 0,1 0 0 0 0,-1 0 0 0 0,0 0-1 0 0,0 0 1 0 0,-1 0 0 0 0,1 1-91 0 0,-1 0-1 0 0,1 0 1 0 0,0 0 0 0 0,-1 0 0 0 0,1 0 0 0 0,0 1 0 0 0,0-1 0 0 0,-1 0 0 0 0,1 1 0 0 0,0-1 0 0 0,0 1 0 0 0,1 0 0 0 0,-2 2 0 0 0,-1 3-184 0 0,0-1 1 0 0,1 0 0 0 0,0 1-1 0 0,0 0 1 0 0,1-1 0 0 0,0 1-1 0 0,-1 12 1 0 0,2-18-7 0 0,0 1 0 0 0,0 0 1 0 0,0 0-1 0 0,0 0 0 0 0,0 0 0 0 0,1 0 0 0 0,-1 0 0 0 0,1 0 1 0 0,-1 0-1 0 0,1 0 0 0 0,0-1 0 0 0,0 1 0 0 0,0 0 1 0 0,0 0-1 0 0,0-1 0 0 0,0 1 0 0 0,0-1 0 0 0,0 1 0 0 0,1-1 1 0 0,-1 1-1 0 0,1-1 0 0 0,-1 0 0 0 0,1 0 0 0 0,-1 1 0 0 0,1-1 1 0 0,0 0-1 0 0,-1-1 0 0 0,1 1 0 0 0,0 0 0 0 0,0 0 0 0 0,0-1 1 0 0,0 1-1 0 0,-1-1 0 0 0,1 0 0 0 0,0 1 0 0 0,0-1 1 0 0,0 0-1 0 0,0 0 0 0 0,0 0 0 0 0,0 0 0 0 0,0-1 0 0 0,0 1 1 0 0,0-1-1 0 0,0 1 0 0 0,0-1 0 0 0,0 1 0 0 0,-1-1 0 0 0,4-2 1 0 0,3 0 78 0 0,0-1 0 0 0,-1 0 0 0 0,0-1 0 0 0,0 1 0 0 0,0-2 0 0 0,-1 1 0 0 0,1-1 1 0 0,-1 1-1 0 0,0-2 0 0 0,5-7 0 0 0,-7 8 59 0 0,0-1 1 0 0,-1 1-1 0 0,0-1 0 0 0,0 0 1 0 0,-1 0-1 0 0,0-1 0 0 0,0 1 0 0 0,0 0 1 0 0,-1-1-1 0 0,1-13 0 0 0,-2 19-124 0 0,0-1-1 0 0,0 1 1 0 0,-1 0-1 0 0,1 0 1 0 0,0 0-1 0 0,-1 0 0 0 0,1 0 1 0 0,-1 0-1 0 0,0 0 1 0 0,1 0-1 0 0,-1 0 1 0 0,0 0-1 0 0,0 1 0 0 0,0-1 1 0 0,-1 0-1 0 0,1 0 1 0 0,0 1-1 0 0,-1-1 1 0 0,1 1-1 0 0,-1-1 1 0 0,1 1-1 0 0,-1 0 0 0 0,0-1 1 0 0,1 1-1 0 0,-1 0 1 0 0,0 0-1 0 0,0 0 1 0 0,0 1-1 0 0,0-1 0 0 0,0 0 1 0 0,0 1-1 0 0,0-1 1 0 0,0 1-1 0 0,0 0 1 0 0,0-1-1 0 0,0 1 0 0 0,-1 0 1 0 0,1 0-1 0 0,0 1 1 0 0,0-1-1 0 0,0 0 1 0 0,-4 2-1 0 0,3-1-202 0 0,0 0 1 0 0,-1 0-1 0 0,1 0 1 0 0,0 1-1 0 0,0-1 0 0 0,1 1 1 0 0,-1 0-1 0 0,0 0 0 0 0,0 0 1 0 0,1 0-1 0 0,-1 0 0 0 0,1 1 1 0 0,0-1-1 0 0,0 1 1 0 0,0 0-1 0 0,0-1 0 0 0,0 1 1 0 0,-2 5-1 0 0,-24 57-9034 0 0,23-46 4094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3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1 268 6409 0 0,'8'0'1440'0'0,"-1"-1"1"0"0,1 0-1 0 0,0 0 0 0 0,0 0 0 0 0,9-4 0 0 0,39-20 2147 0 0,51-47-3724 0 0,-50 32 641 0 0,-37 26-777 0 0,14-9-2329 0 0,-42 28 2181 0 0,0-1 0 0 0,1 1 0 0 0,-1 0-1 0 0,1 1 1 0 0,1 0 0 0 0,-12 12 0 0 0,10-8 565 0 0,1-1-1 0 0,0 1 1 0 0,0 1-1 0 0,1-1 1 0 0,1 1-1 0 0,0 1 1 0 0,0-1-1 0 0,-3 14 1 0 0,5-14-65 0 0,0 0 0 0 0,1 1 0 0 0,1-1 0 0 0,-1 0 0 0 0,2 1 0 0 0,0-1 0 0 0,0 1 0 0 0,1-1 0 0 0,0 1 0 0 0,1-1 0 0 0,0 0 0 0 0,1 0 0 0 0,0 0 0 0 0,1 0 0 0 0,10 20 0 0 0,-13-29-278 0 0,-1-1 1 0 0,1 1-1 0 0,0-1 1 0 0,0 0 0 0 0,0 1-1 0 0,0-1 1 0 0,0 0-1 0 0,0 1 1 0 0,0-1 0 0 0,0 0-1 0 0,0 0 1 0 0,0 0-1 0 0,1 0 1 0 0,-1 0 0 0 0,0 0-1 0 0,1-1 1 0 0,-1 1-1 0 0,1 0 1 0 0,-1-1 0 0 0,3 1-1 0 0,-3-1-21 0 0,0 0-1 0 0,0 0 1 0 0,0-1-1 0 0,0 1 1 0 0,0 0-1 0 0,0-1 1 0 0,0 1-1 0 0,0-1 1 0 0,0 1-1 0 0,0-1 1 0 0,-1 1-1 0 0,1-1 1 0 0,0 0-1 0 0,0 0 1 0 0,-1 1-1 0 0,1-1 1 0 0,0 0-1 0 0,-1 0 1 0 0,1 0-1 0 0,-1 0 1 0 0,1 1-1 0 0,-1-1 1 0 0,1-1-1 0 0,9-33-3248 0 0,-12 1 4773 0 0,1 32-705 0 0,1 0-1 0 0,-1-1 1 0 0,0 1 0 0 0,0 0 0 0 0,1-1 0 0 0,0 1-1 0 0,-1-1 1 0 0,1 1 0 0 0,0 0 0 0 0,0-1 0 0 0,0 1-1 0 0,1-3 1 0 0,0 3-94 0 0,0 1 0 0 0,0-1 0 0 0,1 1 0 0 0,-1 0 0 0 0,0 0 0 0 0,1-1 0 0 0,-1 1 0 0 0,0 0 0 0 0,1 0 0 0 0,-1 1 0 0 0,1-1 0 0 0,0 0 0 0 0,2 0 0 0 0,11-7-820 0 0,15-9 726 0 0,0-2 1 0 0,41-33-1 0 0,-57 40-2068 0 0,-1 0-1 0 0,0-1 0 0 0,19-25 0 0 0,-27 31 567 0 0,-1-1 0 0 0,1 0 0 0 0,-2-1 0 0 0,6-13 1 0 0,2-20 263 0 0,-4-24 7867 0 0,-3 194-396 0 0,1-66-8867 0 0,15 67-1 0 0,-20-127 1929 0 0,2 20-4117 0 0,-10-13-2060 0 0,3-6 2744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3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53 2585 0 0,'-3'4'808'0'0,"1"-1"1"0"0,-1 2 0 0 0,1-1 0 0 0,0 0 0 0 0,0 0 0 0 0,0 1 0 0 0,1-1 0 0 0,0 1-1 0 0,-2 7 1 0 0,3-8-394 0 0,0 0-1 0 0,-1 0 1 0 0,1 0 0 0 0,1 0-1 0 0,-1 0 1 0 0,0 1-1 0 0,1-1 1 0 0,0 0-1 0 0,0 0 1 0 0,2 4 0 0 0,-2-5-300 0 0,1-1 1 0 0,-1 1 0 0 0,1 0 0 0 0,-1-1 0 0 0,1 1 0 0 0,0-1-1 0 0,0 1 1 0 0,0-1 0 0 0,0 0 0 0 0,1 0 0 0 0,-1 0-1 0 0,1 0 1 0 0,-1 0 0 0 0,1 0 0 0 0,-1-1 0 0 0,1 1 0 0 0,0-1-1 0 0,0 0 1 0 0,0 0 0 0 0,0 0 0 0 0,0 0 0 0 0,0-1-1 0 0,0 1 1 0 0,0-1 0 0 0,0 0 0 0 0,0 1 0 0 0,0-1 0 0 0,0-1-1 0 0,0 1 1 0 0,7-2 0 0 0,8-3-175 0 0,1-1 0 0 0,-1-1 0 0 0,0-1 0 0 0,-1-1 0 0 0,1 0 1 0 0,-2-1-1 0 0,1-1 0 0 0,16-15 0 0 0,26-15-2722 0 0,-5 0-3762 0 0,-32 20 646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3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 7090 0 0,'-3'0'516'0'0,"-1"0"1"0"0,1 0 0 0 0,0 1 0 0 0,-1 0-1 0 0,1 0 1 0 0,0 0 0 0 0,0 0 0 0 0,-1 0 0 0 0,1 1-1 0 0,0-1 1 0 0,0 1 0 0 0,-2 2 0 0 0,-1 0-132 0 0,0 1 1 0 0,1-1 0 0 0,0 2-1 0 0,0-1 1 0 0,-5 8 0 0 0,-4 7-261 0 0,1 1 1 0 0,-13 31-1 0 0,20-40 317 0 0,-7 15-178 0 0,2 1 1 0 0,1 1 0 0 0,1 0 0 0 0,2 0 0 0 0,-8 59 0 0 0,13-67-198 0 0,1 0 0 0 0,1-1 0 0 0,0 1 0 0 0,2 0 0 0 0,0-1 0 0 0,1 1 0 0 0,1-1 0 0 0,1 0 0 0 0,12 31 0 0 0,-13-43-126 0 0,-1-1 0 0 0,1 0 1 0 0,1 0-1 0 0,-1 0 0 0 0,1-1 1 0 0,0 0-1 0 0,1 0 0 0 0,-1 0 0 0 0,1 0 1 0 0,0-1-1 0 0,1 0 0 0 0,-1 0 1 0 0,1-1-1 0 0,0 0 0 0 0,0 0 0 0 0,0 0 1 0 0,1-1-1 0 0,-1 0 0 0 0,1-1 1 0 0,0 0-1 0 0,0 0 0 0 0,0 0 0 0 0,0-1 1 0 0,0 0-1 0 0,0-1 0 0 0,12 0 1 0 0,-6-1-538 0 0,1 0 1 0 0,-1-1 0 0 0,1-1 0 0 0,-1 0 0 0 0,0-1 0 0 0,14-6 0 0 0,-13 4-873 0 0,0-1 0 0 0,-1 0 0 0 0,0-1 0 0 0,0 0 0 0 0,14-13 0 0 0,0 1-2180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4 7490 0 0,'-21'104'6864'0'0,"12"3"-3940"0"0,11 106-1484 0 0,-2-208-1381 0 0,0 11-113 0 0,7 80 287 0 0,-6-90-396 0 0,0 0 1 0 0,0 0-1 0 0,1 0 0 0 0,0 0 1 0 0,0 0-1 0 0,0-1 1 0 0,0 1-1 0 0,1-1 1 0 0,0 1-1 0 0,0-1 0 0 0,1 0 1 0 0,5 7-1 0 0,-8-11 5 0 0,0 0 1 0 0,0-1-1 0 0,0 1 0 0 0,-1 0 0 0 0,1 0 0 0 0,0-1 1 0 0,0 1-1 0 0,0 0 0 0 0,0-1 0 0 0,0 1 0 0 0,0-1 0 0 0,1 1 1 0 0,-1-1-1 0 0,0 0 0 0 0,0 1 0 0 0,0-1 0 0 0,0 0 0 0 0,0 0 1 0 0,1 0-1 0 0,-1 0 0 0 0,0 0 0 0 0,0 0 0 0 0,0 0 1 0 0,0 0-1 0 0,1 0 0 0 0,-1-1 0 0 0,0 1 0 0 0,0 0 0 0 0,1-1 1 0 0,0-1-171 0 0,1 0 0 0 0,-1 1 0 0 0,-1-1 1 0 0,1 0-1 0 0,0 0 0 0 0,0 0 0 0 0,-1-1 1 0 0,1 1-1 0 0,-1 0 0 0 0,0-1 1 0 0,0 1-1 0 0,2-4 0 0 0,1-4-674 0 0,-1-1 0 0 0,0 0 0 0 0,-1 1 0 0 0,0-1 0 0 0,1-16 0 0 0,-4-2-76 0 0,1-1 329 0 0</inkml:trace>
  <inkml:trace contextRef="#ctx0" brushRef="#br0" timeOffset="1">23 41 1536 0 0,'-4'-34'6513'0'0,"6"28"-2929"0"0,9 20-1211 0 0,52 128 1994 0 0,5 12-2967 0 0,-58-136-1238 0 0,1 0 1 0 0,0 0 0 0 0,2-1 0 0 0,0 0 0 0 0,26 26 0 0 0,-36-40-112 0 0,0 0 0 0 0,0-1 0 0 0,1 1 0 0 0,-1-1 0 0 0,1 0 1 0 0,-1 1-1 0 0,1-1 0 0 0,0-1 0 0 0,-1 1 0 0 0,1-1 0 0 0,0 1 0 0 0,0-1 1 0 0,0 0-1 0 0,0 0 0 0 0,7 0 0 0 0,-8-2-5 0 0,-1 1-1 0 0,1-1 1 0 0,0 1-1 0 0,-1-1 1 0 0,1 0-1 0 0,-1 0 1 0 0,1 0-1 0 0,-1-1 1 0 0,1 1-1 0 0,-1-1 1 0 0,0 1-1 0 0,1-1 1 0 0,-1 0-1 0 0,0 0 1 0 0,0 1 0 0 0,0-1-1 0 0,-1-1 1 0 0,1 1-1 0 0,0 0 1 0 0,-1 0-1 0 0,0-1 1 0 0,1 1-1 0 0,1-6 1 0 0,3-6-18 0 0,0-1 0 0 0,-1 1 0 0 0,-1-1 0 0 0,0-1 0 0 0,-1 1-1 0 0,1-22 1 0 0,-3-95-2347 0 0,-3 61-1705 0 0,4 61 2194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 9754 0 0,'0'5'4699'0'0,"10"-3"-3058"0"0,10-3-970 0 0,1-8-464 0 0,0 0 0 0 0,-1-1-1 0 0,-1-1 1 0 0,0 0 0 0 0,0-2 0 0 0,-1 0 0 0 0,-1-1 0 0 0,18-19 0 0 0,-64 62-63 0 0,3-5-122 0 0,2 2 0 0 0,-30 39 0 0 0,47-54 46 0 0,0 0-1 0 0,1 0 0 0 0,0 1 1 0 0,0-1-1 0 0,2 1 0 0 0,-1 0 0 0 0,2 1 1 0 0,0-1-1 0 0,0 1 0 0 0,-1 18 1 0 0,1-1-24 0 0,2 0 1 0 0,1 0-1 0 0,1 1 1 0 0,2-1 0 0 0,1 0-1 0 0,1 0 1 0 0,1 0-1 0 0,17 43 1 0 0,-23-71-54 0 0,1 0 0 0 0,0 0 0 0 0,0-1 0 0 0,0 1 0 0 0,0 0-1 0 0,0-1 1 0 0,0 1 0 0 0,0-1 0 0 0,0 1 0 0 0,0-1 0 0 0,1 0 0 0 0,-1 0 0 0 0,1 1 0 0 0,-1-1 0 0 0,1 0 0 0 0,-1 0 0 0 0,1 0-1 0 0,0-1 1 0 0,-1 1 0 0 0,1 0 0 0 0,0-1 0 0 0,0 1 0 0 0,0-1 0 0 0,-1 1 0 0 0,1-1 0 0 0,0 0 0 0 0,0 0 0 0 0,0 0 0 0 0,0 0-1 0 0,0 0 1 0 0,0 0 0 0 0,-1 0 0 0 0,1-1 0 0 0,0 1 0 0 0,0-1 0 0 0,0 1 0 0 0,1-2 0 0 0,9-3 14 0 0,0-1 0 0 0,0 0 1 0 0,-1-1-1 0 0,16-12 0 0 0,-1 1-7 0 0,7 1-162 0 0,31-19-748 0 0,-62 34 456 0 0,1-1-1 0 0,0 1 0 0 0,-1 0 0 0 0,1-1 0 0 0,-1 1 0 0 0,0-1 0 0 0,1 0 0 0 0,-1 0 1 0 0,2-5-1 0 0,-4 7 116 0 0,0 0 1 0 0,0 0 0 0 0,0 0-1 0 0,0 0 1 0 0,0 0 0 0 0,0 0 0 0 0,-1 0-1 0 0,1 0 1 0 0,0 0 0 0 0,-1 0-1 0 0,1 0 1 0 0,-1 0 0 0 0,1 0-1 0 0,-1 0 1 0 0,1 0 0 0 0,-1 0 0 0 0,0 0-1 0 0,0 1 1 0 0,1-1 0 0 0,-1 0-1 0 0,-1-1 1 0 0,-1 0-801 0 0,-2-6-2925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5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1 144 9314 0 0,'1'1'386'0'0,"0"0"0"0"0,0-1-1 0 0,0 1 1 0 0,0 0 0 0 0,0-1 0 0 0,0 1 0 0 0,0-1-1 0 0,0 1 1 0 0,1-1 0 0 0,-1 1 0 0 0,0-1 0 0 0,0 0-1 0 0,1 0 1 0 0,-1 0 0 0 0,0 0 0 0 0,0 0 0 0 0,3 0-1 0 0,26-7 1433 0 0,24-20-1702 0 0,-54 27-68 0 0,13-8-41 0 0,77-47-963 0 0,-35 12-4970 0 0,-41 32 2452 0 0,4 13-1080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5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5185 0 0,'6'0'2358'0'0,"21"0"4295"0"0,-20 0-6350 0 0,-1-1 1 0 0,1 0 0 0 0,-1 0-1 0 0,1-1 1 0 0,-1 1 0 0 0,0-1-1 0 0,11-6 1 0 0,-14 7-236 0 0,7-3 33 0 0,-1 0-1 0 0,0 0 1 0 0,0-1-1 0 0,-1 0 1 0 0,1 0-1 0 0,-1-1 1 0 0,-1 0-1 0 0,1 0 1 0 0,-1-1-1 0 0,0 0 1 0 0,0-1-1 0 0,7-10 1 0 0,-14 18-92 0 0,0 0 0 0 0,0 0 0 0 0,0 0 0 0 0,0 0-1 0 0,0 0 1 0 0,0-1 0 0 0,1 1 0 0 0,-1 0 0 0 0,0 0 0 0 0,0 0 0 0 0,0 0 0 0 0,0 0 0 0 0,0 0 0 0 0,0-1 0 0 0,0 1 0 0 0,0 0 0 0 0,0 0 0 0 0,0 0-1 0 0,0 0 1 0 0,0 0 0 0 0,0 0 0 0 0,0-1 0 0 0,0 1 0 0 0,0 0 0 0 0,0 0 0 0 0,0 0 0 0 0,-1 0 0 0 0,1 0 0 0 0,0 0 0 0 0,0-1 0 0 0,0 1-1 0 0,0 0 1 0 0,0 0 0 0 0,0 0 0 0 0,0 0 0 0 0,0 0 0 0 0,0 0 0 0 0,0 0 0 0 0,-1 0 0 0 0,1-1 0 0 0,0 1 0 0 0,0 0 0 0 0,0 0 0 0 0,0 0 0 0 0,0 0-1 0 0,0 0 1 0 0,-1 0 0 0 0,1 0 0 0 0,0 0 0 0 0,0 0 0 0 0,0 0 0 0 0,0 0 0 0 0,0 0 0 0 0,0 0 0 0 0,-1 0 0 0 0,-12 2 283 0 0,-12 8-83 0 0,15-4-208 0 0,1 0-1 0 0,0 1 1 0 0,1 0-1 0 0,-1 1 1 0 0,1 0-1 0 0,1 0 1 0 0,-1 1 0 0 0,2 0-1 0 0,-1 0 1 0 0,1 1-1 0 0,0-1 1 0 0,1 2-1 0 0,1-1 1 0 0,-7 18-1 0 0,1 4 3 0 0,1 0 0 0 0,2 1-1 0 0,-6 54 1 0 0,11-70-20 0 0,1 0 0 0 0,1 0 0 0 0,0 0 0 0 0,1 0 0 0 0,1 0 0 0 0,5 23 0 0 0,-7-36 34 0 0,1 0 0 0 0,1-1-1 0 0,-1 1 1 0 0,0-1 0 0 0,1 1 0 0 0,0-1-1 0 0,-1 1 1 0 0,1-1 0 0 0,1 0 0 0 0,-1 0-1 0 0,0 0 1 0 0,1 0 0 0 0,0 0 0 0 0,-1-1 0 0 0,1 1-1 0 0,0-1 1 0 0,0 0 0 0 0,1 0 0 0 0,-1 0-1 0 0,0 0 1 0 0,1 0 0 0 0,-1-1 0 0 0,1 1-1 0 0,0-1 1 0 0,-1 0 0 0 0,1 0 0 0 0,0-1-1 0 0,0 1 1 0 0,-1-1 0 0 0,1 1 0 0 0,0-1-1 0 0,0-1 1 0 0,6 0 0 0 0,19-2 682 0 0,52-12 0 0 0,-74 13-835 0 0,0 0 1 0 0,0 0-1 0 0,0 0 1 0 0,0-1-1 0 0,-1 0 0 0 0,1 0 1 0 0,-1-1-1 0 0,0 0 1 0 0,0 0-1 0 0,0-1 0 0 0,0 1 1 0 0,-1-1-1 0 0,5-6 1 0 0,-9 10-101 0 0,0 0 0 0 0,-1 1 0 0 0,1-1 0 0 0,-1 0 0 0 0,0 0 0 0 0,1 0 0 0 0,-1 1 0 0 0,0-1 0 0 0,1 0-1 0 0,-1 0 1 0 0,0 0 0 0 0,0 0 0 0 0,0 0 0 0 0,0 0 0 0 0,0 1 0 0 0,0-1 0 0 0,0 0 0 0 0,0 0 0 0 0,0 0 0 0 0,0 0 0 0 0,-1 0 0 0 0,1 0 0 0 0,0 1 0 0 0,0-1 0 0 0,-1 0 0 0 0,1 0 0 0 0,-1 0 0 0 0,1 1 0 0 0,-1-1 0 0 0,1 0 0 0 0,-2-1 0 0 0,-21-15-6457 0 0,21 15 6366 0 0,-12-7-3207 0 0</inkml:trace>
  <inkml:trace contextRef="#ctx0" brushRef="#br0" timeOffset="1">50 349 5473 0 0,'2'5'7131'0'0,"-2"-5"-7004"0"0,14 3 2218 0 0,13-3-1424 0 0,0-7-855 0 0,-1 0 1 0 0,1-2 0 0 0,-2-1-1 0 0,34-17 1 0 0,40-32-4481 0 0,-47 17-1503 0 0,-26 21 1630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3641 0 0,'-11'7'6371'0'0,"3"10"-3633"0"0,2 20-1070 0 0,6-34-1195 0 0,-4 51 1390 0 0,3 63 0 0 0,28 139-502 0 0,-24-237-1476 0 0,20 95 2 0 0,-19-101-697 0 0,0 0 1 0 0,1 0-1 0 0,10 18 1 0 0,-13-38-3727 0 0,0-38 666 0 0,-23-48-2036 0 0,14 55 3978 0 0</inkml:trace>
  <inkml:trace contextRef="#ctx0" brushRef="#br0" timeOffset="1">5 113 3841 0 0,'0'-3'453'0'0,"1"0"0"0"0,0 0 0 0 0,0 0 1 0 0,0 0-1 0 0,0 1 0 0 0,0-1 0 0 0,1 0 0 0 0,-1 1 1 0 0,1-1-1 0 0,-1 1 0 0 0,1 0 0 0 0,0-1 0 0 0,0 1 1 0 0,0 0-1 0 0,1 0 0 0 0,-1 0 0 0 0,0 1 0 0 0,1-1 1 0 0,-1 0-1 0 0,1 1 0 0 0,3-2 0 0 0,-1 2-96 0 0,0-1-1 0 0,-1 2 1 0 0,1-1-1 0 0,0 1 0 0 0,0-1 1 0 0,-1 1-1 0 0,1 1 1 0 0,0-1-1 0 0,0 1 1 0 0,-1-1-1 0 0,1 1 1 0 0,5 2-1 0 0,4 2-7 0 0,-1 0-1 0 0,0 1 0 0 0,-1 0 1 0 0,1 1-1 0 0,-1 0 0 0 0,0 1 1 0 0,-1 0-1 0 0,13 13 1 0 0,-17-14-234 0 0,-1 0 0 0 0,0 0 1 0 0,-1 0-1 0 0,1 1 0 0 0,-2 0 0 0 0,1 0 1 0 0,-1 0-1 0 0,0 1 0 0 0,0-1 1 0 0,-1 1-1 0 0,-1 0 0 0 0,4 18 0 0 0,-4-13 33 0 0,-2 0 0 0 0,1-1 0 0 0,-2 1 0 0 0,0 0 0 0 0,0 0 0 0 0,-2-1 0 0 0,1 1 0 0 0,-6 12 0 0 0,0 0-410 0 0,-2-1 0 0 0,-1 0 0 0 0,-19 32 0 0 0,8-22-2558 0 0,-34 42 1 0 0,17-38-5135 0 0,22-25 1489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16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3441 0 0,'7'2'6001'0'0,"23"9"-2948"0"0,-10-2-2336 0 0,0 1 0 0 0,-1 1 0 0 0,0 1 0 0 0,-1 0-1 0 0,0 1 1 0 0,-1 1 0 0 0,0 1 0 0 0,18 21 0 0 0,-26-25-551 0 0,0 1 0 0 0,-1 0-1 0 0,-1 0 1 0 0,0 1-1 0 0,-1-1 1 0 0,0 1 0 0 0,-1 1-1 0 0,-1-1 1 0 0,0 1-1 0 0,0 0 1 0 0,-1 0 0 0 0,-1 0-1 0 0,0 27 1 0 0,-3-11 20 0 0,-1-1 0 0 0,-1 1 0 0 0,-2-1 0 0 0,-1-1 0 0 0,-17 51 0 0 0,-21 30-1745 0 0,-6-9-5362 0 0,42-90 2664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4217 0 0,'-12'43'6741'0'0,"10"33"-4126"0"0,2-39-1766 0 0,-2 50-566 0 0,4 1 0 0 0,20 131 0 0 0,-11-185-2695 0 0,-14-54-6359 0 0,-1 6 5619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3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3545 0 0,'3'-5'610'0'0,"-1"-1"1"0"0,1 1 0 0 0,0 0 0 0 0,0 0-1 0 0,1 0 1 0 0,-1 1 0 0 0,1-1-1 0 0,0 1 1 0 0,0 0 0 0 0,1 0-1 0 0,-1 0 1 0 0,1 0 0 0 0,0 1-1 0 0,0 0 1 0 0,6-3 0 0 0,-3 2-181 0 0,1 1 1 0 0,-1 0-1 0 0,1 0 1 0 0,-1 1-1 0 0,1 0 1 0 0,0 0-1 0 0,0 1 1 0 0,0 0-1 0 0,16 1 1 0 0,-17 1-307 0 0,-1-1 0 0 0,1 2 0 0 0,0-1 1 0 0,0 1-1 0 0,-1 0 0 0 0,1 0 0 0 0,-1 1 0 0 0,0 0 0 0 0,0 1 0 0 0,0-1 1 0 0,8 7-1 0 0,-11-7-51 0 0,0 0 1 0 0,0 1-1 0 0,0-1 1 0 0,-1 1 0 0 0,1 0-1 0 0,-1 1 1 0 0,0-1-1 0 0,0 0 1 0 0,0 1-1 0 0,-1 0 1 0 0,1 0 0 0 0,-1-1-1 0 0,0 1 1 0 0,-1 1-1 0 0,1-1 1 0 0,-1 0-1 0 0,1 7 1 0 0,-1 3-46 0 0,-1 0 1 0 0,-1 1-1 0 0,0-1 1 0 0,-1 0-1 0 0,0 0 0 0 0,-1 0 1 0 0,-1 0-1 0 0,-1 0 1 0 0,-9 21-1 0 0,9-25-141 0 0,0 1 1 0 0,-1-1-1 0 0,0-1 1 0 0,-1 1-1 0 0,0-1 1 0 0,0 0-1 0 0,-1-1 1 0 0,-1 1-1 0 0,1-2 1 0 0,-2 1-1 0 0,1-1 1 0 0,-13 8-1 0 0,21-15 75 0 0,-1 0-1 0 0,1 0 1 0 0,0 0 0 0 0,0 0-1 0 0,-1-1 1 0 0,1 1 0 0 0,-1 0-1 0 0,1-1 1 0 0,-1 1 0 0 0,1 0-1 0 0,-1-1 1 0 0,1 0 0 0 0,-1 1-1 0 0,1-1 1 0 0,-1 0 0 0 0,0 0-1 0 0,1 0 1 0 0,-1 0 0 0 0,1 0-1 0 0,-1 0 1 0 0,1-1 0 0 0,-1 1-1 0 0,0 0 1 0 0,1-1 0 0 0,-1 1-1 0 0,1-1 1 0 0,-1 1 0 0 0,1-1-1 0 0,0 0 1 0 0,-1 0 0 0 0,1 0-1 0 0,0 0 1 0 0,-1 0 0 0 0,1 0-1 0 0,0 0 1 0 0,0 0 0 0 0,-2-2-1 0 0,3 0 32 0 0,-1 1-1 0 0,0 0 0 0 0,1 0 0 0 0,0-1 1 0 0,-1 1-1 0 0,1 0 0 0 0,0-1 0 0 0,0 1 1 0 0,0 0-1 0 0,1 0 0 0 0,-1-1 0 0 0,1 1 1 0 0,-1 0-1 0 0,1 0 0 0 0,0-1 0 0 0,-1 1 1 0 0,1 0-1 0 0,0 0 0 0 0,0 0 1 0 0,1 0-1 0 0,-1 0 0 0 0,0 0 0 0 0,1 1 1 0 0,-1-1-1 0 0,1 0 0 0 0,2-1 0 0 0,0-1 126 0 0,0-1-1 0 0,1 1 1 0 0,0 1-1 0 0,0-1 1 0 0,0 1-1 0 0,0 0 1 0 0,0 0-1 0 0,1 0 1 0 0,0 1-1 0 0,-1 0 0 0 0,1 0 1 0 0,0 0-1 0 0,0 1 1 0 0,0 0-1 0 0,0 0 1 0 0,0 1-1 0 0,0-1 1 0 0,0 1-1 0 0,0 0 0 0 0,10 2 1 0 0,-11 0-42 0 0,0-1 0 0 0,0 1 0 0 0,0 0-1 0 0,0 0 1 0 0,0 0 0 0 0,0 0 0 0 0,-1 1 0 0 0,1 0 0 0 0,-1 0 0 0 0,0 1 0 0 0,0-1-1 0 0,0 1 1 0 0,0 0 0 0 0,-1-1 0 0 0,1 2 0 0 0,-1-1 0 0 0,0 0 0 0 0,0 1 0 0 0,-1-1 0 0 0,1 1-1 0 0,-1 0 1 0 0,0 0 0 0 0,2 9 0 0 0,1 7-225 0 0,-1 0 0 0 0,-1 0 1 0 0,-1 1-1 0 0,0 28 0 0 0,-9 39-6234 0 0,7-89 6223 0 0,0 0-1 0 0,0 1 1 0 0,0-1-1 0 0,0 0 1 0 0,0 1-1 0 0,0-1 1 0 0,0 0 0 0 0,0 1-1 0 0,0-1 1 0 0,0 0-1 0 0,0 1 1 0 0,0-1-1 0 0,0 0 1 0 0,0 1-1 0 0,0-1 1 0 0,0 0 0 0 0,0 0-1 0 0,-1 1 1 0 0,1-1-1 0 0,0 0 1 0 0,0 1-1 0 0,0-1 1 0 0,-1 0-1 0 0,1 0 1 0 0,0 1-1 0 0,0-1 1 0 0,0 0 0 0 0,-1 0-1 0 0,1 1 1 0 0,0-1-1 0 0,-1 0 1 0 0,1 0-1 0 0,0 0 1 0 0,0 0-1 0 0,-1 0 1 0 0,1 1 0 0 0,0-1-1 0 0,-1 0 1 0 0,1 0-1 0 0,0 0 1 0 0,-1 0-1 0 0,1 0 1 0 0,0 0-1 0 0,-1 0 1 0 0,1 0 0 0 0,0 0-1 0 0,-1 0 1 0 0,1 0-1 0 0,0 0 1 0 0,-1 0-1 0 0,1 0 1 0 0,0-1-1 0 0,-1 1 1 0 0,1 0-1 0 0,0 0 1 0 0,0 0 0 0 0,-1-1-1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4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0 219 4561 0 0,'23'16'7592'0'0,"1"-12"-4829"0"0,-18-5-2588 0 0,1-1-1 0 0,0 1 1 0 0,-1-1 0 0 0,1-1 0 0 0,11-5 0 0 0,0 0-57 0 0,-1 0 0 0 0,0-2 0 0 0,0 0 1 0 0,-1 0-1 0 0,22-20 0 0 0,-36 28-89 0 0,1-1 0 0 0,0 1-1 0 0,-1 0 1 0 0,0-1 0 0 0,1 0 0 0 0,-1 1 0 0 0,0-1-1 0 0,0 0 1 0 0,0 0 0 0 0,-1 0 0 0 0,1 0 0 0 0,-1-1-1 0 0,0 1 1 0 0,0 0 0 0 0,0 0 0 0 0,0-1 0 0 0,0 1-1 0 0,-1-1 1 0 0,0 1 0 0 0,1-1 0 0 0,-1 1 0 0 0,-1-1-1 0 0,1 1 1 0 0,0-1 0 0 0,-1 1 0 0 0,0 0 0 0 0,1-1-1 0 0,-1 1 1 0 0,-1 0 0 0 0,1-1 0 0 0,0 1 0 0 0,-1 0-1 0 0,0 0 1 0 0,0 0 0 0 0,0 0 0 0 0,0 1 0 0 0,0-1-1 0 0,-4-4 1 0 0,3 5-41 0 0,0-1-1 0 0,1 1 1 0 0,-1 0-1 0 0,0 1 1 0 0,0-1 0 0 0,0 0-1 0 0,0 1 1 0 0,0-1-1 0 0,0 1 1 0 0,-1 0 0 0 0,1 0-1 0 0,0 1 1 0 0,-1-1-1 0 0,1 0 1 0 0,-1 1 0 0 0,1 0-1 0 0,0 0 1 0 0,-1 0-1 0 0,1 0 1 0 0,-1 1-1 0 0,1-1 1 0 0,0 1 0 0 0,-1 0-1 0 0,1 0 1 0 0,0 0-1 0 0,0 0 1 0 0,0 1 0 0 0,0-1-1 0 0,0 1 1 0 0,0 0-1 0 0,-5 4 1 0 0,-1 0-77 0 0,0 0-1 0 0,1 1 1 0 0,0 0-1 0 0,0 0 1 0 0,1 1 0 0 0,0 0-1 0 0,0 0 1 0 0,1 1 0 0 0,-7 11-1 0 0,8-10 58 0 0,0 1 0 0 0,1 0 0 0 0,0 1 0 0 0,1-1 0 0 0,0 0 0 0 0,1 1 0 0 0,0 0 0 0 0,1 0 0 0 0,0-1 0 0 0,1 1 0 0 0,0 0 0 0 0,3 18 0 0 0,-2-25-43 0 0,0 0 0 0 0,0-1 0 0 0,1 1 0 0 0,-1-1 0 0 0,1 1 0 0 0,0-1 0 0 0,0 0 0 0 0,0 0 0 0 0,1 0 0 0 0,0 0 0 0 0,0 0 0 0 0,0 0 0 0 0,0-1 0 0 0,0 1 0 0 0,1-1 0 0 0,-1 0 0 0 0,1 0 0 0 0,0 0-1 0 0,0-1 1 0 0,0 1 0 0 0,0-1 0 0 0,0 0 0 0 0,1 0 0 0 0,-1-1 0 0 0,1 1 0 0 0,-1-1 0 0 0,1 0 0 0 0,0 0 0 0 0,-1 0 0 0 0,1-1 0 0 0,0 0 0 0 0,0 0 0 0 0,7 0 0 0 0,-1-1-684 0 0,-1 0 0 0 0,0-1 0 0 0,0 0 1 0 0,1-1-1 0 0,-2 0 0 0 0,1 0 0 0 0,0-1 0 0 0,-1 0 0 0 0,1-1 1 0 0,15-10-1 0 0,0-2-2905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4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5 6073 0 0,'-3'-1'139'0'0,"-1"0"0"0"0,1 1 0 0 0,0-1 0 0 0,-1 0 0 0 0,1 1 0 0 0,0 0 0 0 0,-1 0 0 0 0,1 0 0 0 0,0 0 0 0 0,-1 1 0 0 0,1-1 0 0 0,0 1 0 0 0,-1 0 0 0 0,1 0 0 0 0,0 0 0 0 0,0 0 1 0 0,0 0-1 0 0,-3 3 0 0 0,0-1 239 0 0,1 1 1 0 0,0 0 0 0 0,0 0 0 0 0,1 1-1 0 0,-1-1 1 0 0,1 1 0 0 0,0 0 0 0 0,0 0-1 0 0,-3 6 1 0 0,0 0 108 0 0,2 0 0 0 0,-1 0 1 0 0,1 1-1 0 0,1-1 0 0 0,0 1 0 0 0,1 0 1 0 0,0 0-1 0 0,1 1 0 0 0,-1 18 0 0 0,2-30-484 0 0,1 0 0 0 0,0 1 0 0 0,0-1 0 0 0,0 0-1 0 0,0 1 1 0 0,0-1 0 0 0,0 0 0 0 0,0 1-1 0 0,0-1 1 0 0,1 0 0 0 0,-1 1 0 0 0,1-1 0 0 0,-1 0-1 0 0,0 0 1 0 0,1 1 0 0 0,0-1 0 0 0,-1 0-1 0 0,1 0 1 0 0,0 0 0 0 0,0 0 0 0 0,0 0 0 0 0,-1 0-1 0 0,1 0 1 0 0,0 0 0 0 0,0 0 0 0 0,0 0-1 0 0,1 0 1 0 0,-1-1 0 0 0,0 1 0 0 0,0 0 0 0 0,0-1-1 0 0,1 1 1 0 0,-1-1 0 0 0,0 1 0 0 0,0-1 0 0 0,1 0-1 0 0,-1 1 1 0 0,0-1 0 0 0,1 0 0 0 0,-1 0-1 0 0,0 0 1 0 0,1 0 0 0 0,-1 0 0 0 0,0 0 0 0 0,1-1-1 0 0,-1 1 1 0 0,0 0 0 0 0,1-1 0 0 0,-1 1-1 0 0,0-1 1 0 0,0 1 0 0 0,3-2 0 0 0,4-1 23 0 0,-1-1 0 0 0,1 0 0 0 0,-1 0 1 0 0,1-1-1 0 0,-1 0 0 0 0,12-11 0 0 0,-8 2 115 0 0,-1-1 1 0 0,0-1-1 0 0,-1 1 1 0 0,-1-1-1 0 0,-1-1 0 0 0,10-28 1 0 0,-25 126-541 0 0,5 0 0 0 0,10 135 0 0 0,-6-205-65 0 0,4 34-1424 0 0,5-22-2292 0 0,-9-23 4006 0 0,-1 0 0 0 0,1 0 0 0 0,-1 0 0 0 0,1 0 0 0 0,0 0 0 0 0,-1 0 0 0 0,1 0 0 0 0,-1 0-1 0 0,1-1 1 0 0,-1 1 0 0 0,1 0 0 0 0,-1 0 0 0 0,1-1 0 0 0,-1 1 0 0 0,1 0 0 0 0,-1-1 0 0 0,0 1 0 0 0,1 0 0 0 0,-1-1-1 0 0,1 1 1 0 0,-1 0 0 0 0,0-1 0 0 0,1 1 0 0 0,-1-1 0 0 0,0 1 0 0 0,0-1 0 0 0,1 1 0 0 0,-1-1 0 0 0,0 1-1 0 0,0-1 1 0 0,0 1 0 0 0,1-1 0 0 0,-1 1 0 0 0,0-1 0 0 0,0 1 0 0 0,0-1 0 0 0,0 0 0 0 0,0 0 0 0 0,1-2-786 0 0,5-8-1553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5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89 2569 0 0,'-3'-7'6396'0'0,"3"7"-6218"0"0,0 0-1 0 0,0 0 1 0 0,-1-1 0 0 0,1 1-1 0 0,0 0 1 0 0,0 0 0 0 0,0 0-1 0 0,-1 0 1 0 0,1 0 0 0 0,0 0-1 0 0,-4 2 3022 0 0,4-2-3022 0 0,-8 24 2532 0 0,-1 34-2613 0 0,9-39 103 0 0,4 80 310 0 0,-3-91-491 0 0,0 0-1 0 0,1 0 1 0 0,0 0-1 0 0,0-1 0 0 0,1 1 1 0 0,0-1-1 0 0,0 1 1 0 0,0-1-1 0 0,1 0 0 0 0,5 6 1 0 0,-8-11-11 0 0,0-1 0 0 0,-1 0 0 0 0,1 0 0 0 0,0 0 0 0 0,0 0 0 0 0,0 1 0 0 0,0-1 0 0 0,1-1 1 0 0,-1 1-1 0 0,0 0 0 0 0,0 0 0 0 0,1 0 0 0 0,-1-1 0 0 0,0 1 0 0 0,1 0 0 0 0,-1-1 0 0 0,0 0 0 0 0,1 1 0 0 0,-1-1 0 0 0,1 0 0 0 0,-1 1 0 0 0,1-1 1 0 0,-1 0-1 0 0,1 0 0 0 0,-1 0 0 0 0,3-1 0 0 0,-1 0 8 0 0,-1 0-1 0 0,1 0 1 0 0,-1-1 0 0 0,1 1 0 0 0,-1-1 0 0 0,0 0-1 0 0,0 1 1 0 0,0-1 0 0 0,0 0 0 0 0,0 0-1 0 0,0-1 1 0 0,3-3 0 0 0,3-7 20 0 0,0-1-1 0 0,-2 1 1 0 0,11-28-1 0 0,-2-8-3 0 0,-3 0 0 0 0,-2 0-1 0 0,4-55 1 0 0,-14 104-31 0 0,-3 23-706 0 0,2 1 1 0 0,2 32-1 0 0,0-45 448 0 0,0-1-1 0 0,0 1 0 0 0,1-1 0 0 0,1 0 1 0 0,0 0-1 0 0,0 0 0 0 0,0 0 1 0 0,2-1-1 0 0,4 11 0 0 0,-9-20 160 0 0,1 1-1 0 0,-1-1 0 0 0,0 1 0 0 0,0-1 1 0 0,1 0-1 0 0,-1 1 0 0 0,0-1 0 0 0,1 1 1 0 0,-1-1-1 0 0,0 1 0 0 0,1-1 0 0 0,-1 0 1 0 0,1 1-1 0 0,-1-1 0 0 0,0 0 0 0 0,1 1 1 0 0,-1-1-1 0 0,1 0 0 0 0,-1 0 0 0 0,1 0 1 0 0,-1 1-1 0 0,1-1 0 0 0,-1 0 0 0 0,1 0 1 0 0,-1 0-1 0 0,1 0 0 0 0,-1 0 0 0 0,1 0 1 0 0,0 0-1 0 0,-1 0 0 0 0,1 0 0 0 0,-1 0 1 0 0,1 0-1 0 0,-1 0 0 0 0,1 0 0 0 0,-1-1 1 0 0,1 1-1 0 0,-1 0 0 0 0,1 0 0 0 0,-1 0 1 0 0,1-1-1 0 0,-1 1 0 0 0,1 0 0 0 0,-1-1 1 0 0,0 1-1 0 0,1 0 0 0 0,-1-1 0 0 0,0 1 1 0 0,1-1-1 0 0,-1 1 0 0 0,0-1 0 0 0,1 1 1 0 0,-1 0-1 0 0,0-1 0 0 0,0 1 0 0 0,1-1 1 0 0,-1 1-1 0 0,0-1 0 0 0,0 1 0 0 0,0-2 1 0 0,15-39-4410 0 0,-11 29 3140 0 0,5 0 1304 0 0,0 18 3788 0 0,-8-5-3532 0 0,-1 0-1 0 0,1 0 1 0 0,0 0-1 0 0,-1-1 0 0 0,1 1 1 0 0,0 0-1 0 0,0 0 0 0 0,0-1 1 0 0,0 1-1 0 0,-1-1 1 0 0,1 1-1 0 0,0-1 0 0 0,0 1 1 0 0,0-1-1 0 0,0 1 0 0 0,0-1 1 0 0,1 0-1 0 0,-1 1 1 0 0,0-1-1 0 0,0 0 0 0 0,0 0 1 0 0,0 0-1 0 0,0 0 0 0 0,0 0 1 0 0,0 0-1 0 0,0 0 1 0 0,0-1-1 0 0,0 1 0 0 0,0 0 1 0 0,0 0-1 0 0,0-1 1 0 0,0 1-1 0 0,2-2 0 0 0,10-5 241 0 0,-1 0-1 0 0,1-1 1 0 0,-2-1-1 0 0,1 0 1 0 0,-1-1-1 0 0,-1 0 1 0 0,1 0-1 0 0,-2-1 1 0 0,0-1-1 0 0,13-19 1 0 0,-22 30-399 0 0,1-1-1 0 0,0 1 1 0 0,-1-1 0 0 0,1 0-1 0 0,-1 1 1 0 0,1-1-1 0 0,-1 1 1 0 0,0-1 0 0 0,1 0-1 0 0,-1 1 1 0 0,0-1 0 0 0,0 1-1 0 0,0-1 1 0 0,-1 0 0 0 0,1 1-1 0 0,0-1 1 0 0,-1 0 0 0 0,1 1-1 0 0,-1-1 1 0 0,1 1 0 0 0,-1-1-1 0 0,0 1 1 0 0,1-1-1 0 0,-3-1 1 0 0,1 1-16 0 0,0 0 0 0 0,0 0-1 0 0,-1 0 1 0 0,1 0 0 0 0,-1 0-1 0 0,1 1 1 0 0,-1-1 0 0 0,1 1 0 0 0,-1 0-1 0 0,0 0 1 0 0,0 0 0 0 0,-5-2-1 0 0,3 2-43 0 0,0 0-1 0 0,0 0 1 0 0,0 1-1 0 0,1-1 1 0 0,-1 1-1 0 0,0 0 0 0 0,0 1 1 0 0,0-1-1 0 0,0 1 1 0 0,1 0-1 0 0,-1 0 1 0 0,0 0-1 0 0,1 0 1 0 0,-1 1-1 0 0,0 0 0 0 0,1 0 1 0 0,-7 4-1 0 0,6 0 11 0 0,1 0-1 0 0,-1 0 0 0 0,1 1 0 0 0,1-1 0 0 0,-1 1 0 0 0,1 0 1 0 0,0 0-1 0 0,1 0 0 0 0,-1 0 0 0 0,1 0 0 0 0,1 1 0 0 0,-1-1 1 0 0,1 1-1 0 0,0 10 0 0 0,1-3 22 0 0,0 1 0 0 0,0 0 1 0 0,1-1-1 0 0,1 1 0 0 0,1-1 0 0 0,4 16 0 0 0,-5-25-35 0 0,0 1-1 0 0,1-1 0 0 0,0 0 0 0 0,-1-1 0 0 0,2 1 1 0 0,-1 0-1 0 0,1-1 0 0 0,0 0 0 0 0,0 0 1 0 0,0 0-1 0 0,1 0 0 0 0,0-1 0 0 0,5 5 1 0 0,-7-7-46 0 0,-1-1 1 0 0,1 0 0 0 0,-1 1-1 0 0,1-1 1 0 0,0 0 0 0 0,0 0 0 0 0,-1-1-1 0 0,1 1 1 0 0,0-1 0 0 0,0 1 0 0 0,0-1-1 0 0,0 0 1 0 0,-1 0 0 0 0,1 0 0 0 0,0 0-1 0 0,0-1 1 0 0,0 1 0 0 0,0-1-1 0 0,-1 1 1 0 0,1-1 0 0 0,0 0 0 0 0,-1 0-1 0 0,1-1 1 0 0,0 1 0 0 0,-1 0 0 0 0,1-1-1 0 0,-1 0 1 0 0,0 1 0 0 0,0-1 0 0 0,0 0-1 0 0,3-3 1 0 0,4-5-895 0 0,0 0 0 0 0,-1 0-1 0 0,-1-1 1 0 0,0 0 0 0 0,0 0 0 0 0,-1-1 0 0 0,0 0-1 0 0,-1 0 1 0 0,5-18 0 0 0,0 3-2057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5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31 1424 0 0,'3'-6'270'0'0,"8"-18"7201"0"0,-24 37-2120 0 0,0 4-5107 0 0,0 1 0 0 0,2 1 0 0 0,-11 21 0 0 0,19-34-244 0 0,1 0-1 0 0,-1 1 1 0 0,1-1 0 0 0,0 1-1 0 0,1-1 1 0 0,0 1-1 0 0,0-1 1 0 0,0 1-1 0 0,0 0 1 0 0,1-1 0 0 0,1 1-1 0 0,-1 0 1 0 0,1 0-1 0 0,2 9 1 0 0,-3-15-8 0 0,1 0 1 0 0,-1 1-1 0 0,1-1 1 0 0,-1 0-1 0 0,1 0 1 0 0,-1 0-1 0 0,1 0 0 0 0,0 0 1 0 0,0 0-1 0 0,-1 0 1 0 0,1 0-1 0 0,0 0 0 0 0,0 0 1 0 0,0 0-1 0 0,0 0 1 0 0,0-1-1 0 0,0 1 1 0 0,0 0-1 0 0,1-1 0 0 0,-1 1 1 0 0,0-1-1 0 0,0 1 1 0 0,2 0-1 0 0,0-1 4 0 0,0 1 1 0 0,1-1-1 0 0,-1 0 0 0 0,0 0 0 0 0,0-1 1 0 0,0 1-1 0 0,0-1 0 0 0,0 1 0 0 0,5-3 1 0 0,6-2 49 0 0,0-1 0 0 0,-1 0 1 0 0,16-11-1 0 0,-24 14-13 0 0,1-1 48 0 0,0 1-1 0 0,1 0 1 0 0,0 0 0 0 0,-1 0 0 0 0,1 0 0 0 0,0 1 0 0 0,1 0 0 0 0,13-1-1 0 0,-19 3-43 0 0,0 0 0 0 0,0 0-1 0 0,0 0 1 0 0,0 0 0 0 0,0 1-1 0 0,0-1 1 0 0,0 1 0 0 0,0 0-1 0 0,0-1 1 0 0,0 1 0 0 0,0 0-1 0 0,0 0 1 0 0,-1 0 0 0 0,1 0-1 0 0,0 1 1 0 0,-1-1-1 0 0,1 0 1 0 0,0 1 0 0 0,-1-1-1 0 0,0 1 1 0 0,1-1 0 0 0,-1 1-1 0 0,0 0 1 0 0,0 0 0 0 0,0-1-1 0 0,0 1 1 0 0,0 0 0 0 0,0 0-1 0 0,-1 0 1 0 0,1 0 0 0 0,-1 0-1 0 0,1 0 1 0 0,-1 0-1 0 0,0 0 1 0 0,0 4 0 0 0,1 2-22 0 0,-1 0 0 0 0,0 0 0 0 0,0 0 0 0 0,-1 0 0 0 0,0 1 0 0 0,-1-1 0 0 0,0 0 0 0 0,0-1 0 0 0,-1 1 0 0 0,0 0 0 0 0,0-1 0 0 0,-6 11 0 0 0,6-12-443 0 0,-1 0 0 0 0,0 0 1 0 0,0-1-1 0 0,0 1 0 0 0,-1-1 1 0 0,1 0-1 0 0,-1 0 0 0 0,-1 0 1 0 0,1-1-1 0 0,0 1 0 0 0,-1-1 1 0 0,0-1-1 0 0,0 1 0 0 0,-12 4 1 0 0,-13-7-4970 0 0,18-3 1234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25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0 196 3585 0 0,'16'5'7733'0'0,"2"6"-4758"0"0,13 5-1623 0 0,-15-15-1215 0 0,-1 0 1 0 0,0-1-1 0 0,0 0 1 0 0,0-1-1 0 0,1-1 1 0 0,-1-1-1 0 0,0 0 1 0 0,20-7-1 0 0,-6 0-708 0 0,-2 0 1 0 0,1-2-1 0 0,34-21 0 0 0,-33 9-3587 0 0,-28 23 3777 0 0,0-1 1 0 0,0 1 0 0 0,-1 0 0 0 0,1-1-1 0 0,-1 1 1 0 0,1-1 0 0 0,-1 0 0 0 0,1 1-1 0 0,-1-1 1 0 0,0 1 0 0 0,0-1 0 0 0,0 0-1 0 0,0 1 1 0 0,0-1 0 0 0,0 1 0 0 0,0-1-1 0 0,0 0 1 0 0,-1 1 0 0 0,1-1-1 0 0,-1-1 1 0 0,-1-6-1787 0 0</inkml:trace>
  <inkml:trace contextRef="#ctx0" brushRef="#br0" timeOffset="1">285 0 5321 0 0,'-2'0'441'0'0,"0"0"0"0"0,0 1 0 0 0,0-1 0 0 0,0 0-1 0 0,0 1 1 0 0,0-1 0 0 0,0 1 0 0 0,0-1 0 0 0,0 1 0 0 0,0 0-1 0 0,1 0 1 0 0,-1 0 0 0 0,0 0 0 0 0,0 0 0 0 0,1 0 0 0 0,-1 0-1 0 0,1 1 1 0 0,-1-1 0 0 0,1 1 0 0 0,-3 2 0 0 0,2 0-134 0 0,0 0 1 0 0,0-1-1 0 0,0 1 0 0 0,1 1 1 0 0,-1-1-1 0 0,1 0 0 0 0,0 0 1 0 0,0 0-1 0 0,0 6 0 0 0,0 4-221 0 0,0-1-1 0 0,1 0 1 0 0,1 0-1 0 0,1 1 1 0 0,3 18-1 0 0,2-2-50 0 0,26 89-178 0 0,-29-108 91 0 0,0 0 1 0 0,1 0-1 0 0,0 0 0 0 0,1-1 0 0 0,0 0 0 0 0,1 0 0 0 0,14 17 0 0 0,-19-25 46 0 0,0 0 1 0 0,0 0-1 0 0,0 0 0 0 0,0-1 0 0 0,0 1 0 0 0,1-1 0 0 0,-1 1 0 0 0,0-1 0 0 0,1 0 0 0 0,-1 0 0 0 0,1 0 0 0 0,-1 0 0 0 0,1-1 0 0 0,-1 1 0 0 0,1-1 0 0 0,0 1 0 0 0,-1-1 0 0 0,1 0 0 0 0,0 0 0 0 0,-1 0 0 0 0,1 0 0 0 0,0-1 0 0 0,-1 1 0 0 0,1-1 0 0 0,-1 1 0 0 0,1-1 0 0 0,0 0 0 0 0,-1 0 0 0 0,0 0 1 0 0,1 0-1 0 0,-1-1 0 0 0,0 1 0 0 0,1-1 0 0 0,1-2 0 0 0,9-7-26 0 0,0 0 1 0 0,-1-1-1 0 0,0-1 1 0 0,14-21-1 0 0,7-6-734 0 0,-20 27 1 0 0,31-30-2888 0 0,-13 18-4426 0 0,-21 22 4802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2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12 285 3801 0 0,'0'0'247'0'0,"-1"0"0"0"0,1 0 1 0 0,-1 0-1 0 0,1 0 0 0 0,-1 0 0 0 0,1 0 1 0 0,0 0-1 0 0,-1-1 0 0 0,1 1 1 0 0,-1 0-1 0 0,1 0 0 0 0,-1 0 0 0 0,1 0 1 0 0,0-1-1 0 0,-1 1 0 0 0,1 0 0 0 0,-1 0 1 0 0,1-1-1 0 0,0 1 0 0 0,-1 0 1 0 0,1-1-1 0 0,0 1 0 0 0,0 0 0 0 0,-1-1 1 0 0,1 1-1 0 0,0 0 0 0 0,0-1 0 0 0,-1 1 1 0 0,1 0-1 0 0,0-1 0 0 0,0 1 1 0 0,0-1-1 0 0,0 1 0 0 0,0-1 0 0 0,0 1 1 0 0,-1-1-1 0 0,1 1 0 0 0,0-1 0 0 0,19-2 2689 0 0,7-1-2284 0 0,-21 3-550 0 0,31-11 778 0 0,43-9 0 0 0,-66 19-800 0 0,1 0 0 0 0,0 1 0 0 0,-1 0 0 0 0,1 1 0 0 0,0 1 0 0 0,22 3-1 0 0,-9-1-8 0 0,0-1-1 0 0,0-2 0 0 0,0 0 1 0 0,0-2-1 0 0,0-1 0 0 0,0-1 1 0 0,31-10-1 0 0,-26 6 69 0 0,0 2-1 0 0,1 2 1 0 0,-1 0 0 0 0,37 2 0 0 0,-36 4 16 0 0,0-1 0 0 0,0-2 0 0 0,-1-1 1 0 0,39-7-1 0 0,-47 6-90 0 0,0 1 1 0 0,0 1-1 0 0,-1 1 1 0 0,28 4-1 0 0,26 0-23 0 0,-68-4-49 0 0,217 10 270 0 0,-187-7-191 0 0,0-3 0 0 0,74-7 1 0 0,10 0 219 0 0,-73 5-208 0 0,-37 0-48 0 0,1 1-1 0 0,-1 1 0 0 0,1 0 0 0 0,-1 1 0 0 0,1 0 0 0 0,-1 1 0 0 0,0 1 0 0 0,1 0 0 0 0,21 8 1 0 0,-24-4 156 0 0,-12-4 397 0 0,-21-15 163 0 0,-39-55-357 0 0,35 36-367 0 0,-43-37 1 0 0,33 46 36 0 0,34 21-68 0 0,1 0 0 0 0,-1 0-1 0 0,1 0 1 0 0,0 1 0 0 0,-1-1 0 0 0,1 0-1 0 0,-1 1 1 0 0,1 0 0 0 0,-1-1 0 0 0,0 1-1 0 0,1 0 1 0 0,-1 0 0 0 0,1 0 0 0 0,-1 0-1 0 0,0 0 1 0 0,1 0 0 0 0,-1 0 0 0 0,1 0-1 0 0,-1 1 1 0 0,1-1 0 0 0,-1 1 0 0 0,1-1-1 0 0,-3 2 1 0 0,4-1-4 0 0,0-1 0 0 0,0 1 0 0 0,0 0-1 0 0,0-1 1 0 0,0 1 0 0 0,0 0 0 0 0,1-1 0 0 0,-1 1 0 0 0,0 0 0 0 0,1-1-1 0 0,-1 1 1 0 0,0-1 0 0 0,1 1 0 0 0,-1 0 0 0 0,0-1 0 0 0,1 1 0 0 0,-1-1-1 0 0,1 1 1 0 0,-1-1 0 0 0,1 0 0 0 0,-1 1 0 0 0,1-1 0 0 0,0 1 0 0 0,-1-1-1 0 0,1 0 1 0 0,-1 1 0 0 0,1-1 0 0 0,1 0 0 0 0,20 14-37 0 0,-20-13 39 0 0,45 23-47 0 0,55 19-1 0 0,17 8 137 0 0,-118-50-76 0 0,-1 0 0 0 0,1 0 0 0 0,-1-1 0 0 0,1 1 0 0 0,-1 0 1 0 0,0 0-1 0 0,1 0 0 0 0,-1 0 0 0 0,0-1 0 0 0,0 1 0 0 0,0 0 1 0 0,1 0-1 0 0,-1 0 0 0 0,0 0 0 0 0,0 0 0 0 0,0 0 0 0 0,0-1 1 0 0,-1 1-1 0 0,1 0 0 0 0,0 0 0 0 0,0 0 0 0 0,-1 0 0 0 0,1 0 1 0 0,0-1-1 0 0,-1 1 0 0 0,1 0 0 0 0,0 0 0 0 0,-1 0 0 0 0,1-1 0 0 0,-1 1 1 0 0,-1 1-1 0 0,-20 31 123 0 0,19-28-111 0 0,-41 55-17 0 0,-36 53-1302 0 0,35-33-4962 0 0,33-57 1212 0 0,1-1-2779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3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64 3577 0 0,'-16'-30'8495'0'0,"-4"4"-3974"0"0,19 25-4448 0 0,0 0-1 0 0,1 1 1 0 0,-1-1 0 0 0,0 1 0 0 0,0-1 0 0 0,0 1 0 0 0,1-1-1 0 0,-1 1 1 0 0,0-1 0 0 0,0 1 0 0 0,0 0 0 0 0,0 0 0 0 0,0-1-1 0 0,0 1 1 0 0,0 0 0 0 0,0 0 0 0 0,0 0 0 0 0,0 0 0 0 0,0 0 0 0 0,0 0-1 0 0,0 0 1 0 0,1 0 0 0 0,-3 1 0 0 0,1 0-62 0 0,0 0 0 0 0,0 1 0 0 0,1-1 1 0 0,-1 0-1 0 0,0 1 0 0 0,1 0 0 0 0,-1-1 0 0 0,1 1 1 0 0,0 0-1 0 0,0 0 0 0 0,-1-1 0 0 0,1 1 0 0 0,0 0 1 0 0,0 0-1 0 0,0 3 0 0 0,-3 6 22 0 0,0 0 0 0 0,1 0 0 0 0,0 0-1 0 0,0 0 1 0 0,0 23 0 0 0,2-31-22 0 0,1 0 1 0 0,-1 0-1 0 0,1 0 0 0 0,0 1 0 0 0,0-1 1 0 0,1 0-1 0 0,-1 0 0 0 0,1 0 0 0 0,-1 0 1 0 0,1 0-1 0 0,0 0 0 0 0,0 0 1 0 0,0 0-1 0 0,1 0 0 0 0,-1-1 0 0 0,1 1 1 0 0,-1 0-1 0 0,1-1 0 0 0,0 1 0 0 0,0-1 1 0 0,0 0-1 0 0,0 1 0 0 0,1-1 1 0 0,-1 0-1 0 0,1 0 0 0 0,3 2 0 0 0,-3-4 6 0 0,0 1 0 0 0,0-1 0 0 0,0 0-1 0 0,0 0 1 0 0,0 0 0 0 0,0 0 0 0 0,0 0-1 0 0,0-1 1 0 0,-1 1 0 0 0,1-1-1 0 0,0 0 1 0 0,0 0 0 0 0,0 0 0 0 0,-1 0-1 0 0,1 0 1 0 0,0-1 0 0 0,-1 1 0 0 0,1-1-1 0 0,-1 0 1 0 0,0 1 0 0 0,1-1-1 0 0,-1 0 1 0 0,2-3 0 0 0,5-4 10 0 0,-1 0 0 0 0,1 0 0 0 0,-2-1 1 0 0,8-12-1 0 0,-13 19-23 0 0,0 0 1 0 0,0 0-1 0 0,-1-1 1 0 0,1 1-1 0 0,-1 0 0 0 0,0-1 1 0 0,0 1-1 0 0,0-1 1 0 0,0 0-1 0 0,-1 1 0 0 0,1-1 1 0 0,-1 0-1 0 0,0 1 1 0 0,0-1-1 0 0,-1 0 1 0 0,0-6-1 0 0,0 9-7 0 0,1 0 0 0 0,0 1 0 0 0,-1-1 1 0 0,1 0-1 0 0,-1 0 0 0 0,1 0 0 0 0,-1 0 0 0 0,1 1 0 0 0,-1-1 0 0 0,0 0 1 0 0,0 0-1 0 0,1 1 0 0 0,-1-1 0 0 0,0 1 0 0 0,0-1 0 0 0,0 0 1 0 0,1 1-1 0 0,-1 0 0 0 0,0-1 0 0 0,0 1 0 0 0,0 0 0 0 0,0-1 0 0 0,-2 1 1 0 0,1 0-10 0 0,-1 0 0 0 0,0 0 0 0 0,1 0 0 0 0,-1 1 0 0 0,0-1 0 0 0,1 1 0 0 0,-1-1 0 0 0,0 1 0 0 0,1 0 1 0 0,-1 0-1 0 0,1 1 0 0 0,-5 2 0 0 0,2-1 8 0 0,0 1 0 0 0,0 1 0 0 0,0-1-1 0 0,0 1 1 0 0,1 0 0 0 0,0 0 0 0 0,0 0 0 0 0,0 1 0 0 0,1-1 0 0 0,0 1 0 0 0,0 0 0 0 0,0 0 0 0 0,1 0 0 0 0,0 0-1 0 0,0 0 1 0 0,0 1 0 0 0,1-1 0 0 0,0 1 0 0 0,0-1 0 0 0,1 1 0 0 0,-1-1 0 0 0,2 13 0 0 0,0-2-71 0 0,1 0 1 0 0,0 0-1 0 0,1 0 1 0 0,1 0 0 0 0,0-1-1 0 0,2 1 1 0 0,11 24-1 0 0,-15-37-261 0 0,0-1 0 0 0,0 0-1 0 0,0 0 1 0 0,1 0-1 0 0,-1 0 1 0 0,1 0 0 0 0,0 0-1 0 0,-1-1 1 0 0,1 0-1 0 0,6 4 1 0 0,-8-5 128 0 0,0-1 0 0 0,0 1 1 0 0,0-1-1 0 0,0 1 0 0 0,0-1 1 0 0,0 1-1 0 0,0-1 0 0 0,0 0 0 0 0,0 1 1 0 0,0-1-1 0 0,0 0 0 0 0,1 0 1 0 0,-1 0-1 0 0,0 0 0 0 0,0 0 0 0 0,0 0 1 0 0,0 0-1 0 0,0 0 0 0 0,0-1 1 0 0,0 1-1 0 0,1 0 0 0 0,-1-1 0 0 0,0 1 1 0 0,0-1-1 0 0,0 1 0 0 0,0-1 0 0 0,0 1 1 0 0,0-1-1 0 0,-1 0 0 0 0,1 1 1 0 0,0-1-1 0 0,0 0 0 0 0,0 0 0 0 0,-1 0 1 0 0,1 0-1 0 0,0 0 0 0 0,-1 0 1 0 0,1 1-1 0 0,0-3 0 0 0,13-22-4484 0 0,-10 8 2848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4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0 5001 0 0,'1'7'8192'0'0,"2"25"-4757"0"0,14 51-674 0 0,-1-9-2611 0 0,-14-61-1079 0 0,-1 0-1 0 0,0 0 0 0 0,-1 19 1 0 0,0-31 655 0 0,0 0 1 0 0,0 0 0 0 0,0 0 0 0 0,0 0 0 0 0,0-1-1 0 0,0 1 1 0 0,0 0 0 0 0,0 0 0 0 0,0 0-1 0 0,-1 0 1 0 0,1-1 0 0 0,0 1 0 0 0,-1 0-1 0 0,1 0 1 0 0,0-1 0 0 0,-1 1 0 0 0,1 0-1 0 0,-1-1 1 0 0,1 1 0 0 0,-1 0 0 0 0,1-1-1 0 0,-1 1 1 0 0,0-1 0 0 0,1 1 0 0 0,-1-1-1 0 0,0 1 1 0 0,1-1 0 0 0,-1 1 0 0 0,0-1 0 0 0,0 0-1 0 0,0 1 1 0 0,1-1 0 0 0,-1 0 0 0 0,-1 1-1 0 0,-7 0-4087 0 0</inkml:trace>
  <inkml:trace contextRef="#ctx0" brushRef="#br0" timeOffset="1">1 267 7154 0 0,'0'1'347'0'0,"0"0"0"0"0,0 0 0 0 0,0-1 0 0 0,0 1 0 0 0,0 0 0 0 0,0 0 1 0 0,1-1-1 0 0,-1 1 0 0 0,0 0 0 0 0,0 0 0 0 0,1-1 0 0 0,-1 1 1 0 0,0 0-1 0 0,1-1 0 0 0,-1 1 0 0 0,1-1 0 0 0,-1 1 0 0 0,1-1 1 0 0,-1 1-1 0 0,1 0 0 0 0,-1-1 0 0 0,1 0 0 0 0,0 1 0 0 0,-1-1 1 0 0,1 1-1 0 0,1 0 0 0 0,24 1 2504 0 0,34-14-4041 0 0,-50 9 1867 0 0,14-3-1176 0 0,50-14-2860 0 0,-27 3-6300 0 0,-38 16 5703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4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24 5929 0 0,'-4'9'1117'0'0,"0"1"0"0"0,1 0 0 0 0,0 0 0 0 0,0 0 0 0 0,1 0 0 0 0,0 1 0 0 0,0 13 0 0 0,2-22-1055 0 0,0 0 0 0 0,1 0-1 0 0,-1 0 1 0 0,0 0 0 0 0,1 0-1 0 0,-1 0 1 0 0,1 0 0 0 0,-1 1-1 0 0,1-2 1 0 0,0 1 0 0 0,0 0-1 0 0,0 0 1 0 0,0 0 0 0 0,0 0-1 0 0,0-1 1 0 0,1 1 0 0 0,-1 0-1 0 0,1-1 1 0 0,-1 1 0 0 0,1-1-1 0 0,-1 0 1 0 0,1 1 0 0 0,0-1-1 0 0,0 0 1 0 0,-1 0 0 0 0,1 0-1 0 0,0 0 1 0 0,0 0 0 0 0,0-1-1 0 0,0 1 1 0 0,0-1 0 0 0,0 1-1 0 0,1-1 1 0 0,-1 0 0 0 0,0 0-1 0 0,0 1 1 0 0,0-2 0 0 0,0 1-1 0 0,0 0 1 0 0,0 0 0 0 0,0-1-1 0 0,4 0 1 0 0,0-1 7 0 0,0 1 0 0 0,-1-1 0 0 0,0 0-1 0 0,1-1 1 0 0,-1 1 0 0 0,0-1 0 0 0,0 0 0 0 0,0-1-1 0 0,-1 1 1 0 0,1-1 0 0 0,-1 1 0 0 0,0-2 0 0 0,0 1-1 0 0,0 0 1 0 0,4-6 0 0 0,-6 7-21 0 0,0 1 0 0 0,0-1-1 0 0,0 0 1 0 0,0 0 0 0 0,-1 0 0 0 0,1 0 0 0 0,-1 0-1 0 0,1 0 1 0 0,-1 0 0 0 0,0 0 0 0 0,0-1-1 0 0,-1 1 1 0 0,1 0 0 0 0,-1-1 0 0 0,1 1 0 0 0,-1-1-1 0 0,0 1 1 0 0,0 0 0 0 0,-1-1 0 0 0,1 1 0 0 0,-1-1-1 0 0,0 1 1 0 0,0 0 0 0 0,0 0 0 0 0,0-1-1 0 0,-3-4 1 0 0,2 6-6 0 0,-1 0-1 0 0,1 0 0 0 0,-1 0 0 0 0,1 0 1 0 0,-1 1-1 0 0,0-1 0 0 0,1 1 1 0 0,-1 0-1 0 0,0 0 0 0 0,0 0 0 0 0,0 0 1 0 0,0 1-1 0 0,0-1 0 0 0,0 1 1 0 0,0-1-1 0 0,0 1 0 0 0,-1 0 1 0 0,1 1-1 0 0,0-1 0 0 0,0 0 0 0 0,0 1 1 0 0,0-1-1 0 0,0 1 0 0 0,-3 1 1 0 0,2-1-259 0 0,0 0 1 0 0,0 0 0 0 0,0 0-1 0 0,0 1 1 0 0,1-1 0 0 0,-1 1-1 0 0,0 0 1 0 0,1 0-1 0 0,-1 1 1 0 0,1-1 0 0 0,0 0-1 0 0,-1 1 1 0 0,1 0 0 0 0,1 0-1 0 0,-1 0 1 0 0,0 0 0 0 0,-3 6-1 0 0,6-8 65 0 0,-1-1 0 0 0,1 1 0 0 0,0-1 0 0 0,-1 1-1 0 0,1-1 1 0 0,0 1 0 0 0,0 0 0 0 0,0-1 0 0 0,-1 1 0 0 0,1-1-1 0 0,0 1 1 0 0,0 0 0 0 0,0-1 0 0 0,0 1 0 0 0,0-1 0 0 0,0 1-1 0 0,0 0 1 0 0,0-1 0 0 0,1 1 0 0 0,-1-1 0 0 0,0 1-1 0 0,0 0 1 0 0,0-1 0 0 0,1 2 0 0 0,11-4-3613 0 0,15-17-1748 0 0,-15 8 2541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4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6601 0 0,'-1'1'439'0'0,"-1"-1"1"0"0,0 0-1 0 0,1 0 0 0 0,-1 1 0 0 0,0-1 0 0 0,1 1 0 0 0,-1-1 0 0 0,1 1 0 0 0,-1 0 0 0 0,1 0 0 0 0,0-1 0 0 0,-1 1 0 0 0,1 0 0 0 0,0 0 0 0 0,-1 0 0 0 0,1 1 0 0 0,-1 0 0 0 0,-18 31 1635 0 0,18-28-2067 0 0,0 1 1 0 0,1-1-1 0 0,-1 1 1 0 0,1 0-1 0 0,0-1 1 0 0,0 1 0 0 0,1 0-1 0 0,-1 0 1 0 0,1 0-1 0 0,2 7 1 0 0,-2-12 0 0 0,0 1 0 0 0,0-1-1 0 0,0 0 1 0 0,1 1 0 0 0,-1-1 0 0 0,0 0 0 0 0,1 0-1 0 0,-1 1 1 0 0,1-1 0 0 0,0 0 0 0 0,-1 0 0 0 0,1 0-1 0 0,0 1 1 0 0,0-1 0 0 0,0 0 0 0 0,0 0 0 0 0,0 0-1 0 0,0-1 1 0 0,0 1 0 0 0,0 0 0 0 0,0 0 0 0 0,0 0 0 0 0,0-1-1 0 0,0 1 1 0 0,1-1 0 0 0,-1 1 0 0 0,0-1 0 0 0,1 1-1 0 0,-1-1 1 0 0,0 0 0 0 0,1 1 0 0 0,-1-1 0 0 0,0 0-1 0 0,1 0 1 0 0,-1 0 0 0 0,0 0 0 0 0,1 0 0 0 0,-1-1-1 0 0,0 1 1 0 0,1 0 0 0 0,-1-1 0 0 0,0 1 0 0 0,1 0 0 0 0,-1-1-1 0 0,0 0 1 0 0,0 1 0 0 0,2-2 0 0 0,1-1 86 0 0,0 1 1 0 0,0-1 0 0 0,0 1-1 0 0,-1-1 1 0 0,1 0 0 0 0,-1 0 0 0 0,0-1-1 0 0,0 1 1 0 0,0-1 0 0 0,0 0-1 0 0,-1 1 1 0 0,4-9 0 0 0,-5 10-71 0 0,0 0 0 0 0,0 1 1 0 0,0-1-1 0 0,0 0 1 0 0,-1 0-1 0 0,1 0 1 0 0,-1 0-1 0 0,1 0 1 0 0,-1 0-1 0 0,0-1 1 0 0,0 1-1 0 0,0 0 1 0 0,0 0-1 0 0,0 0 0 0 0,-1 0 1 0 0,1 0-1 0 0,-1 0 1 0 0,1 0-1 0 0,-1 0 1 0 0,0 0-1 0 0,1 0 1 0 0,-1 0-1 0 0,-2-2 1 0 0,1 3-78 0 0,0 0 1 0 0,0 0 0 0 0,0 0-1 0 0,0 0 1 0 0,0 0 0 0 0,0 1-1 0 0,0-1 1 0 0,0 1 0 0 0,-1-1-1 0 0,1 1 1 0 0,0 0 0 0 0,0 0-1 0 0,-1 0 1 0 0,1 0 0 0 0,0 0-1 0 0,0 1 1 0 0,0-1 0 0 0,-1 0-1 0 0,1 1 1 0 0,0 0 0 0 0,-2 1-1 0 0,-31 16-1703 0 0,-1 1-4841 0 0</inkml:trace>
  <inkml:trace contextRef="#ctx0" brushRef="#br0" timeOffset="1">63 21 1184 0 0,'1'-1'588'0'0,"0"1"0"0"0,0 0 0 0 0,0-1 0 0 0,0 1-1 0 0,-1 0 1 0 0,1-1 0 0 0,0 1 0 0 0,0 0 0 0 0,0 0 0 0 0,0 0 0 0 0,0 0-1 0 0,0 0 1 0 0,0 0 0 0 0,0 0 0 0 0,0 0 0 0 0,0 0 0 0 0,0 0-1 0 0,0 0 1 0 0,0 1 0 0 0,0-1 0 0 0,1 1 0 0 0,28 12 4790 0 0,-4-3-5114 0 0,-11-8-485 0 0,0 0 0 0 0,0-1 0 0 0,0-1 0 0 0,0-1 0 0 0,25-3 0 0 0,23-1-6385 0 0,-45 4 786 0 0,-12-2 1597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5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 2345 0 0,'0'-1'274'0'0,"0"1"1"0"0,0-1 0 0 0,-1 1 0 0 0,1-1-1 0 0,0 1 1 0 0,-1 0 0 0 0,1-1 0 0 0,0 1-1 0 0,-1 0 1 0 0,1-1 0 0 0,-1 1 0 0 0,1 0-1 0 0,-1-1 1 0 0,1 1 0 0 0,-1 0 0 0 0,1 0-1 0 0,-1 0 1 0 0,1 0 0 0 0,-1-1 0 0 0,1 1 0 0 0,-1 0-1 0 0,1 0 1 0 0,-1 0 0 0 0,1 0 0 0 0,-1 0-1 0 0,1 0 1 0 0,-1 0 0 0 0,1 0 0 0 0,-1 0-1 0 0,1 1 1 0 0,-1-1 0 0 0,1 0 0 0 0,-1 0-1 0 0,1 0 1 0 0,-1 0 0 0 0,1 1 0 0 0,-1-1-1 0 0,1 0 1 0 0,0 1 0 0 0,-1-1 0 0 0,-9 27 4245 0 0,4 45-3013 0 0,6-64-764 0 0,-1 23-497 0 0,-1 2 40 0 0,4 51 0 0 0,-1-74-921 0 0,1 0 0 0 0,0 0 0 0 0,0 0 0 0 0,1 0 0 0 0,5 12 0 0 0,1-10-3255 0 0,-1-10-1910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5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48 7794 0 0,'0'-1'290'0'0,"-1"1"1"0"0,0-1 0 0 0,1 1 0 0 0,-1 0-1 0 0,1-1 1 0 0,-1 1 0 0 0,0-1-1 0 0,0 1 1 0 0,1 0 0 0 0,-1 0 0 0 0,0-1-1 0 0,0 1 1 0 0,1 0 0 0 0,-1 0 0 0 0,0 0-1 0 0,0 0 1 0 0,0 0 0 0 0,1 0 0 0 0,-1 0-1 0 0,0 0 1 0 0,0 0 0 0 0,1 0-1 0 0,-1 0 1 0 0,0 0 0 0 0,0 1 0 0 0,1-1-1 0 0,-1 0 1 0 0,0 1 0 0 0,0-1 0 0 0,1 0-1 0 0,-1 1 1 0 0,0-1 0 0 0,0 2-1 0 0,-1 0-31 0 0,1 0-1 0 0,-1 1 0 0 0,1-1 0 0 0,0 0 0 0 0,0 1 0 0 0,0-1 0 0 0,0 1 0 0 0,0-1 0 0 0,1 1 0 0 0,-1 3 1 0 0,-3 67-162 0 0,4-72 140 0 0,1 23-143 0 0,1-1-1 0 0,7 35 0 0 0,-8-50-401 0 0,1 0 0 0 0,1 0 0 0 0,0 0 0 0 0,0-1 0 0 0,0 1 0 0 0,1-1 0 0 0,0 0 0 0 0,0 0 0 0 0,1 0 0 0 0,10 10 0 0 0,-15-16 172 0 0,0 0 0 0 0,1-1 0 0 0,-1 1-1 0 0,0-1 1 0 0,1 1 0 0 0,-1-1 0 0 0,1 0 0 0 0,-1 1 0 0 0,0-1 0 0 0,1 1 0 0 0,-1-1 0 0 0,1 0 0 0 0,-1 1 0 0 0,1-1 0 0 0,0 0-1 0 0,-1 1 1 0 0,1-1 0 0 0,-1 0 0 0 0,1 0 0 0 0,0 0 0 0 0,-1 0 0 0 0,1 0 0 0 0,-1 1 0 0 0,1-1 0 0 0,0 0 0 0 0,-1 0 0 0 0,1 0-1 0 0,-1-1 1 0 0,1 1 0 0 0,0 0 0 0 0,-1 0 0 0 0,1 0 0 0 0,-1 0 0 0 0,1-1 0 0 0,0 1 0 0 0,-1 0 0 0 0,1 0 0 0 0,0-1 0 0 0,5-21-6939 0 0,-5 9 3121 0 0</inkml:trace>
  <inkml:trace contextRef="#ctx0" brushRef="#br0" timeOffset="1">127 1 7610 0 0,'9'43'7699'0'0,"0"1"-3588"0"0,11 89-2750 0 0,-13-79-753 0 0,-6-50-608 0 0,0-1 1 0 0,-1 0 0 0 0,0 0 0 0 0,0 0 0 0 0,0 1-1 0 0,0-1 1 0 0,0 0 0 0 0,0 0 0 0 0,-1 1 0 0 0,0-1 0 0 0,1 0-1 0 0,-1 0 1 0 0,0 0 0 0 0,-1 0 0 0 0,1 0 0 0 0,0 0-1 0 0,-1 0 1 0 0,0 0 0 0 0,0-1 0 0 0,0 1 0 0 0,0-1-1 0 0,0 1 1 0 0,0-1 0 0 0,0 0 0 0 0,-5 3 0 0 0,4-3-47 0 0,-1-1 1 0 0,1 1-1 0 0,-1-1 0 0 0,0 0 1 0 0,1 0-1 0 0,-1 0 1 0 0,0-1-1 0 0,0 1 1 0 0,0-1-1 0 0,1 0 0 0 0,-1 0 1 0 0,0 0-1 0 0,0-1 1 0 0,0 1-1 0 0,0-1 0 0 0,1 0 1 0 0,-1 0-1 0 0,0 0 1 0 0,1-1-1 0 0,-1 1 1 0 0,-4-4-1 0 0,7 5 26 0 0,0 0 0 0 0,0 0 0 0 0,0-1 0 0 0,0 1 0 0 0,0 0 0 0 0,1-1 0 0 0,-1 1 0 0 0,0-1 0 0 0,0 1 0 0 0,0-1 0 0 0,0 1 0 0 0,1-1 0 0 0,-1 1 0 0 0,0-1 0 0 0,1 0 0 0 0,-1 0 0 0 0,0 1 0 0 0,1-1 0 0 0,-1 0 0 0 0,1 0 0 0 0,-1 0 0 0 0,1 1 0 0 0,-1-1 0 0 0,1 0 0 0 0,0 0 0 0 0,-1 0 0 0 0,1 0 0 0 0,0 0 0 0 0,0 0 0 0 0,0 0 0 0 0,0 0 0 0 0,0 0 0 0 0,0 0 0 0 0,0 0 0 0 0,0 0 0 0 0,0 0 0 0 0,0 0 0 0 0,0 0 0 0 0,1 0 0 0 0,-1 0 0 0 0,0 1 0 0 0,1-2 0 0 0,3-3-32 0 0,0 1 0 0 0,0-1 1 0 0,0 1-1 0 0,0 1 0 0 0,0-1 0 0 0,7-4 1 0 0,1 0 49 0 0,6-6-312 0 0,22-19-3559 0 0,-35 29 2194 0 0,-1-1 0 0 0,1-1 0 0 0,-1 1 0 0 0,0 0-1 0 0,5-10 1 0 0,-1 5-2074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6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3017 0 0,'-7'2'12868'0'0,"7"-1"-12600"0"0,-5 14 3487 0 0,0 15-2977 0 0,5-6-540 0 0,1 0 1 0 0,1 0 0 0 0,0 0-1 0 0,2-1 1 0 0,1 1 0 0 0,9 24-1 0 0,-2-13-1736 0 0,25 50 0 0 0,-51-112-3411 0 0,-12-25 1762 0 0,21 41 3477 0 0,0-1 0 0 0,1 1-1 0 0,0-1 1 0 0,1 0 0 0 0,-2-15 0 0 0,5 26-201 0 0,0 1 1 0 0,0-1 0 0 0,0 0-1 0 0,1 0 1 0 0,-1 1-1 0 0,0-1 1 0 0,0 0 0 0 0,0 1-1 0 0,1-1 1 0 0,-1 0-1 0 0,0 1 1 0 0,1-1 0 0 0,-1 0-1 0 0,1 1 1 0 0,-1-1-1 0 0,1 1 1 0 0,-1-1-1 0 0,1 1 1 0 0,-1-1 0 0 0,1 1-1 0 0,0-1 1 0 0,-1 1-1 0 0,1 0 1 0 0,-1-1 0 0 0,1 1-1 0 0,0 0 1 0 0,-1-1-1 0 0,1 1 1 0 0,0 0 0 0 0,0 0-1 0 0,-1 0 1 0 0,1 0-1 0 0,0 0 1 0 0,0 0-1 0 0,1 0 1 0 0,38-1 421 0 0,-14 0-779 0 0,24-14-4024 0 0,-47 14 3553 0 0,-1 0 1 0 0,0-1-1 0 0,0 1 0 0 0,0 0 0 0 0,0-1 1 0 0,0 0-1 0 0,-1 1 0 0 0,1-1 1 0 0,0 0-1 0 0,-1 0 0 0 0,3-3 1 0 0,2-4-3321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3649 0 0,'8'-3'11557'0'0,"18"-13"-8677"0"0,3-1-2409 0 0,-27 15-383 0 0,1 1 0 0 0,0 0 0 0 0,-1 0 1 0 0,1 0-1 0 0,0 1 0 0 0,0-1 0 0 0,0 1 0 0 0,-1-1 0 0 0,1 1 0 0 0,0 0 0 0 0,0 0 0 0 0,0 0 0 0 0,0 0 0 0 0,-1 1 0 0 0,1-1 0 0 0,0 1 0 0 0,0 0 0 0 0,0 0 0 0 0,-1 0 0 0 0,1 0 0 0 0,-1 0 0 0 0,1 0 0 0 0,-1 1 1 0 0,1-1-1 0 0,-1 1 0 0 0,0 0 0 0 0,1 0 0 0 0,-1-1 0 0 0,0 1 0 0 0,0 1 0 0 0,-1-1 0 0 0,1 0 0 0 0,0 0 0 0 0,-1 1 0 0 0,1-1 0 0 0,-1 1 0 0 0,0 0 0 0 0,0-1 0 0 0,0 1 0 0 0,1 3 0 0 0,1 3-166 0 0,0 1 0 0 0,-1 0 0 0 0,0-1 0 0 0,0 1-1 0 0,-1 0 1 0 0,0 0 0 0 0,-1 0 0 0 0,0-1 0 0 0,-1 1-1 0 0,-3 18 1 0 0,7-81-4264 0 0,-4 46 4347 0 0,1-1-1 0 0,0 0 1 0 0,0 0-1 0 0,1 0 1 0 0,0 0-1 0 0,0 1 0 0 0,0-1 1 0 0,1 0-1 0 0,1 1 1 0 0,4-11-1 0 0,-6 18 164 0 0,0-1 0 0 0,1 0 0 0 0,-1 1-1 0 0,0-1 1 0 0,1 1 0 0 0,-1 0 0 0 0,0-1-1 0 0,1 1 1 0 0,-1 0 0 0 0,1 0 0 0 0,-1 0-1 0 0,1 0 1 0 0,-1 0 0 0 0,1 0 0 0 0,-1 0-1 0 0,0 1 1 0 0,1-1 0 0 0,-1 0 0 0 0,1 1-1 0 0,-1-1 1 0 0,0 1 0 0 0,1-1 0 0 0,-1 1-1 0 0,0 0 1 0 0,2 1 0 0 0,34 20 638 0 0,-33-18-811 0 0,0 0 0 0 0,0 0 0 0 0,0 1 0 0 0,-1-1 0 0 0,1 1 0 0 0,-1 0 0 0 0,0-1 0 0 0,-1 2 0 0 0,1-1 0 0 0,2 6 0 0 0,-3 22-2367 0 0,-3-30 1808 0 0,1 0-1 0 0,-1-1 1 0 0,0 1-1 0 0,0 0 1 0 0,0-1-1 0 0,-1 1 1 0 0,1 0-1 0 0,-1-1 1 0 0,1 0-1 0 0,-4 4 1 0 0,-13 3-6031 0 0,8-5 1740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6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5745 0 0,'0'1'372'0'0,"0"0"0"0"0,0 0 0 0 0,0 0 1 0 0,0 0-1 0 0,0 0 0 0 0,0 0 0 0 0,0-1 0 0 0,1 1 0 0 0,-1 0 0 0 0,0 0 0 0 0,1 0 0 0 0,-1-1 0 0 0,1 1 0 0 0,-1 0 0 0 0,1 0 0 0 0,-1-1 1 0 0,1 1-1 0 0,-1 0 0 0 0,1-1 0 0 0,0 1 0 0 0,-1 0 0 0 0,1-1 0 0 0,0 1 0 0 0,-1-1 0 0 0,1 1 0 0 0,2 0 0 0 0,27 2 2952 0 0,31-18-2557 0 0,-59 15-450 0 0,14-5-280 0 0,0-1-1 0 0,-1 0 1 0 0,1-1-1 0 0,-1-1 1 0 0,-1 0-1 0 0,21-16 1 0 0,-28 14-521 0 0,-15 9 197 0 0,-17 9 84 0 0,19-3 186 0 0,0 1 0 0 0,1-1 0 0 0,0 1 0 0 0,0 0 0 0 0,1 1 0 0 0,-1-1-1 0 0,1 1 1 0 0,1 0 0 0 0,-1 0 0 0 0,1 0 0 0 0,0 0 0 0 0,-2 9 0 0 0,2-2 78 0 0,-1 0 0 0 0,2 0 0 0 0,0 0 0 0 0,1 0 0 0 0,0 26 1 0 0,11 0-468 0 0,1-20-1939 0 0,-11-20 2121 0 0,1 0 0 0 0,-1 1 0 0 0,0-1 0 0 0,1 0 1 0 0,-1 1-1 0 0,1-1 0 0 0,-1 0 0 0 0,1 1 0 0 0,-1-1 1 0 0,1 0-1 0 0,-1 0 0 0 0,1 0 0 0 0,-1 1 0 0 0,1-1 1 0 0,-1 0-1 0 0,1 0 0 0 0,-1 0 0 0 0,1 0 1 0 0,-1 0-1 0 0,1 0 0 0 0,-1 0 0 0 0,1 0 0 0 0,-1 0 1 0 0,1 0-1 0 0,-1 0 0 0 0,1-1 0 0 0,0 1 0 0 0,-1 0 1 0 0,1 0-1 0 0,0-1-12 0 0,-1 1 1 0 0,1-1 0 0 0,-1 0-1 0 0,1 1 1 0 0,-1-1 0 0 0,1 1-1 0 0,-1-1 1 0 0,1 0-1 0 0,-1 0 1 0 0,0 1 0 0 0,1-1-1 0 0,-1 0 1 0 0,0 0 0 0 0,0 1-1 0 0,0-1 1 0 0,1 0-1 0 0,-1 0 1 0 0,0 1 0 0 0,0-1-1 0 0,0 0 1 0 0,-1-1 0 0 0,2-4-1157 0 0,2-4-1399 0 0</inkml:trace>
  <inkml:trace contextRef="#ctx0" brushRef="#br0" timeOffset="1">282 9 4121 0 0,'-8'-9'9688'0'0,"9"20"-4790"0"0,1 7-4316 0 0,8 99 706 0 0,-4-60-2478 0 0,-3 1-4078 0 0,-3-57 5054 0 0,1-1-1 0 0,-1 0 1 0 0,0 0-1 0 0,0 1 1 0 0,0-1-1 0 0,0 0 1 0 0,0 1-1 0 0,0-1 1 0 0,0 0-1 0 0,0 0 1 0 0,0 1 0 0 0,0-1-1 0 0,-1 0 1 0 0,1 1-1 0 0,0-1 1 0 0,0 0-1 0 0,0 0 1 0 0,0 1-1 0 0,0-1 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2641 0 0,'-2'5'923'0'0,"0"0"0"0"0,-1 0 0 0 0,2 0 0 0 0,-1 1 0 0 0,0-1 1 0 0,1 1-1 0 0,0-1 0 0 0,1 1 0 0 0,-1-1 0 0 0,1 12 1 0 0,0-9-829 0 0,1 0 1 0 0,0 0 0 0 0,1 0-1 0 0,0 0 1 0 0,0 0 0 0 0,0 0 0 0 0,1-1-1 0 0,0 1 1 0 0,1-1 0 0 0,0 0 0 0 0,8 13-1 0 0,-5-16-3098 0 0,-6-13-1484 0 0,-1 6 3497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7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3 110 4625 0 0,'0'0'421'0'0,"-1"1"-210"0"0,1-1-1 0 0,0 0 1 0 0,0 1 0 0 0,0-1-1 0 0,-1 0 1 0 0,1 0-1 0 0,0 1 1 0 0,0-1-1 0 0,0 0 1 0 0,0 1 0 0 0,0-1-1 0 0,0 0 1 0 0,0 1-1 0 0,0-1 1 0 0,-1 0 0 0 0,1 1-1 0 0,0-1 1 0 0,0 0-1 0 0,1 1 1 0 0,-1-1 0 0 0,0 0-1 0 0,0 1 1 0 0,0-1-1 0 0,0 0 1 0 0,0 1 0 0 0,0-1-1 0 0,0 0 1 0 0,0 0-1 0 0,1 1 1 0 0,-1-1-1 0 0,0 0 1 0 0,0 1 0 0 0,1-1 420 0 0,-1 0-420 0 0,1 1 0 0 0,14-2 3082 0 0,17-12-1643 0 0,44-34 743 0 0,-58 34-2100 0 0,1 1-1 0 0,1 0 1 0 0,23-9-1 0 0,-42 20-265 0 0,0 1-1 0 0,1-1 0 0 0,-1 1 0 0 0,0 0 1 0 0,0 0-1 0 0,0-1 0 0 0,0 1 0 0 0,0 0 1 0 0,1 0-1 0 0,-1 0 0 0 0,0 0 1 0 0,0 0-1 0 0,0 1 0 0 0,0-1 0 0 0,1 0 1 0 0,-1 0-1 0 0,0 1 0 0 0,0-1 1 0 0,0 1-1 0 0,0-1 0 0 0,0 1 0 0 0,0-1 1 0 0,0 1-1 0 0,0 0 0 0 0,0-1 0 0 0,0 1 1 0 0,1 1-1 0 0,0 1 32 0 0,0 0 0 0 0,0 0 0 0 0,0 0-1 0 0,0 0 1 0 0,-1 1 0 0 0,0-1 0 0 0,1 0 0 0 0,-1 1 0 0 0,1 4 0 0 0,0 3-591 0 0,0 0 1 0 0,-1 0-1 0 0,0 0 1 0 0,-1 0-1 0 0,-1 17 1 0 0,1-28 345 0 0,0 1 0 0 0,0-1 0 0 0,0 1 1 0 0,0-1-1 0 0,0 1 0 0 0,0-1 0 0 0,0 1 0 0 0,0-1 1 0 0,0 1-1 0 0,-1-1 0 0 0,1 0 0 0 0,0 1 0 0 0,0-1 1 0 0,-1 1-1 0 0,1-1 0 0 0,0 0 0 0 0,0 1 0 0 0,-1-1 1 0 0,1 1-1 0 0,0-1 0 0 0,-1 0 0 0 0,1 1 0 0 0,-1-1 0 0 0,1 0 1 0 0,0 0-1 0 0,-1 1 0 0 0,1-1 0 0 0,-1 0 0 0 0,1 0 1 0 0,-1 0-1 0 0,1 1 0 0 0,0-1 0 0 0,-1 0 0 0 0,1 0 1 0 0,-1 0-1 0 0,1 0 0 0 0,-1 0 0 0 0,1 0 0 0 0,-1 0 1 0 0,0 0-1 0 0,-18-8-6072 0 0,14 5 5292 0 0,-5-1-2751 0 0</inkml:trace>
  <inkml:trace contextRef="#ctx0" brushRef="#br0" timeOffset="1">63 165 5433 0 0,'-9'10'6727'0'0,"17"-3"-3330"0"0,19-2-1685 0 0,-6-8-1265 0 0,-1-1 1 0 0,1-1-1 0 0,21-8 1 0 0,8-12-1379 0 0,-46 22 290 0 0,1-1 0 0 0,-1 1 1 0 0,1-1-1 0 0,-1 0 1 0 0,0 0-1 0 0,-1 0 0 0 0,4-5 1 0 0,-6 8 355 0 0,-1 0 0 0 0,0 1 1 0 0,1-1-1 0 0,-1 0 0 0 0,0 1 1 0 0,0-1-1 0 0,0 0 0 0 0,0 0 1 0 0,0 0-1 0 0,1 1 0 0 0,-1-1 1 0 0,0 0-1 0 0,-1 0 0 0 0,1 1 1 0 0,0-1-1 0 0,0 0 0 0 0,0 0 1 0 0,0 1-1 0 0,-1-2 0 0 0,0-2-1039 0 0,0-4-3157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38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41 288 0 0,'-4'-29'10196'0'0,"3"17"-3802"0"0,0 28-5715 0 0,6 70 59 0 0,0-5-1867 0 0,-8-27-4253 0 0,3-42 2136 0 0,9 0-2075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5.5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723 98 4785 0 0,'0'-4'1069'0'0,"-1"-1"-1"0"0,1 1 1 0 0,0 0 0 0 0,-1-1-1 0 0,0 1 1 0 0,0 0 0 0 0,0-1 0 0 0,-1 1-1 0 0,1 0 1 0 0,-1 0 0 0 0,-4-7-1 0 0,3 7-795 0 0,0 1-1 0 0,0 0 0 0 0,-1 0 1 0 0,1 0-1 0 0,0 0 0 0 0,-1 0 1 0 0,0 1-1 0 0,1 0 0 0 0,-1 0 1 0 0,0 0-1 0 0,0 0 0 0 0,0 0 1 0 0,-1 1-1 0 0,1 0 0 0 0,0 0 1 0 0,0 0-1 0 0,-1 0 0 0 0,-7 1 1 0 0,-4-1-42 0 0,-1 2 1 0 0,0 0 0 0 0,1 0-1 0 0,0 2 1 0 0,-1 0-1 0 0,1 1 1 0 0,0 0 0 0 0,-17 8-1 0 0,-123 63 480 0 0,116-54-561 0 0,17-9-98 0 0,0 2 0 0 0,1 0-1 0 0,0 1 1 0 0,1 1-1 0 0,1 1 1 0 0,1 1 0 0 0,0 0-1 0 0,-29 40 1 0 0,42-50-69 0 0,0 1 0 0 0,0 0 0 0 0,1 0 1 0 0,1 0-1 0 0,0 1 0 0 0,0 0 0 0 0,1-1 0 0 0,0 1 1 0 0,0 0-1 0 0,1 1 0 0 0,1-1 0 0 0,-1 0 1 0 0,2 1-1 0 0,0-1 0 0 0,0 0 0 0 0,0 1 0 0 0,2-1 1 0 0,-1 0-1 0 0,1 1 0 0 0,1-1 0 0 0,0 0 1 0 0,0 0-1 0 0,1-1 0 0 0,0 1 0 0 0,6 9 1 0 0,-2-6-24 0 0,1-1 1 0 0,1 0 0 0 0,0-1 0 0 0,1 0-1 0 0,0 0 1 0 0,0-1 0 0 0,1 0 0 0 0,1-1 0 0 0,-1-1-1 0 0,1 0 1 0 0,1-1 0 0 0,-1 0 0 0 0,1-1-1 0 0,1 0 1 0 0,-1-1 0 0 0,1-1 0 0 0,16 3 0 0 0,10 1 15 0 0,0-2 1 0 0,0-2-1 0 0,1-1 1 0 0,0-3-1 0 0,45-4 1 0 0,-28-2 250 0 0,0-3 1 0 0,106-28-1 0 0,-134 27-90 0 0,0-1-1 0 0,-1-1 1 0 0,0-2-1 0 0,-1-1 0 0 0,0-1 1 0 0,46-35-1 0 0,-70 46-67 0 0,0 1 0 0 0,0 0 0 0 0,0-1 0 0 0,0 0 0 0 0,-1 0 0 0 0,0-1 0 0 0,0 1 0 0 0,0-1 0 0 0,-1 0 0 0 0,0 0 0 0 0,0 0 0 0 0,0 0 0 0 0,2-11-1 0 0,-4 12 4 0 0,0 0-1 0 0,-1-1 0 0 0,0 1 0 0 0,0-1 0 0 0,0 1 0 0 0,-1-1 0 0 0,0 1 0 0 0,0-1 0 0 0,0 1 0 0 0,0 0 0 0 0,-1 0 0 0 0,0-1 0 0 0,0 1 1 0 0,-1 1-1 0 0,1-1 0 0 0,-1 0 0 0 0,-4-4 0 0 0,-2-6-66 0 0,-2 1 1 0 0,0 1-1 0 0,-1 0 1 0 0,0 1-1 0 0,-1 0 1 0 0,0 1-1 0 0,-1 0 0 0 0,0 1 1 0 0,-1 0-1 0 0,0 2 1 0 0,0-1-1 0 0,-1 2 1 0 0,0 0-1 0 0,-26-7 1 0 0,17 8-695 0 0,0 2 1 0 0,0 0 0 0 0,-1 2-1 0 0,1 1 1 0 0,-1 1 0 0 0,1 1-1 0 0,-1 1 1 0 0,1 1 0 0 0,-33 8-1 0 0,29-3-1296 0 0,-32 4-6640 0 0,41-10 1413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6.5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937 107 6425 0 0,'-8'-9'1074'0'0,"-1"0"0"0"0,0 0 0 0 0,-1 1 0 0 0,0 0 0 0 0,0 1 0 0 0,-1 0 0 0 0,0 1 0 0 0,0 0 0 0 0,-23-9 0 0 0,17 10-582 0 0,-1 0 1 0 0,0 1-1 0 0,0 0 0 0 0,0 2 0 0 0,-1 0 1 0 0,-22 1-1 0 0,6 3-311 0 0,-1 2 0 0 0,1 1 0 0 0,0 1 0 0 0,1 3 0 0 0,0 0 0 0 0,-55 24 0 0 0,62-20-136 0 0,2 0 0 0 0,0 2 0 0 0,0 0 0 0 0,2 2 0 0 0,0 1 0 0 0,1 1 0 0 0,0 0 0 0 0,-36 45 0 0 0,44-47-67 0 0,2 0 0 0 0,0 0 0 0 0,1 2 1 0 0,0-1-1 0 0,2 1 0 0 0,0 1 0 0 0,1-1 0 0 0,1 1 1 0 0,1 1-1 0 0,1-1 0 0 0,0 1 0 0 0,-2 42 0 0 0,7-54-26 0 0,0 1 0 0 0,1 0 0 0 0,0-1 0 0 0,0 1 0 0 0,1 0 0 0 0,0-1 0 0 0,1 0 0 0 0,0 1 0 0 0,1-1 0 0 0,0 0 0 0 0,0-1-1 0 0,0 1 1 0 0,2-1 0 0 0,-1 0 0 0 0,1 0 0 0 0,0 0 0 0 0,0-1 0 0 0,1 0 0 0 0,0 0 0 0 0,8 6 0 0 0,0-3-13 0 0,0-1 0 0 0,0 0 1 0 0,1-1-1 0 0,1 0 0 0 0,-1-1 0 0 0,1-1 1 0 0,0-1-1 0 0,0 0 0 0 0,1-2 0 0 0,20 3 1 0 0,9-2 74 0 0,1-2 1 0 0,0-2-1 0 0,0-2 1 0 0,0-2 0 0 0,-1-2-1 0 0,0-2 1 0 0,53-17-1 0 0,-39 6 176 0 0,0-3-1 0 0,-2-2 0 0 0,0-3 0 0 0,99-61 1 0 0,-121 64 114 0 0,61-52 0 0 0,-90 69-188 0 0,0 0 0 0 0,0-1 0 0 0,-1 1 0 0 0,0-2 0 0 0,-1 1 0 0 0,0-1 0 0 0,0 0 0 0 0,-1 0 0 0 0,0 0 0 0 0,0-1 0 0 0,-1 0 0 0 0,-1 0 0 0 0,5-17 0 0 0,-8 20-33 0 0,0 0-1 0 0,-1-1 1 0 0,0 1-1 0 0,0-1 1 0 0,0 1 0 0 0,-1 0-1 0 0,0 0 1 0 0,0 0-1 0 0,-1 0 1 0 0,0 0 0 0 0,0 0-1 0 0,-1 1 1 0 0,0 0-1 0 0,0-1 1 0 0,0 1-1 0 0,-1 1 1 0 0,0-1 0 0 0,0 1-1 0 0,0 0 1 0 0,-1 0-1 0 0,0 0 1 0 0,-6-4 0 0 0,-4-3-96 0 0,-1 1 0 0 0,0 1 1 0 0,0 1-1 0 0,-1 0 1 0 0,0 1-1 0 0,-1 1 1 0 0,-21-6-1 0 0,20 9-313 0 0,-1 0-1 0 0,1 2 1 0 0,-1 0-1 0 0,1 2 1 0 0,-30 2 0 0 0,-98 20-5485 0 0,70-8-1536 0 0,62-11 944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7.6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38 3089 0 0,'-2'2'671'0'0,"0"-1"0"0"0,0 0 0 0 0,0 0 0 0 0,0 1 0 0 0,0-1 0 0 0,1 1 0 0 0,-1 0 1 0 0,1 0-1 0 0,-1-1 0 0 0,1 1 0 0 0,0 0 0 0 0,-1 0 0 0 0,1 0 0 0 0,0 0 0 0 0,0 0 0 0 0,0 1 0 0 0,0 2 1 0 0,5-5-245 0 0,0-1 1 0 0,1 1 0 0 0,-1-1 0 0 0,0 0-1 0 0,0 0 1 0 0,0-1 0 0 0,5-2 0 0 0,41-19 452 0 0,-41 17-739 0 0,1 0 0 0 0,0 1 0 0 0,1 1 0 0 0,-1 0 0 0 0,1 0 0 0 0,0 1 0 0 0,0 0 0 0 0,15-1 0 0 0,-26 4-122 0 0,1 0-1 0 0,-1 0 1 0 0,1 0 0 0 0,-1 0-1 0 0,1 0 1 0 0,0 0-1 0 0,-1 0 1 0 0,1 0-1 0 0,-1 1 1 0 0,1-1-1 0 0,-1 0 1 0 0,1 0-1 0 0,-1 1 1 0 0,1-1-1 0 0,-1 0 1 0 0,0 0-1 0 0,1 1 1 0 0,-1-1-1 0 0,1 0 1 0 0,-1 1-1 0 0,0-1 1 0 0,1 1-1 0 0,-1-1 1 0 0,0 1-1 0 0,1-1 1 0 0,-1 1-1 0 0,0-1 1 0 0,0 1-1 0 0,1-1 1 0 0,-1 1 0 0 0,0-1-1 0 0,0 1 1 0 0,-1 23 328 0 0,-16 20-96 0 0,17-44-250 0 0,-16 30-480 0 0,0-1-1 0 0,-2-1 1 0 0,-2-1 0 0 0,0-1-1 0 0,-41 41 1 0 0,82-96-1148 0 0,-11 12 1684 0 0,1 1-1 0 0,17-19 0 0 0,-26 32 0 0 0,1 0 0 0 0,0 0-1 0 0,-1 1 1 0 0,1-1-1 0 0,0 1 1 0 0,0 0-1 0 0,0 0 1 0 0,0 0 0 0 0,1 0-1 0 0,-1 1 1 0 0,0-1-1 0 0,1 1 1 0 0,-1-1-1 0 0,1 1 1 0 0,0 1 0 0 0,-1-1-1 0 0,1 0 1 0 0,7 1-1 0 0,-5 2 7 0 0,0 0-1 0 0,0 1 1 0 0,0-1-1 0 0,-1 2 0 0 0,1-1 1 0 0,0 1-1 0 0,-1-1 1 0 0,0 1-1 0 0,0 1 1 0 0,6 6-1 0 0,23 17 33 0 0,-5-14-36 0 0,0 0-1173 0 0,-14-2-2928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7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205 1 6393 0 0,'0'3'2457'0'0,"-2"3"-729"0"0,2 2-455 0 0,0 2-345 0 0,0 2-368 0 0,0 1-192 0 0,0 1-184 0 0,0-1-168 0 0,0 1-224 0 0,2 0-336 0 0,-2-1-400 0 0,0 0-473 0 0,0-2-455 0 0,-3-2-369 0 0,-8-2-831 0 0,6 2 183 0 0</inkml:trace>
  <inkml:trace contextRef="#ctx0" brushRef="#br0" timeOffset="1">1 127 6665 0 0,'0'2'477'0'0,"0"0"0"0"0,0-1-1 0 0,1 1 1 0 0,-1 0-1 0 0,0-1 1 0 0,1 1 0 0 0,-1-1-1 0 0,1 1 1 0 0,0-1-1 0 0,-1 1 1 0 0,1-1 0 0 0,0 1-1 0 0,0-1 1 0 0,0 0-1 0 0,0 1 1 0 0,0-1 0 0 0,0 0-1 0 0,3 2 1 0 0,31 15 2239 0 0,-18-13-2836 0 0,0-2 0 0 0,29 4 0 0 0,-40-7 499 0 0,25 4-1040 0 0,-1-2-1 0 0,55-4 1 0 0,-69 1-829 0 0,-1-2-1 0 0,1 0 0 0 0,-1-1 1 0 0,18-6-1 0 0,-8-5-3370 0 0,-14 10 1759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8.3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29 3545 0 0,'-2'2'359'0'0,"0"0"0"0"0,0 1-1 0 0,1-1 1 0 0,-1 1 0 0 0,1-1 0 0 0,-1 1 0 0 0,1 0 0 0 0,0-1 0 0 0,0 1 0 0 0,0 0 0 0 0,1 0-1 0 0,-1 0 1 0 0,0 0 0 0 0,1 0 0 0 0,0 0 0 0 0,0 3 0 0 0,0-3-222 0 0,1-1-1 0 0,0 1 1 0 0,-1 0 0 0 0,1-1-1 0 0,0 1 1 0 0,0-1-1 0 0,1 1 1 0 0,-1-1 0 0 0,0 0-1 0 0,1 1 1 0 0,-1-1 0 0 0,1 0-1 0 0,0 0 1 0 0,3 3 0 0 0,0-1-69 0 0,0 0 1 0 0,0-1-1 0 0,0 0 1 0 0,0 0-1 0 0,1 0 1 0 0,-1-1 0 0 0,1 1-1 0 0,0-1 1 0 0,-1-1-1 0 0,1 1 1 0 0,0-1-1 0 0,0 0 1 0 0,0 0-1 0 0,11-1 1 0 0,-2-1 266 0 0,0 0 0 0 0,-1-1 0 0 0,29-8 0 0 0,-40 10-225 0 0,0-1 1 0 0,-1 0-1 0 0,1 1 1 0 0,-1-1-1 0 0,1 0 1 0 0,-1 0-1 0 0,1 0 0 0 0,-1-1 1 0 0,0 1-1 0 0,1 0 1 0 0,-1-1-1 0 0,0 0 1 0 0,0 1-1 0 0,0-1 0 0 0,0 0 1 0 0,0 0-1 0 0,-1 0 1 0 0,1-1-1 0 0,-1 1 1 0 0,1 0-1 0 0,-1 0 1 0 0,0-1-1 0 0,0 1 0 0 0,0-1 1 0 0,0 1-1 0 0,0-1 1 0 0,0 1-1 0 0,-1-1 1 0 0,1-5-1 0 0,-1 6-40 0 0,-1-1 0 0 0,0 1 0 0 0,0 0 0 0 0,0 0 0 0 0,0 0 0 0 0,0 0 0 0 0,-1 0 0 0 0,1 0 0 0 0,-1 0-1 0 0,1 0 1 0 0,-1 0 0 0 0,1 0 0 0 0,-1 1 0 0 0,0-1 0 0 0,0 1 0 0 0,0-1 0 0 0,0 1 0 0 0,0 0 0 0 0,0 0 0 0 0,-1 0 0 0 0,-2-1 0 0 0,-56-18-182 0 0,49 17-72 0 0,-42-6-2273 0 0,11 3-7319 0 0,37 5 5381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8.8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4 7466 0 0,'-1'0'336'0'0,"1"0"0"0"0,-1 0 0 0 0,0 0 1 0 0,0 1-1 0 0,0-1 0 0 0,0 0 1 0 0,0 1-1 0 0,1-1 0 0 0,-1 0 0 0 0,0 1 1 0 0,0-1-1 0 0,1 1 0 0 0,-1-1 1 0 0,0 1-1 0 0,1 0 0 0 0,-1-1 0 0 0,0 1 1 0 0,1 0-1 0 0,-1-1 0 0 0,0 2 1 0 0,1-1-300 0 0,0-1 0 0 0,0 0 0 0 0,0 1 0 0 0,0-1 0 0 0,0 0 0 0 0,0 1 0 0 0,0-1 0 0 0,0 0 0 0 0,0 1 0 0 0,0-1 0 0 0,0 0 0 0 0,0 1 0 0 0,0-1 0 0 0,0 0 0 0 0,0 1 0 0 0,0-1 0 0 0,0 0 0 0 0,0 0 0 0 0,0 1 0 0 0,1-1 0 0 0,-1 0 0 0 0,0 1 0 0 0,0-1 0 0 0,0 0 0 0 0,1 0 0 0 0,-1 1 0 0 0,0-1 0 0 0,0 0 0 0 0,1 0 0 0 0,-1 0 0 0 0,0 1 0 0 0,0-1 0 0 0,1 0 0 0 0,-1 0 0 0 0,0 0 0 0 0,1 0 0 0 0,-1 0 0 0 0,0 1 0 0 0,1-1 0 0 0,-1 0 1 0 0,0 0-1 0 0,0 0 0 0 0,1 0 0 0 0,-1 0 0 0 0,0 0 0 0 0,1 0 0 0 0,-1 0 0 0 0,0 0 0 0 0,1 0 0 0 0,-1 0 0 0 0,0-1 0 0 0,1 1 0 0 0,-1 0 0 0 0,0 0 0 0 0,1 0 0 0 0,-1 0 0 0 0,0 0 0 0 0,1-1 0 0 0,-1 1 0 0 0,60-11 1588 0 0,-49 8-1424 0 0,0 0 0 0 0,0 1 0 0 0,1 0-1 0 0,-1 1 1 0 0,0 0 0 0 0,1 1 0 0 0,-1 0-1 0 0,0 1 1 0 0,17 3 0 0 0,-28-4-184 0 0,1 0 1 0 0,0 0-1 0 0,-1 1 1 0 0,1-1 0 0 0,-1 0-1 0 0,1 0 1 0 0,-1 0-1 0 0,1 1 1 0 0,-1-1 0 0 0,1 0-1 0 0,-1 1 1 0 0,1-1-1 0 0,-1 0 1 0 0,1 1 0 0 0,-1-1-1 0 0,1 1 1 0 0,-1-1-1 0 0,1 0 1 0 0,-1 1 0 0 0,0-1-1 0 0,1 1 1 0 0,-1-1-1 0 0,0 1 1 0 0,0 0 0 0 0,1-1-1 0 0,-1 1 1 0 0,0-1-1 0 0,0 1 1 0 0,0-1 0 0 0,0 1-1 0 0,0 0 1 0 0,0 0-1 0 0,-11 20 250 0 0,-27 12-398 0 0,37-32 118 0 0,-37 23-350 0 0,-26 21-102 0 0,60-42 430 0 0,0 0 0 0 0,0 1 0 0 0,0-1 0 0 0,1 1 0 0 0,0 0 0 0 0,-1 0 0 0 0,2 0 0 0 0,-1 1 0 0 0,0-1 0 0 0,1 1 1 0 0,-3 7-1 0 0,5-11 40 0 0,-1 0 1 0 0,1 1-1 0 0,1-1 1 0 0,-1 0 0 0 0,0 0-1 0 0,0 0 1 0 0,0 1-1 0 0,0-1 1 0 0,1 0 0 0 0,-1 0-1 0 0,1 0 1 0 0,-1 0-1 0 0,1 0 1 0 0,-1 0 0 0 0,1 0-1 0 0,0 0 1 0 0,-1 0-1 0 0,1 0 1 0 0,0 0 0 0 0,0 0-1 0 0,0 0 1 0 0,0 0-1 0 0,-1-1 1 0 0,1 1 0 0 0,0 0-1 0 0,0-1 1 0 0,1 1-1 0 0,-1-1 1 0 0,0 1 0 0 0,0-1-1 0 0,0 1 1 0 0,0-1-1 0 0,0 0 1 0 0,0 0 0 0 0,1 1-1 0 0,-1-1 1 0 0,0 0-1 0 0,0 0 1 0 0,0 0 0 0 0,3-1-1 0 0,51 2 411 0 0,-54-1-412 0 0,41-4 198 0 0,1-2 0 0 0,53-15 0 0 0,-95 21-218 0 0,0 0 1 0 0,1 0 0 0 0,-1 0-1 0 0,0-1 1 0 0,0 1 0 0 0,0 0 0 0 0,0-1-1 0 0,0 1 1 0 0,0-1 0 0 0,1 0 0 0 0,-1 1-1 0 0,0-1 1 0 0,-1 0 0 0 0,1 1 0 0 0,0-1-1 0 0,0 0 1 0 0,1-1 0 0 0,-2 1-24 0 0,0 1 0 0 0,0-1 1 0 0,0 1-1 0 0,-1-1 0 0 0,1 1 0 0 0,0 0 1 0 0,0-1-1 0 0,-1 1 0 0 0,1-1 0 0 0,0 1 1 0 0,-1 0-1 0 0,1-1 0 0 0,0 1 0 0 0,-1-1 1 0 0,1 1-1 0 0,-1 0 0 0 0,1 0 0 0 0,-1-1 1 0 0,1 1-1 0 0,0 0 0 0 0,-1 0 0 0 0,1 0 1 0 0,-1-1-1 0 0,1 1 0 0 0,-1 0 0 0 0,0 0 1 0 0,-45-7-1203 0 0,41 8 1244 0 0,0 0-1 0 0,0 1 1 0 0,1-1 0 0 0,-1 1 0 0 0,0 0 0 0 0,1 1 0 0 0,-1-1 0 0 0,1 1 0 0 0,0 0-1 0 0,0 0 1 0 0,0 0 0 0 0,0 1 0 0 0,0-1 0 0 0,1 1 0 0 0,-1 0 0 0 0,1 0 0 0 0,0 0-1 0 0,1 0 1 0 0,-1 1 0 0 0,1-1 0 0 0,-1 1 0 0 0,-1 7 0 0 0,-3 5 109 0 0,0 1 0 0 0,2 0 0 0 0,0 0 0 0 0,-5 35 0 0 0,9 12-703 0 0,2-63 394 0 0,-1 0-1 0 0,0 0 1 0 0,0 0 0 0 0,1 0 0 0 0,0 0 0 0 0,-1 0 0 0 0,1 0 0 0 0,0-1 0 0 0,0 1 0 0 0,0 0 0 0 0,0 0 0 0 0,0-1 0 0 0,1 2 0 0 0,-1-2-34 0 0,0-1 0 0 0,0 1 1 0 0,-1-1-1 0 0,1 1 0 0 0,0-1 1 0 0,0 0-1 0 0,0 0 0 0 0,0 1 1 0 0,0-1-1 0 0,-1 0 0 0 0,1 0 0 0 0,0 0 1 0 0,0 0-1 0 0,0 0 0 0 0,0 0 1 0 0,0 0-1 0 0,0 0 0 0 0,0 0 1 0 0,0-1-1 0 0,-1 1 0 0 0,1 0 0 0 0,0 0 1 0 0,0-1-1 0 0,0 1 0 0 0,0-1 1 0 0,-1 1-1 0 0,1-1 0 0 0,0 1 1 0 0,1-2-1 0 0,12-16-4502 0 0,-5 6 1620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9.1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1 2481 0 0,'-1'0'277'0'0,"0"0"1"0"0,1-1 0 0 0,-1 1-1 0 0,0 0 1 0 0,1 0 0 0 0,-1 0 0 0 0,0 0-1 0 0,1 0 1 0 0,-1 0 0 0 0,1 0-1 0 0,-1 1 1 0 0,0-1 0 0 0,1 0 0 0 0,-1 0-1 0 0,0 0 1 0 0,1 1 0 0 0,-1-1-1 0 0,1 0 1 0 0,-1 1 0 0 0,0-1 0 0 0,1 0-1 0 0,-1 1 1 0 0,1-1 0 0 0,-1 1-1 0 0,0 0 1 0 0,-11 19 3171 0 0,-1 28-1494 0 0,12-42-1538 0 0,-3 44-81 0 0,0 11-1568 0 0,3-58 1026 0 0,1 0 0 0 0,-1 0 0 0 0,0 0 0 0 0,0-1-1 0 0,0 1 1 0 0,0 0 0 0 0,0 0 0 0 0,0 0 0 0 0,-1-1 0 0 0,0 1 0 0 0,1-1 0 0 0,-1 1 0 0 0,0-1 0 0 0,-3 4-1 0 0,1-4-24 0 0,1-1 0 0 0,0 1-1 0 0,-1 0 1 0 0,0-1 0 0 0,1 0-1 0 0,-1 0 1 0 0,0 0 0 0 0,1 0-1 0 0,-1-1 1 0 0,0 1 0 0 0,0-1-1 0 0,-4 0 1 0 0,-55-5-494 0 0,30 2 1335 0 0,15 2 161 0 0,11 0 127 0 0,1 0-1 0 0,-1 1 0 0 0,0 0 0 0 0,1 0 0 0 0,-1 1 0 0 0,-8 1 0 0 0,23 1 2666 0 0,27 8-1946 0 0,-3-6-1145 0 0,0-2 0 0 0,0 0 0 0 0,1-3 0 0 0,40-3 0 0 0,-5-8-2750 0 0,-5-8-3488 0 0,-61 18 5199 0 0,1 0-1 0 0,-1 0 0 0 0,0-1 1 0 0,1 1-1 0 0,-1 0 0 0 0,0-1 1 0 0,0 0-1 0 0,0 1 0 0 0,0-1 1 0 0,0 0-1 0 0,-1 0 0 0 0,1 0 1 0 0,-1 0-1 0 0,1 0 0 0 0,-1 0 1 0 0,2-4-1 0 0,-3 6 469 0 0,12-13-3911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39.5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39 6057 0 0,'-9'-2'3246'0'0,"-8"-4"4636"0"0,18 6-7788 0 0,-1-1 0 0 0,0 1-1 0 0,1-1 1 0 0,-1 0 0 0 0,1 1 0 0 0,-1-1-1 0 0,0 1 1 0 0,1-1 0 0 0,-1 1 0 0 0,1-1-1 0 0,-1 1 1 0 0,1 0 0 0 0,0-1-1 0 0,-1 1 1 0 0,1 0 0 0 0,-1-1 0 0 0,1 1-1 0 0,0 0 1 0 0,-1 0 0 0 0,1-1-1 0 0,0 1 1 0 0,-1 0 0 0 0,1 0 0 0 0,0 0-1 0 0,-1 0 1 0 0,1 0 0 0 0,0 0 0 0 0,17-6 615 0 0,1 2 0 0 0,34-6 1 0 0,-47 9-633 0 0,-1 1 1 0 0,1-1 0 0 0,-1 1-1 0 0,1 0 1 0 0,-1 1 0 0 0,1-1-1 0 0,-1 1 1 0 0,1 0-1 0 0,-1 0 1 0 0,0 1 0 0 0,1-1-1 0 0,-1 1 1 0 0,0 1 0 0 0,6 2-1 0 0,-9-3-37 0 0,-1 0 0 0 0,1 0 0 0 0,-1 0 0 0 0,1 0 0 0 0,-1 0 0 0 0,0 0-1 0 0,0 1 1 0 0,0-1 0 0 0,0 0 0 0 0,-1 1 0 0 0,1-1 0 0 0,0 0 0 0 0,-1 1 0 0 0,0-1 0 0 0,0 1-1 0 0,1-1 1 0 0,-1 1 0 0 0,-1-1 0 0 0,1 1 0 0 0,0-1 0 0 0,-1 0 0 0 0,1 1 0 0 0,-1-1 0 0 0,0 0-1 0 0,-1 5 1 0 0,-4 10-198 0 0,-1-1 0 0 0,-13 24 0 0 0,12-25-322 0 0,-6 17-989 0 0,-4 7-980 0 0,13-31-2746 0 0,9-25-7973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40.1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43 3409 0 0,'-2'57'8002'0'0,"-4"4"-3505"0"0,1-12-4434 0 0,1 61 1 0 0,5-96-843 0 0,0 0 1 0 0,0 0 0 0 0,2 0 0 0 0,0-1-1 0 0,0 1 1 0 0,1-1 0 0 0,1 1 0 0 0,0-1 0 0 0,7 12-1 0 0,-12-25 741 0 0,0 0-1 0 0,0 0 0 0 0,0 1 0 0 0,0-1 1 0 0,0 0-1 0 0,0 0 0 0 0,0 0 0 0 0,0 0 1 0 0,0 0-1 0 0,0 0 0 0 0,0 0 0 0 0,0 1 1 0 0,0-1-1 0 0,0 0 0 0 0,0 0 0 0 0,0 0 0 0 0,1 0 1 0 0,-1 0-1 0 0,0 0 0 0 0,0 0 0 0 0,0 0 1 0 0,0 0-1 0 0,0 1 0 0 0,0-1 0 0 0,0 0 1 0 0,0 0-1 0 0,0 0 0 0 0,1 0 0 0 0,-1 0 1 0 0,0 0-1 0 0,0 0 0 0 0,0 0 0 0 0,0 0 1 0 0,0 0-1 0 0,0 0 0 0 0,0 0 0 0 0,1 0 0 0 0,-1 0 1 0 0,0 0-1 0 0,0 0 0 0 0,0 0 0 0 0,0 0 1 0 0,0 0-1 0 0,0 0 0 0 0,1 0 0 0 0,-1 0 1 0 0,0 0-1 0 0,0 0 0 0 0,0 0 0 0 0,0 0 1 0 0,0 0-1 0 0,0 0 0 0 0,0-1 0 0 0,0 1 1 0 0,1 0-1 0 0,-1 0 0 0 0,0 0 0 0 0,0 0 0 0 0,0 0 1 0 0,0 0-1 0 0,0 0 0 0 0,0 0 0 0 0,0 0 1 0 0,0-1-1 0 0,0 1 0 0 0,0 0 0 0 0,0 0 1 0 0,0 0-1 0 0,3-15-1057 0 0,-2-17 776 0 0,-17-45 1746 0 0,12 63-336 0 0,0 0 0 0 0,1 0 0 0 0,1 0 0 0 0,0-1 0 0 0,1 1 0 0 0,0-24-1 0 0,2 37-1002 0 0,-1 1-1 0 0,1-1 1 0 0,-1 1-1 0 0,1-1 0 0 0,-1 1 1 0 0,1 0-1 0 0,0-1 0 0 0,-1 1 1 0 0,1 0-1 0 0,-1-1 1 0 0,1 1-1 0 0,0 0 0 0 0,-1-1 1 0 0,1 1-1 0 0,0 0 1 0 0,-1 0-1 0 0,1 0 0 0 0,0 0 1 0 0,-1 0-1 0 0,1 0 0 0 0,0 0 1 0 0,-1 0-1 0 0,1 0 1 0 0,0 0-1 0 0,-1 0 0 0 0,1 0 1 0 0,0 0-1 0 0,-1 1 0 0 0,1-1 1 0 0,0 0-1 0 0,34 9 36 0 0,-18-5-285 0 0,-12-3-387 0 0,1 0-1 0 0,-1-1 1 0 0,1 1 0 0 0,-1-1 0 0 0,1 0-1 0 0,0-1 1 0 0,-1 1 0 0 0,1-1-1 0 0,-1 0 1 0 0,1-1 0 0 0,-1 1 0 0 0,0-1-1 0 0,10-4 1 0 0,-12 4 171 0 0,0 0-1 0 0,0-1 1 0 0,-1 1 0 0 0,1 0 0 0 0,-1-1-1 0 0,0 0 1 0 0,0 1 0 0 0,0-1-1 0 0,0 0 1 0 0,0 0 0 0 0,2-6 0 0 0,7-30 298 0 0,-8 19 1042 0 0,-1 1 0 0 0,0-28 0 0 0,-9-9 6033 0 0,5 62-2608 0 0,-5 32-3110 0 0,4 20-963 0 0,2-39-331 0 0,0-1-1 0 0,0 0 1 0 0,2 0 0 0 0,0 0-1 0 0,8 35 1 0 0,-9-52 25 0 0,1 1-1 0 0,0-1 1 0 0,0 1-1 0 0,0-1 1 0 0,0 1-1 0 0,0-1 1 0 0,0 1-1 0 0,0-1 1 0 0,0 0-1 0 0,1 0 1 0 0,-1 0-1 0 0,0 0 1 0 0,1 0 0 0 0,-1 0-1 0 0,1 0 1 0 0,-1 0-1 0 0,1 0 1 0 0,0-1-1 0 0,-1 1 1 0 0,1-1-1 0 0,0 1 1 0 0,-1-1-1 0 0,1 1 1 0 0,0-1-1 0 0,0 0 1 0 0,-1 0-1 0 0,1 0 1 0 0,0 0 0 0 0,-1 0-1 0 0,1 0 1 0 0,0-1-1 0 0,0 1 1 0 0,-1-1-1 0 0,1 1 1 0 0,2-2-1 0 0,11-2 342 0 0,-1-1-1 0 0,0 0 0 0 0,16-9 1 0 0,-15 7-71 0 0,24-12-22 0 0,34-13-2933 0 0,-91 41-11941 0 0,9-7 11379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40.5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29 5049 0 0,'0'2'491'0'0,"1"0"-1"0"0,0 0 1 0 0,0 0-1 0 0,0 0 1 0 0,1 0-1 0 0,-1-1 1 0 0,0 1-1 0 0,1 0 1 0 0,-1-1-1 0 0,1 1 1 0 0,0-1-1 0 0,-1 1 1 0 0,1-1-1 0 0,0 0 1 0 0,0 0-1 0 0,3 2 1 0 0,0-1-53 0 0,1 0 1 0 0,-1 0-1 0 0,1 0 1 0 0,-1-1-1 0 0,1 0 1 0 0,6 0-1 0 0,8 0-53 0 0,-1-1-1 0 0,32-4 0 0 0,-32 1-423 0 0,0-1-1 0 0,0-1 0 0 0,27-11 0 0 0,-7 3-2210 0 0,1 2-3605 0 0,-40 11 5762 0 0,0 0 0 0 0,1 0-1 0 0,-1 0 1 0 0,0 0 0 0 0,0 0 0 0 0,0 0-1 0 0,0 0 1 0 0,1 0 0 0 0,-1-1 0 0 0,0 1-1 0 0,0 0 1 0 0,0 0 0 0 0,0 0 0 0 0,1 0-1 0 0,-1 0 1 0 0,0-1 0 0 0,0 1 0 0 0,0 0-1 0 0,0 0 1 0 0,0 0 0 0 0,0-1 0 0 0,0 1-1 0 0,0 0 1 0 0,0 0 0 0 0,0 0 0 0 0,0 0-1 0 0,1-1 1 0 0,-1 1 0 0 0,0 0 0 0 0,0 0 0 0 0,0 0-1 0 0,0-1 1 0 0,-1 1 0 0 0,1 0 0 0 0,0 0-1 0 0,0 0 1 0 0,0-1 0 0 0,0 1 0 0 0,0 0-1 0 0,0 0 1 0 0,0 0 0 0 0,0-1 0 0 0,0 1-1 0 0,0 0 1 0 0,0 0 0 0 0,-1 0 0 0 0,1 0-1 0 0,0-1 1 0 0,0 1 0 0 0,0 0 0 0 0,0 0-1 0 0,-1 0 1 0 0,1 0 0 0 0,0 0 0 0 0,0 0-1 0 0,0 0 1 0 0,-1-1 0 0 0,0 0-318 0 0,-1-3-2292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40.9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144 1 1792 0 0,'-5'1'633'0'0,"-1"0"-1"0"0,1 1 1 0 0,0 0 0 0 0,0 0-1 0 0,0 0 1 0 0,0 0-1 0 0,0 1 1 0 0,0 0-1 0 0,0 0 1 0 0,1 0-1 0 0,0 1 1 0 0,-1-1 0 0 0,1 1-1 0 0,-4 5 1 0 0,4-3-361 0 0,0-1 1 0 0,0 0 0 0 0,1 1-1 0 0,0 0 1 0 0,0 0-1 0 0,0 0 1 0 0,1 0 0 0 0,0 0-1 0 0,0 1 1 0 0,0-1 0 0 0,0 8-1 0 0,1-10-210 0 0,0 0 0 0 0,1 0-1 0 0,0 0 1 0 0,0 0 0 0 0,0 1 0 0 0,1-1-1 0 0,-1 0 1 0 0,1 0 0 0 0,0 0 0 0 0,0 0-1 0 0,0 0 1 0 0,1 0 0 0 0,-1-1 0 0 0,1 1-1 0 0,0 0 1 0 0,0-1 0 0 0,0 1 0 0 0,1-1-1 0 0,-1 0 1 0 0,1 1 0 0 0,0-1 0 0 0,0 0-1 0 0,0-1 1 0 0,0 1 0 0 0,0-1 0 0 0,1 1-1 0 0,-1-1 1 0 0,1 0 0 0 0,-1 0 0 0 0,1 0 0 0 0,0-1-1 0 0,0 1 1 0 0,0-1 0 0 0,0 0 0 0 0,0 0-1 0 0,0-1 1 0 0,0 1 0 0 0,0-1 0 0 0,9 0-1 0 0,50-4 1691 0 0,-60 4-1640 0 0,-1-1 1 0 0,1 1 0 0 0,0-1-1 0 0,0 1 1 0 0,-1-1-1 0 0,1 0 1 0 0,0 0 0 0 0,-1 0-1 0 0,1-1 1 0 0,-1 1-1 0 0,1-1 1 0 0,-1 1 0 0 0,0-1-1 0 0,1 0 1 0 0,-1 0-1 0 0,0 0 1 0 0,0 0 0 0 0,-1 0-1 0 0,4-4 1 0 0,-5 4-69 0 0,0 1 0 0 0,0 0 0 0 0,0 0 0 0 0,0-1 0 0 0,0 1 0 0 0,0 0 0 0 0,0 0 0 0 0,-1 0 0 0 0,1-1 0 0 0,0 1 0 0 0,-1 0 0 0 0,1 0 0 0 0,-1 0 0 0 0,1 0 1 0 0,-1 0-1 0 0,0 0 0 0 0,1 0 0 0 0,-1 0 0 0 0,0 0 0 0 0,0 0 0 0 0,0 0 0 0 0,0 0 0 0 0,1 1 0 0 0,-1-1 0 0 0,0 0 0 0 0,0 0 0 0 0,-1 1 0 0 0,1-1 0 0 0,-2 0 0 0 0,-41-20 19 0 0,32 15-87 0 0,-34-16-487 0 0,-11-6-1861 0 0,18 11-4144 0 0,17 1 697 0 0,19 13 4610 0 0,-3-5-3222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41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18 6489 0 0,'-11'-17'6932'0'0,"11"17"-6830"0"0,-1 0-1 0 0,1 0 1 0 0,0 0-1 0 0,0 0 0 0 0,0 0 1 0 0,0-1-1 0 0,0 1 0 0 0,-1 0 1 0 0,1 0-1 0 0,0 0 0 0 0,0 0 1 0 0,0 0-1 0 0,0 0 0 0 0,-1 0 1 0 0,1 0-1 0 0,0 0 0 0 0,0 0 1 0 0,0 0-1 0 0,0 0 1 0 0,-1 0-1 0 0,1 0 0 0 0,0 1 1 0 0,0-1-1 0 0,0 0 0 0 0,0 0 1 0 0,0 0-1 0 0,-1 0 0 0 0,1 0 1 0 0,0 0-1 0 0,0 0 203 0 0,0 0-203 0 0,0 1 1 0 0,0-1-1 0 0,-1 0 1 0 0,1 0-1 0 0,0 0 0 0 0,0 0 1 0 0,0 0-1 0 0,0 1 0 0 0,0-1 1 0 0,0 0-1 0 0,0 0 0 0 0,0 0 1 0 0,0 0-1 0 0,0 0 0 0 0,0 1 1 0 0,0-1-1 0 0,0 0 0 0 0,0 0 1 0 0,-2 39 5185 0 0,2-19-5449 0 0,-1 14 351 0 0,1 0 1 0 0,6 51-1 0 0,4-36-2626 0 0,7 0-3629 0 0,-6-25-4986 0 0,-8-18 7062 0 0</inkml:trace>
  <inkml:trace contextRef="#ctx0" brushRef="#br0" timeOffset="1">42 433 6961 0 0,'-7'42'11905'0'0,"5"21"-8934"0"0,2-63-3083 0 0,0 0 0 0 0,0 0 0 0 0,0 0 0 0 0,1 0 1 0 0,-1-1-1 0 0,0 1 0 0 0,0 0 0 0 0,0 0 1 0 0,0 0-1 0 0,1 0 0 0 0,-1 0 0 0 0,0 0 0 0 0,0 0 1 0 0,0 0-1 0 0,1 0 0 0 0,-1 0 0 0 0,0 0 0 0 0,0 0 1 0 0,0 0-1 0 0,1 0 0 0 0,-1 0 0 0 0,0 0 0 0 0,0 0 1 0 0,0 0-1 0 0,1 0 0 0 0,-1 0 0 0 0,0 0 0 0 0,0 0 1 0 0,0 0-1 0 0,1 0 0 0 0,-1 0 0 0 0,0 0 0 0 0,0 0 1 0 0,0 0-1 0 0,0 1 0 0 0,1-1 0 0 0,-1 0 1 0 0,0 0-1 0 0,0 0 0 0 0,0 0 0 0 0,0 0 0 0 0,0 1 1 0 0,1-1-1 0 0,-1 0 0 0 0,0 0 0 0 0,0 0 0 0 0,0 0 1 0 0,0 1-1 0 0,0-1 0 0 0,0 0 0 0 0,0 0 0 0 0,0 0 1 0 0,0 1-1 0 0,0-1 0 0 0,0 0 0 0 0,10-18-5847 0 0,-9 0 1809 0 0,5 3 35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42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71 334 4129 0 0,'-7'2'1595'0'0,"0"0"1"0"0,0 1-1 0 0,0-1 1 0 0,0 2-1 0 0,0-1 1 0 0,0 1-1 0 0,1 0 1 0 0,-9 7-1 0 0,18-54 2036 0 0,5 9-3252 0 0,2 1 1 0 0,1 0-1 0 0,2 0 0 0 0,1 1 0 0 0,1 1 0 0 0,2 1 0 0 0,30-42 0 0 0,-46 70-370 0 0,0 0 1 0 0,1 0-1 0 0,-1 0 0 0 0,0 1 1 0 0,1-1-1 0 0,-1 0 0 0 0,1 1 0 0 0,-1-1 1 0 0,1 1-1 0 0,0 0 0 0 0,0-1 1 0 0,0 1-1 0 0,0 0 0 0 0,0 0 0 0 0,0 0 1 0 0,0 0-1 0 0,0 1 0 0 0,0-1 1 0 0,0 0-1 0 0,0 1 0 0 0,0 0 1 0 0,1-1-1 0 0,-1 1 0 0 0,0 0 0 0 0,0 0 1 0 0,0 0-1 0 0,1 1 0 0 0,-1-1 1 0 0,0 0-1 0 0,0 1 0 0 0,0-1 0 0 0,4 3 1 0 0,0 0 15 0 0,-1 1 0 0 0,-1 0 0 0 0,1 1 0 0 0,0-1 0 0 0,-1 1 0 0 0,0 0 0 0 0,0 0 0 0 0,0 0 0 0 0,-1 1 0 0 0,4 7-1 0 0,6 10-18 0 0,10 20 47 0 0,2-1 1 0 0,42 54-1 0 0,-66-95-54 0 0,0-1 0 0 0,0 1 0 0 0,0 0 0 0 0,0-1 0 0 0,0 1 0 0 0,0-1-1 0 0,0 1 1 0 0,0-1 0 0 0,0 1 0 0 0,0-1 0 0 0,0 0 0 0 0,0 1 0 0 0,0-1 0 0 0,0 0 0 0 0,0 0 0 0 0,0 0 0 0 0,1 0 0 0 0,-1 0 0 0 0,0 0 0 0 0,0 0 0 0 0,0 0 0 0 0,0 0-1 0 0,0-1 1 0 0,0 1 0 0 0,0 0 0 0 0,1-1 0 0 0,-1 1 0 0 0,0-1 0 0 0,0 1 0 0 0,0-1 0 0 0,-1 1 0 0 0,1-1 0 0 0,0 0 0 0 0,0 1 0 0 0,0-1 0 0 0,0 0 0 0 0,-1 0 0 0 0,1 0 0 0 0,1-1-1 0 0,33-43 38 0 0,-30 38-26 0 0,19-32 16 0 0,-20 31-10 0 0,0-1 0 0 0,1 1 0 0 0,0 0 0 0 0,1 0 0 0 0,-1 0 0 0 0,2 1 0 0 0,-1 0 0 0 0,15-12 0 0 0,-20 19-14 0 0,0-1 0 0 0,0 1 0 0 0,0 0 0 0 0,-1 0 0 0 0,1 0 0 0 0,0 0 0 0 0,0 1 0 0 0,0-1 0 0 0,-1 0 0 0 0,1 0 0 0 0,0 0 0 0 0,0 1 0 0 0,-1-1 0 0 0,1 0 0 0 0,0 1 0 0 0,0-1 0 0 0,-1 0-1 0 0,1 1 1 0 0,0-1 0 0 0,-1 1 0 0 0,1-1 0 0 0,-1 1 0 0 0,1 0 0 0 0,-1-1 0 0 0,1 1 0 0 0,-1 0 0 0 0,1-1 0 0 0,-1 1 0 0 0,1 0 0 0 0,-1-1 0 0 0,0 1 0 0 0,0 0 0 0 0,1 0 0 0 0,-1-1 0 0 0,0 1 0 0 0,0 1 0 0 0,14 38 84 0 0,-12-32-77 0 0,25 56 10 0 0,-26-61-18 0 0,1 1-1 0 0,0-1 1 0 0,0 1 0 0 0,0-1-1 0 0,1 0 1 0 0,-1 0 0 0 0,1 0-1 0 0,0 0 1 0 0,-1 0 0 0 0,1-1-1 0 0,1 1 1 0 0,-1-1 0 0 0,0 0-1 0 0,0 0 1 0 0,4 2 0 0 0,-4-4 1 0 0,-1 0 0 0 0,0 0 0 0 0,0 0 0 0 0,0-1 0 0 0,1 1 0 0 0,-1 0 0 0 0,0-1 0 0 0,0 1 0 0 0,0-1 1 0 0,0 0-1 0 0,0 0 0 0 0,0 0 0 0 0,0 0 0 0 0,0 0 0 0 0,0 0 0 0 0,-1 0 0 0 0,1-1 0 0 0,0 1 0 0 0,-1-1 0 0 0,1 1 1 0 0,-1-1-1 0 0,1 0 0 0 0,0-1 0 0 0,35-50-9 0 0,-30 41 18 0 0,-2 4 0 0 0,-1 1-6 0 0,0 1 0 0 0,1-1 0 0 0,0 1 0 0 0,9-10 0 0 0,-13 16-3 0 0,-1-1-1 0 0,1 0 1 0 0,0 1-1 0 0,0-1 1 0 0,-1 1-1 0 0,1-1 1 0 0,0 1-1 0 0,0-1 1 0 0,0 1-1 0 0,0-1 1 0 0,-1 1-1 0 0,1 0 1 0 0,0-1-1 0 0,0 1 1 0 0,0 0-1 0 0,0 0 1 0 0,0 0-1 0 0,0 0 0 0 0,0 0 1 0 0,0 0-1 0 0,0 0 1 0 0,0 0-1 0 0,0 0 1 0 0,0 0-1 0 0,0 1 1 0 0,0-1-1 0 0,-1 0 1 0 0,1 1-1 0 0,0-1 1 0 0,0 1-1 0 0,0-1 1 0 0,0 1-1 0 0,-1-1 1 0 0,1 1-1 0 0,0-1 0 0 0,0 1 1 0 0,-1 0-1 0 0,1-1 1 0 0,0 1-1 0 0,-1 0 1 0 0,1 0-1 0 0,-1-1 1 0 0,1 1-1 0 0,-1 0 1 0 0,0 0-1 0 0,1 1 1 0 0,11 21-22 0 0,-7-12 23 0 0,1-1 0 0 0,0 0 1 0 0,1 0-1 0 0,-1 0 0 0 0,10 9 0 0 0,-14-17-2 0 0,-1-1 0 0 0,1 1 0 0 0,-1-1 1 0 0,1 1-1 0 0,0-1 0 0 0,0 0 0 0 0,0 0 1 0 0,0 0-1 0 0,0 0 0 0 0,0 0 0 0 0,0 0 1 0 0,0 0-1 0 0,0-1 0 0 0,0 1 0 0 0,1-1 1 0 0,-1 0-1 0 0,0 1 0 0 0,0-1 0 0 0,0 0 1 0 0,1 0-1 0 0,-1-1 0 0 0,0 1 0 0 0,0 0 1 0 0,0-1-1 0 0,1 1 0 0 0,-1-1 0 0 0,0 0 0 0 0,0 1 1 0 0,0-1-1 0 0,0 0 0 0 0,0-1 0 0 0,0 1 1 0 0,1-1-1 0 0,27-26 140 0 0,-27 24-120 0 0,0 0 0 0 0,0 0 0 0 0,1 1 0 0 0,-1-1-1 0 0,1 1 1 0 0,0 0 0 0 0,0 0 0 0 0,0 1-1 0 0,1-1 1 0 0,-1 1 0 0 0,7-3 0 0 0,-8 5-237 0 0,-1 0 0 0 0,0 0 0 0 0,1 0 1 0 0,-1 0-1 0 0,0 1 0 0 0,0-1 0 0 0,0 1 0 0 0,1-1 1 0 0,-1 1-1 0 0,0 0 0 0 0,3 2 0 0 0,-4-2-201 0 0,1-1 0 0 0,-1 1-1 0 0,1 0 1 0 0,0 0 0 0 0,-1-1 0 0 0,1 1-1 0 0,-1-1 1 0 0,1 1 0 0 0,0-1-1 0 0,0 0 1 0 0,-1 0 0 0 0,1 1 0 0 0,0-1-1 0 0,0 0 1 0 0,-1-1 0 0 0,1 1-1 0 0,0 0 1 0 0,-1 0 0 0 0,1-1 0 0 0,0 1-1 0 0,-1-1 1 0 0,1 0 0 0 0,0 1-1 0 0,-1-1 1 0 0,2-1 0 0 0,6-5-3829 0 0,-1 0-1770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6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1323 71 2609 0 0,'-1'-3'771'0'0,"0"0"0"0"0,0 0 0 0 0,0 0 1 0 0,-1 0-1 0 0,1 0 0 0 0,-1 1 1 0 0,1-1-1 0 0,-1 0 0 0 0,0 1 1 0 0,0-1-1 0 0,-1 1 0 0 0,1 0 1 0 0,0 0-1 0 0,-1 0 0 0 0,1 0 1 0 0,-5-3-1 0 0,0 2-237 0 0,0 0 1 0 0,0 0-1 0 0,0 0 1 0 0,0 1 0 0 0,-1 0-1 0 0,-12-2 1 0 0,-6 1-271 0 0,0 2 1 0 0,0 1 0 0 0,-27 3 0 0 0,-9 4 83 0 0,1 2 1 0 0,1 4 0 0 0,0 2-1 0 0,1 2 1 0 0,0 3 0 0 0,-93 47-1 0 0,69-23-281 0 0,2 3-1 0 0,3 4 0 0 0,-126 106 1 0 0,191-145-77 0 0,0 0-1 0 0,1 0 1 0 0,1 1 0 0 0,0 1 0 0 0,0 0 0 0 0,2 1 0 0 0,0 0 0 0 0,0 0 0 0 0,2 1 0 0 0,-12 31-1 0 0,17-39-26 0 0,0 1 0 0 0,0 0 0 0 0,0-1 0 0 0,1 1 0 0 0,0 0 0 0 0,1 0 0 0 0,0 0 0 0 0,0 0 0 0 0,1 0 0 0 0,1 0 0 0 0,-1-1 0 0 0,1 1 0 0 0,0 0 0 0 0,1-1 0 0 0,0 0 0 0 0,1 1 0 0 0,0-1 0 0 0,0 0 0 0 0,0-1 0 0 0,1 1 0 0 0,0-1 0 0 0,12 13 0 0 0,-3-7-61 0 0,0-1 0 0 0,1-1 1 0 0,0 0-1 0 0,1-1 0 0 0,0 0 1 0 0,1-1-1 0 0,0-1 0 0 0,0-1 1 0 0,36 10-1 0 0,6-2-192 0 0,105 11 0 0 0,-32-13 57 0 0,0-5-1 0 0,237-18 1 0 0,-270 0 238 0 0,0-5 0 0 0,-1-4 0 0 0,-2-4 0 0 0,129-49 1 0 0,-180 55 190 0 0,-2-2 1 0 0,0-1 0 0 0,48-32 0 0 0,-80 45-37 0 0,-1 0 0 0 0,1-1 1 0 0,-1 0-1 0 0,-1-1 0 0 0,0 0 0 0 0,0 0 1 0 0,-1-1-1 0 0,0 0 0 0 0,0 0 0 0 0,-1-1 1 0 0,-1 0-1 0 0,0-1 0 0 0,0 1 0 0 0,-1-1 1 0 0,0 0-1 0 0,5-25 0 0 0,-7 13-36 0 0,0-1 0 0 0,-1 0 0 0 0,-2 0 0 0 0,0 0-1 0 0,-2 0 1 0 0,-1 0 0 0 0,-1 1 0 0 0,-9-33 0 0 0,9 44-119 0 0,0 1-1 0 0,-1 0 1 0 0,0 0 0 0 0,-1 0 0 0 0,0 1-1 0 0,-1 0 1 0 0,0 0 0 0 0,-1 0 0 0 0,-1 1-1 0 0,1 0 1 0 0,-1 1 0 0 0,-1 0 0 0 0,0 0-1 0 0,0 1 1 0 0,-1 0 0 0 0,0 1 0 0 0,-16-8-1 0 0,0 3-360 0 0,0 2 0 0 0,-1 1 0 0 0,0 1-1 0 0,-1 1 1 0 0,-51-5 0 0 0,-149 5-2670 0 0,-1-1-2568 0 0,158-3 1625 0 0,8-1-2393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7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7 6601 0 0,'-3'-6'6028'0'0,"2"6"-5805"0"0,1-1 0 0 0,0 1 0 0 0,0 0 1 0 0,-1 0-1 0 0,1 0 0 0 0,0 0 0 0 0,0 0 1 0 0,-1 0-1 0 0,1 0 0 0 0,0 0 0 0 0,-1 0 0 0 0,1 0 1 0 0,0 0-1 0 0,0 0 0 0 0,-1 0 0 0 0,1 0 1 0 0,-1 1-1 0 0,-5 14 2691 0 0,1 31-3794 0 0,5-42 1543 0 0,3 77-665 0 0,1-30-1317 0 0,-7-2-3278 0 0,3-48 4346 0 0,0-1 0 0 0,0 1 0 0 0,0 0 0 0 0,0-1 0 0 0,-1 1 0 0 0,1 0 0 0 0,0-1 0 0 0,0 1 0 0 0,-1 0 0 0 0,1-1 0 0 0,0 1 0 0 0,-1-1 0 0 0,1 1 0 0 0,-1 0 0 0 0,1-1 0 0 0,-1 1 0 0 0,1-1 0 0 0,-1 1 0 0 0,1-1 0 0 0,-1 0 0 0 0,1 1 0 0 0,-1-1 0 0 0,1 1 0 0 0,-1-1 0 0 0,0 0 0 0 0,1 0 0 0 0,-1 1 0 0 0,0-1 0 0 0,-1 0 0 0 0,-6 4-3957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42 5561 0 0,'-6'3'5662'0'0,"6"-3"-5480"0"0,0 1 1 0 0,0-1-1 0 0,0 0 1 0 0,0 0 0 0 0,0 1-1 0 0,0-1 1 0 0,0 0 0 0 0,0 0-1 0 0,0 0 1 0 0,0 1-1 0 0,0-1 1 0 0,0 0 0 0 0,0 0-1 0 0,0 1 1 0 0,0-1 0 0 0,0 0-1 0 0,0 0 1 0 0,0 1 365 0 0,0-1-366 0 0,16 4 2448 0 0,21-3-2204 0 0,-10-6-148 0 0,48-16 0 0 0,-56 14-1137 0 0,0 1 1 0 0,1 1-1 0 0,0 1 1 0 0,37-3-1 0 0,-34 9-2399 0 0,-12 1-4430 0 0,-8 1 4779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8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67 4649 0 0,'-7'11'1052'0'0,"1"1"1"0"0,0 0-1 0 0,1 0 1 0 0,-6 23-1 0 0,7-23-867 0 0,2 1-1 0 0,0-1 0 0 0,0 1 0 0 0,1 0 0 0 0,1 0 1 0 0,0-1-1 0 0,0 1 0 0 0,5 21 0 0 0,-4-31-140 0 0,-1-1 0 0 0,1 1 0 0 0,0-1 0 0 0,0 1 0 0 0,0-1 0 0 0,0 1 0 0 0,0-1-1 0 0,0 0 1 0 0,1 0 0 0 0,-1 0 0 0 0,1 0 0 0 0,0 0 0 0 0,0 0 0 0 0,-1 0 0 0 0,1 0 0 0 0,0-1 0 0 0,0 1 0 0 0,1-1 0 0 0,-1 1-1 0 0,0-1 1 0 0,0 0 0 0 0,1 0 0 0 0,-1 0 0 0 0,1 0 0 0 0,-1 0 0 0 0,1-1 0 0 0,-1 1 0 0 0,1-1 0 0 0,-1 0 0 0 0,1 1 0 0 0,0-1 0 0 0,-1 0-1 0 0,1-1 1 0 0,-1 1 0 0 0,1 0 0 0 0,0-1 0 0 0,-1 1 0 0 0,1-1 0 0 0,3-1 0 0 0,0 0 102 0 0,0 0 0 0 0,0 0 0 0 0,-1 0 0 0 0,1-1-1 0 0,0 0 1 0 0,-1 0 0 0 0,0-1 0 0 0,1 1 0 0 0,-1-1 0 0 0,-1 0 0 0 0,1-1 0 0 0,0 1 0 0 0,-1-1 0 0 0,0 0 0 0 0,5-7 0 0 0,-7 8-87 0 0,-1 1 0 0 0,1-1 1 0 0,0 1-1 0 0,-1-1 0 0 0,0 0 1 0 0,0 1-1 0 0,0-1 0 0 0,0 0 1 0 0,-1 0-1 0 0,0 0 0 0 0,1 0 1 0 0,-1 0-1 0 0,-1 1 0 0 0,1-1 0 0 0,-1 0 1 0 0,1 0-1 0 0,-1 0 0 0 0,0 0 1 0 0,0 1-1 0 0,-1-1 0 0 0,1 0 1 0 0,-1 1-1 0 0,0-1 0 0 0,0 1 1 0 0,-2-3-1 0 0,0 1-264 0 0,0 1 0 0 0,0 0-1 0 0,0 0 1 0 0,-1 1 0 0 0,0-1 0 0 0,0 1 0 0 0,0 0 0 0 0,0 1-1 0 0,0-1 1 0 0,0 1 0 0 0,-1 0 0 0 0,1 0 0 0 0,-1 0-1 0 0,1 1 1 0 0,-1 0 0 0 0,-6-1 0 0 0,9 2-445 0 0,-1 0-1 0 0,1-1 1 0 0,0 1 0 0 0,0-1-1 0 0,0 0 1 0 0,0 0 0 0 0,0 0-1 0 0,0 0 1 0 0,0-1 0 0 0,-4-2-1 0 0,-1-3-3854 0 0</inkml:trace>
  <inkml:trace contextRef="#ctx0" brushRef="#br0" timeOffset="1">159 0 4857 0 0,'-24'38'9428'0'0,"23"-36"-9186"0"0,-1 0 1 0 0,1 0 0 0 0,0 1-1 0 0,0-1 1 0 0,0 1-1 0 0,0 0 1 0 0,0-1 0 0 0,1 1-1 0 0,-1-1 1 0 0,1 1-1 0 0,0 0 1 0 0,-1 0 0 0 0,2 3-1 0 0,-1-5-222 0 0,1 0 0 0 0,0-1 0 0 0,0 1 0 0 0,0 0 0 0 0,0-1 0 0 0,0 1 0 0 0,-1-1 0 0 0,1 0 0 0 0,0 1 0 0 0,0-1 0 0 0,0 0 0 0 0,0 1 0 0 0,0-1 0 0 0,0 0 0 0 0,1 0 0 0 0,-1 0 0 0 0,0 0 0 0 0,0 0 0 0 0,0 0 0 0 0,0 0 0 0 0,0-1 0 0 0,0 1 0 0 0,0 0 0 0 0,1-1 0 0 0,28-6 2 0 0,-29 7-9 0 0,171-62-98 0 0,-155 62-2294 0 0,-26 10-1485 0 0,-27 12-3823 0 0,24-19 5832 0 0,2 1-99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8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51 229 2176 0 0,'-4'2'786'0'0,"0"1"-1"0"0,-1 0 1 0 0,1-1-1 0 0,0 2 0 0 0,0-1 1 0 0,1 0-1 0 0,-1 1 0 0 0,1-1 1 0 0,0 1-1 0 0,0 0 0 0 0,-3 5 1 0 0,5-8-657 0 0,1 0 1 0 0,-1-1 0 0 0,1 1-1 0 0,0 0 1 0 0,-1 0 0 0 0,1 0-1 0 0,0 0 1 0 0,0 0 0 0 0,0 0-1 0 0,-1 0 1 0 0,1 0-1 0 0,0 0 1 0 0,0-1 0 0 0,0 1-1 0 0,1 0 1 0 0,-1 0 0 0 0,0 0-1 0 0,0 0 1 0 0,0 0 0 0 0,1 0-1 0 0,-1 0 1 0 0,0 0 0 0 0,1-1-1 0 0,0 2 1 0 0,0-1-58 0 0,1 1 0 0 0,0-1-1 0 0,-1 0 1 0 0,1 0 0 0 0,0 1 0 0 0,0-1 0 0 0,-1-1 0 0 0,1 1-1 0 0,0 0 1 0 0,0 0 0 0 0,0-1 0 0 0,0 1 0 0 0,0-1 0 0 0,0 0 0 0 0,4 1-1 0 0,3-1-65 0 0,0 0-1 0 0,-1 0 0 0 0,1-1 0 0 0,-1 0 0 0 0,1 0 1 0 0,-1-1-1 0 0,1 0 0 0 0,-1-1 0 0 0,0 1 0 0 0,0-2 0 0 0,11-5 1 0 0,-14 6-790 0 0,-1 1 0 0 0,0-1 0 0 0,0 0 0 0 0,0-1 0 0 0,0 1 0 0 0,0-1 0 0 0,3-5 0 0 0,-6-1-5211 0 0,-1 6 3152 0 0</inkml:trace>
  <inkml:trace contextRef="#ctx0" brushRef="#br0" timeOffset="1">230 93 2889 0 0,'-2'-10'1490'0'0,"0"1"-345"0"0,0-1 0 0 0,0 1 0 0 0,-1 0 1 0 0,0 0-1 0 0,0 1 0 0 0,-1-1 0 0 0,-7-11 0 0 0,9 26-681 0 0,0-1 0 0 0,1 1-1 0 0,0 0 1 0 0,0 0 0 0 0,0-1 0 0 0,0 9-1 0 0,-1 60-184 0 0,10 91-1 0 0,-2-117-2874 0 0,15 61 0 0 0,-21-109 2517 0 0,0 0 0 0 0,0 0 0 0 0,1 1 0 0 0,-1-1 0 0 0,0 0 0 0 0,0 0 0 0 0,0 1 0 0 0,0-1 0 0 0,0 0 0 0 0,0 0 0 0 0,1 1 0 0 0,-1-1 0 0 0,0 0 0 0 0,0 1 0 0 0,0-1 0 0 0,0 0 0 0 0,0 1 0 0 0,0-1 0 0 0,0 0 0 0 0,0 0 0 0 0,0 1 0 0 0,0-1 0 0 0,0 0 0 0 0,-1 1 0 0 0,1-1 0 0 0,0 0 0 0 0,0 0 0 0 0,0 1 0 0 0,0-1 0 0 0,0 0 0 0 0,0 0 0 0 0,-1 1 0 0 0,1-1 0 0 0,0 0 0 0 0,0 0 0 0 0,0 1 0 0 0,-1-1 0 0 0,1 0 0 0 0,0 0 0 0 0,0 0 0 0 0,-1 0 1 0 0,1 1-1 0 0,0-1 0 0 0,0 0 0 0 0,-1 0 0 0 0,1 0 0 0 0,0 0 0 0 0,-1 0 0 0 0,1 0 0 0 0,-1 0 0 0 0,-2 2-2955 0 0,3 4-7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0 5033 0 0,'-3'3'772'0'0,"1"0"0"0"0,-1 0 0 0 0,1 1-1 0 0,0-1 1 0 0,0 0 0 0 0,0 1 0 0 0,1-1 0 0 0,-1 1 0 0 0,1 0-1 0 0,0-1 1 0 0,-2 7 0 0 0,2-3-354 0 0,0 0-1 0 0,1 0 1 0 0,0 1 0 0 0,0-1-1 0 0,1 0 1 0 0,1 9-1 0 0,-1-9-403 0 0,0 0-1 0 0,1 0 1 0 0,0-1-1 0 0,1 1 0 0 0,-1 0 1 0 0,1-1-1 0 0,0 0 1 0 0,1 0-1 0 0,0 0 1 0 0,0 0-1 0 0,0 0 0 0 0,0-1 1 0 0,1 1-1 0 0,6 4 1 0 0,-8-8 51 0 0,1-1 0 0 0,0 1 0 0 0,0-1 0 0 0,0 0 1 0 0,0 0-1 0 0,0 0 0 0 0,0-1 0 0 0,0 1 0 0 0,0-1 0 0 0,0 0 1 0 0,0 0-1 0 0,0 0 0 0 0,0-1 0 0 0,0 1 0 0 0,7-3 0 0 0,61-18 255 0 0,-70 20-326 0 0,1 0-21 0 0,38-17-1815 0 0,-28 3-2116 0 0,-8-5-3693 0 0,-3 13 3817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8:59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16 9490 0 0,'-9'6'6472'0'0,"9"-6"-6435"0"0,1 0 1 0 0,-1 1 0 0 0,0-1-1 0 0,0 0 1 0 0,0 0-1 0 0,0 1 1 0 0,0-1 0 0 0,1 0-1 0 0,-1 1 1 0 0,0-1 0 0 0,0 0-1 0 0,1 0 1 0 0,-1 0-1 0 0,0 1 1 0 0,0-1 0 0 0,1 0-1 0 0,-1 0 1 0 0,0 0-1 0 0,0 1 1 0 0,1-1 0 0 0,-1 0-1 0 0,0 0 1 0 0,1 0 0 0 0,-1 0-1 0 0,0 0 1 0 0,1 0-1 0 0,-1 0 1 0 0,0 0 0 0 0,1 0-1 0 0,-1 0 1 0 0,0 0-1 0 0,1 0 1 0 0,-1 0 0 0 0,0 0-1 0 0,0 0 1 0 0,1 0 0 0 0,-1 0-1 0 0,0 0 1 0 0,1-1-1 0 0,42-11 420 0 0,-38 10-381 0 0,-1-1 0 0 0,1 2 0 0 0,0-1 0 0 0,1 0 0 0 0,-1 1 0 0 0,0 0 0 0 0,0 1 1 0 0,0-1-1 0 0,1 1 0 0 0,-1 0 0 0 0,6 0 0 0 0,-9 1-54 0 0,-1 0 0 0 0,0 0 0 0 0,0 0 1 0 0,0 0-1 0 0,0 0 0 0 0,0 0 0 0 0,0 0 0 0 0,0 0 0 0 0,0 1 0 0 0,0-1 1 0 0,0 0-1 0 0,-1 0 0 0 0,1 1 0 0 0,0-1 0 0 0,-1 1 0 0 0,0-1 0 0 0,1 0 1 0 0,-1 1-1 0 0,0-1 0 0 0,1 1 0 0 0,-1-1 0 0 0,0 1 0 0 0,0-1 0 0 0,0 1 1 0 0,0-1-1 0 0,-1 1 0 0 0,1-1 0 0 0,0 1 0 0 0,-1-1 0 0 0,1 1 0 0 0,-1-1 1 0 0,1 0-1 0 0,-2 2 0 0 0,-16 51 203 0 0,4-29-425 0 0,-1-1 1 0 0,-1-1-1 0 0,-1 0 1 0 0,-20 20-1 0 0,43-49 356 0 0,0-1 0 0 0,1 1 1 0 0,-1 1-1 0 0,2-1 0 0 0,-1 1 0 0 0,0 0 1 0 0,15-6-1 0 0,-18 10-109 0 0,0 0 0 0 0,1 0 1 0 0,-1 0-1 0 0,0 0 0 0 0,1 1 0 0 0,-1 0 1 0 0,1 0-1 0 0,-1 0 0 0 0,1 1 0 0 0,-1-1 1 0 0,0 1-1 0 0,1 0 0 0 0,-1 0 0 0 0,0 1 1 0 0,0-1-1 0 0,0 1 0 0 0,7 4 0 0 0,35 23-76 0 0,15 9-989 0 0,-57-36 645 0 0,0 0-1 0 0,-1-1 1 0 0,1 1-1 0 0,0-1 1 0 0,0 0-1 0 0,-1 0 1 0 0,1-1 0 0 0,0 1-1 0 0,0-1 1 0 0,0 1-1 0 0,0-1 1 0 0,0-1-1 0 0,0 1 1 0 0,5-1-1 0 0,-8 0 164 0 0,-1 1-1 0 0,1 0 1 0 0,0 0 0 0 0,-1 0-1 0 0,1-1 1 0 0,0 1-1 0 0,-1 0 1 0 0,1-1 0 0 0,-1 1-1 0 0,1 0 1 0 0,0-1-1 0 0,-1 1 1 0 0,1-1 0 0 0,-1 1-1 0 0,1-1 1 0 0,-1 1 0 0 0,0-1-1 0 0,1 0 1 0 0,-1 1-1 0 0,1-1 1 0 0,-1 1 0 0 0,0-1-1 0 0,0 0 1 0 0,1 1-1 0 0,-1-1 1 0 0,0 0 0 0 0,0 1-1 0 0,0-1 1 0 0,0 0 0 0 0,0 0-1 0 0,0 1 1 0 0,0-1-1 0 0,0 0 1 0 0,0 1 0 0 0,0-1-1 0 0,0 0 1 0 0,0 1-1 0 0,0-1 1 0 0,-1-1 0 0 0,1 0-606 0 0,0-8-2876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0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4329 0 0,'0'-26'5004'0'0,"0"24"-2836"0"0,1 4-261 0 0,1 39 2529 0 0,-1-16-4726 0 0,23 175 260 0 0,-11-114-3774 0 0,-13-60 952 0 0,-9-42 1458 0 0,-9-41 2345 0 0,13 11 1735 0 0,5 45-2578 0 0,0 0 0 0 0,0 0 0 0 0,0 0 0 0 0,1 0 0 0 0,-1 0 0 0 0,0-1 0 0 0,0 1 0 0 0,0 0 0 0 0,1 0 0 0 0,-1 0-1 0 0,1 0 1 0 0,-1 0 0 0 0,1 0 0 0 0,-1 0 0 0 0,1 0 0 0 0,0 1 0 0 0,-1-1 0 0 0,1 0 0 0 0,0 0 0 0 0,0 0 0 0 0,-1 1 0 0 0,1-1 0 0 0,0 0 0 0 0,0 1 0 0 0,0-1 0 0 0,0 1-1 0 0,0-1 1 0 0,0 1 0 0 0,0-1 0 0 0,0 1 0 0 0,0 0 0 0 0,0-1 0 0 0,0 1 0 0 0,0 0 0 0 0,2 0 0 0 0,4 0-117 0 0,-1-1 0 0 0,1 0 0 0 0,-1 0 0 0 0,1-1 0 0 0,-1 1 0 0 0,0-2 0 0 0,0 1 0 0 0,0 0 0 0 0,0-1 0 0 0,0 0 0 0 0,0-1 0 0 0,-1 1 0 0 0,1-1 0 0 0,-1 0 0 0 0,0 0 0 0 0,-1-1 0 0 0,7-6 0 0 0,-7 7 99 0 0,-1-1 0 0 0,1 1 0 0 0,-1-1 0 0 0,0 0 0 0 0,0 0 0 0 0,-1 0 0 0 0,1 0 0 0 0,-1-1 0 0 0,0 1 0 0 0,-1-1 1 0 0,1 1-1 0 0,-1-1 0 0 0,0 1 0 0 0,-1-1 0 0 0,1 0 0 0 0,-1 1 0 0 0,0-1 0 0 0,-1 0 0 0 0,-1-10 0 0 0,-2 40 3266 0 0,-3 20-3001 0 0,9 156 67 0 0,0-172-1341 0 0,1-1-1 0 0,2 1 1 0 0,1-1 0 0 0,1 0-1 0 0,12 30 1 0 0,-13-48-2407 0 0,-3-16-2921 0 0,-3-3 1064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212 128 2192 0 0,'0'-3'932'0'0,"0"-1"0"0"0,-1 1 0 0 0,0-1 0 0 0,0 1 0 0 0,0-1 0 0 0,0 1 0 0 0,0-1 0 0 0,-1 1 0 0 0,1 0-1 0 0,-4-5 1 0 0,-30-32 2707 0 0,30 35-3493 0 0,-1 0 0 0 0,1 0 0 0 0,-1 1 0 0 0,-1 0 0 0 0,1 0 0 0 0,0 1 0 0 0,-1 0 0 0 0,0 0 0 0 0,0 0 0 0 0,0 1 0 0 0,-11-3 0 0 0,16 5-118 0 0,0 0-1 0 0,-1 0 0 0 0,1 0 0 0 0,0 1 0 0 0,-1-1 1 0 0,1 1-1 0 0,0-1 0 0 0,-1 1 0 0 0,1 0 0 0 0,0-1 0 0 0,0 1 1 0 0,0 0-1 0 0,0 1 0 0 0,0-1 0 0 0,0 0 0 0 0,0 0 0 0 0,0 1 1 0 0,0 0-1 0 0,-2 2 0 0 0,0 0-24 0 0,2 0 0 0 0,-1 1-1 0 0,0-1 1 0 0,1 0 0 0 0,0 1 0 0 0,0 0 0 0 0,0-1 0 0 0,0 1-1 0 0,0 6 1 0 0,0-4-19 0 0,0 1 0 0 0,1 0 0 0 0,0 0 0 0 0,1 0 0 0 0,0 0 0 0 0,0 0 0 0 0,1-1 0 0 0,-1 1-1 0 0,2 0 1 0 0,-1 0 0 0 0,6 14 0 0 0,-4-18 5 0 0,-1 0 1 0 0,1-1-1 0 0,0 1 0 0 0,1-1 0 0 0,-1 0 0 0 0,0 0 0 0 0,1 0 0 0 0,0 0 1 0 0,0 0-1 0 0,0-1 0 0 0,0 0 0 0 0,0 0 0 0 0,0 0 0 0 0,0 0 1 0 0,1-1-1 0 0,-1 0 0 0 0,1 1 0 0 0,-1-2 0 0 0,1 1 0 0 0,0 0 1 0 0,-1-1-1 0 0,1 0 0 0 0,-1 0 0 0 0,1-1 0 0 0,0 1 0 0 0,-1-1 0 0 0,1 0 1 0 0,-1 0-1 0 0,1 0 0 0 0,5-3 0 0 0,-5 2 12 0 0,-1 1 0 0 0,1-1 1 0 0,-1 0-1 0 0,1-1 0 0 0,-1 1 0 0 0,0-1 0 0 0,0 0 1 0 0,0 0-1 0 0,0 0 0 0 0,0-1 0 0 0,-1 1 0 0 0,6-8 1 0 0,-7 9 4 0 0,-1-1 1 0 0,1 0-1 0 0,-1 0 1 0 0,0 0-1 0 0,1 0 1 0 0,-1 0 0 0 0,-1 0-1 0 0,1 0 1 0 0,0 0-1 0 0,-1 0 1 0 0,1 0-1 0 0,-1 0 1 0 0,0-1 0 0 0,0 1-1 0 0,-1 0 1 0 0,1 0-1 0 0,0 0 1 0 0,-1 0-1 0 0,0-1 1 0 0,-2-4 0 0 0,3 5-5 0 0,-1 1 0 0 0,0 0 1 0 0,0 0-1 0 0,0 0 1 0 0,0 0-1 0 0,0 0 1 0 0,0 0-1 0 0,-1 0 0 0 0,1 1 1 0 0,0-1-1 0 0,-1 0 1 0 0,0 1-1 0 0,1-1 1 0 0,-1 1-1 0 0,0-1 1 0 0,0 1-1 0 0,0 0 0 0 0,0 0 1 0 0,0 0-1 0 0,0 0 1 0 0,0 0-1 0 0,0 0 1 0 0,0 0-1 0 0,0 1 1 0 0,0-1-1 0 0,-1 1 0 0 0,1 0 1 0 0,0-1-1 0 0,0 1 1 0 0,-1 0-1 0 0,1 0 1 0 0,0 1-1 0 0,0-1 1 0 0,-1 0-1 0 0,1 1 0 0 0,0-1 1 0 0,0 1-1 0 0,0 0 1 0 0,0 0-1 0 0,0 0 1 0 0,0 0-1 0 0,0 0 0 0 0,0 0 1 0 0,0 0-1 0 0,0 1 1 0 0,0-1-1 0 0,1 1 1 0 0,-1-1-1 0 0,1 1 1 0 0,-1 0-1 0 0,1 0 0 0 0,-1 0 1 0 0,1-1-1 0 0,0 1 1 0 0,0 0-1 0 0,0 1 1 0 0,0-1-1 0 0,0 2 1 0 0,-8 20-5 0 0,1 0 0 0 0,1 0 0 0 0,1 1 0 0 0,2 0 0 0 0,0 0 1 0 0,2 0-1 0 0,1 0 0 0 0,0 0 0 0 0,2 1 0 0 0,7 41 1 0 0,-6-57-131 0 0,1 0 0 0 0,1 0 1 0 0,0 0-1 0 0,8 15 1 0 0,11 1-1796 0 0,-22-25 1742 0 0,0 0 1 0 0,0-1 0 0 0,-1 1-1 0 0,1-1 1 0 0,0 0 0 0 0,0 1 0 0 0,0-1-1 0 0,0 0 1 0 0,0 1 0 0 0,0-1 0 0 0,0 0-1 0 0,0 0 1 0 0,0 0 0 0 0,0 0-1 0 0,0 0 1 0 0,0 0 0 0 0,0 0 0 0 0,0 0-1 0 0,0 0 1 0 0,0-1 0 0 0,0 1 0 0 0,0 0-1 0 0,0-1 1 0 0,0 1 0 0 0,0-1 0 0 0,1 0-1 0 0,1-2-388 0 0,0 0 0 0 0,-1 0-1 0 0,1-1 1 0 0,-1 1-1 0 0,0-1 1 0 0,0 1 0 0 0,0-1-1 0 0,0 0 1 0 0,-1 0-1 0 0,0 0 1 0 0,0 0 0 0 0,0 0-1 0 0,0 0 1 0 0,0-5 0 0 0,2-5-295 0 0,2-5-82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1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95 1024 0 0,'3'-36'2798'0'0,"-2"28"-1309"0"0,0 1-1 0 0,0-1 1 0 0,-1 0-1 0 0,0 0 1 0 0,-2-12-1 0 0,4 41 3017 0 0,-6 24-3585 0 0,2-12-547 0 0,1 5-35 0 0,2-19-444 0 0,-2-1 0 0 0,0 1-1 0 0,0-1 1 0 0,-2 1 0 0 0,-8 30-1 0 0,9-45 91 0 0,1 0 1 0 0,-1 0-1 0 0,0-1 0 0 0,0 1 0 0 0,0-1 0 0 0,0 1 0 0 0,-1-1 0 0 0,1 0 0 0 0,-1 0 0 0 0,0 0 0 0 0,0 0 0 0 0,0 0 1 0 0,0-1-1 0 0,-1 1 0 0 0,1-1 0 0 0,-1 0 0 0 0,1 0 0 0 0,-1 0 0 0 0,0-1 0 0 0,0 1 0 0 0,0-1 0 0 0,0 0 1 0 0,0 0-1 0 0,0 0 0 0 0,0 0 0 0 0,0-1 0 0 0,0 0 0 0 0,0 0 0 0 0,0 0 0 0 0,0 0 0 0 0,-7-2 0 0 0,-39-9 505 0 0,41 8-209 0 0,0 1 0 0 0,1 0 0 0 0,-1 0 0 0 0,0 1 0 0 0,0 0 0 0 0,-16 0 0 0 0,17 5 918 0 0,18 1-685 0 0,21 2-57 0 0,18-9 94 0 0,94-15 1 0 0,-17-9-4895 0 0,-99 13-305 0 0,-6 1-3049 0 0,-5 12 3258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1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8258 0 0,'0'0'2162'0'0,"7"-2"1920"0"0,22-8-2485 0 0,-24 9-1448 0 0,1 1 0 0 0,-1 0 0 0 0,0 0 0 0 0,1 0 0 0 0,-1 1 0 0 0,0 0 0 0 0,0 0 0 0 0,0 0 0 0 0,0 1 0 0 0,0 0 0 0 0,0 0 0 0 0,0 0 0 0 0,0 0-1 0 0,-1 1 1 0 0,1 0 0 0 0,-1 0 0 0 0,0 0 0 0 0,0 0 0 0 0,0 1 0 0 0,0-1 0 0 0,6 9 0 0 0,-6-8-228 0 0,-1 1-1 0 0,0 0 1 0 0,0 0 0 0 0,0 0 0 0 0,0 0 0 0 0,-1 0-1 0 0,1 1 1 0 0,2 11 0 0 0,-5-14-286 0 0,1 1 0 0 0,0 0 0 0 0,-1 0 0 0 0,0 0 0 0 0,0 0 0 0 0,0 0 0 0 0,-1 0 0 0 0,1 0-1 0 0,-1 0 1 0 0,0 0 0 0 0,0-1 0 0 0,0 1 0 0 0,-3 6 0 0 0,-4 4-2981 0 0,1 8-3694 0 0,1-15 4266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1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8 4537 0 0,'-17'3'5936'0'0,"20"3"-1740"0"0,26 6-1388 0 0,16-9-2097 0 0,0-1 0 0 0,1-2 0 0 0,-1-3 0 0 0,0-1 0 0 0,78-18 0 0 0,-181 21-2024 0 0,49-1 1242 0 0,0 1 0 0 0,0 1 0 0 0,0-1 0 0 0,0 1 1 0 0,-1 1-1 0 0,1 0 0 0 0,-16 4 0 0 0,24-5 94 0 0,0 1 1 0 0,-1 0-1 0 0,1 0 1 0 0,0 0-1 0 0,0 0 1 0 0,0 0-1 0 0,0 1 0 0 0,0-1 1 0 0,1 0-1 0 0,-1 0 1 0 0,0 1-1 0 0,0-1 1 0 0,1 0-1 0 0,-1 1 0 0 0,1-1 1 0 0,-1 1-1 0 0,1-1 1 0 0,0 0-1 0 0,-1 1 1 0 0,1-1-1 0 0,0 1 1 0 0,0-1-1 0 0,0 1 0 0 0,0 1 1 0 0,4 42 379 0 0,-3-38-359 0 0,8 95 255 0 0,-5-49-1826 0 0,13 66 0 0 0,-17-118 1361 0 0,0 0 0 0 0,0 0 0 0 0,0 0 0 0 0,0 1-1 0 0,1-1 1 0 0,-1 0 0 0 0,0 0 0 0 0,1 0 0 0 0,-1 0 0 0 0,0 0-1 0 0,1 0 1 0 0,-1 0 0 0 0,1 0 0 0 0,0 0 0 0 0,-1 0 0 0 0,1 0-1 0 0,0 0 1 0 0,0 0 0 0 0,0 0 0 0 0,1 1 0 0 0,13-15-6188 0 0,-10 7 4953 0 0,13-8-2607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2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85 7842 0 0,'-11'-4'2489'0'0,"7"2"-1882"0"0,1 1 0 0 0,-1 0 0 0 0,0-1-1 0 0,0 0 1 0 0,1 0 0 0 0,-1 0-1 0 0,1 0 1 0 0,-4-3 0 0 0,7 4-563 0 0,-1 1 1 0 0,1-1-1 0 0,0 1 1 0 0,-1-1-1 0 0,1 1 0 0 0,0-1 1 0 0,-1 1-1 0 0,1-1 1 0 0,0 0-1 0 0,0 1 0 0 0,0-1 1 0 0,0 1-1 0 0,0-1 1 0 0,-1 1-1 0 0,1-1 1 0 0,0 0-1 0 0,0 1 0 0 0,0-1 1 0 0,0 1-1 0 0,1-1 1 0 0,-1 0-1 0 0,0 1 0 0 0,0-2 1 0 0,17-17 475 0 0,-12 15-372 0 0,1 1 0 0 0,-1 0 0 0 0,1 0 0 0 0,-1 1 0 0 0,1-1-1 0 0,0 1 1 0 0,0 0 0 0 0,-1 1 0 0 0,1-1 0 0 0,1 1 0 0 0,-1 1 0 0 0,0-1-1 0 0,0 1 1 0 0,0 0 0 0 0,0 0 0 0 0,0 1 0 0 0,11 2 0 0 0,-14-3-97 0 0,-1 1 0 0 0,1 0 1 0 0,-1 0-1 0 0,1 0 0 0 0,-1 0 1 0 0,1 1-1 0 0,-1-1 0 0 0,0 0 1 0 0,0 1-1 0 0,0 0 0 0 0,0 0 1 0 0,0-1-1 0 0,0 1 0 0 0,0 0 1 0 0,0 1-1 0 0,-1-1 0 0 0,2 3 0 0 0,-1-1-45 0 0,-1-1-1 0 0,0 0 0 0 0,0 1 1 0 0,-1-1-1 0 0,1 0 0 0 0,-1 1 1 0 0,0-1-1 0 0,0 1 0 0 0,0-1 1 0 0,0 1-1 0 0,0-1 0 0 0,-1 1 1 0 0,0-1-1 0 0,1 1 0 0 0,-1-1 1 0 0,-3 6-1 0 0,0 1-210 0 0,0-1 1 0 0,-1 0 0 0 0,0 0-1 0 0,0 0 1 0 0,-1-1 0 0 0,0 0-1 0 0,-8 8 1 0 0,11-12 42 0 0,-1-1-1 0 0,1 1 1 0 0,-1-1 0 0 0,0 0-1 0 0,0 0 1 0 0,0 0 0 0 0,-1-1-1 0 0,1 1 1 0 0,-1-1 0 0 0,1 0-1 0 0,-1 0 1 0 0,0-1 0 0 0,0 1-1 0 0,1-1 1 0 0,-1 0 0 0 0,-7 0 0 0 0,12-1 148 0 0,-1 0 1 0 0,1 0-1 0 0,-1 0 1 0 0,1 0 0 0 0,-1 1-1 0 0,1-1 1 0 0,-1 0-1 0 0,1-1 1 0 0,-1 1 0 0 0,1 0-1 0 0,-1 0 1 0 0,1 0-1 0 0,0 0 1 0 0,-1 0 0 0 0,1 0-1 0 0,-1-1 1 0 0,1 1 0 0 0,-1 0-1 0 0,1 0 1 0 0,0-1-1 0 0,-1 1 1 0 0,1 0 0 0 0,-1 0-1 0 0,1-1 1 0 0,0 1-1 0 0,-1-1 1 0 0,1 1 0 0 0,0 0-1 0 0,0-1 1 0 0,-1 1-1 0 0,1-1 1 0 0,0 1 0 0 0,-1-1-1 0 0,8-15 249 0 0,-4 13-103 0 0,-1 0 1 0 0,1 0 0 0 0,0 1-1 0 0,0-1 1 0 0,0 0 0 0 0,0 1-1 0 0,7-4 1 0 0,-3 4 61 0 0,0 1 0 0 0,-1 0 0 0 0,1 0 1 0 0,0 1-1 0 0,0 0 0 0 0,-1 0 0 0 0,1 1 0 0 0,0-1 0 0 0,11 4 1 0 0,63 21 554 0 0,-36-10-525 0 0,-27-10-197 0 0,-11-4-169 0 0,0 1 1 0 0,-1 0-1 0 0,1 0 0 0 0,-1 0 1 0 0,8 5-1 0 0,-68-10-11454 0 0,8-14 6527 0 0,23 12 2638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19:02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2825 0 0,'-1'0'270'0'0,"0"1"1"0"0,-1-1 0 0 0,1 1-1 0 0,0 0 1 0 0,0 0 0 0 0,-1 0-1 0 0,1-1 1 0 0,0 1 0 0 0,0 0 0 0 0,0 1-1 0 0,0-1 1 0 0,0 0 0 0 0,0 0-1 0 0,0 0 1 0 0,1 1 0 0 0,-1-1-1 0 0,-1 2 1 0 0,2-2-100 0 0,0 0 0 0 0,0-1 0 0 0,0 1 1 0 0,0 0-1 0 0,0 0 0 0 0,0 0 0 0 0,0 0 0 0 0,1 0 0 0 0,-1 0 0 0 0,0 0 1 0 0,0-1-1 0 0,1 1 0 0 0,-1 0 0 0 0,0 0 0 0 0,1 0 0 0 0,-1-1 0 0 0,1 1 1 0 0,-1 0-1 0 0,1 0 0 0 0,0 0 0 0 0,2 2 138 0 0,0 0 0 0 0,0-1 1 0 0,0 0-1 0 0,0 0 0 0 0,1 0 0 0 0,-1 0 1 0 0,0 0-1 0 0,1-1 0 0 0,-1 1 0 0 0,1-1 1 0 0,5 1-1 0 0,9 1 274 0 0,1-1-1 0 0,0-1 1 0 0,1-1 0 0 0,-1-1-1 0 0,33-5 1 0 0,11 0 585 0 0,-62 5-1108 0 0,0 1 1 0 0,0 0 0 0 0,1-1 0 0 0,-1 1-1 0 0,0 0 1 0 0,0 0 0 0 0,1 0 0 0 0,-1 0 0 0 0,0 0-1 0 0,0 0 1 0 0,1 1 0 0 0,-1-1 0 0 0,0 0 0 0 0,0 0-1 0 0,1 1 1 0 0,-1-1 0 0 0,0 1 0 0 0,0 0-1 0 0,0-1 1 0 0,0 1 0 0 0,0 0 0 0 0,1-1 0 0 0,-2 1-1 0 0,1 0 1 0 0,0 0 0 0 0,0 0 0 0 0,0 0 0 0 0,0 0-1 0 0,1 2 1 0 0,-2 0 42 0 0,1 0 0 0 0,-1 0 0 0 0,0 0 0 0 0,0 0 0 0 0,-1 0-1 0 0,1 0 1 0 0,-1 0 0 0 0,1 0 0 0 0,-3 6 0 0 0,-1 9-664 0 0,7-6-1155 0 0,13-7-5354 0 0,-31-7 3137 0 0,13 2 4212 0 0,-1 0 1 0 0,0 1-1 0 0,1 0 1 0 0,-1 0-1 0 0,0 0 0 0 0,1 0 1 0 0,-1 0-1 0 0,1 0 1 0 0,0 0-1 0 0,-1 1 0 0 0,1 0 1 0 0,0-1-1 0 0,0 1 1 0 0,0 0-1 0 0,0 0 0 0 0,0 0 1 0 0,0 0-1 0 0,1 0 1 0 0,-1 0-1 0 0,-2 5 0 0 0,-26 55 1200 0 0,24-47-1161 0 0,3-8-242 0 0,0 0 0 0 0,1 1-1 0 0,-1-1 1 0 0,2 1 0 0 0,-1 0-1 0 0,1-1 1 0 0,0 1 0 0 0,0 0-1 0 0,1 0 1 0 0,0 0 0 0 0,3 14-1 0 0,-3-19-63 0 0,1-1-1 0 0,0 1 1 0 0,0 0 0 0 0,0-1-1 0 0,1 1 1 0 0,-1 0 0 0 0,1-1-1 0 0,-1 0 1 0 0,1 1-1 0 0,0-1 1 0 0,0 0 0 0 0,0 0-1 0 0,0 0 1 0 0,0 0 0 0 0,0 0-1 0 0,1 0 1 0 0,-1-1 0 0 0,1 1-1 0 0,-1-1 1 0 0,1 1-1 0 0,-1-1 1 0 0,1 0 0 0 0,0 0-1 0 0,0-1 1 0 0,0 1 0 0 0,-1 0-1 0 0,1-1 1 0 0,0 0-1 0 0,0 1 1 0 0,0-1 0 0 0,0 0-1 0 0,0-1 1 0 0,0 1 0 0 0,3-1-1 0 0,8-1 192 0 0,0 0-1 0 0,-1-1 1 0 0,0 0-1 0 0,0-1 0 0 0,13-5 1 0 0,-19 6-18 0 0,0 0 0 0 0,0-1 0 0 0,0 1-1 0 0,-1-2 1 0 0,0 1 0 0 0,0 0 0 0 0,0-1 0 0 0,0 0 0 0 0,-1-1 0 0 0,8-9 0 0 0,-12 14-150 0 0,0 0 0 0 0,0-1 0 0 0,0 1 0 0 0,0-1 0 0 0,-1 1 0 0 0,1-1 1 0 0,-1 0-1 0 0,1 1 0 0 0,-1-1 0 0 0,0 1 0 0 0,1-1 0 0 0,-1 0 0 0 0,0 1 0 0 0,0-1 0 0 0,0 0 0 0 0,0 0 1 0 0,0 1-1 0 0,-1-1 0 0 0,1 0 0 0 0,0 1 0 0 0,-1-1 0 0 0,-1-2 0 0 0,0 0 2 0 0,0 0 0 0 0,-1 0-1 0 0,1 0 1 0 0,-1 1 0 0 0,0 0 0 0 0,0-1-1 0 0,0 1 1 0 0,-7-4 0 0 0,-2-2-61 0 0,0 1 1 0 0,0 1-1 0 0,-1 0 1 0 0,-21-8-1 0 0,-29-4-1391 0 0,41 15-1626 0 0,0 1-3744 0 0,10 4 757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14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1102 296 1544 0 0,'0'-15'8718'0'0,"0"5"-4901"0"0,-17 3-2189 0 0,15 7-1522 0 0,1 0 0 0 0,0-1 0 0 0,0 0 0 0 0,-1 1-1 0 0,1-1 1 0 0,0 0 0 0 0,0 1 0 0 0,-1-1 0 0 0,1 0 0 0 0,0 0-1 0 0,0 0 1 0 0,0 0 0 0 0,0 0 0 0 0,1 0 0 0 0,-1-1 0 0 0,0 1-1 0 0,0 0 1 0 0,1 0 0 0 0,-1-1 0 0 0,0 0 0 0 0,-12-38 454 0 0,11 35-418 0 0,1-1-1 0 0,-1 0 1 0 0,0 1 0 0 0,0 0-1 0 0,0-1 1 0 0,-6-8 0 0 0,5 11-60 0 0,-1 0 0 0 0,1 0 0 0 0,-1 0 0 0 0,1 1 0 0 0,-1-1 0 0 0,0 1 0 0 0,0 0 0 0 0,0 0 0 0 0,0 0 0 0 0,-1 1 0 0 0,1-1 0 0 0,-6 0 0 0 0,-59-7 129 0 0,11 2 495 0 0,-153-40-210 0 0,177 41-445 0 0,0 1 0 0 0,0 2 0 0 0,-1 2-1 0 0,-43 3 1 0 0,65 0 32 0 0,1 1-1 0 0,-1 1 0 0 0,0 0 1 0 0,1 0-1 0 0,0 1 0 0 0,0 1 1 0 0,0 0-1 0 0,1 0 0 0 0,0 1 1 0 0,0 1-1 0 0,1 0 0 0 0,-13 12 1 0 0,0 2 85 0 0,1 1 0 0 0,1 1 0 0 0,-34 52 0 0 0,26-29-43 0 0,1 3 0 0 0,-38 91 0 0 0,63-132-106 0 0,0 0-1 0 0,1 0 1 0 0,0-1-1 0 0,1 2 1 0 0,0-1 0 0 0,0 0-1 0 0,1 0 1 0 0,0 0-1 0 0,1 0 1 0 0,0 0-1 0 0,0 0 1 0 0,1 0 0 0 0,4 13-1 0 0,4 6-18 0 0,2-1 0 0 0,27 47 0 0 0,-8-16 3 0 0,-22-41 4 0 0,2 1 1 0 0,0-2-1 0 0,0 0 1 0 0,2 0-1 0 0,0-1 1 0 0,0 0-1 0 0,2-1 1 0 0,19 15-1 0 0,-8-11 56 0 0,1 0-1 0 0,1-1 0 0 0,0-2 0 0 0,43 17 1 0 0,-53-26 7 0 0,-1-1 1 0 0,1-1-1 0 0,32 3 0 0 0,-31-5-27 0 0,1 1 0 0 0,-1 1 0 0 0,24 8 0 0 0,-30-7-8 0 0,1-1 1 0 0,0 0-1 0 0,0-1 0 0 0,1 0 0 0 0,-1-2 1 0 0,0 1-1 0 0,1-2 0 0 0,-1 0 0 0 0,1 0 1 0 0,-1-1-1 0 0,22-5 0 0 0,-6-3 48 0 0,0 0-1 0 0,-1-2 1 0 0,-1-1 0 0 0,36-21-1 0 0,-33 17-80 0 0,-11 7 3 0 0,1-1 0 0 0,-2-1 0 0 0,0-1 1 0 0,0-1-1 0 0,-1 0 0 0 0,-1-1 0 0 0,0-1 0 0 0,19-22 0 0 0,-6-3 70 0 0,48-82 0 0 0,-70 107-47 0 0,0-1-1 0 0,-1 0 1 0 0,-1 0-1 0 0,0-1 1 0 0,-1 1-1 0 0,-1-1 1 0 0,-1-1 0 0 0,0 1-1 0 0,0-19 1 0 0,-5 15 114 0 0,0 0 0 0 0,-1 0 0 0 0,-8-26 0 0 0,-4-30 51 0 0,13 67-165 0 0,-1 0 0 0 0,0 0 1 0 0,0 0-1 0 0,-1 0 0 0 0,0 1 0 0 0,0 0 0 0 0,-1 0 0 0 0,-1 0 0 0 0,1 0 1 0 0,-10-11-1 0 0,-10-8 85 0 0,-41-37 0 0 0,43 46-681 0 0,-2 1 0 0 0,-1 2 0 0 0,0 0 0 0 0,-1 1 0 0 0,-38-14-1 0 0,3 0-4238 0 0,4-2-3323 0 0,28 12 738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16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35 56 0 0,'-7'-5'128'0'0,"1"2"-40"0"0,-2-3-8 0 0,2 0-88 0 0,1-1-80 0 0,2-1-160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17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2199 81 64 0 0,'-13'-12'948'0'0,"-1"1"0"0"0,-1 0 0 0 0,-23-14 1 0 0,5 4 2137 0 0,60 27 1291 0 0,-20-5-4124 0 0,-1 0 0 0 0,0 0 0 0 0,0 0 1 0 0,0 1-1 0 0,-1 0 0 0 0,12 5 0 0 0,-10-1-30 0 0,0 1 0 0 0,0 0-1 0 0,-1 0 1 0 0,0 0 0 0 0,0 1 0 0 0,-1 0-1 0 0,0 0 1 0 0,5 12 0 0 0,13 19 189 0 0,330 399 1595 0 0,-306-378-1871 0 0,-2 3 1 0 0,70 134-1 0 0,-31-50-115 0 0,0-1-58 0 0,109 258 0 0 0,-90-142 95 0 0,-11 4-1 0 0,96 468 1 0 0,-153-531 52 0 0,14 378 0 0 0,-51-479-80 0 0,-5 1 1 0 0,-37 185-1 0 0,-77 197-5 0 0,74-312-18 0 0,11-54 22 0 0,-4-3 0 0 0,-6-1 0 0 0,-5-2 0 0 0,-5-2-1 0 0,-86 127 1 0 0,46-101 166 0 0,-5-4 0 0 0,-208 210-1 0 0,145-188 257 0 0,-8-8 0 0 0,-259 173 0 0 0,387-292-281 0 0,-2-2-1 0 0,-89 37 1 0 0,-105 21 19 0 0,-17 8-250 0 0,120-38 226 0 0,-1-6 0 0 0,-232 47 0 0 0,98-21-350 0 0,272-73 171 0 0,-1-1 1 0 0,1 0 0 0 0,0 0 0 0 0,0 0 0 0 0,0 1-1 0 0,-1-1 1 0 0,1 0 0 0 0,0 0 0 0 0,0 0-1 0 0,-1 0 1 0 0,1 0 0 0 0,0 1 0 0 0,-1-1 0 0 0,1 0-1 0 0,0 0 1 0 0,0 0 0 0 0,-1 0 0 0 0,1 0 0 0 0,0 0-1 0 0,-1 0 1 0 0,1 0 0 0 0,0 0 0 0 0,0 0 0 0 0,-1 0-1 0 0,1 0 1 0 0,0 0 0 0 0,-1-1 0 0 0,1 1-1 0 0,0 0 1 0 0,0 0 0 0 0,-1 0 0 0 0,1 0 0 0 0,0 0-1 0 0,0 0 1 0 0,-1-1 0 0 0,1 1 0 0 0,0 0 0 0 0,0 0-1 0 0,0 0 1 0 0,-1-1 0 0 0,1 1 0 0 0,0 0 0 0 0,0 0-1 0 0,0-1 1 0 0,0 1 0 0 0,-1 0 0 0 0,1-1-1 0 0,0 1 1 0 0,0 0 0 0 0,0 0 0 0 0,0-1 0 0 0,0 1-1 0 0,0 0 1 0 0,0-1 0 0 0,0 1 0 0 0,0 0 0 0 0,0 0-1 0 0,0-1 1 0 0,0 1 0 0 0,0 0 0 0 0,0-1 0 0 0,14-28-312 0 0,36-39 247 0 0,-46 63 46 0 0,62-81 83 0 0,-5-3 0 0 0,-3-3 1 0 0,-5-2-1 0 0,46-109 0 0 0,-98 199 10 0 0,1 1 1 0 0,0 0 1 0 0,-1 0-1 0 0,0 0 1 0 0,1 0 0 0 0,-1-1-1 0 0,0 1 1 0 0,-1 0-1 0 0,1-1 1 0 0,-1 1-1 0 0,1-1 1 0 0,-1 1-1 0 0,0 0 1 0 0,-1-5-1 0 0,1 8-20 0 0,-1 0-1 0 0,0 0 1 0 0,1 1-1 0 0,-1-1 1 0 0,0 0-1 0 0,1 0 0 0 0,-1 1 1 0 0,0-1-1 0 0,1 0 1 0 0,-1 1-1 0 0,0-1 1 0 0,1 0-1 0 0,-1 1 1 0 0,1-1-1 0 0,-1 1 1 0 0,1-1-1 0 0,-1 1 0 0 0,1 0 1 0 0,0-1-1 0 0,-1 1 1 0 0,1-1-1 0 0,-1 1 1 0 0,1 0-1 0 0,0-1 1 0 0,0 1-1 0 0,-1 0 1 0 0,-12 23 168 0 0,12-22-155 0 0,-44 86 139 0 0,20-36-111 0 0,-33 50 1 0 0,19-49-68 0 0,-3-1 1 0 0,-87 83 0 0 0,0-1 14 0 0,116-122-47 0 0,10-10 0 0 0,1 0 0 0 0,-1 0 0 0 0,1 0-1 0 0,0 0 1 0 0,0 0 0 0 0,0 1 0 0 0,0-1 0 0 0,0 1 0 0 0,0 0-1 0 0,1-1 1 0 0,-1 1 0 0 0,1 0 0 0 0,-1 3 0 0 0,4-3-12 0 0,1 0 0 0 0,0-1 1 0 0,0 1-1 0 0,1-1 0 0 0,-1 0 1 0 0,0 0-1 0 0,1 0 0 0 0,0 0 1 0 0,-1 0-1 0 0,1-1 0 0 0,4 2 1 0 0,1 0 5 0 0,99 53-111 0 0,154 70-97 0 0,-166-90 114 0 0,-58-24-480 0 0,0 2 0 0 0,-1 2 1 0 0,-1 1-1 0 0,-1 2 0 0 0,39 26 0 0 0,-71-42 302 0 0,15 8-2190 0 0,-18-11 2320 0 0,1 0 0 0 0,-1 0 1 0 0,1 0-1 0 0,-1 1 0 0 0,0-1 0 0 0,1 0 1 0 0,-1 0-1 0 0,1 0 0 0 0,-1 0 0 0 0,1 0 1 0 0,-1-1-1 0 0,1 1 0 0 0,-1 0 0 0 0,1 0 1 0 0,-1 0-1 0 0,0 0 0 0 0,1 0 0 0 0,-1-1 1 0 0,1 1-1 0 0,-1 0 0 0 0,0 0 0 0 0,1-1 1 0 0,-1 1-1 0 0,0 0 0 0 0,1-1 0 0 0,-1 1 1 0 0,0 0-1 0 0,1-1 0 0 0,-1 1 0 0 0,0 0 1 0 0,0-1-1 0 0,1 1 0 0 0,-1-1 1 0 0,0 1-1 0 0,0 0 0 0 0,0-1 0 0 0,0 1 1 0 0,1-1-1 0 0,-1 1 0 0 0,0-1 0 0 0,0 0 1 0 0,3-13-5573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4.4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1 3753 0 0,'-20'39'7239'0'0,"8"9"-4319"0"0,4 50-1623 0 0,7-86-875 0 0,-3 116 646 0 0,24 247-1 0 0,-16-346-1810 0 0,2 0-1 0 0,0 0 0 0 0,12 31 0 0 0,-13-46 279 0 0,1 0 0 0 0,0-1 0 0 0,1 1 0 0 0,1-2 0 0 0,0 1 0 0 0,1-1 0 0 0,19 22-1 0 0,-29-44-5160 0 0,-8-16 2763 0 0,-1 7 730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4.9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57 6873 0 0,'42'-32'7924'0'0,"-36"28"-7540"0"0,0 1 0 0 0,1-1 1 0 0,-1 2-1 0 0,1-1 0 0 0,0 1 0 0 0,0 0 0 0 0,-1 0 0 0 0,14 0 0 0 0,-17 1-317 0 0,0 1 0 0 0,1 0 0 0 0,-1 1 1 0 0,0-1-1 0 0,0 1 0 0 0,1-1 0 0 0,-1 1 0 0 0,0 0 1 0 0,0 0-1 0 0,0 0 0 0 0,0 1 0 0 0,0-1 0 0 0,0 1 0 0 0,0-1 1 0 0,0 1-1 0 0,-1 0 0 0 0,1 0 0 0 0,-1 1 0 0 0,1-1 1 0 0,-1 0-1 0 0,0 1 0 0 0,0-1 0 0 0,0 1 0 0 0,0 0 0 0 0,0 0 1 0 0,-1-1-1 0 0,1 1 0 0 0,-1 0 0 0 0,0 1 0 0 0,0-1 1 0 0,0 0-1 0 0,0 0 0 0 0,0 0 0 0 0,-1 1 0 0 0,1 5 0 0 0,0 7 183 0 0,0 0 1 0 0,-1 0-1 0 0,-1 1 0 0 0,0-1 0 0 0,-1 0 0 0 0,-1 0 0 0 0,0-1 0 0 0,-1 1 0 0 0,-1 0 0 0 0,-11 23 0 0 0,6-17-424 0 0,-1 0-1 0 0,-18 27 0 0 0,16-31-1353 0 0,-2 1 1 0 0,-20 21-1 0 0,46-54-7006 0 0,9-8 2924 0 0,-3 11 2278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5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 2993 0 0,'-1'0'390'0'0,"0"0"0"0"0,0 0 1 0 0,0 0-1 0 0,0 0 0 0 0,0 0 1 0 0,0 0-1 0 0,0 0 0 0 0,0 0 1 0 0,-1 0-1 0 0,1 1 0 0 0,0-1 1 0 0,0 0-1 0 0,0 1 0 0 0,0-1 1 0 0,0 0-1 0 0,1 1 0 0 0,-1 0 0 0 0,0-1 1 0 0,0 1-1 0 0,0-1 0 0 0,0 1 1 0 0,0 1-1 0 0,-17 25 3410 0 0,-1 32-1527 0 0,17-50-2111 0 0,1 0 0 0 0,0 1 1 0 0,0-1-1 0 0,0 1 1 0 0,1-1-1 0 0,1 1 1 0 0,0-1-1 0 0,0 1 1 0 0,5 15-1 0 0,-6-22-141 0 0,1-1-1 0 0,0 0 1 0 0,0 0-1 0 0,0 0 1 0 0,0 0-1 0 0,0 1 1 0 0,1-2-1 0 0,-1 1 1 0 0,1 0-1 0 0,-1 0 1 0 0,1 0-1 0 0,0-1 1 0 0,0 1-1 0 0,-1-1 1 0 0,1 1 0 0 0,0-1-1 0 0,4 2 1 0 0,-3-2 6 0 0,0 0 1 0 0,0-1 0 0 0,0 1-1 0 0,0-1 1 0 0,0 0 0 0 0,1 0-1 0 0,-1 0 1 0 0,0 0 0 0 0,0-1 0 0 0,0 1-1 0 0,0-1 1 0 0,0 0 0 0 0,0 0-1 0 0,0 0 1 0 0,0 0 0 0 0,-1 0-1 0 0,5-3 1 0 0,-2 1 55 0 0,-1 0-1 0 0,1 0 1 0 0,-1 0 0 0 0,0-1-1 0 0,0 1 1 0 0,0-1-1 0 0,0 0 1 0 0,-1 0 0 0 0,1 0-1 0 0,-1-1 1 0 0,0 1-1 0 0,0-1 1 0 0,-1 0 0 0 0,1 0-1 0 0,-1 0 1 0 0,0 0-1 0 0,-1 0 1 0 0,1 0 0 0 0,-1 0-1 0 0,0-1 1 0 0,0 1 0 0 0,-1-1-1 0 0,0 1 1 0 0,0-11-1 0 0,0 12-131 0 0,-1 0 1 0 0,1 1-1 0 0,-1-1 0 0 0,0 1 0 0 0,0-1 0 0 0,0 1 0 0 0,-1-1 0 0 0,1 1 0 0 0,-1 0 0 0 0,0-1 0 0 0,0 1 0 0 0,0 0 1 0 0,0 0-1 0 0,0 0 0 0 0,-1 1 0 0 0,1-1 0 0 0,-1 1 0 0 0,0-1 0 0 0,1 1 0 0 0,-1 0 0 0 0,0 0 0 0 0,-1 0 0 0 0,1 0 1 0 0,0 1-1 0 0,0-1 0 0 0,-1 1 0 0 0,1 0 0 0 0,-1 0 0 0 0,1 0 0 0 0,-1 0 0 0 0,0 1 0 0 0,1-1 0 0 0,-1 1 0 0 0,0 0 0 0 0,1 0 1 0 0,-1 0-1 0 0,-4 1 0 0 0,-10 3-1571 0 0,-5 0-1813 0 0,10-6-2234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5.9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14 154 7114 0 0,'-1'-1'340'0'0,"0"0"0"0"0,0 0 0 0 0,0 0 0 0 0,0 0 0 0 0,0 0 0 0 0,0 0 0 0 0,0-1 0 0 0,0 1 0 0 0,1 0 0 0 0,-1 0 0 0 0,1-1 0 0 0,-1 1 0 0 0,1 0 0 0 0,-1-1 0 0 0,1 1 0 0 0,0 0 0 0 0,-1-1 0 0 0,1 1 0 0 0,0-1 0 0 0,0 1 0 0 0,0-1 0 0 0,0 1 0 0 0,0 0 0 0 0,0-1 0 0 0,1-1 0 0 0,0-2-23 0 0,1 0 0 0 0,0 0 0 0 0,0 0 0 0 0,0 1 0 0 0,0-1 0 0 0,1 1 0 0 0,4-7 0 0 0,0 2-91 0 0,1 0-1 0 0,-1 0 0 0 0,1 1 0 0 0,1 0 0 0 0,0 0 1 0 0,13-9-1 0 0,-21 17-172 0 0,0-1 0 0 0,0 0 0 0 0,1 0 0 0 0,-1 1 0 0 0,0-1 0 0 0,0 1 0 0 0,0-1 0 0 0,1 1 0 0 0,-1-1 0 0 0,0 1 0 0 0,1 0 0 0 0,-1 0 0 0 0,0 0 0 0 0,1 0 0 0 0,-1 0 0 0 0,0 0 0 0 0,1 0 0 0 0,-1 0 0 0 0,0 0 0 0 0,1 0 0 0 0,-1 1 0 0 0,0-1 0 0 0,1 1 0 0 0,1 0 0 0 0,-1 1 12 0 0,-1-1 0 0 0,0 1-1 0 0,1-1 1 0 0,-1 1 0 0 0,0-1 0 0 0,0 1-1 0 0,0 0 1 0 0,0 0 0 0 0,0 0-1 0 0,0-1 1 0 0,-1 1 0 0 0,1 0-1 0 0,-1 0 1 0 0,1 4 0 0 0,1 7 160 0 0,-1 0-1 0 0,-1 1 1 0 0,-1 23 0 0 0,0-35-218 0 0,-3 26 23 0 0,-2 1 1 0 0,0-1-1 0 0,-2 0 1 0 0,-2 0-1 0 0,-16 35 1 0 0,4-7-1300 0 0,22-51-858 0 0,9-16 1470 0 0,11-21 522 0 0,-12 14 81 0 0,-5 7 140 0 0,1 1-1 0 0,0 0 1 0 0,1 0 0 0 0,0 0 0 0 0,1 0-1 0 0,0 1 1 0 0,0 0 0 0 0,1 0-1 0 0,8-9 1 0 0,-13 18-62 0 0,0-1-1 0 0,0 0 1 0 0,-1 1-1 0 0,1-1 1 0 0,0 1-1 0 0,0 0 1 0 0,0 0 0 0 0,0 0-1 0 0,0 0 1 0 0,-1 0-1 0 0,1 0 1 0 0,0 0 0 0 0,0 0-1 0 0,0 1 1 0 0,0-1-1 0 0,-1 1 1 0 0,1-1-1 0 0,0 1 1 0 0,0 0 0 0 0,2 1-1 0 0,40 26-63 0 0,-22-14 45 0 0,62 23-799 0 0,-25-20-4025 0 0,-82-27-3818 0 0,14 4 8585 0 0,0 2-1 0 0,-1-1 0 0 0,1 1 1 0 0,-1 1-1 0 0,0-1 1 0 0,-19-2-1 0 0,27 6 266 0 0,0 1-1 0 0,0-1 1 0 0,0 1-1 0 0,0-1 0 0 0,0 1 1 0 0,0 0-1 0 0,0 0 1 0 0,1 0-1 0 0,-1 0 0 0 0,0 0 1 0 0,0 0-1 0 0,1 1 1 0 0,-1-1-1 0 0,1 0 0 0 0,-1 1 1 0 0,1 0-1 0 0,0-1 1 0 0,-1 1-1 0 0,1 0 1 0 0,0-1-1 0 0,0 1 0 0 0,0 0 1 0 0,0 0-1 0 0,0 0 1 0 0,1 0-1 0 0,-1 0 0 0 0,1 0 1 0 0,-1 3-1 0 0,-3 10 940 0 0,1 1-1 0 0,-2 28 0 0 0,3-22-944 0 0,-3 54 5 0 0,5-57-1064 0 0,-1 0 0 0 0,-1 0 0 0 0,-1 0 0 0 0,-7 27 0 0 0,10-45 790 0 0,0 0-1 0 0,-1 1 0 0 0,1-1 0 0 0,-1 0 0 0 0,1 0 0 0 0,-1 0 0 0 0,1 0 0 0 0,-1 0 0 0 0,0-1 0 0 0,1 1 0 0 0,-1 0 0 0 0,0 0 0 0 0,0 0 1 0 0,0-1-1 0 0,0 1 0 0 0,0 0 0 0 0,0-1 0 0 0,0 1 0 0 0,0-1 0 0 0,0 1 0 0 0,0-1 0 0 0,0 1 0 0 0,0-1 0 0 0,0 0 0 0 0,0 1 0 0 0,0-1 0 0 0,0 0 1 0 0,0 0-1 0 0,0 0 0 0 0,-1 0 0 0 0,1 0 0 0 0,0 0 0 0 0,0 0 0 0 0,0 0 0 0 0,0-1 0 0 0,0 1 0 0 0,0 0 0 0 0,0-1 0 0 0,-1 1 0 0 0,1-1 1 0 0,0 1-1 0 0,0-1 0 0 0,1 1 0 0 0,-1-1 0 0 0,0 0 0 0 0,0 1 0 0 0,-1-2 0 0 0,-10-6 895 0 0,1-1 1 0 0,1 0-1 0 0,-13-13 1 0 0,5 5 2637 0 0,33 17 666 0 0,52-4-3718 0 0,78-15-3477 0 0,-51 0-5892 0 0,-83 18 6402 0 0,6 9-876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6.3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53 3081 0 0,'-6'5'908'0'0,"1"0"0"0"0,0 1 0 0 0,0 0 0 0 0,1 0 1 0 0,-1 0-1 0 0,1 0 0 0 0,-3 7 0 0 0,7-11-766 0 0,-1 0-1 0 0,1 0 0 0 0,-1-1 1 0 0,1 1-1 0 0,0 0 0 0 0,-1 0 1 0 0,1 0-1 0 0,0 0 0 0 0,0-1 0 0 0,0 1 1 0 0,1 0-1 0 0,-1 0 0 0 0,0 0 1 0 0,1 0-1 0 0,-1-1 0 0 0,1 1 1 0 0,0 0-1 0 0,0-1 0 0 0,-1 1 1 0 0,1 0-1 0 0,0-1 0 0 0,0 1 1 0 0,0-1-1 0 0,1 1 0 0 0,-1-1 1 0 0,0 0-1 0 0,0 1 0 0 0,1-1 1 0 0,-1 0-1 0 0,1 0 0 0 0,-1 0 1 0 0,4 2-1 0 0,2 1 49 0 0,0 0-1 0 0,1-1 1 0 0,-1 0 0 0 0,1 0-1 0 0,0 0 1 0 0,0-1 0 0 0,0-1-1 0 0,0 1 1 0 0,0-1 0 0 0,13 0-1 0 0,-18-1-145 0 0,-1 1-1 0 0,1-1 1 0 0,0 0-1 0 0,-1-1 1 0 0,1 1-1 0 0,0 0 1 0 0,-1-1-1 0 0,1 0 1 0 0,-1 1-1 0 0,1-1 1 0 0,-1 0-1 0 0,1 0 1 0 0,-1 0-1 0 0,1-1 0 0 0,-1 1 1 0 0,0-1-1 0 0,0 1 1 0 0,0-1-1 0 0,0 0 1 0 0,0 1-1 0 0,0-1 1 0 0,0 0-1 0 0,0 0 1 0 0,-1-1-1 0 0,1 1 1 0 0,-1 0-1 0 0,0 0 1 0 0,1-1-1 0 0,-1 1 1 0 0,0-1-1 0 0,-1 1 0 0 0,1-1 1 0 0,0 0-1 0 0,-1 1 1 0 0,1-5-1 0 0,-1 5 15 0 0,1 0-1 0 0,-1-1 1 0 0,0 1 0 0 0,0 0-1 0 0,-1 0 1 0 0,1 0-1 0 0,0 0 1 0 0,-1 0 0 0 0,1 0-1 0 0,-1 0 1 0 0,1 0-1 0 0,-1 0 1 0 0,0 1-1 0 0,0-1 1 0 0,0 0 0 0 0,0 0-1 0 0,0 1 1 0 0,0-1-1 0 0,-1 0 1 0 0,1 1 0 0 0,-1-1-1 0 0,1 1 1 0 0,-4-3-1 0 0,2 2 16 0 0,-1 1-1 0 0,0-1 1 0 0,0 1-1 0 0,0-1 1 0 0,0 1-1 0 0,0 0 0 0 0,0 0 1 0 0,0 1-1 0 0,0-1 1 0 0,0 1-1 0 0,-5 0 1 0 0,-6 1-376 0 0,0 1 1 0 0,0 0-1 0 0,0 1 1 0 0,0 0-1 0 0,-19 8 0 0 0,34-11 186 0 0,0 0 0 0 0,0 1 0 0 0,0-1-1 0 0,-1 0 1 0 0,1 0 0 0 0,0 0 0 0 0,0 0-1 0 0,0 0 1 0 0,-1 1 0 0 0,1-1 0 0 0,0 0-1 0 0,0 0 1 0 0,0 0 0 0 0,-1 0 0 0 0,1 0 0 0 0,0 0-1 0 0,0 0 1 0 0,-1 0 0 0 0,1 0 0 0 0,0 0-1 0 0,0 0 1 0 0,-1 0 0 0 0,1 0 0 0 0,0 0-1 0 0,0 0 1 0 0,-1 0 0 0 0,1 0 0 0 0,0 0-1 0 0,0 0 1 0 0,-1 0 0 0 0,1 0 0 0 0,0-1-1 0 0,0 1 1 0 0,0 0 0 0 0,-1 0 0 0 0,1 0-1 0 0,0 0 1 0 0,0 0 0 0 0,0-1 0 0 0,-1 1-1 0 0,1 0 1 0 0,0 0 0 0 0,0 0 0 0 0,0-1-1 0 0,0 1 1 0 0,0 0 0 0 0,0 0 0 0 0,-1-1-1 0 0,8-15-4084 0 0,24-29-1188 0 0,-24 35 4005 0 0,10-10-694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7.1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42 2793 0 0,'-5'-4'4500'0'0,"5"4"-4250"0"0,0-1 0 0 0,0 1 0 0 0,0 0 0 0 0,0 0 0 0 0,0-1 0 0 0,-1 1 1 0 0,1 0-1 0 0,0-1 0 0 0,0 1 0 0 0,0 0 0 0 0,0-1 0 0 0,0 1 0 0 0,0 0 0 0 0,0-1 0 0 0,0 1 0 0 0,0-1 0 0 0,0 1 0 0 0,1 0 0 0 0,-1-1 0 0 0,0 1 0 0 0,1-2 2000 0 0,0 1-2000 0 0,23-10 2235 0 0,38-2-3648 0 0,-61 13 1485 0 0,8-2-161 0 0,-1 1 1 0 0,1 1-1 0 0,0-1 1 0 0,-1 2-1 0 0,15 1 1 0 0,-22-2-103 0 0,0 0 1 0 0,0 0 0 0 0,0 0 0 0 0,-1 0 0 0 0,1 1-1 0 0,0-1 1 0 0,0 0 0 0 0,0 1 0 0 0,-1-1 0 0 0,1 1-1 0 0,0-1 1 0 0,0 0 0 0 0,-1 1 0 0 0,1 0 0 0 0,0-1-1 0 0,-1 1 1 0 0,1-1 0 0 0,-1 1 0 0 0,1 0 0 0 0,-1-1-1 0 0,1 1 1 0 0,-1 0 0 0 0,1 0 0 0 0,-1 0 0 0 0,1 0-1 0 0,-2 1 18 0 0,1 0-1 0 0,0 0 0 0 0,0 0 0 0 0,-1 0 0 0 0,1-1 1 0 0,-1 1-1 0 0,0 0 0 0 0,1 0 0 0 0,-1-1 0 0 0,0 1 1 0 0,0 0-1 0 0,0-1 0 0 0,0 1 0 0 0,-1-1 0 0 0,1 1 1 0 0,0-1-1 0 0,-2 2 0 0 0,-12 11 107 0 0,11-11-221 0 0,0 0 0 0 0,0 1 0 0 0,0-1 0 0 0,1 1 0 0 0,-1 0 0 0 0,1 0 0 0 0,0 0 0 0 0,0 1 0 0 0,1-1 0 0 0,-1 0 0 0 0,-1 6 0 0 0,4-9 15 0 0,1 0 1 0 0,0 1-1 0 0,-1-1 1 0 0,1 0-1 0 0,0 0 0 0 0,0 0 1 0 0,0 0-1 0 0,0 0 1 0 0,0-1-1 0 0,0 1 1 0 0,0 0-1 0 0,0 0 1 0 0,0 0-1 0 0,1-1 1 0 0,-1 1-1 0 0,0-1 1 0 0,0 1-1 0 0,1-1 0 0 0,-1 0 1 0 0,0 1-1 0 0,1-1 1 0 0,-1 0-1 0 0,3 0 1 0 0,32 5 16 0 0,-24-6 26 0 0,0-1 0 0 0,0 0 0 0 0,-1 0-1 0 0,1-1 1 0 0,-1-1 0 0 0,0 0 0 0 0,1 0 0 0 0,-2-1 0 0 0,15-9 0 0 0,-11 7-16 0 0,0 0-1 0 0,0 1 1 0 0,0 0 0 0 0,23-5-1 0 0,-24 11-1539 0 0,-21 8-243 0 0,-22 7 623 0 0,25-15 1188 0 0,0 1 0 0 0,0 0 0 0 0,0 0 0 0 0,0 0 1 0 0,0 1-1 0 0,0-1 0 0 0,1 1 0 0 0,-1 0 0 0 0,0 0 0 0 0,1 1 1 0 0,0-1-1 0 0,-7 6 0 0 0,7-3 136 0 0,1 0 0 0 0,-1 0-1 0 0,1 0 1 0 0,0 0 0 0 0,0 0 0 0 0,1 1 0 0 0,-1-1 0 0 0,1 1-1 0 0,0 0 1 0 0,-1 7 0 0 0,-7 20 446 0 0,-14 63 213 0 0,23-91-922 0 0,0 1 1 0 0,0 0 0 0 0,1-1-1 0 0,0 1 1 0 0,0-1 0 0 0,0 1-1 0 0,1-1 1 0 0,-1 1 0 0 0,1-1-1 0 0,1 1 1 0 0,-1-1 0 0 0,1 1-1 0 0,0-1 1 0 0,3 5-1 0 0,-4-8-10 0 0,-1-1 0 0 0,1 0 0 0 0,0 1 0 0 0,0-1 0 0 0,0 0 0 0 0,0 1 0 0 0,0-1 0 0 0,0 0 0 0 0,0 0 0 0 0,0 0 0 0 0,0 0 0 0 0,0 0 0 0 0,1 0 0 0 0,-1 0 0 0 0,0-1 0 0 0,1 1 0 0 0,-1 0 0 0 0,1-1 0 0 0,-1 1 0 0 0,1-1 0 0 0,-1 1 0 0 0,1-1 0 0 0,-1 0 0 0 0,4 1 0 0 0,-4-2-170 0 0,1 0 1 0 0,0 1-1 0 0,0-1 1 0 0,0 0-1 0 0,0 0 1 0 0,-1 0-1 0 0,1 0 1 0 0,0 0-1 0 0,-1-1 1 0 0,1 1-1 0 0,-1 0 1 0 0,0-1-1 0 0,1 1 1 0 0,-1-1-1 0 0,0 1 1 0 0,2-3-1 0 0,2-6-872 0 0,0 1-1 0 0,0-1 0 0 0,-1 1 0 0 0,0-1 0 0 0,5-21 0 0 0,4-72-635 0 0,-10 34 7535 0 0,-1 87 1704 0 0,2 8-4966 0 0,5 41-1701 0 0,-8-58-749 0 0,0 0 0 0 0,-1 1 1 0 0,-1-1-1 0 0,0 0 0 0 0,0 1 1 0 0,0-1-1 0 0,-1 0 1 0 0,-1 0-1 0 0,1 0 0 0 0,-2 0 1 0 0,1-1-1 0 0,-1 1 0 0 0,0-1 1 0 0,-1 0-1 0 0,0 0 1 0 0,0 0-1 0 0,-1-1 0 0 0,0 0 1 0 0,0 0-1 0 0,-1 0 0 0 0,0-1 1 0 0,0 0-1 0 0,0 0 0 0 0,-1-1 1 0 0,0 0-1 0 0,0 0 1 0 0,0-1-1 0 0,0 0 0 0 0,-1 0 1 0 0,0-1-1 0 0,0 0 0 0 0,-12 2 1 0 0,5-4 1070 0 0,28-10-565 0 0,29-10-1 0 0,165-44 1365 0 0,-135 47-3965 0 0,0 3-3774 0 0,-68 13 5063 0 0,0-1 0 0 0,0 0 0 0 0,0 1-1 0 0,0-1 1 0 0,-1-1 0 0 0,1 1-1 0 0,0 0 1 0 0,0-1 0 0 0,-1 1 0 0 0,1-1-1 0 0,3-4 1 0 0,6-1-3994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7.5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8466 0 0,'0'2'12010'0'0,"2"7"-10308"0"0,8 15-6100 0 0,-7-20 2697 0 0,1 1 1 0 0,-2 0 0 0 0,1 0-1 0 0,0 0 1 0 0,-1 1 0 0 0,0-1-1 0 0,2 9 1 0 0,-2-5-1533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7.9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 4041 0 0,'-8'49'9683'0'0,"-1"0"-3621"0"0,14-26-6434 0 0,10 0-3325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9.5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 1 7466 0 0,'-3'0'442'0'0,"-1"0"0"0"0,1 0 0 0 0,0 1 0 0 0,0-1 0 0 0,0 1 0 0 0,-1 0 1 0 0,1 0-1 0 0,0 0 0 0 0,0 0 0 0 0,0 0 0 0 0,1 1 0 0 0,-1 0 0 0 0,0-1 1 0 0,0 1-1 0 0,1 0 0 0 0,-1 0 0 0 0,1 1 0 0 0,-4 3 0 0 0,2-1-226 0 0,0 1 0 0 0,1 0-1 0 0,-1 0 1 0 0,1 0 0 0 0,0 0-1 0 0,1 0 1 0 0,0 0 0 0 0,-3 12-1 0 0,2 0-250 0 0,0 0 0 0 0,2 0 0 0 0,0 1 0 0 0,1-1 0 0 0,4 36 0 0 0,-2-42 31 0 0,0 1 0 0 0,1-1-1 0 0,0 0 1 0 0,1 0 0 0 0,0 0 0 0 0,1-1-1 0 0,1 1 1 0 0,10 16 0 0 0,-13-24 6 0 0,-1-1 1 0 0,1 0 0 0 0,0 1-1 0 0,0-1 1 0 0,0-1-1 0 0,0 1 1 0 0,1 0 0 0 0,-1-1-1 0 0,1 0 1 0 0,-1 1-1 0 0,1-2 1 0 0,0 1 0 0 0,0 0-1 0 0,0-1 1 0 0,0 1 0 0 0,0-1-1 0 0,0 0 1 0 0,0-1-1 0 0,1 1 1 0 0,-1-1 0 0 0,0 0-1 0 0,0 0 1 0 0,1 0-1 0 0,-1 0 1 0 0,0-1 0 0 0,0 1-1 0 0,0-1 1 0 0,1-1 0 0 0,3-1-1 0 0,-2 1 85 0 0,0 0 0 0 0,0 0 0 0 0,0-1 0 0 0,-1 0 0 0 0,0 0 0 0 0,1-1 0 0 0,-1 1 0 0 0,-1-1 0 0 0,1 0 0 0 0,0-1 0 0 0,-1 1 0 0 0,0-1 0 0 0,0 0-1 0 0,0 0 1 0 0,5-10 0 0 0,-5 7 64 0 0,0-1 0 0 0,-1 0 0 0 0,0 1 0 0 0,0-1 0 0 0,-1 0 0 0 0,0 0 0 0 0,-1-1 0 0 0,0 1 0 0 0,-1 0-1 0 0,0-11 1 0 0,0 9-102 0 0,-1 0 0 0 0,0 1 0 0 0,-1-1 0 0 0,0 1-1 0 0,-1-1 1 0 0,0 1 0 0 0,0 0 0 0 0,-1 0 0 0 0,-1 1 0 0 0,1-1-1 0 0,-2 1 1 0 0,1 0 0 0 0,-1 0 0 0 0,-1 0 0 0 0,1 1-1 0 0,-1 0 1 0 0,-1 0 0 0 0,0 1 0 0 0,-11-9 0 0 0,15 14-188 0 0,0 1 0 0 0,-1-1 0 0 0,1 1 0 0 0,0 0 0 0 0,0 1 0 0 0,0-1 0 0 0,-1 1 0 0 0,1-1 0 0 0,0 1 0 0 0,0 1 0 0 0,-1-1 0 0 0,1 0 1 0 0,0 1-1 0 0,0 0 0 0 0,-1 0 0 0 0,1 0 0 0 0,0 1 0 0 0,0-1 0 0 0,1 1 0 0 0,-5 3 0 0 0,4-4-318 0 0,0 1-1 0 0,0 0 1 0 0,0 0-1 0 0,1 1 1 0 0,-1-1-1 0 0,1 1 1 0 0,0 0-1 0 0,0 0 1 0 0,0 0-1 0 0,0 0 0 0 0,1 0 1 0 0,-1 1-1 0 0,1-1 1 0 0,-1 1-1 0 0,1 0 1 0 0,1-1-1 0 0,-1 1 1 0 0,0 0-1 0 0,1 0 1 0 0,-2 6-1 0 0,3-9 221 0 0,0-1 34 0 0,0 1 0 0 0,0-1-1 0 0,0 1 1 0 0,0-1 0 0 0,0 1 0 0 0,0-1 0 0 0,0 0-1 0 0,0 1 1 0 0,0-1 0 0 0,0 1 0 0 0,0-1 0 0 0,0 1-1 0 0,1-1 1 0 0,-1 1 0 0 0,0-1 0 0 0,0 1 0 0 0,0-1-1 0 0,1 0 1 0 0,-1 1 0 0 0,0-1 0 0 0,0 1 0 0 0,1-1-1 0 0,-1 0 1 0 0,0 1 0 0 0,1-1 0 0 0,-1 0 0 0 0,0 0-1 0 0,1 1 1 0 0,0-1 0 0 0,10 5-2347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49.9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2 1944 0 0,'18'-1'5086'0'0,"-14"6"-387"0"0,-22 19 1544 0 0,4-8-5974 0 0,9-7-200 0 0,0-1 0 0 0,0 1-1 0 0,1-1 1 0 0,0 1-1 0 0,0 0 1 0 0,1 1 0 0 0,0-1-1 0 0,1 1 1 0 0,0-1 0 0 0,1 1-1 0 0,0 0 1 0 0,0-1 0 0 0,1 1-1 0 0,0 0 1 0 0,1 0-1 0 0,0-1 1 0 0,0 1 0 0 0,1 0-1 0 0,0-1 1 0 0,1 0 0 0 0,4 11-1 0 0,-4-14-80 0 0,0 1-1 0 0,0-1 0 0 0,0 0 1 0 0,1 0-1 0 0,0 0 0 0 0,0 0 1 0 0,1-1-1 0 0,-1 1 0 0 0,1-1 0 0 0,0 0 1 0 0,1-1-1 0 0,-1 1 0 0 0,1-1 1 0 0,0 0-1 0 0,0-1 0 0 0,0 1 1 0 0,0-1-1 0 0,1 0 0 0 0,0-1 1 0 0,-1 0-1 0 0,1 0 0 0 0,0 0 1 0 0,0-1-1 0 0,0 0 0 0 0,0 0 1 0 0,0-1-1 0 0,0 0 0 0 0,0 0 1 0 0,11-2-1 0 0,-8 1 66 0 0,-1-2 0 0 0,1 1 0 0 0,-1-1 0 0 0,0-1 0 0 0,0 1 0 0 0,0-2 0 0 0,-1 1 0 0 0,0-1 0 0 0,1 0 0 0 0,-2-1 0 0 0,1 0 0 0 0,-1 0 0 0 0,0-1 0 0 0,0 0 0 0 0,0 0 0 0 0,-1 0 0 0 0,6-10 0 0 0,-9 13-9 0 0,-1-1 0 0 0,1 1 1 0 0,-1 0-1 0 0,0-1 0 0 0,0 0 0 0 0,-1 0 0 0 0,1 1 0 0 0,-1-1 0 0 0,0 0 1 0 0,-1 0-1 0 0,1 0 0 0 0,-1 0 0 0 0,0 0 0 0 0,0 0 0 0 0,0 0 0 0 0,-1 0 1 0 0,0 0-1 0 0,0 0 0 0 0,0 0 0 0 0,0 0 0 0 0,-1 0 0 0 0,0 1 0 0 0,0-1 0 0 0,0 1 1 0 0,0-1-1 0 0,-1 1 0 0 0,0 0 0 0 0,0 0 0 0 0,0 0 0 0 0,0 0 0 0 0,-1 1 1 0 0,1-1-1 0 0,-1 1 0 0 0,-6-5 0 0 0,2 2-112 0 0,-1 1 0 0 0,1-1 0 0 0,-1 1 1 0 0,0 1-1 0 0,0 0 0 0 0,0 0 0 0 0,0 0 0 0 0,-1 1 0 0 0,0 1 0 0 0,1 0 1 0 0,-1 0-1 0 0,0 1 0 0 0,-16 0 0 0 0,12 1-1357 0 0,0 1 0 0 0,0 1 0 0 0,1 0 0 0 0,-1 1-1 0 0,-19 6 1 0 0,44-10-5929 0 0,-1 1 5216 0 0,6 1-291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0.4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86 1 5545 0 0,'-6'3'934'0'0,"1"0"1"0"0,0 1-1 0 0,0-1 0 0 0,0 1 0 0 0,1 1 0 0 0,-1-1 1 0 0,1 1-1 0 0,0-1 0 0 0,0 1 0 0 0,1 0 1 0 0,-4 6-1 0 0,3-3-615 0 0,0 0-1 0 0,0 1 1 0 0,1-1 0 0 0,0 1 0 0 0,0 0 0 0 0,1 0 0 0 0,-2 14-1 0 0,3-17-397 0 0,1 0-1 0 0,0 0 1 0 0,0 0-1 0 0,0 0 1 0 0,1 0-1 0 0,0 0 1 0 0,0 0-1 0 0,0 0 1 0 0,1-1-1 0 0,0 1 1 0 0,4 8-1 0 0,-4-10 117 0 0,0-1-1 0 0,0 0 1 0 0,0 1 0 0 0,1-1-1 0 0,-1 0 1 0 0,1-1 0 0 0,0 1-1 0 0,0 0 1 0 0,0-1-1 0 0,0 0 1 0 0,1 1 0 0 0,-1-1-1 0 0,1 0 1 0 0,-1-1 0 0 0,1 1-1 0 0,0-1 1 0 0,-1 0-1 0 0,7 2 1 0 0,2-1 2 0 0,0-1 0 0 0,0 0 1 0 0,0-1-1 0 0,0 0 0 0 0,0-1 0 0 0,0-1 1 0 0,0 0-1 0 0,-1 0 0 0 0,1-1 0 0 0,0 0 0 0 0,11-6 1 0 0,-16 6 26 0 0,0 1 0 0 0,0-2 0 0 0,0 1 0 0 0,-1-1 1 0 0,1 0-1 0 0,-1 0 0 0 0,0 0 0 0 0,-1-1 0 0 0,1 0 1 0 0,-1 0-1 0 0,0-1 0 0 0,0 0 0 0 0,0 0 0 0 0,-1 0 1 0 0,0 0-1 0 0,0 0 0 0 0,-1-1 0 0 0,6-14 0 0 0,-8 19-15 0 0,-1 0-1 0 0,0 0 0 0 0,1 0 1 0 0,-1 0-1 0 0,0 0 0 0 0,0 0 1 0 0,0-1-1 0 0,0 1 0 0 0,-1 0 0 0 0,1 0 1 0 0,0 0-1 0 0,-1 0 0 0 0,0 0 1 0 0,1 0-1 0 0,-1 0 0 0 0,0 0 1 0 0,0 0-1 0 0,0 0 0 0 0,0 0 1 0 0,-3-3-1 0 0,0 2 1 0 0,1-1 1 0 0,-1 1 0 0 0,0-1-1 0 0,0 1 1 0 0,-1 0-1 0 0,1 1 1 0 0,-1-1-1 0 0,-7-2 1 0 0,-7-2-307 0 0,-1 0 0 0 0,0 2 0 0 0,-26-4 0 0 0,-5 4-1371 0 0,-12-2-2521 0 0,25-5-2789 0 0,26 4 1177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0.7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17 249 6081 0 0,'-1'-1'377'0'0,"0"0"0"0"0,-1 0 0 0 0,1 0 0 0 0,0 0 0 0 0,0 0 0 0 0,0-1 0 0 0,-1 1-1 0 0,1 0 1 0 0,1-1 0 0 0,-1 1 0 0 0,0-1 0 0 0,0 1 0 0 0,1-1 0 0 0,-1 0 0 0 0,1 1 0 0 0,-1-1 0 0 0,1 0-1 0 0,-1 1 1 0 0,1-1 0 0 0,0 0 0 0 0,0 1 0 0 0,0-1 0 0 0,0 0 0 0 0,0 0 0 0 0,1 1 0 0 0,-1-3 0 0 0,2 1-90 0 0,-1 1 1 0 0,1 0 0 0 0,0 0 0 0 0,-1 0 0 0 0,1 0 0 0 0,0 0 0 0 0,0 0-1 0 0,0 1 1 0 0,1-1 0 0 0,-1 1 0 0 0,0-1 0 0 0,0 1 0 0 0,1 0 0 0 0,4-2 0 0 0,10-3 124 0 0,1 1 0 0 0,-1 1 0 0 0,30-4 1 0 0,-5 5-217 0 0,57 2 0 0 0,15-1-2081 0 0,-40-9-3661 0 0,-73 11 5332 0 0,-1 0 0 0 0,1 0 0 0 0,0 0 0 0 0,-1 0 0 0 0,1-1 0 0 0,-1 1 1 0 0,1 0-1 0 0,-1 0 0 0 0,1 0 0 0 0,0 0 0 0 0,-1 0 0 0 0,1-1 0 0 0,-1 1 0 0 0,1 0 0 0 0,-1-1 0 0 0,1 1 1 0 0,-1 0-1 0 0,1-1 0 0 0,-1 1 0 0 0,0-1 0 0 0,1 1 0 0 0,-1 0 0 0 0,1-1 0 0 0,-1 1 0 0 0,0-1 0 0 0,0 1 0 0 0,1-1 1 0 0,-1 1-1 0 0,0-1 0 0 0,0 0 0 0 0,1 1 0 0 0,-1-1 0 0 0,0 1 0 0 0,0-1 0 0 0,0 1 0 0 0,0-1 0 0 0,0 0 0 0 0,0 1 1 0 0,0-1-1 0 0,0 1 0 0 0,0-1 0 0 0,0-1 0 0 0,-3-4-4006 0 0</inkml:trace>
  <inkml:trace contextRef="#ctx0" brushRef="#br0" timeOffset="0.25">280 1 4513 0 0,'-1'0'375'0'0,"-1"0"-1"0"0,1 0 1 0 0,0 0-1 0 0,0-1 1 0 0,0 1 0 0 0,-1 0-1 0 0,1 1 1 0 0,0-1-1 0 0,0 0 1 0 0,0 0 0 0 0,-1 1-1 0 0,1-1 1 0 0,0 0-1 0 0,0 1 1 0 0,0-1 0 0 0,0 1-1 0 0,0-1 1 0 0,0 1-1 0 0,0 0 1 0 0,0-1 0 0 0,0 1-1 0 0,0 0 1 0 0,0 0-1 0 0,-1 1 1 0 0,1 0 15 0 0,-1 1-1 0 0,1 0 1 0 0,0-1-1 0 0,-1 1 1 0 0,1 0 0 0 0,1-1-1 0 0,-1 1 1 0 0,0 0 0 0 0,1 0-1 0 0,-1 3 1 0 0,0 12 169 0 0,1-1 0 0 0,5 34 0 0 0,-3-33 139 0 0,-1 69-196 0 0,-2-67-1053 0 0,0-1 1 0 0,2 1 0 0 0,0-1 0 0 0,1 0-1 0 0,1 0 1 0 0,6 24 0 0 0,-8-42 296 0 0,-1 0-1 0 0,0 0 1 0 0,1 1 0 0 0,-1-1-1 0 0,0 0 1 0 0,1 0 0 0 0,0 0-1 0 0,-1 0 1 0 0,1 0 0 0 0,0-1-1 0 0,-1 1 1 0 0,1 0 0 0 0,0 0-1 0 0,0 0 1 0 0,0-1 0 0 0,-1 1-1 0 0,1 0 1 0 0,2 0 0 0 0,-2-1 1 0 0,-1 0 0 0 0,1 0 1 0 0,-1 0-1 0 0,1 0 0 0 0,0 0 1 0 0,-1 0-1 0 0,1-1 0 0 0,-1 1 0 0 0,1 0 1 0 0,-1 0-1 0 0,1-1 0 0 0,-1 1 1 0 0,1 0-1 0 0,-1-1 0 0 0,1 1 1 0 0,-1 0-1 0 0,1-1 0 0 0,-1 1 1 0 0,0-1-1 0 0,1 1 0 0 0,-1-1 1 0 0,1 1-1 0 0,-1-1 0 0 0,0 1 1 0 0,0-1-1 0 0,1 1 0 0 0,-1-1 1 0 0,0 1-1 0 0,0-1 0 0 0,0 1 1 0 0,1-1-1 0 0,-1 0 0 0 0,7-12-3125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1.2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209 128 3857 0 0,'-4'-15'2297'0'0,"-1"1"0"0"0,-1 0-1 0 0,-9-19 1 0 0,13 29-2051 0 0,0 0 0 0 0,0 1-1 0 0,-1-1 1 0 0,1 1 0 0 0,-1 0-1 0 0,0-1 1 0 0,0 1 0 0 0,0 0-1 0 0,0 1 1 0 0,0-1 0 0 0,-1 1-1 0 0,1-1 1 0 0,-1 1 0 0 0,0 0-1 0 0,1 0 1 0 0,-1 1 0 0 0,-5-3-1 0 0,7 5-184 0 0,0-1-1 0 0,0 0 0 0 0,1 0 1 0 0,-1 0-1 0 0,0 1 0 0 0,1-1 0 0 0,-1 1 1 0 0,0-1-1 0 0,1 1 0 0 0,-1 0 0 0 0,1 0 1 0 0,-1 0-1 0 0,1 0 0 0 0,-1 0 1 0 0,1 0-1 0 0,0 0 0 0 0,-1 0 0 0 0,1 0 1 0 0,0 1-1 0 0,0-1 0 0 0,0 0 0 0 0,0 1 1 0 0,0-1-1 0 0,0 1 0 0 0,0-1 1 0 0,1 1-1 0 0,-1 0 0 0 0,0-1 0 0 0,1 1 1 0 0,-1 2-1 0 0,-2 4 23 0 0,0 1 0 0 0,1 0 0 0 0,0 0 0 0 0,-2 13 0 0 0,4-16-75 0 0,0-1 0 0 0,0 0 0 0 0,0 0 0 0 0,1 0 1 0 0,0 0-1 0 0,0 0 0 0 0,0 0 0 0 0,0 0 1 0 0,1 0-1 0 0,0 0 0 0 0,0 0 0 0 0,0-1 1 0 0,1 1-1 0 0,-1-1 0 0 0,1 0 0 0 0,0 1 1 0 0,0-1-1 0 0,1-1 0 0 0,-1 1 0 0 0,1 0 0 0 0,0-1 1 0 0,0 0-1 0 0,0 0 0 0 0,0 0 0 0 0,1 0 1 0 0,-1 0-1 0 0,1-1 0 0 0,0 0 0 0 0,-1 0 1 0 0,1-1-1 0 0,9 3 0 0 0,-10-3 12 0 0,1 0 0 0 0,-1-1 0 0 0,1 1-1 0 0,-1-1 1 0 0,1 0 0 0 0,-1 0 0 0 0,1-1 0 0 0,-1 1 0 0 0,1-1-1 0 0,-1 0 1 0 0,1 0 0 0 0,-1-1 0 0 0,0 1 0 0 0,0-1 0 0 0,1 0-1 0 0,-1 0 1 0 0,0 0 0 0 0,-1-1 0 0 0,1 1 0 0 0,0-1 0 0 0,-1 0-1 0 0,1 0 1 0 0,-1 0 0 0 0,0 0 0 0 0,0-1 0 0 0,0 1 0 0 0,-1-1-1 0 0,1 0 1 0 0,-1 0 0 0 0,0 0 0 0 0,0 0 0 0 0,0 0 0 0 0,-1-1-1 0 0,1 1 1 0 0,1-8 0 0 0,-3 9 8 0 0,1 0-1 0 0,0-1 1 0 0,-1 1-1 0 0,0-1 1 0 0,0 1-1 0 0,0-1 1 0 0,0 1-1 0 0,0-1 1 0 0,-1 1-1 0 0,1-1 1 0 0,-1 1-1 0 0,0-1 1 0 0,0 1-1 0 0,0 0 1 0 0,-1 0-1 0 0,1-1 1 0 0,-1 1-1 0 0,0 0 1 0 0,0 0-1 0 0,0 0 1 0 0,0 1-1 0 0,0-1 1 0 0,-1 1-1 0 0,1-1 1 0 0,-1 1-1 0 0,1 0 1 0 0,-1-1-1 0 0,0 1 1 0 0,0 1-1 0 0,0-1 1 0 0,0 0-1 0 0,-1 1 1 0 0,1 0-1 0 0,0-1 1 0 0,-6 0-1 0 0,-2-1-164 0 0,-1 0 0 0 0,1 1-1 0 0,-1 0 1 0 0,0 0 0 0 0,0 2 0 0 0,1-1-1 0 0,-1 1 1 0 0,0 1 0 0 0,-15 3-1 0 0,-6 6-922 0 0,26-8 166 0 0,-1 1 1 0 0,0-1 0 0 0,0 0 0 0 0,0-1 0 0 0,-8 1-1 0 0,15-2 685 0 0,1 0-1 0 0,0 0 0 0 0,-1-1 0 0 0,1 1 1 0 0,0 0-1 0 0,-1 0 0 0 0,1-1 1 0 0,0 1-1 0 0,-1 0 0 0 0,1-1 0 0 0,0 1 1 0 0,0 0-1 0 0,-1-1 0 0 0,1 1 1 0 0,0 0-1 0 0,0-1 0 0 0,0 1 0 0 0,-1-1 1 0 0,1 1-1 0 0,0 0 0 0 0,0-1 0 0 0,0 1 1 0 0,0-1-1 0 0,0 1 0 0 0,0-1 1 0 0,0 1-1 0 0,0 0 0 0 0,0-1 0 0 0,0 1 1 0 0,0-1-1 0 0,0 1 0 0 0,0-1 1 0 0,0 1-1 0 0,0 0 0 0 0,1-1 0 0 0,-1 1 1 0 0,0-1-1 0 0,1 0 0 0 0,4-7-3959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1.6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6257 0 0,'1'66'9706'0'0,"2"0"-5775"0"0,1 115-2415 0 0,-8-135-1498 0 0,0 57-853 0 0,4-95 105 0 0,0 0 1 0 0,1 0-1 0 0,1 0 1 0 0,-1 0-1 0 0,1 0 1 0 0,0 0-1 0 0,1-1 1 0 0,0 1-1 0 0,6 12 1 0 0,-9-20 581 0 0,0 1 0 0 0,0-1 0 0 0,1 0 1 0 0,-1 1-1 0 0,0-1 0 0 0,0 0 0 0 0,0 1 1 0 0,1-1-1 0 0,-1 1 0 0 0,0-1 0 0 0,0 0 1 0 0,1 0-1 0 0,-1 1 0 0 0,0-1 0 0 0,1 0 1 0 0,-1 1-1 0 0,0-1 0 0 0,1 0 0 0 0,-1 0 1 0 0,0 0-1 0 0,1 1 0 0 0,-1-1 0 0 0,1 0 1 0 0,-1 0-1 0 0,0 0 0 0 0,1 0 0 0 0,-1 0 1 0 0,1 0-1 0 0,-1 0 0 0 0,0 0 0 0 0,1 0 1 0 0,-1 0-1 0 0,1 0 0 0 0,-1 0 0 0 0,1 0 1 0 0,-1 0-1 0 0,0 0 0 0 0,1 0 0 0 0,-1 0 1 0 0,1 0-1 0 0,-1-1 0 0 0,0 1 0 0 0,1 0 1 0 0,-1 0-1 0 0,0 0 0 0 0,1-1 0 0 0,-1 1 1 0 0,0 0-1 0 0,1-1 0 0 0,-1 1 0 0 0,0 0 1 0 0,0-1-1 0 0,1 1 0 0 0,-1 0 0 0 0,0-1 1 0 0,0 1-1 0 0,1 0 0 0 0,-1-1 0 0 0,0 1 1 0 0,0-1-1 0 0,0 1 0 0 0,0-1 0 0 0,2-1-482 0 0,6-4-2169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2.0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52 4857 0 0,'-6'1'1176'0'0,"0"1"0"0"0,0 0 0 0 0,1 1 0 0 0,-1-1-1 0 0,1 1 1 0 0,-1 0 0 0 0,-8 6 0 0 0,11-6-960 0 0,0 0-1 0 0,-1 0 1 0 0,1 0-1 0 0,0 1 1 0 0,1-1 0 0 0,-1 1-1 0 0,1 0 1 0 0,-1-1-1 0 0,-3 9 1 0 0,5-9-223 0 0,0 1 0 0 0,0 0 0 0 0,1-1 0 0 0,-1 1 0 0 0,1-1 0 0 0,-1 1 0 0 0,1 0 0 0 0,0 0 0 0 0,1-1 0 0 0,-1 1 0 0 0,0 0 0 0 0,1-1 0 0 0,0 1 0 0 0,0-1 0 0 0,0 1 0 0 0,1-1 0 0 0,-1 1 0 0 0,1-1 0 0 0,-1 0 0 0 0,1 0 0 0 0,0 0 0 0 0,1 0 0 0 0,-1 0 0 0 0,0 0 0 0 0,1 0 0 0 0,0-1 0 0 0,-1 1 0 0 0,5 2 0 0 0,-1-1 59 0 0,0 0-1 0 0,1 0 1 0 0,0-1 0 0 0,0 1 0 0 0,0-1 0 0 0,0-1-1 0 0,1 0 1 0 0,-1 0 0 0 0,1 0 0 0 0,-1-1 0 0 0,1 0-1 0 0,0 0 1 0 0,-1-1 0 0 0,1 0 0 0 0,0 0 0 0 0,14-3-1 0 0,-18 2 43 0 0,1 1 0 0 0,-1-1 0 0 0,0 0 0 0 0,1 0 0 0 0,-1-1 0 0 0,0 1 0 0 0,0-1 0 0 0,0 0 0 0 0,0 0 0 0 0,0 0 0 0 0,0-1 0 0 0,-1 1 0 0 0,1-1 0 0 0,-1 0 0 0 0,0 0-1 0 0,1 0 1 0 0,-1 0 0 0 0,-1-1 0 0 0,1 1 0 0 0,0-1 0 0 0,-1 0 0 0 0,0 0 0 0 0,0 0 0 0 0,0 0 0 0 0,0 0 0 0 0,-1 0 0 0 0,1 0 0 0 0,-1-1 0 0 0,0 1 0 0 0,0-6 0 0 0,-2 4 29 0 0,1-1 0 0 0,-2 1 0 0 0,1 0 0 0 0,-1 0 0 0 0,0 0 1 0 0,0 1-1 0 0,0-1 0 0 0,-1 0 0 0 0,0 1 0 0 0,0-1 0 0 0,0 1 0 0 0,-1 0 1 0 0,0 0-1 0 0,0 1 0 0 0,0-1 0 0 0,-1 1 0 0 0,-9-8 0 0 0,8 7-403 0 0,-1-1 0 0 0,1 1 0 0 0,-1 1-1 0 0,0-1 1 0 0,-1 1 0 0 0,1 0-1 0 0,-1 1 1 0 0,0 0 0 0 0,0 0 0 0 0,0 1-1 0 0,0 0 1 0 0,-15-2 0 0 0,-3 6-3228 0 0,-9-1-6263 0 0,23-1 5363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2.4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37 2112 0 0,'2'-4'11183'0'0,"15"-1"-6640"0"0,29-2-4036 0 0,-34 5 567 0 0,116-13-927 0 0,-43 11-4551 0 0,-74 6-89 0 0,-18-3-1372 0 0,0 0 2197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2.8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6713 0 0,'-1'1'960'0'0,"1"-1"-801"0"0,-1 1 1 0 0,1-1 0 0 0,0 0 0 0 0,0 0 0 0 0,0 0 0 0 0,0 1 0 0 0,0-1 0 0 0,0 0-1 0 0,0 0 1 0 0,0 1 0 0 0,-1-1 0 0 0,1 0 0 0 0,0 0 0 0 0,0 1 0 0 0,0-1-1 0 0,0 0 1 0 0,0 0 0 0 0,0 0 0 0 0,0 1 0 0 0,0-1 0 0 0,1 0 0 0 0,-1 0-1 0 0,0 1 1 0 0,0-1 0 0 0,0 0 0 0 0,0 0 0 0 0,0 0 0 0 0,1 2 1119 0 0,-1-2-1119 0 0,1 0-1 0 0,-1 0 1 0 0,0 1 0 0 0,16 5 2484 0 0,15-1-1682 0 0,59-12-127 0 0,-46 2-1871 0 0,0 3-3893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5.8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15 4241 0 0,'-4'-4'3191'0'0,"-11"-7"4564"0"0,13 11-7685 0 0,1 1 1 0 0,0-1 0 0 0,0 1 0 0 0,0-1-1 0 0,0 1 1 0 0,0 0 0 0 0,0-1-1 0 0,1 1 1 0 0,-1 0 0 0 0,0 0 0 0 0,0-1-1 0 0,0 1 1 0 0,1 0 0 0 0,-1 0-1 0 0,0 0 1 0 0,1 0 0 0 0,-1 0-1 0 0,1 0 1 0 0,-1 2 0 0 0,-5 9 121 0 0,0 0 0 0 0,2 1-1 0 0,-1 0 1 0 0,2-1 0 0 0,-1 2 0 0 0,2-1 0 0 0,0 0-1 0 0,0 0 1 0 0,1 19 0 0 0,1-21-164 0 0,0 1 0 0 0,1-1 1 0 0,0 1-1 0 0,1-1 0 0 0,0 0 0 0 0,1 0 0 0 0,0 0 1 0 0,1 0-1 0 0,0 0 0 0 0,1-1 0 0 0,6 12 0 0 0,-9-18-25 0 0,1-1 0 0 0,-1 0 0 0 0,1 0 0 0 0,-1 0 0 0 0,1 0 0 0 0,0 0 0 0 0,0-1 0 0 0,0 1 0 0 0,1-1 0 0 0,-1 0 0 0 0,1 0 0 0 0,-1 0 0 0 0,1 0 0 0 0,-1-1-1 0 0,1 0 1 0 0,0 1 0 0 0,0-1 0 0 0,0-1 0 0 0,0 1 0 0 0,0 0 0 0 0,0-1 0 0 0,0 0 0 0 0,0 0 0 0 0,0 0 0 0 0,-1 0 0 0 0,1-1 0 0 0,0 0 0 0 0,0 0 0 0 0,0 0 0 0 0,0 0 0 0 0,0 0-1 0 0,-1-1 1 0 0,1 1 0 0 0,-1-1 0 0 0,1 0 0 0 0,-1 0 0 0 0,4-3 0 0 0,1-1 134 0 0,0 0 0 0 0,0 0-1 0 0,-1 0 1 0 0,0-1 0 0 0,0 0 0 0 0,-1 0-1 0 0,0 0 1 0 0,0-1 0 0 0,-1 0 0 0 0,0 0-1 0 0,0-1 1 0 0,-1 1 0 0 0,0-1 0 0 0,4-15-1 0 0,-7 17-62 0 0,0 0-1 0 0,0 0 0 0 0,-1-1 0 0 0,0 1 0 0 0,-1 0 0 0 0,0-1 1 0 0,0 1-1 0 0,0 0 0 0 0,-1 0 0 0 0,0 0 0 0 0,0 0 0 0 0,-1 0 0 0 0,0 0 1 0 0,0 1-1 0 0,-1-1 0 0 0,0 1 0 0 0,0 0 0 0 0,0 0 0 0 0,-1 0 0 0 0,1 1 1 0 0,-2-1-1 0 0,1 1 0 0 0,-10-7 0 0 0,11 8-270 0 0,-1 1 0 0 0,1 0 0 0 0,-1 0 0 0 0,1 1-1 0 0,-1-1 1 0 0,0 1 0 0 0,0 0 0 0 0,0 0 0 0 0,0 1 0 0 0,-1 0 0 0 0,1-1 0 0 0,0 2 0 0 0,0-1 0 0 0,-1 1-1 0 0,1-1 1 0 0,0 2 0 0 0,-1-1 0 0 0,1 0 0 0 0,0 1 0 0 0,-1 0 0 0 0,1 0 0 0 0,0 1 0 0 0,0 0-1 0 0,0 0 1 0 0,0 0 0 0 0,0 0 0 0 0,0 1 0 0 0,1-1 0 0 0,-1 1 0 0 0,1 0 0 0 0,0 1 0 0 0,-7 6-1 0 0,-4 10-3396 0 0,9-11-3496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6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19 4313 0 0,'-1'-1'400'0'0,"1"0"0"0"0,-1 0 0 0 0,0 1 0 0 0,1-1 1 0 0,-1 0-1 0 0,1 0 0 0 0,-1 0 0 0 0,1 0 0 0 0,0 0 0 0 0,-1 0 0 0 0,1 0 0 0 0,0 0 0 0 0,0 0 1 0 0,0 1-1 0 0,0-1 0 0 0,-1 0 0 0 0,2-2 0 0 0,0 14 5039 0 0,-5 34-4059 0 0,-3 37 243 0 0,5 105 0 0 0,3-163-1693 0 0,2 0 0 0 0,0-1 0 0 0,1 1 0 0 0,2 0 0 0 0,0-1 0 0 0,2 0 0 0 0,0-1 0 0 0,1 1 0 0 0,13 20 0 0 0,4-14-1712 0 0,-11-22-1132 0 0,-15-7 2716 0 0,1 0-1 0 0,-1 0 1 0 0,1 0-1 0 0,-1 0 1 0 0,1-1-1 0 0,-1 1 1 0 0,1 0 0 0 0,-1 0-1 0 0,0-1 1 0 0,1 1-1 0 0,-1 0 1 0 0,1-1-1 0 0,-1 1 1 0 0,0 0-1 0 0,1-1 1 0 0,-1 1 0 0 0,0-1-1 0 0,1 1 1 0 0,-1 0-1 0 0,0-1 1 0 0,0 1-1 0 0,0-1 1 0 0,1 1 0 0 0,-1-1-1 0 0,0 1 1 0 0,0-1-1 0 0,0 1 1 0 0,0-1-1 0 0,0 1 1 0 0,0-1 0 0 0,0 0-1 0 0,2-9-3119 0 0,3-2-1238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0:56.6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50 1240 0 0,'1'-3'1048'0'0,"1"1"0"0"0,-1-1 1 0 0,1 0-1 0 0,-1 0 0 0 0,0 1 0 0 0,0-1 0 0 0,0 0 0 0 0,-1 0 0 0 0,1 0 0 0 0,0-4 1 0 0,-1 6-886 0 0,0 1 0 0 0,0-1 1 0 0,0 1-1 0 0,0-1 1 0 0,-1 1-1 0 0,1-1 1 0 0,0 1-1 0 0,0-1 1 0 0,0 1-1 0 0,0-1 0 0 0,-1 1 1 0 0,1-1-1 0 0,0 1 1 0 0,0 0-1 0 0,-1-1 1 0 0,1 1-1 0 0,0-1 1 0 0,0 1-1 0 0,-1 0 1 0 0,1-1-1 0 0,-1 1 0 0 0,1 0 1 0 0,0 0-1 0 0,-1-1 1 0 0,1 1-1 0 0,-1-1 1 0 0,-22 5 1217 0 0,20-2-1342 0 0,0 0 0 0 0,0 1-1 0 0,0-1 1 0 0,0 1 0 0 0,0-1 0 0 0,1 1-1 0 0,0 0 1 0 0,-1 0 0 0 0,1 0 0 0 0,0 0-1 0 0,0 0 1 0 0,0 1 0 0 0,1-1 0 0 0,-1 0 0 0 0,1 1-1 0 0,0-1 1 0 0,0 1 0 0 0,0 0 0 0 0,1-1-1 0 0,-1 1 1 0 0,1 0 0 0 0,-1 0 0 0 0,2 4-1 0 0,-2 7-39 0 0,2 0-1 0 0,0 1 0 0 0,0-1 0 0 0,5 19 0 0 0,-4-28-2 0 0,0 0-1 0 0,0-1 1 0 0,0 1-1 0 0,1-1 0 0 0,0 1 1 0 0,0-1-1 0 0,0 0 1 0 0,0 0-1 0 0,1 0 0 0 0,0-1 1 0 0,0 1-1 0 0,0-1 0 0 0,1 0 1 0 0,-1 0-1 0 0,1-1 1 0 0,0 1-1 0 0,0-1 0 0 0,0 0 1 0 0,1 0-1 0 0,-1-1 0 0 0,11 4 1 0 0,-12-5 54 0 0,0 0-1 0 0,1 0 1 0 0,-1 0 0 0 0,1 0 0 0 0,-1-1 0 0 0,1 0-1 0 0,-1 0 1 0 0,1 0 0 0 0,-1 0 0 0 0,1-1 0 0 0,-1 0-1 0 0,0 0 1 0 0,1 0 0 0 0,-1 0 0 0 0,0-1 0 0 0,0 1-1 0 0,0-1 1 0 0,0 0 0 0 0,0-1 0 0 0,0 1 0 0 0,0-1-1 0 0,-1 1 1 0 0,1-1 0 0 0,-1 0 0 0 0,0-1 0 0 0,0 1-1 0 0,0 0 1 0 0,0-1 0 0 0,3-6 0 0 0,-2 4 56 0 0,-2-1 1 0 0,1 0-1 0 0,-1 0 1 0 0,0 0-1 0 0,0 0 1 0 0,-1 0-1 0 0,0 0 1 0 0,0 0-1 0 0,0-1 1 0 0,-1 1-1 0 0,-1 0 1 0 0,1 0-1 0 0,-1-1 1 0 0,0 1-1 0 0,-1 0 1 0 0,-3-10-1 0 0,4 11-126 0 0,-1 0 0 0 0,0 0 0 0 0,-1 0 0 0 0,1 0 0 0 0,-1 0 0 0 0,0 1-1 0 0,-1-1 1 0 0,1 1 0 0 0,-1 0 0 0 0,0 0 0 0 0,-1 0 0 0 0,1 1 0 0 0,-1 0 0 0 0,0-1 0 0 0,0 1 0 0 0,0 1-1 0 0,0-1 1 0 0,-1 1 0 0 0,-5-3 0 0 0,7 5-289 0 0,0 0 0 0 0,0 1 0 0 0,0-1 0 0 0,1 1 0 0 0,-1 0 0 0 0,0 0 0 0 0,0 0 0 0 0,0 0 0 0 0,0 1 0 0 0,0-1 0 0 0,1 1 0 0 0,-5 1-1 0 0,-27 11-6234 0 0,25-9 3526 0 0,-6 3-2959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3:01.5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0 129 6449 0 0,'68'-15'2764'0'0,"-50"12"-2698"0"0,0-1 291 0 0,0 1 0 0 0,0 0-1 0 0,0 1 1 0 0,0 1-1 0 0,1 1 1 0 0,-1 0-1 0 0,19 4 1 0 0,1 0 195 0 0,0-2 0 0 0,0-2-1 0 0,0-2 1 0 0,0-1 0 0 0,64-13 0 0 0,-51 7-218 0 0,0 2 1 0 0,66 0-1 0 0,13 7 442 0 0,201-26-1 0 0,-191 14-353 0 0,226 10 0 0 0,-57 4-98 0 0,-128-9-208 0 0,166-3 209 0 0,-162 19-250 0 0,-113-3-47 0 0,122-5-1 0 0,-95-11-308 0 0,72-4 673 0 0,-141 13-3677 0 0,54 8 1 0 0,-39-1-3619 0 0,-16-1 2256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49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2 9994 0 0,'-14'-1'728'0'0,"0"0"0"0"0,1 1 0 0 0,-1 1 0 0 0,0 0 0 0 0,1 1 0 0 0,-1 1 0 0 0,1 0-1 0 0,-15 5 1 0 0,15-2-553 0 0,2-1-1 0 0,-1 1 0 0 0,1 1 1 0 0,0 0-1 0 0,0 1 0 0 0,0 0 0 0 0,1 0 1 0 0,1 1-1 0 0,0 1 0 0 0,0-1 1 0 0,0 2-1 0 0,1-1 0 0 0,-10 19 0 0 0,8-13-98 0 0,2 2-1 0 0,0-1 0 0 0,0 1 0 0 0,2 0 0 0 0,0 0 1 0 0,1 1-1 0 0,1 0 0 0 0,1-1 0 0 0,1 1 1 0 0,0 1-1 0 0,1-1 0 0 0,2 21 0 0 0,0-28-87 0 0,0-1-1 0 0,1 1 0 0 0,0-1 1 0 0,1 0-1 0 0,0 0 0 0 0,1 0 1 0 0,0 0-1 0 0,1 0 1 0 0,0-1-1 0 0,1 0 0 0 0,0 0 1 0 0,0 0-1 0 0,1-1 1 0 0,0 0-1 0 0,1 0 0 0 0,0-1 1 0 0,0 0-1 0 0,1 0 0 0 0,0-1 1 0 0,0 0-1 0 0,11 6 1 0 0,-3-5-142 0 0,0-1 0 0 0,0 0 0 0 0,0-1 1 0 0,0-1-1 0 0,1-1 0 0 0,0 0 1 0 0,0-1-1 0 0,24 0 0 0 0,-17-2-929 0 0,1-1 0 0 0,0-2-1 0 0,0-1 1 0 0,-1 0 0 0 0,34-10 0 0 0,-50 10-144 0 0,0-1 1 0 0,0 0-1 0 0,0 0 1 0 0,13-9 0 0 0,5-2-2901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49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7202 0 0,'-10'24'6448'0'0,"8"26"-4801"0"0,3-28-765 0 0,-6 296 3021 0 0,17-158-4527 0 0,15-4-4292 0 0,-24-146 4588 0 0,-1-1-4199 0 0,-5-15-835 0 0,-1-7 3916 0 0,-1-1-913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49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1 197 2120 0 0,'1'-10'867'0'0,"1"1"0"0"0,1-1-1 0 0,0 0 1 0 0,0 1 0 0 0,0 0-1 0 0,1 0 1 0 0,1 0 0 0 0,0 0-1 0 0,0 0 1 0 0,9-11 0 0 0,-7 13-550 0 0,1-1 1 0 0,0 1 0 0 0,0 0 0 0 0,0 1 0 0 0,1 0-1 0 0,-1 0 1 0 0,2 1 0 0 0,-1 0 0 0 0,0 1 0 0 0,1 0-1 0 0,0 0 1 0 0,0 1 0 0 0,0 0 0 0 0,1 1-1 0 0,14-2 1 0 0,-17 3-159 0 0,0 0 0 0 0,-1 1 1 0 0,1 0-1 0 0,0 0 0 0 0,-1 1 0 0 0,1 0 0 0 0,0 0 0 0 0,-1 0 0 0 0,1 1 0 0 0,-1 0 1 0 0,1 1-1 0 0,12 6 0 0 0,-16-6-62 0 0,0-1 0 0 0,0 1 1 0 0,-1 0-1 0 0,0 0 0 0 0,1 0 1 0 0,-1 1-1 0 0,0-1 1 0 0,0 1-1 0 0,-1 0 0 0 0,1-1 1 0 0,-1 1-1 0 0,0 0 0 0 0,0 1 1 0 0,0-1-1 0 0,-1 0 0 0 0,1 0 1 0 0,-1 1-1 0 0,0-1 0 0 0,0 1 1 0 0,-1-1-1 0 0,1 1 0 0 0,-1 8 1 0 0,-2 7 26 0 0,0-1 1 0 0,-1 0-1 0 0,0 0 1 0 0,-2 0 0 0 0,-1-1-1 0 0,0 0 1 0 0,-1 0-1 0 0,-16 30 1 0 0,-7 5-751 0 0,-53 70 0 0 0,25-52-4694 0 0,67-83-2585 0 0,-2 4 5703 0 0,9-8-1798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0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27 7610 0 0,'-3'0'376'0'0,"0"0"1"0"0,1 0 0 0 0,-1 0-1 0 0,1 1 1 0 0,-1-1 0 0 0,1 1-1 0 0,-1 0 1 0 0,1 0 0 0 0,0 0-1 0 0,-1 0 1 0 0,1 0 0 0 0,0 0-1 0 0,0 1 1 0 0,0-1 0 0 0,0 1-1 0 0,0-1 1 0 0,0 1 0 0 0,0 0-1 0 0,-2 2 1 0 0,1 1-132 0 0,0 0-1 0 0,0 0 1 0 0,0-1-1 0 0,1 2 1 0 0,0-1-1 0 0,0 0 1 0 0,0 0-1 0 0,-1 9 1 0 0,0 6-26 0 0,1 0 0 0 0,1 1 1 0 0,2 36-1 0 0,-1-49-136 0 0,4 43 439 0 0,13 75-1 0 0,-15-113-504 0 0,1-1 0 0 0,0 0 1 0 0,1 0-1 0 0,1 0 0 0 0,0 0 1 0 0,0-1-1 0 0,1 0 0 0 0,0 0 1 0 0,1 0-1 0 0,0-1 1 0 0,17 18-1 0 0,-21-25-15 0 0,-1-1 0 0 0,2 1 0 0 0,-1 0 1 0 0,0-1-1 0 0,0 0 0 0 0,1 1 0 0 0,-1-1 1 0 0,1-1-1 0 0,0 1 0 0 0,0 0 0 0 0,0-1 0 0 0,-1 0 1 0 0,1 0-1 0 0,0 0 0 0 0,0 0 0 0 0,1-1 1 0 0,-1 0-1 0 0,0 0 0 0 0,0 0 0 0 0,0 0 0 0 0,0 0 1 0 0,0-1-1 0 0,0 0 0 0 0,0 0 0 0 0,0 0 1 0 0,0 0-1 0 0,0-1 0 0 0,-1 1 0 0 0,1-1 0 0 0,0 0 1 0 0,-1 0-1 0 0,1 0 0 0 0,-1-1 0 0 0,0 1 0 0 0,0-1 1 0 0,0 0-1 0 0,0 0 0 0 0,5-6 0 0 0,2-4 22 0 0,0 0-1 0 0,0-1 0 0 0,-1 0 0 0 0,-1-1 1 0 0,-1 0-1 0 0,0 0 0 0 0,0 0 1 0 0,5-22-1 0 0,-5 6-151 0 0,-2-1 0 0 0,0-1-1 0 0,-2 1 1 0 0,-2-1 0 0 0,-1 1 0 0 0,-1-1 0 0 0,-2 0 0 0 0,-1 1 0 0 0,-2 0-1 0 0,-9-32 1 0 0,9 51-2736 0 0,5 13 2146 0 0,1 0 575 0 0,-1 0-1 0 0,1 0 1 0 0,0 0-1 0 0,0 0 1 0 0,0 0-1 0 0,-1 0 1 0 0,1 0-1 0 0,0 0 0 0 0,0 0 1 0 0,0 0-1 0 0,0 0 1 0 0,-1 0-1 0 0,1 0 1 0 0,0 0-1 0 0,0 0 1 0 0,0 0-1 0 0,0 18-10595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0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4769 0 0,'-4'1'379'0'0,"0"0"0"0"0,1 1 0 0 0,0-1 1 0 0,-1 1-1 0 0,1-1 0 0 0,0 1 0 0 0,0 0 0 0 0,0 0 0 0 0,0 1 1 0 0,0-1-1 0 0,0 0 0 0 0,1 1 0 0 0,-1 0 0 0 0,-2 4 0 0 0,1-1-140 0 0,1 0 1 0 0,-1 0-1 0 0,1 0 0 0 0,1 0 0 0 0,-1 1 0 0 0,1-1 0 0 0,-1 10 0 0 0,0 1-64 0 0,1 0-1 0 0,1 0 1 0 0,0 0-1 0 0,1 0 1 0 0,4 23-1 0 0,-3-32-92 0 0,0 0-1 0 0,1 0 1 0 0,0-1 0 0 0,0 1-1 0 0,0-1 1 0 0,1 1 0 0 0,0-1-1 0 0,1 0 1 0 0,0 0-1 0 0,0 0 1 0 0,6 7 0 0 0,-7-11-49 0 0,-1-1 0 0 0,0 0 0 0 0,1 0 0 0 0,0 0 1 0 0,-1 0-1 0 0,1 0 0 0 0,0 0 0 0 0,0-1 0 0 0,0 1 1 0 0,0-1-1 0 0,0 0 0 0 0,1 0 0 0 0,-1 0 0 0 0,0-1 0 0 0,0 1 1 0 0,1-1-1 0 0,-1 1 0 0 0,0-1 0 0 0,1 0 0 0 0,-1 0 1 0 0,0-1-1 0 0,1 1 0 0 0,-1-1 0 0 0,0 1 0 0 0,1-1 0 0 0,-1 0 1 0 0,0-1-1 0 0,5-2 0 0 0,0 0 122 0 0,0 0 0 0 0,-1-1 0 0 0,0 0 0 0 0,0-1 0 0 0,0 1 0 0 0,-1-1 1 0 0,1-1-1 0 0,-2 1 0 0 0,1-1 0 0 0,-1 0 0 0 0,0 0 0 0 0,0-1 0 0 0,-1 1 0 0 0,0-1 0 0 0,0 0 0 0 0,-1 0 0 0 0,5-17 0 0 0,-7 20-96 0 0,1 0-1 0 0,-1 0 1 0 0,0-1-1 0 0,0 1 1 0 0,-1 0-1 0 0,0 0 1 0 0,0-1-1 0 0,0 1 1 0 0,0 0-1 0 0,-1-1 0 0 0,0 1 1 0 0,0 0-1 0 0,0 0 1 0 0,-1 0-1 0 0,1 0 1 0 0,-1 0-1 0 0,-1 0 1 0 0,1 0-1 0 0,-1 1 1 0 0,1-1-1 0 0,-1 1 0 0 0,-1 0 1 0 0,1 0-1 0 0,-1 0 1 0 0,1 0-1 0 0,-1 0 1 0 0,0 1-1 0 0,0 0 1 0 0,-1-1-1 0 0,-8-3 1 0 0,9 5-146 0 0,0 0-1 0 0,0 1 1 0 0,0 0 0 0 0,0 0 0 0 0,0 0 0 0 0,0 1 0 0 0,-1-1 0 0 0,1 1 0 0 0,0 0 0 0 0,0 0 0 0 0,0 0-1 0 0,-1 1 1 0 0,1-1 0 0 0,0 1 0 0 0,0 0 0 0 0,0 1 0 0 0,0-1 0 0 0,0 1 0 0 0,0-1 0 0 0,-3 3 0 0 0,-9 5-2039 0 0,1 1 1 0 0,1 0-1 0 0,-19 17 1 0 0,21-17-591 0 0,0 3-2095 0 0</inkml:trace>
  <inkml:trace contextRef="#ctx0" brushRef="#br0" timeOffset="1">63 457 8954 0 0,'-1'1'262'0'0,"1"0"0"0"0,-1 0 0 0 0,1-1 0 0 0,-1 1 0 0 0,1 0 0 0 0,-1 0 0 0 0,1 0 0 0 0,0 0 0 0 0,0 0 0 0 0,-1 0 0 0 0,1 0 0 0 0,0 0 0 0 0,0 0 0 0 0,0 0 0 0 0,0 0 0 0 0,0 0-1 0 0,0-1 1 0 0,0 1 0 0 0,0 0 0 0 0,1 0 0 0 0,-1 0 0 0 0,0 0 0 0 0,1 0 0 0 0,-1 0 0 0 0,0 0 0 0 0,1 0 0 0 0,0 0 0 0 0,0 0-129 0 0,0-1 0 0 0,1 1-1 0 0,-1-1 1 0 0,0 0-1 0 0,1 0 1 0 0,-1 0 0 0 0,0 0-1 0 0,0 0 1 0 0,1 0 0 0 0,-1 0-1 0 0,0 0 1 0 0,1 0 0 0 0,-1 0-1 0 0,0-1 1 0 0,0 1 0 0 0,0-1-1 0 0,2 0 1 0 0,63-34-775 0 0,-55 29 1138 0 0,6-3-713 0 0,1 0 1 0 0,0 1 0 0 0,0 1-1 0 0,1 1 1 0 0,26-6 0 0 0,-30 9-1287 0 0,0 1 0 0 0,1 1 0 0 0,-1 0 0 0 0,20 2 0 0 0,-5-4-4701 0 0,-13 2 3266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0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44 4737 0 0,'-20'-39'6725'0'0,"20"39"-6639"0"0,0 0 0 0 0,-1-1 0 0 0,1 1-1 0 0,0 0 1 0 0,0 0 0 0 0,0-1 0 0 0,-1 1 0 0 0,1 0-1 0 0,0 0 1 0 0,0-1 0 0 0,0 1 0 0 0,-1 0-1 0 0,1 0 1 0 0,0 0 0 0 0,0 0 0 0 0,-1-1 0 0 0,1 1-1 0 0,0 0 1 0 0,-1 0 0 0 0,1 0 0 0 0,0 0-1 0 0,0 0 1 0 0,-1 0 0 0 0,1 0 0 0 0,0 0-1 0 0,-1 0 1 0 0,1 0 0 0 0,0 0 0 0 0,-1 0 0 0 0,1 0-1 0 0,0 0 1 0 0,0 0 0 0 0,-1 0 0 0 0,1 0-1 0 0,0 0 1 0 0,-1 0 0 0 0,1 1 0 0 0,0-1 0 0 0,-6 24 1876 0 0,5 28-409 0 0,7 81 0 0 0,-1-90-2202 0 0,2-1 1 0 0,17 55 0 0 0,-9-57-2446 0 0,-10-25-6123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1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57 5329 0 0,'-5'6'6242'0'0,"3"7"-3432"0"0,2 18-1633 0 0,1-25-412 0 0,1 40 380 0 0,1 0-1 0 0,20 87 0 0 0,-23-131-1155 0 0,1 0-1 0 0,-1 0 1 0 0,0 1-1 0 0,1-1 1 0 0,0 0 0 0 0,-1 0-1 0 0,1 0 1 0 0,0 0-1 0 0,0 0 1 0 0,0 0-1 0 0,0-1 1 0 0,0 1 0 0 0,1 0-1 0 0,-1 0 1 0 0,1-1-1 0 0,-1 1 1 0 0,1-1-1 0 0,-1 1 1 0 0,1-1-1 0 0,0 0 1 0 0,0 0 0 0 0,-1 0-1 0 0,1 0 1 0 0,0 0-1 0 0,0 0 1 0 0,0 0-1 0 0,0 0 1 0 0,0-1 0 0 0,3 1-1 0 0,-1-1-102 0 0,0-1 1 0 0,0 1-1 0 0,0-1 0 0 0,0 0 0 0 0,0 0 1 0 0,0 0-1 0 0,0-1 0 0 0,0 1 0 0 0,-1-1 1 0 0,1 0-1 0 0,-1 0 0 0 0,1 0 0 0 0,-1-1 1 0 0,0 1-1 0 0,4-4 0 0 0,8-8-775 0 0,-1 0 0 0 0,0-1 1 0 0,-1-1-1 0 0,-1 0 0 0 0,0-1 0 0 0,-1 0 0 0 0,-1-1 0 0 0,0 0 0 0 0,12-36 1 0 0,-15 35 1212 0 0,-2-1 1 0 0,0-1 0 0 0,-1 1 0 0 0,-1-1-1 0 0,1-36 1 0 0,-2 100 6037 0 0,3 18-3901 0 0,2 10-3224 0 0,18 68-1 0 0,-8-95-2822 0 0,2-22-2753 0 0,-12-35-657 0 0,3-19 5976 0 0,-10 23 1240 0 0,0 1 0 0 0,-1 0 0 0 0,0-1-1 0 0,0 1 1 0 0,-1 0 0 0 0,0 0 0 0 0,-1 0 0 0 0,0 0 0 0 0,0 0 0 0 0,0 1 0 0 0,-1-1-1 0 0,-9-12 1 0 0,7 11 817 0 0,1 0-1 0 0,0-1 1 0 0,0 0-1 0 0,1 1 1 0 0,1-1-1 0 0,0-1 1 0 0,-3-12-1 0 0,6 22-923 0 0,0 1-1 0 0,-1-1 1 0 0,1 1-1 0 0,0-1 1 0 0,0 1-1 0 0,0-1 1 0 0,0 0-1 0 0,0 1 1 0 0,0-1-1 0 0,0 1 0 0 0,0-1 1 0 0,0 1-1 0 0,0-1 1 0 0,1 1-1 0 0,-1-1 1 0 0,0 0-1 0 0,0 1 1 0 0,0-1-1 0 0,1 1 1 0 0,-1-1-1 0 0,0 1 1 0 0,1-1-1 0 0,-1 1 0 0 0,0 0 1 0 0,1-1-1 0 0,-1 1 1 0 0,1-1-1 0 0,-1 1 1 0 0,0 0-1 0 0,1-1 1 0 0,-1 1-1 0 0,1 0 1 0 0,-1-1-1 0 0,1 1 1 0 0,-1 0-1 0 0,1 0 0 0 0,0 0 1 0 0,-1-1-1 0 0,1 1 1 0 0,-1 0-1 0 0,1 0 1 0 0,-1 0-1 0 0,1 0 1 0 0,0 0-1 0 0,-1 0 1 0 0,1 0-1 0 0,-1 0 1 0 0,1 0-1 0 0,-1 0 0 0 0,1 1 1 0 0,-1-1-1 0 0,1 0 1 0 0,0 0-1 0 0,-1 0 1 0 0,1 1-1 0 0,-1-1 1 0 0,1 0-1 0 0,-1 1 1 0 0,0-1-1 0 0,2 1 1 0 0,41 25 295 0 0,-28-16-831 0 0,18 0-4153 0 0,-10-15-2804 0 0,-14 3 3124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1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4601 0 0,'-47'77'6568'0'0,"39"-60"-5765"0"0,1 0-1 0 0,1 0 1 0 0,-6 23-1 0 0,10-32-709 0 0,0 0 1 0 0,0 0-1 0 0,1 0 0 0 0,0 1 0 0 0,1-1 0 0 0,-1 0 0 0 0,2 0 0 0 0,-1 1 1 0 0,1-1-1 0 0,0 0 0 0 0,1 0 0 0 0,0 0 0 0 0,0 0 0 0 0,1 0 1 0 0,0 0-1 0 0,0-1 0 0 0,1 1 0 0 0,0-1 0 0 0,0 0 0 0 0,8 9 0 0 0,-10-13-85 0 0,1 0-1 0 0,-1 0 1 0 0,1-1-1 0 0,-1 1 1 0 0,1-1-1 0 0,0 0 1 0 0,0 0-1 0 0,0 0 1 0 0,0 0-1 0 0,1-1 1 0 0,-1 1-1 0 0,0-1 1 0 0,1 0-1 0 0,-1 0 1 0 0,1 0-1 0 0,-1 0 1 0 0,1 0-1 0 0,-1-1 1 0 0,1 0-1 0 0,0 0 1 0 0,-1 0-1 0 0,1 0 1 0 0,-1 0-1 0 0,1-1 0 0 0,0 0 1 0 0,-1 1-1 0 0,1-1 1 0 0,-1 0-1 0 0,0-1 1 0 0,1 1-1 0 0,-1-1 1 0 0,0 1-1 0 0,5-5 1 0 0,-1 1 17 0 0,0 0 1 0 0,0-1-1 0 0,0 0 1 0 0,-1 0-1 0 0,0-1 1 0 0,0 0-1 0 0,-1 0 1 0 0,0 0-1 0 0,0-1 1 0 0,-1 1-1 0 0,0-1 0 0 0,5-13 1 0 0,-7 16 0 0 0,0-1 0 0 0,0 0 0 0 0,-1 0 0 0 0,0 0 0 0 0,0 1 0 0 0,0-1 0 0 0,-1 0 0 0 0,0 0 0 0 0,0 0 0 0 0,-1 0 0 0 0,1 0 0 0 0,-1 0 0 0 0,-1 0 0 0 0,1 1 0 0 0,-1-1 0 0 0,0 0 0 0 0,0 1 0 0 0,-3-7-1 0 0,1 8-1 0 0,1 0-1 0 0,0 0 1 0 0,-1 0-1 0 0,1 0 1 0 0,-1 0-1 0 0,0 1 0 0 0,-1-1 1 0 0,1 1-1 0 0,0 0 1 0 0,-1 1-1 0 0,0-1 1 0 0,0 1-1 0 0,1 0 0 0 0,-1 0 1 0 0,-1 0-1 0 0,1 1 1 0 0,0-1-1 0 0,0 1 1 0 0,0 1-1 0 0,-9-1 0 0 0,6 0-99 0 0,0 1 0 0 0,0 1-1 0 0,1-1 1 0 0,-1 1 0 0 0,0 0-1 0 0,1 1 1 0 0,-1 0-1 0 0,1 0 1 0 0,-1 1 0 0 0,-12 6-1 0 0,16-7-590 0 0,-1 1 1 0 0,1 0-1 0 0,0 0 0 0 0,0 0 1 0 0,0 1-1 0 0,0-1 0 0 0,1 1 1 0 0,0 0-1 0 0,-1 0 0 0 0,-4 8 1 0 0,6-5-2734 0 0,6-1-1061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2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5033 0 0,'-14'11'7933'0'0,"8"9"-4788"0"0,8 29-2896 0 0,0-32 705 0 0,0 42-288 0 0,5 65 105 0 0,-6-114-1002 0 0,1 1-1 0 0,0 0 1 0 0,1-1 0 0 0,0 1-1 0 0,0-1 1 0 0,1 0 0 0 0,1 0-1 0 0,9 16 1 0 0,-12-24-44 0 0,-1 0-1 0 0,1 0 1 0 0,0 0 0 0 0,0 0 0 0 0,0 0 0 0 0,0 0-1 0 0,0 0 1 0 0,1-1 0 0 0,-1 1 0 0 0,0-1-1 0 0,4 2 1 0 0,-5-3 67 0 0,0 1 1 0 0,-1-1-1 0 0,1 0 0 0 0,0 0 1 0 0,0 0-1 0 0,0 0 0 0 0,0 0 1 0 0,0 0-1 0 0,-1 0 0 0 0,1 0 0 0 0,0 0 1 0 0,0 0-1 0 0,0 0 0 0 0,0 0 1 0 0,0-1-1 0 0,-1 1 0 0 0,1 0 1 0 0,0-1-1 0 0,0 1 0 0 0,-1 0 0 0 0,1-1 1 0 0,0 1-1 0 0,0-1 0 0 0,-1 0 1 0 0,1 1-1 0 0,0-1 0 0 0,-1 1 1 0 0,1-1-1 0 0,-1 0 0 0 0,1 1 0 0 0,-1-1 1 0 0,1 0-1 0 0,-1 0 0 0 0,0 1 1 0 0,1-1-1 0 0,0-2 0 0 0,6-9-3809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2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0 6801 0 0,'5'63'7308'0'0,"14"31"-4428"0"0,3 21-2395 0 0,-20-96-463 0 0,2 12 76 0 0,-1 50-1 0 0,-3-74-116 0 0,-1 0 0 0 0,1 0 0 0 0,-1 1 0 0 0,-1-1 0 0 0,1 0 0 0 0,-1 0 0 0 0,0 0 0 0 0,-1 0 0 0 0,0-1 0 0 0,0 1 0 0 0,0-1 0 0 0,-8 11 0 0 0,10-16 6 0 0,0 0 0 0 0,0 0 0 0 0,0 1 1 0 0,0-1-1 0 0,0 0 0 0 0,0 0 0 0 0,-1 0 0 0 0,1 0 1 0 0,-1 0-1 0 0,1 0 0 0 0,0-1 0 0 0,-1 1 1 0 0,0 0-1 0 0,1-1 0 0 0,-1 1 0 0 0,1-1 0 0 0,-1 0 1 0 0,0 1-1 0 0,1-1 0 0 0,-1 0 0 0 0,1 0 0 0 0,-1 0 1 0 0,0 0-1 0 0,1 0 0 0 0,-3-1 0 0 0,1 0 0 0 0,0 0 0 0 0,0 0 0 0 0,0-1 0 0 0,0 1 0 0 0,0-1 0 0 0,1 0 0 0 0,-1 0 0 0 0,1 0 0 0 0,-1 0 0 0 0,1 0 0 0 0,0-1 0 0 0,-4-4 0 0 0,3 4 22 0 0,1-1-1 0 0,-1 0 1 0 0,0 0-1 0 0,1 0 0 0 0,0 0 1 0 0,0 0-1 0 0,0-1 1 0 0,1 1-1 0 0,-1 0 1 0 0,1-1-1 0 0,0 1 1 0 0,1-1-1 0 0,-1 0 1 0 0,1 1-1 0 0,-1-1 1 0 0,1 0-1 0 0,1 1 1 0 0,-1-1-1 0 0,2-6 1 0 0,6-4-644 0 0,1 1-1 0 0,0 0 1 0 0,1 0 0 0 0,21-21 0 0 0,22-32-9440 0 0,-42 54 7078 0 0</inkml:trace>
  <inkml:trace contextRef="#ctx0" brushRef="#br0" timeOffset="1">243 60 4897 0 0,'4'9'2182'0'0,"-1"0"0"0"0,-1 0 1 0 0,1 0-1 0 0,1 12 0 0 0,9 103-38 0 0,-1-4-2359 0 0,-11-116 124 0 0,19 88-2320 0 0,-18-84 1101 0 0,1 0 0 0 0,0 0 0 0 0,1 0 0 0 0,9 15 0 0 0,-8-18-1454 0 0,0-5-1293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2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8002 0 0,'7'-3'6041'0'0,"24"-15"-4807"0"0,2-8-627 0 0,28-20 446 0 0,-57 44-961 0 0,-1 0 0 0 0,1 0-1 0 0,0 0 1 0 0,-1 0 0 0 0,1 1-1 0 0,0-1 1 0 0,0 1 0 0 0,0 0 0 0 0,0 0-1 0 0,0 0 1 0 0,0 1 0 0 0,1-1 0 0 0,6 1-1 0 0,-8 1-14 0 0,-1 0-1 0 0,0 0 1 0 0,0 0-1 0 0,0 1 0 0 0,0-1 1 0 0,0 0-1 0 0,0 1 1 0 0,0-1-1 0 0,0 1 0 0 0,0 0 1 0 0,-1-1-1 0 0,1 1 1 0 0,-1 0-1 0 0,1 0 1 0 0,-1 0-1 0 0,0 0 0 0 0,0 0 1 0 0,0 1-1 0 0,0-1 1 0 0,0 0-1 0 0,0 0 1 0 0,-1 1-1 0 0,1-1 0 0 0,-1 1 1 0 0,1-1-1 0 0,-1 4 1 0 0,2 12 89 0 0,0-1 1 0 0,-2 28-1 0 0,-1-30-104 0 0,1 22-124 0 0,-1-11-500 0 0,1 1 1 0 0,4 27-1 0 0,-3-46-157 0 0,1 0 1 0 0,0 0-1 0 0,0 0 1 0 0,1-1 0 0 0,-1 1-1 0 0,7 10 1 0 0,-8-17 569 0 0,-1-1 1 0 0,0 1 0 0 0,0-1 0 0 0,0 1 0 0 0,1-1 0 0 0,-1 1-1 0 0,0-1 1 0 0,0 0 0 0 0,1 1 0 0 0,-1-1 0 0 0,0 1 0 0 0,1-1-1 0 0,-1 0 1 0 0,0 1 0 0 0,1-1 0 0 0,-1 0 0 0 0,1 1 0 0 0,-1-1-1 0 0,1 0 1 0 0,-1 0 0 0 0,1 1 0 0 0,-1-1 0 0 0,1 0 0 0 0,-1 0-1 0 0,1 0 1 0 0,-1 0 0 0 0,1 0 0 0 0,-1 0 0 0 0,1 0 0 0 0,-1 0-1 0 0,1 0 1 0 0,-1 0 0 0 0,1 0 0 0 0,-1 0 0 0 0,1 0 0 0 0,-1 0-1 0 0,1 0 1 0 0,0-1 0 0 0,8 0-3162 0 0,5 3 97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3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6505 0 0,'0'0'194'0'0,"0"0"-1"0"0,0-1 1 0 0,0 1-1 0 0,0-1 1 0 0,0 1-1 0 0,0 0 1 0 0,0-1-1 0 0,0 1 1 0 0,0 0-1 0 0,0-1 1 0 0,0 1-1 0 0,0-1 1 0 0,0 1-1 0 0,0 0 1 0 0,1-1-1 0 0,-1 1 1 0 0,0 0-1 0 0,0-1 1 0 0,0 1-1 0 0,1 0 1 0 0,-1 0-1 0 0,0-1 1 0 0,1 1-1 0 0,-1 0 1 0 0,0 0-1 0 0,0-1 1 0 0,1 1-1 0 0,-1 0 1 0 0,0 0-1 0 0,1 0 1 0 0,-1-1-1 0 0,1 1 1 0 0,-1 0-1 0 0,0 0 1 0 0,1 0-1 0 0,-1 0 1 0 0,0 0-1 0 0,1 0 1 0 0,-1 0-1 0 0,1 0 1 0 0,-1 0-1 0 0,9 16 2325 0 0,-1 28-1565 0 0,-3 39-167 0 0,6 51-657 0 0,-9-121-864 0 0,1-1 1 0 0,0 1-1 0 0,0-1 1 0 0,2 0-1 0 0,-1 0 0 0 0,2 0 1 0 0,-1-1-1 0 0,8 12 1 0 0,-1-12-2110 0 0,-5-10-1910 0 0,5 3 1425 0 0</inkml:trace>
  <inkml:trace contextRef="#ctx0" brushRef="#br0" timeOffset="1">56 199 3097 0 0,'32'-3'10882'0'0,"16"-7"-6390"0"0,16-10-5230 0 0,-51 16-552 0 0,-1-1 1 0 0,0-1-1 0 0,0 0 0 0 0,-1 0 0 0 0,12-10 0 0 0,-6 2-5007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3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92 5233 0 0,'-3'1'322'0'0,"-1"0"0"0"0,0 0-1 0 0,0 0 1 0 0,1 1 0 0 0,-1-1 0 0 0,1 1 0 0 0,-1 0-1 0 0,1 0 1 0 0,0 0 0 0 0,0 0 0 0 0,0 1 0 0 0,0-1-1 0 0,0 1 1 0 0,1 0 0 0 0,-1 0 0 0 0,1 0 0 0 0,-1 0-1 0 0,1 0 1 0 0,0 0 0 0 0,0 1 0 0 0,1-1 0 0 0,-3 7-1 0 0,2-3-187 0 0,0 0 0 0 0,0 0 0 0 0,1 1 0 0 0,0-1 0 0 0,1 1 0 0 0,0-1 0 0 0,0 1 0 0 0,0 0 0 0 0,1-1 0 0 0,0 0 0 0 0,3 13 0 0 0,-1-13-196 0 0,-1 1 0 0 0,1 0 0 0 0,0-1-1 0 0,0 1 1 0 0,1-1 0 0 0,0 0 0 0 0,0 0-1 0 0,1-1 1 0 0,0 1 0 0 0,11 10 0 0 0,-13-14 86 0 0,1 0 1 0 0,-1 0 0 0 0,1-1 0 0 0,-1 1 0 0 0,1-1 0 0 0,0 0 0 0 0,0 0 0 0 0,0-1 0 0 0,0 1 0 0 0,0-1-1 0 0,0 1 1 0 0,1-2 0 0 0,-1 1 0 0 0,0 0 0 0 0,1-1 0 0 0,-1 0 0 0 0,0 1 0 0 0,1-2 0 0 0,-1 1-1 0 0,7-2 1 0 0,-1-1 14 0 0,0-1 0 0 0,-1 0 0 0 0,0 0 0 0 0,0-1-1 0 0,0 0 1 0 0,-1-1 0 0 0,1 0 0 0 0,-1 0-1 0 0,-1-1 1 0 0,1 0 0 0 0,-1 0 0 0 0,0-1 0 0 0,-1 0-1 0 0,0 0 1 0 0,6-11 0 0 0,-5 9 69 0 0,-1 0-1 0 0,0 0 1 0 0,-1-1 0 0 0,0 0-1 0 0,-1 0 1 0 0,0-1 0 0 0,-1 1-1 0 0,0-1 1 0 0,-1 0 0 0 0,0 0-1 0 0,-1 0 1 0 0,0-19 0 0 0,-1 27-42 0 0,-1-1 0 0 0,1 1 1 0 0,-1 0-1 0 0,1 0 0 0 0,-1 0 1 0 0,-1 0-1 0 0,1 0 0 0 0,0 0 0 0 0,-1 0 1 0 0,0 1-1 0 0,0-1 0 0 0,0 0 1 0 0,0 1-1 0 0,-1 0 0 0 0,0-1 0 0 0,1 1 1 0 0,-1 0-1 0 0,0 0 0 0 0,0 1 1 0 0,-1-1-1 0 0,1 0 0 0 0,0 1 0 0 0,-1 0 1 0 0,0 0-1 0 0,1 0 0 0 0,-1 0 1 0 0,0 1-1 0 0,0 0 0 0 0,0-1 0 0 0,0 1 1 0 0,-5 0-1 0 0,2 0-115 0 0,0 1 0 0 0,1 0 0 0 0,-1 1 0 0 0,0 0 0 0 0,0 0 0 0 0,0 0 0 0 0,1 1 0 0 0,-1-1 0 0 0,1 2 0 0 0,-1-1 0 0 0,1 1 0 0 0,0 0 0 0 0,0 0 0 0 0,0 1-1 0 0,1-1 1 0 0,-1 1 0 0 0,1 1 0 0 0,-6 5 0 0 0,-1 2-514 0 0,1 1 0 0 0,1 0 0 0 0,1 0 0 0 0,-1 1 0 0 0,-9 21 0 0 0,15-25-932 0 0,-1 1 0 0 0,1-1 0 0 0,1 1-1 0 0,0 0 1 0 0,-2 12 0 0 0,8-10-2206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4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8050 0 0,'-4'11'3769'0'0,"0"7"-1673"0"0,-3 5-912 0 0,3 0-416 0 0,0-3-312 0 0,0 2-191 0 0,-1 0-113 0 0,2 2-88 0 0,1-2-16 0 0,1 2-136 0 0,1-2-200 0 0,1 0-257 0 0,2 0-407 0 0,0-1-488 0 0,2-2-577 0 0,-2-2-487 0 0,-1-4-665 0 0,4 0-1120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99 8626 0 0,'-3'-4'6714'0'0,"3"4"-6594"0"0,13-16 1406 0 0,23-15-1774 0 0,-24 24 296 0 0,1 0 0 0 0,0 1 0 0 0,0 0 1 0 0,0 1-1 0 0,22-5 0 0 0,-28 8-29 0 0,-1 1 0 0 0,0 0 0 0 0,1 0 0 0 0,-1 0 1 0 0,0 1-1 0 0,1 0 0 0 0,-1 0 0 0 0,1 0 0 0 0,-1 1 0 0 0,0 0 1 0 0,1 0-1 0 0,-1 1 0 0 0,0 0 0 0 0,10 4 0 0 0,-15-5-10 0 0,1 0-1 0 0,-1 0 0 0 0,1 1 1 0 0,-1-1-1 0 0,0 1 0 0 0,1-1 1 0 0,-1 1-1 0 0,0-1 0 0 0,0 1 1 0 0,0-1-1 0 0,0 1 1 0 0,0 0-1 0 0,0 0 0 0 0,-1 0 1 0 0,1 0-1 0 0,0-1 0 0 0,-1 1 1 0 0,0 0-1 0 0,1 0 0 0 0,-1 0 1 0 0,0 0-1 0 0,0 0 0 0 0,0 0 1 0 0,0 0-1 0 0,0 0 0 0 0,-1 0 1 0 0,1 0-1 0 0,-1 0 0 0 0,1 0 1 0 0,-1-1-1 0 0,0 1 0 0 0,-1 3 1 0 0,-3 7-67 0 0,-1 0 0 0 0,0-1 0 0 0,-14 19 0 0 0,16-24 29 0 0,-16 22-8 0 0,11-17 110 0 0,1 0-1 0 0,0 0 0 0 0,0 1 0 0 0,1 0 1 0 0,1 1-1 0 0,0-1 0 0 0,1 1 0 0 0,-6 22 1 0 0,11-35-66 0 0,0 1 0 0 0,-1-1 0 0 0,1 0 0 0 0,0 1 0 0 0,0-1 0 0 0,0 1 0 0 0,0-1 0 0 0,0 1 0 0 0,0-1 0 0 0,0 1 1 0 0,0-1-1 0 0,0 1 0 0 0,1-1 0 0 0,-1 1 0 0 0,0-1 0 0 0,0 0 0 0 0,0 1 0 0 0,0-1 0 0 0,1 1 0 0 0,-1-1 0 0 0,0 0 1 0 0,0 1-1 0 0,1-1 0 0 0,-1 1 0 0 0,0-1 0 0 0,1 0 0 0 0,-1 1 0 0 0,0-1 0 0 0,1 0 0 0 0,-1 0 0 0 0,0 1 0 0 0,2-1 1 0 0,15-3 12 0 0,20-18-144 0 0,-35 19 130 0 0,28-20-546 0 0,47-44 0 0 0,-13-1-4974 0 0,-46 34 97 0 0,-15 25 4031 0 0,7-11-2336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4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76 185 5529 0 0,'-3'1'435'0'0,"-1"0"1"0"0,0 1-1 0 0,1-1 0 0 0,-1 1 0 0 0,1 0 0 0 0,0 0 1 0 0,-1 0-1 0 0,1 0 0 0 0,0 0 0 0 0,0 1 1 0 0,0-1-1 0 0,1 1 0 0 0,-1 0 0 0 0,1 0 0 0 0,-1 0 1 0 0,1 0-1 0 0,0 0 0 0 0,0 1 0 0 0,-2 6 1 0 0,1-3-198 0 0,0 0 0 0 0,1 1 1 0 0,0-1-1 0 0,0 1 0 0 0,1 0 1 0 0,0 0-1 0 0,0-1 0 0 0,1 1 1 0 0,1 15-1 0 0,-1-18-264 0 0,0 0 0 0 0,1 0 0 0 0,0 0 0 0 0,0-1 0 0 0,1 1 0 0 0,-1 0 0 0 0,1-1 0 0 0,0 0 0 0 0,0 1 0 0 0,1-1 0 0 0,-1 0 0 0 0,1 0 0 0 0,0 0 0 0 0,0 0 0 0 0,5 4 0 0 0,-6-6 38 0 0,1 0 0 0 0,0-1-1 0 0,0 1 1 0 0,0-1 0 0 0,0 0 0 0 0,0 1 0 0 0,0-1-1 0 0,0-1 1 0 0,0 1 0 0 0,0 0 0 0 0,1-1 0 0 0,-1 1-1 0 0,0-1 1 0 0,0 0 0 0 0,1 0 0 0 0,-1-1-1 0 0,0 1 1 0 0,0-1 0 0 0,0 1 0 0 0,1-1 0 0 0,-1 0-1 0 0,0 0 1 0 0,0 0 0 0 0,0-1 0 0 0,3-1 0 0 0,1-1 55 0 0,0 0 1 0 0,-1 0 0 0 0,1 0-1 0 0,-1-1 1 0 0,0 0 0 0 0,0 0 0 0 0,0-1-1 0 0,-1 0 1 0 0,0 0 0 0 0,0 0 0 0 0,-1 0-1 0 0,0-1 1 0 0,0 0 0 0 0,5-11 0 0 0,-8 15-18 0 0,0 0 0 0 0,0 0 0 0 0,0 0 0 0 0,0 0 1 0 0,-1 0-1 0 0,1 0 0 0 0,-1 0 0 0 0,0 0 0 0 0,0 0 1 0 0,0 0-1 0 0,-1 0 0 0 0,1 0 0 0 0,-1 0 0 0 0,1 0 1 0 0,-1 0-1 0 0,-2-4 0 0 0,1 4-7 0 0,0 0 1 0 0,0 0-1 0 0,0 0 1 0 0,0 0-1 0 0,-1 1 1 0 0,1-1-1 0 0,-1 1 0 0 0,0 0 1 0 0,0 0-1 0 0,0 0 1 0 0,0 0-1 0 0,0 0 1 0 0,0 1-1 0 0,0-1 0 0 0,-1 1 1 0 0,1 0-1 0 0,-5-1 1 0 0,-56-12-1139 0 0,41 10-2480 0 0,2-1-4891 0 0,30 9 4643 0 0</inkml:trace>
  <inkml:trace contextRef="#ctx0" brushRef="#br0" timeOffset="0.05">146 174 5457 0 0,'14'5'8170'0'0,"5"-8"-4960"0"0,25-15-3816 0 0,-23 9 1220 0 0,-2 4-1288 0 0,0 0 0 0 0,0 1 0 0 0,23 0 0 0 0,-8 0-4313 0 0,-16-5-477 0 0,-8 5 2510 0 0</inkml:trace>
  <inkml:trace contextRef="#ctx0" brushRef="#br0" timeOffset="1.05">374 3 3369 0 0,'-1'0'219'0'0,"1"0"0"0"0,-1-1 0 0 0,1 1 0 0 0,-1 0 0 0 0,1 0 0 0 0,0 0 0 0 0,-1-1 0 0 0,1 1-1 0 0,-1 0 1 0 0,1 0 0 0 0,-1 0 0 0 0,1 0 0 0 0,-1 0 0 0 0,1 0 0 0 0,-1 0 0 0 0,1 0 0 0 0,-1 0 0 0 0,1 0 0 0 0,-1 0 0 0 0,1 0 0 0 0,-1 0 0 0 0,1 0 0 0 0,0 1 0 0 0,-1-1 0 0 0,1 0 0 0 0,-1 0 0 0 0,1 0 0 0 0,-1 1 0 0 0,1-1 0 0 0,0 0 0 0 0,-1 1 0 0 0,1-1 0 0 0,0 0 0 0 0,-1 1 0 0 0,1-1 0 0 0,-1 1 0 0 0,-3 23 3086 0 0,12 44-2766 0 0,-5-49 335 0 0,6 58-652 0 0,12 79-1197 0 0,-1-54-8178 0 0,-19-96 6067 0 0,3-1 369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5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87 7618 0 0,'-1'0'284'0'0,"0"1"0"0"0,1-1 0 0 0,-1 1 0 0 0,0-1 0 0 0,1 1 0 0 0,-1 0 0 0 0,1-1 0 0 0,-1 1 1 0 0,1 0-1 0 0,-1 0 0 0 0,1-1 0 0 0,-1 1 0 0 0,1 0 0 0 0,0 0 0 0 0,-1 0 0 0 0,1-1 0 0 0,0 1 0 0 0,0 0 1 0 0,0 0-1 0 0,0 0 0 0 0,0 0 0 0 0,0 0 0 0 0,0 0 0 0 0,0-1 0 0 0,0 3 0 0 0,0 31 176 0 0,1-26 67 0 0,-2 36-119 0 0,1 57-57 0 0,1-90-336 0 0,0 0-1 0 0,1-1 0 0 0,0 1 0 0 0,0-1 1 0 0,1 1-1 0 0,8 16 0 0 0,-10-24-19 0 0,0-1 0 0 0,0 0 0 0 0,0 0-1 0 0,1 0 1 0 0,-1 0 0 0 0,0 0 0 0 0,1 0 0 0 0,0 0 0 0 0,-1 0-1 0 0,1-1 1 0 0,0 1 0 0 0,0-1 0 0 0,0 1 0 0 0,0-1-1 0 0,0 0 1 0 0,0 0 0 0 0,1 0 0 0 0,-1 0 0 0 0,0 0-1 0 0,1 0 1 0 0,-1 0 0 0 0,3 0 0 0 0,-1-1-5 0 0,1 0 1 0 0,-1-1-1 0 0,0 1 1 0 0,0-1-1 0 0,1 0 1 0 0,-1 0-1 0 0,0 0 1 0 0,0 0-1 0 0,0-1 1 0 0,0 0-1 0 0,6-3 1 0 0,6-6-40 0 0,0 0 1 0 0,-1-1 0 0 0,0-1 0 0 0,19-20 0 0 0,-24 22-182 0 0,-1 0 0 0 0,0-1 0 0 0,-1 0 0 0 0,0 0 0 0 0,-1-1 0 0 0,0 0 0 0 0,6-18 0 0 0,-1-5-324 0 0,11-55 0 0 0,-12 42 976 0 0,-11 47-311 0 0,0 0 0 0 0,1-1 0 0 0,-1 1 0 0 0,1 0 0 0 0,0 0 0 0 0,0-1 0 0 0,0 1 0 0 0,0 0 0 0 0,0 0 0 0 0,0 0 0 0 0,1 0 0 0 0,-1 0 0 0 0,1 1 0 0 0,-1-1 0 0 0,3-1 0 0 0,-4 2-59 0 0,1 1 0 0 0,-1 0 0 0 0,0 0-1 0 0,1 0 1 0 0,-1 0 0 0 0,0 0 0 0 0,1 0-1 0 0,-1 0 1 0 0,1 0 0 0 0,-1 0 0 0 0,0 0 0 0 0,1 0-1 0 0,-1 0 1 0 0,1 0 0 0 0,-1 0 0 0 0,0 0 0 0 0,1 0-1 0 0,-1 1 1 0 0,0-1 0 0 0,1 0 0 0 0,-1 0-1 0 0,0 0 1 0 0,1 1 0 0 0,-1-1 0 0 0,0 0 0 0 0,0 0-1 0 0,1 1 1 0 0,-1-1 0 0 0,0 0 0 0 0,1 1-1 0 0,9 23 914 0 0,-5 7-299 0 0,0 0 1 0 0,0 64-1 0 0,-5-68-1256 0 0,1 0 0 0 0,2 0-1 0 0,0 0 1 0 0,13 45 0 0 0,-5-48-2797 0 0,-11-23 3165 0 0,1-1 1 0 0,-1 1-1 0 0,0-1 1 0 0,1 0-1 0 0,-1 1 1 0 0,0-1-1 0 0,1 0 0 0 0,-1 1 1 0 0,1-1-1 0 0,-1 0 1 0 0,0 1-1 0 0,1-1 1 0 0,-1 0-1 0 0,1 0 1 0 0,-1 0-1 0 0,1 1 0 0 0,-1-1 1 0 0,1 0-1 0 0,-1 0 1 0 0,1 0-1 0 0,-1 0 1 0 0,1 0-1 0 0,-1 0 0 0 0,1 0 1 0 0,-1 0-1 0 0,1 0 1 0 0,-1 0-1 0 0,1 0 1 0 0,-1 0-1 0 0,1-1 0 0 0,-1 1 1 0 0,1 0-1 0 0,-1 0 1 0 0,0 0-1 0 0,1-1 1 0 0,-1 1-1 0 0,1 0 1 0 0,-1-1-1 0 0,0 1 0 0 0,1 0 1 0 0,-1-1-1 0 0,1 1 1 0 0,-1 0-1 0 0,0-1 1 0 0,0 1-1 0 0,1-1 0 0 0,4-7-2693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26 3321 0 0,'-25'-23'10910'0'0,"35"24"-7698"0"0,3 0-3279 0 0,20 3 32 0 0,55 1-2145 0 0,-82-5 929 0 0,-1-1-1 0 0,1 1 0 0 0,0-1 1 0 0,-1 0-1 0 0,1-1 0 0 0,-1 0 0 0 0,7-2 1 0 0,-5 1-2489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2:5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6137 0 0,'-5'42'3550'0'0,"-5"89"542"0"0,10-116-4051 0 0,0-1 0 0 0,1 1 0 0 0,1-1 0 0 0,1 1 0 0 0,0-1 0 0 0,8 24 0 0 0,-11-36-130 0 0,0-1 1 0 0,1 0-1 0 0,-1 0 0 0 0,1 1 1 0 0,-1-1-1 0 0,1 0 1 0 0,0 0-1 0 0,0 0 0 0 0,-1 0 1 0 0,1 1-1 0 0,0-1 1 0 0,0 0-1 0 0,0-1 0 0 0,0 1 1 0 0,0 0-1 0 0,1 1 1 0 0,-1-2-22 0 0,-1 0 0 0 0,1 0 1 0 0,-1 0-1 0 0,1 0 0 0 0,-1 0 0 0 0,0-1 1 0 0,1 1-1 0 0,-1 0 0 0 0,1 0 0 0 0,-1 0 1 0 0,0-1-1 0 0,1 1 0 0 0,-1 0 0 0 0,0 0 1 0 0,1-1-1 0 0,-1 1 0 0 0,0 0 0 0 0,1-1 1 0 0,-1 1-1 0 0,0 0 0 0 0,0-1 0 0 0,1 1 1 0 0,-1-1-1 0 0,0 1 0 0 0,0 0 0 0 0,0-1 1 0 0,0 1-1 0 0,1-1 0 0 0,-1 1 0 0 0,0-1 1 0 0,1-4-497 0 0,0 1 1 0 0,0 0 0 0 0,0-1 0 0 0,-1 1-1 0 0,1-1 1 0 0,-1 1 0 0 0,0-1-1 0 0,-2-6 1 0 0,-2-9-1171 0 0,1 2 82 0 0</inkml:trace>
  <inkml:trace contextRef="#ctx0" brushRef="#br0" timeOffset="1">26 121 1968 0 0,'-6'-12'11412'0'0,"9"13"-11012"0"0,0 0 0 0 0,0 0 0 0 0,-1 0 0 0 0,1-1 0 0 0,0 0 1 0 0,0 1-1 0 0,0-1 0 0 0,0 0 0 0 0,6-1 0 0 0,38-12 1765 0 0,24-4-1015 0 0,-67 17-1120 0 0,0-1 1 0 0,0 1-1 0 0,0 0 1 0 0,0 0-1 0 0,1 0 1 0 0,-1 0 0 0 0,0 1-1 0 0,0 0 1 0 0,0-1-1 0 0,0 2 1 0 0,0-1-1 0 0,0 0 1 0 0,5 4-1 0 0,-7-5-33 0 0,-1 1 0 0 0,0 0 0 0 0,1 0 0 0 0,-1 0 0 0 0,0 1 0 0 0,1-1 0 0 0,-1 0 0 0 0,0 0 0 0 0,0 1 0 0 0,0-1 0 0 0,0 1-1 0 0,0-1 1 0 0,0 1 0 0 0,-1-1 0 0 0,1 1 0 0 0,0-1 0 0 0,-1 1 0 0 0,1 0 0 0 0,-1-1 0 0 0,0 1 0 0 0,0 0 0 0 0,1 3 0 0 0,-2-2-72 0 0,1 1 1 0 0,-1 0-1 0 0,0 0 0 0 0,0 0 1 0 0,0 0-1 0 0,0-1 1 0 0,-1 1-1 0 0,1 0 0 0 0,-5 5 1 0 0,-1 2-244 0 0,0 0-1 0 0,-2-1 1 0 0,1 0 0 0 0,-20 18 0 0 0,-62 36-337 0 0,16-14 1817 0 0,107-59 2600 0 0,25-14-3345 0 0,18-2-271 0 0,-8 4-2259 0 0,-27 1-3599 0 0,-25 4-1625 0 0,-11 8 1632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3:09.7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1 204 4097 0 0,'3'-4'159'0'0,"0"-1"0"0"0,0 0 1 0 0,1 1-1 0 0,0 0 0 0 0,0 0 0 0 0,0 0 0 0 0,0 0 1 0 0,1 1-1 0 0,0-1 0 0 0,-1 1 0 0 0,1 0 0 0 0,0 1 1 0 0,1-1-1 0 0,-1 1 0 0 0,0 0 0 0 0,1 0 1 0 0,-1 1-1 0 0,1 0 0 0 0,8-2 0 0 0,-1 3-69 0 0,-1-1-1 0 0,0 1 0 0 0,1 1 1 0 0,-1 0-1 0 0,0 1 1 0 0,0 1-1 0 0,23 7 0 0 0,-24-8 471 0 0,0 0 0 0 0,1-1 0 0 0,-1 0 0 0 0,0 0 0 0 0,1-1 0 0 0,-1-1 0 0 0,20-3 1 0 0,38 0-362 0 0,-9 8-6 0 0,-18-1 152 0 0,0-1 0 0 0,1-2 0 0 0,51-7 1 0 0,338-58 642 0 0,-318 51-450 0 0,180 1 1 0 0,-53 5-189 0 0,252-18 495 0 0,-453 26-679 0 0,44 5 0 0 0,35 1-29 0 0,246-19 79 0 0,-206 8 12 0 0,79 9-102 0 0,-86-3 182 0 0,78-10 111 0 0,-72 2-286 0 0,-5 4 55 0 0,83-3 107 0 0,99 3 603 0 0,-168 6-660 0 0,-137-3-266 0 0,1 2 0 0 0,0 1 0 0 0,49 12 0 0 0,-62-5-1514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3:21.3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25 191 3049 0 0,'-11'-11'4399'0'0,"1"2"-2296"0"0,6 24-473 0 0,9-15-1294 0 0,-1 0-1 0 0,1-1 1 0 0,-1 1-1 0 0,0-1 1 0 0,1 0-1 0 0,-1 0 1 0 0,1 0-1 0 0,-1-1 1 0 0,5-2-1 0 0,0 2-242 0 0,0 0 0 0 0,0 0-1 0 0,0 1 1 0 0,1 0-1 0 0,-1 1 1 0 0,0 0 0 0 0,0 1-1 0 0,0-1 1 0 0,1 2-1 0 0,-1-1 1 0 0,0 1 0 0 0,10 4-1 0 0,-4-2 36 0 0,0-1 0 0 0,0 0 0 0 0,22 0-1 0 0,43-7 528 0 0,-1-4 0 0 0,112-26 0 0 0,-40 6 995 0 0,-15 10-1356 0 0,234-2 1 0 0,-178 11-139 0 0,52 0 318 0 0,101 2-88 0 0,-7-1-302 0 0,-259 7 21 0 0,131-18 0 0 0,-93 6-27 0 0,88 11-20 0 0,-19 2-72 0 0,340-11 112 0 0,-415 11-89 0 0,463 6-78 0 0,16-1 162 0 0,-259 9-106 0 0,-189-5 24 0 0,-58-5 9 0 0,163 29-1 0 0,-190-23-13 0 0,0-1-1 0 0,0-4 1 0 0,66-1-1 0 0,176-18 37 0 0,-95 1-28 0 0,202 11 41 0 0,-222 3-38 0 0,79-14-12 0 0,0-1-185 0 0,-234 9-2746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4:19.87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5 152 5289 0 0,'1'-2'129'0'0,"0"0"1"0"0,-1 0-1 0 0,1 0 1 0 0,0 0-1 0 0,0 0 0 0 0,0 0 1 0 0,0 0-1 0 0,1 0 0 0 0,-1 0 1 0 0,0 0-1 0 0,1 1 0 0 0,-1-1 1 0 0,1 1-1 0 0,0-1 0 0 0,0 1 1 0 0,-1-1-1 0 0,5-1 1 0 0,11-10-342 0 0,-28 11 523 0 0,-27-9 3925 0 0,55 7-4224 0 0,-8 3 244 0 0,1 1-1 0 0,-1 0 0 0 0,1 1 1 0 0,-1 0-1 0 0,0 0 0 0 0,15 5 0 0 0,-14-3 1 0 0,1-1-1 0 0,-1 0 1 0 0,1-1-1 0 0,0 0 0 0 0,12-1 1 0 0,15-4 310 0 0,-28 2-457 0 0,0 0-1 0 0,0 1 1 0 0,0 1-1 0 0,1 0 1 0 0,-1 0-1 0 0,0 1 1 0 0,0 0-1 0 0,15 4 1 0 0,-6-1-27 0 0,0-2 0 0 0,0 0 0 0 0,0-1 0 0 0,0 0 0 0 0,0-2 0 0 0,0 0 1 0 0,0-2-1 0 0,0 0 0 0 0,23-7 0 0 0,-17 5 26 0 0,0 0 1 0 0,0 2-1 0 0,0 0 0 0 0,40 2 1 0 0,-28 2-45 0 0,-1-2 0 0 0,1-2 0 0 0,-1-1 0 0 0,44-11 0 0 0,-1 1 8 0 0,-40 7 44 0 0,24-3 333 0 0,102-3 1 0 0,-128 12-430 0 0,59-9 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4:21.48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1 145 3801 0 0,'36'4'9122'0'0,"4"-4"-7899"0"0,33-3-427 0 0,1-3 0 0 0,92-21 0 0 0,-98 18-502 0 0,1 3 1 0 0,73 3-1 0 0,50-4 308 0 0,-50-1-299 0 0,179 12 0 0 0,-309-2-959 0 0,0-2-1 0 0,0 0 0 0 0,0 0 1 0 0,1-1-1 0 0,-1 0 0 0 0,0-1 1 0 0,0-1-1 0 0,-1 0 0 0 0,1 0 1 0 0,-1-1-1 0 0,1 0 0 0 0,-1-1 1 0 0,0-1-1 0 0,16-10 0 0 0,1-4-1945 0 0,10 3-1467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4:27.0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8 184 1840 0 0,'-1'0'94'0'0,"1"-1"-1"0"0,-1 1 0 0 0,1-1 0 0 0,-1 1 0 0 0,0-1 0 0 0,1 0 0 0 0,0 1 1 0 0,-1-1-1 0 0,1 1 0 0 0,-1-1 0 0 0,1 0 0 0 0,0 1 0 0 0,-1-1 0 0 0,1 0 1 0 0,0 0-1 0 0,0 1 0 0 0,-1-1 0 0 0,1 0 0 0 0,0 1 0 0 0,0-1 0 0 0,0 0 1 0 0,0 0-1 0 0,0 1 0 0 0,0-1 0 0 0,0 0 0 0 0,0 0 0 0 0,1 1 0 0 0,-1-2 1 0 0,16-14 1652 0 0,-14 15-1377 0 0,0 0 1 0 0,0-1-1 0 0,-1 0 0 0 0,1 1 1 0 0,0-1-1 0 0,0 0 0 0 0,-1 0 0 0 0,1 0 1 0 0,-1 0-1 0 0,0 0 0 0 0,2-3 1 0 0,0 2-268 0 0,1 1-1 0 0,-1-1 1 0 0,0 1 0 0 0,1 0 0 0 0,-1 0 0 0 0,1 0 0 0 0,0 1 0 0 0,0-1 0 0 0,0 1 0 0 0,0 0-1 0 0,0 0 1 0 0,7-1 0 0 0,2-1 170 0 0,65-16 526 0 0,1 3 1 0 0,96-6-1 0 0,-145 19-624 0 0,30-1 599 0 0,101 7 0 0 0,-39 1-490 0 0,-49-6-20 0 0,-31 1 17 0 0,72 6 0 0 0,-73-3-81 0 0,-1-1 0 0 0,1-2 1 0 0,-1-1-1 0 0,49-10 0 0 0,-51 6-87 0 0,34-1 1 0 0,0 3 0 0 0,112 8 0 0 0,-106 0 1 0 0,89-5 0 0 0,-42-3-90 0 0,67-6 21 0 0,-121 5-278 0 0,-91 9-2760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4:35.19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10 148 1624 0 0,'-1'-2'155'0'0,"-1"0"-1"0"0,1-1 0 0 0,0 1 0 0 0,0 0 1 0 0,0-1-1 0 0,1 1 0 0 0,-1 0 1 0 0,0-1-1 0 0,1 1 0 0 0,0-1 0 0 0,-1 1 1 0 0,1-1-1 0 0,0 1 0 0 0,0-1 1 0 0,0 1-1 0 0,1-1 0 0 0,-1 1 0 0 0,1-1 1 0 0,-1 1-1 0 0,1 0 0 0 0,0-1 0 0 0,0 1 1 0 0,0 0-1 0 0,0-1 0 0 0,0 1 1 0 0,1 0-1 0 0,-1 0 0 0 0,1 0 0 0 0,-1 0 1 0 0,1 0-1 0 0,0 1 0 0 0,-1-1 1 0 0,1 0-1 0 0,0 1 0 0 0,0-1 0 0 0,0 1 1 0 0,3-2-1 0 0,2 2-15 0 0,0 0 0 0 0,1 1 1 0 0,-1 0-1 0 0,0 0 0 0 0,0 0 0 0 0,12 3 1 0 0,-11-2-27 0 0,-1 0 1 0 0,1 0-1 0 0,0-1 1 0 0,0 0 0 0 0,-1-1-1 0 0,10-1 1 0 0,25-7 154 0 0,1 2 0 0 0,-1 2 0 0 0,1 1 0 0 0,76 4 0 0 0,-96 0-32 0 0,0-1 0 0 0,41-7 0 0 0,-42 5-86 0 0,-1 0 0 0 0,1 1-1 0 0,29 2 1 0 0,20 3 263 0 0,119-11-1 0 0,-50 9-112 0 0,-57 1-85 0 0,142-9 632 0 0,-18 0-40 0 0,-187 7-775 0 0,46-3-14 0 0,14 0-531 0 0,-29 8-7193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4:40.3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 55 1568 0 0,'-1'-1'118'0'0,"0"0"-1"0"0,0 1 0 0 0,0-1 1 0 0,0 0-1 0 0,0 0 0 0 0,0 0 1 0 0,0-1-1 0 0,0 1 0 0 0,0 0 1 0 0,0 0-1 0 0,0 0 1 0 0,1-1-1 0 0,-1 1 0 0 0,0 0 1 0 0,1-1-1 0 0,0 1 0 0 0,-1 0 1 0 0,1-1-1 0 0,0 1 0 0 0,-1-1 1 0 0,1 1-1 0 0,0-1 0 0 0,0 1 1 0 0,0-1-1 0 0,0 1 0 0 0,1-2 1 0 0,0 1-21 0 0,-1 1 0 0 0,1 0 0 0 0,0-1 0 0 0,0 1 0 0 0,0 0 0 0 0,0 0 1 0 0,0 0-1 0 0,0 0 0 0 0,0 0 0 0 0,1 0 0 0 0,-1 0 0 0 0,0 1 0 0 0,0-1 0 0 0,1 0 0 0 0,-1 1 1 0 0,1-1-1 0 0,-1 0 0 0 0,0 1 0 0 0,1 0 0 0 0,-1-1 0 0 0,1 1 0 0 0,-1 0 0 0 0,1 0 1 0 0,-1 0-1 0 0,1 0 0 0 0,2 0 0 0 0,14 1 576 0 0,0 1 1 0 0,30 7-1 0 0,23 3 11 0 0,126 5 284 0 0,-81-5-312 0 0,152-4 1 0 0,-16-4-47 0 0,-70 2-327 0 0,62-9 61 0 0,167 2 685 0 0,-298 7-900 0 0,138 2 273 0 0,75-2-213 0 0,-82 1 174 0 0,-146-3 104 0 0,154 27 0 0 0,-226-27-372 0 0,120 11 607 0 0,216-5 1 0 0,-339-10-694 0 0,196-12 178 0 0,-154 7-170 0 0,-46 4 3 0 0,1 0-1 0 0,-1 2 1 0 0,1 1 0 0 0,18 3 0 0 0,-35-4-52 0 0,38 6-640 0 0,67 3-1 0 0,5-72-14271 0 0,-82 54 13106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3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95 237 3769 0 0,'-95'38'10735'0'0,"177"-85"-8358"0"0,-27 23-2301 0 0,2 2 0 0 0,0 3 0 0 0,1 2 0 0 0,74-10 0 0 0,-121 25 100 0 0,4 0-893 0 0,0-1 0 0 0,-1 0-1 0 0,22-8 1 0 0,-33 10 263 0 0,0-1 1 0 0,1 1-1 0 0,-1-1 0 0 0,0 0 0 0 0,0 0 1 0 0,0 0-1 0 0,0 0 0 0 0,0-1 0 0 0,0 1 1 0 0,-1-1-1 0 0,1 1 0 0 0,-1-1 0 0 0,0 0 1 0 0,0 0-1 0 0,0 0 0 0 0,0 0 0 0 0,0 0 1 0 0,-1-1-1 0 0,3-5 0 0 0,-7-17-2163 0 0,2 22 2178 0 0,-1-9-1518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2601 0 0,'2'-5'620'0'0,"1"0"0"0"0,0-1 1 0 0,0 1-1 0 0,0 1 1 0 0,1-1-1 0 0,0 0 1 0 0,0 1-1 0 0,0 0 1 0 0,0 0-1 0 0,0 0 1 0 0,1 0-1 0 0,0 1 0 0 0,0-1 1 0 0,0 1-1 0 0,7-2 1 0 0,13-7 671 0 0,53-17 1 0 0,-44 17-459 0 0,0-1-531 0 0,56-18 572 0 0,-29 23-3233 0 0,-76 8-8759 0 0,11 0 8443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3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18 1336 0 0,'0'-1'403'0'0,"-1"0"0"0"0,1 0-1 0 0,0 0 1 0 0,0 0 0 0 0,0 0-1 0 0,-1 1 1 0 0,1-1 0 0 0,-1 0-1 0 0,1 0 1 0 0,0 0 0 0 0,-1 0-1 0 0,0 0 1 0 0,1 0 0 0 0,-1 1-1 0 0,1-1 1 0 0,-1 0 0 0 0,0 1-1 0 0,0-1 1 0 0,-1-1 0 0 0,-13 22 4137 0 0,9-8-4106 0 0,1 1 1 0 0,1-1 0 0 0,0 1-1 0 0,0 0 1 0 0,1 0-1 0 0,-1 17 1 0 0,-3 81 358 0 0,14 277-68 0 0,10-224-4421 0 0,-24-179-6333 0 0,4 1 6600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3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92 124 3201 0 0,'-19'-32'8596'0'0,"9"31"-4783"0"0,-1 19-1939 0 0,-3 31-1051 0 0,2 2 1 0 0,3 0 0 0 0,1 0-1 0 0,0 74 1 0 0,7-117-785 0 0,1 0-1 0 0,1-1 1 0 0,0 1 0 0 0,0-1 0 0 0,0 1-1 0 0,1 0 1 0 0,4 10 0 0 0,-6-17-37 0 0,1 0 0 0 0,-1 0 0 0 0,1 0 0 0 0,-1 0 0 0 0,1 0 0 0 0,0 0-1 0 0,-1 0 1 0 0,1 0 0 0 0,0-1 0 0 0,0 1 0 0 0,0 0 0 0 0,0 0 0 0 0,0 0 0 0 0,-1-1 0 0 0,1 1 0 0 0,1-1 0 0 0,-1 1 0 0 0,0-1 0 0 0,0 1 0 0 0,0-1 0 0 0,2 1 0 0 0,-1-1-10 0 0,0 0 0 0 0,-1-1 0 0 0,1 1 0 0 0,0 0 0 0 0,0-1 0 0 0,0 0-1 0 0,0 1 1 0 0,-1-1 0 0 0,1 0 0 0 0,0 0 0 0 0,-1 0 0 0 0,1 0 0 0 0,0 0 0 0 0,-1 0 0 0 0,1-1 0 0 0,-1 1 0 0 0,0 0 0 0 0,2-2 0 0 0,4-5-75 0 0,-1-1 0 0 0,0 1 0 0 0,0-1 1 0 0,0 0-1 0 0,-1 0 0 0 0,-1-1 0 0 0,0 0 0 0 0,0 1 0 0 0,0-1 0 0 0,-2-1 1 0 0,1 1-1 0 0,-1 0 0 0 0,-1-1 0 0 0,0 1 0 0 0,0-1 0 0 0,-1 1 0 0 0,-2-20 1 0 0,-2-9 66 0 0,-3 0 1 0 0,-1 1 0 0 0,-17-51 0 0 0,24 87 39 0 0,1 1 1 0 0,-1 0 0 0 0,1 0-1 0 0,-1-1 1 0 0,1 1 0 0 0,0 0 0 0 0,0-1-1 0 0,0 1 1 0 0,-1 0 0 0 0,1-1-1 0 0,0 1 1 0 0,1 0 0 0 0,-1-1-1 0 0,0 1 1 0 0,1-2 0 0 0,15-4 343 0 0,1 3-411 0 0,61-25 121 0 0,-47 16-157 0 0,43-11 0 0 0,-64 21-754 0 0,-1 1 0 0 0,1 1 0 0 0,-1 0 0 0 0,1 0 1 0 0,10 1-1 0 0,-19 0 581 0 0,0 0 0 0 0,0 0 1 0 0,0 0-1 0 0,0 0 0 0 0,0 0 0 0 0,0 0 1 0 0,0 0-1 0 0,0 0 0 0 0,0 1 0 0 0,0-1 1 0 0,0 0-1 0 0,0 1 0 0 0,0-1 0 0 0,0 0 1 0 0,0 1-1 0 0,0-1 0 0 0,0 1 0 0 0,0 0 1 0 0,-1-1-1 0 0,1 1 0 0 0,0 0 0 0 0,0-1 1 0 0,-1 1-1 0 0,1 0 0 0 0,-1 0 0 0 0,1-1 1 0 0,0 1-1 0 0,-1 0 0 0 0,1 0 1 0 0,-1 0-1 0 0,0 0 0 0 0,1 0 0 0 0,-1 0 1 0 0,0 0-1 0 0,0 0 0 0 0,1 0 0 0 0,-1 0 1 0 0,0 0-1 0 0,0 0 0 0 0,0 0 0 0 0,0 0 1 0 0,0 0-1 0 0,-1 0 0 0 0,1 0 0 0 0,0 0 1 0 0,0 0-1 0 0,-1 0 0 0 0,1 0 0 0 0,0 0 1 0 0,-2 1-1 0 0,-2 9-1962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4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20 296 2473 0 0,'-3'3'1023'0'0,"1"0"1"0"0,0 0-1 0 0,0 0 1 0 0,0 1 0 0 0,0-1-1 0 0,0 0 1 0 0,1 1 0 0 0,-2 6-1 0 0,3-10-921 0 0,0 1 0 0 0,-1-1-1 0 0,1 0 1 0 0,0 1 0 0 0,1-1 0 0 0,-1 1-1 0 0,0-1 1 0 0,0 0 0 0 0,0 1 0 0 0,0-1-1 0 0,0 1 1 0 0,0-1 0 0 0,0 0 0 0 0,1 1-1 0 0,-1-1 1 0 0,0 0 0 0 0,0 1 0 0 0,0-1-1 0 0,1 0 1 0 0,-1 1 0 0 0,0-1 0 0 0,1 0-1 0 0,-1 1 1 0 0,0-1 0 0 0,1 0 0 0 0,-1 0-1 0 0,0 1 1 0 0,1-1 0 0 0,-1 0-1 0 0,1 0 1 0 0,25 0 862 0 0,-11-4-1384 0 0,1-1 0 0 0,-1 0-1 0 0,17-8 1 0 0,-18 6-1996 0 0,-1 0 1 0 0,0-1-1 0 0,18-14 1 0 0,-18 12-757 0 0</inkml:trace>
  <inkml:trace contextRef="#ctx0" brushRef="#br0" timeOffset="1">143 0 2849 0 0,'-12'33'7493'0'0,"9"6"-4185"0"0,11 41-1646 0 0,-6-67-1079 0 0,5 35-150 0 0,23 80 0 0 0,-25-112-1032 0 0,1 0 0 0 0,0-1-1 0 0,1 0 1 0 0,0 0 0 0 0,1 0 0 0 0,1-1-1 0 0,0-1 1 0 0,20 23 0 0 0,1-13-3461 0 0,-29-23 3967 0 0,-1 1 0 0 0,1-1-1 0 0,-1 0 1 0 0,1 0 0 0 0,0 0 0 0 0,-1 1 0 0 0,1-1 0 0 0,-1 0 0 0 0,1 0 0 0 0,0 0 0 0 0,-1 0 0 0 0,1 0 0 0 0,-1 0 0 0 0,1 0 0 0 0,0 0 0 0 0,-1 0-1 0 0,1-1 1 0 0,-1 1 0 0 0,1 0 0 0 0,-1 0 0 0 0,1 0 0 0 0,-1-1 0 0 0,1 1 0 0 0,0 0 0 0 0,-1 0 0 0 0,0-1 0 0 0,1 1 0 0 0,-1-1 0 0 0,1 1 0 0 0,-1 0-1 0 0,1-1 1 0 0,-1 1 0 0 0,0-1 0 0 0,1 1 0 0 0,-1-1 0 0 0,0 1 0 0 0,1-1 0 0 0,-1 1 0 0 0,0-1 0 0 0,0 1 0 0 0,0-1 0 0 0,1 0 0 0 0,-1 1 0 0 0,0-1-1 0 0,0 1 1 0 0,0-1 0 0 0,0 0 0 0 0,0 1 0 0 0,0-1 0 0 0,0 1 0 0 0,0-1 0 0 0,0 0 0 0 0,-1 0 0 0 0,4-13-1685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4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3017 0 0,'2'49'8282'0'0,"1"1"-4129"0"0,15 98-1940 0 0,-16-133-1782 0 0,1 12-408 0 0,2-1 0 0 0,14 44 0 0 0,9-12-2172 0 0,-24-52 1369 0 0,0-1 0 0 0,0 0 0 0 0,0 0 0 0 0,1 0 0 0 0,0 0 0 0 0,0-1-1 0 0,6 5 1 0 0,1-4-2477 0 0,-10-14 84 0 0,2 4 572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24 6513 0 0,'-2'18'1926'0'0,"0"0"-1"0"0,2-1 1 0 0,1 24-1 0 0,13 58 297 0 0,-4-59-2883 0 0,2-1-1 0 0,29 66 0 0 0,-36-95-605 0 0,-1-1-1 0 0,1 1 1 0 0,1-2-1 0 0,0 1 1 0 0,0 0-1 0 0,12 11 1 0 0,-14-18-1054 0 0,1-1-258 0 0</inkml:trace>
  <inkml:trace contextRef="#ctx0" brushRef="#br0" timeOffset="1">146 0 5281 0 0,'45'136'8267'0'0,"1"74"-6997"0"0,-44-202-1231 0 0,7 60 186 0 0,-9-64-183 0 0,1-1 0 0 0,-1 1 1 0 0,0-1-1 0 0,0 1 0 0 0,-1-1 1 0 0,1 1-1 0 0,-1-1 0 0 0,0 1 0 0 0,0-1 1 0 0,0 1-1 0 0,0-1 0 0 0,-1 0 0 0 0,1 1 1 0 0,-1-1-1 0 0,-3 5 0 0 0,3-7-32 0 0,1 0 0 0 0,-1 1 0 0 0,0-1 0 0 0,0 0 1 0 0,1-1-1 0 0,-1 1 0 0 0,0 0 0 0 0,0 0 0 0 0,0-1 0 0 0,0 1 0 0 0,0-1 0 0 0,0 0 0 0 0,1 0 0 0 0,-1 1 1 0 0,0-1-1 0 0,0 0 0 0 0,0-1 0 0 0,0 1 0 0 0,0 0 0 0 0,0 0 0 0 0,0-1 0 0 0,0 1 0 0 0,0-1 0 0 0,0 0 1 0 0,0 0-1 0 0,1 0 0 0 0,-1 1 0 0 0,0-1 0 0 0,1-1 0 0 0,-1 1 0 0 0,0 0 0 0 0,1 0 0 0 0,0-1 0 0 0,-1 1 1 0 0,-1-3-1 0 0,-2-1-42 0 0,0 0 1 0 0,0 0 0 0 0,1-1 0 0 0,-1 1 0 0 0,2-1-1 0 0,-1 0 1 0 0,0 0 0 0 0,-4-13 0 0 0,7 17 21 0 0,1-1 0 0 0,-1 0 0 0 0,1 1 0 0 0,-1-1 0 0 0,1 0 0 0 0,0 0 0 0 0,0 0 0 0 0,0 1 0 0 0,0-1 1 0 0,1 0-1 0 0,-1 0 0 0 0,1 1 0 0 0,0-1 0 0 0,-1 0 0 0 0,1 1 0 0 0,1-1 0 0 0,-1 1 0 0 0,0-1 0 0 0,0 1 0 0 0,1-1 0 0 0,0 1 1 0 0,-1 0-1 0 0,1 0 0 0 0,2-2 0 0 0,5-4-977 0 0,1 0 1 0 0,0 1-1 0 0,0 0 0 0 0,17-8 1 0 0,24-18-5748 0 0,-38 21 3888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5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2705 0 0,'-3'12'6202'0'0,"7"18"-3916"0"0,-3-28-1990 0 0,12 61 1739 0 0,34 100 0 0 0,-36-136-3013 0 0,28 52 1 0 0,-29-62-682 0 0,1-1 0 0 0,1 0 0 0 0,24 27 0 0 0,-27-38-491 0 0,-7-13-182 0 0,-1 2 526 0 0</inkml:trace>
  <inkml:trace contextRef="#ctx0" brushRef="#br0" timeOffset="1">86 212 1256 0 0,'-5'-8'1409'0'0,"2"2"-377"0"0,0-2-120 0 0,6 7-112 0 0,0-1-96 0 0,4 2-160 0 0,-1 0-208 0 0,4 0-127 0 0,1 2-121 0 0,1 1-144 0 0,2-2-152 0 0,1 1-217 0 0,0 1-287 0 0,1-3-256 0 0,0 0-168 0 0,-2 0-64 0 0,4-2-833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29 518 2345 0 0,'0'7'404'0'0,"-1"1"1"0"0,2-1 0 0 0,-1 1-1 0 0,1-1 1 0 0,0 0 0 0 0,0 1-1 0 0,1-1 1 0 0,0 0 0 0 0,1 0-1 0 0,-1 0 1 0 0,1 0 0 0 0,1 0-1 0 0,-1-1 1 0 0,1 0 0 0 0,0 1-1 0 0,0-1 1 0 0,1-1 0 0 0,0 1-1 0 0,6 5 1 0 0,-7-8-293 0 0,0 1-1 0 0,0-1 1 0 0,0-1-1 0 0,0 1 1 0 0,0 0 0 0 0,1-1-1 0 0,-1 0 1 0 0,1 0-1 0 0,0-1 1 0 0,-1 1 0 0 0,1-1-1 0 0,0 0 1 0 0,0 0-1 0 0,0-1 1 0 0,0 1-1 0 0,0-1 1 0 0,0 0 0 0 0,0 0-1 0 0,0-1 1 0 0,0 0-1 0 0,-1 1 1 0 0,1-2 0 0 0,0 1-1 0 0,0 0 1 0 0,-1-1-1 0 0,1 0 1 0 0,0 0-1 0 0,-1-1 1 0 0,6-3 0 0 0,-8 5-42 0 0,1-1 0 0 0,0 1 1 0 0,-1-1-1 0 0,1 1 0 0 0,-1-1 1 0 0,0 0-1 0 0,0 0 0 0 0,0 0 1 0 0,0 0-1 0 0,0-1 0 0 0,0 1 1 0 0,0 0-1 0 0,-1-1 0 0 0,1 1 1 0 0,-1-1-1 0 0,0 0 0 0 0,0 1 1 0 0,0-1-1 0 0,0 0 0 0 0,0 0 1 0 0,0 0-1 0 0,-1 0 0 0 0,1 0 1 0 0,-1 0-1 0 0,0 0 0 0 0,0 1 1 0 0,0-1-1 0 0,0 0 0 0 0,-1 0 1 0 0,1 0-1 0 0,-1 0 0 0 0,0 0 1 0 0,0 0-1 0 0,0 1 0 0 0,0-1 1 0 0,0 0-1 0 0,-3-4 0 0 0,0 1 12 0 0,0 1-1 0 0,0 0 1 0 0,-1 0-1 0 0,1 0 1 0 0,-1 0-1 0 0,0 1 1 0 0,-1 0-1 0 0,1 0 1 0 0,0 1-1 0 0,-1-1 1 0 0,0 1-1 0 0,0 0 1 0 0,0 1-1 0 0,0-1 1 0 0,-1 1-1 0 0,-6-1 1 0 0,7 2-125 0 0,0 0 1 0 0,-1 0-1 0 0,1 1 1 0 0,0 0-1 0 0,-1 1 1 0 0,1-1-1 0 0,0 1 1 0 0,0 0-1 0 0,-1 0 1 0 0,1 1-1 0 0,0 0 1 0 0,0 0-1 0 0,0 1 0 0 0,-5 3 1 0 0,3-2-1043 0 0,1 1 1 0 0,0 0-1 0 0,0 0 1 0 0,1 1-1 0 0,0 0 1 0 0,-6 6-1 0 0,4-8-4439 0 0</inkml:trace>
  <inkml:trace contextRef="#ctx0" brushRef="#br0" timeOffset="0.83">385 1 3337 0 0,'-3'0'544'0'0,"0"0"1"0"0,1 0-1 0 0,-1 1 0 0 0,0-1 1 0 0,1 1-1 0 0,-1 0 1 0 0,0 0-1 0 0,1 0 1 0 0,-1 0-1 0 0,1 0 1 0 0,-1 0-1 0 0,1 1 0 0 0,0-1 1 0 0,0 1-1 0 0,-3 2 1 0 0,1 1-5 0 0,0-1 0 0 0,0 0 0 0 0,0 1 0 0 0,1 0 0 0 0,0 0 0 0 0,-5 10 0 0 0,2 2 161 0 0,-1 0 0 0 0,2 1 0 0 0,-5 28 0 0 0,8-31-626 0 0,0 0-1 0 0,1 0 1 0 0,1-1-1 0 0,1 1 1 0 0,0 0-1 0 0,0 0 1 0 0,2 0-1 0 0,0 0 1 0 0,0-1-1 0 0,2 0 1 0 0,0 0-1 0 0,0 0 1 0 0,1 0-1 0 0,1-1 1 0 0,0 0-1 0 0,11 15 1 0 0,-9-16-600 0 0,1 0 0 0 0,0-1 0 0 0,0 0 0 0 0,1 0 0 0 0,0-1 0 0 0,1-1 0 0 0,0 0 0 0 0,1-1 0 0 0,26 14-1 0 0,-25-16-353 0 0,47 19-2992 0 0,-58-24 3410 0 0,1 0 0 0 0,0 0 0 0 0,-1 0 0 0 0,1-1 0 0 0,0 1 1 0 0,0-1-1 0 0,-1 0 0 0 0,1 0 0 0 0,0-1 0 0 0,-1 1 0 0 0,1-1 0 0 0,0 0 0 0 0,-1 0 1 0 0,5-1-1 0 0,8-3-1948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6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5737 0 0,'-7'1'8720'0'0,"7"0"-8539"0"0,-5 14 2383 0 0,0 17-1754 0 0,-1 20-172 0 0,3-1-1 0 0,4 53 1 0 0,1-78-2091 0 0,1-1 0 0 0,2 1-1 0 0,9 32 1 0 0,-14-57 1236 0 0,0 0-1 0 0,0-1 0 0 0,0 1 0 0 0,0 0 1 0 0,1 0-1 0 0,-1 0 0 0 0,0-1 1 0 0,1 1-1 0 0,-1 0 0 0 0,0-1 0 0 0,1 1 1 0 0,-1 0-1 0 0,1 0 0 0 0,-1-1 1 0 0,1 1-1 0 0,-1-1 0 0 0,1 1 0 0 0,0-1 1 0 0,-1 1-1 0 0,1-1 0 0 0,0 1 1 0 0,8-10-3540 0 0,-1-28 1268 0 0,-9 26 2317 0 0,0 0 1 0 0,-1 0-1 0 0,0 0 1 0 0,-1 0 0 0 0,-6-16-1 0 0,5 17 969 0 0,1 0 0 0 0,0-1 0 0 0,0 1 0 0 0,1-1 0 0 0,-1-16-1 0 0,10 41 4023 0 0,16 11-3188 0 0,-13-15-790 0 0,3 4-635 0 0,0 0 0 0 0,0-1-1 0 0,2-1 1 0 0,-1 0-1 0 0,2-1 1 0 0,20 12 0 0 0,-22-16-1135 0 0,0 0 1 0 0,0-1-1 0 0,1-1 1 0 0,25 6-1 0 0,-39-10 696 0 0,1-1 0 0 0,-1 1 1 0 0,0-1-1 0 0,1 0 0 0 0,-1 0 0 0 0,0 1 0 0 0,1-1 0 0 0,-1 0 1 0 0,0 0-1 0 0,1 0 0 0 0,-1 0 0 0 0,0-1 0 0 0,1 1 0 0 0,-1 0 1 0 0,0-1-1 0 0,0 1 0 0 0,1 0 0 0 0,-1-1 0 0 0,0 0 1 0 0,0 1-1 0 0,0-1 0 0 0,1 0 0 0 0,-1 1 0 0 0,0-1 0 0 0,0 0 1 0 0,0 0-1 0 0,0 0 0 0 0,0 0 0 0 0,-1 0 0 0 0,3-2 0 0 0,0-6-2474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6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4 283 4105 0 0,'-1'0'169'0'0,"1"1"1"0"0,0-1-1 0 0,-1 1 1 0 0,1-1-1 0 0,0 1 1 0 0,0-1 0 0 0,0 1-1 0 0,-1-1 1 0 0,1 1-1 0 0,0-1 1 0 0,0 1-1 0 0,0-1 1 0 0,0 1-1 0 0,0-1 1 0 0,0 1-1 0 0,0 0 1 0 0,0-1-1 0 0,0 1 1 0 0,0-1-1 0 0,0 1 1 0 0,1-1-1 0 0,-1 1 1 0 0,0-1-1 0 0,0 1 1 0 0,1-1-1 0 0,-1 1 1 0 0,0-1-1 0 0,0 1 1 0 0,1-1 0 0 0,-1 1-1 0 0,1 0 1 0 0,19 5 2243 0 0,22-9-1203 0 0,-26-3-1512 0 0,-1 0 0 0 0,0-1-1 0 0,28-17 1 0 0,8-17-5399 0 0,-37 30 3542 0 0,7 7-717 0 0</inkml:trace>
  <inkml:trace contextRef="#ctx0" brushRef="#br0" timeOffset="1">255 23 1456 0 0,'-1'-1'200'0'0,"-20"-21"5169"0"0,11 22-2211 0 0,5 17-818 0 0,5 7-1861 0 0,2 1 0 0 0,0 0 0 0 0,2-1 0 0 0,1 1 0 0 0,1-1 0 0 0,17 44 0 0 0,-17-49-370 0 0,8 20-1074 0 0,2-1 0 0 0,28 50 1 0 0,17 16-8093 0 0,-54-92 6191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6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3097 0 0,'-3'5'677'0'0,"1"0"1"0"0,-1 0 0 0 0,1 1-1 0 0,0-1 1 0 0,0 0-1 0 0,1 1 1 0 0,-1 0 0 0 0,1-1-1 0 0,0 11 1 0 0,1-7-284 0 0,0 1 0 0 0,0 0-1 0 0,1 0 1 0 0,0 0 0 0 0,5 16 0 0 0,-5-20-354 0 0,1-1 1 0 0,-1 1-1 0 0,1-1 0 0 0,0 0 0 0 0,0 0 1 0 0,1 0-1 0 0,0 0 0 0 0,0 0 1 0 0,0-1-1 0 0,0 1 0 0 0,0-1 0 0 0,1 0 1 0 0,0 0-1 0 0,0 0 0 0 0,0 0 1 0 0,1-1-1 0 0,-1 1 0 0 0,1-1 0 0 0,0 0 1 0 0,-1-1-1 0 0,1 1 0 0 0,1-1 1 0 0,6 3-1 0 0,-5-5-31 0 0,-1 0 0 0 0,1 0 0 0 0,-1-1 1 0 0,0 0-1 0 0,1 0 0 0 0,-1 0 0 0 0,0-1 0 0 0,0 0 1 0 0,1 0-1 0 0,-1-1 0 0 0,-1 1 0 0 0,1-1 0 0 0,0-1 1 0 0,-1 1-1 0 0,0-1 0 0 0,1 0 0 0 0,-1 0 1 0 0,4-5-1 0 0,-1 2-715 0 0,0-1 1 0 0,0 0 0 0 0,-1-1-1 0 0,-1 0 1 0 0,1 0-1 0 0,-1 0 1 0 0,-1 0 0 0 0,0-1-1 0 0,8-20 1 0 0,-8 11-1393 0 0,1 1-944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3249 0 0,'30'-5'7940'0'0,"15"-13"-5569"0"0,-35 13-2386 0 0,0 1 0 0 0,0 0 0 0 0,0 1 0 0 0,19-4 1 0 0,-29 7 28 0 0,1 0 0 0 0,-1 0 1 0 0,0 0-1 0 0,1 0 1 0 0,-1 0-1 0 0,1 0 0 0 0,-1 0 1 0 0,1 0-1 0 0,-1 0 1 0 0,0 0-1 0 0,1 0 1 0 0,-1 0-1 0 0,1 1 0 0 0,-1-1 1 0 0,0 0-1 0 0,1 0 1 0 0,-1 0-1 0 0,0 1 0 0 0,1-1 1 0 0,-1 0-1 0 0,0 0 1 0 0,1 1-1 0 0,-1-1 1 0 0,0 0-1 0 0,0 1 0 0 0,1-1 1 0 0,-1 0-1 0 0,0 1 1 0 0,0-1-1 0 0,1 0 0 0 0,-1 1 1 0 0,0-1-1 0 0,0 1 1 0 0,1 20 315 0 0,-12 20-13 0 0,11-39-301 0 0,-14 35-306 0 0,-32 60 1 0 0,33-70 24 0 0,16-34 1 0 0,1-1 373 0 0,0 0 1 0 0,0 0 0 0 0,1 1 0 0 0,-1 0 0 0 0,10-10 0 0 0,-13 16-36 0 0,0-1-1 0 0,1 1 1 0 0,-1-1 0 0 0,1 1 0 0 0,0 0 0 0 0,-1 0 0 0 0,1 0 0 0 0,0 0 0 0 0,0 0 0 0 0,0 0-1 0 0,0 0 1 0 0,-1 0 0 0 0,1 1 0 0 0,0-1 0 0 0,1 1 0 0 0,-1-1 0 0 0,0 1 0 0 0,0 0 0 0 0,0 0-1 0 0,0 0 1 0 0,0 0 0 0 0,0 0 0 0 0,0 1 0 0 0,0-1 0 0 0,0 0 0 0 0,0 1 0 0 0,0 0 0 0 0,0-1 0 0 0,0 1-1 0 0,0 0 1 0 0,3 2 0 0 0,31 24 309 0 0,20 13-2669 0 0,-53-39 1552 0 0,0 1 1 0 0,0-1-1 0 0,0 0 1 0 0,0 1 0 0 0,0-1-1 0 0,1-1 1 0 0,-1 1-1 0 0,0 0 1 0 0,4-1-1 0 0,-6 0 631 0 0,-1 0-1 0 0,0-1 0 0 0,0 1 1 0 0,0 0-1 0 0,1-1 0 0 0,-1 1 1 0 0,0 0-1 0 0,0-1 0 0 0,0 1 1 0 0,0-1-1 0 0,0 1 0 0 0,0 0 1 0 0,0-1-1 0 0,0 1 0 0 0,0-1 1 0 0,0 1-1 0 0,0 0 0 0 0,0-1 1 0 0,0 1-1 0 0,0-1 0 0 0,0 1 1 0 0,0 0-1 0 0,0-1 0 0 0,0 1 1 0 0,0 0-1 0 0,-1-1 0 0 0,1 1 1 0 0,0-1-1 0 0,0 1 0 0 0,0 0 1 0 0,-1-1-1 0 0,1 1 0 0 0,0 0 1 0 0,-1-1-1 0 0,0-1-562 0 0,2-5-1748 0 0</inkml:trace>
  <inkml:trace contextRef="#ctx0" brushRef="#br0" timeOffset="1">176 72 2729 0 0,'12'-4'7351'0'0,"14"-3"-5902"0"0,37-20-3013 0 0,10-3-5746 0 0,-59 27 5335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7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56 1632 0 0,'-49'-56'6067'0'0,"48"64"-2908"0"0,10 39-1644 0 0,16 22-1876 0 0,42 82 0 0 0,-12-30-7589 0 0,-45-102 5233 0 0</inkml:trace>
  <inkml:trace contextRef="#ctx0" brushRef="#br0" timeOffset="1">21 529 5929 0 0,'-3'6'379'0'0,"0"-1"-1"0"0,0 1 1 0 0,1 0-1 0 0,0 0 0 0 0,0 0 1 0 0,0 0-1 0 0,1 1 1 0 0,0-1-1 0 0,0 0 0 0 0,0 1 1 0 0,1-1-1 0 0,0 0 1 0 0,0 1-1 0 0,1-1 1 0 0,0 1-1 0 0,0-1 0 0 0,0 0 1 0 0,5 12-1 0 0,-5-14-535 0 0,0 0-1 0 0,1-1 1 0 0,-1 1-1 0 0,1 0 1 0 0,0-1 0 0 0,0 1-1 0 0,0-1 1 0 0,0 0-1 0 0,1 0 1 0 0,0 1-1 0 0,-1-2 1 0 0,1 1-1 0 0,0 0 1 0 0,0-1-1 0 0,1 1 1 0 0,-1-1-1 0 0,0 0 1 0 0,1 0-1 0 0,-1 0 1 0 0,1 0 0 0 0,0-1-1 0 0,0 0 1 0 0,-1 1-1 0 0,1-1 1 0 0,0-1-1 0 0,0 1 1 0 0,0-1-1 0 0,0 1 1 0 0,0-1-1 0 0,0 0 1 0 0,5-1-1 0 0,-8 1 66 0 0,-1 0-1 0 0,1 0 1 0 0,0 0-1 0 0,-1 0 1 0 0,1 0-1 0 0,0 0 1 0 0,0 0-1 0 0,-1 0 1 0 0,1 0-1 0 0,0 0 0 0 0,-1 0 1 0 0,1-1-1 0 0,0 1 1 0 0,-1 0-1 0 0,1-1 1 0 0,-1 1-1 0 0,1 0 1 0 0,0-1-1 0 0,-1 1 1 0 0,1-1-1 0 0,-1 1 1 0 0,1-1-1 0 0,-1 1 1 0 0,1-1-1 0 0,-1 1 0 0 0,1-1 1 0 0,-1 1-1 0 0,0-1 1 0 0,1 0-1 0 0,-1 1 1 0 0,0-1-1 0 0,0 1 1 0 0,1-1-1 0 0,-1 0 1 0 0,0 0-1 0 0,0 1 1 0 0,0-1-1 0 0,0 0 0 0 0,0 1 1 0 0,0-1-1 0 0,0 0 1 0 0,0 1-1 0 0,0-1 1 0 0,0 0-1 0 0,0 0 1 0 0,0 1-1 0 0,0-1 1 0 0,-1 0-1 0 0,1 1 1 0 0,0-1-1 0 0,-1 0 0 0 0,1 1 1 0 0,0-1-1 0 0,-1 1 1 0 0,1-1-1 0 0,-1 1 1 0 0,0-2-1 0 0,0-1-67 0 0,0-7-1793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8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4 114 3705 0 0,'0'0'126'0'0,"0"0"0"0"0,0 0 0 0 0,-1 0 0 0 0,1 0 1 0 0,0 0-1 0 0,0 0 0 0 0,-1-1 631 0 0,1 1-631 0 0,0-1 0 0 0,0 1 1 0 0,0 0-1 0 0,0 0 0 0 0,-1 0 0 0 0,1 0 0 0 0,0-1 0 0 0,0 1 1 0 0,0 0-1 0 0,0 0 0 0 0,0 0 0 0 0,0 0 0 0 0,0-1 0 0 0,0 1 1 0 0,0 0-1 0 0,0 0 0 0 0,0 0 0 0 0,0-1 0 0 0,0 1 0 0 0,0 0 1 0 0,0 0-1 0 0,0 0 0 0 0,0-1 0 0 0,0 1 0 0 0,0 0 0 0 0,0 0 1 0 0,1 0-1 0 0,-1 0 0 0 0,0-1 0 0 0,0 1 0 0 0,0 0 379 0 0,1-1-379 0 0,12-8 2934 0 0,17-6-666 0 0,28-10 336 0 0,-33 13-2216 0 0,0 2 0 0 0,0 0 0 0 0,0 2 1 0 0,42-9-1 0 0,-63 17-536 0 0,-1 0 0 0 0,1 1-1 0 0,0-1 1 0 0,-1 0 0 0 0,1 1 0 0 0,-1 0 0 0 0,0 0 0 0 0,1 0 0 0 0,-1 1 0 0 0,0-1 0 0 0,0 1 0 0 0,1-1-1 0 0,-1 1 1 0 0,0 0 0 0 0,-1 0 0 0 0,1 0 0 0 0,0 1 0 0 0,-1-1 0 0 0,1 1 0 0 0,-1 0 0 0 0,0-1 0 0 0,0 1 0 0 0,0 0-1 0 0,3 5 1 0 0,-4-6-283 0 0,0 1 0 0 0,0-1 0 0 0,1 1 0 0 0,-2 0 0 0 0,1 0 0 0 0,0-1 0 0 0,-1 1 0 0 0,1 0 0 0 0,-1 0 0 0 0,0 0 0 0 0,1-1 0 0 0,-2 1-1 0 0,1 0 1 0 0,0 0 0 0 0,0 0 0 0 0,-1 0 0 0 0,0-1 0 0 0,1 1 0 0 0,-1 0 0 0 0,-2 2 0 0 0,2-3-110 0 0,0-1 0 0 0,-1 1 1 0 0,1 0-1 0 0,-1-1 0 0 0,1 0 0 0 0,-1 1 0 0 0,0-1 1 0 0,0 0-1 0 0,1 0 0 0 0,-1 0 0 0 0,0 0 1 0 0,0 0-1 0 0,0 0 0 0 0,0-1 0 0 0,0 1 0 0 0,-4 0 1 0 0,-42 6-3233 0 0,22-4 2581 0 0,-39 16 1487 0 0,60-18 130 0 0,0 1 0 0 0,1 0 0 0 0,-1 0 0 0 0,1 1 0 0 0,-1-1 1 0 0,1 1-1 0 0,0 0 0 0 0,0 0 0 0 0,0 0 0 0 0,1 0 0 0 0,-5 5 0 0 0,8-8-426 0 0,0 1 1 0 0,-1-1-1 0 0,1 0 1 0 0,0 1-1 0 0,-1-1 1 0 0,1 1-1 0 0,0-1 1 0 0,-1 0-1 0 0,1 1 1 0 0,0-1-1 0 0,0 1 1 0 0,0-1-1 0 0,-1 1 1 0 0,1-1-1 0 0,0 1 1 0 0,0-1-1 0 0,0 1 1 0 0,0-1-1 0 0,0 1 1 0 0,0-1-1 0 0,0 1 1 0 0,0-1-1 0 0,0 1 1 0 0,0-1-1 0 0,0 1 1 0 0,0-1-1 0 0,1 1 1 0 0,-1-1-1 0 0,0 0 1 0 0,0 1-1 0 0,0-1 1 0 0,1 1-1 0 0,-1-1 1 0 0,0 1-1 0 0,1-1 1 0 0,-1 0-1 0 0,0 1 1 0 0,1 0-1 0 0,23 3 2108 0 0,26-11-697 0 0,-33 2-1692 0 0,0 0 1 0 0,0-1 0 0 0,-1-1 0 0 0,1-1-1 0 0,15-10 1 0 0,19-22-4725 0 0,-45 34 3232 0 0,0-1-1 0 0,0 0 0 0 0,0 0 0 0 0,7-13 1 0 0,-5 8-993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8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5745 0 0,'3'-2'506'0'0,"0"0"1"0"0,1 0-1 0 0,-1 0 0 0 0,1 0 0 0 0,0 1 0 0 0,0-1 0 0 0,-1 1 1 0 0,1 0-1 0 0,0 0 0 0 0,0 1 0 0 0,0-1 0 0 0,0 1 0 0 0,0 0 1 0 0,5 0-1 0 0,-1 1-57 0 0,0 0 1 0 0,-1 0-1 0 0,1 1 1 0 0,-1 0-1 0 0,1 1 1 0 0,-1 0-1 0 0,8 3 1 0 0,-4 0-144 0 0,0 1 0 0 0,-1-1 0 0 0,1 2 0 0 0,-1-1 1 0 0,-1 1-1 0 0,1 1 0 0 0,-1 0 0 0 0,14 19 1 0 0,-12-10-33 0 0,-2 0 0 0 0,0 1 0 0 0,-1 0 1 0 0,-1 1-1 0 0,0 0 0 0 0,-2 0 0 0 0,0 0 1 0 0,-2 1-1 0 0,0 0 0 0 0,0 23 0 0 0,-2-9-709 0 0,-6 61-1 0 0,1-60-2646 0 0,-13 48 0 0 0,5-53-4525 0 0,7-23 2088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49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25 918 5697 0 0,'-5'-9'402'0'0,"1"0"-1"0"0,1-1 0 0 0,0 0 1 0 0,0 0-1 0 0,1 0 0 0 0,0 0 1 0 0,1 0-1 0 0,0-1 0 0 0,1 1 1 0 0,0 0-1 0 0,0 0 1 0 0,3-12-1 0 0,0 7-267 0 0,0 0 1 0 0,1 0-1 0 0,1 0 0 0 0,1 0 1 0 0,0 1-1 0 0,0 0 0 0 0,16-23 1 0 0,-14 24-86 0 0,2-1 0 0 0,0 2 0 0 0,0-1 0 0 0,1 1 0 0 0,0 1 0 0 0,1 0 0 0 0,1 1 0 0 0,0 0 0 0 0,0 1 1 0 0,0 0-1 0 0,1 1 0 0 0,1 1 0 0 0,-1 0 0 0 0,1 1 0 0 0,1 0 0 0 0,21-4 0 0 0,-33 9 2 0 0,-1 0-1 0 0,1 1 1 0 0,0-1 0 0 0,-1 1-1 0 0,1 0 1 0 0,0 0 0 0 0,-1 0-1 0 0,1 1 1 0 0,-1-1 0 0 0,1 1-1 0 0,0 0 1 0 0,-1 0 0 0 0,0 0-1 0 0,1 0 1 0 0,-1 1 0 0 0,0-1-1 0 0,1 1 1 0 0,-1 0 0 0 0,0 0-1 0 0,0 0 1 0 0,0 1 0 0 0,-1-1-1 0 0,1 1 1 0 0,-1-1 0 0 0,1 1-1 0 0,-1 0 1 0 0,0 0 0 0 0,0 0-1 0 0,0 0 1 0 0,0 0 0 0 0,-1 0-1 0 0,1 1 1 0 0,-1-1 0 0 0,0 1-1 0 0,0-1 1 0 0,0 1 0 0 0,0-1-1 0 0,0 6 1 0 0,0-1 20 0 0,-1 0-1 0 0,1 0 1 0 0,-2 0 0 0 0,1 0 0 0 0,-1 0 0 0 0,0 0-1 0 0,0 0 1 0 0,-1 0 0 0 0,0-1 0 0 0,-1 1 0 0 0,0-1-1 0 0,0 1 1 0 0,0-1 0 0 0,-1 0 0 0 0,0 0 0 0 0,-1-1-1 0 0,-5 8 1 0 0,8-12-57 0 0,0 1 0 0 0,-1-1 0 0 0,1 0 0 0 0,0 0-1 0 0,-1-1 1 0 0,0 1 0 0 0,1 0 0 0 0,-1-1 0 0 0,0 1 0 0 0,0-1 0 0 0,0 0-1 0 0,0 0 1 0 0,0 0 0 0 0,0-1 0 0 0,0 1 0 0 0,0-1 0 0 0,0 1 0 0 0,0-1-1 0 0,0 0 1 0 0,0 0 0 0 0,0 0 0 0 0,0-1 0 0 0,-5 0 0 0 0,5 0-29 0 0,1 0 1 0 0,0 0-1 0 0,0 0 1 0 0,0 0 0 0 0,0-1-1 0 0,1 1 1 0 0,-1 0-1 0 0,0-1 1 0 0,0 1-1 0 0,1-1 1 0 0,-1 0-1 0 0,1 1 1 0 0,-1-1 0 0 0,1 0-1 0 0,0 0 1 0 0,0 0-1 0 0,0 0 1 0 0,0 0-1 0 0,0 0 1 0 0,0 0-1 0 0,1-1 1 0 0,-1 1 0 0 0,1 0-1 0 0,-1 0 1 0 0,1-1-1 0 0,0 1 1 0 0,0 0-1 0 0,0 0 1 0 0,0-1-1 0 0,0 1 1 0 0,0 0 0 0 0,2-4-1 0 0,1-10-4 0 0,2-1-1 0 0,0 1 1 0 0,1 1-1 0 0,0-1 1 0 0,1 1-1 0 0,1 0 1 0 0,12-17-1 0 0,74-94 22 0 0,-90 121 0 0 0,15-19 36 0 0,1 1 0 0 0,1 1 0 0 0,1 1 0 0 0,1 1 0 0 0,0 1 0 0 0,2 1 0 0 0,0 1 0 0 0,1 1 0 0 0,31-14 0 0 0,-56 30-20 0 0,0-1-1 0 0,0 0 0 0 0,0 1 1 0 0,0-1-1 0 0,0 1 1 0 0,1 0-1 0 0,-1-1 1 0 0,0 1-1 0 0,0 0 0 0 0,0-1 1 0 0,0 1-1 0 0,0 0 1 0 0,1 0-1 0 0,-1 0 1 0 0,0 0-1 0 0,0 0 0 0 0,0 1 1 0 0,0-1-1 0 0,1 0 1 0 0,-1 0-1 0 0,0 1 1 0 0,0-1-1 0 0,0 1 0 0 0,0-1 1 0 0,0 1-1 0 0,0-1 1 0 0,0 1-1 0 0,0 0 1 0 0,0-1-1 0 0,0 1 0 0 0,0 0 1 0 0,0 0-1 0 0,-1 0 1 0 0,1-1-1 0 0,0 1 1 0 0,0 1-1 0 0,0 0-38 0 0,-1 0-1 0 0,0 0 1 0 0,0-1-1 0 0,0 1 1 0 0,1 0 0 0 0,-2 0-1 0 0,1-1 1 0 0,0 1 0 0 0,0 0-1 0 0,0 0 1 0 0,-1-1 0 0 0,1 1-1 0 0,-1 0 1 0 0,0-1-1 0 0,1 1 1 0 0,-1 0 0 0 0,0-1-1 0 0,0 1 1 0 0,0-1 0 0 0,0 0-1 0 0,0 1 1 0 0,0-1 0 0 0,0 0-1 0 0,-2 2 1 0 0,2-2-94 0 0,0-1-1 0 0,0 1 1 0 0,-1-1 0 0 0,1 1-1 0 0,0-1 1 0 0,0 1 0 0 0,0-1-1 0 0,-1 0 1 0 0,1 0 0 0 0,0 1-1 0 0,0-1 1 0 0,-1 0 0 0 0,1 0 0 0 0,0 0-1 0 0,0 0 1 0 0,-1-1 0 0 0,1 1-1 0 0,0 0 1 0 0,0 0 0 0 0,-1-1-1 0 0,1 1 1 0 0,0-1 0 0 0,0 1 0 0 0,0-1-1 0 0,0 1 1 0 0,0-1 0 0 0,0 0-1 0 0,0 0 1 0 0,0 1 0 0 0,0-1-1 0 0,0 0 1 0 0,-1-1 0 0 0,-35-35 224 0 0,31 30-249 0 0,-4-4 216 0 0,1 0-1 0 0,0 0 0 0 0,-13-25 0 0 0,20 34-9 0 0,0-1 0 0 0,1 0-1 0 0,-1 0 1 0 0,1 0-1 0 0,0 0 1 0 0,0 0 0 0 0,0 0-1 0 0,0 0 1 0 0,1 0-1 0 0,-1 0 1 0 0,1 0-1 0 0,0 0 1 0 0,-1 0 0 0 0,2-1-1 0 0,-1 1 1 0 0,0 0-1 0 0,1 0 1 0 0,-1 0-1 0 0,1 0 1 0 0,0 0 0 0 0,0 0-1 0 0,0 0 1 0 0,3-6-1 0 0,-2 7 44 0 0,1 1-1 0 0,-1-1 0 0 0,1 0 0 0 0,-1 1 1 0 0,1 0-1 0 0,-1 0 0 0 0,1-1 0 0 0,0 1 0 0 0,0 1 1 0 0,0-1-1 0 0,-1 0 0 0 0,1 1 0 0 0,0 0 1 0 0,0-1-1 0 0,0 1 0 0 0,0 0 0 0 0,0 0 0 0 0,0 1 1 0 0,5 0-1 0 0,55 13 1019 0 0,-59-14-1012 0 0,-1 1 1 0 0,0 0 0 0 0,0 0 0 0 0,1 0-1 0 0,-1 1 1 0 0,0-1 0 0 0,0 1-1 0 0,0 0 1 0 0,-1 0 0 0 0,1 0 0 0 0,0 0-1 0 0,-1 0 1 0 0,1 0 0 0 0,-1 1-1 0 0,0-1 1 0 0,0 1 0 0 0,0 0-1 0 0,0 0 1 0 0,0 0 0 0 0,1 4 0 0 0,-1-1 110 0 0,-1 0 1 0 0,0 1 0 0 0,0-1 0 0 0,-1 0 0 0 0,0 1 0 0 0,0-1 0 0 0,0 1-1 0 0,-1-1 1 0 0,-2 12 0 0 0,-50 182 581 0 0,22-94-5731 0 0,30-101 3868 0 0,-3 8-1525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0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2889 0 0,'3'-4'423'0'0,"0"1"1"0"0,0 0-1 0 0,0 0 1 0 0,0 0-1 0 0,0 1 1 0 0,1-1-1 0 0,-1 1 1 0 0,1 0-1 0 0,0 0 1 0 0,0 0-1 0 0,0 0 1 0 0,0 1-1 0 0,8-3 1 0 0,9-4 708 0 0,25-17 901 0 0,-27 14-1218 0 0,1 0 0 0 0,1 2 1 0 0,-1 0-1 0 0,43-12 0 0 0,-62 21-741 0 0,1 0 0 0 0,-1 0 0 0 0,1 0 0 0 0,0 1 0 0 0,-1-1 0 0 0,1 0 0 0 0,-1 1 0 0 0,1-1 0 0 0,0 1-1 0 0,-1-1 1 0 0,1 1 0 0 0,-1-1 0 0 0,0 1 0 0 0,1 0 0 0 0,-1 0 0 0 0,0 0 0 0 0,1 0 0 0 0,-1 0 0 0 0,0 0-1 0 0,0 0 1 0 0,0 0 0 0 0,0 1 0 0 0,0-1 0 0 0,0 0 0 0 0,0 1 0 0 0,0-1 0 0 0,-1 1 0 0 0,1-1 0 0 0,0 1-1 0 0,-1-1 1 0 0,1 1 0 0 0,-1-1 0 0 0,0 1 0 0 0,1 1 0 0 0,2 11 27 0 0,0 0 0 0 0,-1 0 0 0 0,1 15-1 0 0,-2-12-72 0 0,4 17-148 0 0,6 67-2930 0 0,-9-77-146 0 0,-2-1 0 0 0,-2 30 0 0 0,-1-40 1041 0 0,0-2-841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3593 0 0,'-2'4'773'0'0,"-1"0"0"0"0,1 0-1 0 0,0 0 1 0 0,0 0 0 0 0,0 0 0 0 0,1 0 0 0 0,-1 1 0 0 0,0 4 0 0 0,-5 68 2458 0 0,5-47-2349 0 0,0-11-814 0 0,-1 68 689 0 0,3-83-1030 0 0,0 0 0 0 0,0 0 1 0 0,1 0-1 0 0,0 0 0 0 0,-1 0 0 0 0,2 0 0 0 0,-1 0 0 0 0,0 0 0 0 0,1 0 0 0 0,-1-1 0 0 0,1 1 0 0 0,0-1 0 0 0,1 1 0 0 0,-1-1 0 0 0,0 0 0 0 0,1 0 0 0 0,4 5 0 0 0,-6-8 69 0 0,0 1 0 0 0,0 0-1 0 0,0-1 1 0 0,-1 1 0 0 0,1-1 0 0 0,0 1-1 0 0,0-1 1 0 0,0 0 0 0 0,0 1 0 0 0,0-1-1 0 0,0 0 1 0 0,0 0 0 0 0,0 1 0 0 0,0-1-1 0 0,0 0 1 0 0,0 0 0 0 0,0 0-1 0 0,0 0 1 0 0,0 0 0 0 0,0-1 0 0 0,0 1-1 0 0,0 0 1 0 0,0 0 0 0 0,0-1 0 0 0,0 1-1 0 0,0-1 1 0 0,0 1 0 0 0,0 0 0 0 0,0-1-1 0 0,0 0 1 0 0,0 1 0 0 0,-1-1-1 0 0,1 0 1 0 0,0 1 0 0 0,1-2 0 0 0,8-6-2185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1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3465 0 0,'-1'0'229'0'0,"0"1"0"0"0,0 0 0 0 0,0 0 0 0 0,1 0 0 0 0,-1 0 1 0 0,0 0-1 0 0,1 0 0 0 0,-1 0 0 0 0,0 0 0 0 0,1 0 0 0 0,0 0 0 0 0,-1 1 0 0 0,1-1 1 0 0,0 0-1 0 0,-1 0 0 0 0,1 0 0 0 0,0 1 0 0 0,0-1 0 0 0,0 0 0 0 0,0 0 1 0 0,0 1-1 0 0,0-1 0 0 0,0 0 0 0 0,1 2 0 0 0,7 36 920 0 0,-6-30-665 0 0,3 12-259 0 0,0 0 0 0 0,-2 1 0 0 0,-1-1 0 0 0,0 42 0 0 0,-3-58-299 0 0,1 0 0 0 0,-1 0 1 0 0,0 0-1 0 0,0 1 1 0 0,0-1-1 0 0,-1 0 0 0 0,0-1 1 0 0,0 1-1 0 0,0 0 1 0 0,-1 0-1 0 0,1-1 0 0 0,-1 1 1 0 0,0-1-1 0 0,0 0 0 0 0,-1 0 1 0 0,1 0-1 0 0,-1-1 1 0 0,0 1-1 0 0,0-1 0 0 0,0 0 1 0 0,-1 0-1 0 0,1 0 1 0 0,0 0-1 0 0,-1-1 0 0 0,-9 3 1 0 0,-1 0 376 0 0,-1-2 0 0 0,0 0 0 0 0,-1-1 0 0 0,-27 0 0 0 0,19-1 5937 0 0,74-10-4636 0 0,70-21 0 0 0,-7-6-3662 0 0,-34 10-4685 0 0,-73 25 5781 0 0,0-1 1 0 0,0 0 0 0 0,-1 0 0 0 0,1-1-1 0 0,0 1 1 0 0,-1-1 0 0 0,0 0-1 0 0,0 0 1 0 0,5-5 0 0 0,3 1-1225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1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3137 0 0,'-9'12'7427'0'0,"4"9"-4319"0"0,2 23-1922 0 0,2-37-574 0 0,1 10-407 0 0,0 1-1 0 0,4 33 1 0 0,9-9-2583 0 0,-12-39 1619 0 0,1 0 0 0 0,0 0-1 0 0,-1 0 1 0 0,1 0-1 0 0,1-1 1 0 0,-1 1 0 0 0,0-1-1 0 0,1 0 1 0 0,-1 1 0 0 0,4 1-1 0 0</inkml:trace>
  <inkml:trace contextRef="#ctx0" brushRef="#br0" timeOffset="1">14 274 4137 0 0,'-13'6'5459'0'0,"25"-5"-2623"0"0,25-7-636 0 0,33-20-132 0 0,-53 18-1832 0 0,0 1-1 0 0,0 1 0 0 0,35-8 0 0 0,-51 14-215 0 0,0 0 0 0 0,0 0 0 0 0,-1 0 0 0 0,1 0 0 0 0,0-1 0 0 0,-1 1 0 0 0,1 0 0 0 0,0 0 0 0 0,0 0 0 0 0,-1 1 0 0 0,1-1 0 0 0,0 0 0 0 0,0 0 0 0 0,-1 0 0 0 0,1 0 0 0 0,0 1 0 0 0,-1-1 0 0 0,1 0 0 0 0,0 1 0 0 0,-1-1 0 0 0,1 0 0 0 0,0 1 0 0 0,-1-1 0 0 0,1 1 0 0 0,-1-1 0 0 0,1 1 0 0 0,-1-1 0 0 0,1 1 0 0 0,-1-1-1 0 0,1 1 1 0 0,-1 0 0 0 0,0-1 0 0 0,1 2 0 0 0,-1 0 18 0 0,1 0 0 0 0,-1 1 0 0 0,0-1 0 0 0,0 0 0 0 0,0 1 0 0 0,0-1 0 0 0,-1 0 0 0 0,1 0 0 0 0,-1 1 0 0 0,1-1 0 0 0,-2 2 0 0 0,-27 59 298 0 0,27-59-339 0 0,-9 15-147 0 0,0-1 0 0 0,-1 0 0 0 0,-29 32 0 0 0,40-49 90 0 0,43-34 120 0 0,-27 24-102 0 0,1 1-1 0 0,0 0 1 0 0,1 2-1 0 0,0 0 1 0 0,0 1-1 0 0,20-4 1 0 0,19-5-2981 0 0,-3-7-4528 0 0,-52 21 7354 0 0,0-1 1 0 0,-1 1-1 0 0,1-1 1 0 0,0 0-1 0 0,0 1 1 0 0,-1-1 0 0 0,1 1-1 0 0,0-1 1 0 0,-1 0-1 0 0,1 0 1 0 0,-1 1-1 0 0,1-1 1 0 0,-1 0 0 0 0,1 0-1 0 0,-1 0 1 0 0,0 1-1 0 0,1-1 1 0 0,-1 0-1 0 0,0 0 1 0 0,0 0 0 0 0,1 0-1 0 0,-1 0 1 0 0,0-1-1 0 0,0 0-87 0 0,3-7-1739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2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72 2088 0 0,'-36'-72'5050'0'0,"43"94"-470"0"0,1 28-2420 0 0,1-2-1200 0 0,-5-30-808 0 0,40 146 1104 0 0,-36-142-2260 0 0,1 1 0 0 0,20 34-1 0 0,-29-57 911 0 0,0 0-1 0 0,0 1 0 0 0,0-1 1 0 0,0 0-1 0 0,0 0 0 0 0,0 1 1 0 0,1-1-1 0 0,-1 0 0 0 0,0 1 1 0 0,0-1-1 0 0,0 0 0 0 0,0 0 1 0 0,0 1-1 0 0,0-1 0 0 0,0 0 1 0 0,1 0-1 0 0,-1 0 0 0 0,0 1 1 0 0,0-1-1 0 0,0 0 0 0 0,0 0 1 0 0,1 0-1 0 0,-1 1 0 0 0,0-1 0 0 0,0 0 1 0 0,1 0-1 0 0,-1 0 0 0 0,0 0 1 0 0,0 0-1 0 0,1 1 0 0 0,-1-1 1 0 0,0 0-1 0 0,0 0 0 0 0,1 0 1 0 0,-1 0-1 0 0,0 0 0 0 0,0 0 1 0 0,1 0-1 0 0,-1 0 0 0 0,0 0 1 0 0,1 0-1 0 0,-1 0 0 0 0,0 0 1 0 0,0 0-1 0 0,1 0 0 0 0,-1-1 1 0 0,1-15-2709 0 0,-7-23 540 0 0,-33-43 1011 0 0,13 30 2215 0 0,7 0 5179 0 0,62 50-2641 0 0,-31 1-3253 0 0,80-9-960 0 0,-24 2-5772 0 0,-60 9 4432 0 0,-2 1-868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57 5185 0 0,'-1'1'166'0'0,"1"-1"0"0"0,-1 1 0 0 0,1 0 0 0 0,-1-1 0 0 0,1 1 0 0 0,0 0 0 0 0,-1-1-1 0 0,1 1 1 0 0,0 0 0 0 0,0-1 0 0 0,-1 1 0 0 0,1 0 0 0 0,0 0 0 0 0,0-1 0 0 0,0 1 0 0 0,0 0 0 0 0,0 0 0 0 0,0-1 0 0 0,0 1 0 0 0,0 0 0 0 0,1 0-1 0 0,-1-1 1 0 0,0 1 0 0 0,0 0 0 0 0,0-1 0 0 0,1 1 0 0 0,-1 0 0 0 0,0-1 0 0 0,1 1 0 0 0,-1 0 0 0 0,1-1 0 0 0,0 2 0 0 0,0-2 19 0 0,1 1 1 0 0,0 0-1 0 0,-1-1 1 0 0,1 1 0 0 0,0-1-1 0 0,-1 0 1 0 0,1 1-1 0 0,0-1 1 0 0,0 0 0 0 0,-1 0-1 0 0,1 0 1 0 0,0 0 0 0 0,2-1-1 0 0,54-13 1666 0 0,-57 13-1758 0 0,66-25 1547 0 0,-47 17-1181 0 0,0 0 1 0 0,1 2 0 0 0,37-8-1 0 0,-56 14-431 0 0,0 1-1 0 0,0-1 1 0 0,0 1-1 0 0,0 0 0 0 0,0 0 1 0 0,0 0-1 0 0,0 0 1 0 0,0 0-1 0 0,0 0 1 0 0,0 1-1 0 0,0-1 0 0 0,0 1 1 0 0,-1-1-1 0 0,1 1 1 0 0,0 0-1 0 0,0-1 0 0 0,0 1 1 0 0,-1 0-1 0 0,1 0 1 0 0,0 1-1 0 0,-1-1 1 0 0,1 0-1 0 0,-1 0 0 0 0,1 1 1 0 0,-1-1-1 0 0,2 3 1 0 0,0 1 1 0 0,-1 1 0 0 0,1-1 0 0 0,-1 1 1 0 0,-1 0-1 0 0,1 0 0 0 0,-1 0 0 0 0,1 6 1 0 0,-2-7-716 0 0,1 0 0 0 0,0 1-1 0 0,0-1 1 0 0,0 0 0 0 0,1 0 0 0 0,0 0 0 0 0,0-1 0 0 0,0 1 0 0 0,6 9 0 0 0,-8-14 453 0 0,0 1 0 0 0,1-1-1 0 0,-1 0 1 0 0,0 1 0 0 0,1-1 0 0 0,-1 0 0 0 0,1 1 0 0 0,-1-1 0 0 0,0 0 0 0 0,1 0 0 0 0,-1 1 0 0 0,1-1-1 0 0,-1 0 1 0 0,1 0 0 0 0,-1 0 0 0 0,1 1 0 0 0,-1-1 0 0 0,1 0 0 0 0,-1 0 0 0 0,1 0 0 0 0,-1 0 0 0 0,1 0-1 0 0,-1 0 1 0 0,1 0 0 0 0,-1 0 0 0 0,1 0 0 0 0,0-1 0 0 0,6-2-4163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3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121 118 1616 0 0,'-18'-35'1681'0'0,"11"21"-197"0"0,0 1 1 0 0,0 0 0 0 0,-19-24-1 0 0,26 37-1371 0 0,0-1 0 0 0,0 1-1 0 0,-1 0 1 0 0,1-1-1 0 0,0 1 1 0 0,-1 0 0 0 0,1-1-1 0 0,0 1 1 0 0,-1 0 0 0 0,1 0-1 0 0,0-1 1 0 0,-1 1-1 0 0,1 0 1 0 0,-1 0 0 0 0,1 0-1 0 0,0-1 1 0 0,-1 1 0 0 0,1 0-1 0 0,-1 0 1 0 0,1 0 0 0 0,-1 0-1 0 0,1 0 1 0 0,0 0-1 0 0,-1 0 1 0 0,1 0 0 0 0,-1 0-1 0 0,1 0 1 0 0,-1 0 0 0 0,1 0-1 0 0,-1 0 1 0 0,1 1-1 0 0,0-1 1 0 0,-1 0 0 0 0,-10 15 1704 0 0,0 22-522 0 0,1 29-594 0 0,-1 72 0 0 0,11-113-1463 0 0,1 1 0 0 0,1 0-1 0 0,7 31 1 0 0,0-28-2066 0 0,-9-29 2536 0 0,1 1 1 0 0,-1-1 0 0 0,0 1 0 0 0,0 0 0 0 0,0-1 0 0 0,1 1-1 0 0,-1-1 1 0 0,0 1 0 0 0,0-1 0 0 0,1 1 0 0 0,-1-1 0 0 0,1 1-1 0 0,-1-1 1 0 0,0 1 0 0 0,1-1 0 0 0,-1 1 0 0 0,1-1-1 0 0,-1 0 1 0 0,1 1 0 0 0,-1-1 0 0 0,1 0 0 0 0,-1 0 0 0 0,1 1-1 0 0,0-1 1 0 0,3-1-2923 0 0</inkml:trace>
  <inkml:trace contextRef="#ctx0" brushRef="#br0" timeOffset="1">5 162 3033 0 0,'4'4'5819'0'0,"13"14"-3497"0"0,-2-7-2023 0 0,0 0 0 0 0,1-2 0 0 0,0 0 0 0 0,0 0 0 0 0,24 7 0 0 0,-28-12-1135 0 0,0 0 1 0 0,0-1-1 0 0,0-1 0 0 0,1 0 0 0 0,-1-1 1 0 0,1 0-1 0 0,-1-1 0 0 0,23-2 0 0 0,-9-9-2175 0 0,-14 5 1096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3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2889 0 0,'-3'15'1339'0'0,"2"0"0"0"0,0 0 1 0 0,1 0-1 0 0,0 1 0 0 0,5 27 1 0 0,22 77-334 0 0,-19-90-1028 0 0,4 7-986 0 0,0-16-3513 0 0,-11-45 1116 0 0,0 9 3523 0 0,-2 6 234 0 0,-1 1 1 0 0,0 0 0 0 0,0-1-1 0 0,0 1 1 0 0,-5-9-1 0 0,-8-32 4988 0 0,15 47-5265 0 0,1 1 0 0 0,-1-1 1 0 0,1 0-1 0 0,-1 0 1 0 0,1 1-1 0 0,0-1 0 0 0,0 0 1 0 0,0 1-1 0 0,0-1 0 0 0,0 1 1 0 0,0-1-1 0 0,0 1 1 0 0,0-1-1 0 0,0 1 0 0 0,1 0 1 0 0,-1 0-1 0 0,1 0 1 0 0,-1 0-1 0 0,1 0 0 0 0,-1 0 1 0 0,1 0-1 0 0,0 0 0 0 0,-1 0 1 0 0,1 1-1 0 0,0-1 1 0 0,0 1-1 0 0,2-1 0 0 0,51-14-2433 0 0,-8 11-4837 0 0,-41 5 4890 0 0</inkml:trace>
  <inkml:trace contextRef="#ctx0" brushRef="#br0" timeOffset="1">4 459 4001 0 0,'-2'13'777'0'0,"1"-1"1"0"0,0 1-1 0 0,1 0 0 0 0,1 0 1 0 0,0 0-1 0 0,0 0 1 0 0,1 0-1 0 0,7 20 0 0 0,-9-30-727 0 0,1 0 0 0 0,0 0 0 0 0,0-1 0 0 0,0 1 0 0 0,0 0 0 0 0,1 0 0 0 0,-1 0 0 0 0,1-1 0 0 0,-1 1 0 0 0,1-1 0 0 0,0 1 0 0 0,0-1 0 0 0,0 0 0 0 0,1 0 0 0 0,-1 0 0 0 0,0 0 0 0 0,1 0 0 0 0,-1 0 0 0 0,1-1 0 0 0,0 1 0 0 0,-1-1 0 0 0,1 0 0 0 0,0 1 0 0 0,0-1 0 0 0,0-1 0 0 0,0 1 0 0 0,0 0 0 0 0,0-1 0 0 0,0 0-1 0 0,0 1 1 0 0,0-1 0 0 0,0 0 0 0 0,0-1 0 0 0,1 1 0 0 0,-1 0 0 0 0,0-1 0 0 0,0 0 0 0 0,0 0 0 0 0,-1 0 0 0 0,1 0 0 0 0,5-3 0 0 0,0 0 152 0 0,-1-1 1 0 0,0 0-1 0 0,0-1 0 0 0,-1 1 1 0 0,1-1-1 0 0,-1-1 0 0 0,0 1 1 0 0,-1-1-1 0 0,0 0 0 0 0,0 0 0 0 0,0-1 1 0 0,-1 0-1 0 0,0 1 0 0 0,-1-1 1 0 0,1-1-1 0 0,-2 1 0 0 0,4-16 1 0 0,-4 19-105 0 0,-1-1 1 0 0,-1 1 0 0 0,1 0 0 0 0,-1 0 0 0 0,0-1 0 0 0,0 1-1 0 0,-1 0 1 0 0,1-1 0 0 0,-1 1 0 0 0,0 0 0 0 0,-1 0 0 0 0,1 0 0 0 0,-4-7-1 0 0,3 8-68 0 0,0 1-1 0 0,0 0 1 0 0,0 0-1 0 0,-1 0 1 0 0,1 1-1 0 0,-1-1 1 0 0,0 1-1 0 0,0-1 1 0 0,0 1-1 0 0,0 0 0 0 0,0 0 1 0 0,0 0-1 0 0,-1 0 1 0 0,1 1-1 0 0,-1-1 1 0 0,1 1-1 0 0,-1 0 1 0 0,1 0-1 0 0,-1 0 1 0 0,-7 0-1 0 0,6 1-225 0 0,0-1 0 0 0,0 1 0 0 0,-1 0 0 0 0,1 1 0 0 0,0 0 0 0 0,-1-1 0 0 0,1 2-1 0 0,0-1 1 0 0,0 0 0 0 0,0 1 0 0 0,-6 3 0 0 0,-31 18-7693 0 0,42-23 7779 0 0,-11 7-5381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4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47 2280 0 0,'-13'-8'6869'0'0,"43"8"-3295"0"0,22-18-1912 0 0,-43 14-1490 0 0,0 1-1 0 0,0 0 1 0 0,1 0-1 0 0,-1 1 1 0 0,1 0-1 0 0,13-1 1 0 0,-23 3 121 0 0,-2 2-138 0 0,-2 0 0 0 0,1 0 0 0 0,0-1-1 0 0,0 1 1 0 0,0-1 0 0 0,-1 1 0 0 0,1-1-1 0 0,-1 0 1 0 0,1 0 0 0 0,-1-1 0 0 0,-4 1-1 0 0,2 0-22 0 0,-20 6-47 0 0,15-5-69 0 0,0 1 0 0 0,0 0 1 0 0,0 1-1 0 0,-18 9 1 0 0,26-11-17 0 0,0 0 1 0 0,1-1-1 0 0,-1 1 1 0 0,1 1 0 0 0,-1-1-1 0 0,1 0 1 0 0,0 1-1 0 0,0-1 1 0 0,0 1 0 0 0,0-1-1 0 0,0 1 1 0 0,1 0-1 0 0,-1 0 1 0 0,1 0 0 0 0,0 0-1 0 0,-1 0 1 0 0,1 0-1 0 0,1 0 1 0 0,-1 1 0 0 0,0-1-1 0 0,1 4 1 0 0,0 27 37 0 0,1 1-1 0 0,2-1 1 0 0,1 0 0 0 0,2-1 0 0 0,2 1-1 0 0,0-1 1 0 0,3-1 0 0 0,0 0 0 0 0,20 38-1 0 0,-30-68-37 0 0,0 0 1 0 0,0 0-1 0 0,0 0 0 0 0,0 0 0 0 0,1 0 0 0 0,-1 0 1 0 0,0 0-1 0 0,1-1 0 0 0,0 1 0 0 0,-1 0 0 0 0,1-1 1 0 0,0 1-1 0 0,0-1 0 0 0,0 0 0 0 0,0 0 0 0 0,0 0 0 0 0,0 0 1 0 0,0 0-1 0 0,0 0 0 0 0,1 0 0 0 0,3 0 0 0 0,-2-1 39 0 0,1 0 0 0 0,-1 0 0 0 0,0 0 0 0 0,1 0 0 0 0,-1-1 0 0 0,0 0 0 0 0,0 0 0 0 0,0 0 0 0 0,0-1 0 0 0,0 1 0 0 0,5-3 0 0 0,4-3-633 0 0,-1-1-1 0 0,0 0 0 0 0,0-1 0 0 0,0 0 0 0 0,-1-1 1 0 0,12-13-1 0 0,-22 23 309 0 0,-1-1 0 0 0,1 1 0 0 0,-1-1 0 0 0,1 1 0 0 0,0-1 0 0 0,-1 0 1 0 0,1 1-1 0 0,-1-1 0 0 0,0 1 0 0 0,1-1 0 0 0,-1 0 0 0 0,1 0 0 0 0,-1 1 0 0 0,0-1 0 0 0,0 0 1 0 0,1 0-1 0 0,-1 1 0 0 0,0-1 0 0 0,0 0 0 0 0,0 0 0 0 0,0 1 0 0 0,0-1 0 0 0,0 0 0 0 0,0 0 1 0 0,0 0-1 0 0,0 1 0 0 0,0-1 0 0 0,0 0 0 0 0,-1 0 0 0 0,1 1 0 0 0,0-1 0 0 0,0 0 0 0 0,-1 0 1 0 0,0 0-1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5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4889 0 0,'1'6'7607'0'0,"-1"-6"-7497"0"0,15-2 2047 0 0,18-7-1929 0 0,1-4-56 0 0,29-12-2842 0 0,4 10-5813 0 0,-49 15 5633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 2561 0 0,'0'-1'142'0'0,"0"1"1"0"0,0 0 0 0 0,0 0-1 0 0,0 0 1 0 0,-1 0 0 0 0,1-1 0 0 0,0 1-1 0 0,0 0 1 0 0,0 0 0 0 0,-1 0-1 0 0,1 0 1 0 0,0 0 0 0 0,0 0 0 0 0,-1 0-1 0 0,1 0 1 0 0,0 0 0 0 0,0-1 0 0 0,-1 1-1 0 0,1 0 1 0 0,0 0 0 0 0,0 0-1 0 0,-1 0 1 0 0,1 0 0 0 0,0 0 0 0 0,0 1-1 0 0,-1-1 1 0 0,1 0 0 0 0,0 0-1 0 0,0 0 1 0 0,0 0 0 0 0,-1 0 0 0 0,1 0-1 0 0,0 0 1 0 0,0 0 0 0 0,-1 1-1 0 0,1-1 1 0 0,0 0 0 0 0,0 0 0 0 0,0 0-1 0 0,0 0 1 0 0,-1 1 0 0 0,1-1 0 0 0,0 0-1 0 0,-2 16 2500 0 0,9 25-1711 0 0,-6-36-424 0 0,4 21-176 0 0,25 106 828 0 0,-26-115-1595 0 0,2-1 1 0 0,0 0-1 0 0,0 0 1 0 0,2-1 0 0 0,16 26-1 0 0,-24-40 332 0 0,0 0 0 0 0,1 0 0 0 0,-1 0 1 0 0,1-1-1 0 0,-1 1 0 0 0,1 0 0 0 0,-1 0 0 0 0,1 0 0 0 0,-1-1 0 0 0,1 1 0 0 0,0 0 0 0 0,0 0 0 0 0,-1-1 0 0 0,1 1 0 0 0,0-1 0 0 0,0 1 1 0 0,0-1-1 0 0,-1 1 0 0 0,1-1 0 0 0,0 1 0 0 0,0-1 0 0 0,0 0 0 0 0,0 0 0 0 0,1 1 0 0 0,-2-22-1617 0 0,-17-37 771 0 0,-1 20 1515 0 0,-6-13 3956 0 0,58 30-2559 0 0,-16 11-1778 0 0,-8 2-116 0 0,0 1-1 0 0,0-1 1 0 0,-1-1-1 0 0,0 0 0 0 0,0 0 1 0 0,-1-1-1 0 0,11-18 1 0 0,1-21 2930 0 0,-22 85 283 0 0,10 34-2520 0 0,-2-22-368 0 0,-4-18-214 0 0,1-1 1 0 0,12 44 0 0 0,-12-62-411 0 0,1-1 1 0 0,0 1 0 0 0,0-1 0 0 0,8 11 0 0 0,-9-16-223 0 0,0 0 0 0 0,0-1 0 0 0,0 0 0 0 0,1 1 0 0 0,0-1 0 0 0,0-1 0 0 0,0 1 0 0 0,0-1 0 0 0,8 5 1 0 0,-13-8 319 0 0,1-1 0 0 0,0 1 0 0 0,0-1 0 0 0,0 1 0 0 0,0 0 0 0 0,-1-1 0 0 0,1 1 0 0 0,0-1 0 0 0,0 1 0 0 0,0-1 0 0 0,0 1 0 0 0,0-1 0 0 0,0 1 0 0 0,0 0 0 0 0,0-1 0 0 0,0 1 0 0 0,0-1 0 0 0,0 1 0 0 0,1-1 0 0 0,-1 1 1 0 0,0 0-1 0 0,0-1 0 0 0,0 1 0 0 0,0-1 0 0 0,1 1 0 0 0,-1 0 0 0 0,0-1 0 0 0,0 1 0 0 0,1 0 0 0 0,-1-1 0 0 0,0 1 0 0 0,1 0 0 0 0,-1-1 0 0 0,0 1 0 0 0,1 0 0 0 0,-1 0 0 0 0,1-1 0 0 0,-1 1 0 0 0,0 0 0 0 0,1 0 0 0 0,-1 0 0 0 0,1 0 1 0 0,-1-1-1 0 0,0 1 0 0 0,1 0 0 0 0,-1 0 0 0 0,1 0 0 0 0,-1 0 0 0 0,1 0 0 0 0,-1 0 0 0 0,1 0 0 0 0,-1 0 0 0 0,0 0 0 0 0,1 1 0 0 0,-1-1 0 0 0,1 0 0 0 0,-1 0 0 0 0,1 0 0 0 0,-1 0 0 0 0,0 1 0 0 0,1-1 0 0 0,-1 0 0 0 0,0 0 0 0 0,1 1 1 0 0,-1-1-1 0 0,0 0 0 0 0,1 0 0 0 0,-1 1 0 0 0,1 0 0 0 0,-9-28-3486 0 0,5 10 785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6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1 123 5041 0 0,'0'0'111'0'0,"1"0"0"0"0,-1 0 0 0 0,0 0 1 0 0,0 0-1 0 0,1 0 0 0 0,-1 0 0 0 0,0 0 0 0 0,1 0 0 0 0,-1 0 0 0 0,0 0 1 0 0,0 0-1 0 0,1 0 0 0 0,-1 0 0 0 0,0 0 0 0 0,1 0 0 0 0,-1 0 0 0 0,0 0 1 0 0,1 0-1 0 0,-1 0 0 0 0,0 0 0 0 0,0 0 0 0 0,1 0 0 0 0,-1 1 0 0 0,0-1 0 0 0,0 0 1 0 0,1 0-1 0 0,-1 0 0 0 0,0 0 0 0 0,0 1 0 0 0,1-1 0 0 0,-1 0 0 0 0,0 0 1 0 0,0 1-1 0 0,0-1 0 0 0,0 0 0 0 0,1 0 0 0 0,-1 1 0 0 0,0-1 0 0 0,0 0 0 0 0,0 0 1 0 0,0 1-1 0 0,0-1 0 0 0,0 0 0 0 0,0 1 0 0 0,0-1 0 0 0,0 0 0 0 0,0 1 1 0 0,0-1-1 0 0,0 0 0 0 0,0 0 0 0 0,0 1 0 0 0,0-1 0 0 0,0 0 0 0 0,0 1 1 0 0,0-1-1 0 0,0 0 0 0 0,0 0 0 0 0,0 1 0 0 0,-1-1 0 0 0,1 0 0 0 0,0 0 0 0 0,0 1 1 0 0,10-7 74 0 0,1 0 0 0 0,-1-1 1 0 0,-1 0-1 0 0,15-14 1 0 0,-18 15 6 0 0,0 1 0 0 0,0-1 1 0 0,0 1-1 0 0,1 0 0 0 0,-1 1 0 0 0,1-1 1 0 0,0 1-1 0 0,1 1 0 0 0,-1-1 0 0 0,1 1 1 0 0,-1 1-1 0 0,16-4 0 0 0,-21 6-109 0 0,0 0 0 0 0,0 1 0 0 0,0-1-1 0 0,0 1 1 0 0,0 0 0 0 0,1 0 0 0 0,-1-1-1 0 0,0 1 1 0 0,0 0 0 0 0,-1 1 0 0 0,1-1-1 0 0,0 0 1 0 0,0 0 0 0 0,0 1 0 0 0,-1-1-1 0 0,1 1 1 0 0,-1 0 0 0 0,1-1 0 0 0,-1 1-1 0 0,0 0 1 0 0,0 0 0 0 0,0 0 0 0 0,0 0-1 0 0,0 0 1 0 0,0 0 0 0 0,0 0 0 0 0,-1 0-1 0 0,1 0 1 0 0,-1 1 0 0 0,1-1-1 0 0,-1 0 1 0 0,0 3 0 0 0,3 12 210 0 0,-1 0-1 0 0,-1 34 1 0 0,-1-44-249 0 0,-2 34-121 0 0,0 38 220 0 0,3-74-645 0 0,-1 0 0 0 0,0-1 0 0 0,1 1 0 0 0,0 0 0 0 0,0 0 0 0 0,1-1-1 0 0,-1 1 1 0 0,1 0 0 0 0,0-1 0 0 0,0 0 0 0 0,1 1 0 0 0,3 4 0 0 0,-6-9 384 0 0,0 0 1 0 0,0 1 0 0 0,0-1-1 0 0,0 0 1 0 0,0 1 0 0 0,0-1-1 0 0,1 0 1 0 0,-1 0 0 0 0,0 1-1 0 0,0-1 1 0 0,0 0 0 0 0,0 0 0 0 0,1 1-1 0 0,-1-1 1 0 0,0 0 0 0 0,0 0-1 0 0,1 0 1 0 0,-1 1 0 0 0,0-1-1 0 0,1 0 1 0 0,-1 0 0 0 0,0 0-1 0 0,0 0 1 0 0,1 0 0 0 0,-1 0-1 0 0,0 1 1 0 0,1-1 0 0 0,-1 0-1 0 0,0 0 1 0 0,1 0 0 0 0,-1 0-1 0 0,0 0 1 0 0,1 0 0 0 0,-1 0-1 0 0,0 0 1 0 0,1 0 0 0 0,-1-1-1 0 0,0 1 1 0 0,0 0 0 0 0,1 0-1 0 0,-1 0 1 0 0,0 0 0 0 0,1 0 0 0 0,-1-1-1 0 0,0 1 1 0 0,0 0 0 0 0,1 0-1 0 0,-1 0 1 0 0,0-1 0 0 0,0 1-1 0 0,1 0 1 0 0,3-16-3464 0 0,-4 14 3265 0 0,5-6-1888 0 0</inkml:trace>
  <inkml:trace contextRef="#ctx0" brushRef="#br0" timeOffset="1">301 0 2641 0 0,'8'83'10258'0'0,"14"0"-7120"0"0,-15-64-4036 0 0,0-1-1 0 0,15 24 1 0 0,-15-30-915 0 0,1 0 0 0 0,1-1 0 0 0,17 19 1 0 0,-20-33-3591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6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55 2224 0 0,'0'-1'111'0'0,"-1"0"-1"0"0,0-1 0 0 0,0 0 1 0 0,1 1-1 0 0,-1-1 0 0 0,1 1 1 0 0,-1-1-1 0 0,1 1 0 0 0,0-1 1 0 0,0 0-1 0 0,0 1 0 0 0,0-1 1 0 0,0-3-1 0 0,0 5 22 0 0,0-1-1 0 0,1 0 1 0 0,-1 1-1 0 0,0-1 1 0 0,1 1-1 0 0,-1-1 1 0 0,0 0-1 0 0,1 1 1 0 0,-1-1 0 0 0,1 1-1 0 0,-1-1 1 0 0,1 1-1 0 0,-1-1 1 0 0,1 1-1 0 0,-1 0 1 0 0,1-1 0 0 0,0 1-1 0 0,-1 0 1 0 0,1-1-1 0 0,-1 1 1 0 0,1 0-1 0 0,1-1 1 0 0,4 0 979 0 0,1 1 0 0 0,-1-1 0 0 0,1 1 0 0 0,-1 1 0 0 0,13 1 0 0 0,14 0 717 0 0,-28-2-1877 0 0,5 0-1277 0 0,1-1 1 0 0,0 0 0 0 0,0 0-1 0 0,0-1 1 0 0,-1-1 0 0 0,20-6 0 0 0,-20 4-2790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6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3409 0 0,'-3'9'2304'0'0,"0"4"-527"0"0,2 7-329 0 0,-1 6-224 0 0,5 4-352 0 0,0 1-344 0 0,2 6-255 0 0,1 2-121 0 0,2-1-104 0 0,2 0-176 0 0,1-3-289 0 0,1-7-423 0 0,0-2-392 0 0,0-7-312 0 0,-1-5-129 0 0,0-5 41 0 0,-8-10-376 0 0,9 2-97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7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3617 0 0,'3'21'1882'0'0,"1"-1"1"0"0,1 0-1 0 0,7 20 0 0 0,27 58 525 0 0,-27-72-2366 0 0,-1 1 0 0 0,-1 1-1 0 0,-1 0 1 0 0,-1 0 0 0 0,5 44 0 0 0,-12-68-84 0 0,-1 0 0 0 0,0 0 0 0 0,1-1 0 0 0,-2 1 0 0 0,1 0 0 0 0,0 0 0 0 0,-1 0 0 0 0,1-1 0 0 0,-1 1 1 0 0,0 0-1 0 0,-1-1 0 0 0,1 1 0 0 0,-1 0 0 0 0,1-1 0 0 0,-1 0 0 0 0,0 1 0 0 0,0-1 0 0 0,0 0 0 0 0,-1 0 0 0 0,1 0 1 0 0,-1 0-1 0 0,0-1 0 0 0,0 1 0 0 0,0-1 0 0 0,-3 3 0 0 0,2-3-5 0 0,0-1 0 0 0,0 0 0 0 0,0 1 0 0 0,-1-2 0 0 0,1 1 0 0 0,0 0 0 0 0,0-1 0 0 0,-1 0 0 0 0,1 0 0 0 0,0 0 0 0 0,0 0 0 0 0,-1-1 0 0 0,1 0 0 0 0,0 0 0 0 0,0 0 0 0 0,0 0 0 0 0,0-1 0 0 0,0 1 0 0 0,0-1 0 0 0,0 0 0 0 0,1 0 0 0 0,-6-4 0 0 0,2 2 144 0 0,1 0 0 0 0,0-1 0 0 0,1 1 0 0 0,-1-1 0 0 0,1 0 0 0 0,0-1-1 0 0,0 1 1 0 0,0-1 0 0 0,1 0 0 0 0,-6-10 0 0 0,9 13-66 0 0,1 1 0 0 0,-1 0 0 0 0,0-1 0 0 0,1 1 0 0 0,-1-1 0 0 0,1 1 0 0 0,0 0 0 0 0,0-1 0 0 0,0 1 0 0 0,0-1 0 0 0,0 1 0 0 0,0-1 0 0 0,1 1 0 0 0,-1 0 0 0 0,1-1 0 0 0,0 1 0 0 0,0 0 0 0 0,0-1 0 0 0,0 1 0 0 0,0 0 0 0 0,0 0 0 0 0,0 0 0 0 0,1 0 0 0 0,-1 0 0 0 0,1 0 0 0 0,0 0 0 0 0,-1 0 0 0 0,1 1 0 0 0,0-1 0 0 0,0 1 0 0 0,0-1 0 0 0,0 1 0 0 0,0 0 0 0 0,4-2 0 0 0,57-30-1783 0 0,-43 23-1122 0 0,-1-1 0 0 0,27-18 0 0 0,-32 20 418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7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2865 0 0,'14'29'7257'0'0,"-3"32"-4101"0"0,-7-28-2170 0 0,6 30-569 0 0,-6-34-435 0 0,11 44 0 0 0,-13-65-534 0 0,1-1-1 0 0,0 1 1 0 0,0-1 0 0 0,0 0-1 0 0,1 0 1 0 0,5 7-1 0 0,-9-14 444 0 0,0 0 0 0 0,0 0 0 0 0,0 1 1 0 0,0-1-1 0 0,1 0 0 0 0,-1 1 0 0 0,0-1 0 0 0,0 0 0 0 0,0 1 0 0 0,0-1 0 0 0,0 0 0 0 0,1 0 0 0 0,-1 0 0 0 0,0 1 0 0 0,0-1 0 0 0,1 0 0 0 0,-1 0 0 0 0,0 1 0 0 0,0-1 0 0 0,1 0 0 0 0,-1 0 0 0 0,0 0 0 0 0,1 0 0 0 0,-1 0 1 0 0,0 0-1 0 0,0 1 0 0 0,1-1 0 0 0,-1 0 0 0 0,0 0 0 0 0,1 0 0 0 0,-1 0 0 0 0,0 0 0 0 0,1 0 0 0 0,-1 0 0 0 0,0 0 0 0 0,1 0 0 0 0,-1 0 0 0 0,0-1 0 0 0,1 1 0 0 0,-1 0 0 0 0,0 0 0 0 0,0 0 0 0 0,1 0 0 0 0,-1 0 1 0 0,0 0-1 0 0,1-1 0 0 0,-1 1 0 0 0,0 0 0 0 0,0 0 0 0 0,1-1 0 0 0,5-21-2240 0 0,-5-28 1535 0 0,-2 38 1199 0 0,-1 0 0 0 0,0 0-1 0 0,-1 1 1 0 0,-1-1 0 0 0,0 1-1 0 0,0 0 1 0 0,-8-14 0 0 0,-6-15 4413 0 0,18 40-4754 0 0,0-1 0 0 0,0 1 0 0 0,1-1 0 0 0,-1 1 0 0 0,0-1 0 0 0,0 1 0 0 0,0-1 0 0 0,1 1 0 0 0,-1-1 0 0 0,0 1-1 0 0,1-1 1 0 0,-1 1 0 0 0,1-1 0 0 0,-1 1 0 0 0,0 0 0 0 0,1-1 0 0 0,-1 1 0 0 0,1 0 0 0 0,-1-1 0 0 0,1 1 0 0 0,-1 0-1 0 0,1 0 1 0 0,-1-1 0 0 0,1 1 0 0 0,-1 0 0 0 0,1 0 0 0 0,0 0 0 0 0,-1 0 0 0 0,1 0 0 0 0,-1 0 0 0 0,1 0 0 0 0,-1 0-1 0 0,1 0 1 0 0,0 0 0 0 0,-1 0 0 0 0,1 0 0 0 0,-1 0 0 0 0,1 0 0 0 0,-1 0 0 0 0,1 1 0 0 0,0-1 0 0 0,35 4-437 0 0,-31-4 458 0 0,27 3-917 0 0,52 8-7247 0 0,-77-7 6118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8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2433 0 0,'0'1'161'0'0,"0"0"1"0"0,0 0-1 0 0,0 0 1 0 0,0-1 0 0 0,0 1-1 0 0,0 0 1 0 0,0 0-1 0 0,1 0 1 0 0,-1 0 0 0 0,0-1-1 0 0,0 1 1 0 0,1 0-1 0 0,-1 0 1 0 0,1-1 0 0 0,-1 1-1 0 0,0 0 1 0 0,1 0-1 0 0,0-1 1 0 0,-1 1 0 0 0,1-1-1 0 0,-1 1 1 0 0,1 0-1 0 0,0-1 1 0 0,-1 1 0 0 0,1-1-1 0 0,1 1 1 0 0,25 0 2116 0 0,32-24-440 0 0,-50 19-1325 0 0,26-15 341 0 0,-28 14-718 0 0,1 1-1 0 0,-1-1 0 0 0,1 1 1 0 0,0 1-1 0 0,0 0 0 0 0,0 0 1 0 0,0 0-1 0 0,15-1 1 0 0,-23 4-110 0 0,1 1 1 0 0,-1 0 0 0 0,0-1-1 0 0,0 1 1 0 0,0-1 0 0 0,0 1 0 0 0,1 0-1 0 0,-1-1 1 0 0,0 1 0 0 0,0 0 0 0 0,0-1-1 0 0,-1 1 1 0 0,1 0 0 0 0,0-1-1 0 0,0 1 1 0 0,0 0 0 0 0,0-1 0 0 0,-1 1-1 0 0,1 0 1 0 0,0-1 0 0 0,-1 1 0 0 0,1-1-1 0 0,0 1 1 0 0,-1-1 0 0 0,1 1-1 0 0,0-1 1 0 0,-1 1 0 0 0,1-1 0 0 0,-1 1-1 0 0,0 0 1 0 0,-14 21 219 0 0,-27 22-31 0 0,29-30-244 0 0,0 0 0 0 0,0 1 0 0 0,-17 27 0 0 0,30-42 18 0 0,0 0 0 0 0,-1 1 0 0 0,1-1-1 0 0,0 1 1 0 0,-1-1 0 0 0,1 1 0 0 0,0-1 0 0 0,0 0 0 0 0,-1 1-1 0 0,1-1 1 0 0,0 1 0 0 0,0-1 0 0 0,0 1 0 0 0,0-1 0 0 0,0 1-1 0 0,0-1 1 0 0,0 1 0 0 0,0-1 0 0 0,0 1 0 0 0,0-1 0 0 0,0 1-1 0 0,0-1 1 0 0,0 1 0 0 0,0-1 0 0 0,0 1 0 0 0,1-1 0 0 0,-1 1-1 0 0,0-1 1 0 0,0 1 0 0 0,0-1 0 0 0,1 1 0 0 0,0 0 0 0 0,17 1-234 0 0,25-12-28 0 0,-42 10 259 0 0,8-3-17 0 0,97-35-2469 0 0,-93 32 1312 0 0,0 0 1 0 0,0-1-1 0 0,-1 0 0 0 0,0-1 0 0 0,20-18 0 0 0,-16 11-1669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8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5169 0 0,'-18'51'6794'0'0,"8"6"-4134"0"0,4 61-2633 0 0,6-81 377 0 0,-1-25-546 0 0,2 50-562 0 0,0-58 280 0 0,-1 0 0 0 0,1 0 0 0 0,-1 0 0 0 0,1 0 0 0 0,0-1 1 0 0,1 1-1 0 0,-1 0 0 0 0,1-1 0 0 0,0 1 0 0 0,0-1 1 0 0,0 1-1 0 0,5 5 0 0 0,-7-9 365 0 0,0 0 1 0 0,0 1 0 0 0,0-1-1 0 0,0 0 1 0 0,0 0 0 0 0,0 0-1 0 0,0 0 1 0 0,0 0-1 0 0,0 0 1 0 0,1 0 0 0 0,-1 1-1 0 0,0-1 1 0 0,0 0 0 0 0,0 0-1 0 0,0 0 1 0 0,0 0-1 0 0,1 0 1 0 0,-1 0 0 0 0,0 0-1 0 0,0 0 1 0 0,0 0 0 0 0,0 0-1 0 0,0 0 1 0 0,1 0-1 0 0,-1 0 1 0 0,0 0 0 0 0,0 0-1 0 0,0 0 1 0 0,0 0-1 0 0,1 0 1 0 0,-1 0 0 0 0,0 0-1 0 0,0 0 1 0 0,0 0 0 0 0,0 0-1 0 0,0 0 1 0 0,1 0-1 0 0,-1-1 1 0 0,0 1 0 0 0,0 0-1 0 0,0 0 1 0 0,0 0 0 0 0,0 0-1 0 0,0 0 1 0 0,0 0-1 0 0,1 0 1 0 0,-1-1 0 0 0,0 1-1 0 0,0 0 1 0 0,0 0 0 0 0,0 0-1 0 0,0 0 1 0 0,0 0-1 0 0,0-1 1 0 0,0 1 0 0 0,0 0-1 0 0,0 0 1 0 0,0 0-1 0 0,0 0 1 0 0,0 0 0 0 0,0-1-1 0 0,0 1 1 0 0,0 0 0 0 0,0 0-1 0 0,0 0 1 0 0,1-13-1463 0 0,-1 12 1116 0 0,2-6-1690 0 0</inkml:trace>
  <inkml:trace contextRef="#ctx0" brushRef="#br0" timeOffset="1">6 138 1728 0 0,'-5'-3'3967'0'0,"5"7"-1264"0"0,14 17-83 0 0,28 26-1442 0 0,-33-40-1258 0 0,0 0 1 0 0,1-2-1 0 0,0 1 0 0 0,0-1 1 0 0,0 0-1 0 0,1-1 0 0 0,-1 0 0 0 0,1-1 1 0 0,13 2-1 0 0,-17-3-540 0 0,1-2-1 0 0,-1 1 1 0 0,1-1 0 0 0,0 0-1 0 0,-1 0 1 0 0,1-1 0 0 0,0 0-1 0 0,12-3 1 0 0,9-13-3690 0 0,-24 9 2932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8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1984 0 0,'0'25'5660'0'0,"0"14"-4038"0"0,6-7-1733 0 0,1 0-1 0 0,1-1 1 0 0,2 0 0 0 0,19 43 0 0 0,-18-47-805 0 0,-13-33 569 0 0,-16-48 1414 0 0,17 51-889 0 0,0-1-1 0 0,1 1 0 0 0,0 0 0 0 0,-1 0 1 0 0,1-1-1 0 0,0 1 0 0 0,0 0 0 0 0,1 0 1 0 0,-1 0-1 0 0,1-1 0 0 0,0 1 1 0 0,0 0-1 0 0,0 0 0 0 0,0 0 0 0 0,0 0 1 0 0,0 0-1 0 0,3-3 0 0 0,4-4 483 0 0,0 0 1 0 0,1 0-1 0 0,0 1 0 0 0,0 0 0 0 0,1 0 1 0 0,0 1-1 0 0,1 1 0 0 0,0 0 1 0 0,0 0-1 0 0,24-9 0 0 0,-30 57 1258 0 0,-4-28-1838 0 0,13 69-1067 0 0,-5-24-2443 0 0,-2 0-4208 0 0,-8-41 2984 0 0,1-10 1565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9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5 3441 0 0,'-7'10'991'0'0,"0"0"-1"0"0,1 0 1 0 0,0 0 0 0 0,1 1 0 0 0,0 0 0 0 0,0 0 0 0 0,-5 23-1 0 0,10-31-832 0 0,-1 0-1 0 0,0 1 0 0 0,1-1 0 0 0,0 1 0 0 0,0-1 0 0 0,0 1 0 0 0,0 0 0 0 0,0-1 1 0 0,1 1-1 0 0,0-1 0 0 0,-1 0 0 0 0,1 1 0 0 0,3 5 0 0 0,-3-7-109 0 0,1-1 0 0 0,-1 1 0 0 0,1 0 0 0 0,-1 0 0 0 0,1 0 0 0 0,0-1 0 0 0,0 1 0 0 0,0-1 0 0 0,0 0 0 0 0,0 1 0 0 0,0-1-1 0 0,0 0 1 0 0,0 0 0 0 0,0 0 0 0 0,1-1 0 0 0,-1 1 0 0 0,0 0 0 0 0,1-1 0 0 0,-1 1 0 0 0,0-1 0 0 0,1 0 0 0 0,3 0 0 0 0,2 0 133 0 0,0-1-1 0 0,0 0 1 0 0,0 0 0 0 0,0-1 0 0 0,0 0-1 0 0,-1-1 1 0 0,1 1 0 0 0,0-2 0 0 0,-1 1 0 0 0,0-1-1 0 0,0 0 1 0 0,12-8 0 0 0,-16 9-50 0 0,1 1 0 0 0,-1-1 0 0 0,1 0 0 0 0,-1 0 1 0 0,0 0-1 0 0,0 0 0 0 0,0 0 0 0 0,-1 0 0 0 0,1-1 0 0 0,-1 0 1 0 0,0 1-1 0 0,0-1 0 0 0,0 0 0 0 0,0 0 0 0 0,-1 0 0 0 0,0 0 0 0 0,0 0 1 0 0,0 0-1 0 0,0-1 0 0 0,0 1 0 0 0,-1 0 0 0 0,0 0 0 0 0,0-1 0 0 0,0 1 1 0 0,-1-7-1 0 0,0 8-74 0 0,0 1 0 0 0,0 0 0 0 0,-1-1 0 0 0,1 1 0 0 0,0 0 0 0 0,-1 0 0 0 0,1 0 0 0 0,-1 0 0 0 0,0 0 0 0 0,0 0 0 0 0,0 1 0 0 0,0-1 0 0 0,0 0 0 0 0,0 1 0 0 0,0 0 0 0 0,0-1 0 0 0,-1 1 0 0 0,1 0 0 0 0,0 0 0 0 0,-1 0 0 0 0,1 1 0 0 0,-1-1 0 0 0,1 1 0 0 0,-1-1 0 0 0,1 1 0 0 0,-1 0 0 0 0,-4 0 0 0 0,-10 0-364 0 0,-1 0 1 0 0,1 1-1 0 0,-19 4 0 0 0,7-1-1337 0 0,27-4 1219 0 0,-25 2-1705 0 0,26-2 1845 0 0,1 0 0 0 0,-1 0 0 0 0,0 0 0 0 0,0 0 0 0 0,0 0 0 0 0,1 0-1 0 0,-1 0 1 0 0,0 0 0 0 0,0 0 0 0 0,0 0 0 0 0,1 0 0 0 0,-1 0 0 0 0,0-1 0 0 0,0 1 0 0 0,1 0 0 0 0,-1-1 0 0 0,0 1 0 0 0,0 0 0 0 0,1-1 0 0 0,-1 1 0 0 0,1-1 0 0 0,-1 1 0 0 0,0-1 0 0 0,1 1 0 0 0,-1-2 0 0 0,20-10-5574 0 0,-6 8 3409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5:59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8 3505 0 0,'0'0'196'0'0,"0"-1"0"0"0,0 1 0 0 0,1 0 0 0 0,-1-1 0 0 0,0 1 0 0 0,0-1 0 0 0,0 1 0 0 0,1 0 0 0 0,-1-1 0 0 0,0 1 0 0 0,0 0 0 0 0,1 0 0 0 0,-1-1 0 0 0,0 1 0 0 0,1 0 0 0 0,-1 0 0 0 0,0-1 0 0 0,1 1 0 0 0,-1 0 0 0 0,0 0 0 0 0,1 0 0 0 0,-1-1 0 0 0,1 1 0 0 0,-1 0 0 0 0,0 0 1 0 0,1 0-1 0 0,-1 0 0 0 0,1 0 0 0 0,-1 0 0 0 0,0 0 0 0 0,1 0 0 0 0,-1 0 0 0 0,1 0 0 0 0,-1 0 0 0 0,1 0 0 0 0,13 13 3366 0 0,3 19-1479 0 0,-8 44-1628 0 0,-3-19-3186 0 0,9-3-4916 0 0,-3-38 3333 0 0,-5-10 2528 0 0</inkml:trace>
  <inkml:trace contextRef="#ctx0" brushRef="#br0" timeOffset="1">0 280 4705 0 0,'17'7'7167'0'0,"6"-8"-4261"0"0,22-9-1711 0 0,-40 9-714 0 0,48-15 226 0 0,81-37-1 0 0,-56 20-2795 0 0,-74 31 1479 0 0,0 0 1 0 0,0 1-1 0 0,0 0 0 0 0,1-1 0 0 0,-1 2 1 0 0,0-1-1 0 0,7 0 0 0 0,-10 1 501 0 0,-1 0-1 0 0,1 0 1 0 0,-1 0-1 0 0,0 0 1 0 0,1 0 0 0 0,-1 0-1 0 0,0 0 1 0 0,1 1-1 0 0,-1-1 1 0 0,1 0-1 0 0,-1 0 1 0 0,0 0 0 0 0,0 0-1 0 0,1 1 1 0 0,-1-1-1 0 0,0 0 1 0 0,1 0-1 0 0,-1 1 1 0 0,0-1 0 0 0,0 0-1 0 0,1 1 1 0 0,-1-1-1 0 0,0 0 1 0 0,0 1-1 0 0,0-1 1 0 0,1 0 0 0 0,-1 1-1 0 0,0-1 1 0 0,0 0-1 0 0,0 1 1 0 0,0-1-1 0 0,0 1 1 0 0,-8 21-2276 0 0,5-17 2088 0 0,0-1 0 0 0,0 0-1 0 0,-1 0 1 0 0,0-1 0 0 0,1 1 0 0 0,-1-1 0 0 0,-6 4 0 0 0,-8 8-526 0 0,3 1-345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0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1240 0 0,'-3'2'228'0'0,"0"1"-1"0"0,0-1 0 0 0,0 1 0 0 0,1 0 1 0 0,-1 0-1 0 0,1 0 0 0 0,-1 1 1 0 0,1-1-1 0 0,0 0 0 0 0,0 1 0 0 0,0-1 1 0 0,1 1-1 0 0,-1 0 0 0 0,1 0 1 0 0,0-1-1 0 0,0 1 0 0 0,1 0 1 0 0,-1 0-1 0 0,1 0 0 0 0,-1 0 0 0 0,1 0 1 0 0,1 0-1 0 0,-1 0 0 0 0,0 0 1 0 0,1 0-1 0 0,0 0 0 0 0,2 6 0 0 0,-2-4 10 0 0,0-1-1 0 0,0 0 1 0 0,1 1-1 0 0,0-1 1 0 0,-1 0-1 0 0,2 0 0 0 0,-1 0 1 0 0,1-1-1 0 0,0 1 1 0 0,0 0-1 0 0,0-1 1 0 0,0 0-1 0 0,1 0 0 0 0,0 0 1 0 0,0 0-1 0 0,0 0 1 0 0,0-1-1 0 0,0 0 1 0 0,1 0-1 0 0,5 3 0 0 0,-6-5-114 0 0,0-1-1 0 0,-1 0 1 0 0,1 0-1 0 0,0 0 0 0 0,-1-1 1 0 0,1 1-1 0 0,0-1 1 0 0,-1 0-1 0 0,1 0 1 0 0,-1 0-1 0 0,1 0 0 0 0,-1-1 1 0 0,0 1-1 0 0,1-1 1 0 0,-1 0-1 0 0,0 0 1 0 0,0 0-1 0 0,0 0 0 0 0,5-5 1 0 0,3-3 522 0 0,0-1-1 0 0,-1 0 1 0 0,13-18 0 0 0,-21 27-562 0 0,0 0 0 0 0,-1 0 0 0 0,1 0 0 0 0,-1-1 0 0 0,1 1 0 0 0,-1 0-1 0 0,0 0 1 0 0,0-1 0 0 0,0 1 0 0 0,0-1 0 0 0,-1 1 0 0 0,1-1 0 0 0,-1 1 0 0 0,1-1 0 0 0,-1 0 0 0 0,0 1-1 0 0,0-1 1 0 0,0 1 0 0 0,0-1 0 0 0,-1 0 0 0 0,0-2 0 0 0,0 3-55 0 0,0 0-1 0 0,-1 0 1 0 0,1 1-1 0 0,-1-1 1 0 0,0 0-1 0 0,1 1 1 0 0,-1-1-1 0 0,0 1 1 0 0,0 0-1 0 0,0-1 0 0 0,0 1 1 0 0,0 0-1 0 0,0 0 1 0 0,0 0-1 0 0,-1 1 1 0 0,1-1-1 0 0,0 0 1 0 0,0 1-1 0 0,-1 0 1 0 0,1-1-1 0 0,0 1 1 0 0,-1 0-1 0 0,-3 0 1 0 0,-14 0-435 0 0,0 0-1 0 0,-28 5 1 0 0,-8 7-5797 0 0,81-18-2854 0 0,-12 0 6457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0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 6689 0 0,'0'0'257'0'0,"-1"0"-1"0"0,1-1 1 0 0,-1 1-1 0 0,1 0 1 0 0,-1 0-1 0 0,1 0 0 0 0,-1 0 1 0 0,1 0-1 0 0,-1 0 1 0 0,0 0-1 0 0,1 0 1 0 0,-1 0-1 0 0,1 0 0 0 0,-1 0 1 0 0,1 0-1 0 0,-1 0 1 0 0,0 1-1 0 0,1-1 1 0 0,-1 0-1 0 0,1 0 0 0 0,-1 0 1 0 0,1 1-1 0 0,-1-1 1 0 0,1 0-1 0 0,0 1 1 0 0,-1-1-1 0 0,1 1 0 0 0,-1-1 1 0 0,1 0-1 0 0,-1 2 1 0 0,-5 20 2573 0 0,9 33-2676 0 0,-2-48 427 0 0,2 18-500 0 0,1-1 0 0 0,1 1 0 0 0,1-1-1 0 0,17 44 1 0 0,-17-54-907 0 0,1-1 0 0 0,0 1 0 0 0,1-2 0 0 0,0 1 0 0 0,15 16 0 0 0,-22-28 657 0 0,-1 0 0 0 0,0-1 0 0 0,1 1 0 0 0,-1 0 0 0 0,0-1 0 0 0,1 1 0 0 0,-1-1 0 0 0,1 1 0 0 0,-1-1 0 0 0,1 1 0 0 0,-1-1 0 0 0,1 1 0 0 0,-1-1 0 0 0,1 0 0 0 0,0 1 0 0 0,-1-1 0 0 0,1 0 0 0 0,0 1 0 0 0,-1-1 0 0 0,1 0 0 0 0,0 0 0 0 0,-1 0 0 0 0,1 1 0 0 0,0-1 0 0 0,-1 0 0 0 0,1 0 0 0 0,0 0 0 0 0,0 0 0 0 0,1-19-3817 0 0,-16-28 1440 0 0,-8 9 2769 0 0,-9-19 2182 0 0,23 20 3434 0 0,8 36-5742 0 0,1 1 1 0 0,-1-1-1 0 0,0 0 0 0 0,1 1 0 0 0,-1-1 0 0 0,1 0 0 0 0,-1 1 0 0 0,1-1 0 0 0,0 1 0 0 0,-1-1 1 0 0,1 1-1 0 0,0-1 0 0 0,-1 1 0 0 0,1 0 0 0 0,0-1 0 0 0,-1 1 0 0 0,1 0 0 0 0,0-1 1 0 0,0 1-1 0 0,-1 0 0 0 0,1 0 0 0 0,0 0 0 0 0,0 0 0 0 0,0 0 0 0 0,-1 0 0 0 0,1 0 0 0 0,0 0 1 0 0,0 0-1 0 0,-1 0 0 0 0,3 0 0 0 0,30 3-96 0 0,-29-2 132 0 0,63 10-1543 0 0,-23-2-3897 0 0,-44-9 5264 0 0,0 1 1 0 0,0-1 0 0 0,0 0 0 0 0,1 0-1 0 0,-1 0 1 0 0,0 0 0 0 0,0 0 0 0 0,0 1 0 0 0,0-1-1 0 0,0 0 1 0 0,0 0 0 0 0,0 0 0 0 0,0 0 0 0 0,1 0-1 0 0,-1 0 1 0 0,0 0 0 0 0,0 0 0 0 0,0 1-1 0 0,0-1 1 0 0,0 0 0 0 0,1 0 0 0 0,-1 0 0 0 0,0 0-1 0 0,0 0 1 0 0,0 0 0 0 0,0 0 0 0 0,0 0-1 0 0,1 0 1 0 0,-1 0 0 0 0,0 0 0 0 0,0 0 0 0 0,0 0-1 0 0,0 0 1 0 0,1 0 0 0 0,-1 0 0 0 0,0 0 0 0 0,0 0-1 0 0,0 0 1 0 0,0 0 0 0 0,0 0 0 0 0,1-1-1 0 0,-1 1 1 0 0,0 0 0 0 0,0 0 0 0 0,0 0 0 0 0,0 0-1 0 0,0 0 1 0 0,0 0 0 0 0,0 0 0 0 0,1-1 0 0 0,-1 1-1 0 0,0 0 1 0 0,0 0 0 0 0,0 0 0 0 0,0 0-1 0 0,0 0 1 0 0,0 0 0 0 0,0-1 0 0 0,0 1 0 0 0,0 0-1 0 0,0 0 1 0 0,0 0 0 0 0,0 0 0 0 0,0-1 0 0 0,0 1-1 0 0,0 0 1 0 0,0 0 0 0 0,0 0 0 0 0,0-3-882 0 0,3 4-1577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0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 4193 0 0,'5'0'4247'0'0,"21"-4"-1669"0"0,14-11-684 0 0,-25 8-1490 0 0,1 1 0 0 0,0 0-1 0 0,0 2 1 0 0,30-6 0 0 0,-45 10-377 0 0,-1 0 1 0 0,1-1-1 0 0,0 1 0 0 0,-1 0 0 0 0,1 0 1 0 0,0 0-1 0 0,-1 0 0 0 0,1 0 0 0 0,0 0 1 0 0,-1 0-1 0 0,1 0 0 0 0,0 0 0 0 0,-1 1 0 0 0,1-1 1 0 0,0 0-1 0 0,-1 0 0 0 0,1 0 0 0 0,-1 1 1 0 0,1-1-1 0 0,0 0 0 0 0,-1 1 0 0 0,1-1 1 0 0,-1 1-1 0 0,1-1 0 0 0,-1 0 0 0 0,1 1 1 0 0,-1-1-1 0 0,0 1 0 0 0,1-1 0 0 0,-1 1 1 0 0,1 0-1 0 0,-1-1 0 0 0,0 1 0 0 0,1 0 0 0 0,-8 24 529 0 0,-28 22-94 0 0,8-19-271 0 0,18-19-107 0 0,0 0-1 0 0,0 1 1 0 0,1 0-1 0 0,0 1 1 0 0,-7 11-1 0 0,15-22-76 0 0,0 0-1 0 0,0 0 1 0 0,0 0-1 0 0,0 1 1 0 0,0-1-1 0 0,0 0 0 0 0,0 0 1 0 0,-1 1-1 0 0,1-1 1 0 0,0 0-1 0 0,0 0 0 0 0,0 1 1 0 0,0-1-1 0 0,0 0 1 0 0,0 0-1 0 0,0 1 1 0 0,0-1-1 0 0,0 0 0 0 0,0 1 1 0 0,1-1-1 0 0,-1 0 1 0 0,0 0-1 0 0,0 1 0 0 0,0-1 1 0 0,0 0-1 0 0,0 0 1 0 0,0 0-1 0 0,0 1 1 0 0,1-1-1 0 0,-1 0 0 0 0,0 0 1 0 0,0 0-1 0 0,0 1 1 0 0,1-1-1 0 0,-1 0 1 0 0,0 0-1 0 0,0 0 0 0 0,0 0 1 0 0,1 1-1 0 0,-1-1 1 0 0,16 2 229 0 0,16-5 105 0 0,-9-3-324 0 0,0-1 1 0 0,0 0-1 0 0,-1-2 1 0 0,34-18-1 0 0,-32 13-3850 0 0,40-30 0 0 0,-40 18-1942 0 0,-15 13 2062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1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126 144 2521 0 0,'0'-2'415'0'0,"-1"0"1"0"0,1 0 0 0 0,-1 0 0 0 0,0 0 0 0 0,0 0 0 0 0,0 0 0 0 0,0 0 0 0 0,0 1 0 0 0,0-1-1 0 0,0 0 1 0 0,-1 1 0 0 0,1-1 0 0 0,-1 1 0 0 0,1-1 0 0 0,-1 1 0 0 0,0-1 0 0 0,1 1 0 0 0,-1 0-1 0 0,0 0 1 0 0,-2-1 0 0 0,2 2-197 0 0,0 1-1 0 0,0-1 0 0 0,0 1 0 0 0,0 0 1 0 0,0-1-1 0 0,0 1 0 0 0,0 0 0 0 0,1 0 1 0 0,-1 0-1 0 0,0 0 0 0 0,1 1 0 0 0,-1-1 1 0 0,1 0-1 0 0,-1 1 0 0 0,1-1 0 0 0,-1 1 1 0 0,1-1-1 0 0,0 1 0 0 0,0 0 0 0 0,0 0 1 0 0,0-1-1 0 0,-1 4 0 0 0,-8 11 11 0 0,2 0-1 0 0,-1 1 0 0 0,2 0 1 0 0,0 0-1 0 0,-7 30 1 0 0,12-39-268 0 0,1 1 1 0 0,0-1 0 0 0,0 0 0 0 0,1 0-1 0 0,0 1 1 0 0,1 14 0 0 0,0-19-48 0 0,0-1 0 0 0,0 1 1 0 0,0 0-1 0 0,0-1 0 0 0,1 1 0 0 0,-1-1 1 0 0,1 1-1 0 0,0-1 0 0 0,0 1 0 0 0,0-1 1 0 0,1 0-1 0 0,-1 0 0 0 0,1 0 0 0 0,-1-1 1 0 0,5 4-1 0 0,-4-4-227 0 0,0 0 0 0 0,0 0 1 0 0,1-1-1 0 0,-1 1 0 0 0,0-1 0 0 0,1 0 1 0 0,0 0-1 0 0,-1 0 0 0 0,1-1 0 0 0,0 1 1 0 0,-1-1-1 0 0,1 0 0 0 0,0 0 0 0 0,-1 0 1 0 0,1 0-1 0 0,0-1 0 0 0,0 1 0 0 0,-1-1 1 0 0,1 0-1 0 0,-1 0 0 0 0,1 0 0 0 0,-1-1 1 0 0,6-2-1 0 0,4-2-838 0 0,-1-1 0 0 0,0-1 0 0 0,0 0 0 0 0,18-16 1 0 0,-13 10-875 0 0</inkml:trace>
  <inkml:trace contextRef="#ctx0" brushRef="#br0" timeOffset="1">329 0 3969 0 0,'-3'1'496'0'0,"1"-1"-1"0"0,0 0 1 0 0,0 1 0 0 0,-1-1 0 0 0,1 1 0 0 0,0-1-1 0 0,0 1 1 0 0,0 0 0 0 0,0 0 0 0 0,0 0-1 0 0,0 0 1 0 0,0 1 0 0 0,0-1 0 0 0,-1 2 0 0 0,-25 30 2352 0 0,21-20-2414 0 0,-1 1 0 0 0,2 0 0 0 0,-7 19 0 0 0,11-26-368 0 0,0 1 0 0 0,0 0 0 0 0,0 0 0 0 0,1 1 0 0 0,0-1 0 0 0,1 0 0 0 0,0 0 0 0 0,0 0 0 0 0,1 1 0 0 0,0-1 0 0 0,0 0 0 0 0,1 0 0 0 0,0 0 0 0 0,0 0 0 0 0,1 0 1 0 0,0-1-1 0 0,0 1 0 0 0,7 9 0 0 0,-7-12-217 0 0,1 1 0 0 0,1-1 0 0 0,-1 0 0 0 0,1 0 0 0 0,-1-1 0 0 0,1 1 1 0 0,1-1-1 0 0,-1 0 0 0 0,11 6 0 0 0,-9-7-361 0 0,-1 0-1 0 0,1-1 1 0 0,0 1-1 0 0,-1-1 1 0 0,1-1 0 0 0,0 1-1 0 0,0-1 1 0 0,0-1-1 0 0,0 1 1 0 0,9-1-1 0 0,-13 0 289 0 0,0-1-1 0 0,-1 1 0 0 0,1 0 1 0 0,-1-1-1 0 0,1 0 0 0 0,-1 1 0 0 0,1-1 1 0 0,-1 0-1 0 0,1 0 0 0 0,-1-1 1 0 0,0 1-1 0 0,0 0 0 0 0,1-1 0 0 0,-1 1 1 0 0,0-1-1 0 0,0 0 0 0 0,-1 0 1 0 0,1 1-1 0 0,0-1 0 0 0,-1-1 0 0 0,1 1 1 0 0,-1 0-1 0 0,1 0 0 0 0,-1 0 1 0 0,0-1-1 0 0,0 1 0 0 0,0-1 0 0 0,0 1 1 0 0,-1-1-1 0 0,1 1 0 0 0,-1-1 1 0 0,1 1-1 0 0,-1-6 0 0 0,8-12-1674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44 2649 0 0,'-28'-44'4519'0'0,"21"82"-1209"0"0,8-8-2909 0 0,1 0-1 0 0,1 0 0 0 0,1 0 0 0 0,9 30 1 0 0,-8-41-1036 0 0,1-1-1 0 0,1 0 1 0 0,1 0 0 0 0,0 0 0 0 0,1-1 0 0 0,1 0 0 0 0,16 20 0 0 0,-32-53 494 0 0,0 0 1 0 0,1-1-1 0 0,1 0 1 0 0,0 0-1 0 0,-2-25 1 0 0,5 30 432 0 0,1 2-46 0 0,1-1 0 0 0,0 1 0 0 0,1 0 0 0 0,0 0 1 0 0,0 0-1 0 0,1 0 0 0 0,1 0 0 0 0,-1 0 0 0 0,2 1 0 0 0,-1 0 0 0 0,9-13 0 0 0,16-40 2680 0 0,-25 75 1701 0 0,19 61-2712 0 0,-17-54-1948 0 0,33 96 668 0 0,-35-106-1082 0 0,1 1 1 0 0,0-1 0 0 0,0-1-1 0 0,1 1 1 0 0,1-1 0 0 0,0 0 0 0 0,0 0-1 0 0,13 11 1 0 0,-20-19 204 0 0,1 0-1 0 0,0 0 1 0 0,-1-1 0 0 0,1 1 0 0 0,0 0-1 0 0,0-1 1 0 0,0 1 0 0 0,0-1-1 0 0,0 1 1 0 0,0-1 0 0 0,-1 1-1 0 0,1-1 1 0 0,0 0 0 0 0,0 1-1 0 0,0-1 1 0 0,0 0 0 0 0,0 0-1 0 0,0 0 1 0 0,1 0 0 0 0,-1 1 0 0 0,0-2-1 0 0,0 1 1 0 0,0 0 0 0 0,0 0-1 0 0,0 0 1 0 0,0 0 0 0 0,0-1-1 0 0,0 1 1 0 0,0 0 0 0 0,0-1-1 0 0,0 1 1 0 0,-1-1 0 0 0,1 1 0 0 0,0-1-1 0 0,0 1 1 0 0,0-1 0 0 0,0 0-1 0 0,-1 0 1 0 0,1 1 0 0 0,0-1-1 0 0,-1 0 1 0 0,1 0 0 0 0,0 0-1 0 0,-1 1 1 0 0,1-1 0 0 0,-1 0-1 0 0,0 0 1 0 0,1-2 0 0 0,5-7-2755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10 3337 0 0,'-1'1'410'0'0,"0"0"1"0"0,0 0-1 0 0,0 0 1 0 0,0 0-1 0 0,0 0 0 0 0,0 1 1 0 0,0-1-1 0 0,0 0 1 0 0,0 1-1 0 0,1-1 1 0 0,-1 0-1 0 0,1 1 1 0 0,-1-1-1 0 0,1 1 1 0 0,-1-1-1 0 0,1 1 1 0 0,0-1-1 0 0,0 1 0 0 0,-1-1 1 0 0,1 1-1 0 0,1 2 1 0 0,2 39 1694 0 0,-2-32-1298 0 0,1 7-385 0 0,1 1-1 0 0,0 0 0 0 0,8 19 0 0 0,9 7-1459 0 0,-18-40 354 0 0,1-1 0 0 0,1 1 0 0 0,-1-1 0 0 0,0 0 0 0 0,1 0 0 0 0,6 5 0 0 0,-10-10 420 0 0,0 1-1 0 0,1-1 0 0 0,-1 0 0 0 0,1 1 0 0 0,-1-1 0 0 0,0 0 0 0 0,1 1 1 0 0,-1-1-1 0 0,0 0 0 0 0,0 0 0 0 0,0 1 0 0 0,0-1 0 0 0,1 0 1 0 0,-1 0-1 0 0,0 1 0 0 0,0-1 0 0 0,-1 0 0 0 0,1 0 0 0 0,0 1 0 0 0,0-1 1 0 0,0 0-1 0 0,0 0 0 0 0,-1 1 0 0 0,1-1 0 0 0,0 0 0 0 0,-1-1 0 0 0,-5-28-940 0 0,-20-50 290 0 0,3 12 1991 0 0,5 1 4607 0 0,33 64-1200 0 0,34 6-3474 0 0,-35-2-508 0 0,0-1-75 0 0,1 1-1 0 0,-1 1 1 0 0,0 0 0 0 0,0 1-1 0 0,26 8 1 0 0,-37-10-366 0 0,-1 0 1 0 0,0 0-1 0 0,0 1 0 0 0,0-1 1 0 0,0 0-1 0 0,0 1 1 0 0,0-1-1 0 0,0 1 0 0 0,0-1 1 0 0,-1 1-1 0 0,1 0 0 0 0,0 0 1 0 0,-1 0-1 0 0,0 0 0 0 0,1 0 1 0 0,-1 0-1 0 0,1 3 0 0 0,-1-2-38 0 0,-1 0-1 0 0,0 0 1 0 0,0 0-1 0 0,0 0 1 0 0,0 0-1 0 0,0 0 1 0 0,-1 0-1 0 0,1-1 1 0 0,-1 1-1 0 0,0 0 1 0 0,1 0-1 0 0,-1-1 1 0 0,-1 1-1 0 0,1 0 1 0 0,0-1-1 0 0,-1 1 1 0 0,1-1-1 0 0,-4 4 1 0 0,-6 8-42 0 0,-1-2 1 0 0,-1 1-1 0 0,1-1 0 0 0,-2-1 0 0 0,0-1 1 0 0,0 0-1 0 0,-1 0 0 0 0,0-2 0 0 0,-27 12 1 0 0,63-28 722 0 0,0 0 1 0 0,41-9-1 0 0,31-10-4104 0 0,-84 24 1943 0 0,-1-1-1 0 0,1 0 1 0 0,0 0 0 0 0,-1-1 0 0 0,0-1 0 0 0,0 1 0 0 0,11-11 0 0 0,-5-11-1905 0 0,-6 15 1587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6:02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5 2433 0 0,'-1'-1'158'0'0,"-10"-3"8753"0"0,23 30-6207 0 0,5 46-379 0 0,13 46-1300 0 0,-23-99-1708 0 0,0 0 0 0 0,1 0 0 0 0,20 33 1 0 0,-28-51 536 0 0,0 0 1 0 0,0 0 0 0 0,1-1-1 0 0,-1 1 1 0 0,1 0 0 0 0,-1 0-1 0 0,1-1 1 0 0,-1 1 0 0 0,1 0-1 0 0,-1-1 1 0 0,1 1 0 0 0,-1-1-1 0 0,1 1 1 0 0,0-1 0 0 0,0 1-1 0 0,-1-1 1 0 0,1 1 0 0 0,0-1-1 0 0,-1 0 1 0 0,1 1 0 0 0,2-1-1 0 0,0-13-3278 0 0,-8-29 593 0 0,1 32 2944 0 0,-1 1 0 0 0,0 0 0 0 0,0 0 0 0 0,-1 0 0 0 0,0 0 1 0 0,-14-14-1 0 0,12 15 565 0 0,1-1 0 0 0,0 1 1 0 0,1-2-1 0 0,0 1 1 0 0,-7-15-1 0 0,13 23-614 0 0,0 1 1 0 0,0 0-1 0 0,0-1 0 0 0,1 1 0 0 0,-1 0 1 0 0,0-1-1 0 0,0 1 0 0 0,0 0 0 0 0,1-1 1 0 0,-1 1-1 0 0,0 0 0 0 0,0 0 0 0 0,1-1 1 0 0,-1 1-1 0 0,0 0 0 0 0,0 0 1 0 0,1 0-1 0 0,-1-1 0 0 0,0 1 0 0 0,1 0 1 0 0,-1 0-1 0 0,0 0 0 0 0,1 0 0 0 0,-1 0 1 0 0,0 0-1 0 0,1-1 0 0 0,-1 1 0 0 0,1 0 1 0 0,-1 0-1 0 0,0 0 0 0 0,1 0 0 0 0,-1 0 1 0 0,0 1-1 0 0,1-1 0 0 0,-1 0 0 0 0,0 0 1 0 0,1 0-1 0 0,-1 0 0 0 0,0 0 0 0 0,1 0 1 0 0,-1 1-1 0 0,0-1 0 0 0,1 0 0 0 0,-1 0 1 0 0,1 1-1 0 0,27 5 1222 0 0,-21-4-963 0 0,10 1-259 0 0,0-1 1 0 0,0 0-1 0 0,1-2 0 0 0,-1 0 1 0 0,19-3-1 0 0,13-9-3760 0 0,-70 17-3878 0 0,-5-3 4921 0 0,18-2 2490 0 0,1 0-1 0 0,-1 1 1 0 0,0 0-1 0 0,1 0 1 0 0,-1 1-1 0 0,-12 5 0 0 0,-51 16 373 0 0,56-20 372 0 0,1 2-1 0 0,-1 0 1 0 0,-24 12-1 0 0,35-15-293 0 0,0 0-1 0 0,0 1 0 0 0,1 0 1 0 0,-1 0-1 0 0,0 0 0 0 0,1 0 1 0 0,0 1-1 0 0,0-1 0 0 0,0 1 1 0 0,0 0-1 0 0,1 0 0 0 0,-1 0 1 0 0,1 0-1 0 0,0 0 1 0 0,0 0-1 0 0,-2 8 0 0 0,-6 27 2423 0 0,-11 71 0 0 0,19-95-2421 0 0,1-1-1 0 0,0 0 1 0 0,1 1-1 0 0,1-1 1 0 0,0 0-1 0 0,1 1 1 0 0,1-1-1 0 0,6 22 1 0 0,-8-35-210 0 0,-1 0 1 0 0,1 1-1 0 0,0-1 1 0 0,-1 0-1 0 0,1 1 1 0 0,0-1-1 0 0,0 0 1 0 0,0 0-1 0 0,0 0 1 0 0,0 0-1 0 0,0 0 1 0 0,0 0-1 0 0,0 0 1 0 0,0 0-1 0 0,0 0 1 0 0,1 0-1 0 0,-1 0 1 0 0,0-1-1 0 0,1 1 1 0 0,-1 0-1 0 0,0-1 1 0 0,1 0-1 0 0,-1 1 1 0 0,1-1-1 0 0,-1 0 1 0 0,1 1-1 0 0,-1-1 0 0 0,1 0 1 0 0,-1 0-1 0 0,0 0 1 0 0,1-1-1 0 0,-1 1 1 0 0,1 0-1 0 0,-1 0 1 0 0,1-1-1 0 0,-1 1 1 0 0,1-1-1 0 0,-1 1 1 0 0,0-1-1 0 0,1 0 1 0 0,-1 1-1 0 0,0-1 1 0 0,0 0-1 0 0,3-2 1 0 0,9-5 332 0 0,-1-1 0 0 0,0-1 0 0 0,17-17 0 0 0,-14 14-254 0 0,32-32 205 0 0,-25 23-1537 0 0,37-27 1 0 0,-49 45-3034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8:16.8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186 161 184 0 0,'-8'0'310'0'0,"-12"1"-73"0"0,1-2 0 0 0,-1 0 0 0 0,-23-5-1 0 0,39 5-236 0 0,0 0-1 0 0,1 0 0 0 0,-1 0 1 0 0,0 0-1 0 0,0 0 0 0 0,1-1 1 0 0,-1 0-1 0 0,1 1 0 0 0,-1-1 0 0 0,1-1 1 0 0,0 1-1 0 0,0 0 0 0 0,0-1 1 0 0,0 1-1 0 0,0-1 0 0 0,1 0 1 0 0,-1 0-1 0 0,1 0 0 0 0,0-1 1 0 0,0 1-1 0 0,0 0 0 0 0,-3-7 1 0 0,4 7 92 0 0,1 1 0 0 0,-1-1 1 0 0,1 1-1 0 0,-1-1 0 0 0,1 1 1 0 0,0-1-1 0 0,0 1 0 0 0,0-1 1 0 0,0 1-1 0 0,1-1 1 0 0,-1 1-1 0 0,1-1 0 0 0,-1 1 1 0 0,1-1-1 0 0,0 1 0 0 0,0-1 1 0 0,0 1-1 0 0,0 0 0 0 0,0 0 1 0 0,1 0-1 0 0,-1 0 0 0 0,1 0 1 0 0,-1 0-1 0 0,1 0 1 0 0,0 0-1 0 0,0 0 0 0 0,0 1 1 0 0,0-1-1 0 0,0 1 0 0 0,0-1 1 0 0,0 1-1 0 0,4-2 0 0 0,-2 1 22 0 0,1 0-1 0 0,0 0 0 0 0,-1 1 0 0 0,1-1 0 0 0,0 1 0 0 0,0 0 1 0 0,0 0-1 0 0,0 1 0 0 0,0 0 0 0 0,0 0 0 0 0,0 0 0 0 0,0 0 1 0 0,0 1-1 0 0,0 0 0 0 0,6 1 0 0 0,16 6 285 0 0,1-1 1 0 0,0-2-1 0 0,0-1 0 0 0,0 0 1 0 0,46-2-1 0 0,-41-5 78 0 0,-1-2-1 0 0,39-10 1 0 0,-43 8-3 0 0,1 1 1 0 0,-1 2-1 0 0,36-2 1 0 0,30 14 54 0 0,-69-5-455 0 0,-1-1-1 0 0,1-1 1 0 0,33-2-1 0 0,-2-3 564 0 0,100 8 0 0 0,6-1-77 0 0,-73-9-317 0 0,-45 2-737 0 0,0 1-1 0 0,53 5 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8:18.3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48 384 992 0 0,'-5'-4'79'0'0,"1"-1"-1"0"0,-1 0 0 0 0,2 0 0 0 0,-1 0 1 0 0,0 0-1 0 0,1-1 0 0 0,0 1 1 0 0,0-1-1 0 0,1 0 0 0 0,-1 0 1 0 0,1 0-1 0 0,1 0 0 0 0,-1 0 1 0 0,1 0-1 0 0,0 0 0 0 0,0-1 1 0 0,1 1-1 0 0,0 0 0 0 0,0-1 1 0 0,0 1-1 0 0,3-12 0 0 0,-2 16 37 0 0,1-1 0 0 0,-1 1 0 0 0,1 0 0 0 0,-1 0-1 0 0,1 0 1 0 0,0 0 0 0 0,0 0 0 0 0,0 0 0 0 0,0 0 0 0 0,0 0 0 0 0,0 1-1 0 0,1-1 1 0 0,-1 1 0 0 0,0 0 0 0 0,1 0 0 0 0,-1 0 0 0 0,1 0-1 0 0,0 0 1 0 0,2-1 0 0 0,57-6 2819 0 0,-43 6-1633 0 0,92-14 744 0 0,124-34-1 0 0,60-7-808 0 0,-117 42-835 0 0,-70 8-3 0 0,12-3-6 0 0,133-15-138 0 0,-244 24-463 0 0,42-9-818 0 0,-28-1-2035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8:19.8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64 139 1256 0 0,'-5'2'334'0'0,"-1"-1"1"0"0,1 1-1 0 0,-1 0 0 0 0,1 0 0 0 0,0 1 0 0 0,-8 5 0 0 0,-5 2 905 0 0,23-13-1057 0 0,1 0 1 0 0,-1 0-1 0 0,1 0 0 0 0,0 1 0 0 0,0 0 0 0 0,0 1 0 0 0,0-1 0 0 0,1 1 0 0 0,-1 0 0 0 0,0 0 0 0 0,1 1 0 0 0,-1 0 0 0 0,0 0 0 0 0,1 1 1 0 0,-1-1-1 0 0,12 4 0 0 0,-1 2 216 0 0,0-2 0 0 0,0 0 0 0 0,0 0 0 0 0,1-2 0 0 0,-1 0 0 0 0,21-1 0 0 0,107-11 295 0 0,-100 5-351 0 0,84 1 0 0 0,-83 5-116 0 0,-1-3 0 0 0,50-7-1 0 0,10-1 180 0 0,-72 6-337 0 0,-1-2-1 0 0,0-1 1 0 0,60-21 0 0 0,-60 17 67 0 0,0 2 0 0 0,0 0 0 0 0,51-5 0 0 0,-23 17 56 0 0,-49-1-270 0 0,0-1 0 0 0,-1 0-1 0 0,1-1 1 0 0,17-1-1 0 0,-23 0-489 0 0,0 1 0 0 0,-1-1 1 0 0,1 0-1 0 0,-1-1 0 0 0,1 1 0 0 0,-1-1 0 0 0,0 1 0 0 0,1-2 0 0 0,-1 1 0 0 0,0 0 0 0 0,0-1 0 0 0,-1 1 0 0 0,1-1 1 0 0,0 0-1 0 0,-1-1 0 0 0,5-5 0 0 0,5-5-2484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8:33.5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4 309 2369 0 0,'0'0'52'0'0,"-1"0"0"0"0,1-1 1 0 0,0 1-1 0 0,0 0 0 0 0,-1-1 1 0 0,1 1-1 0 0,0 0 0 0 0,-1-1 1 0 0,1 1-1 0 0,0-1 0 0 0,0 1 1 0 0,0-1-1 0 0,-1 1 0 0 0,1 0 1 0 0,0-1-1 0 0,0 1 0 0 0,0-1 1 0 0,0 1-1 0 0,0-1 0 0 0,0 1 1 0 0,0-1-1 0 0,0 1 0 0 0,0-1 1 0 0,0 1-1 0 0,0-1 0 0 0,0 1 1 0 0,1 0-1 0 0,-1-1 0 0 0,0 1 1 0 0,0-1-1 0 0,0 1 0 0 0,0-1 1 0 0,1 1-1 0 0,-1 0 0 0 0,0-1 1 0 0,1 1-1 0 0,-1-1 0 0 0,0 1 1 0 0,1 0-1 0 0,-1 0 0 0 0,0-1 1 0 0,1 1-1 0 0,-1 0 0 0 0,0-1 1 0 0,1 1-1 0 0,-1 0 0 0 0,2 0 1 0 0,28-5-175 0 0,-28 5 404 0 0,0 0 0 0 0,1 0 0 0 0,-1 0 0 0 0,0-1 0 0 0,0 1 0 0 0,1 0 0 0 0,-1-1 0 0 0,0 0 0 0 0,0 1 0 0 0,0-1 0 0 0,4-2 0 0 0,-3-1-159 0 0,1 1-1 0 0,-1-1 1 0 0,1 1 0 0 0,0 0-1 0 0,0 0 1 0 0,0 0 0 0 0,1 1-1 0 0,-1 0 1 0 0,1-1 0 0 0,0 1-1 0 0,-1 1 1 0 0,1-1 0 0 0,6-1-1 0 0,74-10-61 0 0,-28 6 471 0 0,48-23 878 0 0,24-5-352 0 0,-33 22-351 0 0,107-1 0 0 0,-12 1 136 0 0,12-25-148 0 0,-157 26-584 0 0,1 2 0 0 0,-1 2 0 0 0,1 3 0 0 0,68-1 0 0 0,80 4 211 0 0,-125-1-139 0 0,-1 3 0 0 0,69 8 1 0 0,-85-4-66 0 0,-1-2 0 0 0,79-7 0 0 0,46 1 161 0 0,59 2 248 0 0,-81-2-286 0 0,116-7 389 0 0,-161 5-465 0 0,236 2 70 0 0,-221 4-114 0 0,278-7 310 0 0,-362 5-657 0 0,29 2 433 0 0,-26 9-4998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2:28:35.8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46 117 1912 0 0,'-8'-4'548'0'0,"6"2"-466"0"0,0 0 0 0 0,-1 1-1 0 0,1 0 1 0 0,0-1 0 0 0,-1 1 0 0 0,1 0 0 0 0,-1 0-1 0 0,0 1 1 0 0,1-1 0 0 0,-1 0 0 0 0,0 1 0 0 0,-4-1-1 0 0,8 2 58 0 0,-1 0 0 0 0,1 0-1 0 0,0 0 1 0 0,0 0 0 0 0,0-1-1 0 0,0 1 1 0 0,0 0-1 0 0,1-1 1 0 0,-1 1 0 0 0,0-1-1 0 0,0 1 1 0 0,0-1 0 0 0,0 0-1 0 0,1 1 1 0 0,-1-1 0 0 0,0 0-1 0 0,0 0 1 0 0,1 0-1 0 0,-1 0 1 0 0,2 0 0 0 0,56-7 1098 0 0,100 1 0 0 0,-99 6-708 0 0,95-12-1 0 0,148-10 1188 0 0,-46 6 42 0 0,64-4-416 0 0,-221 17-1030 0 0,52-5 160 0 0,-50 1-209 0 0,114 7 1 0 0,166-3 466 0 0,-252-2-508 0 0,-47 6 24 0 0,98 14 0 0 0,-107-6 37 0 0,141-2 1 0 0,375-26 1023 0 0,-276 19-1080 0 0,220-9 544 0 0,-177 16-634 0 0,-119-8-86 0 0,74 4 116 0 0,152 14 194 0 0,-387-17-125 0 0,102-14 1 0 0,-91 4-181 0 0,1 5-1 0 0,140 9 1 0 0,-212-2 1290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 smtClean="0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DAC22008-06FC-48BA-A15F-9B07A9787F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6260B5C-4C89-425A-80F1-332A1CFC6058}" type="slidenum">
              <a:rPr lang="ko-KR" altLang="en-US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4A69CA8-34CC-4489-9F3C-85EA8A01EE90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9F3FB4F-9D4C-4891-B91C-74EF518120DB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6107651-E70F-476B-8FEF-B81A0EBD2B5D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49FECDD-D123-4410-A4CB-15B9D83F2FC5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C807941-3179-40FD-B287-2BB8FBB5AAB1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F8A6A78-BA30-49C6-8FCA-6AEF62CDF8CF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BBD023B-B431-4507-ACC4-2EF6C1375ABA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2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DC37EC3-DF04-468E-8FF8-F03689F6A8C3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379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84FD3969-6D47-4EF1-9480-2A5E2A1F530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C7485FD-DE51-4894-84E7-575DB7F40336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789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460FF6A1-80A7-4CF7-BF85-491EDC6DA43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19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15271616-B2DA-472B-8215-BCD9DEBD2953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98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8BDDDCF-3CFC-43AF-B44D-F04E132B112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10BE7A4-1E65-400B-B736-1135C8AAD951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608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52AF24B8-E1A9-4AA3-ACF8-96C9B5091A14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813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5FBA32F-DCEB-40D6-8B68-7F4C193FC44C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0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5AD5B57B-5A16-4E59-B75B-F8A3DA770C9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26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CF3304-D11E-42B4-B67F-35DC91B7D1C8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530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DD8D4121-CB47-420E-9526-ADAE9AEC947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64B3E67-A8B8-40E3-AB1D-06C0EF462AC4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C78DD59B-9611-4D03-9617-60CDE4953D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679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F2084843-1600-42F1-8A79-2D5EB82C9E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605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EF92DDD3-8FE0-486C-B4FC-048D77FEEF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503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 smtClean="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D275DA70-0B1C-441B-86BE-AAA80EE4A8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3" Type="http://schemas.openxmlformats.org/officeDocument/2006/relationships/image" Target="../media/image3.jpe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5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.xml"/><Relationship Id="rId117" Type="http://schemas.openxmlformats.org/officeDocument/2006/relationships/image" Target="../media/image85.png"/><Relationship Id="rId21" Type="http://schemas.openxmlformats.org/officeDocument/2006/relationships/image" Target="../media/image37.png"/><Relationship Id="rId42" Type="http://schemas.openxmlformats.org/officeDocument/2006/relationships/customXml" Target="../ink/ink45.xml"/><Relationship Id="rId47" Type="http://schemas.openxmlformats.org/officeDocument/2006/relationships/image" Target="../media/image50.png"/><Relationship Id="rId63" Type="http://schemas.openxmlformats.org/officeDocument/2006/relationships/image" Target="../media/image58.png"/><Relationship Id="rId68" Type="http://schemas.openxmlformats.org/officeDocument/2006/relationships/customXml" Target="../ink/ink58.xml"/><Relationship Id="rId84" Type="http://schemas.openxmlformats.org/officeDocument/2006/relationships/customXml" Target="../ink/ink66.xml"/><Relationship Id="rId89" Type="http://schemas.openxmlformats.org/officeDocument/2006/relationships/image" Target="../media/image71.png"/><Relationship Id="rId112" Type="http://schemas.openxmlformats.org/officeDocument/2006/relationships/customXml" Target="../ink/ink80.xml"/><Relationship Id="rId133" Type="http://schemas.openxmlformats.org/officeDocument/2006/relationships/image" Target="../media/image93.png"/><Relationship Id="rId138" Type="http://schemas.openxmlformats.org/officeDocument/2006/relationships/customXml" Target="../ink/ink93.xml"/><Relationship Id="rId154" Type="http://schemas.openxmlformats.org/officeDocument/2006/relationships/customXml" Target="../ink/ink101.xml"/><Relationship Id="rId159" Type="http://schemas.openxmlformats.org/officeDocument/2006/relationships/image" Target="../media/image106.png"/><Relationship Id="rId175" Type="http://schemas.openxmlformats.org/officeDocument/2006/relationships/image" Target="../media/image114.png"/><Relationship Id="rId170" Type="http://schemas.openxmlformats.org/officeDocument/2006/relationships/customXml" Target="../ink/ink109.xml"/><Relationship Id="rId16" Type="http://schemas.openxmlformats.org/officeDocument/2006/relationships/customXml" Target="../ink/ink32.xml"/><Relationship Id="rId107" Type="http://schemas.openxmlformats.org/officeDocument/2006/relationships/image" Target="../media/image80.png"/><Relationship Id="rId11" Type="http://schemas.openxmlformats.org/officeDocument/2006/relationships/image" Target="../media/image32.png"/><Relationship Id="rId32" Type="http://schemas.openxmlformats.org/officeDocument/2006/relationships/customXml" Target="../ink/ink40.xml"/><Relationship Id="rId37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customXml" Target="../ink/ink53.xml"/><Relationship Id="rId74" Type="http://schemas.openxmlformats.org/officeDocument/2006/relationships/customXml" Target="../ink/ink61.xml"/><Relationship Id="rId79" Type="http://schemas.openxmlformats.org/officeDocument/2006/relationships/image" Target="../media/image66.png"/><Relationship Id="rId102" Type="http://schemas.openxmlformats.org/officeDocument/2006/relationships/customXml" Target="../ink/ink75.xml"/><Relationship Id="rId123" Type="http://schemas.openxmlformats.org/officeDocument/2006/relationships/image" Target="../media/image88.png"/><Relationship Id="rId128" Type="http://schemas.openxmlformats.org/officeDocument/2006/relationships/customXml" Target="../ink/ink88.xml"/><Relationship Id="rId144" Type="http://schemas.openxmlformats.org/officeDocument/2006/relationships/customXml" Target="../ink/ink96.xml"/><Relationship Id="rId149" Type="http://schemas.openxmlformats.org/officeDocument/2006/relationships/image" Target="../media/image101.png"/><Relationship Id="rId5" Type="http://schemas.openxmlformats.org/officeDocument/2006/relationships/image" Target="../media/image29.png"/><Relationship Id="rId90" Type="http://schemas.openxmlformats.org/officeDocument/2006/relationships/customXml" Target="../ink/ink69.xml"/><Relationship Id="rId95" Type="http://schemas.openxmlformats.org/officeDocument/2006/relationships/image" Target="../media/image74.png"/><Relationship Id="rId160" Type="http://schemas.openxmlformats.org/officeDocument/2006/relationships/customXml" Target="../ink/ink104.xml"/><Relationship Id="rId165" Type="http://schemas.openxmlformats.org/officeDocument/2006/relationships/image" Target="../media/image109.png"/><Relationship Id="rId22" Type="http://schemas.openxmlformats.org/officeDocument/2006/relationships/customXml" Target="../ink/ink35.xml"/><Relationship Id="rId27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customXml" Target="../ink/ink48.xml"/><Relationship Id="rId64" Type="http://schemas.openxmlformats.org/officeDocument/2006/relationships/customXml" Target="../ink/ink56.xml"/><Relationship Id="rId69" Type="http://schemas.openxmlformats.org/officeDocument/2006/relationships/image" Target="../media/image61.png"/><Relationship Id="rId113" Type="http://schemas.openxmlformats.org/officeDocument/2006/relationships/image" Target="../media/image83.png"/><Relationship Id="rId118" Type="http://schemas.openxmlformats.org/officeDocument/2006/relationships/customXml" Target="../ink/ink83.xml"/><Relationship Id="rId134" Type="http://schemas.openxmlformats.org/officeDocument/2006/relationships/customXml" Target="../ink/ink91.xml"/><Relationship Id="rId139" Type="http://schemas.openxmlformats.org/officeDocument/2006/relationships/image" Target="../media/image96.png"/><Relationship Id="rId80" Type="http://schemas.openxmlformats.org/officeDocument/2006/relationships/customXml" Target="../ink/ink64.xml"/><Relationship Id="rId85" Type="http://schemas.openxmlformats.org/officeDocument/2006/relationships/image" Target="../media/image69.png"/><Relationship Id="rId150" Type="http://schemas.openxmlformats.org/officeDocument/2006/relationships/customXml" Target="../ink/ink99.xml"/><Relationship Id="rId155" Type="http://schemas.openxmlformats.org/officeDocument/2006/relationships/image" Target="../media/image104.png"/><Relationship Id="rId171" Type="http://schemas.openxmlformats.org/officeDocument/2006/relationships/image" Target="../media/image112.png"/><Relationship Id="rId176" Type="http://schemas.openxmlformats.org/officeDocument/2006/relationships/customXml" Target="../ink/ink112.xml"/><Relationship Id="rId12" Type="http://schemas.openxmlformats.org/officeDocument/2006/relationships/customXml" Target="../ink/ink30.xml"/><Relationship Id="rId17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customXml" Target="../ink/ink43.xml"/><Relationship Id="rId59" Type="http://schemas.openxmlformats.org/officeDocument/2006/relationships/image" Target="../media/image56.png"/><Relationship Id="rId103" Type="http://schemas.openxmlformats.org/officeDocument/2006/relationships/image" Target="../media/image78.png"/><Relationship Id="rId108" Type="http://schemas.openxmlformats.org/officeDocument/2006/relationships/customXml" Target="../ink/ink78.xml"/><Relationship Id="rId124" Type="http://schemas.openxmlformats.org/officeDocument/2006/relationships/customXml" Target="../ink/ink86.xml"/><Relationship Id="rId129" Type="http://schemas.openxmlformats.org/officeDocument/2006/relationships/image" Target="../media/image91.png"/><Relationship Id="rId54" Type="http://schemas.openxmlformats.org/officeDocument/2006/relationships/customXml" Target="../ink/ink51.xml"/><Relationship Id="rId70" Type="http://schemas.openxmlformats.org/officeDocument/2006/relationships/customXml" Target="../ink/ink59.xml"/><Relationship Id="rId75" Type="http://schemas.openxmlformats.org/officeDocument/2006/relationships/image" Target="../media/image64.png"/><Relationship Id="rId91" Type="http://schemas.openxmlformats.org/officeDocument/2006/relationships/image" Target="../media/image72.png"/><Relationship Id="rId96" Type="http://schemas.openxmlformats.org/officeDocument/2006/relationships/customXml" Target="../ink/ink72.xml"/><Relationship Id="rId140" Type="http://schemas.openxmlformats.org/officeDocument/2006/relationships/customXml" Target="../ink/ink94.xml"/><Relationship Id="rId145" Type="http://schemas.openxmlformats.org/officeDocument/2006/relationships/image" Target="../media/image99.png"/><Relationship Id="rId161" Type="http://schemas.openxmlformats.org/officeDocument/2006/relationships/image" Target="../media/image107.png"/><Relationship Id="rId166" Type="http://schemas.openxmlformats.org/officeDocument/2006/relationships/customXml" Target="../ink/ink1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23" Type="http://schemas.openxmlformats.org/officeDocument/2006/relationships/image" Target="../media/image38.png"/><Relationship Id="rId28" Type="http://schemas.openxmlformats.org/officeDocument/2006/relationships/customXml" Target="../ink/ink38.xml"/><Relationship Id="rId49" Type="http://schemas.openxmlformats.org/officeDocument/2006/relationships/image" Target="../media/image51.png"/><Relationship Id="rId114" Type="http://schemas.openxmlformats.org/officeDocument/2006/relationships/customXml" Target="../ink/ink81.xml"/><Relationship Id="rId119" Type="http://schemas.openxmlformats.org/officeDocument/2006/relationships/image" Target="../media/image86.png"/><Relationship Id="rId10" Type="http://schemas.openxmlformats.org/officeDocument/2006/relationships/customXml" Target="../ink/ink29.xml"/><Relationship Id="rId31" Type="http://schemas.openxmlformats.org/officeDocument/2006/relationships/image" Target="../media/image42.png"/><Relationship Id="rId44" Type="http://schemas.openxmlformats.org/officeDocument/2006/relationships/customXml" Target="../ink/ink46.xml"/><Relationship Id="rId52" Type="http://schemas.openxmlformats.org/officeDocument/2006/relationships/customXml" Target="../ink/ink50.xml"/><Relationship Id="rId60" Type="http://schemas.openxmlformats.org/officeDocument/2006/relationships/customXml" Target="../ink/ink54.xml"/><Relationship Id="rId65" Type="http://schemas.openxmlformats.org/officeDocument/2006/relationships/image" Target="../media/image59.png"/><Relationship Id="rId73" Type="http://schemas.openxmlformats.org/officeDocument/2006/relationships/image" Target="../media/image63.png"/><Relationship Id="rId78" Type="http://schemas.openxmlformats.org/officeDocument/2006/relationships/customXml" Target="../ink/ink63.xml"/><Relationship Id="rId81" Type="http://schemas.openxmlformats.org/officeDocument/2006/relationships/image" Target="../media/image67.png"/><Relationship Id="rId86" Type="http://schemas.openxmlformats.org/officeDocument/2006/relationships/customXml" Target="../ink/ink67.xml"/><Relationship Id="rId94" Type="http://schemas.openxmlformats.org/officeDocument/2006/relationships/customXml" Target="../ink/ink71.xml"/><Relationship Id="rId99" Type="http://schemas.openxmlformats.org/officeDocument/2006/relationships/image" Target="../media/image76.png"/><Relationship Id="rId101" Type="http://schemas.openxmlformats.org/officeDocument/2006/relationships/image" Target="../media/image77.png"/><Relationship Id="rId122" Type="http://schemas.openxmlformats.org/officeDocument/2006/relationships/customXml" Target="../ink/ink85.xml"/><Relationship Id="rId130" Type="http://schemas.openxmlformats.org/officeDocument/2006/relationships/customXml" Target="../ink/ink89.xml"/><Relationship Id="rId135" Type="http://schemas.openxmlformats.org/officeDocument/2006/relationships/image" Target="../media/image94.png"/><Relationship Id="rId143" Type="http://schemas.openxmlformats.org/officeDocument/2006/relationships/image" Target="../media/image98.png"/><Relationship Id="rId148" Type="http://schemas.openxmlformats.org/officeDocument/2006/relationships/customXml" Target="../ink/ink98.xml"/><Relationship Id="rId151" Type="http://schemas.openxmlformats.org/officeDocument/2006/relationships/image" Target="../media/image102.png"/><Relationship Id="rId156" Type="http://schemas.openxmlformats.org/officeDocument/2006/relationships/customXml" Target="../ink/ink102.xml"/><Relationship Id="rId164" Type="http://schemas.openxmlformats.org/officeDocument/2006/relationships/customXml" Target="../ink/ink106.xml"/><Relationship Id="rId169" Type="http://schemas.openxmlformats.org/officeDocument/2006/relationships/image" Target="../media/image111.png"/><Relationship Id="rId177" Type="http://schemas.openxmlformats.org/officeDocument/2006/relationships/image" Target="../media/image115.png"/><Relationship Id="rId4" Type="http://schemas.openxmlformats.org/officeDocument/2006/relationships/customXml" Target="../ink/ink26.xml"/><Relationship Id="rId9" Type="http://schemas.openxmlformats.org/officeDocument/2006/relationships/image" Target="../media/image31.png"/><Relationship Id="rId172" Type="http://schemas.openxmlformats.org/officeDocument/2006/relationships/customXml" Target="../ink/ink110.xml"/><Relationship Id="rId13" Type="http://schemas.openxmlformats.org/officeDocument/2006/relationships/image" Target="../media/image33.png"/><Relationship Id="rId18" Type="http://schemas.openxmlformats.org/officeDocument/2006/relationships/customXml" Target="../ink/ink33.xml"/><Relationship Id="rId39" Type="http://schemas.openxmlformats.org/officeDocument/2006/relationships/image" Target="../media/image46.png"/><Relationship Id="rId109" Type="http://schemas.openxmlformats.org/officeDocument/2006/relationships/image" Target="../media/image81.png"/><Relationship Id="rId34" Type="http://schemas.openxmlformats.org/officeDocument/2006/relationships/customXml" Target="../ink/ink41.xml"/><Relationship Id="rId50" Type="http://schemas.openxmlformats.org/officeDocument/2006/relationships/customXml" Target="../ink/ink49.xml"/><Relationship Id="rId55" Type="http://schemas.openxmlformats.org/officeDocument/2006/relationships/image" Target="../media/image54.png"/><Relationship Id="rId76" Type="http://schemas.openxmlformats.org/officeDocument/2006/relationships/customXml" Target="../ink/ink62.xml"/><Relationship Id="rId97" Type="http://schemas.openxmlformats.org/officeDocument/2006/relationships/image" Target="../media/image75.png"/><Relationship Id="rId104" Type="http://schemas.openxmlformats.org/officeDocument/2006/relationships/customXml" Target="../ink/ink76.xml"/><Relationship Id="rId120" Type="http://schemas.openxmlformats.org/officeDocument/2006/relationships/customXml" Target="../ink/ink84.xml"/><Relationship Id="rId125" Type="http://schemas.openxmlformats.org/officeDocument/2006/relationships/image" Target="../media/image89.png"/><Relationship Id="rId141" Type="http://schemas.openxmlformats.org/officeDocument/2006/relationships/image" Target="../media/image97.png"/><Relationship Id="rId146" Type="http://schemas.openxmlformats.org/officeDocument/2006/relationships/customXml" Target="../ink/ink97.xml"/><Relationship Id="rId167" Type="http://schemas.openxmlformats.org/officeDocument/2006/relationships/image" Target="../media/image110.png"/><Relationship Id="rId7" Type="http://schemas.openxmlformats.org/officeDocument/2006/relationships/image" Target="../media/image30.png"/><Relationship Id="rId71" Type="http://schemas.openxmlformats.org/officeDocument/2006/relationships/image" Target="../media/image62.png"/><Relationship Id="rId92" Type="http://schemas.openxmlformats.org/officeDocument/2006/relationships/customXml" Target="../ink/ink70.xml"/><Relationship Id="rId162" Type="http://schemas.openxmlformats.org/officeDocument/2006/relationships/customXml" Target="../ink/ink105.xml"/><Relationship Id="rId2" Type="http://schemas.openxmlformats.org/officeDocument/2006/relationships/customXml" Target="../ink/ink25.xml"/><Relationship Id="rId29" Type="http://schemas.openxmlformats.org/officeDocument/2006/relationships/image" Target="../media/image41.png"/><Relationship Id="rId24" Type="http://schemas.openxmlformats.org/officeDocument/2006/relationships/customXml" Target="../ink/ink36.xml"/><Relationship Id="rId40" Type="http://schemas.openxmlformats.org/officeDocument/2006/relationships/customXml" Target="../ink/ink44.xml"/><Relationship Id="rId45" Type="http://schemas.openxmlformats.org/officeDocument/2006/relationships/image" Target="../media/image49.png"/><Relationship Id="rId66" Type="http://schemas.openxmlformats.org/officeDocument/2006/relationships/customXml" Target="../ink/ink57.xml"/><Relationship Id="rId87" Type="http://schemas.openxmlformats.org/officeDocument/2006/relationships/image" Target="../media/image70.png"/><Relationship Id="rId110" Type="http://schemas.openxmlformats.org/officeDocument/2006/relationships/customXml" Target="../ink/ink79.xml"/><Relationship Id="rId115" Type="http://schemas.openxmlformats.org/officeDocument/2006/relationships/image" Target="../media/image84.png"/><Relationship Id="rId131" Type="http://schemas.openxmlformats.org/officeDocument/2006/relationships/image" Target="../media/image92.png"/><Relationship Id="rId136" Type="http://schemas.openxmlformats.org/officeDocument/2006/relationships/customXml" Target="../ink/ink92.xml"/><Relationship Id="rId157" Type="http://schemas.openxmlformats.org/officeDocument/2006/relationships/image" Target="../media/image105.png"/><Relationship Id="rId178" Type="http://schemas.openxmlformats.org/officeDocument/2006/relationships/customXml" Target="../ink/ink113.xml"/><Relationship Id="rId61" Type="http://schemas.openxmlformats.org/officeDocument/2006/relationships/image" Target="../media/image57.png"/><Relationship Id="rId82" Type="http://schemas.openxmlformats.org/officeDocument/2006/relationships/customXml" Target="../ink/ink65.xml"/><Relationship Id="rId152" Type="http://schemas.openxmlformats.org/officeDocument/2006/relationships/customXml" Target="../ink/ink100.xml"/><Relationship Id="rId173" Type="http://schemas.openxmlformats.org/officeDocument/2006/relationships/image" Target="../media/image113.png"/><Relationship Id="rId19" Type="http://schemas.openxmlformats.org/officeDocument/2006/relationships/image" Target="../media/image36.png"/><Relationship Id="rId14" Type="http://schemas.openxmlformats.org/officeDocument/2006/relationships/customXml" Target="../ink/ink31.xml"/><Relationship Id="rId30" Type="http://schemas.openxmlformats.org/officeDocument/2006/relationships/customXml" Target="../ink/ink39.xml"/><Relationship Id="rId35" Type="http://schemas.openxmlformats.org/officeDocument/2006/relationships/image" Target="../media/image44.png"/><Relationship Id="rId56" Type="http://schemas.openxmlformats.org/officeDocument/2006/relationships/customXml" Target="../ink/ink52.xml"/><Relationship Id="rId77" Type="http://schemas.openxmlformats.org/officeDocument/2006/relationships/image" Target="../media/image65.png"/><Relationship Id="rId100" Type="http://schemas.openxmlformats.org/officeDocument/2006/relationships/customXml" Target="../ink/ink74.xml"/><Relationship Id="rId105" Type="http://schemas.openxmlformats.org/officeDocument/2006/relationships/image" Target="../media/image79.png"/><Relationship Id="rId126" Type="http://schemas.openxmlformats.org/officeDocument/2006/relationships/customXml" Target="../ink/ink87.xml"/><Relationship Id="rId147" Type="http://schemas.openxmlformats.org/officeDocument/2006/relationships/image" Target="../media/image100.png"/><Relationship Id="rId168" Type="http://schemas.openxmlformats.org/officeDocument/2006/relationships/customXml" Target="../ink/ink108.xml"/><Relationship Id="rId8" Type="http://schemas.openxmlformats.org/officeDocument/2006/relationships/customXml" Target="../ink/ink28.xml"/><Relationship Id="rId51" Type="http://schemas.openxmlformats.org/officeDocument/2006/relationships/image" Target="../media/image52.png"/><Relationship Id="rId72" Type="http://schemas.openxmlformats.org/officeDocument/2006/relationships/customXml" Target="../ink/ink60.xml"/><Relationship Id="rId93" Type="http://schemas.openxmlformats.org/officeDocument/2006/relationships/image" Target="../media/image73.png"/><Relationship Id="rId98" Type="http://schemas.openxmlformats.org/officeDocument/2006/relationships/customXml" Target="../ink/ink73.xml"/><Relationship Id="rId121" Type="http://schemas.openxmlformats.org/officeDocument/2006/relationships/image" Target="../media/image87.png"/><Relationship Id="rId142" Type="http://schemas.openxmlformats.org/officeDocument/2006/relationships/customXml" Target="../ink/ink95.xml"/><Relationship Id="rId163" Type="http://schemas.openxmlformats.org/officeDocument/2006/relationships/image" Target="../media/image108.png"/><Relationship Id="rId3" Type="http://schemas.openxmlformats.org/officeDocument/2006/relationships/image" Target="../media/image28.png"/><Relationship Id="rId25" Type="http://schemas.openxmlformats.org/officeDocument/2006/relationships/image" Target="../media/image39.png"/><Relationship Id="rId46" Type="http://schemas.openxmlformats.org/officeDocument/2006/relationships/customXml" Target="../ink/ink47.xml"/><Relationship Id="rId67" Type="http://schemas.openxmlformats.org/officeDocument/2006/relationships/image" Target="../media/image60.png"/><Relationship Id="rId116" Type="http://schemas.openxmlformats.org/officeDocument/2006/relationships/customXml" Target="../ink/ink82.xml"/><Relationship Id="rId137" Type="http://schemas.openxmlformats.org/officeDocument/2006/relationships/image" Target="../media/image95.png"/><Relationship Id="rId158" Type="http://schemas.openxmlformats.org/officeDocument/2006/relationships/customXml" Target="../ink/ink103.xml"/><Relationship Id="rId20" Type="http://schemas.openxmlformats.org/officeDocument/2006/relationships/customXml" Target="../ink/ink34.xml"/><Relationship Id="rId41" Type="http://schemas.openxmlformats.org/officeDocument/2006/relationships/image" Target="../media/image47.png"/><Relationship Id="rId62" Type="http://schemas.openxmlformats.org/officeDocument/2006/relationships/customXml" Target="../ink/ink55.xml"/><Relationship Id="rId83" Type="http://schemas.openxmlformats.org/officeDocument/2006/relationships/image" Target="../media/image68.png"/><Relationship Id="rId88" Type="http://schemas.openxmlformats.org/officeDocument/2006/relationships/customXml" Target="../ink/ink68.xml"/><Relationship Id="rId111" Type="http://schemas.openxmlformats.org/officeDocument/2006/relationships/image" Target="../media/image82.png"/><Relationship Id="rId132" Type="http://schemas.openxmlformats.org/officeDocument/2006/relationships/customXml" Target="../ink/ink90.xml"/><Relationship Id="rId153" Type="http://schemas.openxmlformats.org/officeDocument/2006/relationships/image" Target="../media/image103.png"/><Relationship Id="rId174" Type="http://schemas.openxmlformats.org/officeDocument/2006/relationships/customXml" Target="../ink/ink111.xml"/><Relationship Id="rId179" Type="http://schemas.openxmlformats.org/officeDocument/2006/relationships/image" Target="../media/image116.png"/><Relationship Id="rId15" Type="http://schemas.openxmlformats.org/officeDocument/2006/relationships/image" Target="../media/image34.png"/><Relationship Id="rId36" Type="http://schemas.openxmlformats.org/officeDocument/2006/relationships/customXml" Target="../ink/ink42.xml"/><Relationship Id="rId57" Type="http://schemas.openxmlformats.org/officeDocument/2006/relationships/image" Target="../media/image55.png"/><Relationship Id="rId106" Type="http://schemas.openxmlformats.org/officeDocument/2006/relationships/customXml" Target="../ink/ink77.xml"/><Relationship Id="rId127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png"/><Relationship Id="rId18" Type="http://schemas.openxmlformats.org/officeDocument/2006/relationships/customXml" Target="../ink/ink122.xml"/><Relationship Id="rId26" Type="http://schemas.openxmlformats.org/officeDocument/2006/relationships/customXml" Target="../ink/ink126.xml"/><Relationship Id="rId39" Type="http://schemas.openxmlformats.org/officeDocument/2006/relationships/image" Target="../media/image135.png"/><Relationship Id="rId21" Type="http://schemas.openxmlformats.org/officeDocument/2006/relationships/image" Target="../media/image126.png"/><Relationship Id="rId34" Type="http://schemas.openxmlformats.org/officeDocument/2006/relationships/customXml" Target="../ink/ink130.xml"/><Relationship Id="rId42" Type="http://schemas.openxmlformats.org/officeDocument/2006/relationships/customXml" Target="../ink/ink134.xml"/><Relationship Id="rId47" Type="http://schemas.openxmlformats.org/officeDocument/2006/relationships/image" Target="../media/image139.png"/><Relationship Id="rId50" Type="http://schemas.openxmlformats.org/officeDocument/2006/relationships/customXml" Target="../ink/ink138.xml"/><Relationship Id="rId55" Type="http://schemas.openxmlformats.org/officeDocument/2006/relationships/image" Target="../media/image143.png"/><Relationship Id="rId63" Type="http://schemas.openxmlformats.org/officeDocument/2006/relationships/image" Target="../media/image147.png"/><Relationship Id="rId68" Type="http://schemas.openxmlformats.org/officeDocument/2006/relationships/customXml" Target="../ink/ink147.xml"/><Relationship Id="rId76" Type="http://schemas.openxmlformats.org/officeDocument/2006/relationships/customXml" Target="../ink/ink151.xml"/><Relationship Id="rId84" Type="http://schemas.openxmlformats.org/officeDocument/2006/relationships/customXml" Target="../ink/ink155.xml"/><Relationship Id="rId7" Type="http://schemas.openxmlformats.org/officeDocument/2006/relationships/image" Target="../media/image119.png"/><Relationship Id="rId71" Type="http://schemas.openxmlformats.org/officeDocument/2006/relationships/image" Target="../media/image151.png"/><Relationship Id="rId2" Type="http://schemas.openxmlformats.org/officeDocument/2006/relationships/customXml" Target="../ink/ink114.xml"/><Relationship Id="rId16" Type="http://schemas.openxmlformats.org/officeDocument/2006/relationships/customXml" Target="../ink/ink121.xml"/><Relationship Id="rId29" Type="http://schemas.openxmlformats.org/officeDocument/2006/relationships/image" Target="../media/image130.png"/><Relationship Id="rId11" Type="http://schemas.openxmlformats.org/officeDocument/2006/relationships/image" Target="../media/image121.png"/><Relationship Id="rId24" Type="http://schemas.openxmlformats.org/officeDocument/2006/relationships/customXml" Target="../ink/ink125.xml"/><Relationship Id="rId32" Type="http://schemas.openxmlformats.org/officeDocument/2006/relationships/customXml" Target="../ink/ink129.xml"/><Relationship Id="rId37" Type="http://schemas.openxmlformats.org/officeDocument/2006/relationships/image" Target="../media/image134.png"/><Relationship Id="rId40" Type="http://schemas.openxmlformats.org/officeDocument/2006/relationships/customXml" Target="../ink/ink133.xml"/><Relationship Id="rId45" Type="http://schemas.openxmlformats.org/officeDocument/2006/relationships/image" Target="../media/image138.png"/><Relationship Id="rId53" Type="http://schemas.openxmlformats.org/officeDocument/2006/relationships/image" Target="../media/image142.png"/><Relationship Id="rId58" Type="http://schemas.openxmlformats.org/officeDocument/2006/relationships/customXml" Target="../ink/ink142.xml"/><Relationship Id="rId66" Type="http://schemas.openxmlformats.org/officeDocument/2006/relationships/customXml" Target="../ink/ink146.xml"/><Relationship Id="rId74" Type="http://schemas.openxmlformats.org/officeDocument/2006/relationships/customXml" Target="../ink/ink150.xml"/><Relationship Id="rId79" Type="http://schemas.openxmlformats.org/officeDocument/2006/relationships/image" Target="../media/image155.png"/><Relationship Id="rId5" Type="http://schemas.openxmlformats.org/officeDocument/2006/relationships/image" Target="../media/image118.png"/><Relationship Id="rId61" Type="http://schemas.openxmlformats.org/officeDocument/2006/relationships/image" Target="../media/image146.png"/><Relationship Id="rId82" Type="http://schemas.openxmlformats.org/officeDocument/2006/relationships/customXml" Target="../ink/ink154.xml"/><Relationship Id="rId19" Type="http://schemas.openxmlformats.org/officeDocument/2006/relationships/image" Target="../media/image125.png"/><Relationship Id="rId4" Type="http://schemas.openxmlformats.org/officeDocument/2006/relationships/customXml" Target="../ink/ink115.xml"/><Relationship Id="rId9" Type="http://schemas.openxmlformats.org/officeDocument/2006/relationships/image" Target="../media/image120.png"/><Relationship Id="rId14" Type="http://schemas.openxmlformats.org/officeDocument/2006/relationships/customXml" Target="../ink/ink120.xml"/><Relationship Id="rId22" Type="http://schemas.openxmlformats.org/officeDocument/2006/relationships/customXml" Target="../ink/ink124.xml"/><Relationship Id="rId27" Type="http://schemas.openxmlformats.org/officeDocument/2006/relationships/image" Target="../media/image129.png"/><Relationship Id="rId30" Type="http://schemas.openxmlformats.org/officeDocument/2006/relationships/customXml" Target="../ink/ink128.xml"/><Relationship Id="rId35" Type="http://schemas.openxmlformats.org/officeDocument/2006/relationships/image" Target="../media/image133.png"/><Relationship Id="rId43" Type="http://schemas.openxmlformats.org/officeDocument/2006/relationships/image" Target="../media/image137.png"/><Relationship Id="rId48" Type="http://schemas.openxmlformats.org/officeDocument/2006/relationships/customXml" Target="../ink/ink137.xml"/><Relationship Id="rId56" Type="http://schemas.openxmlformats.org/officeDocument/2006/relationships/customXml" Target="../ink/ink141.xml"/><Relationship Id="rId64" Type="http://schemas.openxmlformats.org/officeDocument/2006/relationships/customXml" Target="../ink/ink145.xml"/><Relationship Id="rId69" Type="http://schemas.openxmlformats.org/officeDocument/2006/relationships/image" Target="../media/image150.png"/><Relationship Id="rId77" Type="http://schemas.openxmlformats.org/officeDocument/2006/relationships/image" Target="../media/image154.png"/><Relationship Id="rId8" Type="http://schemas.openxmlformats.org/officeDocument/2006/relationships/customXml" Target="../ink/ink117.xml"/><Relationship Id="rId51" Type="http://schemas.openxmlformats.org/officeDocument/2006/relationships/image" Target="../media/image141.png"/><Relationship Id="rId72" Type="http://schemas.openxmlformats.org/officeDocument/2006/relationships/customXml" Target="../ink/ink149.xml"/><Relationship Id="rId80" Type="http://schemas.openxmlformats.org/officeDocument/2006/relationships/customXml" Target="../ink/ink153.xml"/><Relationship Id="rId85" Type="http://schemas.openxmlformats.org/officeDocument/2006/relationships/image" Target="../media/image158.png"/><Relationship Id="rId3" Type="http://schemas.openxmlformats.org/officeDocument/2006/relationships/image" Target="../media/image117.png"/><Relationship Id="rId12" Type="http://schemas.openxmlformats.org/officeDocument/2006/relationships/customXml" Target="../ink/ink119.xml"/><Relationship Id="rId17" Type="http://schemas.openxmlformats.org/officeDocument/2006/relationships/image" Target="../media/image124.png"/><Relationship Id="rId25" Type="http://schemas.openxmlformats.org/officeDocument/2006/relationships/image" Target="../media/image128.png"/><Relationship Id="rId33" Type="http://schemas.openxmlformats.org/officeDocument/2006/relationships/image" Target="../media/image132.png"/><Relationship Id="rId38" Type="http://schemas.openxmlformats.org/officeDocument/2006/relationships/customXml" Target="../ink/ink132.xml"/><Relationship Id="rId46" Type="http://schemas.openxmlformats.org/officeDocument/2006/relationships/customXml" Target="../ink/ink136.xml"/><Relationship Id="rId59" Type="http://schemas.openxmlformats.org/officeDocument/2006/relationships/image" Target="../media/image145.png"/><Relationship Id="rId67" Type="http://schemas.openxmlformats.org/officeDocument/2006/relationships/image" Target="../media/image149.png"/><Relationship Id="rId20" Type="http://schemas.openxmlformats.org/officeDocument/2006/relationships/customXml" Target="../ink/ink123.xml"/><Relationship Id="rId41" Type="http://schemas.openxmlformats.org/officeDocument/2006/relationships/image" Target="../media/image136.png"/><Relationship Id="rId54" Type="http://schemas.openxmlformats.org/officeDocument/2006/relationships/customXml" Target="../ink/ink140.xml"/><Relationship Id="rId62" Type="http://schemas.openxmlformats.org/officeDocument/2006/relationships/customXml" Target="../ink/ink144.xml"/><Relationship Id="rId70" Type="http://schemas.openxmlformats.org/officeDocument/2006/relationships/customXml" Target="../ink/ink148.xml"/><Relationship Id="rId75" Type="http://schemas.openxmlformats.org/officeDocument/2006/relationships/image" Target="../media/image153.png"/><Relationship Id="rId83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6.xml"/><Relationship Id="rId15" Type="http://schemas.openxmlformats.org/officeDocument/2006/relationships/image" Target="../media/image123.png"/><Relationship Id="rId23" Type="http://schemas.openxmlformats.org/officeDocument/2006/relationships/image" Target="../media/image127.png"/><Relationship Id="rId28" Type="http://schemas.openxmlformats.org/officeDocument/2006/relationships/customXml" Target="../ink/ink127.xml"/><Relationship Id="rId36" Type="http://schemas.openxmlformats.org/officeDocument/2006/relationships/customXml" Target="../ink/ink131.xml"/><Relationship Id="rId49" Type="http://schemas.openxmlformats.org/officeDocument/2006/relationships/image" Target="../media/image140.png"/><Relationship Id="rId57" Type="http://schemas.openxmlformats.org/officeDocument/2006/relationships/image" Target="../media/image144.png"/><Relationship Id="rId10" Type="http://schemas.openxmlformats.org/officeDocument/2006/relationships/customXml" Target="../ink/ink118.xml"/><Relationship Id="rId31" Type="http://schemas.openxmlformats.org/officeDocument/2006/relationships/image" Target="../media/image131.png"/><Relationship Id="rId44" Type="http://schemas.openxmlformats.org/officeDocument/2006/relationships/customXml" Target="../ink/ink135.xml"/><Relationship Id="rId52" Type="http://schemas.openxmlformats.org/officeDocument/2006/relationships/customXml" Target="../ink/ink139.xml"/><Relationship Id="rId60" Type="http://schemas.openxmlformats.org/officeDocument/2006/relationships/customXml" Target="../ink/ink143.xml"/><Relationship Id="rId65" Type="http://schemas.openxmlformats.org/officeDocument/2006/relationships/image" Target="../media/image148.png"/><Relationship Id="rId73" Type="http://schemas.openxmlformats.org/officeDocument/2006/relationships/image" Target="../media/image152.png"/><Relationship Id="rId78" Type="http://schemas.openxmlformats.org/officeDocument/2006/relationships/customXml" Target="../ink/ink152.xml"/><Relationship Id="rId81" Type="http://schemas.openxmlformats.org/officeDocument/2006/relationships/image" Target="../media/image15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customXml" Target="../ink/ink164.xml"/><Relationship Id="rId26" Type="http://schemas.openxmlformats.org/officeDocument/2006/relationships/customXml" Target="../ink/ink168.xml"/><Relationship Id="rId39" Type="http://schemas.openxmlformats.org/officeDocument/2006/relationships/image" Target="../media/image177.png"/><Relationship Id="rId21" Type="http://schemas.openxmlformats.org/officeDocument/2006/relationships/image" Target="../media/image168.png"/><Relationship Id="rId34" Type="http://schemas.openxmlformats.org/officeDocument/2006/relationships/customXml" Target="../ink/ink172.xml"/><Relationship Id="rId42" Type="http://schemas.openxmlformats.org/officeDocument/2006/relationships/customXml" Target="../ink/ink176.xml"/><Relationship Id="rId47" Type="http://schemas.openxmlformats.org/officeDocument/2006/relationships/image" Target="../media/image181.png"/><Relationship Id="rId50" Type="http://schemas.openxmlformats.org/officeDocument/2006/relationships/customXml" Target="../ink/ink180.xml"/><Relationship Id="rId55" Type="http://schemas.openxmlformats.org/officeDocument/2006/relationships/image" Target="../media/image185.png"/><Relationship Id="rId63" Type="http://schemas.openxmlformats.org/officeDocument/2006/relationships/image" Target="../media/image189.png"/><Relationship Id="rId68" Type="http://schemas.openxmlformats.org/officeDocument/2006/relationships/customXml" Target="../ink/ink189.xml"/><Relationship Id="rId76" Type="http://schemas.openxmlformats.org/officeDocument/2006/relationships/customXml" Target="../ink/ink193.xml"/><Relationship Id="rId7" Type="http://schemas.openxmlformats.org/officeDocument/2006/relationships/image" Target="../media/image161.png"/><Relationship Id="rId71" Type="http://schemas.openxmlformats.org/officeDocument/2006/relationships/image" Target="../media/image193.png"/><Relationship Id="rId2" Type="http://schemas.openxmlformats.org/officeDocument/2006/relationships/customXml" Target="../ink/ink156.xml"/><Relationship Id="rId16" Type="http://schemas.openxmlformats.org/officeDocument/2006/relationships/customXml" Target="../ink/ink163.xml"/><Relationship Id="rId29" Type="http://schemas.openxmlformats.org/officeDocument/2006/relationships/image" Target="../media/image172.png"/><Relationship Id="rId11" Type="http://schemas.openxmlformats.org/officeDocument/2006/relationships/image" Target="../media/image163.png"/><Relationship Id="rId24" Type="http://schemas.openxmlformats.org/officeDocument/2006/relationships/customXml" Target="../ink/ink167.xml"/><Relationship Id="rId32" Type="http://schemas.openxmlformats.org/officeDocument/2006/relationships/customXml" Target="../ink/ink171.xml"/><Relationship Id="rId37" Type="http://schemas.openxmlformats.org/officeDocument/2006/relationships/image" Target="../media/image176.png"/><Relationship Id="rId40" Type="http://schemas.openxmlformats.org/officeDocument/2006/relationships/customXml" Target="../ink/ink175.xml"/><Relationship Id="rId45" Type="http://schemas.openxmlformats.org/officeDocument/2006/relationships/image" Target="../media/image180.png"/><Relationship Id="rId53" Type="http://schemas.openxmlformats.org/officeDocument/2006/relationships/image" Target="../media/image184.png"/><Relationship Id="rId58" Type="http://schemas.openxmlformats.org/officeDocument/2006/relationships/customXml" Target="../ink/ink184.xml"/><Relationship Id="rId66" Type="http://schemas.openxmlformats.org/officeDocument/2006/relationships/customXml" Target="../ink/ink188.xml"/><Relationship Id="rId74" Type="http://schemas.openxmlformats.org/officeDocument/2006/relationships/customXml" Target="../ink/ink192.xml"/><Relationship Id="rId5" Type="http://schemas.openxmlformats.org/officeDocument/2006/relationships/image" Target="../media/image160.png"/><Relationship Id="rId15" Type="http://schemas.openxmlformats.org/officeDocument/2006/relationships/image" Target="../media/image165.png"/><Relationship Id="rId23" Type="http://schemas.openxmlformats.org/officeDocument/2006/relationships/image" Target="../media/image169.png"/><Relationship Id="rId28" Type="http://schemas.openxmlformats.org/officeDocument/2006/relationships/customXml" Target="../ink/ink169.xml"/><Relationship Id="rId36" Type="http://schemas.openxmlformats.org/officeDocument/2006/relationships/customXml" Target="../ink/ink173.xml"/><Relationship Id="rId49" Type="http://schemas.openxmlformats.org/officeDocument/2006/relationships/image" Target="../media/image182.png"/><Relationship Id="rId57" Type="http://schemas.openxmlformats.org/officeDocument/2006/relationships/image" Target="../media/image186.png"/><Relationship Id="rId61" Type="http://schemas.openxmlformats.org/officeDocument/2006/relationships/image" Target="../media/image188.png"/><Relationship Id="rId10" Type="http://schemas.openxmlformats.org/officeDocument/2006/relationships/customXml" Target="../ink/ink160.xml"/><Relationship Id="rId19" Type="http://schemas.openxmlformats.org/officeDocument/2006/relationships/image" Target="../media/image167.png"/><Relationship Id="rId31" Type="http://schemas.openxmlformats.org/officeDocument/2006/relationships/image" Target="../media/image173.png"/><Relationship Id="rId44" Type="http://schemas.openxmlformats.org/officeDocument/2006/relationships/customXml" Target="../ink/ink177.xml"/><Relationship Id="rId52" Type="http://schemas.openxmlformats.org/officeDocument/2006/relationships/customXml" Target="../ink/ink181.xml"/><Relationship Id="rId60" Type="http://schemas.openxmlformats.org/officeDocument/2006/relationships/customXml" Target="../ink/ink185.xml"/><Relationship Id="rId65" Type="http://schemas.openxmlformats.org/officeDocument/2006/relationships/image" Target="../media/image190.png"/><Relationship Id="rId73" Type="http://schemas.openxmlformats.org/officeDocument/2006/relationships/image" Target="../media/image194.png"/><Relationship Id="rId4" Type="http://schemas.openxmlformats.org/officeDocument/2006/relationships/customXml" Target="../ink/ink157.xml"/><Relationship Id="rId9" Type="http://schemas.openxmlformats.org/officeDocument/2006/relationships/image" Target="../media/image162.png"/><Relationship Id="rId14" Type="http://schemas.openxmlformats.org/officeDocument/2006/relationships/customXml" Target="../ink/ink162.xml"/><Relationship Id="rId22" Type="http://schemas.openxmlformats.org/officeDocument/2006/relationships/customXml" Target="../ink/ink166.xml"/><Relationship Id="rId27" Type="http://schemas.openxmlformats.org/officeDocument/2006/relationships/image" Target="../media/image171.png"/><Relationship Id="rId30" Type="http://schemas.openxmlformats.org/officeDocument/2006/relationships/customXml" Target="../ink/ink170.xml"/><Relationship Id="rId35" Type="http://schemas.openxmlformats.org/officeDocument/2006/relationships/image" Target="../media/image175.png"/><Relationship Id="rId43" Type="http://schemas.openxmlformats.org/officeDocument/2006/relationships/image" Target="../media/image179.png"/><Relationship Id="rId48" Type="http://schemas.openxmlformats.org/officeDocument/2006/relationships/customXml" Target="../ink/ink179.xml"/><Relationship Id="rId56" Type="http://schemas.openxmlformats.org/officeDocument/2006/relationships/customXml" Target="../ink/ink183.xml"/><Relationship Id="rId64" Type="http://schemas.openxmlformats.org/officeDocument/2006/relationships/customXml" Target="../ink/ink187.xml"/><Relationship Id="rId69" Type="http://schemas.openxmlformats.org/officeDocument/2006/relationships/image" Target="../media/image192.png"/><Relationship Id="rId77" Type="http://schemas.openxmlformats.org/officeDocument/2006/relationships/image" Target="../media/image196.png"/><Relationship Id="rId8" Type="http://schemas.openxmlformats.org/officeDocument/2006/relationships/customXml" Target="../ink/ink159.xml"/><Relationship Id="rId51" Type="http://schemas.openxmlformats.org/officeDocument/2006/relationships/image" Target="../media/image183.png"/><Relationship Id="rId72" Type="http://schemas.openxmlformats.org/officeDocument/2006/relationships/customXml" Target="../ink/ink191.xml"/><Relationship Id="rId3" Type="http://schemas.openxmlformats.org/officeDocument/2006/relationships/image" Target="../media/image159.png"/><Relationship Id="rId12" Type="http://schemas.openxmlformats.org/officeDocument/2006/relationships/customXml" Target="../ink/ink161.xml"/><Relationship Id="rId17" Type="http://schemas.openxmlformats.org/officeDocument/2006/relationships/image" Target="../media/image166.png"/><Relationship Id="rId25" Type="http://schemas.openxmlformats.org/officeDocument/2006/relationships/image" Target="../media/image170.png"/><Relationship Id="rId33" Type="http://schemas.openxmlformats.org/officeDocument/2006/relationships/image" Target="../media/image174.png"/><Relationship Id="rId38" Type="http://schemas.openxmlformats.org/officeDocument/2006/relationships/customXml" Target="../ink/ink174.xml"/><Relationship Id="rId46" Type="http://schemas.openxmlformats.org/officeDocument/2006/relationships/customXml" Target="../ink/ink178.xml"/><Relationship Id="rId59" Type="http://schemas.openxmlformats.org/officeDocument/2006/relationships/image" Target="../media/image187.png"/><Relationship Id="rId67" Type="http://schemas.openxmlformats.org/officeDocument/2006/relationships/image" Target="../media/image191.png"/><Relationship Id="rId20" Type="http://schemas.openxmlformats.org/officeDocument/2006/relationships/customXml" Target="../ink/ink165.xml"/><Relationship Id="rId41" Type="http://schemas.openxmlformats.org/officeDocument/2006/relationships/image" Target="../media/image178.png"/><Relationship Id="rId54" Type="http://schemas.openxmlformats.org/officeDocument/2006/relationships/customXml" Target="../ink/ink182.xml"/><Relationship Id="rId62" Type="http://schemas.openxmlformats.org/officeDocument/2006/relationships/customXml" Target="../ink/ink186.xml"/><Relationship Id="rId70" Type="http://schemas.openxmlformats.org/officeDocument/2006/relationships/customXml" Target="../ink/ink190.xml"/><Relationship Id="rId75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8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7.png"/><Relationship Id="rId117" Type="http://schemas.openxmlformats.org/officeDocument/2006/relationships/customXml" Target="../ink/ink251.xml"/><Relationship Id="rId21" Type="http://schemas.openxmlformats.org/officeDocument/2006/relationships/customXml" Target="../ink/ink203.xml"/><Relationship Id="rId42" Type="http://schemas.openxmlformats.org/officeDocument/2006/relationships/image" Target="../media/image215.png"/><Relationship Id="rId47" Type="http://schemas.openxmlformats.org/officeDocument/2006/relationships/customXml" Target="../ink/ink216.xml"/><Relationship Id="rId63" Type="http://schemas.openxmlformats.org/officeDocument/2006/relationships/customXml" Target="../ink/ink224.xml"/><Relationship Id="rId68" Type="http://schemas.openxmlformats.org/officeDocument/2006/relationships/image" Target="../media/image228.png"/><Relationship Id="rId84" Type="http://schemas.openxmlformats.org/officeDocument/2006/relationships/image" Target="../media/image236.png"/><Relationship Id="rId89" Type="http://schemas.openxmlformats.org/officeDocument/2006/relationships/customXml" Target="../ink/ink237.xml"/><Relationship Id="rId112" Type="http://schemas.openxmlformats.org/officeDocument/2006/relationships/image" Target="../media/image250.png"/><Relationship Id="rId133" Type="http://schemas.openxmlformats.org/officeDocument/2006/relationships/customXml" Target="../ink/ink259.xml"/><Relationship Id="rId138" Type="http://schemas.openxmlformats.org/officeDocument/2006/relationships/image" Target="../media/image263.png"/><Relationship Id="rId16" Type="http://schemas.openxmlformats.org/officeDocument/2006/relationships/image" Target="../media/image202.png"/><Relationship Id="rId107" Type="http://schemas.openxmlformats.org/officeDocument/2006/relationships/customXml" Target="../ink/ink246.xml"/><Relationship Id="rId11" Type="http://schemas.openxmlformats.org/officeDocument/2006/relationships/customXml" Target="../ink/ink198.xml"/><Relationship Id="rId32" Type="http://schemas.openxmlformats.org/officeDocument/2006/relationships/image" Target="../media/image210.png"/><Relationship Id="rId37" Type="http://schemas.openxmlformats.org/officeDocument/2006/relationships/customXml" Target="../ink/ink211.xml"/><Relationship Id="rId53" Type="http://schemas.openxmlformats.org/officeDocument/2006/relationships/customXml" Target="../ink/ink219.xml"/><Relationship Id="rId58" Type="http://schemas.openxmlformats.org/officeDocument/2006/relationships/image" Target="../media/image223.png"/><Relationship Id="rId74" Type="http://schemas.openxmlformats.org/officeDocument/2006/relationships/image" Target="../media/image231.png"/><Relationship Id="rId79" Type="http://schemas.openxmlformats.org/officeDocument/2006/relationships/customXml" Target="../ink/ink232.xml"/><Relationship Id="rId102" Type="http://schemas.openxmlformats.org/officeDocument/2006/relationships/image" Target="../media/image245.png"/><Relationship Id="rId123" Type="http://schemas.openxmlformats.org/officeDocument/2006/relationships/customXml" Target="../ink/ink254.xml"/><Relationship Id="rId128" Type="http://schemas.openxmlformats.org/officeDocument/2006/relationships/image" Target="../media/image258.png"/><Relationship Id="rId144" Type="http://schemas.openxmlformats.org/officeDocument/2006/relationships/image" Target="../media/image266.png"/><Relationship Id="rId149" Type="http://schemas.openxmlformats.org/officeDocument/2006/relationships/customXml" Target="../ink/ink267.xml"/><Relationship Id="rId5" Type="http://schemas.openxmlformats.org/officeDocument/2006/relationships/customXml" Target="../ink/ink195.xml"/><Relationship Id="rId90" Type="http://schemas.openxmlformats.org/officeDocument/2006/relationships/image" Target="../media/image239.png"/><Relationship Id="rId95" Type="http://schemas.openxmlformats.org/officeDocument/2006/relationships/customXml" Target="../ink/ink240.xml"/><Relationship Id="rId22" Type="http://schemas.openxmlformats.org/officeDocument/2006/relationships/image" Target="../media/image205.png"/><Relationship Id="rId27" Type="http://schemas.openxmlformats.org/officeDocument/2006/relationships/customXml" Target="../ink/ink206.xml"/><Relationship Id="rId43" Type="http://schemas.openxmlformats.org/officeDocument/2006/relationships/customXml" Target="../ink/ink214.xml"/><Relationship Id="rId48" Type="http://schemas.openxmlformats.org/officeDocument/2006/relationships/image" Target="../media/image218.png"/><Relationship Id="rId64" Type="http://schemas.openxmlformats.org/officeDocument/2006/relationships/image" Target="../media/image226.png"/><Relationship Id="rId69" Type="http://schemas.openxmlformats.org/officeDocument/2006/relationships/customXml" Target="../ink/ink227.xml"/><Relationship Id="rId113" Type="http://schemas.openxmlformats.org/officeDocument/2006/relationships/customXml" Target="../ink/ink249.xml"/><Relationship Id="rId118" Type="http://schemas.openxmlformats.org/officeDocument/2006/relationships/image" Target="../media/image253.png"/><Relationship Id="rId134" Type="http://schemas.openxmlformats.org/officeDocument/2006/relationships/image" Target="../media/image261.png"/><Relationship Id="rId139" Type="http://schemas.openxmlformats.org/officeDocument/2006/relationships/customXml" Target="../ink/ink262.xml"/><Relationship Id="rId80" Type="http://schemas.openxmlformats.org/officeDocument/2006/relationships/image" Target="../media/image234.png"/><Relationship Id="rId85" Type="http://schemas.openxmlformats.org/officeDocument/2006/relationships/customXml" Target="../ink/ink235.xml"/><Relationship Id="rId150" Type="http://schemas.openxmlformats.org/officeDocument/2006/relationships/image" Target="../media/image269.png"/><Relationship Id="rId12" Type="http://schemas.openxmlformats.org/officeDocument/2006/relationships/image" Target="../media/image200.png"/><Relationship Id="rId17" Type="http://schemas.openxmlformats.org/officeDocument/2006/relationships/customXml" Target="../ink/ink201.xml"/><Relationship Id="rId25" Type="http://schemas.openxmlformats.org/officeDocument/2006/relationships/customXml" Target="../ink/ink205.xml"/><Relationship Id="rId33" Type="http://schemas.openxmlformats.org/officeDocument/2006/relationships/customXml" Target="../ink/ink209.xml"/><Relationship Id="rId38" Type="http://schemas.openxmlformats.org/officeDocument/2006/relationships/image" Target="../media/image213.png"/><Relationship Id="rId46" Type="http://schemas.openxmlformats.org/officeDocument/2006/relationships/image" Target="../media/image217.png"/><Relationship Id="rId59" Type="http://schemas.openxmlformats.org/officeDocument/2006/relationships/customXml" Target="../ink/ink222.xml"/><Relationship Id="rId67" Type="http://schemas.openxmlformats.org/officeDocument/2006/relationships/customXml" Target="../ink/ink226.xml"/><Relationship Id="rId103" Type="http://schemas.openxmlformats.org/officeDocument/2006/relationships/customXml" Target="../ink/ink244.xml"/><Relationship Id="rId108" Type="http://schemas.openxmlformats.org/officeDocument/2006/relationships/image" Target="../media/image248.png"/><Relationship Id="rId116" Type="http://schemas.openxmlformats.org/officeDocument/2006/relationships/image" Target="../media/image252.png"/><Relationship Id="rId124" Type="http://schemas.openxmlformats.org/officeDocument/2006/relationships/image" Target="../media/image256.png"/><Relationship Id="rId129" Type="http://schemas.openxmlformats.org/officeDocument/2006/relationships/customXml" Target="../ink/ink257.xml"/><Relationship Id="rId137" Type="http://schemas.openxmlformats.org/officeDocument/2006/relationships/customXml" Target="../ink/ink261.xml"/><Relationship Id="rId20" Type="http://schemas.openxmlformats.org/officeDocument/2006/relationships/image" Target="../media/image204.png"/><Relationship Id="rId41" Type="http://schemas.openxmlformats.org/officeDocument/2006/relationships/customXml" Target="../ink/ink213.xml"/><Relationship Id="rId54" Type="http://schemas.openxmlformats.org/officeDocument/2006/relationships/image" Target="../media/image221.png"/><Relationship Id="rId62" Type="http://schemas.openxmlformats.org/officeDocument/2006/relationships/image" Target="../media/image225.png"/><Relationship Id="rId70" Type="http://schemas.openxmlformats.org/officeDocument/2006/relationships/image" Target="../media/image229.png"/><Relationship Id="rId75" Type="http://schemas.openxmlformats.org/officeDocument/2006/relationships/customXml" Target="../ink/ink230.xml"/><Relationship Id="rId83" Type="http://schemas.openxmlformats.org/officeDocument/2006/relationships/customXml" Target="../ink/ink234.xml"/><Relationship Id="rId88" Type="http://schemas.openxmlformats.org/officeDocument/2006/relationships/image" Target="../media/image238.png"/><Relationship Id="rId91" Type="http://schemas.openxmlformats.org/officeDocument/2006/relationships/customXml" Target="../ink/ink238.xml"/><Relationship Id="rId96" Type="http://schemas.openxmlformats.org/officeDocument/2006/relationships/image" Target="../media/image242.png"/><Relationship Id="rId111" Type="http://schemas.openxmlformats.org/officeDocument/2006/relationships/customXml" Target="../ink/ink248.xml"/><Relationship Id="rId132" Type="http://schemas.openxmlformats.org/officeDocument/2006/relationships/image" Target="../media/image260.png"/><Relationship Id="rId140" Type="http://schemas.openxmlformats.org/officeDocument/2006/relationships/image" Target="../media/image264.png"/><Relationship Id="rId145" Type="http://schemas.openxmlformats.org/officeDocument/2006/relationships/customXml" Target="../ink/ink2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15" Type="http://schemas.openxmlformats.org/officeDocument/2006/relationships/customXml" Target="../ink/ink200.xml"/><Relationship Id="rId23" Type="http://schemas.openxmlformats.org/officeDocument/2006/relationships/customXml" Target="../ink/ink204.xml"/><Relationship Id="rId28" Type="http://schemas.openxmlformats.org/officeDocument/2006/relationships/image" Target="../media/image208.png"/><Relationship Id="rId36" Type="http://schemas.openxmlformats.org/officeDocument/2006/relationships/image" Target="../media/image212.png"/><Relationship Id="rId49" Type="http://schemas.openxmlformats.org/officeDocument/2006/relationships/customXml" Target="../ink/ink217.xml"/><Relationship Id="rId57" Type="http://schemas.openxmlformats.org/officeDocument/2006/relationships/customXml" Target="../ink/ink221.xml"/><Relationship Id="rId106" Type="http://schemas.openxmlformats.org/officeDocument/2006/relationships/image" Target="../media/image247.png"/><Relationship Id="rId114" Type="http://schemas.openxmlformats.org/officeDocument/2006/relationships/image" Target="../media/image251.png"/><Relationship Id="rId119" Type="http://schemas.openxmlformats.org/officeDocument/2006/relationships/customXml" Target="../ink/ink252.xml"/><Relationship Id="rId127" Type="http://schemas.openxmlformats.org/officeDocument/2006/relationships/customXml" Target="../ink/ink256.xml"/><Relationship Id="rId10" Type="http://schemas.openxmlformats.org/officeDocument/2006/relationships/image" Target="../media/image199.png"/><Relationship Id="rId31" Type="http://schemas.openxmlformats.org/officeDocument/2006/relationships/customXml" Target="../ink/ink208.xml"/><Relationship Id="rId44" Type="http://schemas.openxmlformats.org/officeDocument/2006/relationships/image" Target="../media/image216.png"/><Relationship Id="rId52" Type="http://schemas.openxmlformats.org/officeDocument/2006/relationships/image" Target="../media/image220.png"/><Relationship Id="rId60" Type="http://schemas.openxmlformats.org/officeDocument/2006/relationships/image" Target="../media/image224.png"/><Relationship Id="rId65" Type="http://schemas.openxmlformats.org/officeDocument/2006/relationships/customXml" Target="../ink/ink225.xml"/><Relationship Id="rId73" Type="http://schemas.openxmlformats.org/officeDocument/2006/relationships/customXml" Target="../ink/ink229.xml"/><Relationship Id="rId78" Type="http://schemas.openxmlformats.org/officeDocument/2006/relationships/image" Target="../media/image233.png"/><Relationship Id="rId81" Type="http://schemas.openxmlformats.org/officeDocument/2006/relationships/customXml" Target="../ink/ink233.xml"/><Relationship Id="rId86" Type="http://schemas.openxmlformats.org/officeDocument/2006/relationships/image" Target="../media/image237.png"/><Relationship Id="rId94" Type="http://schemas.openxmlformats.org/officeDocument/2006/relationships/image" Target="../media/image241.png"/><Relationship Id="rId99" Type="http://schemas.openxmlformats.org/officeDocument/2006/relationships/customXml" Target="../ink/ink242.xml"/><Relationship Id="rId101" Type="http://schemas.openxmlformats.org/officeDocument/2006/relationships/customXml" Target="../ink/ink243.xml"/><Relationship Id="rId122" Type="http://schemas.openxmlformats.org/officeDocument/2006/relationships/image" Target="../media/image255.png"/><Relationship Id="rId130" Type="http://schemas.openxmlformats.org/officeDocument/2006/relationships/image" Target="../media/image259.png"/><Relationship Id="rId135" Type="http://schemas.openxmlformats.org/officeDocument/2006/relationships/customXml" Target="../ink/ink260.xml"/><Relationship Id="rId143" Type="http://schemas.openxmlformats.org/officeDocument/2006/relationships/customXml" Target="../ink/ink264.xml"/><Relationship Id="rId148" Type="http://schemas.openxmlformats.org/officeDocument/2006/relationships/image" Target="../media/image268.png"/><Relationship Id="rId151" Type="http://schemas.openxmlformats.org/officeDocument/2006/relationships/customXml" Target="../ink/ink268.xml"/><Relationship Id="rId4" Type="http://schemas.openxmlformats.org/officeDocument/2006/relationships/image" Target="../media/image1960.png"/><Relationship Id="rId9" Type="http://schemas.openxmlformats.org/officeDocument/2006/relationships/customXml" Target="../ink/ink197.xml"/><Relationship Id="rId13" Type="http://schemas.openxmlformats.org/officeDocument/2006/relationships/customXml" Target="../ink/ink199.xml"/><Relationship Id="rId18" Type="http://schemas.openxmlformats.org/officeDocument/2006/relationships/image" Target="../media/image203.png"/><Relationship Id="rId39" Type="http://schemas.openxmlformats.org/officeDocument/2006/relationships/customXml" Target="../ink/ink212.xml"/><Relationship Id="rId109" Type="http://schemas.openxmlformats.org/officeDocument/2006/relationships/customXml" Target="../ink/ink247.xml"/><Relationship Id="rId34" Type="http://schemas.openxmlformats.org/officeDocument/2006/relationships/image" Target="../media/image211.png"/><Relationship Id="rId50" Type="http://schemas.openxmlformats.org/officeDocument/2006/relationships/image" Target="../media/image219.png"/><Relationship Id="rId55" Type="http://schemas.openxmlformats.org/officeDocument/2006/relationships/customXml" Target="../ink/ink220.xml"/><Relationship Id="rId76" Type="http://schemas.openxmlformats.org/officeDocument/2006/relationships/image" Target="../media/image232.png"/><Relationship Id="rId97" Type="http://schemas.openxmlformats.org/officeDocument/2006/relationships/customXml" Target="../ink/ink241.xml"/><Relationship Id="rId104" Type="http://schemas.openxmlformats.org/officeDocument/2006/relationships/image" Target="../media/image246.png"/><Relationship Id="rId120" Type="http://schemas.openxmlformats.org/officeDocument/2006/relationships/image" Target="../media/image254.png"/><Relationship Id="rId125" Type="http://schemas.openxmlformats.org/officeDocument/2006/relationships/customXml" Target="../ink/ink255.xml"/><Relationship Id="rId141" Type="http://schemas.openxmlformats.org/officeDocument/2006/relationships/customXml" Target="../ink/ink263.xml"/><Relationship Id="rId146" Type="http://schemas.openxmlformats.org/officeDocument/2006/relationships/image" Target="../media/image267.png"/><Relationship Id="rId7" Type="http://schemas.openxmlformats.org/officeDocument/2006/relationships/customXml" Target="../ink/ink196.xml"/><Relationship Id="rId71" Type="http://schemas.openxmlformats.org/officeDocument/2006/relationships/customXml" Target="../ink/ink228.xml"/><Relationship Id="rId92" Type="http://schemas.openxmlformats.org/officeDocument/2006/relationships/image" Target="../media/image240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07.xml"/><Relationship Id="rId24" Type="http://schemas.openxmlformats.org/officeDocument/2006/relationships/image" Target="../media/image206.png"/><Relationship Id="rId40" Type="http://schemas.openxmlformats.org/officeDocument/2006/relationships/image" Target="../media/image214.png"/><Relationship Id="rId45" Type="http://schemas.openxmlformats.org/officeDocument/2006/relationships/customXml" Target="../ink/ink215.xml"/><Relationship Id="rId66" Type="http://schemas.openxmlformats.org/officeDocument/2006/relationships/image" Target="../media/image227.png"/><Relationship Id="rId87" Type="http://schemas.openxmlformats.org/officeDocument/2006/relationships/customXml" Target="../ink/ink236.xml"/><Relationship Id="rId110" Type="http://schemas.openxmlformats.org/officeDocument/2006/relationships/image" Target="../media/image249.png"/><Relationship Id="rId115" Type="http://schemas.openxmlformats.org/officeDocument/2006/relationships/customXml" Target="../ink/ink250.xml"/><Relationship Id="rId131" Type="http://schemas.openxmlformats.org/officeDocument/2006/relationships/customXml" Target="../ink/ink258.xml"/><Relationship Id="rId136" Type="http://schemas.openxmlformats.org/officeDocument/2006/relationships/image" Target="../media/image262.png"/><Relationship Id="rId61" Type="http://schemas.openxmlformats.org/officeDocument/2006/relationships/customXml" Target="../ink/ink223.xml"/><Relationship Id="rId82" Type="http://schemas.openxmlformats.org/officeDocument/2006/relationships/image" Target="../media/image235.png"/><Relationship Id="rId152" Type="http://schemas.openxmlformats.org/officeDocument/2006/relationships/image" Target="../media/image270.png"/><Relationship Id="rId19" Type="http://schemas.openxmlformats.org/officeDocument/2006/relationships/customXml" Target="../ink/ink202.xml"/><Relationship Id="rId14" Type="http://schemas.openxmlformats.org/officeDocument/2006/relationships/image" Target="../media/image201.png"/><Relationship Id="rId30" Type="http://schemas.openxmlformats.org/officeDocument/2006/relationships/image" Target="../media/image209.png"/><Relationship Id="rId35" Type="http://schemas.openxmlformats.org/officeDocument/2006/relationships/customXml" Target="../ink/ink210.xml"/><Relationship Id="rId56" Type="http://schemas.openxmlformats.org/officeDocument/2006/relationships/image" Target="../media/image222.png"/><Relationship Id="rId77" Type="http://schemas.openxmlformats.org/officeDocument/2006/relationships/customXml" Target="../ink/ink231.xml"/><Relationship Id="rId100" Type="http://schemas.openxmlformats.org/officeDocument/2006/relationships/image" Target="../media/image244.png"/><Relationship Id="rId105" Type="http://schemas.openxmlformats.org/officeDocument/2006/relationships/customXml" Target="../ink/ink245.xml"/><Relationship Id="rId126" Type="http://schemas.openxmlformats.org/officeDocument/2006/relationships/image" Target="../media/image257.png"/><Relationship Id="rId147" Type="http://schemas.openxmlformats.org/officeDocument/2006/relationships/customXml" Target="../ink/ink266.xml"/><Relationship Id="rId8" Type="http://schemas.openxmlformats.org/officeDocument/2006/relationships/image" Target="../media/image198.png"/><Relationship Id="rId51" Type="http://schemas.openxmlformats.org/officeDocument/2006/relationships/customXml" Target="../ink/ink218.xml"/><Relationship Id="rId72" Type="http://schemas.openxmlformats.org/officeDocument/2006/relationships/image" Target="../media/image230.png"/><Relationship Id="rId93" Type="http://schemas.openxmlformats.org/officeDocument/2006/relationships/customXml" Target="../ink/ink239.xml"/><Relationship Id="rId98" Type="http://schemas.openxmlformats.org/officeDocument/2006/relationships/image" Target="../media/image243.png"/><Relationship Id="rId121" Type="http://schemas.openxmlformats.org/officeDocument/2006/relationships/customXml" Target="../ink/ink253.xml"/><Relationship Id="rId142" Type="http://schemas.openxmlformats.org/officeDocument/2006/relationships/image" Target="../media/image265.png"/><Relationship Id="rId3" Type="http://schemas.openxmlformats.org/officeDocument/2006/relationships/customXml" Target="../ink/ink19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customXml" Target="../ink/ink274.xml"/><Relationship Id="rId18" Type="http://schemas.openxmlformats.org/officeDocument/2006/relationships/image" Target="../media/image278.png"/><Relationship Id="rId26" Type="http://schemas.openxmlformats.org/officeDocument/2006/relationships/image" Target="../media/image282.png"/><Relationship Id="rId3" Type="http://schemas.openxmlformats.org/officeDocument/2006/relationships/customXml" Target="../ink/ink269.xml"/><Relationship Id="rId21" Type="http://schemas.openxmlformats.org/officeDocument/2006/relationships/customXml" Target="../ink/ink278.xml"/><Relationship Id="rId34" Type="http://schemas.openxmlformats.org/officeDocument/2006/relationships/image" Target="../media/image286.png"/><Relationship Id="rId7" Type="http://schemas.openxmlformats.org/officeDocument/2006/relationships/customXml" Target="../ink/ink271.xml"/><Relationship Id="rId12" Type="http://schemas.openxmlformats.org/officeDocument/2006/relationships/image" Target="../media/image275.png"/><Relationship Id="rId17" Type="http://schemas.openxmlformats.org/officeDocument/2006/relationships/customXml" Target="../ink/ink276.xml"/><Relationship Id="rId25" Type="http://schemas.openxmlformats.org/officeDocument/2006/relationships/customXml" Target="../ink/ink280.xml"/><Relationship Id="rId33" Type="http://schemas.openxmlformats.org/officeDocument/2006/relationships/customXml" Target="../ink/ink284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7.png"/><Relationship Id="rId20" Type="http://schemas.openxmlformats.org/officeDocument/2006/relationships/image" Target="../media/image279.png"/><Relationship Id="rId29" Type="http://schemas.openxmlformats.org/officeDocument/2006/relationships/customXml" Target="../ink/ink2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11" Type="http://schemas.openxmlformats.org/officeDocument/2006/relationships/customXml" Target="../ink/ink273.xml"/><Relationship Id="rId24" Type="http://schemas.openxmlformats.org/officeDocument/2006/relationships/image" Target="../media/image281.png"/><Relationship Id="rId32" Type="http://schemas.openxmlformats.org/officeDocument/2006/relationships/image" Target="../media/image285.png"/><Relationship Id="rId5" Type="http://schemas.openxmlformats.org/officeDocument/2006/relationships/customXml" Target="../ink/ink270.xml"/><Relationship Id="rId15" Type="http://schemas.openxmlformats.org/officeDocument/2006/relationships/customXml" Target="../ink/ink275.xml"/><Relationship Id="rId23" Type="http://schemas.openxmlformats.org/officeDocument/2006/relationships/customXml" Target="../ink/ink279.xml"/><Relationship Id="rId28" Type="http://schemas.openxmlformats.org/officeDocument/2006/relationships/image" Target="../media/image283.png"/><Relationship Id="rId10" Type="http://schemas.openxmlformats.org/officeDocument/2006/relationships/image" Target="../media/image274.png"/><Relationship Id="rId19" Type="http://schemas.openxmlformats.org/officeDocument/2006/relationships/customXml" Target="../ink/ink277.xml"/><Relationship Id="rId31" Type="http://schemas.openxmlformats.org/officeDocument/2006/relationships/customXml" Target="../ink/ink283.xml"/><Relationship Id="rId4" Type="http://schemas.openxmlformats.org/officeDocument/2006/relationships/image" Target="../media/image271.png"/><Relationship Id="rId9" Type="http://schemas.openxmlformats.org/officeDocument/2006/relationships/customXml" Target="../ink/ink272.xml"/><Relationship Id="rId14" Type="http://schemas.openxmlformats.org/officeDocument/2006/relationships/image" Target="../media/image276.png"/><Relationship Id="rId22" Type="http://schemas.openxmlformats.org/officeDocument/2006/relationships/image" Target="../media/image280.png"/><Relationship Id="rId27" Type="http://schemas.openxmlformats.org/officeDocument/2006/relationships/customXml" Target="../ink/ink281.xml"/><Relationship Id="rId30" Type="http://schemas.openxmlformats.org/officeDocument/2006/relationships/image" Target="../media/image2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customXml" Target="../ink/ink285.xml"/><Relationship Id="rId7" Type="http://schemas.openxmlformats.org/officeDocument/2006/relationships/customXml" Target="../ink/ink287.xml"/><Relationship Id="rId12" Type="http://schemas.openxmlformats.org/officeDocument/2006/relationships/image" Target="../media/image29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Relationship Id="rId11" Type="http://schemas.openxmlformats.org/officeDocument/2006/relationships/customXml" Target="../ink/ink289.xml"/><Relationship Id="rId5" Type="http://schemas.openxmlformats.org/officeDocument/2006/relationships/customXml" Target="../ink/ink286.xml"/><Relationship Id="rId10" Type="http://schemas.openxmlformats.org/officeDocument/2006/relationships/image" Target="../media/image290.png"/><Relationship Id="rId4" Type="http://schemas.openxmlformats.org/officeDocument/2006/relationships/image" Target="../media/image287.png"/><Relationship Id="rId9" Type="http://schemas.openxmlformats.org/officeDocument/2006/relationships/customXml" Target="../ink/ink28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2.xml"/><Relationship Id="rId13" Type="http://schemas.openxmlformats.org/officeDocument/2006/relationships/image" Target="../media/image297.png"/><Relationship Id="rId3" Type="http://schemas.openxmlformats.org/officeDocument/2006/relationships/image" Target="../media/image292.png"/><Relationship Id="rId7" Type="http://schemas.openxmlformats.org/officeDocument/2006/relationships/image" Target="../media/image294.png"/><Relationship Id="rId12" Type="http://schemas.openxmlformats.org/officeDocument/2006/relationships/customXml" Target="../ink/ink29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1.xml"/><Relationship Id="rId11" Type="http://schemas.openxmlformats.org/officeDocument/2006/relationships/image" Target="../media/image296.png"/><Relationship Id="rId5" Type="http://schemas.openxmlformats.org/officeDocument/2006/relationships/image" Target="../media/image293.png"/><Relationship Id="rId15" Type="http://schemas.openxmlformats.org/officeDocument/2006/relationships/image" Target="../media/image298.png"/><Relationship Id="rId10" Type="http://schemas.openxmlformats.org/officeDocument/2006/relationships/customXml" Target="../ink/ink293.xml"/><Relationship Id="rId4" Type="http://schemas.openxmlformats.org/officeDocument/2006/relationships/customXml" Target="../ink/ink290.xml"/><Relationship Id="rId9" Type="http://schemas.openxmlformats.org/officeDocument/2006/relationships/image" Target="../media/image295.png"/><Relationship Id="rId14" Type="http://schemas.openxmlformats.org/officeDocument/2006/relationships/customXml" Target="../ink/ink29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5.png"/><Relationship Id="rId18" Type="http://schemas.openxmlformats.org/officeDocument/2006/relationships/customXml" Target="../ink/ink303.xml"/><Relationship Id="rId26" Type="http://schemas.openxmlformats.org/officeDocument/2006/relationships/customXml" Target="../ink/ink307.xml"/><Relationship Id="rId39" Type="http://schemas.openxmlformats.org/officeDocument/2006/relationships/image" Target="../media/image318.png"/><Relationship Id="rId21" Type="http://schemas.openxmlformats.org/officeDocument/2006/relationships/image" Target="../media/image309.png"/><Relationship Id="rId34" Type="http://schemas.openxmlformats.org/officeDocument/2006/relationships/customXml" Target="../ink/ink311.xml"/><Relationship Id="rId42" Type="http://schemas.openxmlformats.org/officeDocument/2006/relationships/customXml" Target="../ink/ink315.xml"/><Relationship Id="rId47" Type="http://schemas.openxmlformats.org/officeDocument/2006/relationships/image" Target="../media/image322.png"/><Relationship Id="rId50" Type="http://schemas.openxmlformats.org/officeDocument/2006/relationships/customXml" Target="../ink/ink319.xml"/><Relationship Id="rId55" Type="http://schemas.openxmlformats.org/officeDocument/2006/relationships/image" Target="../media/image326.png"/><Relationship Id="rId63" Type="http://schemas.openxmlformats.org/officeDocument/2006/relationships/image" Target="../media/image330.png"/><Relationship Id="rId68" Type="http://schemas.openxmlformats.org/officeDocument/2006/relationships/customXml" Target="../ink/ink328.xml"/><Relationship Id="rId76" Type="http://schemas.openxmlformats.org/officeDocument/2006/relationships/customXml" Target="../ink/ink332.xml"/><Relationship Id="rId84" Type="http://schemas.openxmlformats.org/officeDocument/2006/relationships/customXml" Target="../ink/ink336.xml"/><Relationship Id="rId89" Type="http://schemas.openxmlformats.org/officeDocument/2006/relationships/image" Target="../media/image343.png"/><Relationship Id="rId7" Type="http://schemas.openxmlformats.org/officeDocument/2006/relationships/image" Target="../media/image302.png"/><Relationship Id="rId71" Type="http://schemas.openxmlformats.org/officeDocument/2006/relationships/image" Target="../media/image334.png"/><Relationship Id="rId92" Type="http://schemas.openxmlformats.org/officeDocument/2006/relationships/customXml" Target="../ink/ink340.xml"/><Relationship Id="rId2" Type="http://schemas.openxmlformats.org/officeDocument/2006/relationships/image" Target="../media/image299.png"/><Relationship Id="rId16" Type="http://schemas.openxmlformats.org/officeDocument/2006/relationships/customXml" Target="../ink/ink302.xml"/><Relationship Id="rId29" Type="http://schemas.openxmlformats.org/officeDocument/2006/relationships/image" Target="../media/image313.png"/><Relationship Id="rId11" Type="http://schemas.openxmlformats.org/officeDocument/2006/relationships/image" Target="../media/image304.png"/><Relationship Id="rId24" Type="http://schemas.openxmlformats.org/officeDocument/2006/relationships/customXml" Target="../ink/ink306.xml"/><Relationship Id="rId32" Type="http://schemas.openxmlformats.org/officeDocument/2006/relationships/customXml" Target="../ink/ink310.xml"/><Relationship Id="rId37" Type="http://schemas.openxmlformats.org/officeDocument/2006/relationships/image" Target="../media/image317.png"/><Relationship Id="rId40" Type="http://schemas.openxmlformats.org/officeDocument/2006/relationships/customXml" Target="../ink/ink314.xml"/><Relationship Id="rId45" Type="http://schemas.openxmlformats.org/officeDocument/2006/relationships/image" Target="../media/image321.png"/><Relationship Id="rId53" Type="http://schemas.openxmlformats.org/officeDocument/2006/relationships/image" Target="../media/image325.png"/><Relationship Id="rId58" Type="http://schemas.openxmlformats.org/officeDocument/2006/relationships/customXml" Target="../ink/ink323.xml"/><Relationship Id="rId66" Type="http://schemas.openxmlformats.org/officeDocument/2006/relationships/customXml" Target="../ink/ink327.xml"/><Relationship Id="rId74" Type="http://schemas.openxmlformats.org/officeDocument/2006/relationships/customXml" Target="../ink/ink331.xml"/><Relationship Id="rId79" Type="http://schemas.openxmlformats.org/officeDocument/2006/relationships/image" Target="../media/image338.png"/><Relationship Id="rId87" Type="http://schemas.openxmlformats.org/officeDocument/2006/relationships/image" Target="../media/image342.png"/><Relationship Id="rId5" Type="http://schemas.openxmlformats.org/officeDocument/2006/relationships/image" Target="../media/image301.png"/><Relationship Id="rId61" Type="http://schemas.openxmlformats.org/officeDocument/2006/relationships/image" Target="../media/image329.png"/><Relationship Id="rId82" Type="http://schemas.openxmlformats.org/officeDocument/2006/relationships/customXml" Target="../ink/ink335.xml"/><Relationship Id="rId90" Type="http://schemas.openxmlformats.org/officeDocument/2006/relationships/customXml" Target="../ink/ink339.xml"/><Relationship Id="rId19" Type="http://schemas.openxmlformats.org/officeDocument/2006/relationships/image" Target="../media/image308.png"/><Relationship Id="rId14" Type="http://schemas.openxmlformats.org/officeDocument/2006/relationships/customXml" Target="../ink/ink301.xml"/><Relationship Id="rId22" Type="http://schemas.openxmlformats.org/officeDocument/2006/relationships/customXml" Target="../ink/ink305.xml"/><Relationship Id="rId27" Type="http://schemas.openxmlformats.org/officeDocument/2006/relationships/image" Target="../media/image312.png"/><Relationship Id="rId30" Type="http://schemas.openxmlformats.org/officeDocument/2006/relationships/customXml" Target="../ink/ink309.xml"/><Relationship Id="rId35" Type="http://schemas.openxmlformats.org/officeDocument/2006/relationships/image" Target="../media/image316.png"/><Relationship Id="rId43" Type="http://schemas.openxmlformats.org/officeDocument/2006/relationships/image" Target="../media/image320.png"/><Relationship Id="rId48" Type="http://schemas.openxmlformats.org/officeDocument/2006/relationships/customXml" Target="../ink/ink318.xml"/><Relationship Id="rId56" Type="http://schemas.openxmlformats.org/officeDocument/2006/relationships/customXml" Target="../ink/ink322.xml"/><Relationship Id="rId64" Type="http://schemas.openxmlformats.org/officeDocument/2006/relationships/customXml" Target="../ink/ink326.xml"/><Relationship Id="rId69" Type="http://schemas.openxmlformats.org/officeDocument/2006/relationships/image" Target="../media/image333.png"/><Relationship Id="rId77" Type="http://schemas.openxmlformats.org/officeDocument/2006/relationships/image" Target="../media/image337.png"/><Relationship Id="rId8" Type="http://schemas.openxmlformats.org/officeDocument/2006/relationships/customXml" Target="../ink/ink298.xml"/><Relationship Id="rId51" Type="http://schemas.openxmlformats.org/officeDocument/2006/relationships/image" Target="../media/image324.png"/><Relationship Id="rId72" Type="http://schemas.openxmlformats.org/officeDocument/2006/relationships/customXml" Target="../ink/ink330.xml"/><Relationship Id="rId80" Type="http://schemas.openxmlformats.org/officeDocument/2006/relationships/customXml" Target="../ink/ink334.xml"/><Relationship Id="rId85" Type="http://schemas.openxmlformats.org/officeDocument/2006/relationships/image" Target="../media/image341.png"/><Relationship Id="rId93" Type="http://schemas.openxmlformats.org/officeDocument/2006/relationships/image" Target="../media/image345.png"/><Relationship Id="rId3" Type="http://schemas.openxmlformats.org/officeDocument/2006/relationships/image" Target="../media/image300.png"/><Relationship Id="rId12" Type="http://schemas.openxmlformats.org/officeDocument/2006/relationships/customXml" Target="../ink/ink300.xml"/><Relationship Id="rId17" Type="http://schemas.openxmlformats.org/officeDocument/2006/relationships/image" Target="../media/image307.png"/><Relationship Id="rId25" Type="http://schemas.openxmlformats.org/officeDocument/2006/relationships/image" Target="../media/image311.png"/><Relationship Id="rId33" Type="http://schemas.openxmlformats.org/officeDocument/2006/relationships/image" Target="../media/image315.png"/><Relationship Id="rId38" Type="http://schemas.openxmlformats.org/officeDocument/2006/relationships/customXml" Target="../ink/ink313.xml"/><Relationship Id="rId46" Type="http://schemas.openxmlformats.org/officeDocument/2006/relationships/customXml" Target="../ink/ink317.xml"/><Relationship Id="rId59" Type="http://schemas.openxmlformats.org/officeDocument/2006/relationships/image" Target="../media/image328.png"/><Relationship Id="rId67" Type="http://schemas.openxmlformats.org/officeDocument/2006/relationships/image" Target="../media/image332.png"/><Relationship Id="rId20" Type="http://schemas.openxmlformats.org/officeDocument/2006/relationships/customXml" Target="../ink/ink304.xml"/><Relationship Id="rId41" Type="http://schemas.openxmlformats.org/officeDocument/2006/relationships/image" Target="../media/image319.png"/><Relationship Id="rId54" Type="http://schemas.openxmlformats.org/officeDocument/2006/relationships/customXml" Target="../ink/ink321.xml"/><Relationship Id="rId62" Type="http://schemas.openxmlformats.org/officeDocument/2006/relationships/customXml" Target="../ink/ink325.xml"/><Relationship Id="rId70" Type="http://schemas.openxmlformats.org/officeDocument/2006/relationships/customXml" Target="../ink/ink329.xml"/><Relationship Id="rId75" Type="http://schemas.openxmlformats.org/officeDocument/2006/relationships/image" Target="../media/image336.png"/><Relationship Id="rId83" Type="http://schemas.openxmlformats.org/officeDocument/2006/relationships/image" Target="../media/image340.png"/><Relationship Id="rId88" Type="http://schemas.openxmlformats.org/officeDocument/2006/relationships/customXml" Target="../ink/ink338.xml"/><Relationship Id="rId91" Type="http://schemas.openxmlformats.org/officeDocument/2006/relationships/image" Target="../media/image3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7.xml"/><Relationship Id="rId15" Type="http://schemas.openxmlformats.org/officeDocument/2006/relationships/image" Target="../media/image306.png"/><Relationship Id="rId23" Type="http://schemas.openxmlformats.org/officeDocument/2006/relationships/image" Target="../media/image310.png"/><Relationship Id="rId28" Type="http://schemas.openxmlformats.org/officeDocument/2006/relationships/customXml" Target="../ink/ink308.xml"/><Relationship Id="rId36" Type="http://schemas.openxmlformats.org/officeDocument/2006/relationships/customXml" Target="../ink/ink312.xml"/><Relationship Id="rId49" Type="http://schemas.openxmlformats.org/officeDocument/2006/relationships/image" Target="../media/image323.png"/><Relationship Id="rId57" Type="http://schemas.openxmlformats.org/officeDocument/2006/relationships/image" Target="../media/image327.png"/><Relationship Id="rId10" Type="http://schemas.openxmlformats.org/officeDocument/2006/relationships/customXml" Target="../ink/ink299.xml"/><Relationship Id="rId31" Type="http://schemas.openxmlformats.org/officeDocument/2006/relationships/image" Target="../media/image314.png"/><Relationship Id="rId44" Type="http://schemas.openxmlformats.org/officeDocument/2006/relationships/customXml" Target="../ink/ink316.xml"/><Relationship Id="rId52" Type="http://schemas.openxmlformats.org/officeDocument/2006/relationships/customXml" Target="../ink/ink320.xml"/><Relationship Id="rId60" Type="http://schemas.openxmlformats.org/officeDocument/2006/relationships/customXml" Target="../ink/ink324.xml"/><Relationship Id="rId65" Type="http://schemas.openxmlformats.org/officeDocument/2006/relationships/image" Target="../media/image331.png"/><Relationship Id="rId73" Type="http://schemas.openxmlformats.org/officeDocument/2006/relationships/image" Target="../media/image335.png"/><Relationship Id="rId78" Type="http://schemas.openxmlformats.org/officeDocument/2006/relationships/customXml" Target="../ink/ink333.xml"/><Relationship Id="rId81" Type="http://schemas.openxmlformats.org/officeDocument/2006/relationships/image" Target="../media/image339.png"/><Relationship Id="rId86" Type="http://schemas.openxmlformats.org/officeDocument/2006/relationships/customXml" Target="../ink/ink337.xml"/><Relationship Id="rId4" Type="http://schemas.openxmlformats.org/officeDocument/2006/relationships/customXml" Target="../ink/ink296.xml"/><Relationship Id="rId9" Type="http://schemas.openxmlformats.org/officeDocument/2006/relationships/image" Target="../media/image30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6.xml"/><Relationship Id="rId18" Type="http://schemas.openxmlformats.org/officeDocument/2006/relationships/image" Target="../media/image353.png"/><Relationship Id="rId26" Type="http://schemas.openxmlformats.org/officeDocument/2006/relationships/image" Target="../media/image357.png"/><Relationship Id="rId39" Type="http://schemas.openxmlformats.org/officeDocument/2006/relationships/customXml" Target="../ink/ink359.xml"/><Relationship Id="rId3" Type="http://schemas.openxmlformats.org/officeDocument/2006/relationships/customXml" Target="../ink/ink341.xml"/><Relationship Id="rId21" Type="http://schemas.openxmlformats.org/officeDocument/2006/relationships/customXml" Target="../ink/ink350.xml"/><Relationship Id="rId34" Type="http://schemas.openxmlformats.org/officeDocument/2006/relationships/image" Target="../media/image361.png"/><Relationship Id="rId42" Type="http://schemas.openxmlformats.org/officeDocument/2006/relationships/image" Target="../media/image365.png"/><Relationship Id="rId47" Type="http://schemas.openxmlformats.org/officeDocument/2006/relationships/customXml" Target="../ink/ink363.xml"/><Relationship Id="rId50" Type="http://schemas.openxmlformats.org/officeDocument/2006/relationships/image" Target="../media/image369.png"/><Relationship Id="rId7" Type="http://schemas.openxmlformats.org/officeDocument/2006/relationships/customXml" Target="../ink/ink343.xml"/><Relationship Id="rId12" Type="http://schemas.openxmlformats.org/officeDocument/2006/relationships/image" Target="../media/image350.png"/><Relationship Id="rId17" Type="http://schemas.openxmlformats.org/officeDocument/2006/relationships/customXml" Target="../ink/ink348.xml"/><Relationship Id="rId25" Type="http://schemas.openxmlformats.org/officeDocument/2006/relationships/customXml" Target="../ink/ink352.xml"/><Relationship Id="rId33" Type="http://schemas.openxmlformats.org/officeDocument/2006/relationships/customXml" Target="../ink/ink356.xml"/><Relationship Id="rId38" Type="http://schemas.openxmlformats.org/officeDocument/2006/relationships/image" Target="../media/image363.png"/><Relationship Id="rId46" Type="http://schemas.openxmlformats.org/officeDocument/2006/relationships/image" Target="../media/image36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52.png"/><Relationship Id="rId20" Type="http://schemas.openxmlformats.org/officeDocument/2006/relationships/image" Target="../media/image354.png"/><Relationship Id="rId29" Type="http://schemas.openxmlformats.org/officeDocument/2006/relationships/customXml" Target="../ink/ink354.xml"/><Relationship Id="rId41" Type="http://schemas.openxmlformats.org/officeDocument/2006/relationships/customXml" Target="../ink/ink3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7.png"/><Relationship Id="rId11" Type="http://schemas.openxmlformats.org/officeDocument/2006/relationships/customXml" Target="../ink/ink345.xml"/><Relationship Id="rId24" Type="http://schemas.openxmlformats.org/officeDocument/2006/relationships/image" Target="../media/image356.png"/><Relationship Id="rId32" Type="http://schemas.openxmlformats.org/officeDocument/2006/relationships/image" Target="../media/image360.png"/><Relationship Id="rId37" Type="http://schemas.openxmlformats.org/officeDocument/2006/relationships/customXml" Target="../ink/ink358.xml"/><Relationship Id="rId40" Type="http://schemas.openxmlformats.org/officeDocument/2006/relationships/image" Target="../media/image364.png"/><Relationship Id="rId45" Type="http://schemas.openxmlformats.org/officeDocument/2006/relationships/customXml" Target="../ink/ink362.xml"/><Relationship Id="rId5" Type="http://schemas.openxmlformats.org/officeDocument/2006/relationships/customXml" Target="../ink/ink342.xml"/><Relationship Id="rId15" Type="http://schemas.openxmlformats.org/officeDocument/2006/relationships/customXml" Target="../ink/ink347.xml"/><Relationship Id="rId23" Type="http://schemas.openxmlformats.org/officeDocument/2006/relationships/customXml" Target="../ink/ink351.xml"/><Relationship Id="rId28" Type="http://schemas.openxmlformats.org/officeDocument/2006/relationships/image" Target="../media/image358.png"/><Relationship Id="rId36" Type="http://schemas.openxmlformats.org/officeDocument/2006/relationships/image" Target="../media/image362.png"/><Relationship Id="rId49" Type="http://schemas.openxmlformats.org/officeDocument/2006/relationships/customXml" Target="../ink/ink364.xml"/><Relationship Id="rId10" Type="http://schemas.openxmlformats.org/officeDocument/2006/relationships/image" Target="../media/image349.png"/><Relationship Id="rId19" Type="http://schemas.openxmlformats.org/officeDocument/2006/relationships/customXml" Target="../ink/ink349.xml"/><Relationship Id="rId31" Type="http://schemas.openxmlformats.org/officeDocument/2006/relationships/customXml" Target="../ink/ink355.xml"/><Relationship Id="rId44" Type="http://schemas.openxmlformats.org/officeDocument/2006/relationships/image" Target="../media/image366.png"/><Relationship Id="rId52" Type="http://schemas.openxmlformats.org/officeDocument/2006/relationships/image" Target="../media/image370.png"/><Relationship Id="rId4" Type="http://schemas.openxmlformats.org/officeDocument/2006/relationships/image" Target="../media/image346.png"/><Relationship Id="rId9" Type="http://schemas.openxmlformats.org/officeDocument/2006/relationships/customXml" Target="../ink/ink344.xml"/><Relationship Id="rId14" Type="http://schemas.openxmlformats.org/officeDocument/2006/relationships/image" Target="../media/image351.png"/><Relationship Id="rId22" Type="http://schemas.openxmlformats.org/officeDocument/2006/relationships/image" Target="../media/image355.png"/><Relationship Id="rId27" Type="http://schemas.openxmlformats.org/officeDocument/2006/relationships/customXml" Target="../ink/ink353.xml"/><Relationship Id="rId30" Type="http://schemas.openxmlformats.org/officeDocument/2006/relationships/image" Target="../media/image359.png"/><Relationship Id="rId35" Type="http://schemas.openxmlformats.org/officeDocument/2006/relationships/customXml" Target="../ink/ink357.xml"/><Relationship Id="rId43" Type="http://schemas.openxmlformats.org/officeDocument/2006/relationships/customXml" Target="../ink/ink361.xml"/><Relationship Id="rId48" Type="http://schemas.openxmlformats.org/officeDocument/2006/relationships/image" Target="../media/image368.png"/><Relationship Id="rId8" Type="http://schemas.openxmlformats.org/officeDocument/2006/relationships/image" Target="../media/image348.png"/><Relationship Id="rId51" Type="http://schemas.openxmlformats.org/officeDocument/2006/relationships/customXml" Target="../ink/ink36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png"/><Relationship Id="rId13" Type="http://schemas.openxmlformats.org/officeDocument/2006/relationships/customXml" Target="../ink/ink371.xml"/><Relationship Id="rId18" Type="http://schemas.openxmlformats.org/officeDocument/2006/relationships/image" Target="../media/image378.png"/><Relationship Id="rId26" Type="http://schemas.openxmlformats.org/officeDocument/2006/relationships/image" Target="../media/image382.png"/><Relationship Id="rId3" Type="http://schemas.openxmlformats.org/officeDocument/2006/relationships/customXml" Target="../ink/ink366.xml"/><Relationship Id="rId21" Type="http://schemas.openxmlformats.org/officeDocument/2006/relationships/customXml" Target="../ink/ink375.xml"/><Relationship Id="rId34" Type="http://schemas.openxmlformats.org/officeDocument/2006/relationships/image" Target="../media/image386.png"/><Relationship Id="rId7" Type="http://schemas.openxmlformats.org/officeDocument/2006/relationships/customXml" Target="../ink/ink368.xml"/><Relationship Id="rId12" Type="http://schemas.openxmlformats.org/officeDocument/2006/relationships/image" Target="../media/image375.png"/><Relationship Id="rId17" Type="http://schemas.openxmlformats.org/officeDocument/2006/relationships/customXml" Target="../ink/ink373.xml"/><Relationship Id="rId25" Type="http://schemas.openxmlformats.org/officeDocument/2006/relationships/customXml" Target="../ink/ink377.xml"/><Relationship Id="rId33" Type="http://schemas.openxmlformats.org/officeDocument/2006/relationships/customXml" Target="../ink/ink381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77.png"/><Relationship Id="rId20" Type="http://schemas.openxmlformats.org/officeDocument/2006/relationships/image" Target="../media/image379.png"/><Relationship Id="rId29" Type="http://schemas.openxmlformats.org/officeDocument/2006/relationships/customXml" Target="../ink/ink37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2.png"/><Relationship Id="rId11" Type="http://schemas.openxmlformats.org/officeDocument/2006/relationships/customXml" Target="../ink/ink370.xml"/><Relationship Id="rId24" Type="http://schemas.openxmlformats.org/officeDocument/2006/relationships/image" Target="../media/image381.png"/><Relationship Id="rId32" Type="http://schemas.openxmlformats.org/officeDocument/2006/relationships/image" Target="../media/image385.png"/><Relationship Id="rId5" Type="http://schemas.openxmlformats.org/officeDocument/2006/relationships/customXml" Target="../ink/ink367.xml"/><Relationship Id="rId15" Type="http://schemas.openxmlformats.org/officeDocument/2006/relationships/customXml" Target="../ink/ink372.xml"/><Relationship Id="rId23" Type="http://schemas.openxmlformats.org/officeDocument/2006/relationships/customXml" Target="../ink/ink376.xml"/><Relationship Id="rId28" Type="http://schemas.openxmlformats.org/officeDocument/2006/relationships/image" Target="../media/image383.png"/><Relationship Id="rId36" Type="http://schemas.openxmlformats.org/officeDocument/2006/relationships/image" Target="../media/image387.png"/><Relationship Id="rId10" Type="http://schemas.openxmlformats.org/officeDocument/2006/relationships/image" Target="../media/image374.png"/><Relationship Id="rId19" Type="http://schemas.openxmlformats.org/officeDocument/2006/relationships/customXml" Target="../ink/ink374.xml"/><Relationship Id="rId31" Type="http://schemas.openxmlformats.org/officeDocument/2006/relationships/customXml" Target="../ink/ink380.xml"/><Relationship Id="rId4" Type="http://schemas.openxmlformats.org/officeDocument/2006/relationships/image" Target="../media/image371.png"/><Relationship Id="rId9" Type="http://schemas.openxmlformats.org/officeDocument/2006/relationships/customXml" Target="../ink/ink369.xml"/><Relationship Id="rId14" Type="http://schemas.openxmlformats.org/officeDocument/2006/relationships/image" Target="../media/image376.png"/><Relationship Id="rId22" Type="http://schemas.openxmlformats.org/officeDocument/2006/relationships/image" Target="../media/image380.png"/><Relationship Id="rId27" Type="http://schemas.openxmlformats.org/officeDocument/2006/relationships/customXml" Target="../ink/ink378.xml"/><Relationship Id="rId30" Type="http://schemas.openxmlformats.org/officeDocument/2006/relationships/image" Target="../media/image384.png"/><Relationship Id="rId35" Type="http://schemas.openxmlformats.org/officeDocument/2006/relationships/customXml" Target="../ink/ink382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3.png"/><Relationship Id="rId299" Type="http://schemas.openxmlformats.org/officeDocument/2006/relationships/image" Target="../media/image494.png"/><Relationship Id="rId21" Type="http://schemas.openxmlformats.org/officeDocument/2006/relationships/image" Target="../media/image3550.png"/><Relationship Id="rId63" Type="http://schemas.openxmlformats.org/officeDocument/2006/relationships/image" Target="../media/image3760.png"/><Relationship Id="rId159" Type="http://schemas.openxmlformats.org/officeDocument/2006/relationships/image" Target="../media/image424.png"/><Relationship Id="rId324" Type="http://schemas.openxmlformats.org/officeDocument/2006/relationships/customXml" Target="../ink/ink543.xml"/><Relationship Id="rId366" Type="http://schemas.openxmlformats.org/officeDocument/2006/relationships/customXml" Target="../ink/ink564.xml"/><Relationship Id="rId170" Type="http://schemas.openxmlformats.org/officeDocument/2006/relationships/customXml" Target="../ink/ink466.xml"/><Relationship Id="rId226" Type="http://schemas.openxmlformats.org/officeDocument/2006/relationships/customXml" Target="../ink/ink494.xml"/><Relationship Id="rId433" Type="http://schemas.openxmlformats.org/officeDocument/2006/relationships/image" Target="../media/image561.png"/><Relationship Id="rId268" Type="http://schemas.openxmlformats.org/officeDocument/2006/relationships/customXml" Target="../ink/ink515.xml"/><Relationship Id="rId475" Type="http://schemas.openxmlformats.org/officeDocument/2006/relationships/image" Target="../media/image582.png"/><Relationship Id="rId32" Type="http://schemas.openxmlformats.org/officeDocument/2006/relationships/customXml" Target="../ink/ink397.xml"/><Relationship Id="rId74" Type="http://schemas.openxmlformats.org/officeDocument/2006/relationships/customXml" Target="../ink/ink418.xml"/><Relationship Id="rId128" Type="http://schemas.openxmlformats.org/officeDocument/2006/relationships/customXml" Target="../ink/ink445.xml"/><Relationship Id="rId335" Type="http://schemas.openxmlformats.org/officeDocument/2006/relationships/image" Target="../media/image512.png"/><Relationship Id="rId377" Type="http://schemas.openxmlformats.org/officeDocument/2006/relationships/image" Target="../media/image533.png"/><Relationship Id="rId5" Type="http://schemas.openxmlformats.org/officeDocument/2006/relationships/image" Target="../media/image3470.png"/><Relationship Id="rId181" Type="http://schemas.openxmlformats.org/officeDocument/2006/relationships/image" Target="../media/image435.png"/><Relationship Id="rId237" Type="http://schemas.openxmlformats.org/officeDocument/2006/relationships/image" Target="../media/image463.png"/><Relationship Id="rId402" Type="http://schemas.openxmlformats.org/officeDocument/2006/relationships/customXml" Target="../ink/ink582.xml"/><Relationship Id="rId279" Type="http://schemas.openxmlformats.org/officeDocument/2006/relationships/image" Target="../media/image484.png"/><Relationship Id="rId444" Type="http://schemas.openxmlformats.org/officeDocument/2006/relationships/customXml" Target="../ink/ink603.xml"/><Relationship Id="rId43" Type="http://schemas.openxmlformats.org/officeDocument/2006/relationships/image" Target="../media/image3660.png"/><Relationship Id="rId139" Type="http://schemas.openxmlformats.org/officeDocument/2006/relationships/image" Target="../media/image414.png"/><Relationship Id="rId290" Type="http://schemas.openxmlformats.org/officeDocument/2006/relationships/customXml" Target="../ink/ink526.xml"/><Relationship Id="rId304" Type="http://schemas.openxmlformats.org/officeDocument/2006/relationships/customXml" Target="../ink/ink533.xml"/><Relationship Id="rId346" Type="http://schemas.openxmlformats.org/officeDocument/2006/relationships/customXml" Target="../ink/ink554.xml"/><Relationship Id="rId388" Type="http://schemas.openxmlformats.org/officeDocument/2006/relationships/customXml" Target="../ink/ink575.xml"/><Relationship Id="rId85" Type="http://schemas.openxmlformats.org/officeDocument/2006/relationships/image" Target="../media/image3870.png"/><Relationship Id="rId150" Type="http://schemas.openxmlformats.org/officeDocument/2006/relationships/customXml" Target="../ink/ink456.xml"/><Relationship Id="rId192" Type="http://schemas.openxmlformats.org/officeDocument/2006/relationships/customXml" Target="../ink/ink477.xml"/><Relationship Id="rId206" Type="http://schemas.openxmlformats.org/officeDocument/2006/relationships/customXml" Target="../ink/ink484.xml"/><Relationship Id="rId413" Type="http://schemas.openxmlformats.org/officeDocument/2006/relationships/image" Target="../media/image551.png"/><Relationship Id="rId248" Type="http://schemas.openxmlformats.org/officeDocument/2006/relationships/customXml" Target="../ink/ink505.xml"/><Relationship Id="rId455" Type="http://schemas.openxmlformats.org/officeDocument/2006/relationships/image" Target="../media/image572.png"/><Relationship Id="rId12" Type="http://schemas.openxmlformats.org/officeDocument/2006/relationships/customXml" Target="../ink/ink387.xml"/><Relationship Id="rId108" Type="http://schemas.openxmlformats.org/officeDocument/2006/relationships/customXml" Target="../ink/ink435.xml"/><Relationship Id="rId315" Type="http://schemas.openxmlformats.org/officeDocument/2006/relationships/image" Target="../media/image502.png"/><Relationship Id="rId357" Type="http://schemas.openxmlformats.org/officeDocument/2006/relationships/image" Target="../media/image523.png"/><Relationship Id="rId54" Type="http://schemas.openxmlformats.org/officeDocument/2006/relationships/customXml" Target="../ink/ink408.xml"/><Relationship Id="rId96" Type="http://schemas.openxmlformats.org/officeDocument/2006/relationships/customXml" Target="../ink/ink429.xml"/><Relationship Id="rId161" Type="http://schemas.openxmlformats.org/officeDocument/2006/relationships/image" Target="../media/image425.png"/><Relationship Id="rId217" Type="http://schemas.openxmlformats.org/officeDocument/2006/relationships/image" Target="../media/image453.png"/><Relationship Id="rId399" Type="http://schemas.openxmlformats.org/officeDocument/2006/relationships/image" Target="../media/image544.png"/><Relationship Id="rId259" Type="http://schemas.openxmlformats.org/officeDocument/2006/relationships/image" Target="../media/image474.png"/><Relationship Id="rId424" Type="http://schemas.openxmlformats.org/officeDocument/2006/relationships/customXml" Target="../ink/ink593.xml"/><Relationship Id="rId466" Type="http://schemas.openxmlformats.org/officeDocument/2006/relationships/customXml" Target="../ink/ink614.xml"/><Relationship Id="rId23" Type="http://schemas.openxmlformats.org/officeDocument/2006/relationships/image" Target="../media/image3560.png"/><Relationship Id="rId119" Type="http://schemas.openxmlformats.org/officeDocument/2006/relationships/image" Target="../media/image404.png"/><Relationship Id="rId270" Type="http://schemas.openxmlformats.org/officeDocument/2006/relationships/customXml" Target="../ink/ink516.xml"/><Relationship Id="rId326" Type="http://schemas.openxmlformats.org/officeDocument/2006/relationships/customXml" Target="../ink/ink544.xml"/><Relationship Id="rId65" Type="http://schemas.openxmlformats.org/officeDocument/2006/relationships/image" Target="../media/image3770.png"/><Relationship Id="rId130" Type="http://schemas.openxmlformats.org/officeDocument/2006/relationships/customXml" Target="../ink/ink446.xml"/><Relationship Id="rId368" Type="http://schemas.openxmlformats.org/officeDocument/2006/relationships/customXml" Target="../ink/ink565.xml"/><Relationship Id="rId172" Type="http://schemas.openxmlformats.org/officeDocument/2006/relationships/customXml" Target="../ink/ink467.xml"/><Relationship Id="rId228" Type="http://schemas.openxmlformats.org/officeDocument/2006/relationships/customXml" Target="../ink/ink495.xml"/><Relationship Id="rId435" Type="http://schemas.openxmlformats.org/officeDocument/2006/relationships/image" Target="../media/image562.png"/><Relationship Id="rId477" Type="http://schemas.openxmlformats.org/officeDocument/2006/relationships/image" Target="../media/image583.png"/><Relationship Id="rId281" Type="http://schemas.openxmlformats.org/officeDocument/2006/relationships/image" Target="../media/image485.png"/><Relationship Id="rId337" Type="http://schemas.openxmlformats.org/officeDocument/2006/relationships/image" Target="../media/image513.png"/><Relationship Id="rId34" Type="http://schemas.openxmlformats.org/officeDocument/2006/relationships/customXml" Target="../ink/ink398.xml"/><Relationship Id="rId55" Type="http://schemas.openxmlformats.org/officeDocument/2006/relationships/image" Target="../media/image3720.png"/><Relationship Id="rId76" Type="http://schemas.openxmlformats.org/officeDocument/2006/relationships/customXml" Target="../ink/ink419.xml"/><Relationship Id="rId97" Type="http://schemas.openxmlformats.org/officeDocument/2006/relationships/image" Target="../media/image393.png"/><Relationship Id="rId120" Type="http://schemas.openxmlformats.org/officeDocument/2006/relationships/customXml" Target="../ink/ink441.xml"/><Relationship Id="rId141" Type="http://schemas.openxmlformats.org/officeDocument/2006/relationships/image" Target="../media/image415.png"/><Relationship Id="rId358" Type="http://schemas.openxmlformats.org/officeDocument/2006/relationships/customXml" Target="../ink/ink560.xml"/><Relationship Id="rId379" Type="http://schemas.openxmlformats.org/officeDocument/2006/relationships/image" Target="../media/image534.png"/><Relationship Id="rId7" Type="http://schemas.openxmlformats.org/officeDocument/2006/relationships/image" Target="../media/image3480.png"/><Relationship Id="rId162" Type="http://schemas.openxmlformats.org/officeDocument/2006/relationships/customXml" Target="../ink/ink462.xml"/><Relationship Id="rId183" Type="http://schemas.openxmlformats.org/officeDocument/2006/relationships/image" Target="../media/image436.png"/><Relationship Id="rId218" Type="http://schemas.openxmlformats.org/officeDocument/2006/relationships/customXml" Target="../ink/ink490.xml"/><Relationship Id="rId239" Type="http://schemas.openxmlformats.org/officeDocument/2006/relationships/image" Target="../media/image464.png"/><Relationship Id="rId390" Type="http://schemas.openxmlformats.org/officeDocument/2006/relationships/customXml" Target="../ink/ink576.xml"/><Relationship Id="rId404" Type="http://schemas.openxmlformats.org/officeDocument/2006/relationships/customXml" Target="../ink/ink583.xml"/><Relationship Id="rId425" Type="http://schemas.openxmlformats.org/officeDocument/2006/relationships/image" Target="../media/image557.png"/><Relationship Id="rId446" Type="http://schemas.openxmlformats.org/officeDocument/2006/relationships/customXml" Target="../ink/ink604.xml"/><Relationship Id="rId467" Type="http://schemas.openxmlformats.org/officeDocument/2006/relationships/image" Target="../media/image578.png"/><Relationship Id="rId250" Type="http://schemas.openxmlformats.org/officeDocument/2006/relationships/customXml" Target="../ink/ink506.xml"/><Relationship Id="rId271" Type="http://schemas.openxmlformats.org/officeDocument/2006/relationships/image" Target="../media/image480.png"/><Relationship Id="rId292" Type="http://schemas.openxmlformats.org/officeDocument/2006/relationships/customXml" Target="../ink/ink527.xml"/><Relationship Id="rId306" Type="http://schemas.openxmlformats.org/officeDocument/2006/relationships/customXml" Target="../ink/ink534.xml"/><Relationship Id="rId24" Type="http://schemas.openxmlformats.org/officeDocument/2006/relationships/customXml" Target="../ink/ink393.xml"/><Relationship Id="rId45" Type="http://schemas.openxmlformats.org/officeDocument/2006/relationships/image" Target="../media/image3670.png"/><Relationship Id="rId66" Type="http://schemas.openxmlformats.org/officeDocument/2006/relationships/customXml" Target="../ink/ink414.xml"/><Relationship Id="rId87" Type="http://schemas.openxmlformats.org/officeDocument/2006/relationships/image" Target="../media/image388.png"/><Relationship Id="rId110" Type="http://schemas.openxmlformats.org/officeDocument/2006/relationships/customXml" Target="../ink/ink436.xml"/><Relationship Id="rId131" Type="http://schemas.openxmlformats.org/officeDocument/2006/relationships/image" Target="../media/image410.png"/><Relationship Id="rId327" Type="http://schemas.openxmlformats.org/officeDocument/2006/relationships/image" Target="../media/image508.png"/><Relationship Id="rId348" Type="http://schemas.openxmlformats.org/officeDocument/2006/relationships/customXml" Target="../ink/ink555.xml"/><Relationship Id="rId369" Type="http://schemas.openxmlformats.org/officeDocument/2006/relationships/image" Target="../media/image529.png"/><Relationship Id="rId152" Type="http://schemas.openxmlformats.org/officeDocument/2006/relationships/customXml" Target="../ink/ink457.xml"/><Relationship Id="rId173" Type="http://schemas.openxmlformats.org/officeDocument/2006/relationships/image" Target="../media/image431.png"/><Relationship Id="rId194" Type="http://schemas.openxmlformats.org/officeDocument/2006/relationships/customXml" Target="../ink/ink478.xml"/><Relationship Id="rId208" Type="http://schemas.openxmlformats.org/officeDocument/2006/relationships/customXml" Target="../ink/ink485.xml"/><Relationship Id="rId229" Type="http://schemas.openxmlformats.org/officeDocument/2006/relationships/image" Target="../media/image459.png"/><Relationship Id="rId380" Type="http://schemas.openxmlformats.org/officeDocument/2006/relationships/customXml" Target="../ink/ink571.xml"/><Relationship Id="rId415" Type="http://schemas.openxmlformats.org/officeDocument/2006/relationships/image" Target="../media/image552.png"/><Relationship Id="rId436" Type="http://schemas.openxmlformats.org/officeDocument/2006/relationships/customXml" Target="../ink/ink599.xml"/><Relationship Id="rId457" Type="http://schemas.openxmlformats.org/officeDocument/2006/relationships/image" Target="../media/image573.png"/><Relationship Id="rId240" Type="http://schemas.openxmlformats.org/officeDocument/2006/relationships/customXml" Target="../ink/ink501.xml"/><Relationship Id="rId261" Type="http://schemas.openxmlformats.org/officeDocument/2006/relationships/image" Target="../media/image475.png"/><Relationship Id="rId478" Type="http://schemas.openxmlformats.org/officeDocument/2006/relationships/customXml" Target="../ink/ink620.xml"/><Relationship Id="rId14" Type="http://schemas.openxmlformats.org/officeDocument/2006/relationships/customXml" Target="../ink/ink388.xml"/><Relationship Id="rId35" Type="http://schemas.openxmlformats.org/officeDocument/2006/relationships/image" Target="../media/image3620.png"/><Relationship Id="rId56" Type="http://schemas.openxmlformats.org/officeDocument/2006/relationships/customXml" Target="../ink/ink409.xml"/><Relationship Id="rId77" Type="http://schemas.openxmlformats.org/officeDocument/2006/relationships/image" Target="../media/image3830.png"/><Relationship Id="rId100" Type="http://schemas.openxmlformats.org/officeDocument/2006/relationships/customXml" Target="../ink/ink431.xml"/><Relationship Id="rId282" Type="http://schemas.openxmlformats.org/officeDocument/2006/relationships/customXml" Target="../ink/ink522.xml"/><Relationship Id="rId317" Type="http://schemas.openxmlformats.org/officeDocument/2006/relationships/image" Target="../media/image503.png"/><Relationship Id="rId338" Type="http://schemas.openxmlformats.org/officeDocument/2006/relationships/customXml" Target="../ink/ink550.xml"/><Relationship Id="rId359" Type="http://schemas.openxmlformats.org/officeDocument/2006/relationships/image" Target="../media/image524.png"/><Relationship Id="rId8" Type="http://schemas.openxmlformats.org/officeDocument/2006/relationships/customXml" Target="../ink/ink385.xml"/><Relationship Id="rId98" Type="http://schemas.openxmlformats.org/officeDocument/2006/relationships/customXml" Target="../ink/ink430.xml"/><Relationship Id="rId121" Type="http://schemas.openxmlformats.org/officeDocument/2006/relationships/image" Target="../media/image405.png"/><Relationship Id="rId142" Type="http://schemas.openxmlformats.org/officeDocument/2006/relationships/customXml" Target="../ink/ink452.xml"/><Relationship Id="rId163" Type="http://schemas.openxmlformats.org/officeDocument/2006/relationships/image" Target="../media/image426.png"/><Relationship Id="rId184" Type="http://schemas.openxmlformats.org/officeDocument/2006/relationships/customXml" Target="../ink/ink473.xml"/><Relationship Id="rId219" Type="http://schemas.openxmlformats.org/officeDocument/2006/relationships/image" Target="../media/image454.png"/><Relationship Id="rId370" Type="http://schemas.openxmlformats.org/officeDocument/2006/relationships/customXml" Target="../ink/ink566.xml"/><Relationship Id="rId391" Type="http://schemas.openxmlformats.org/officeDocument/2006/relationships/image" Target="../media/image540.png"/><Relationship Id="rId405" Type="http://schemas.openxmlformats.org/officeDocument/2006/relationships/image" Target="../media/image547.png"/><Relationship Id="rId426" Type="http://schemas.openxmlformats.org/officeDocument/2006/relationships/customXml" Target="../ink/ink594.xml"/><Relationship Id="rId447" Type="http://schemas.openxmlformats.org/officeDocument/2006/relationships/image" Target="../media/image568.png"/><Relationship Id="rId230" Type="http://schemas.openxmlformats.org/officeDocument/2006/relationships/customXml" Target="../ink/ink496.xml"/><Relationship Id="rId251" Type="http://schemas.openxmlformats.org/officeDocument/2006/relationships/image" Target="../media/image470.png"/><Relationship Id="rId468" Type="http://schemas.openxmlformats.org/officeDocument/2006/relationships/customXml" Target="../ink/ink615.xml"/><Relationship Id="rId25" Type="http://schemas.openxmlformats.org/officeDocument/2006/relationships/image" Target="../media/image3570.png"/><Relationship Id="rId46" Type="http://schemas.openxmlformats.org/officeDocument/2006/relationships/customXml" Target="../ink/ink404.xml"/><Relationship Id="rId67" Type="http://schemas.openxmlformats.org/officeDocument/2006/relationships/image" Target="../media/image3780.png"/><Relationship Id="rId272" Type="http://schemas.openxmlformats.org/officeDocument/2006/relationships/customXml" Target="../ink/ink517.xml"/><Relationship Id="rId293" Type="http://schemas.openxmlformats.org/officeDocument/2006/relationships/image" Target="../media/image491.png"/><Relationship Id="rId307" Type="http://schemas.openxmlformats.org/officeDocument/2006/relationships/image" Target="../media/image498.png"/><Relationship Id="rId328" Type="http://schemas.openxmlformats.org/officeDocument/2006/relationships/customXml" Target="../ink/ink545.xml"/><Relationship Id="rId349" Type="http://schemas.openxmlformats.org/officeDocument/2006/relationships/image" Target="../media/image519.png"/><Relationship Id="rId88" Type="http://schemas.openxmlformats.org/officeDocument/2006/relationships/customXml" Target="../ink/ink425.xml"/><Relationship Id="rId111" Type="http://schemas.openxmlformats.org/officeDocument/2006/relationships/image" Target="../media/image400.png"/><Relationship Id="rId132" Type="http://schemas.openxmlformats.org/officeDocument/2006/relationships/customXml" Target="../ink/ink447.xml"/><Relationship Id="rId153" Type="http://schemas.openxmlformats.org/officeDocument/2006/relationships/image" Target="../media/image421.png"/><Relationship Id="rId174" Type="http://schemas.openxmlformats.org/officeDocument/2006/relationships/customXml" Target="../ink/ink468.xml"/><Relationship Id="rId195" Type="http://schemas.openxmlformats.org/officeDocument/2006/relationships/image" Target="../media/image442.png"/><Relationship Id="rId209" Type="http://schemas.openxmlformats.org/officeDocument/2006/relationships/image" Target="../media/image449.png"/><Relationship Id="rId360" Type="http://schemas.openxmlformats.org/officeDocument/2006/relationships/customXml" Target="../ink/ink561.xml"/><Relationship Id="rId381" Type="http://schemas.openxmlformats.org/officeDocument/2006/relationships/image" Target="../media/image535.png"/><Relationship Id="rId416" Type="http://schemas.openxmlformats.org/officeDocument/2006/relationships/customXml" Target="../ink/ink589.xml"/><Relationship Id="rId220" Type="http://schemas.openxmlformats.org/officeDocument/2006/relationships/customXml" Target="../ink/ink491.xml"/><Relationship Id="rId241" Type="http://schemas.openxmlformats.org/officeDocument/2006/relationships/image" Target="../media/image465.png"/><Relationship Id="rId437" Type="http://schemas.openxmlformats.org/officeDocument/2006/relationships/image" Target="../media/image563.png"/><Relationship Id="rId458" Type="http://schemas.openxmlformats.org/officeDocument/2006/relationships/customXml" Target="../ink/ink610.xml"/><Relationship Id="rId479" Type="http://schemas.openxmlformats.org/officeDocument/2006/relationships/image" Target="../media/image584.png"/><Relationship Id="rId15" Type="http://schemas.openxmlformats.org/officeDocument/2006/relationships/image" Target="../media/image3520.png"/><Relationship Id="rId36" Type="http://schemas.openxmlformats.org/officeDocument/2006/relationships/customXml" Target="../ink/ink399.xml"/><Relationship Id="rId57" Type="http://schemas.openxmlformats.org/officeDocument/2006/relationships/image" Target="../media/image3730.png"/><Relationship Id="rId262" Type="http://schemas.openxmlformats.org/officeDocument/2006/relationships/customXml" Target="../ink/ink512.xml"/><Relationship Id="rId283" Type="http://schemas.openxmlformats.org/officeDocument/2006/relationships/image" Target="../media/image486.png"/><Relationship Id="rId318" Type="http://schemas.openxmlformats.org/officeDocument/2006/relationships/customXml" Target="../ink/ink540.xml"/><Relationship Id="rId339" Type="http://schemas.openxmlformats.org/officeDocument/2006/relationships/image" Target="../media/image514.png"/><Relationship Id="rId78" Type="http://schemas.openxmlformats.org/officeDocument/2006/relationships/customXml" Target="../ink/ink420.xml"/><Relationship Id="rId99" Type="http://schemas.openxmlformats.org/officeDocument/2006/relationships/image" Target="../media/image394.png"/><Relationship Id="rId101" Type="http://schemas.openxmlformats.org/officeDocument/2006/relationships/image" Target="../media/image395.png"/><Relationship Id="rId122" Type="http://schemas.openxmlformats.org/officeDocument/2006/relationships/customXml" Target="../ink/ink442.xml"/><Relationship Id="rId143" Type="http://schemas.openxmlformats.org/officeDocument/2006/relationships/image" Target="../media/image416.png"/><Relationship Id="rId164" Type="http://schemas.openxmlformats.org/officeDocument/2006/relationships/customXml" Target="../ink/ink463.xml"/><Relationship Id="rId185" Type="http://schemas.openxmlformats.org/officeDocument/2006/relationships/image" Target="../media/image437.png"/><Relationship Id="rId350" Type="http://schemas.openxmlformats.org/officeDocument/2006/relationships/customXml" Target="../ink/ink556.xml"/><Relationship Id="rId371" Type="http://schemas.openxmlformats.org/officeDocument/2006/relationships/image" Target="../media/image530.png"/><Relationship Id="rId406" Type="http://schemas.openxmlformats.org/officeDocument/2006/relationships/customXml" Target="../ink/ink584.xml"/><Relationship Id="rId9" Type="http://schemas.openxmlformats.org/officeDocument/2006/relationships/image" Target="../media/image3490.png"/><Relationship Id="rId210" Type="http://schemas.openxmlformats.org/officeDocument/2006/relationships/customXml" Target="../ink/ink486.xml"/><Relationship Id="rId392" Type="http://schemas.openxmlformats.org/officeDocument/2006/relationships/customXml" Target="../ink/ink577.xml"/><Relationship Id="rId427" Type="http://schemas.openxmlformats.org/officeDocument/2006/relationships/image" Target="../media/image558.png"/><Relationship Id="rId448" Type="http://schemas.openxmlformats.org/officeDocument/2006/relationships/customXml" Target="../ink/ink605.xml"/><Relationship Id="rId469" Type="http://schemas.openxmlformats.org/officeDocument/2006/relationships/image" Target="../media/image579.png"/><Relationship Id="rId26" Type="http://schemas.openxmlformats.org/officeDocument/2006/relationships/customXml" Target="../ink/ink394.xml"/><Relationship Id="rId231" Type="http://schemas.openxmlformats.org/officeDocument/2006/relationships/image" Target="../media/image460.png"/><Relationship Id="rId252" Type="http://schemas.openxmlformats.org/officeDocument/2006/relationships/customXml" Target="../ink/ink507.xml"/><Relationship Id="rId273" Type="http://schemas.openxmlformats.org/officeDocument/2006/relationships/image" Target="../media/image481.png"/><Relationship Id="rId294" Type="http://schemas.openxmlformats.org/officeDocument/2006/relationships/customXml" Target="../ink/ink528.xml"/><Relationship Id="rId308" Type="http://schemas.openxmlformats.org/officeDocument/2006/relationships/customXml" Target="../ink/ink535.xml"/><Relationship Id="rId329" Type="http://schemas.openxmlformats.org/officeDocument/2006/relationships/image" Target="../media/image509.png"/><Relationship Id="rId480" Type="http://schemas.openxmlformats.org/officeDocument/2006/relationships/customXml" Target="../ink/ink621.xml"/><Relationship Id="rId47" Type="http://schemas.openxmlformats.org/officeDocument/2006/relationships/image" Target="../media/image3680.png"/><Relationship Id="rId68" Type="http://schemas.openxmlformats.org/officeDocument/2006/relationships/customXml" Target="../ink/ink415.xml"/><Relationship Id="rId89" Type="http://schemas.openxmlformats.org/officeDocument/2006/relationships/image" Target="../media/image389.png"/><Relationship Id="rId112" Type="http://schemas.openxmlformats.org/officeDocument/2006/relationships/customXml" Target="../ink/ink437.xml"/><Relationship Id="rId133" Type="http://schemas.openxmlformats.org/officeDocument/2006/relationships/image" Target="../media/image411.png"/><Relationship Id="rId154" Type="http://schemas.openxmlformats.org/officeDocument/2006/relationships/customXml" Target="../ink/ink458.xml"/><Relationship Id="rId175" Type="http://schemas.openxmlformats.org/officeDocument/2006/relationships/image" Target="../media/image432.png"/><Relationship Id="rId340" Type="http://schemas.openxmlformats.org/officeDocument/2006/relationships/customXml" Target="../ink/ink551.xml"/><Relationship Id="rId361" Type="http://schemas.openxmlformats.org/officeDocument/2006/relationships/image" Target="../media/image525.png"/><Relationship Id="rId196" Type="http://schemas.openxmlformats.org/officeDocument/2006/relationships/customXml" Target="../ink/ink479.xml"/><Relationship Id="rId200" Type="http://schemas.openxmlformats.org/officeDocument/2006/relationships/customXml" Target="../ink/ink481.xml"/><Relationship Id="rId382" Type="http://schemas.openxmlformats.org/officeDocument/2006/relationships/customXml" Target="../ink/ink572.xml"/><Relationship Id="rId417" Type="http://schemas.openxmlformats.org/officeDocument/2006/relationships/image" Target="../media/image553.png"/><Relationship Id="rId438" Type="http://schemas.openxmlformats.org/officeDocument/2006/relationships/customXml" Target="../ink/ink600.xml"/><Relationship Id="rId459" Type="http://schemas.openxmlformats.org/officeDocument/2006/relationships/image" Target="../media/image574.png"/><Relationship Id="rId16" Type="http://schemas.openxmlformats.org/officeDocument/2006/relationships/customXml" Target="../ink/ink389.xml"/><Relationship Id="rId221" Type="http://schemas.openxmlformats.org/officeDocument/2006/relationships/image" Target="../media/image455.png"/><Relationship Id="rId242" Type="http://schemas.openxmlformats.org/officeDocument/2006/relationships/customXml" Target="../ink/ink502.xml"/><Relationship Id="rId263" Type="http://schemas.openxmlformats.org/officeDocument/2006/relationships/image" Target="../media/image476.png"/><Relationship Id="rId284" Type="http://schemas.openxmlformats.org/officeDocument/2006/relationships/customXml" Target="../ink/ink523.xml"/><Relationship Id="rId319" Type="http://schemas.openxmlformats.org/officeDocument/2006/relationships/image" Target="../media/image504.png"/><Relationship Id="rId470" Type="http://schemas.openxmlformats.org/officeDocument/2006/relationships/customXml" Target="../ink/ink616.xml"/><Relationship Id="rId37" Type="http://schemas.openxmlformats.org/officeDocument/2006/relationships/image" Target="../media/image3630.png"/><Relationship Id="rId58" Type="http://schemas.openxmlformats.org/officeDocument/2006/relationships/customXml" Target="../ink/ink410.xml"/><Relationship Id="rId79" Type="http://schemas.openxmlformats.org/officeDocument/2006/relationships/image" Target="../media/image3840.png"/><Relationship Id="rId102" Type="http://schemas.openxmlformats.org/officeDocument/2006/relationships/customXml" Target="../ink/ink432.xml"/><Relationship Id="rId123" Type="http://schemas.openxmlformats.org/officeDocument/2006/relationships/image" Target="../media/image406.png"/><Relationship Id="rId144" Type="http://schemas.openxmlformats.org/officeDocument/2006/relationships/customXml" Target="../ink/ink453.xml"/><Relationship Id="rId330" Type="http://schemas.openxmlformats.org/officeDocument/2006/relationships/customXml" Target="../ink/ink546.xml"/><Relationship Id="rId90" Type="http://schemas.openxmlformats.org/officeDocument/2006/relationships/customXml" Target="../ink/ink426.xml"/><Relationship Id="rId165" Type="http://schemas.openxmlformats.org/officeDocument/2006/relationships/image" Target="../media/image427.png"/><Relationship Id="rId186" Type="http://schemas.openxmlformats.org/officeDocument/2006/relationships/customXml" Target="../ink/ink474.xml"/><Relationship Id="rId351" Type="http://schemas.openxmlformats.org/officeDocument/2006/relationships/image" Target="../media/image520.png"/><Relationship Id="rId372" Type="http://schemas.openxmlformats.org/officeDocument/2006/relationships/customXml" Target="../ink/ink567.xml"/><Relationship Id="rId393" Type="http://schemas.openxmlformats.org/officeDocument/2006/relationships/image" Target="../media/image541.png"/><Relationship Id="rId407" Type="http://schemas.openxmlformats.org/officeDocument/2006/relationships/image" Target="../media/image548.png"/><Relationship Id="rId428" Type="http://schemas.openxmlformats.org/officeDocument/2006/relationships/customXml" Target="../ink/ink595.xml"/><Relationship Id="rId449" Type="http://schemas.openxmlformats.org/officeDocument/2006/relationships/image" Target="../media/image569.png"/><Relationship Id="rId211" Type="http://schemas.openxmlformats.org/officeDocument/2006/relationships/image" Target="../media/image450.png"/><Relationship Id="rId232" Type="http://schemas.openxmlformats.org/officeDocument/2006/relationships/customXml" Target="../ink/ink497.xml"/><Relationship Id="rId253" Type="http://schemas.openxmlformats.org/officeDocument/2006/relationships/image" Target="../media/image471.png"/><Relationship Id="rId274" Type="http://schemas.openxmlformats.org/officeDocument/2006/relationships/customXml" Target="../ink/ink518.xml"/><Relationship Id="rId295" Type="http://schemas.openxmlformats.org/officeDocument/2006/relationships/image" Target="../media/image492.png"/><Relationship Id="rId309" Type="http://schemas.openxmlformats.org/officeDocument/2006/relationships/image" Target="../media/image499.png"/><Relationship Id="rId460" Type="http://schemas.openxmlformats.org/officeDocument/2006/relationships/customXml" Target="../ink/ink611.xml"/><Relationship Id="rId481" Type="http://schemas.openxmlformats.org/officeDocument/2006/relationships/image" Target="../media/image585.png"/><Relationship Id="rId27" Type="http://schemas.openxmlformats.org/officeDocument/2006/relationships/image" Target="../media/image3580.png"/><Relationship Id="rId48" Type="http://schemas.openxmlformats.org/officeDocument/2006/relationships/customXml" Target="../ink/ink405.xml"/><Relationship Id="rId69" Type="http://schemas.openxmlformats.org/officeDocument/2006/relationships/image" Target="../media/image3790.png"/><Relationship Id="rId113" Type="http://schemas.openxmlformats.org/officeDocument/2006/relationships/image" Target="../media/image401.png"/><Relationship Id="rId134" Type="http://schemas.openxmlformats.org/officeDocument/2006/relationships/customXml" Target="../ink/ink448.xml"/><Relationship Id="rId320" Type="http://schemas.openxmlformats.org/officeDocument/2006/relationships/customXml" Target="../ink/ink541.xml"/><Relationship Id="rId80" Type="http://schemas.openxmlformats.org/officeDocument/2006/relationships/customXml" Target="../ink/ink421.xml"/><Relationship Id="rId155" Type="http://schemas.openxmlformats.org/officeDocument/2006/relationships/image" Target="../media/image422.png"/><Relationship Id="rId176" Type="http://schemas.openxmlformats.org/officeDocument/2006/relationships/customXml" Target="../ink/ink469.xml"/><Relationship Id="rId197" Type="http://schemas.openxmlformats.org/officeDocument/2006/relationships/image" Target="../media/image443.png"/><Relationship Id="rId341" Type="http://schemas.openxmlformats.org/officeDocument/2006/relationships/image" Target="../media/image515.png"/><Relationship Id="rId362" Type="http://schemas.openxmlformats.org/officeDocument/2006/relationships/customXml" Target="../ink/ink562.xml"/><Relationship Id="rId383" Type="http://schemas.openxmlformats.org/officeDocument/2006/relationships/image" Target="../media/image536.png"/><Relationship Id="rId418" Type="http://schemas.openxmlformats.org/officeDocument/2006/relationships/customXml" Target="../ink/ink590.xml"/><Relationship Id="rId439" Type="http://schemas.openxmlformats.org/officeDocument/2006/relationships/image" Target="../media/image564.png"/><Relationship Id="rId201" Type="http://schemas.openxmlformats.org/officeDocument/2006/relationships/image" Target="../media/image445.png"/><Relationship Id="rId222" Type="http://schemas.openxmlformats.org/officeDocument/2006/relationships/customXml" Target="../ink/ink492.xml"/><Relationship Id="rId243" Type="http://schemas.openxmlformats.org/officeDocument/2006/relationships/image" Target="../media/image466.png"/><Relationship Id="rId264" Type="http://schemas.openxmlformats.org/officeDocument/2006/relationships/customXml" Target="../ink/ink513.xml"/><Relationship Id="rId285" Type="http://schemas.openxmlformats.org/officeDocument/2006/relationships/image" Target="../media/image487.png"/><Relationship Id="rId450" Type="http://schemas.openxmlformats.org/officeDocument/2006/relationships/customXml" Target="../ink/ink606.xml"/><Relationship Id="rId471" Type="http://schemas.openxmlformats.org/officeDocument/2006/relationships/image" Target="../media/image580.png"/><Relationship Id="rId17" Type="http://schemas.openxmlformats.org/officeDocument/2006/relationships/image" Target="../media/image3530.png"/><Relationship Id="rId38" Type="http://schemas.openxmlformats.org/officeDocument/2006/relationships/customXml" Target="../ink/ink400.xml"/><Relationship Id="rId59" Type="http://schemas.openxmlformats.org/officeDocument/2006/relationships/image" Target="../media/image3740.png"/><Relationship Id="rId103" Type="http://schemas.openxmlformats.org/officeDocument/2006/relationships/image" Target="../media/image396.png"/><Relationship Id="rId124" Type="http://schemas.openxmlformats.org/officeDocument/2006/relationships/customXml" Target="../ink/ink443.xml"/><Relationship Id="rId310" Type="http://schemas.openxmlformats.org/officeDocument/2006/relationships/customXml" Target="../ink/ink536.xml"/><Relationship Id="rId70" Type="http://schemas.openxmlformats.org/officeDocument/2006/relationships/customXml" Target="../ink/ink416.xml"/><Relationship Id="rId91" Type="http://schemas.openxmlformats.org/officeDocument/2006/relationships/image" Target="../media/image390.png"/><Relationship Id="rId145" Type="http://schemas.openxmlformats.org/officeDocument/2006/relationships/image" Target="../media/image417.png"/><Relationship Id="rId166" Type="http://schemas.openxmlformats.org/officeDocument/2006/relationships/customXml" Target="../ink/ink464.xml"/><Relationship Id="rId187" Type="http://schemas.openxmlformats.org/officeDocument/2006/relationships/image" Target="../media/image438.png"/><Relationship Id="rId331" Type="http://schemas.openxmlformats.org/officeDocument/2006/relationships/image" Target="../media/image510.png"/><Relationship Id="rId352" Type="http://schemas.openxmlformats.org/officeDocument/2006/relationships/customXml" Target="../ink/ink557.xml"/><Relationship Id="rId373" Type="http://schemas.openxmlformats.org/officeDocument/2006/relationships/image" Target="../media/image531.png"/><Relationship Id="rId394" Type="http://schemas.openxmlformats.org/officeDocument/2006/relationships/customXml" Target="../ink/ink578.xml"/><Relationship Id="rId408" Type="http://schemas.openxmlformats.org/officeDocument/2006/relationships/customXml" Target="../ink/ink585.xml"/><Relationship Id="rId429" Type="http://schemas.openxmlformats.org/officeDocument/2006/relationships/image" Target="../media/image559.png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487.xml"/><Relationship Id="rId233" Type="http://schemas.openxmlformats.org/officeDocument/2006/relationships/image" Target="../media/image461.png"/><Relationship Id="rId254" Type="http://schemas.openxmlformats.org/officeDocument/2006/relationships/customXml" Target="../ink/ink508.xml"/><Relationship Id="rId440" Type="http://schemas.openxmlformats.org/officeDocument/2006/relationships/customXml" Target="../ink/ink601.xml"/><Relationship Id="rId28" Type="http://schemas.openxmlformats.org/officeDocument/2006/relationships/customXml" Target="../ink/ink395.xml"/><Relationship Id="rId49" Type="http://schemas.openxmlformats.org/officeDocument/2006/relationships/image" Target="../media/image3690.png"/><Relationship Id="rId114" Type="http://schemas.openxmlformats.org/officeDocument/2006/relationships/customXml" Target="../ink/ink438.xml"/><Relationship Id="rId275" Type="http://schemas.openxmlformats.org/officeDocument/2006/relationships/image" Target="../media/image482.png"/><Relationship Id="rId296" Type="http://schemas.openxmlformats.org/officeDocument/2006/relationships/customXml" Target="../ink/ink529.xml"/><Relationship Id="rId300" Type="http://schemas.openxmlformats.org/officeDocument/2006/relationships/customXml" Target="../ink/ink531.xml"/><Relationship Id="rId461" Type="http://schemas.openxmlformats.org/officeDocument/2006/relationships/image" Target="../media/image575.png"/><Relationship Id="rId482" Type="http://schemas.openxmlformats.org/officeDocument/2006/relationships/customXml" Target="../ink/ink622.xml"/><Relationship Id="rId60" Type="http://schemas.openxmlformats.org/officeDocument/2006/relationships/customXml" Target="../ink/ink411.xml"/><Relationship Id="rId81" Type="http://schemas.openxmlformats.org/officeDocument/2006/relationships/image" Target="../media/image3850.png"/><Relationship Id="rId135" Type="http://schemas.openxmlformats.org/officeDocument/2006/relationships/image" Target="../media/image412.png"/><Relationship Id="rId156" Type="http://schemas.openxmlformats.org/officeDocument/2006/relationships/customXml" Target="../ink/ink459.xml"/><Relationship Id="rId177" Type="http://schemas.openxmlformats.org/officeDocument/2006/relationships/image" Target="../media/image433.png"/><Relationship Id="rId198" Type="http://schemas.openxmlformats.org/officeDocument/2006/relationships/customXml" Target="../ink/ink480.xml"/><Relationship Id="rId321" Type="http://schemas.openxmlformats.org/officeDocument/2006/relationships/image" Target="../media/image505.png"/><Relationship Id="rId342" Type="http://schemas.openxmlformats.org/officeDocument/2006/relationships/customXml" Target="../ink/ink552.xml"/><Relationship Id="rId363" Type="http://schemas.openxmlformats.org/officeDocument/2006/relationships/image" Target="../media/image526.png"/><Relationship Id="rId384" Type="http://schemas.openxmlformats.org/officeDocument/2006/relationships/customXml" Target="../ink/ink573.xml"/><Relationship Id="rId419" Type="http://schemas.openxmlformats.org/officeDocument/2006/relationships/image" Target="../media/image554.png"/><Relationship Id="rId202" Type="http://schemas.openxmlformats.org/officeDocument/2006/relationships/customXml" Target="../ink/ink482.xml"/><Relationship Id="rId223" Type="http://schemas.openxmlformats.org/officeDocument/2006/relationships/image" Target="../media/image456.png"/><Relationship Id="rId244" Type="http://schemas.openxmlformats.org/officeDocument/2006/relationships/customXml" Target="../ink/ink503.xml"/><Relationship Id="rId430" Type="http://schemas.openxmlformats.org/officeDocument/2006/relationships/customXml" Target="../ink/ink596.xml"/><Relationship Id="rId18" Type="http://schemas.openxmlformats.org/officeDocument/2006/relationships/customXml" Target="../ink/ink390.xml"/><Relationship Id="rId39" Type="http://schemas.openxmlformats.org/officeDocument/2006/relationships/image" Target="../media/image3640.png"/><Relationship Id="rId265" Type="http://schemas.openxmlformats.org/officeDocument/2006/relationships/image" Target="../media/image477.png"/><Relationship Id="rId286" Type="http://schemas.openxmlformats.org/officeDocument/2006/relationships/customXml" Target="../ink/ink524.xml"/><Relationship Id="rId451" Type="http://schemas.openxmlformats.org/officeDocument/2006/relationships/image" Target="../media/image570.png"/><Relationship Id="rId472" Type="http://schemas.openxmlformats.org/officeDocument/2006/relationships/customXml" Target="../ink/ink617.xml"/><Relationship Id="rId50" Type="http://schemas.openxmlformats.org/officeDocument/2006/relationships/customXml" Target="../ink/ink406.xml"/><Relationship Id="rId104" Type="http://schemas.openxmlformats.org/officeDocument/2006/relationships/customXml" Target="../ink/ink433.xml"/><Relationship Id="rId125" Type="http://schemas.openxmlformats.org/officeDocument/2006/relationships/image" Target="../media/image407.png"/><Relationship Id="rId146" Type="http://schemas.openxmlformats.org/officeDocument/2006/relationships/customXml" Target="../ink/ink454.xml"/><Relationship Id="rId167" Type="http://schemas.openxmlformats.org/officeDocument/2006/relationships/image" Target="../media/image428.png"/><Relationship Id="rId188" Type="http://schemas.openxmlformats.org/officeDocument/2006/relationships/customXml" Target="../ink/ink475.xml"/><Relationship Id="rId311" Type="http://schemas.openxmlformats.org/officeDocument/2006/relationships/image" Target="../media/image500.png"/><Relationship Id="rId332" Type="http://schemas.openxmlformats.org/officeDocument/2006/relationships/customXml" Target="../ink/ink547.xml"/><Relationship Id="rId353" Type="http://schemas.openxmlformats.org/officeDocument/2006/relationships/image" Target="../media/image521.png"/><Relationship Id="rId374" Type="http://schemas.openxmlformats.org/officeDocument/2006/relationships/customXml" Target="../ink/ink568.xml"/><Relationship Id="rId395" Type="http://schemas.openxmlformats.org/officeDocument/2006/relationships/image" Target="../media/image542.png"/><Relationship Id="rId409" Type="http://schemas.openxmlformats.org/officeDocument/2006/relationships/image" Target="../media/image549.png"/><Relationship Id="rId71" Type="http://schemas.openxmlformats.org/officeDocument/2006/relationships/image" Target="../media/image3800.png"/><Relationship Id="rId92" Type="http://schemas.openxmlformats.org/officeDocument/2006/relationships/customXml" Target="../ink/ink427.xml"/><Relationship Id="rId213" Type="http://schemas.openxmlformats.org/officeDocument/2006/relationships/image" Target="../media/image451.png"/><Relationship Id="rId234" Type="http://schemas.openxmlformats.org/officeDocument/2006/relationships/customXml" Target="../ink/ink498.xml"/><Relationship Id="rId420" Type="http://schemas.openxmlformats.org/officeDocument/2006/relationships/customXml" Target="../ink/ink591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3590.png"/><Relationship Id="rId255" Type="http://schemas.openxmlformats.org/officeDocument/2006/relationships/image" Target="../media/image472.png"/><Relationship Id="rId276" Type="http://schemas.openxmlformats.org/officeDocument/2006/relationships/customXml" Target="../ink/ink519.xml"/><Relationship Id="rId297" Type="http://schemas.openxmlformats.org/officeDocument/2006/relationships/image" Target="../media/image493.png"/><Relationship Id="rId441" Type="http://schemas.openxmlformats.org/officeDocument/2006/relationships/image" Target="../media/image565.png"/><Relationship Id="rId462" Type="http://schemas.openxmlformats.org/officeDocument/2006/relationships/customXml" Target="../ink/ink612.xml"/><Relationship Id="rId483" Type="http://schemas.openxmlformats.org/officeDocument/2006/relationships/image" Target="../media/image586.png"/><Relationship Id="rId40" Type="http://schemas.openxmlformats.org/officeDocument/2006/relationships/customXml" Target="../ink/ink401.xml"/><Relationship Id="rId115" Type="http://schemas.openxmlformats.org/officeDocument/2006/relationships/image" Target="../media/image402.png"/><Relationship Id="rId136" Type="http://schemas.openxmlformats.org/officeDocument/2006/relationships/customXml" Target="../ink/ink449.xml"/><Relationship Id="rId157" Type="http://schemas.openxmlformats.org/officeDocument/2006/relationships/image" Target="../media/image423.png"/><Relationship Id="rId178" Type="http://schemas.openxmlformats.org/officeDocument/2006/relationships/customXml" Target="../ink/ink470.xml"/><Relationship Id="rId301" Type="http://schemas.openxmlformats.org/officeDocument/2006/relationships/image" Target="../media/image495.png"/><Relationship Id="rId322" Type="http://schemas.openxmlformats.org/officeDocument/2006/relationships/customXml" Target="../ink/ink542.xml"/><Relationship Id="rId343" Type="http://schemas.openxmlformats.org/officeDocument/2006/relationships/image" Target="../media/image516.png"/><Relationship Id="rId364" Type="http://schemas.openxmlformats.org/officeDocument/2006/relationships/customXml" Target="../ink/ink563.xml"/><Relationship Id="rId61" Type="http://schemas.openxmlformats.org/officeDocument/2006/relationships/image" Target="../media/image3750.png"/><Relationship Id="rId82" Type="http://schemas.openxmlformats.org/officeDocument/2006/relationships/customXml" Target="../ink/ink422.xml"/><Relationship Id="rId199" Type="http://schemas.openxmlformats.org/officeDocument/2006/relationships/image" Target="../media/image444.png"/><Relationship Id="rId203" Type="http://schemas.openxmlformats.org/officeDocument/2006/relationships/image" Target="../media/image446.png"/><Relationship Id="rId385" Type="http://schemas.openxmlformats.org/officeDocument/2006/relationships/image" Target="../media/image537.png"/><Relationship Id="rId19" Type="http://schemas.openxmlformats.org/officeDocument/2006/relationships/image" Target="../media/image3540.png"/><Relationship Id="rId224" Type="http://schemas.openxmlformats.org/officeDocument/2006/relationships/customXml" Target="../ink/ink493.xml"/><Relationship Id="rId245" Type="http://schemas.openxmlformats.org/officeDocument/2006/relationships/image" Target="../media/image467.png"/><Relationship Id="rId266" Type="http://schemas.openxmlformats.org/officeDocument/2006/relationships/customXml" Target="../ink/ink514.xml"/><Relationship Id="rId287" Type="http://schemas.openxmlformats.org/officeDocument/2006/relationships/image" Target="../media/image488.png"/><Relationship Id="rId410" Type="http://schemas.openxmlformats.org/officeDocument/2006/relationships/customXml" Target="../ink/ink586.xml"/><Relationship Id="rId431" Type="http://schemas.openxmlformats.org/officeDocument/2006/relationships/image" Target="../media/image560.png"/><Relationship Id="rId452" Type="http://schemas.openxmlformats.org/officeDocument/2006/relationships/customXml" Target="../ink/ink607.xml"/><Relationship Id="rId473" Type="http://schemas.openxmlformats.org/officeDocument/2006/relationships/image" Target="../media/image581.png"/><Relationship Id="rId30" Type="http://schemas.openxmlformats.org/officeDocument/2006/relationships/customXml" Target="../ink/ink396.xml"/><Relationship Id="rId105" Type="http://schemas.openxmlformats.org/officeDocument/2006/relationships/image" Target="../media/image397.png"/><Relationship Id="rId126" Type="http://schemas.openxmlformats.org/officeDocument/2006/relationships/customXml" Target="../ink/ink444.xml"/><Relationship Id="rId147" Type="http://schemas.openxmlformats.org/officeDocument/2006/relationships/image" Target="../media/image418.png"/><Relationship Id="rId168" Type="http://schemas.openxmlformats.org/officeDocument/2006/relationships/customXml" Target="../ink/ink465.xml"/><Relationship Id="rId312" Type="http://schemas.openxmlformats.org/officeDocument/2006/relationships/customXml" Target="../ink/ink537.xml"/><Relationship Id="rId333" Type="http://schemas.openxmlformats.org/officeDocument/2006/relationships/image" Target="../media/image511.png"/><Relationship Id="rId354" Type="http://schemas.openxmlformats.org/officeDocument/2006/relationships/customXml" Target="../ink/ink558.xml"/><Relationship Id="rId51" Type="http://schemas.openxmlformats.org/officeDocument/2006/relationships/image" Target="../media/image3700.png"/><Relationship Id="rId72" Type="http://schemas.openxmlformats.org/officeDocument/2006/relationships/customXml" Target="../ink/ink417.xml"/><Relationship Id="rId93" Type="http://schemas.openxmlformats.org/officeDocument/2006/relationships/image" Target="../media/image391.png"/><Relationship Id="rId189" Type="http://schemas.openxmlformats.org/officeDocument/2006/relationships/image" Target="../media/image439.png"/><Relationship Id="rId375" Type="http://schemas.openxmlformats.org/officeDocument/2006/relationships/image" Target="../media/image532.png"/><Relationship Id="rId396" Type="http://schemas.openxmlformats.org/officeDocument/2006/relationships/customXml" Target="../ink/ink579.xml"/><Relationship Id="rId3" Type="http://schemas.openxmlformats.org/officeDocument/2006/relationships/image" Target="../media/image388.jpeg"/><Relationship Id="rId214" Type="http://schemas.openxmlformats.org/officeDocument/2006/relationships/customXml" Target="../ink/ink488.xml"/><Relationship Id="rId235" Type="http://schemas.openxmlformats.org/officeDocument/2006/relationships/image" Target="../media/image462.png"/><Relationship Id="rId256" Type="http://schemas.openxmlformats.org/officeDocument/2006/relationships/customXml" Target="../ink/ink509.xml"/><Relationship Id="rId277" Type="http://schemas.openxmlformats.org/officeDocument/2006/relationships/image" Target="../media/image483.png"/><Relationship Id="rId298" Type="http://schemas.openxmlformats.org/officeDocument/2006/relationships/customXml" Target="../ink/ink530.xml"/><Relationship Id="rId400" Type="http://schemas.openxmlformats.org/officeDocument/2006/relationships/customXml" Target="../ink/ink581.xml"/><Relationship Id="rId421" Type="http://schemas.openxmlformats.org/officeDocument/2006/relationships/image" Target="../media/image555.png"/><Relationship Id="rId442" Type="http://schemas.openxmlformats.org/officeDocument/2006/relationships/customXml" Target="../ink/ink602.xml"/><Relationship Id="rId463" Type="http://schemas.openxmlformats.org/officeDocument/2006/relationships/image" Target="../media/image576.png"/><Relationship Id="rId116" Type="http://schemas.openxmlformats.org/officeDocument/2006/relationships/customXml" Target="../ink/ink439.xml"/><Relationship Id="rId137" Type="http://schemas.openxmlformats.org/officeDocument/2006/relationships/image" Target="../media/image413.png"/><Relationship Id="rId158" Type="http://schemas.openxmlformats.org/officeDocument/2006/relationships/customXml" Target="../ink/ink460.xml"/><Relationship Id="rId302" Type="http://schemas.openxmlformats.org/officeDocument/2006/relationships/customXml" Target="../ink/ink532.xml"/><Relationship Id="rId323" Type="http://schemas.openxmlformats.org/officeDocument/2006/relationships/image" Target="../media/image506.png"/><Relationship Id="rId344" Type="http://schemas.openxmlformats.org/officeDocument/2006/relationships/customXml" Target="../ink/ink553.xml"/><Relationship Id="rId20" Type="http://schemas.openxmlformats.org/officeDocument/2006/relationships/customXml" Target="../ink/ink391.xml"/><Relationship Id="rId41" Type="http://schemas.openxmlformats.org/officeDocument/2006/relationships/image" Target="../media/image3650.png"/><Relationship Id="rId62" Type="http://schemas.openxmlformats.org/officeDocument/2006/relationships/customXml" Target="../ink/ink412.xml"/><Relationship Id="rId83" Type="http://schemas.openxmlformats.org/officeDocument/2006/relationships/image" Target="../media/image3860.png"/><Relationship Id="rId179" Type="http://schemas.openxmlformats.org/officeDocument/2006/relationships/image" Target="../media/image434.png"/><Relationship Id="rId365" Type="http://schemas.openxmlformats.org/officeDocument/2006/relationships/image" Target="../media/image527.png"/><Relationship Id="rId386" Type="http://schemas.openxmlformats.org/officeDocument/2006/relationships/customXml" Target="../ink/ink574.xml"/><Relationship Id="rId190" Type="http://schemas.openxmlformats.org/officeDocument/2006/relationships/customXml" Target="../ink/ink476.xml"/><Relationship Id="rId204" Type="http://schemas.openxmlformats.org/officeDocument/2006/relationships/customXml" Target="../ink/ink483.xml"/><Relationship Id="rId225" Type="http://schemas.openxmlformats.org/officeDocument/2006/relationships/image" Target="../media/image457.png"/><Relationship Id="rId246" Type="http://schemas.openxmlformats.org/officeDocument/2006/relationships/customXml" Target="../ink/ink504.xml"/><Relationship Id="rId267" Type="http://schemas.openxmlformats.org/officeDocument/2006/relationships/image" Target="../media/image478.png"/><Relationship Id="rId288" Type="http://schemas.openxmlformats.org/officeDocument/2006/relationships/customXml" Target="../ink/ink525.xml"/><Relationship Id="rId411" Type="http://schemas.openxmlformats.org/officeDocument/2006/relationships/image" Target="../media/image550.png"/><Relationship Id="rId432" Type="http://schemas.openxmlformats.org/officeDocument/2006/relationships/customXml" Target="../ink/ink597.xml"/><Relationship Id="rId453" Type="http://schemas.openxmlformats.org/officeDocument/2006/relationships/image" Target="../media/image571.png"/><Relationship Id="rId474" Type="http://schemas.openxmlformats.org/officeDocument/2006/relationships/customXml" Target="../ink/ink618.xml"/><Relationship Id="rId106" Type="http://schemas.openxmlformats.org/officeDocument/2006/relationships/customXml" Target="../ink/ink434.xml"/><Relationship Id="rId127" Type="http://schemas.openxmlformats.org/officeDocument/2006/relationships/image" Target="../media/image408.png"/><Relationship Id="rId313" Type="http://schemas.openxmlformats.org/officeDocument/2006/relationships/image" Target="../media/image501.png"/><Relationship Id="rId10" Type="http://schemas.openxmlformats.org/officeDocument/2006/relationships/customXml" Target="../ink/ink386.xml"/><Relationship Id="rId31" Type="http://schemas.openxmlformats.org/officeDocument/2006/relationships/image" Target="../media/image3600.png"/><Relationship Id="rId52" Type="http://schemas.openxmlformats.org/officeDocument/2006/relationships/customXml" Target="../ink/ink407.xml"/><Relationship Id="rId73" Type="http://schemas.openxmlformats.org/officeDocument/2006/relationships/image" Target="../media/image3810.png"/><Relationship Id="rId94" Type="http://schemas.openxmlformats.org/officeDocument/2006/relationships/customXml" Target="../ink/ink428.xml"/><Relationship Id="rId148" Type="http://schemas.openxmlformats.org/officeDocument/2006/relationships/customXml" Target="../ink/ink455.xml"/><Relationship Id="rId169" Type="http://schemas.openxmlformats.org/officeDocument/2006/relationships/image" Target="../media/image429.png"/><Relationship Id="rId334" Type="http://schemas.openxmlformats.org/officeDocument/2006/relationships/customXml" Target="../ink/ink548.xml"/><Relationship Id="rId355" Type="http://schemas.openxmlformats.org/officeDocument/2006/relationships/image" Target="../media/image522.png"/><Relationship Id="rId376" Type="http://schemas.openxmlformats.org/officeDocument/2006/relationships/customXml" Target="../ink/ink569.xml"/><Relationship Id="rId397" Type="http://schemas.openxmlformats.org/officeDocument/2006/relationships/image" Target="../media/image543.png"/><Relationship Id="rId4" Type="http://schemas.openxmlformats.org/officeDocument/2006/relationships/customXml" Target="../ink/ink383.xml"/><Relationship Id="rId180" Type="http://schemas.openxmlformats.org/officeDocument/2006/relationships/customXml" Target="../ink/ink471.xml"/><Relationship Id="rId215" Type="http://schemas.openxmlformats.org/officeDocument/2006/relationships/image" Target="../media/image452.png"/><Relationship Id="rId236" Type="http://schemas.openxmlformats.org/officeDocument/2006/relationships/customXml" Target="../ink/ink499.xml"/><Relationship Id="rId257" Type="http://schemas.openxmlformats.org/officeDocument/2006/relationships/image" Target="../media/image473.png"/><Relationship Id="rId278" Type="http://schemas.openxmlformats.org/officeDocument/2006/relationships/customXml" Target="../ink/ink520.xml"/><Relationship Id="rId401" Type="http://schemas.openxmlformats.org/officeDocument/2006/relationships/image" Target="../media/image545.png"/><Relationship Id="rId422" Type="http://schemas.openxmlformats.org/officeDocument/2006/relationships/customXml" Target="../ink/ink592.xml"/><Relationship Id="rId443" Type="http://schemas.openxmlformats.org/officeDocument/2006/relationships/image" Target="../media/image566.png"/><Relationship Id="rId464" Type="http://schemas.openxmlformats.org/officeDocument/2006/relationships/customXml" Target="../ink/ink613.xml"/><Relationship Id="rId303" Type="http://schemas.openxmlformats.org/officeDocument/2006/relationships/image" Target="../media/image496.png"/><Relationship Id="rId42" Type="http://schemas.openxmlformats.org/officeDocument/2006/relationships/customXml" Target="../ink/ink402.xml"/><Relationship Id="rId84" Type="http://schemas.openxmlformats.org/officeDocument/2006/relationships/customXml" Target="../ink/ink423.xml"/><Relationship Id="rId138" Type="http://schemas.openxmlformats.org/officeDocument/2006/relationships/customXml" Target="../ink/ink450.xml"/><Relationship Id="rId345" Type="http://schemas.openxmlformats.org/officeDocument/2006/relationships/image" Target="../media/image517.png"/><Relationship Id="rId387" Type="http://schemas.openxmlformats.org/officeDocument/2006/relationships/image" Target="../media/image538.png"/><Relationship Id="rId191" Type="http://schemas.openxmlformats.org/officeDocument/2006/relationships/image" Target="../media/image440.png"/><Relationship Id="rId205" Type="http://schemas.openxmlformats.org/officeDocument/2006/relationships/image" Target="../media/image447.png"/><Relationship Id="rId247" Type="http://schemas.openxmlformats.org/officeDocument/2006/relationships/image" Target="../media/image468.png"/><Relationship Id="rId412" Type="http://schemas.openxmlformats.org/officeDocument/2006/relationships/customXml" Target="../ink/ink587.xml"/><Relationship Id="rId107" Type="http://schemas.openxmlformats.org/officeDocument/2006/relationships/image" Target="../media/image398.png"/><Relationship Id="rId289" Type="http://schemas.openxmlformats.org/officeDocument/2006/relationships/image" Target="../media/image489.png"/><Relationship Id="rId454" Type="http://schemas.openxmlformats.org/officeDocument/2006/relationships/customXml" Target="../ink/ink608.xml"/><Relationship Id="rId11" Type="http://schemas.openxmlformats.org/officeDocument/2006/relationships/image" Target="../media/image3500.png"/><Relationship Id="rId53" Type="http://schemas.openxmlformats.org/officeDocument/2006/relationships/image" Target="../media/image3710.png"/><Relationship Id="rId149" Type="http://schemas.openxmlformats.org/officeDocument/2006/relationships/image" Target="../media/image419.png"/><Relationship Id="rId314" Type="http://schemas.openxmlformats.org/officeDocument/2006/relationships/customXml" Target="../ink/ink538.xml"/><Relationship Id="rId356" Type="http://schemas.openxmlformats.org/officeDocument/2006/relationships/customXml" Target="../ink/ink559.xml"/><Relationship Id="rId398" Type="http://schemas.openxmlformats.org/officeDocument/2006/relationships/customXml" Target="../ink/ink580.xml"/><Relationship Id="rId95" Type="http://schemas.openxmlformats.org/officeDocument/2006/relationships/image" Target="../media/image392.png"/><Relationship Id="rId160" Type="http://schemas.openxmlformats.org/officeDocument/2006/relationships/customXml" Target="../ink/ink461.xml"/><Relationship Id="rId216" Type="http://schemas.openxmlformats.org/officeDocument/2006/relationships/customXml" Target="../ink/ink489.xml"/><Relationship Id="rId423" Type="http://schemas.openxmlformats.org/officeDocument/2006/relationships/image" Target="../media/image556.png"/><Relationship Id="rId258" Type="http://schemas.openxmlformats.org/officeDocument/2006/relationships/customXml" Target="../ink/ink510.xml"/><Relationship Id="rId465" Type="http://schemas.openxmlformats.org/officeDocument/2006/relationships/image" Target="../media/image577.png"/><Relationship Id="rId22" Type="http://schemas.openxmlformats.org/officeDocument/2006/relationships/customXml" Target="../ink/ink392.xml"/><Relationship Id="rId64" Type="http://schemas.openxmlformats.org/officeDocument/2006/relationships/customXml" Target="../ink/ink413.xml"/><Relationship Id="rId118" Type="http://schemas.openxmlformats.org/officeDocument/2006/relationships/customXml" Target="../ink/ink440.xml"/><Relationship Id="rId325" Type="http://schemas.openxmlformats.org/officeDocument/2006/relationships/image" Target="../media/image507.png"/><Relationship Id="rId367" Type="http://schemas.openxmlformats.org/officeDocument/2006/relationships/image" Target="../media/image528.png"/><Relationship Id="rId171" Type="http://schemas.openxmlformats.org/officeDocument/2006/relationships/image" Target="../media/image430.png"/><Relationship Id="rId227" Type="http://schemas.openxmlformats.org/officeDocument/2006/relationships/image" Target="../media/image458.png"/><Relationship Id="rId269" Type="http://schemas.openxmlformats.org/officeDocument/2006/relationships/image" Target="../media/image479.png"/><Relationship Id="rId434" Type="http://schemas.openxmlformats.org/officeDocument/2006/relationships/customXml" Target="../ink/ink598.xml"/><Relationship Id="rId476" Type="http://schemas.openxmlformats.org/officeDocument/2006/relationships/customXml" Target="../ink/ink619.xml"/><Relationship Id="rId33" Type="http://schemas.openxmlformats.org/officeDocument/2006/relationships/image" Target="../media/image3610.png"/><Relationship Id="rId129" Type="http://schemas.openxmlformats.org/officeDocument/2006/relationships/image" Target="../media/image409.png"/><Relationship Id="rId280" Type="http://schemas.openxmlformats.org/officeDocument/2006/relationships/customXml" Target="../ink/ink521.xml"/><Relationship Id="rId336" Type="http://schemas.openxmlformats.org/officeDocument/2006/relationships/customXml" Target="../ink/ink549.xml"/><Relationship Id="rId75" Type="http://schemas.openxmlformats.org/officeDocument/2006/relationships/image" Target="../media/image3820.png"/><Relationship Id="rId140" Type="http://schemas.openxmlformats.org/officeDocument/2006/relationships/customXml" Target="../ink/ink451.xml"/><Relationship Id="rId182" Type="http://schemas.openxmlformats.org/officeDocument/2006/relationships/customXml" Target="../ink/ink472.xml"/><Relationship Id="rId378" Type="http://schemas.openxmlformats.org/officeDocument/2006/relationships/customXml" Target="../ink/ink570.xml"/><Relationship Id="rId403" Type="http://schemas.openxmlformats.org/officeDocument/2006/relationships/image" Target="../media/image546.png"/><Relationship Id="rId6" Type="http://schemas.openxmlformats.org/officeDocument/2006/relationships/customXml" Target="../ink/ink384.xml"/><Relationship Id="rId238" Type="http://schemas.openxmlformats.org/officeDocument/2006/relationships/customXml" Target="../ink/ink500.xml"/><Relationship Id="rId445" Type="http://schemas.openxmlformats.org/officeDocument/2006/relationships/image" Target="../media/image567.png"/><Relationship Id="rId291" Type="http://schemas.openxmlformats.org/officeDocument/2006/relationships/image" Target="../media/image490.png"/><Relationship Id="rId305" Type="http://schemas.openxmlformats.org/officeDocument/2006/relationships/image" Target="../media/image497.png"/><Relationship Id="rId347" Type="http://schemas.openxmlformats.org/officeDocument/2006/relationships/image" Target="../media/image518.png"/><Relationship Id="rId44" Type="http://schemas.openxmlformats.org/officeDocument/2006/relationships/customXml" Target="../ink/ink403.xml"/><Relationship Id="rId86" Type="http://schemas.openxmlformats.org/officeDocument/2006/relationships/customXml" Target="../ink/ink424.xml"/><Relationship Id="rId151" Type="http://schemas.openxmlformats.org/officeDocument/2006/relationships/image" Target="../media/image420.png"/><Relationship Id="rId389" Type="http://schemas.openxmlformats.org/officeDocument/2006/relationships/image" Target="../media/image539.png"/><Relationship Id="rId193" Type="http://schemas.openxmlformats.org/officeDocument/2006/relationships/image" Target="../media/image441.png"/><Relationship Id="rId207" Type="http://schemas.openxmlformats.org/officeDocument/2006/relationships/image" Target="../media/image448.png"/><Relationship Id="rId249" Type="http://schemas.openxmlformats.org/officeDocument/2006/relationships/image" Target="../media/image469.png"/><Relationship Id="rId414" Type="http://schemas.openxmlformats.org/officeDocument/2006/relationships/customXml" Target="../ink/ink588.xml"/><Relationship Id="rId456" Type="http://schemas.openxmlformats.org/officeDocument/2006/relationships/customXml" Target="../ink/ink609.xml"/><Relationship Id="rId13" Type="http://schemas.openxmlformats.org/officeDocument/2006/relationships/image" Target="../media/image3510.png"/><Relationship Id="rId109" Type="http://schemas.openxmlformats.org/officeDocument/2006/relationships/image" Target="../media/image399.png"/><Relationship Id="rId260" Type="http://schemas.openxmlformats.org/officeDocument/2006/relationships/customXml" Target="../ink/ink511.xml"/><Relationship Id="rId316" Type="http://schemas.openxmlformats.org/officeDocument/2006/relationships/customXml" Target="../ink/ink539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9.xml"/><Relationship Id="rId21" Type="http://schemas.openxmlformats.org/officeDocument/2006/relationships/customXml" Target="../ink/ink631.xml"/><Relationship Id="rId42" Type="http://schemas.openxmlformats.org/officeDocument/2006/relationships/image" Target="../media/image605.png"/><Relationship Id="rId63" Type="http://schemas.openxmlformats.org/officeDocument/2006/relationships/customXml" Target="../ink/ink652.xml"/><Relationship Id="rId84" Type="http://schemas.openxmlformats.org/officeDocument/2006/relationships/image" Target="../media/image626.png"/><Relationship Id="rId138" Type="http://schemas.openxmlformats.org/officeDocument/2006/relationships/image" Target="../media/image653.png"/><Relationship Id="rId159" Type="http://schemas.openxmlformats.org/officeDocument/2006/relationships/customXml" Target="../ink/ink700.xml"/><Relationship Id="rId170" Type="http://schemas.openxmlformats.org/officeDocument/2006/relationships/image" Target="../media/image669.png"/><Relationship Id="rId191" Type="http://schemas.openxmlformats.org/officeDocument/2006/relationships/customXml" Target="../ink/ink716.xml"/><Relationship Id="rId205" Type="http://schemas.openxmlformats.org/officeDocument/2006/relationships/customXml" Target="../ink/ink723.xml"/><Relationship Id="rId226" Type="http://schemas.openxmlformats.org/officeDocument/2006/relationships/image" Target="../media/image697.png"/><Relationship Id="rId247" Type="http://schemas.openxmlformats.org/officeDocument/2006/relationships/customXml" Target="../ink/ink744.xml"/><Relationship Id="rId107" Type="http://schemas.openxmlformats.org/officeDocument/2006/relationships/customXml" Target="../ink/ink674.xml"/><Relationship Id="rId268" Type="http://schemas.openxmlformats.org/officeDocument/2006/relationships/image" Target="../media/image718.png"/><Relationship Id="rId11" Type="http://schemas.openxmlformats.org/officeDocument/2006/relationships/customXml" Target="../ink/ink626.xml"/><Relationship Id="rId32" Type="http://schemas.openxmlformats.org/officeDocument/2006/relationships/image" Target="../media/image600.png"/><Relationship Id="rId53" Type="http://schemas.openxmlformats.org/officeDocument/2006/relationships/customXml" Target="../ink/ink647.xml"/><Relationship Id="rId74" Type="http://schemas.openxmlformats.org/officeDocument/2006/relationships/image" Target="../media/image621.png"/><Relationship Id="rId128" Type="http://schemas.openxmlformats.org/officeDocument/2006/relationships/image" Target="../media/image648.png"/><Relationship Id="rId149" Type="http://schemas.openxmlformats.org/officeDocument/2006/relationships/customXml" Target="../ink/ink695.xml"/><Relationship Id="rId5" Type="http://schemas.openxmlformats.org/officeDocument/2006/relationships/customXml" Target="../ink/ink623.xml"/><Relationship Id="rId95" Type="http://schemas.openxmlformats.org/officeDocument/2006/relationships/customXml" Target="../ink/ink668.xml"/><Relationship Id="rId160" Type="http://schemas.openxmlformats.org/officeDocument/2006/relationships/image" Target="../media/image664.png"/><Relationship Id="rId181" Type="http://schemas.openxmlformats.org/officeDocument/2006/relationships/customXml" Target="../ink/ink711.xml"/><Relationship Id="rId216" Type="http://schemas.openxmlformats.org/officeDocument/2006/relationships/image" Target="../media/image692.png"/><Relationship Id="rId237" Type="http://schemas.openxmlformats.org/officeDocument/2006/relationships/customXml" Target="../ink/ink739.xml"/><Relationship Id="rId258" Type="http://schemas.openxmlformats.org/officeDocument/2006/relationships/image" Target="../media/image713.png"/><Relationship Id="rId279" Type="http://schemas.openxmlformats.org/officeDocument/2006/relationships/customXml" Target="../ink/ink760.xml"/><Relationship Id="rId22" Type="http://schemas.openxmlformats.org/officeDocument/2006/relationships/image" Target="../media/image595.png"/><Relationship Id="rId43" Type="http://schemas.openxmlformats.org/officeDocument/2006/relationships/customXml" Target="../ink/ink642.xml"/><Relationship Id="rId64" Type="http://schemas.openxmlformats.org/officeDocument/2006/relationships/image" Target="../media/image616.png"/><Relationship Id="rId118" Type="http://schemas.openxmlformats.org/officeDocument/2006/relationships/image" Target="../media/image643.png"/><Relationship Id="rId139" Type="http://schemas.openxmlformats.org/officeDocument/2006/relationships/customXml" Target="../ink/ink690.xml"/><Relationship Id="rId85" Type="http://schemas.openxmlformats.org/officeDocument/2006/relationships/customXml" Target="../ink/ink663.xml"/><Relationship Id="rId150" Type="http://schemas.openxmlformats.org/officeDocument/2006/relationships/image" Target="../media/image659.png"/><Relationship Id="rId171" Type="http://schemas.openxmlformats.org/officeDocument/2006/relationships/customXml" Target="../ink/ink706.xml"/><Relationship Id="rId192" Type="http://schemas.openxmlformats.org/officeDocument/2006/relationships/image" Target="../media/image680.png"/><Relationship Id="rId206" Type="http://schemas.openxmlformats.org/officeDocument/2006/relationships/image" Target="../media/image687.png"/><Relationship Id="rId227" Type="http://schemas.openxmlformats.org/officeDocument/2006/relationships/customXml" Target="../ink/ink734.xml"/><Relationship Id="rId248" Type="http://schemas.openxmlformats.org/officeDocument/2006/relationships/image" Target="../media/image708.png"/><Relationship Id="rId269" Type="http://schemas.openxmlformats.org/officeDocument/2006/relationships/customXml" Target="../ink/ink755.xml"/><Relationship Id="rId12" Type="http://schemas.openxmlformats.org/officeDocument/2006/relationships/image" Target="../media/image590.png"/><Relationship Id="rId33" Type="http://schemas.openxmlformats.org/officeDocument/2006/relationships/customXml" Target="../ink/ink637.xml"/><Relationship Id="rId108" Type="http://schemas.openxmlformats.org/officeDocument/2006/relationships/image" Target="../media/image638.png"/><Relationship Id="rId129" Type="http://schemas.openxmlformats.org/officeDocument/2006/relationships/customXml" Target="../ink/ink685.xml"/><Relationship Id="rId280" Type="http://schemas.openxmlformats.org/officeDocument/2006/relationships/image" Target="../media/image724.png"/><Relationship Id="rId54" Type="http://schemas.openxmlformats.org/officeDocument/2006/relationships/image" Target="../media/image611.png"/><Relationship Id="rId75" Type="http://schemas.openxmlformats.org/officeDocument/2006/relationships/customXml" Target="../ink/ink658.xml"/><Relationship Id="rId96" Type="http://schemas.openxmlformats.org/officeDocument/2006/relationships/image" Target="../media/image632.png"/><Relationship Id="rId140" Type="http://schemas.openxmlformats.org/officeDocument/2006/relationships/image" Target="../media/image654.png"/><Relationship Id="rId161" Type="http://schemas.openxmlformats.org/officeDocument/2006/relationships/customXml" Target="../ink/ink701.xml"/><Relationship Id="rId182" Type="http://schemas.openxmlformats.org/officeDocument/2006/relationships/image" Target="../media/image675.png"/><Relationship Id="rId217" Type="http://schemas.openxmlformats.org/officeDocument/2006/relationships/customXml" Target="../ink/ink729.xml"/><Relationship Id="rId6" Type="http://schemas.openxmlformats.org/officeDocument/2006/relationships/image" Target="../media/image587.png"/><Relationship Id="rId238" Type="http://schemas.openxmlformats.org/officeDocument/2006/relationships/image" Target="../media/image703.png"/><Relationship Id="rId259" Type="http://schemas.openxmlformats.org/officeDocument/2006/relationships/customXml" Target="../ink/ink750.xml"/><Relationship Id="rId23" Type="http://schemas.openxmlformats.org/officeDocument/2006/relationships/customXml" Target="../ink/ink632.xml"/><Relationship Id="rId119" Type="http://schemas.openxmlformats.org/officeDocument/2006/relationships/customXml" Target="../ink/ink680.xml"/><Relationship Id="rId270" Type="http://schemas.openxmlformats.org/officeDocument/2006/relationships/image" Target="../media/image719.png"/><Relationship Id="rId44" Type="http://schemas.openxmlformats.org/officeDocument/2006/relationships/image" Target="../media/image606.png"/><Relationship Id="rId65" Type="http://schemas.openxmlformats.org/officeDocument/2006/relationships/customXml" Target="../ink/ink653.xml"/><Relationship Id="rId86" Type="http://schemas.openxmlformats.org/officeDocument/2006/relationships/image" Target="../media/image627.png"/><Relationship Id="rId130" Type="http://schemas.openxmlformats.org/officeDocument/2006/relationships/image" Target="../media/image649.png"/><Relationship Id="rId151" Type="http://schemas.openxmlformats.org/officeDocument/2006/relationships/customXml" Target="../ink/ink696.xml"/><Relationship Id="rId172" Type="http://schemas.openxmlformats.org/officeDocument/2006/relationships/image" Target="../media/image670.png"/><Relationship Id="rId193" Type="http://schemas.openxmlformats.org/officeDocument/2006/relationships/customXml" Target="../ink/ink717.xml"/><Relationship Id="rId202" Type="http://schemas.openxmlformats.org/officeDocument/2006/relationships/image" Target="../media/image685.png"/><Relationship Id="rId207" Type="http://schemas.openxmlformats.org/officeDocument/2006/relationships/customXml" Target="../ink/ink724.xml"/><Relationship Id="rId223" Type="http://schemas.openxmlformats.org/officeDocument/2006/relationships/customXml" Target="../ink/ink732.xml"/><Relationship Id="rId228" Type="http://schemas.openxmlformats.org/officeDocument/2006/relationships/image" Target="../media/image698.png"/><Relationship Id="rId244" Type="http://schemas.openxmlformats.org/officeDocument/2006/relationships/image" Target="../media/image706.png"/><Relationship Id="rId249" Type="http://schemas.openxmlformats.org/officeDocument/2006/relationships/customXml" Target="../ink/ink745.xml"/><Relationship Id="rId13" Type="http://schemas.openxmlformats.org/officeDocument/2006/relationships/customXml" Target="../ink/ink627.xml"/><Relationship Id="rId18" Type="http://schemas.openxmlformats.org/officeDocument/2006/relationships/image" Target="../media/image593.png"/><Relationship Id="rId39" Type="http://schemas.openxmlformats.org/officeDocument/2006/relationships/customXml" Target="../ink/ink640.xml"/><Relationship Id="rId109" Type="http://schemas.openxmlformats.org/officeDocument/2006/relationships/customXml" Target="../ink/ink675.xml"/><Relationship Id="rId260" Type="http://schemas.openxmlformats.org/officeDocument/2006/relationships/image" Target="../media/image714.png"/><Relationship Id="rId265" Type="http://schemas.openxmlformats.org/officeDocument/2006/relationships/customXml" Target="../ink/ink753.xml"/><Relationship Id="rId281" Type="http://schemas.openxmlformats.org/officeDocument/2006/relationships/customXml" Target="../ink/ink761.xml"/><Relationship Id="rId34" Type="http://schemas.openxmlformats.org/officeDocument/2006/relationships/image" Target="../media/image601.png"/><Relationship Id="rId50" Type="http://schemas.openxmlformats.org/officeDocument/2006/relationships/image" Target="../media/image609.png"/><Relationship Id="rId55" Type="http://schemas.openxmlformats.org/officeDocument/2006/relationships/customXml" Target="../ink/ink648.xml"/><Relationship Id="rId76" Type="http://schemas.openxmlformats.org/officeDocument/2006/relationships/image" Target="../media/image622.png"/><Relationship Id="rId97" Type="http://schemas.openxmlformats.org/officeDocument/2006/relationships/customXml" Target="../ink/ink669.xml"/><Relationship Id="rId104" Type="http://schemas.openxmlformats.org/officeDocument/2006/relationships/image" Target="../media/image636.png"/><Relationship Id="rId120" Type="http://schemas.openxmlformats.org/officeDocument/2006/relationships/image" Target="../media/image644.png"/><Relationship Id="rId125" Type="http://schemas.openxmlformats.org/officeDocument/2006/relationships/customXml" Target="../ink/ink683.xml"/><Relationship Id="rId141" Type="http://schemas.openxmlformats.org/officeDocument/2006/relationships/customXml" Target="../ink/ink691.xml"/><Relationship Id="rId146" Type="http://schemas.openxmlformats.org/officeDocument/2006/relationships/image" Target="../media/image657.png"/><Relationship Id="rId167" Type="http://schemas.openxmlformats.org/officeDocument/2006/relationships/customXml" Target="../ink/ink704.xml"/><Relationship Id="rId188" Type="http://schemas.openxmlformats.org/officeDocument/2006/relationships/image" Target="../media/image678.png"/><Relationship Id="rId7" Type="http://schemas.openxmlformats.org/officeDocument/2006/relationships/customXml" Target="../ink/ink624.xml"/><Relationship Id="rId71" Type="http://schemas.openxmlformats.org/officeDocument/2006/relationships/customXml" Target="../ink/ink656.xml"/><Relationship Id="rId92" Type="http://schemas.openxmlformats.org/officeDocument/2006/relationships/image" Target="../media/image630.png"/><Relationship Id="rId162" Type="http://schemas.openxmlformats.org/officeDocument/2006/relationships/image" Target="../media/image665.png"/><Relationship Id="rId183" Type="http://schemas.openxmlformats.org/officeDocument/2006/relationships/customXml" Target="../ink/ink712.xml"/><Relationship Id="rId213" Type="http://schemas.openxmlformats.org/officeDocument/2006/relationships/customXml" Target="../ink/ink727.xml"/><Relationship Id="rId218" Type="http://schemas.openxmlformats.org/officeDocument/2006/relationships/image" Target="../media/image693.png"/><Relationship Id="rId234" Type="http://schemas.openxmlformats.org/officeDocument/2006/relationships/image" Target="../media/image701.png"/><Relationship Id="rId239" Type="http://schemas.openxmlformats.org/officeDocument/2006/relationships/customXml" Target="../ink/ink740.xml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635.xml"/><Relationship Id="rId250" Type="http://schemas.openxmlformats.org/officeDocument/2006/relationships/image" Target="../media/image709.png"/><Relationship Id="rId255" Type="http://schemas.openxmlformats.org/officeDocument/2006/relationships/customXml" Target="../ink/ink748.xml"/><Relationship Id="rId271" Type="http://schemas.openxmlformats.org/officeDocument/2006/relationships/customXml" Target="../ink/ink756.xml"/><Relationship Id="rId276" Type="http://schemas.openxmlformats.org/officeDocument/2006/relationships/image" Target="../media/image722.png"/><Relationship Id="rId24" Type="http://schemas.openxmlformats.org/officeDocument/2006/relationships/image" Target="../media/image596.png"/><Relationship Id="rId40" Type="http://schemas.openxmlformats.org/officeDocument/2006/relationships/image" Target="../media/image604.png"/><Relationship Id="rId45" Type="http://schemas.openxmlformats.org/officeDocument/2006/relationships/customXml" Target="../ink/ink643.xml"/><Relationship Id="rId66" Type="http://schemas.openxmlformats.org/officeDocument/2006/relationships/image" Target="../media/image617.png"/><Relationship Id="rId87" Type="http://schemas.openxmlformats.org/officeDocument/2006/relationships/customXml" Target="../ink/ink664.xml"/><Relationship Id="rId110" Type="http://schemas.openxmlformats.org/officeDocument/2006/relationships/image" Target="../media/image639.png"/><Relationship Id="rId115" Type="http://schemas.openxmlformats.org/officeDocument/2006/relationships/customXml" Target="../ink/ink678.xml"/><Relationship Id="rId131" Type="http://schemas.openxmlformats.org/officeDocument/2006/relationships/customXml" Target="../ink/ink686.xml"/><Relationship Id="rId136" Type="http://schemas.openxmlformats.org/officeDocument/2006/relationships/image" Target="../media/image652.png"/><Relationship Id="rId157" Type="http://schemas.openxmlformats.org/officeDocument/2006/relationships/customXml" Target="../ink/ink699.xml"/><Relationship Id="rId178" Type="http://schemas.openxmlformats.org/officeDocument/2006/relationships/image" Target="../media/image673.png"/><Relationship Id="rId61" Type="http://schemas.openxmlformats.org/officeDocument/2006/relationships/customXml" Target="../ink/ink651.xml"/><Relationship Id="rId82" Type="http://schemas.openxmlformats.org/officeDocument/2006/relationships/image" Target="../media/image625.png"/><Relationship Id="rId152" Type="http://schemas.openxmlformats.org/officeDocument/2006/relationships/image" Target="../media/image660.png"/><Relationship Id="rId173" Type="http://schemas.openxmlformats.org/officeDocument/2006/relationships/customXml" Target="../ink/ink707.xml"/><Relationship Id="rId194" Type="http://schemas.openxmlformats.org/officeDocument/2006/relationships/image" Target="../media/image681.png"/><Relationship Id="rId199" Type="http://schemas.openxmlformats.org/officeDocument/2006/relationships/customXml" Target="../ink/ink720.xml"/><Relationship Id="rId203" Type="http://schemas.openxmlformats.org/officeDocument/2006/relationships/customXml" Target="../ink/ink722.xml"/><Relationship Id="rId208" Type="http://schemas.openxmlformats.org/officeDocument/2006/relationships/image" Target="../media/image688.png"/><Relationship Id="rId229" Type="http://schemas.openxmlformats.org/officeDocument/2006/relationships/customXml" Target="../ink/ink735.xml"/><Relationship Id="rId19" Type="http://schemas.openxmlformats.org/officeDocument/2006/relationships/customXml" Target="../ink/ink630.xml"/><Relationship Id="rId224" Type="http://schemas.openxmlformats.org/officeDocument/2006/relationships/image" Target="../media/image696.png"/><Relationship Id="rId240" Type="http://schemas.openxmlformats.org/officeDocument/2006/relationships/image" Target="../media/image704.png"/><Relationship Id="rId245" Type="http://schemas.openxmlformats.org/officeDocument/2006/relationships/customXml" Target="../ink/ink743.xml"/><Relationship Id="rId261" Type="http://schemas.openxmlformats.org/officeDocument/2006/relationships/customXml" Target="../ink/ink751.xml"/><Relationship Id="rId266" Type="http://schemas.openxmlformats.org/officeDocument/2006/relationships/image" Target="../media/image717.png"/><Relationship Id="rId14" Type="http://schemas.openxmlformats.org/officeDocument/2006/relationships/image" Target="../media/image591.png"/><Relationship Id="rId30" Type="http://schemas.openxmlformats.org/officeDocument/2006/relationships/image" Target="../media/image599.png"/><Relationship Id="rId35" Type="http://schemas.openxmlformats.org/officeDocument/2006/relationships/customXml" Target="../ink/ink638.xml"/><Relationship Id="rId56" Type="http://schemas.openxmlformats.org/officeDocument/2006/relationships/image" Target="../media/image612.png"/><Relationship Id="rId77" Type="http://schemas.openxmlformats.org/officeDocument/2006/relationships/customXml" Target="../ink/ink659.xml"/><Relationship Id="rId100" Type="http://schemas.openxmlformats.org/officeDocument/2006/relationships/image" Target="../media/image634.png"/><Relationship Id="rId105" Type="http://schemas.openxmlformats.org/officeDocument/2006/relationships/customXml" Target="../ink/ink673.xml"/><Relationship Id="rId126" Type="http://schemas.openxmlformats.org/officeDocument/2006/relationships/image" Target="../media/image647.png"/><Relationship Id="rId147" Type="http://schemas.openxmlformats.org/officeDocument/2006/relationships/customXml" Target="../ink/ink694.xml"/><Relationship Id="rId168" Type="http://schemas.openxmlformats.org/officeDocument/2006/relationships/image" Target="../media/image668.png"/><Relationship Id="rId282" Type="http://schemas.openxmlformats.org/officeDocument/2006/relationships/image" Target="../media/image725.png"/><Relationship Id="rId8" Type="http://schemas.openxmlformats.org/officeDocument/2006/relationships/image" Target="../media/image588.png"/><Relationship Id="rId51" Type="http://schemas.openxmlformats.org/officeDocument/2006/relationships/customXml" Target="../ink/ink646.xml"/><Relationship Id="rId72" Type="http://schemas.openxmlformats.org/officeDocument/2006/relationships/image" Target="../media/image620.png"/><Relationship Id="rId93" Type="http://schemas.openxmlformats.org/officeDocument/2006/relationships/customXml" Target="../ink/ink667.xml"/><Relationship Id="rId98" Type="http://schemas.openxmlformats.org/officeDocument/2006/relationships/image" Target="../media/image633.png"/><Relationship Id="rId121" Type="http://schemas.openxmlformats.org/officeDocument/2006/relationships/customXml" Target="../ink/ink681.xml"/><Relationship Id="rId142" Type="http://schemas.openxmlformats.org/officeDocument/2006/relationships/image" Target="../media/image655.png"/><Relationship Id="rId163" Type="http://schemas.openxmlformats.org/officeDocument/2006/relationships/customXml" Target="../ink/ink702.xml"/><Relationship Id="rId184" Type="http://schemas.openxmlformats.org/officeDocument/2006/relationships/image" Target="../media/image676.png"/><Relationship Id="rId189" Type="http://schemas.openxmlformats.org/officeDocument/2006/relationships/customXml" Target="../ink/ink715.xml"/><Relationship Id="rId219" Type="http://schemas.openxmlformats.org/officeDocument/2006/relationships/customXml" Target="../ink/ink730.xml"/><Relationship Id="rId3" Type="http://schemas.openxmlformats.org/officeDocument/2006/relationships/image" Target="../media/image388.jpeg"/><Relationship Id="rId214" Type="http://schemas.openxmlformats.org/officeDocument/2006/relationships/image" Target="../media/image691.png"/><Relationship Id="rId230" Type="http://schemas.openxmlformats.org/officeDocument/2006/relationships/image" Target="../media/image699.png"/><Relationship Id="rId235" Type="http://schemas.openxmlformats.org/officeDocument/2006/relationships/customXml" Target="../ink/ink738.xml"/><Relationship Id="rId251" Type="http://schemas.openxmlformats.org/officeDocument/2006/relationships/customXml" Target="../ink/ink746.xml"/><Relationship Id="rId256" Type="http://schemas.openxmlformats.org/officeDocument/2006/relationships/image" Target="../media/image712.png"/><Relationship Id="rId277" Type="http://schemas.openxmlformats.org/officeDocument/2006/relationships/customXml" Target="../ink/ink759.xml"/><Relationship Id="rId25" Type="http://schemas.openxmlformats.org/officeDocument/2006/relationships/customXml" Target="../ink/ink633.xml"/><Relationship Id="rId46" Type="http://schemas.openxmlformats.org/officeDocument/2006/relationships/image" Target="../media/image607.png"/><Relationship Id="rId67" Type="http://schemas.openxmlformats.org/officeDocument/2006/relationships/customXml" Target="../ink/ink654.xml"/><Relationship Id="rId116" Type="http://schemas.openxmlformats.org/officeDocument/2006/relationships/image" Target="../media/image642.png"/><Relationship Id="rId137" Type="http://schemas.openxmlformats.org/officeDocument/2006/relationships/customXml" Target="../ink/ink689.xml"/><Relationship Id="rId158" Type="http://schemas.openxmlformats.org/officeDocument/2006/relationships/image" Target="../media/image663.png"/><Relationship Id="rId272" Type="http://schemas.openxmlformats.org/officeDocument/2006/relationships/image" Target="../media/image720.png"/><Relationship Id="rId20" Type="http://schemas.openxmlformats.org/officeDocument/2006/relationships/image" Target="../media/image594.png"/><Relationship Id="rId41" Type="http://schemas.openxmlformats.org/officeDocument/2006/relationships/customXml" Target="../ink/ink641.xml"/><Relationship Id="rId62" Type="http://schemas.openxmlformats.org/officeDocument/2006/relationships/image" Target="../media/image615.png"/><Relationship Id="rId83" Type="http://schemas.openxmlformats.org/officeDocument/2006/relationships/customXml" Target="../ink/ink662.xml"/><Relationship Id="rId88" Type="http://schemas.openxmlformats.org/officeDocument/2006/relationships/image" Target="../media/image628.png"/><Relationship Id="rId111" Type="http://schemas.openxmlformats.org/officeDocument/2006/relationships/customXml" Target="../ink/ink676.xml"/><Relationship Id="rId132" Type="http://schemas.openxmlformats.org/officeDocument/2006/relationships/image" Target="../media/image650.png"/><Relationship Id="rId153" Type="http://schemas.openxmlformats.org/officeDocument/2006/relationships/customXml" Target="../ink/ink697.xml"/><Relationship Id="rId174" Type="http://schemas.openxmlformats.org/officeDocument/2006/relationships/image" Target="../media/image671.png"/><Relationship Id="rId179" Type="http://schemas.openxmlformats.org/officeDocument/2006/relationships/customXml" Target="../ink/ink710.xml"/><Relationship Id="rId195" Type="http://schemas.openxmlformats.org/officeDocument/2006/relationships/customXml" Target="../ink/ink718.xml"/><Relationship Id="rId209" Type="http://schemas.openxmlformats.org/officeDocument/2006/relationships/customXml" Target="../ink/ink725.xml"/><Relationship Id="rId190" Type="http://schemas.openxmlformats.org/officeDocument/2006/relationships/image" Target="../media/image679.png"/><Relationship Id="rId204" Type="http://schemas.openxmlformats.org/officeDocument/2006/relationships/image" Target="../media/image686.png"/><Relationship Id="rId220" Type="http://schemas.openxmlformats.org/officeDocument/2006/relationships/image" Target="../media/image694.png"/><Relationship Id="rId225" Type="http://schemas.openxmlformats.org/officeDocument/2006/relationships/customXml" Target="../ink/ink733.xml"/><Relationship Id="rId241" Type="http://schemas.openxmlformats.org/officeDocument/2006/relationships/customXml" Target="../ink/ink741.xml"/><Relationship Id="rId246" Type="http://schemas.openxmlformats.org/officeDocument/2006/relationships/image" Target="../media/image707.png"/><Relationship Id="rId267" Type="http://schemas.openxmlformats.org/officeDocument/2006/relationships/customXml" Target="../ink/ink754.xml"/><Relationship Id="rId15" Type="http://schemas.openxmlformats.org/officeDocument/2006/relationships/customXml" Target="../ink/ink628.xml"/><Relationship Id="rId36" Type="http://schemas.openxmlformats.org/officeDocument/2006/relationships/image" Target="../media/image602.png"/><Relationship Id="rId57" Type="http://schemas.openxmlformats.org/officeDocument/2006/relationships/customXml" Target="../ink/ink649.xml"/><Relationship Id="rId106" Type="http://schemas.openxmlformats.org/officeDocument/2006/relationships/image" Target="../media/image637.png"/><Relationship Id="rId127" Type="http://schemas.openxmlformats.org/officeDocument/2006/relationships/customXml" Target="../ink/ink684.xml"/><Relationship Id="rId262" Type="http://schemas.openxmlformats.org/officeDocument/2006/relationships/image" Target="../media/image715.png"/><Relationship Id="rId10" Type="http://schemas.openxmlformats.org/officeDocument/2006/relationships/image" Target="../media/image589.png"/><Relationship Id="rId31" Type="http://schemas.openxmlformats.org/officeDocument/2006/relationships/customXml" Target="../ink/ink636.xml"/><Relationship Id="rId52" Type="http://schemas.openxmlformats.org/officeDocument/2006/relationships/image" Target="../media/image610.png"/><Relationship Id="rId73" Type="http://schemas.openxmlformats.org/officeDocument/2006/relationships/customXml" Target="../ink/ink657.xml"/><Relationship Id="rId78" Type="http://schemas.openxmlformats.org/officeDocument/2006/relationships/image" Target="../media/image623.png"/><Relationship Id="rId94" Type="http://schemas.openxmlformats.org/officeDocument/2006/relationships/image" Target="../media/image631.png"/><Relationship Id="rId99" Type="http://schemas.openxmlformats.org/officeDocument/2006/relationships/customXml" Target="../ink/ink670.xml"/><Relationship Id="rId101" Type="http://schemas.openxmlformats.org/officeDocument/2006/relationships/customXml" Target="../ink/ink671.xml"/><Relationship Id="rId122" Type="http://schemas.openxmlformats.org/officeDocument/2006/relationships/image" Target="../media/image645.png"/><Relationship Id="rId143" Type="http://schemas.openxmlformats.org/officeDocument/2006/relationships/customXml" Target="../ink/ink692.xml"/><Relationship Id="rId148" Type="http://schemas.openxmlformats.org/officeDocument/2006/relationships/image" Target="../media/image658.png"/><Relationship Id="rId164" Type="http://schemas.openxmlformats.org/officeDocument/2006/relationships/image" Target="../media/image666.png"/><Relationship Id="rId169" Type="http://schemas.openxmlformats.org/officeDocument/2006/relationships/customXml" Target="../ink/ink705.xml"/><Relationship Id="rId185" Type="http://schemas.openxmlformats.org/officeDocument/2006/relationships/customXml" Target="../ink/ink713.xml"/><Relationship Id="rId4" Type="http://schemas.openxmlformats.org/officeDocument/2006/relationships/image" Target="../media/image389.jpeg"/><Relationship Id="rId9" Type="http://schemas.openxmlformats.org/officeDocument/2006/relationships/customXml" Target="../ink/ink625.xml"/><Relationship Id="rId180" Type="http://schemas.openxmlformats.org/officeDocument/2006/relationships/image" Target="../media/image674.png"/><Relationship Id="rId210" Type="http://schemas.openxmlformats.org/officeDocument/2006/relationships/image" Target="../media/image689.png"/><Relationship Id="rId215" Type="http://schemas.openxmlformats.org/officeDocument/2006/relationships/customXml" Target="../ink/ink728.xml"/><Relationship Id="rId236" Type="http://schemas.openxmlformats.org/officeDocument/2006/relationships/image" Target="../media/image702.png"/><Relationship Id="rId257" Type="http://schemas.openxmlformats.org/officeDocument/2006/relationships/customXml" Target="../ink/ink749.xml"/><Relationship Id="rId278" Type="http://schemas.openxmlformats.org/officeDocument/2006/relationships/image" Target="../media/image723.png"/><Relationship Id="rId26" Type="http://schemas.openxmlformats.org/officeDocument/2006/relationships/image" Target="../media/image597.png"/><Relationship Id="rId231" Type="http://schemas.openxmlformats.org/officeDocument/2006/relationships/customXml" Target="../ink/ink736.xml"/><Relationship Id="rId252" Type="http://schemas.openxmlformats.org/officeDocument/2006/relationships/image" Target="../media/image710.png"/><Relationship Id="rId273" Type="http://schemas.openxmlformats.org/officeDocument/2006/relationships/customXml" Target="../ink/ink757.xml"/><Relationship Id="rId47" Type="http://schemas.openxmlformats.org/officeDocument/2006/relationships/customXml" Target="../ink/ink644.xml"/><Relationship Id="rId68" Type="http://schemas.openxmlformats.org/officeDocument/2006/relationships/image" Target="../media/image618.png"/><Relationship Id="rId89" Type="http://schemas.openxmlformats.org/officeDocument/2006/relationships/customXml" Target="../ink/ink665.xml"/><Relationship Id="rId112" Type="http://schemas.openxmlformats.org/officeDocument/2006/relationships/image" Target="../media/image640.png"/><Relationship Id="rId133" Type="http://schemas.openxmlformats.org/officeDocument/2006/relationships/customXml" Target="../ink/ink687.xml"/><Relationship Id="rId154" Type="http://schemas.openxmlformats.org/officeDocument/2006/relationships/image" Target="../media/image661.png"/><Relationship Id="rId175" Type="http://schemas.openxmlformats.org/officeDocument/2006/relationships/customXml" Target="../ink/ink708.xml"/><Relationship Id="rId196" Type="http://schemas.openxmlformats.org/officeDocument/2006/relationships/image" Target="../media/image682.png"/><Relationship Id="rId200" Type="http://schemas.openxmlformats.org/officeDocument/2006/relationships/image" Target="../media/image684.png"/><Relationship Id="rId16" Type="http://schemas.openxmlformats.org/officeDocument/2006/relationships/image" Target="../media/image592.png"/><Relationship Id="rId221" Type="http://schemas.openxmlformats.org/officeDocument/2006/relationships/customXml" Target="../ink/ink731.xml"/><Relationship Id="rId242" Type="http://schemas.openxmlformats.org/officeDocument/2006/relationships/image" Target="../media/image705.png"/><Relationship Id="rId263" Type="http://schemas.openxmlformats.org/officeDocument/2006/relationships/customXml" Target="../ink/ink752.xml"/><Relationship Id="rId37" Type="http://schemas.openxmlformats.org/officeDocument/2006/relationships/customXml" Target="../ink/ink639.xml"/><Relationship Id="rId58" Type="http://schemas.openxmlformats.org/officeDocument/2006/relationships/image" Target="../media/image613.png"/><Relationship Id="rId79" Type="http://schemas.openxmlformats.org/officeDocument/2006/relationships/customXml" Target="../ink/ink660.xml"/><Relationship Id="rId102" Type="http://schemas.openxmlformats.org/officeDocument/2006/relationships/image" Target="../media/image635.png"/><Relationship Id="rId123" Type="http://schemas.openxmlformats.org/officeDocument/2006/relationships/customXml" Target="../ink/ink682.xml"/><Relationship Id="rId144" Type="http://schemas.openxmlformats.org/officeDocument/2006/relationships/image" Target="../media/image656.png"/><Relationship Id="rId90" Type="http://schemas.openxmlformats.org/officeDocument/2006/relationships/image" Target="../media/image629.png"/><Relationship Id="rId165" Type="http://schemas.openxmlformats.org/officeDocument/2006/relationships/customXml" Target="../ink/ink703.xml"/><Relationship Id="rId186" Type="http://schemas.openxmlformats.org/officeDocument/2006/relationships/image" Target="../media/image677.png"/><Relationship Id="rId211" Type="http://schemas.openxmlformats.org/officeDocument/2006/relationships/customXml" Target="../ink/ink726.xml"/><Relationship Id="rId232" Type="http://schemas.openxmlformats.org/officeDocument/2006/relationships/image" Target="../media/image700.png"/><Relationship Id="rId253" Type="http://schemas.openxmlformats.org/officeDocument/2006/relationships/customXml" Target="../ink/ink747.xml"/><Relationship Id="rId274" Type="http://schemas.openxmlformats.org/officeDocument/2006/relationships/image" Target="../media/image721.png"/><Relationship Id="rId27" Type="http://schemas.openxmlformats.org/officeDocument/2006/relationships/customXml" Target="../ink/ink634.xml"/><Relationship Id="rId48" Type="http://schemas.openxmlformats.org/officeDocument/2006/relationships/image" Target="../media/image608.png"/><Relationship Id="rId69" Type="http://schemas.openxmlformats.org/officeDocument/2006/relationships/customXml" Target="../ink/ink655.xml"/><Relationship Id="rId113" Type="http://schemas.openxmlformats.org/officeDocument/2006/relationships/customXml" Target="../ink/ink677.xml"/><Relationship Id="rId134" Type="http://schemas.openxmlformats.org/officeDocument/2006/relationships/image" Target="../media/image651.png"/><Relationship Id="rId80" Type="http://schemas.openxmlformats.org/officeDocument/2006/relationships/image" Target="../media/image624.png"/><Relationship Id="rId155" Type="http://schemas.openxmlformats.org/officeDocument/2006/relationships/customXml" Target="../ink/ink698.xml"/><Relationship Id="rId176" Type="http://schemas.openxmlformats.org/officeDocument/2006/relationships/image" Target="../media/image672.png"/><Relationship Id="rId197" Type="http://schemas.openxmlformats.org/officeDocument/2006/relationships/customXml" Target="../ink/ink719.xml"/><Relationship Id="rId201" Type="http://schemas.openxmlformats.org/officeDocument/2006/relationships/customXml" Target="../ink/ink721.xml"/><Relationship Id="rId222" Type="http://schemas.openxmlformats.org/officeDocument/2006/relationships/image" Target="../media/image695.png"/><Relationship Id="rId243" Type="http://schemas.openxmlformats.org/officeDocument/2006/relationships/customXml" Target="../ink/ink742.xml"/><Relationship Id="rId264" Type="http://schemas.openxmlformats.org/officeDocument/2006/relationships/image" Target="../media/image716.png"/><Relationship Id="rId17" Type="http://schemas.openxmlformats.org/officeDocument/2006/relationships/customXml" Target="../ink/ink629.xml"/><Relationship Id="rId38" Type="http://schemas.openxmlformats.org/officeDocument/2006/relationships/image" Target="../media/image603.png"/><Relationship Id="rId59" Type="http://schemas.openxmlformats.org/officeDocument/2006/relationships/customXml" Target="../ink/ink650.xml"/><Relationship Id="rId103" Type="http://schemas.openxmlformats.org/officeDocument/2006/relationships/customXml" Target="../ink/ink672.xml"/><Relationship Id="rId124" Type="http://schemas.openxmlformats.org/officeDocument/2006/relationships/image" Target="../media/image646.png"/><Relationship Id="rId70" Type="http://schemas.openxmlformats.org/officeDocument/2006/relationships/image" Target="../media/image619.png"/><Relationship Id="rId91" Type="http://schemas.openxmlformats.org/officeDocument/2006/relationships/customXml" Target="../ink/ink666.xml"/><Relationship Id="rId145" Type="http://schemas.openxmlformats.org/officeDocument/2006/relationships/customXml" Target="../ink/ink693.xml"/><Relationship Id="rId166" Type="http://schemas.openxmlformats.org/officeDocument/2006/relationships/image" Target="../media/image667.png"/><Relationship Id="rId187" Type="http://schemas.openxmlformats.org/officeDocument/2006/relationships/customXml" Target="../ink/ink714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690.png"/><Relationship Id="rId233" Type="http://schemas.openxmlformats.org/officeDocument/2006/relationships/customXml" Target="../ink/ink737.xml"/><Relationship Id="rId254" Type="http://schemas.openxmlformats.org/officeDocument/2006/relationships/image" Target="../media/image711.png"/><Relationship Id="rId28" Type="http://schemas.openxmlformats.org/officeDocument/2006/relationships/image" Target="../media/image598.png"/><Relationship Id="rId49" Type="http://schemas.openxmlformats.org/officeDocument/2006/relationships/customXml" Target="../ink/ink645.xml"/><Relationship Id="rId114" Type="http://schemas.openxmlformats.org/officeDocument/2006/relationships/image" Target="../media/image641.png"/><Relationship Id="rId275" Type="http://schemas.openxmlformats.org/officeDocument/2006/relationships/customXml" Target="../ink/ink758.xml"/><Relationship Id="rId60" Type="http://schemas.openxmlformats.org/officeDocument/2006/relationships/image" Target="../media/image614.png"/><Relationship Id="rId81" Type="http://schemas.openxmlformats.org/officeDocument/2006/relationships/customXml" Target="../ink/ink661.xml"/><Relationship Id="rId135" Type="http://schemas.openxmlformats.org/officeDocument/2006/relationships/customXml" Target="../ink/ink688.xml"/><Relationship Id="rId156" Type="http://schemas.openxmlformats.org/officeDocument/2006/relationships/image" Target="../media/image662.png"/><Relationship Id="rId177" Type="http://schemas.openxmlformats.org/officeDocument/2006/relationships/customXml" Target="../ink/ink709.xml"/><Relationship Id="rId198" Type="http://schemas.openxmlformats.org/officeDocument/2006/relationships/image" Target="../media/image683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67.xml"/><Relationship Id="rId18" Type="http://schemas.openxmlformats.org/officeDocument/2006/relationships/image" Target="../media/image733.png"/><Relationship Id="rId26" Type="http://schemas.openxmlformats.org/officeDocument/2006/relationships/image" Target="../media/image737.png"/><Relationship Id="rId39" Type="http://schemas.openxmlformats.org/officeDocument/2006/relationships/customXml" Target="../ink/ink780.xml"/><Relationship Id="rId3" Type="http://schemas.openxmlformats.org/officeDocument/2006/relationships/customXml" Target="../ink/ink762.xml"/><Relationship Id="rId21" Type="http://schemas.openxmlformats.org/officeDocument/2006/relationships/customXml" Target="../ink/ink771.xml"/><Relationship Id="rId34" Type="http://schemas.openxmlformats.org/officeDocument/2006/relationships/image" Target="../media/image741.png"/><Relationship Id="rId42" Type="http://schemas.openxmlformats.org/officeDocument/2006/relationships/image" Target="../media/image745.png"/><Relationship Id="rId47" Type="http://schemas.openxmlformats.org/officeDocument/2006/relationships/customXml" Target="../ink/ink784.xml"/><Relationship Id="rId50" Type="http://schemas.openxmlformats.org/officeDocument/2006/relationships/image" Target="../media/image749.png"/><Relationship Id="rId7" Type="http://schemas.openxmlformats.org/officeDocument/2006/relationships/customXml" Target="../ink/ink764.xml"/><Relationship Id="rId12" Type="http://schemas.openxmlformats.org/officeDocument/2006/relationships/image" Target="../media/image730.png"/><Relationship Id="rId17" Type="http://schemas.openxmlformats.org/officeDocument/2006/relationships/customXml" Target="../ink/ink769.xml"/><Relationship Id="rId25" Type="http://schemas.openxmlformats.org/officeDocument/2006/relationships/customXml" Target="../ink/ink773.xml"/><Relationship Id="rId33" Type="http://schemas.openxmlformats.org/officeDocument/2006/relationships/customXml" Target="../ink/ink777.xml"/><Relationship Id="rId38" Type="http://schemas.openxmlformats.org/officeDocument/2006/relationships/image" Target="../media/image743.png"/><Relationship Id="rId46" Type="http://schemas.openxmlformats.org/officeDocument/2006/relationships/image" Target="../media/image74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32.png"/><Relationship Id="rId20" Type="http://schemas.openxmlformats.org/officeDocument/2006/relationships/image" Target="../media/image734.png"/><Relationship Id="rId29" Type="http://schemas.openxmlformats.org/officeDocument/2006/relationships/customXml" Target="../ink/ink775.xml"/><Relationship Id="rId41" Type="http://schemas.openxmlformats.org/officeDocument/2006/relationships/customXml" Target="../ink/ink78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7.png"/><Relationship Id="rId11" Type="http://schemas.openxmlformats.org/officeDocument/2006/relationships/customXml" Target="../ink/ink766.xml"/><Relationship Id="rId24" Type="http://schemas.openxmlformats.org/officeDocument/2006/relationships/image" Target="../media/image736.png"/><Relationship Id="rId32" Type="http://schemas.openxmlformats.org/officeDocument/2006/relationships/image" Target="../media/image740.png"/><Relationship Id="rId37" Type="http://schemas.openxmlformats.org/officeDocument/2006/relationships/customXml" Target="../ink/ink779.xml"/><Relationship Id="rId40" Type="http://schemas.openxmlformats.org/officeDocument/2006/relationships/image" Target="../media/image744.png"/><Relationship Id="rId45" Type="http://schemas.openxmlformats.org/officeDocument/2006/relationships/customXml" Target="../ink/ink783.xml"/><Relationship Id="rId5" Type="http://schemas.openxmlformats.org/officeDocument/2006/relationships/customXml" Target="../ink/ink763.xml"/><Relationship Id="rId15" Type="http://schemas.openxmlformats.org/officeDocument/2006/relationships/customXml" Target="../ink/ink768.xml"/><Relationship Id="rId23" Type="http://schemas.openxmlformats.org/officeDocument/2006/relationships/customXml" Target="../ink/ink772.xml"/><Relationship Id="rId28" Type="http://schemas.openxmlformats.org/officeDocument/2006/relationships/image" Target="../media/image738.png"/><Relationship Id="rId36" Type="http://schemas.openxmlformats.org/officeDocument/2006/relationships/image" Target="../media/image742.png"/><Relationship Id="rId49" Type="http://schemas.openxmlformats.org/officeDocument/2006/relationships/customXml" Target="../ink/ink785.xml"/><Relationship Id="rId10" Type="http://schemas.openxmlformats.org/officeDocument/2006/relationships/image" Target="../media/image729.png"/><Relationship Id="rId19" Type="http://schemas.openxmlformats.org/officeDocument/2006/relationships/customXml" Target="../ink/ink770.xml"/><Relationship Id="rId31" Type="http://schemas.openxmlformats.org/officeDocument/2006/relationships/customXml" Target="../ink/ink776.xml"/><Relationship Id="rId44" Type="http://schemas.openxmlformats.org/officeDocument/2006/relationships/image" Target="../media/image746.png"/><Relationship Id="rId4" Type="http://schemas.openxmlformats.org/officeDocument/2006/relationships/image" Target="../media/image726.png"/><Relationship Id="rId9" Type="http://schemas.openxmlformats.org/officeDocument/2006/relationships/customXml" Target="../ink/ink765.xml"/><Relationship Id="rId14" Type="http://schemas.openxmlformats.org/officeDocument/2006/relationships/image" Target="../media/image731.png"/><Relationship Id="rId22" Type="http://schemas.openxmlformats.org/officeDocument/2006/relationships/image" Target="../media/image735.png"/><Relationship Id="rId27" Type="http://schemas.openxmlformats.org/officeDocument/2006/relationships/customXml" Target="../ink/ink774.xml"/><Relationship Id="rId30" Type="http://schemas.openxmlformats.org/officeDocument/2006/relationships/image" Target="../media/image739.png"/><Relationship Id="rId35" Type="http://schemas.openxmlformats.org/officeDocument/2006/relationships/customXml" Target="../ink/ink778.xml"/><Relationship Id="rId43" Type="http://schemas.openxmlformats.org/officeDocument/2006/relationships/customXml" Target="../ink/ink782.xml"/><Relationship Id="rId48" Type="http://schemas.openxmlformats.org/officeDocument/2006/relationships/image" Target="../media/image748.png"/><Relationship Id="rId8" Type="http://schemas.openxmlformats.org/officeDocument/2006/relationships/image" Target="../media/image728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1.xml"/><Relationship Id="rId18" Type="http://schemas.openxmlformats.org/officeDocument/2006/relationships/image" Target="../media/image757.png"/><Relationship Id="rId26" Type="http://schemas.openxmlformats.org/officeDocument/2006/relationships/image" Target="../media/image761.png"/><Relationship Id="rId39" Type="http://schemas.openxmlformats.org/officeDocument/2006/relationships/customXml" Target="../ink/ink804.xml"/><Relationship Id="rId21" Type="http://schemas.openxmlformats.org/officeDocument/2006/relationships/customXml" Target="../ink/ink795.xml"/><Relationship Id="rId34" Type="http://schemas.openxmlformats.org/officeDocument/2006/relationships/image" Target="../media/image765.png"/><Relationship Id="rId42" Type="http://schemas.openxmlformats.org/officeDocument/2006/relationships/image" Target="../media/image769.png"/><Relationship Id="rId47" Type="http://schemas.openxmlformats.org/officeDocument/2006/relationships/customXml" Target="../ink/ink808.xml"/><Relationship Id="rId50" Type="http://schemas.openxmlformats.org/officeDocument/2006/relationships/image" Target="../media/image773.png"/><Relationship Id="rId55" Type="http://schemas.openxmlformats.org/officeDocument/2006/relationships/customXml" Target="../ink/ink812.xml"/><Relationship Id="rId7" Type="http://schemas.openxmlformats.org/officeDocument/2006/relationships/customXml" Target="../ink/ink788.xml"/><Relationship Id="rId12" Type="http://schemas.openxmlformats.org/officeDocument/2006/relationships/image" Target="../media/image754.png"/><Relationship Id="rId17" Type="http://schemas.openxmlformats.org/officeDocument/2006/relationships/customXml" Target="../ink/ink793.xml"/><Relationship Id="rId25" Type="http://schemas.openxmlformats.org/officeDocument/2006/relationships/customXml" Target="../ink/ink797.xml"/><Relationship Id="rId33" Type="http://schemas.openxmlformats.org/officeDocument/2006/relationships/customXml" Target="../ink/ink801.xml"/><Relationship Id="rId38" Type="http://schemas.openxmlformats.org/officeDocument/2006/relationships/image" Target="../media/image767.png"/><Relationship Id="rId46" Type="http://schemas.openxmlformats.org/officeDocument/2006/relationships/image" Target="../media/image77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56.png"/><Relationship Id="rId20" Type="http://schemas.openxmlformats.org/officeDocument/2006/relationships/image" Target="../media/image758.png"/><Relationship Id="rId29" Type="http://schemas.openxmlformats.org/officeDocument/2006/relationships/customXml" Target="../ink/ink799.xml"/><Relationship Id="rId41" Type="http://schemas.openxmlformats.org/officeDocument/2006/relationships/customXml" Target="../ink/ink805.xml"/><Relationship Id="rId54" Type="http://schemas.openxmlformats.org/officeDocument/2006/relationships/image" Target="../media/image7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1.png"/><Relationship Id="rId11" Type="http://schemas.openxmlformats.org/officeDocument/2006/relationships/customXml" Target="../ink/ink790.xml"/><Relationship Id="rId24" Type="http://schemas.openxmlformats.org/officeDocument/2006/relationships/image" Target="../media/image760.png"/><Relationship Id="rId32" Type="http://schemas.openxmlformats.org/officeDocument/2006/relationships/image" Target="../media/image764.png"/><Relationship Id="rId37" Type="http://schemas.openxmlformats.org/officeDocument/2006/relationships/customXml" Target="../ink/ink803.xml"/><Relationship Id="rId40" Type="http://schemas.openxmlformats.org/officeDocument/2006/relationships/image" Target="../media/image768.png"/><Relationship Id="rId45" Type="http://schemas.openxmlformats.org/officeDocument/2006/relationships/customXml" Target="../ink/ink807.xml"/><Relationship Id="rId53" Type="http://schemas.openxmlformats.org/officeDocument/2006/relationships/customXml" Target="../ink/ink811.xml"/><Relationship Id="rId58" Type="http://schemas.openxmlformats.org/officeDocument/2006/relationships/image" Target="../media/image777.png"/><Relationship Id="rId5" Type="http://schemas.openxmlformats.org/officeDocument/2006/relationships/customXml" Target="../ink/ink787.xml"/><Relationship Id="rId15" Type="http://schemas.openxmlformats.org/officeDocument/2006/relationships/customXml" Target="../ink/ink792.xml"/><Relationship Id="rId23" Type="http://schemas.openxmlformats.org/officeDocument/2006/relationships/customXml" Target="../ink/ink796.xml"/><Relationship Id="rId28" Type="http://schemas.openxmlformats.org/officeDocument/2006/relationships/image" Target="../media/image762.png"/><Relationship Id="rId36" Type="http://schemas.openxmlformats.org/officeDocument/2006/relationships/image" Target="../media/image766.png"/><Relationship Id="rId49" Type="http://schemas.openxmlformats.org/officeDocument/2006/relationships/customXml" Target="../ink/ink809.xml"/><Relationship Id="rId57" Type="http://schemas.openxmlformats.org/officeDocument/2006/relationships/customXml" Target="../ink/ink813.xml"/><Relationship Id="rId10" Type="http://schemas.openxmlformats.org/officeDocument/2006/relationships/image" Target="../media/image753.png"/><Relationship Id="rId19" Type="http://schemas.openxmlformats.org/officeDocument/2006/relationships/customXml" Target="../ink/ink794.xml"/><Relationship Id="rId31" Type="http://schemas.openxmlformats.org/officeDocument/2006/relationships/customXml" Target="../ink/ink800.xml"/><Relationship Id="rId44" Type="http://schemas.openxmlformats.org/officeDocument/2006/relationships/image" Target="../media/image770.png"/><Relationship Id="rId52" Type="http://schemas.openxmlformats.org/officeDocument/2006/relationships/image" Target="../media/image774.png"/><Relationship Id="rId4" Type="http://schemas.openxmlformats.org/officeDocument/2006/relationships/image" Target="../media/image750.png"/><Relationship Id="rId9" Type="http://schemas.openxmlformats.org/officeDocument/2006/relationships/customXml" Target="../ink/ink789.xml"/><Relationship Id="rId14" Type="http://schemas.openxmlformats.org/officeDocument/2006/relationships/image" Target="../media/image755.png"/><Relationship Id="rId22" Type="http://schemas.openxmlformats.org/officeDocument/2006/relationships/image" Target="../media/image759.png"/><Relationship Id="rId27" Type="http://schemas.openxmlformats.org/officeDocument/2006/relationships/customXml" Target="../ink/ink798.xml"/><Relationship Id="rId30" Type="http://schemas.openxmlformats.org/officeDocument/2006/relationships/image" Target="../media/image763.png"/><Relationship Id="rId35" Type="http://schemas.openxmlformats.org/officeDocument/2006/relationships/customXml" Target="../ink/ink802.xml"/><Relationship Id="rId43" Type="http://schemas.openxmlformats.org/officeDocument/2006/relationships/customXml" Target="../ink/ink806.xml"/><Relationship Id="rId48" Type="http://schemas.openxmlformats.org/officeDocument/2006/relationships/image" Target="../media/image772.png"/><Relationship Id="rId56" Type="http://schemas.openxmlformats.org/officeDocument/2006/relationships/image" Target="../media/image776.png"/><Relationship Id="rId8" Type="http://schemas.openxmlformats.org/officeDocument/2006/relationships/image" Target="../media/image752.png"/><Relationship Id="rId51" Type="http://schemas.openxmlformats.org/officeDocument/2006/relationships/customXml" Target="../ink/ink810.xml"/><Relationship Id="rId3" Type="http://schemas.openxmlformats.org/officeDocument/2006/relationships/customXml" Target="../ink/ink786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89.png"/><Relationship Id="rId117" Type="http://schemas.openxmlformats.org/officeDocument/2006/relationships/customXml" Target="../ink/ink871.xml"/><Relationship Id="rId21" Type="http://schemas.openxmlformats.org/officeDocument/2006/relationships/customXml" Target="../ink/ink823.xml"/><Relationship Id="rId42" Type="http://schemas.openxmlformats.org/officeDocument/2006/relationships/image" Target="../media/image797.png"/><Relationship Id="rId47" Type="http://schemas.openxmlformats.org/officeDocument/2006/relationships/customXml" Target="../ink/ink836.xml"/><Relationship Id="rId63" Type="http://schemas.openxmlformats.org/officeDocument/2006/relationships/customXml" Target="../ink/ink844.xml"/><Relationship Id="rId68" Type="http://schemas.openxmlformats.org/officeDocument/2006/relationships/image" Target="../media/image810.png"/><Relationship Id="rId84" Type="http://schemas.openxmlformats.org/officeDocument/2006/relationships/image" Target="../media/image818.png"/><Relationship Id="rId89" Type="http://schemas.openxmlformats.org/officeDocument/2006/relationships/customXml" Target="../ink/ink857.xml"/><Relationship Id="rId112" Type="http://schemas.openxmlformats.org/officeDocument/2006/relationships/image" Target="../media/image832.png"/><Relationship Id="rId16" Type="http://schemas.openxmlformats.org/officeDocument/2006/relationships/image" Target="../media/image784.png"/><Relationship Id="rId107" Type="http://schemas.openxmlformats.org/officeDocument/2006/relationships/customXml" Target="../ink/ink866.xml"/><Relationship Id="rId11" Type="http://schemas.openxmlformats.org/officeDocument/2006/relationships/customXml" Target="../ink/ink818.xml"/><Relationship Id="rId32" Type="http://schemas.openxmlformats.org/officeDocument/2006/relationships/image" Target="../media/image792.png"/><Relationship Id="rId37" Type="http://schemas.openxmlformats.org/officeDocument/2006/relationships/customXml" Target="../ink/ink831.xml"/><Relationship Id="rId53" Type="http://schemas.openxmlformats.org/officeDocument/2006/relationships/customXml" Target="../ink/ink839.xml"/><Relationship Id="rId58" Type="http://schemas.openxmlformats.org/officeDocument/2006/relationships/image" Target="../media/image805.png"/><Relationship Id="rId74" Type="http://schemas.openxmlformats.org/officeDocument/2006/relationships/image" Target="../media/image813.png"/><Relationship Id="rId79" Type="http://schemas.openxmlformats.org/officeDocument/2006/relationships/customXml" Target="../ink/ink852.xml"/><Relationship Id="rId102" Type="http://schemas.openxmlformats.org/officeDocument/2006/relationships/image" Target="../media/image827.png"/><Relationship Id="rId123" Type="http://schemas.openxmlformats.org/officeDocument/2006/relationships/customXml" Target="../ink/ink874.xml"/><Relationship Id="rId128" Type="http://schemas.openxmlformats.org/officeDocument/2006/relationships/image" Target="../media/image840.png"/><Relationship Id="rId5" Type="http://schemas.openxmlformats.org/officeDocument/2006/relationships/customXml" Target="../ink/ink815.xml"/><Relationship Id="rId90" Type="http://schemas.openxmlformats.org/officeDocument/2006/relationships/image" Target="../media/image821.png"/><Relationship Id="rId95" Type="http://schemas.openxmlformats.org/officeDocument/2006/relationships/customXml" Target="../ink/ink860.xml"/><Relationship Id="rId19" Type="http://schemas.openxmlformats.org/officeDocument/2006/relationships/customXml" Target="../ink/ink822.xml"/><Relationship Id="rId14" Type="http://schemas.openxmlformats.org/officeDocument/2006/relationships/image" Target="../media/image783.png"/><Relationship Id="rId22" Type="http://schemas.openxmlformats.org/officeDocument/2006/relationships/image" Target="../media/image787.png"/><Relationship Id="rId27" Type="http://schemas.openxmlformats.org/officeDocument/2006/relationships/customXml" Target="../ink/ink826.xml"/><Relationship Id="rId30" Type="http://schemas.openxmlformats.org/officeDocument/2006/relationships/image" Target="../media/image791.png"/><Relationship Id="rId35" Type="http://schemas.openxmlformats.org/officeDocument/2006/relationships/customXml" Target="../ink/ink830.xml"/><Relationship Id="rId43" Type="http://schemas.openxmlformats.org/officeDocument/2006/relationships/customXml" Target="../ink/ink834.xml"/><Relationship Id="rId48" Type="http://schemas.openxmlformats.org/officeDocument/2006/relationships/image" Target="../media/image800.png"/><Relationship Id="rId56" Type="http://schemas.openxmlformats.org/officeDocument/2006/relationships/image" Target="../media/image804.png"/><Relationship Id="rId64" Type="http://schemas.openxmlformats.org/officeDocument/2006/relationships/image" Target="../media/image808.png"/><Relationship Id="rId69" Type="http://schemas.openxmlformats.org/officeDocument/2006/relationships/customXml" Target="../ink/ink847.xml"/><Relationship Id="rId77" Type="http://schemas.openxmlformats.org/officeDocument/2006/relationships/customXml" Target="../ink/ink851.xml"/><Relationship Id="rId100" Type="http://schemas.openxmlformats.org/officeDocument/2006/relationships/image" Target="../media/image826.png"/><Relationship Id="rId105" Type="http://schemas.openxmlformats.org/officeDocument/2006/relationships/customXml" Target="../ink/ink865.xml"/><Relationship Id="rId113" Type="http://schemas.openxmlformats.org/officeDocument/2006/relationships/customXml" Target="../ink/ink869.xml"/><Relationship Id="rId118" Type="http://schemas.openxmlformats.org/officeDocument/2006/relationships/image" Target="../media/image835.png"/><Relationship Id="rId126" Type="http://schemas.openxmlformats.org/officeDocument/2006/relationships/image" Target="../media/image839.png"/><Relationship Id="rId8" Type="http://schemas.openxmlformats.org/officeDocument/2006/relationships/image" Target="../media/image780.png"/><Relationship Id="rId51" Type="http://schemas.openxmlformats.org/officeDocument/2006/relationships/customXml" Target="../ink/ink838.xml"/><Relationship Id="rId72" Type="http://schemas.openxmlformats.org/officeDocument/2006/relationships/image" Target="../media/image812.png"/><Relationship Id="rId80" Type="http://schemas.openxmlformats.org/officeDocument/2006/relationships/image" Target="../media/image816.png"/><Relationship Id="rId85" Type="http://schemas.openxmlformats.org/officeDocument/2006/relationships/customXml" Target="../ink/ink855.xml"/><Relationship Id="rId93" Type="http://schemas.openxmlformats.org/officeDocument/2006/relationships/customXml" Target="../ink/ink859.xml"/><Relationship Id="rId98" Type="http://schemas.openxmlformats.org/officeDocument/2006/relationships/image" Target="../media/image825.png"/><Relationship Id="rId121" Type="http://schemas.openxmlformats.org/officeDocument/2006/relationships/customXml" Target="../ink/ink873.xml"/><Relationship Id="rId3" Type="http://schemas.openxmlformats.org/officeDocument/2006/relationships/customXml" Target="../ink/ink814.xml"/><Relationship Id="rId12" Type="http://schemas.openxmlformats.org/officeDocument/2006/relationships/image" Target="../media/image782.png"/><Relationship Id="rId17" Type="http://schemas.openxmlformats.org/officeDocument/2006/relationships/customXml" Target="../ink/ink821.xml"/><Relationship Id="rId25" Type="http://schemas.openxmlformats.org/officeDocument/2006/relationships/customXml" Target="../ink/ink825.xml"/><Relationship Id="rId33" Type="http://schemas.openxmlformats.org/officeDocument/2006/relationships/customXml" Target="../ink/ink829.xml"/><Relationship Id="rId38" Type="http://schemas.openxmlformats.org/officeDocument/2006/relationships/image" Target="../media/image795.png"/><Relationship Id="rId46" Type="http://schemas.openxmlformats.org/officeDocument/2006/relationships/image" Target="../media/image799.png"/><Relationship Id="rId59" Type="http://schemas.openxmlformats.org/officeDocument/2006/relationships/customXml" Target="../ink/ink842.xml"/><Relationship Id="rId67" Type="http://schemas.openxmlformats.org/officeDocument/2006/relationships/customXml" Target="../ink/ink846.xml"/><Relationship Id="rId103" Type="http://schemas.openxmlformats.org/officeDocument/2006/relationships/customXml" Target="../ink/ink864.xml"/><Relationship Id="rId108" Type="http://schemas.openxmlformats.org/officeDocument/2006/relationships/image" Target="../media/image830.png"/><Relationship Id="rId116" Type="http://schemas.openxmlformats.org/officeDocument/2006/relationships/image" Target="../media/image834.png"/><Relationship Id="rId124" Type="http://schemas.openxmlformats.org/officeDocument/2006/relationships/image" Target="../media/image838.png"/><Relationship Id="rId20" Type="http://schemas.openxmlformats.org/officeDocument/2006/relationships/image" Target="../media/image786.png"/><Relationship Id="rId41" Type="http://schemas.openxmlformats.org/officeDocument/2006/relationships/customXml" Target="../ink/ink833.xml"/><Relationship Id="rId54" Type="http://schemas.openxmlformats.org/officeDocument/2006/relationships/image" Target="../media/image803.png"/><Relationship Id="rId62" Type="http://schemas.openxmlformats.org/officeDocument/2006/relationships/image" Target="../media/image807.png"/><Relationship Id="rId70" Type="http://schemas.openxmlformats.org/officeDocument/2006/relationships/image" Target="../media/image811.png"/><Relationship Id="rId75" Type="http://schemas.openxmlformats.org/officeDocument/2006/relationships/customXml" Target="../ink/ink850.xml"/><Relationship Id="rId83" Type="http://schemas.openxmlformats.org/officeDocument/2006/relationships/customXml" Target="../ink/ink854.xml"/><Relationship Id="rId88" Type="http://schemas.openxmlformats.org/officeDocument/2006/relationships/image" Target="../media/image820.png"/><Relationship Id="rId91" Type="http://schemas.openxmlformats.org/officeDocument/2006/relationships/customXml" Target="../ink/ink858.xml"/><Relationship Id="rId96" Type="http://schemas.openxmlformats.org/officeDocument/2006/relationships/image" Target="../media/image824.png"/><Relationship Id="rId111" Type="http://schemas.openxmlformats.org/officeDocument/2006/relationships/customXml" Target="../ink/ink86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9.png"/><Relationship Id="rId15" Type="http://schemas.openxmlformats.org/officeDocument/2006/relationships/customXml" Target="../ink/ink820.xml"/><Relationship Id="rId23" Type="http://schemas.openxmlformats.org/officeDocument/2006/relationships/customXml" Target="../ink/ink824.xml"/><Relationship Id="rId28" Type="http://schemas.openxmlformats.org/officeDocument/2006/relationships/image" Target="../media/image790.png"/><Relationship Id="rId36" Type="http://schemas.openxmlformats.org/officeDocument/2006/relationships/image" Target="../media/image794.png"/><Relationship Id="rId49" Type="http://schemas.openxmlformats.org/officeDocument/2006/relationships/customXml" Target="../ink/ink837.xml"/><Relationship Id="rId57" Type="http://schemas.openxmlformats.org/officeDocument/2006/relationships/customXml" Target="../ink/ink841.xml"/><Relationship Id="rId106" Type="http://schemas.openxmlformats.org/officeDocument/2006/relationships/image" Target="../media/image829.png"/><Relationship Id="rId114" Type="http://schemas.openxmlformats.org/officeDocument/2006/relationships/image" Target="../media/image833.png"/><Relationship Id="rId119" Type="http://schemas.openxmlformats.org/officeDocument/2006/relationships/customXml" Target="../ink/ink872.xml"/><Relationship Id="rId127" Type="http://schemas.openxmlformats.org/officeDocument/2006/relationships/customXml" Target="../ink/ink876.xml"/><Relationship Id="rId10" Type="http://schemas.openxmlformats.org/officeDocument/2006/relationships/image" Target="../media/image781.png"/><Relationship Id="rId31" Type="http://schemas.openxmlformats.org/officeDocument/2006/relationships/customXml" Target="../ink/ink828.xml"/><Relationship Id="rId44" Type="http://schemas.openxmlformats.org/officeDocument/2006/relationships/image" Target="../media/image798.png"/><Relationship Id="rId52" Type="http://schemas.openxmlformats.org/officeDocument/2006/relationships/image" Target="../media/image802.png"/><Relationship Id="rId60" Type="http://schemas.openxmlformats.org/officeDocument/2006/relationships/image" Target="../media/image806.png"/><Relationship Id="rId65" Type="http://schemas.openxmlformats.org/officeDocument/2006/relationships/customXml" Target="../ink/ink845.xml"/><Relationship Id="rId73" Type="http://schemas.openxmlformats.org/officeDocument/2006/relationships/customXml" Target="../ink/ink849.xml"/><Relationship Id="rId78" Type="http://schemas.openxmlformats.org/officeDocument/2006/relationships/image" Target="../media/image815.png"/><Relationship Id="rId81" Type="http://schemas.openxmlformats.org/officeDocument/2006/relationships/customXml" Target="../ink/ink853.xml"/><Relationship Id="rId86" Type="http://schemas.openxmlformats.org/officeDocument/2006/relationships/image" Target="../media/image819.png"/><Relationship Id="rId94" Type="http://schemas.openxmlformats.org/officeDocument/2006/relationships/image" Target="../media/image823.png"/><Relationship Id="rId99" Type="http://schemas.openxmlformats.org/officeDocument/2006/relationships/customXml" Target="../ink/ink862.xml"/><Relationship Id="rId101" Type="http://schemas.openxmlformats.org/officeDocument/2006/relationships/customXml" Target="../ink/ink863.xml"/><Relationship Id="rId122" Type="http://schemas.openxmlformats.org/officeDocument/2006/relationships/image" Target="../media/image837.png"/><Relationship Id="rId4" Type="http://schemas.openxmlformats.org/officeDocument/2006/relationships/image" Target="../media/image778.png"/><Relationship Id="rId9" Type="http://schemas.openxmlformats.org/officeDocument/2006/relationships/customXml" Target="../ink/ink817.xml"/><Relationship Id="rId13" Type="http://schemas.openxmlformats.org/officeDocument/2006/relationships/customXml" Target="../ink/ink819.xml"/><Relationship Id="rId18" Type="http://schemas.openxmlformats.org/officeDocument/2006/relationships/image" Target="../media/image785.png"/><Relationship Id="rId39" Type="http://schemas.openxmlformats.org/officeDocument/2006/relationships/customXml" Target="../ink/ink832.xml"/><Relationship Id="rId109" Type="http://schemas.openxmlformats.org/officeDocument/2006/relationships/customXml" Target="../ink/ink867.xml"/><Relationship Id="rId34" Type="http://schemas.openxmlformats.org/officeDocument/2006/relationships/image" Target="../media/image793.png"/><Relationship Id="rId50" Type="http://schemas.openxmlformats.org/officeDocument/2006/relationships/image" Target="../media/image801.png"/><Relationship Id="rId55" Type="http://schemas.openxmlformats.org/officeDocument/2006/relationships/customXml" Target="../ink/ink840.xml"/><Relationship Id="rId76" Type="http://schemas.openxmlformats.org/officeDocument/2006/relationships/image" Target="../media/image814.png"/><Relationship Id="rId97" Type="http://schemas.openxmlformats.org/officeDocument/2006/relationships/customXml" Target="../ink/ink861.xml"/><Relationship Id="rId104" Type="http://schemas.openxmlformats.org/officeDocument/2006/relationships/image" Target="../media/image828.png"/><Relationship Id="rId120" Type="http://schemas.openxmlformats.org/officeDocument/2006/relationships/image" Target="../media/image836.png"/><Relationship Id="rId125" Type="http://schemas.openxmlformats.org/officeDocument/2006/relationships/customXml" Target="../ink/ink875.xml"/><Relationship Id="rId7" Type="http://schemas.openxmlformats.org/officeDocument/2006/relationships/customXml" Target="../ink/ink816.xml"/><Relationship Id="rId71" Type="http://schemas.openxmlformats.org/officeDocument/2006/relationships/customXml" Target="../ink/ink848.xml"/><Relationship Id="rId92" Type="http://schemas.openxmlformats.org/officeDocument/2006/relationships/image" Target="../media/image822.png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827.xml"/><Relationship Id="rId24" Type="http://schemas.openxmlformats.org/officeDocument/2006/relationships/image" Target="../media/image788.png"/><Relationship Id="rId40" Type="http://schemas.openxmlformats.org/officeDocument/2006/relationships/image" Target="../media/image796.png"/><Relationship Id="rId45" Type="http://schemas.openxmlformats.org/officeDocument/2006/relationships/customXml" Target="../ink/ink835.xml"/><Relationship Id="rId66" Type="http://schemas.openxmlformats.org/officeDocument/2006/relationships/image" Target="../media/image809.png"/><Relationship Id="rId87" Type="http://schemas.openxmlformats.org/officeDocument/2006/relationships/customXml" Target="../ink/ink856.xml"/><Relationship Id="rId110" Type="http://schemas.openxmlformats.org/officeDocument/2006/relationships/image" Target="../media/image831.png"/><Relationship Id="rId115" Type="http://schemas.openxmlformats.org/officeDocument/2006/relationships/customXml" Target="../ink/ink870.xml"/><Relationship Id="rId61" Type="http://schemas.openxmlformats.org/officeDocument/2006/relationships/customXml" Target="../ink/ink843.xml"/><Relationship Id="rId82" Type="http://schemas.openxmlformats.org/officeDocument/2006/relationships/image" Target="../media/image817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53.png"/><Relationship Id="rId21" Type="http://schemas.openxmlformats.org/officeDocument/2006/relationships/customXml" Target="../ink/ink885.xml"/><Relationship Id="rId42" Type="http://schemas.openxmlformats.org/officeDocument/2006/relationships/image" Target="../media/image861.png"/><Relationship Id="rId47" Type="http://schemas.openxmlformats.org/officeDocument/2006/relationships/customXml" Target="../ink/ink898.xml"/><Relationship Id="rId63" Type="http://schemas.openxmlformats.org/officeDocument/2006/relationships/customXml" Target="../ink/ink906.xml"/><Relationship Id="rId68" Type="http://schemas.openxmlformats.org/officeDocument/2006/relationships/image" Target="../media/image874.png"/><Relationship Id="rId84" Type="http://schemas.openxmlformats.org/officeDocument/2006/relationships/image" Target="../media/image882.png"/><Relationship Id="rId89" Type="http://schemas.openxmlformats.org/officeDocument/2006/relationships/customXml" Target="../ink/ink919.xml"/><Relationship Id="rId7" Type="http://schemas.openxmlformats.org/officeDocument/2006/relationships/customXml" Target="../ink/ink878.xml"/><Relationship Id="rId71" Type="http://schemas.openxmlformats.org/officeDocument/2006/relationships/customXml" Target="../ink/ink910.xml"/><Relationship Id="rId92" Type="http://schemas.openxmlformats.org/officeDocument/2006/relationships/image" Target="../media/image88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848.png"/><Relationship Id="rId29" Type="http://schemas.openxmlformats.org/officeDocument/2006/relationships/customXml" Target="../ink/ink889.xml"/><Relationship Id="rId11" Type="http://schemas.openxmlformats.org/officeDocument/2006/relationships/customXml" Target="../ink/ink880.xml"/><Relationship Id="rId24" Type="http://schemas.openxmlformats.org/officeDocument/2006/relationships/image" Target="../media/image852.png"/><Relationship Id="rId32" Type="http://schemas.openxmlformats.org/officeDocument/2006/relationships/image" Target="../media/image856.png"/><Relationship Id="rId37" Type="http://schemas.openxmlformats.org/officeDocument/2006/relationships/customXml" Target="../ink/ink893.xml"/><Relationship Id="rId40" Type="http://schemas.openxmlformats.org/officeDocument/2006/relationships/image" Target="../media/image860.png"/><Relationship Id="rId45" Type="http://schemas.openxmlformats.org/officeDocument/2006/relationships/customXml" Target="../ink/ink897.xml"/><Relationship Id="rId53" Type="http://schemas.openxmlformats.org/officeDocument/2006/relationships/customXml" Target="../ink/ink901.xml"/><Relationship Id="rId58" Type="http://schemas.openxmlformats.org/officeDocument/2006/relationships/image" Target="../media/image869.png"/><Relationship Id="rId66" Type="http://schemas.openxmlformats.org/officeDocument/2006/relationships/image" Target="../media/image873.png"/><Relationship Id="rId74" Type="http://schemas.openxmlformats.org/officeDocument/2006/relationships/image" Target="../media/image877.png"/><Relationship Id="rId79" Type="http://schemas.openxmlformats.org/officeDocument/2006/relationships/customXml" Target="../ink/ink914.xml"/><Relationship Id="rId87" Type="http://schemas.openxmlformats.org/officeDocument/2006/relationships/customXml" Target="../ink/ink918.xml"/><Relationship Id="rId102" Type="http://schemas.openxmlformats.org/officeDocument/2006/relationships/image" Target="../media/image891.png"/><Relationship Id="rId5" Type="http://schemas.openxmlformats.org/officeDocument/2006/relationships/customXml" Target="../ink/ink877.xml"/><Relationship Id="rId61" Type="http://schemas.openxmlformats.org/officeDocument/2006/relationships/customXml" Target="../ink/ink905.xml"/><Relationship Id="rId82" Type="http://schemas.openxmlformats.org/officeDocument/2006/relationships/image" Target="../media/image881.png"/><Relationship Id="rId90" Type="http://schemas.openxmlformats.org/officeDocument/2006/relationships/image" Target="../media/image885.png"/><Relationship Id="rId95" Type="http://schemas.openxmlformats.org/officeDocument/2006/relationships/customXml" Target="../ink/ink922.xml"/><Relationship Id="rId19" Type="http://schemas.openxmlformats.org/officeDocument/2006/relationships/customXml" Target="../ink/ink884.xml"/><Relationship Id="rId14" Type="http://schemas.openxmlformats.org/officeDocument/2006/relationships/image" Target="../media/image847.png"/><Relationship Id="rId22" Type="http://schemas.openxmlformats.org/officeDocument/2006/relationships/image" Target="../media/image851.png"/><Relationship Id="rId27" Type="http://schemas.openxmlformats.org/officeDocument/2006/relationships/customXml" Target="../ink/ink888.xml"/><Relationship Id="rId30" Type="http://schemas.openxmlformats.org/officeDocument/2006/relationships/image" Target="../media/image855.png"/><Relationship Id="rId35" Type="http://schemas.openxmlformats.org/officeDocument/2006/relationships/customXml" Target="../ink/ink892.xml"/><Relationship Id="rId43" Type="http://schemas.openxmlformats.org/officeDocument/2006/relationships/customXml" Target="../ink/ink896.xml"/><Relationship Id="rId48" Type="http://schemas.openxmlformats.org/officeDocument/2006/relationships/image" Target="../media/image864.png"/><Relationship Id="rId56" Type="http://schemas.openxmlformats.org/officeDocument/2006/relationships/image" Target="../media/image868.png"/><Relationship Id="rId64" Type="http://schemas.openxmlformats.org/officeDocument/2006/relationships/image" Target="../media/image872.png"/><Relationship Id="rId69" Type="http://schemas.openxmlformats.org/officeDocument/2006/relationships/customXml" Target="../ink/ink909.xml"/><Relationship Id="rId77" Type="http://schemas.openxmlformats.org/officeDocument/2006/relationships/customXml" Target="../ink/ink913.xml"/><Relationship Id="rId100" Type="http://schemas.openxmlformats.org/officeDocument/2006/relationships/image" Target="../media/image890.png"/><Relationship Id="rId8" Type="http://schemas.openxmlformats.org/officeDocument/2006/relationships/image" Target="../media/image844.png"/><Relationship Id="rId51" Type="http://schemas.openxmlformats.org/officeDocument/2006/relationships/customXml" Target="../ink/ink900.xml"/><Relationship Id="rId72" Type="http://schemas.openxmlformats.org/officeDocument/2006/relationships/image" Target="../media/image876.png"/><Relationship Id="rId80" Type="http://schemas.openxmlformats.org/officeDocument/2006/relationships/image" Target="../media/image880.png"/><Relationship Id="rId85" Type="http://schemas.openxmlformats.org/officeDocument/2006/relationships/customXml" Target="../ink/ink917.xml"/><Relationship Id="rId93" Type="http://schemas.openxmlformats.org/officeDocument/2006/relationships/customXml" Target="../ink/ink921.xml"/><Relationship Id="rId98" Type="http://schemas.openxmlformats.org/officeDocument/2006/relationships/image" Target="../media/image889.png"/><Relationship Id="rId3" Type="http://schemas.openxmlformats.org/officeDocument/2006/relationships/image" Target="../media/image841.jpeg"/><Relationship Id="rId12" Type="http://schemas.openxmlformats.org/officeDocument/2006/relationships/image" Target="../media/image846.png"/><Relationship Id="rId17" Type="http://schemas.openxmlformats.org/officeDocument/2006/relationships/customXml" Target="../ink/ink883.xml"/><Relationship Id="rId25" Type="http://schemas.openxmlformats.org/officeDocument/2006/relationships/customXml" Target="../ink/ink887.xml"/><Relationship Id="rId33" Type="http://schemas.openxmlformats.org/officeDocument/2006/relationships/customXml" Target="../ink/ink891.xml"/><Relationship Id="rId38" Type="http://schemas.openxmlformats.org/officeDocument/2006/relationships/image" Target="../media/image859.png"/><Relationship Id="rId46" Type="http://schemas.openxmlformats.org/officeDocument/2006/relationships/image" Target="../media/image863.png"/><Relationship Id="rId59" Type="http://schemas.openxmlformats.org/officeDocument/2006/relationships/customXml" Target="../ink/ink904.xml"/><Relationship Id="rId67" Type="http://schemas.openxmlformats.org/officeDocument/2006/relationships/customXml" Target="../ink/ink908.xml"/><Relationship Id="rId103" Type="http://schemas.openxmlformats.org/officeDocument/2006/relationships/customXml" Target="../ink/ink926.xml"/><Relationship Id="rId20" Type="http://schemas.openxmlformats.org/officeDocument/2006/relationships/image" Target="../media/image850.png"/><Relationship Id="rId41" Type="http://schemas.openxmlformats.org/officeDocument/2006/relationships/customXml" Target="../ink/ink895.xml"/><Relationship Id="rId54" Type="http://schemas.openxmlformats.org/officeDocument/2006/relationships/image" Target="../media/image867.png"/><Relationship Id="rId62" Type="http://schemas.openxmlformats.org/officeDocument/2006/relationships/image" Target="../media/image871.png"/><Relationship Id="rId70" Type="http://schemas.openxmlformats.org/officeDocument/2006/relationships/image" Target="../media/image875.png"/><Relationship Id="rId75" Type="http://schemas.openxmlformats.org/officeDocument/2006/relationships/customXml" Target="../ink/ink912.xml"/><Relationship Id="rId83" Type="http://schemas.openxmlformats.org/officeDocument/2006/relationships/customXml" Target="../ink/ink916.xml"/><Relationship Id="rId88" Type="http://schemas.openxmlformats.org/officeDocument/2006/relationships/image" Target="../media/image884.png"/><Relationship Id="rId91" Type="http://schemas.openxmlformats.org/officeDocument/2006/relationships/customXml" Target="../ink/ink920.xml"/><Relationship Id="rId96" Type="http://schemas.openxmlformats.org/officeDocument/2006/relationships/image" Target="../media/image88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3.png"/><Relationship Id="rId15" Type="http://schemas.openxmlformats.org/officeDocument/2006/relationships/customXml" Target="../ink/ink882.xml"/><Relationship Id="rId23" Type="http://schemas.openxmlformats.org/officeDocument/2006/relationships/customXml" Target="../ink/ink886.xml"/><Relationship Id="rId28" Type="http://schemas.openxmlformats.org/officeDocument/2006/relationships/image" Target="../media/image854.png"/><Relationship Id="rId36" Type="http://schemas.openxmlformats.org/officeDocument/2006/relationships/image" Target="../media/image858.png"/><Relationship Id="rId49" Type="http://schemas.openxmlformats.org/officeDocument/2006/relationships/customXml" Target="../ink/ink899.xml"/><Relationship Id="rId57" Type="http://schemas.openxmlformats.org/officeDocument/2006/relationships/customXml" Target="../ink/ink903.xml"/><Relationship Id="rId10" Type="http://schemas.openxmlformats.org/officeDocument/2006/relationships/image" Target="../media/image845.png"/><Relationship Id="rId31" Type="http://schemas.openxmlformats.org/officeDocument/2006/relationships/customXml" Target="../ink/ink890.xml"/><Relationship Id="rId44" Type="http://schemas.openxmlformats.org/officeDocument/2006/relationships/image" Target="../media/image862.png"/><Relationship Id="rId52" Type="http://schemas.openxmlformats.org/officeDocument/2006/relationships/image" Target="../media/image866.png"/><Relationship Id="rId60" Type="http://schemas.openxmlformats.org/officeDocument/2006/relationships/image" Target="../media/image870.png"/><Relationship Id="rId65" Type="http://schemas.openxmlformats.org/officeDocument/2006/relationships/customXml" Target="../ink/ink907.xml"/><Relationship Id="rId73" Type="http://schemas.openxmlformats.org/officeDocument/2006/relationships/customXml" Target="../ink/ink911.xml"/><Relationship Id="rId78" Type="http://schemas.openxmlformats.org/officeDocument/2006/relationships/image" Target="../media/image879.png"/><Relationship Id="rId81" Type="http://schemas.openxmlformats.org/officeDocument/2006/relationships/customXml" Target="../ink/ink915.xml"/><Relationship Id="rId86" Type="http://schemas.openxmlformats.org/officeDocument/2006/relationships/image" Target="../media/image883.png"/><Relationship Id="rId94" Type="http://schemas.openxmlformats.org/officeDocument/2006/relationships/image" Target="../media/image887.png"/><Relationship Id="rId99" Type="http://schemas.openxmlformats.org/officeDocument/2006/relationships/customXml" Target="../ink/ink924.xml"/><Relationship Id="rId101" Type="http://schemas.openxmlformats.org/officeDocument/2006/relationships/customXml" Target="../ink/ink925.xml"/><Relationship Id="rId4" Type="http://schemas.openxmlformats.org/officeDocument/2006/relationships/image" Target="../media/image842.jpeg"/><Relationship Id="rId9" Type="http://schemas.openxmlformats.org/officeDocument/2006/relationships/customXml" Target="../ink/ink879.xml"/><Relationship Id="rId13" Type="http://schemas.openxmlformats.org/officeDocument/2006/relationships/customXml" Target="../ink/ink881.xml"/><Relationship Id="rId18" Type="http://schemas.openxmlformats.org/officeDocument/2006/relationships/image" Target="../media/image849.png"/><Relationship Id="rId39" Type="http://schemas.openxmlformats.org/officeDocument/2006/relationships/customXml" Target="../ink/ink894.xml"/><Relationship Id="rId34" Type="http://schemas.openxmlformats.org/officeDocument/2006/relationships/image" Target="../media/image857.png"/><Relationship Id="rId50" Type="http://schemas.openxmlformats.org/officeDocument/2006/relationships/image" Target="../media/image865.png"/><Relationship Id="rId55" Type="http://schemas.openxmlformats.org/officeDocument/2006/relationships/customXml" Target="../ink/ink902.xml"/><Relationship Id="rId76" Type="http://schemas.openxmlformats.org/officeDocument/2006/relationships/image" Target="../media/image878.png"/><Relationship Id="rId97" Type="http://schemas.openxmlformats.org/officeDocument/2006/relationships/customXml" Target="../ink/ink923.xml"/><Relationship Id="rId104" Type="http://schemas.openxmlformats.org/officeDocument/2006/relationships/image" Target="../media/image89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27.xml"/><Relationship Id="rId2" Type="http://schemas.openxmlformats.org/officeDocument/2006/relationships/image" Target="../media/image8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7.png"/><Relationship Id="rId13" Type="http://schemas.openxmlformats.org/officeDocument/2006/relationships/customXml" Target="../ink/ink933.xml"/><Relationship Id="rId18" Type="http://schemas.openxmlformats.org/officeDocument/2006/relationships/image" Target="../media/image902.png"/><Relationship Id="rId26" Type="http://schemas.openxmlformats.org/officeDocument/2006/relationships/image" Target="../media/image906.png"/><Relationship Id="rId39" Type="http://schemas.openxmlformats.org/officeDocument/2006/relationships/customXml" Target="../ink/ink946.xml"/><Relationship Id="rId3" Type="http://schemas.openxmlformats.org/officeDocument/2006/relationships/customXml" Target="../ink/ink928.xml"/><Relationship Id="rId21" Type="http://schemas.openxmlformats.org/officeDocument/2006/relationships/customXml" Target="../ink/ink937.xml"/><Relationship Id="rId34" Type="http://schemas.openxmlformats.org/officeDocument/2006/relationships/image" Target="../media/image910.png"/><Relationship Id="rId42" Type="http://schemas.openxmlformats.org/officeDocument/2006/relationships/image" Target="../media/image914.png"/><Relationship Id="rId7" Type="http://schemas.openxmlformats.org/officeDocument/2006/relationships/customXml" Target="../ink/ink930.xml"/><Relationship Id="rId12" Type="http://schemas.openxmlformats.org/officeDocument/2006/relationships/image" Target="../media/image899.png"/><Relationship Id="rId17" Type="http://schemas.openxmlformats.org/officeDocument/2006/relationships/customXml" Target="../ink/ink935.xml"/><Relationship Id="rId25" Type="http://schemas.openxmlformats.org/officeDocument/2006/relationships/customXml" Target="../ink/ink939.xml"/><Relationship Id="rId33" Type="http://schemas.openxmlformats.org/officeDocument/2006/relationships/customXml" Target="../ink/ink943.xml"/><Relationship Id="rId38" Type="http://schemas.openxmlformats.org/officeDocument/2006/relationships/image" Target="../media/image91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01.png"/><Relationship Id="rId20" Type="http://schemas.openxmlformats.org/officeDocument/2006/relationships/image" Target="../media/image903.png"/><Relationship Id="rId29" Type="http://schemas.openxmlformats.org/officeDocument/2006/relationships/customXml" Target="../ink/ink941.xml"/><Relationship Id="rId41" Type="http://schemas.openxmlformats.org/officeDocument/2006/relationships/customXml" Target="../ink/ink9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6.png"/><Relationship Id="rId11" Type="http://schemas.openxmlformats.org/officeDocument/2006/relationships/customXml" Target="../ink/ink932.xml"/><Relationship Id="rId24" Type="http://schemas.openxmlformats.org/officeDocument/2006/relationships/image" Target="../media/image905.png"/><Relationship Id="rId32" Type="http://schemas.openxmlformats.org/officeDocument/2006/relationships/image" Target="../media/image909.png"/><Relationship Id="rId37" Type="http://schemas.openxmlformats.org/officeDocument/2006/relationships/customXml" Target="../ink/ink945.xml"/><Relationship Id="rId40" Type="http://schemas.openxmlformats.org/officeDocument/2006/relationships/image" Target="../media/image913.png"/><Relationship Id="rId5" Type="http://schemas.openxmlformats.org/officeDocument/2006/relationships/customXml" Target="../ink/ink929.xml"/><Relationship Id="rId15" Type="http://schemas.openxmlformats.org/officeDocument/2006/relationships/customXml" Target="../ink/ink934.xml"/><Relationship Id="rId23" Type="http://schemas.openxmlformats.org/officeDocument/2006/relationships/customXml" Target="../ink/ink938.xml"/><Relationship Id="rId28" Type="http://schemas.openxmlformats.org/officeDocument/2006/relationships/image" Target="../media/image907.png"/><Relationship Id="rId36" Type="http://schemas.openxmlformats.org/officeDocument/2006/relationships/image" Target="../media/image911.png"/><Relationship Id="rId10" Type="http://schemas.openxmlformats.org/officeDocument/2006/relationships/image" Target="../media/image898.png"/><Relationship Id="rId19" Type="http://schemas.openxmlformats.org/officeDocument/2006/relationships/customXml" Target="../ink/ink936.xml"/><Relationship Id="rId31" Type="http://schemas.openxmlformats.org/officeDocument/2006/relationships/customXml" Target="../ink/ink942.xml"/><Relationship Id="rId44" Type="http://schemas.openxmlformats.org/officeDocument/2006/relationships/image" Target="../media/image915.png"/><Relationship Id="rId4" Type="http://schemas.openxmlformats.org/officeDocument/2006/relationships/image" Target="../media/image895.png"/><Relationship Id="rId9" Type="http://schemas.openxmlformats.org/officeDocument/2006/relationships/customXml" Target="../ink/ink931.xml"/><Relationship Id="rId14" Type="http://schemas.openxmlformats.org/officeDocument/2006/relationships/image" Target="../media/image900.png"/><Relationship Id="rId22" Type="http://schemas.openxmlformats.org/officeDocument/2006/relationships/image" Target="../media/image904.png"/><Relationship Id="rId27" Type="http://schemas.openxmlformats.org/officeDocument/2006/relationships/customXml" Target="../ink/ink940.xml"/><Relationship Id="rId30" Type="http://schemas.openxmlformats.org/officeDocument/2006/relationships/image" Target="../media/image908.png"/><Relationship Id="rId35" Type="http://schemas.openxmlformats.org/officeDocument/2006/relationships/customXml" Target="../ink/ink944.xml"/><Relationship Id="rId43" Type="http://schemas.openxmlformats.org/officeDocument/2006/relationships/customXml" Target="../ink/ink94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8.png"/><Relationship Id="rId3" Type="http://schemas.openxmlformats.org/officeDocument/2006/relationships/customXml" Target="../ink/ink949.xml"/><Relationship Id="rId7" Type="http://schemas.openxmlformats.org/officeDocument/2006/relationships/customXml" Target="../ink/ink951.xml"/><Relationship Id="rId12" Type="http://schemas.openxmlformats.org/officeDocument/2006/relationships/image" Target="../media/image9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7.png"/><Relationship Id="rId11" Type="http://schemas.openxmlformats.org/officeDocument/2006/relationships/customXml" Target="../ink/ink953.xml"/><Relationship Id="rId5" Type="http://schemas.openxmlformats.org/officeDocument/2006/relationships/customXml" Target="../ink/ink950.xml"/><Relationship Id="rId10" Type="http://schemas.openxmlformats.org/officeDocument/2006/relationships/image" Target="../media/image919.png"/><Relationship Id="rId4" Type="http://schemas.openxmlformats.org/officeDocument/2006/relationships/image" Target="../media/image916.png"/><Relationship Id="rId9" Type="http://schemas.openxmlformats.org/officeDocument/2006/relationships/customXml" Target="../ink/ink95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59.xml"/><Relationship Id="rId18" Type="http://schemas.openxmlformats.org/officeDocument/2006/relationships/image" Target="../media/image928.png"/><Relationship Id="rId26" Type="http://schemas.openxmlformats.org/officeDocument/2006/relationships/image" Target="../media/image932.png"/><Relationship Id="rId39" Type="http://schemas.openxmlformats.org/officeDocument/2006/relationships/customXml" Target="../ink/ink972.xml"/><Relationship Id="rId21" Type="http://schemas.openxmlformats.org/officeDocument/2006/relationships/customXml" Target="../ink/ink963.xml"/><Relationship Id="rId34" Type="http://schemas.openxmlformats.org/officeDocument/2006/relationships/image" Target="../media/image936.png"/><Relationship Id="rId42" Type="http://schemas.openxmlformats.org/officeDocument/2006/relationships/image" Target="../media/image940.png"/><Relationship Id="rId47" Type="http://schemas.openxmlformats.org/officeDocument/2006/relationships/customXml" Target="../ink/ink976.xml"/><Relationship Id="rId50" Type="http://schemas.openxmlformats.org/officeDocument/2006/relationships/image" Target="../media/image944.png"/><Relationship Id="rId55" Type="http://schemas.openxmlformats.org/officeDocument/2006/relationships/customXml" Target="../ink/ink980.xml"/><Relationship Id="rId63" Type="http://schemas.openxmlformats.org/officeDocument/2006/relationships/customXml" Target="../ink/ink984.xml"/><Relationship Id="rId68" Type="http://schemas.openxmlformats.org/officeDocument/2006/relationships/image" Target="../media/image953.png"/><Relationship Id="rId76" Type="http://schemas.openxmlformats.org/officeDocument/2006/relationships/image" Target="../media/image957.png"/><Relationship Id="rId84" Type="http://schemas.openxmlformats.org/officeDocument/2006/relationships/image" Target="../media/image961.png"/><Relationship Id="rId89" Type="http://schemas.openxmlformats.org/officeDocument/2006/relationships/customXml" Target="../ink/ink997.xml"/><Relationship Id="rId7" Type="http://schemas.openxmlformats.org/officeDocument/2006/relationships/customXml" Target="../ink/ink956.xml"/><Relationship Id="rId71" Type="http://schemas.openxmlformats.org/officeDocument/2006/relationships/customXml" Target="../ink/ink988.xml"/><Relationship Id="rId92" Type="http://schemas.openxmlformats.org/officeDocument/2006/relationships/image" Target="../media/image96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927.png"/><Relationship Id="rId29" Type="http://schemas.openxmlformats.org/officeDocument/2006/relationships/customXml" Target="../ink/ink967.xml"/><Relationship Id="rId11" Type="http://schemas.openxmlformats.org/officeDocument/2006/relationships/customXml" Target="../ink/ink958.xml"/><Relationship Id="rId24" Type="http://schemas.openxmlformats.org/officeDocument/2006/relationships/image" Target="../media/image931.png"/><Relationship Id="rId32" Type="http://schemas.openxmlformats.org/officeDocument/2006/relationships/image" Target="../media/image935.png"/><Relationship Id="rId37" Type="http://schemas.openxmlformats.org/officeDocument/2006/relationships/customXml" Target="../ink/ink971.xml"/><Relationship Id="rId40" Type="http://schemas.openxmlformats.org/officeDocument/2006/relationships/image" Target="../media/image939.png"/><Relationship Id="rId45" Type="http://schemas.openxmlformats.org/officeDocument/2006/relationships/customXml" Target="../ink/ink975.xml"/><Relationship Id="rId53" Type="http://schemas.openxmlformats.org/officeDocument/2006/relationships/customXml" Target="../ink/ink979.xml"/><Relationship Id="rId58" Type="http://schemas.openxmlformats.org/officeDocument/2006/relationships/image" Target="../media/image948.png"/><Relationship Id="rId66" Type="http://schemas.openxmlformats.org/officeDocument/2006/relationships/image" Target="../media/image952.png"/><Relationship Id="rId74" Type="http://schemas.openxmlformats.org/officeDocument/2006/relationships/image" Target="../media/image956.png"/><Relationship Id="rId79" Type="http://schemas.openxmlformats.org/officeDocument/2006/relationships/customXml" Target="../ink/ink992.xml"/><Relationship Id="rId87" Type="http://schemas.openxmlformats.org/officeDocument/2006/relationships/customXml" Target="../ink/ink996.xml"/><Relationship Id="rId5" Type="http://schemas.openxmlformats.org/officeDocument/2006/relationships/customXml" Target="../ink/ink955.xml"/><Relationship Id="rId61" Type="http://schemas.openxmlformats.org/officeDocument/2006/relationships/customXml" Target="../ink/ink983.xml"/><Relationship Id="rId82" Type="http://schemas.openxmlformats.org/officeDocument/2006/relationships/image" Target="../media/image960.png"/><Relationship Id="rId90" Type="http://schemas.openxmlformats.org/officeDocument/2006/relationships/image" Target="../media/image964.png"/><Relationship Id="rId19" Type="http://schemas.openxmlformats.org/officeDocument/2006/relationships/customXml" Target="../ink/ink962.xml"/><Relationship Id="rId14" Type="http://schemas.openxmlformats.org/officeDocument/2006/relationships/image" Target="../media/image926.png"/><Relationship Id="rId22" Type="http://schemas.openxmlformats.org/officeDocument/2006/relationships/image" Target="../media/image930.png"/><Relationship Id="rId27" Type="http://schemas.openxmlformats.org/officeDocument/2006/relationships/customXml" Target="../ink/ink966.xml"/><Relationship Id="rId30" Type="http://schemas.openxmlformats.org/officeDocument/2006/relationships/image" Target="../media/image934.png"/><Relationship Id="rId35" Type="http://schemas.openxmlformats.org/officeDocument/2006/relationships/customXml" Target="../ink/ink970.xml"/><Relationship Id="rId43" Type="http://schemas.openxmlformats.org/officeDocument/2006/relationships/customXml" Target="../ink/ink974.xml"/><Relationship Id="rId48" Type="http://schemas.openxmlformats.org/officeDocument/2006/relationships/image" Target="../media/image943.png"/><Relationship Id="rId56" Type="http://schemas.openxmlformats.org/officeDocument/2006/relationships/image" Target="../media/image947.png"/><Relationship Id="rId64" Type="http://schemas.openxmlformats.org/officeDocument/2006/relationships/image" Target="../media/image951.png"/><Relationship Id="rId69" Type="http://schemas.openxmlformats.org/officeDocument/2006/relationships/customXml" Target="../ink/ink987.xml"/><Relationship Id="rId77" Type="http://schemas.openxmlformats.org/officeDocument/2006/relationships/customXml" Target="../ink/ink991.xml"/><Relationship Id="rId8" Type="http://schemas.openxmlformats.org/officeDocument/2006/relationships/image" Target="../media/image923.png"/><Relationship Id="rId51" Type="http://schemas.openxmlformats.org/officeDocument/2006/relationships/customXml" Target="../ink/ink978.xml"/><Relationship Id="rId72" Type="http://schemas.openxmlformats.org/officeDocument/2006/relationships/image" Target="../media/image955.png"/><Relationship Id="rId80" Type="http://schemas.openxmlformats.org/officeDocument/2006/relationships/image" Target="../media/image959.png"/><Relationship Id="rId85" Type="http://schemas.openxmlformats.org/officeDocument/2006/relationships/customXml" Target="../ink/ink995.xml"/><Relationship Id="rId3" Type="http://schemas.openxmlformats.org/officeDocument/2006/relationships/customXml" Target="../ink/ink954.xml"/><Relationship Id="rId12" Type="http://schemas.openxmlformats.org/officeDocument/2006/relationships/image" Target="../media/image925.png"/><Relationship Id="rId17" Type="http://schemas.openxmlformats.org/officeDocument/2006/relationships/customXml" Target="../ink/ink961.xml"/><Relationship Id="rId25" Type="http://schemas.openxmlformats.org/officeDocument/2006/relationships/customXml" Target="../ink/ink965.xml"/><Relationship Id="rId33" Type="http://schemas.openxmlformats.org/officeDocument/2006/relationships/customXml" Target="../ink/ink969.xml"/><Relationship Id="rId38" Type="http://schemas.openxmlformats.org/officeDocument/2006/relationships/image" Target="../media/image938.png"/><Relationship Id="rId46" Type="http://schemas.openxmlformats.org/officeDocument/2006/relationships/image" Target="../media/image942.png"/><Relationship Id="rId59" Type="http://schemas.openxmlformats.org/officeDocument/2006/relationships/customXml" Target="../ink/ink982.xml"/><Relationship Id="rId67" Type="http://schemas.openxmlformats.org/officeDocument/2006/relationships/customXml" Target="../ink/ink986.xml"/><Relationship Id="rId20" Type="http://schemas.openxmlformats.org/officeDocument/2006/relationships/image" Target="../media/image929.png"/><Relationship Id="rId41" Type="http://schemas.openxmlformats.org/officeDocument/2006/relationships/customXml" Target="../ink/ink973.xml"/><Relationship Id="rId54" Type="http://schemas.openxmlformats.org/officeDocument/2006/relationships/image" Target="../media/image946.png"/><Relationship Id="rId62" Type="http://schemas.openxmlformats.org/officeDocument/2006/relationships/image" Target="../media/image950.png"/><Relationship Id="rId70" Type="http://schemas.openxmlformats.org/officeDocument/2006/relationships/image" Target="../media/image954.png"/><Relationship Id="rId75" Type="http://schemas.openxmlformats.org/officeDocument/2006/relationships/customXml" Target="../ink/ink990.xml"/><Relationship Id="rId83" Type="http://schemas.openxmlformats.org/officeDocument/2006/relationships/customXml" Target="../ink/ink994.xml"/><Relationship Id="rId88" Type="http://schemas.openxmlformats.org/officeDocument/2006/relationships/image" Target="../media/image963.png"/><Relationship Id="rId91" Type="http://schemas.openxmlformats.org/officeDocument/2006/relationships/customXml" Target="../ink/ink99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22.png"/><Relationship Id="rId15" Type="http://schemas.openxmlformats.org/officeDocument/2006/relationships/customXml" Target="../ink/ink960.xml"/><Relationship Id="rId23" Type="http://schemas.openxmlformats.org/officeDocument/2006/relationships/customXml" Target="../ink/ink964.xml"/><Relationship Id="rId28" Type="http://schemas.openxmlformats.org/officeDocument/2006/relationships/image" Target="../media/image933.png"/><Relationship Id="rId36" Type="http://schemas.openxmlformats.org/officeDocument/2006/relationships/image" Target="../media/image937.png"/><Relationship Id="rId49" Type="http://schemas.openxmlformats.org/officeDocument/2006/relationships/customXml" Target="../ink/ink977.xml"/><Relationship Id="rId57" Type="http://schemas.openxmlformats.org/officeDocument/2006/relationships/customXml" Target="../ink/ink981.xml"/><Relationship Id="rId10" Type="http://schemas.openxmlformats.org/officeDocument/2006/relationships/image" Target="../media/image924.png"/><Relationship Id="rId31" Type="http://schemas.openxmlformats.org/officeDocument/2006/relationships/customXml" Target="../ink/ink968.xml"/><Relationship Id="rId44" Type="http://schemas.openxmlformats.org/officeDocument/2006/relationships/image" Target="../media/image941.png"/><Relationship Id="rId52" Type="http://schemas.openxmlformats.org/officeDocument/2006/relationships/image" Target="../media/image945.png"/><Relationship Id="rId60" Type="http://schemas.openxmlformats.org/officeDocument/2006/relationships/image" Target="../media/image949.png"/><Relationship Id="rId65" Type="http://schemas.openxmlformats.org/officeDocument/2006/relationships/customXml" Target="../ink/ink985.xml"/><Relationship Id="rId73" Type="http://schemas.openxmlformats.org/officeDocument/2006/relationships/customXml" Target="../ink/ink989.xml"/><Relationship Id="rId78" Type="http://schemas.openxmlformats.org/officeDocument/2006/relationships/image" Target="../media/image958.png"/><Relationship Id="rId81" Type="http://schemas.openxmlformats.org/officeDocument/2006/relationships/customXml" Target="../ink/ink993.xml"/><Relationship Id="rId86" Type="http://schemas.openxmlformats.org/officeDocument/2006/relationships/image" Target="../media/image962.png"/><Relationship Id="rId4" Type="http://schemas.openxmlformats.org/officeDocument/2006/relationships/image" Target="../media/image921.png"/><Relationship Id="rId9" Type="http://schemas.openxmlformats.org/officeDocument/2006/relationships/customXml" Target="../ink/ink95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8.png"/><Relationship Id="rId3" Type="http://schemas.openxmlformats.org/officeDocument/2006/relationships/customXml" Target="../ink/ink999.xml"/><Relationship Id="rId7" Type="http://schemas.openxmlformats.org/officeDocument/2006/relationships/customXml" Target="../ink/ink1001.xml"/><Relationship Id="rId12" Type="http://schemas.openxmlformats.org/officeDocument/2006/relationships/image" Target="../media/image9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7.png"/><Relationship Id="rId11" Type="http://schemas.openxmlformats.org/officeDocument/2006/relationships/customXml" Target="../ink/ink1003.xml"/><Relationship Id="rId5" Type="http://schemas.openxmlformats.org/officeDocument/2006/relationships/customXml" Target="../ink/ink1000.xml"/><Relationship Id="rId10" Type="http://schemas.openxmlformats.org/officeDocument/2006/relationships/image" Target="../media/image969.png"/><Relationship Id="rId4" Type="http://schemas.openxmlformats.org/officeDocument/2006/relationships/image" Target="../media/image966.png"/><Relationship Id="rId9" Type="http://schemas.openxmlformats.org/officeDocument/2006/relationships/customXml" Target="../ink/ink10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교착 상태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7B326B-7F25-4E29-BD98-FAD80604528B}" type="slidenum">
              <a:rPr kumimoji="0" lang="en-US" altLang="ko-KR" sz="14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571625"/>
            <a:ext cx="8707438" cy="4676775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시스템 모델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상태의 특징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 처리 방법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 예방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 회피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 탐지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교착 상태로부터 회복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시스템 모델</a:t>
            </a:r>
            <a:r>
              <a:rPr lang="en-US" altLang="ko-KR"/>
              <a:t>(System Model)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latin typeface="+mn-ea"/>
              </a:rPr>
              <a:t> 자원들의 유형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latin typeface="+mn-ea"/>
              </a:rPr>
              <a:t>CPU </a:t>
            </a:r>
            <a:r>
              <a:rPr lang="ko-KR" altLang="en-US" sz="2000" dirty="0">
                <a:latin typeface="+mn-ea"/>
              </a:rPr>
              <a:t>주기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메모리 공간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파일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입출력 장치 등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dirty="0">
                <a:latin typeface="+mn-ea"/>
              </a:rPr>
              <a:t> 프로세스는 다음 순서로 자원을 이용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요청</a:t>
            </a:r>
          </a:p>
          <a:p>
            <a:pPr lvl="2">
              <a:lnSpc>
                <a:spcPct val="90000"/>
              </a:lnSpc>
              <a:defRPr/>
            </a:pPr>
            <a:r>
              <a:rPr lang="ko-KR" altLang="en-US" sz="1800" dirty="0">
                <a:latin typeface="+mn-ea"/>
              </a:rPr>
              <a:t>요청이 즉시 허용되지 않으면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이 프로세스는 그 자원을 할당받을 때까지 대기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사용</a:t>
            </a:r>
          </a:p>
          <a:p>
            <a:pPr lvl="2">
              <a:lnSpc>
                <a:spcPct val="90000"/>
              </a:lnSpc>
              <a:defRPr/>
            </a:pPr>
            <a:r>
              <a:rPr lang="ko-KR" altLang="en-US" sz="1800" dirty="0">
                <a:latin typeface="+mn-ea"/>
              </a:rPr>
              <a:t>프로세스는 자원을 이용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해제</a:t>
            </a:r>
          </a:p>
          <a:p>
            <a:pPr lvl="2">
              <a:lnSpc>
                <a:spcPct val="90000"/>
              </a:lnSpc>
              <a:defRPr/>
            </a:pPr>
            <a:r>
              <a:rPr lang="ko-KR" altLang="en-US" sz="1800" dirty="0">
                <a:latin typeface="+mn-ea"/>
              </a:rPr>
              <a:t>프로세스는 요청에 의해 할당된 자원을 사용 후 해제</a:t>
            </a:r>
            <a:endParaRPr lang="en-US" altLang="ko-KR" sz="1800" dirty="0">
              <a:latin typeface="+mn-ea"/>
            </a:endParaRP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7E9FD0-5172-4ED1-B169-906216232E97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교착 상태란</a:t>
            </a:r>
            <a:r>
              <a:rPr lang="en-US" altLang="ko-KR" dirty="0">
                <a:latin typeface="+mn-ea"/>
              </a:rPr>
              <a:t>?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프로세스들에 의해 발생할 사건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Event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을 프로세스들이 서로 기다리고 있는 상태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둘 이상의 작업이 보류 상태에 놓여 자원을 이용하기 위해 서로 기다릴 때 발생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</p:txBody>
      </p:sp>
      <p:pic>
        <p:nvPicPr>
          <p:cNvPr id="11267" name="Picture 10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0" t="4156" r="7054" b="3062"/>
          <a:stretch>
            <a:fillRect/>
          </a:stretch>
        </p:blipFill>
        <p:spPr bwMode="auto">
          <a:xfrm>
            <a:off x="1143000" y="4000500"/>
            <a:ext cx="34575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96A321-CE6B-4E49-AB24-7F628D9ED710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1269" name="그룹 5"/>
          <p:cNvGrpSpPr>
            <a:grpSpLocks/>
          </p:cNvGrpSpPr>
          <p:nvPr/>
        </p:nvGrpSpPr>
        <p:grpSpPr bwMode="auto">
          <a:xfrm>
            <a:off x="5500688" y="4071938"/>
            <a:ext cx="2971800" cy="2133600"/>
            <a:chOff x="2819400" y="4470231"/>
            <a:chExt cx="2667000" cy="1929047"/>
          </a:xfrm>
        </p:grpSpPr>
        <p:pic>
          <p:nvPicPr>
            <p:cNvPr id="11270" name="Picture 2" descr="C:\Documents and Settings\Hanami\바탕 화면\운영체제\(강의교안)_그림파일_1장-13장\ch05_교착상태와 기아상태\ch05-02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29"/>
            <a:stretch>
              <a:fillRect/>
            </a:stretch>
          </p:blipFill>
          <p:spPr bwMode="auto">
            <a:xfrm>
              <a:off x="2819400" y="4470231"/>
              <a:ext cx="2667000" cy="1555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1" name="TextBox 4"/>
            <p:cNvSpPr txBox="1">
              <a:spLocks noChangeArrowheads="1"/>
            </p:cNvSpPr>
            <p:nvPr/>
          </p:nvSpPr>
          <p:spPr bwMode="auto">
            <a:xfrm>
              <a:off x="3781065" y="6148928"/>
              <a:ext cx="948321" cy="25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교착상태 예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57188"/>
            <a:ext cx="8250237" cy="1143000"/>
          </a:xfrm>
        </p:spPr>
        <p:txBody>
          <a:bodyPr lIns="92075" tIns="46038" rIns="92075" bIns="46038"/>
          <a:lstStyle/>
          <a:p>
            <a:r>
              <a:rPr lang="en-US" altLang="ko-KR"/>
              <a:t>2.  </a:t>
            </a:r>
            <a:r>
              <a:rPr lang="ko-KR" altLang="en-US"/>
              <a:t>교착 상태의 특징</a:t>
            </a:r>
            <a:endParaRPr lang="en-US" altLang="ko-KR"/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5143500"/>
          </a:xfrm>
        </p:spPr>
        <p:txBody>
          <a:bodyPr lIns="92075" tIns="46038" rIns="92075" bIns="46038"/>
          <a:lstStyle/>
          <a:p>
            <a:pPr marL="533400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교착 상태 발생의 네 가지 필요 조건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상호배제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한 번에 한 프로세스만 해당 자원을 사용할 수 있어야 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점유와 대기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최소한 자원 하나를 보유하고 다른 프로세스에 할당된 자원을 얻기 위해 기다리는 프로세스가 있어야 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 err="1">
                <a:solidFill>
                  <a:srgbClr val="000000"/>
                </a:solidFill>
                <a:latin typeface="+mn-ea"/>
              </a:rPr>
              <a:t>비선점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자원을 강제로 뺏을 수 없음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자원 점유 프로세스가 끝나야 해제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순환대기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환형대기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)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대기 프로세스 집합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{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…,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  <a:cs typeface="Times New Roman" pitchFamily="18" charset="0"/>
              </a:rPr>
              <a:t>n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}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있을 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보유하고 있는 자원을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는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n-1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n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n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보유하고 있는 자원을 각각 얻기 위해 대기하는 경우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5B59D6-5579-4BF1-BF87-C5AB6819D442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2293" name="그룹 5"/>
          <p:cNvGrpSpPr>
            <a:grpSpLocks/>
          </p:cNvGrpSpPr>
          <p:nvPr/>
        </p:nvGrpSpPr>
        <p:grpSpPr bwMode="auto">
          <a:xfrm>
            <a:off x="2500313" y="4786313"/>
            <a:ext cx="4267200" cy="1704975"/>
            <a:chOff x="2133600" y="5029200"/>
            <a:chExt cx="4038600" cy="1602992"/>
          </a:xfrm>
        </p:grpSpPr>
        <p:pic>
          <p:nvPicPr>
            <p:cNvPr id="12294" name="Picture 2" descr="C:\Documents and Settings\Hanami\바탕 화면\운영체제\(강의교안)_그림파일_1장-13장\ch05_교착상태와 기아상태\ch05-07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243"/>
            <a:stretch>
              <a:fillRect/>
            </a:stretch>
          </p:blipFill>
          <p:spPr bwMode="auto">
            <a:xfrm>
              <a:off x="2133600" y="5029200"/>
              <a:ext cx="4038600" cy="1311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5" name="TextBox 4"/>
            <p:cNvSpPr txBox="1">
              <a:spLocks noChangeArrowheads="1"/>
            </p:cNvSpPr>
            <p:nvPr/>
          </p:nvSpPr>
          <p:spPr bwMode="auto">
            <a:xfrm>
              <a:off x="3418208" y="6371881"/>
              <a:ext cx="1582668" cy="260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순환대기의 교착상태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0048CB3-7DC8-98A8-2EFE-9E9C75B2DBBE}"/>
              </a:ext>
            </a:extLst>
          </p:cNvPr>
          <p:cNvGrpSpPr/>
          <p:nvPr/>
        </p:nvGrpSpPr>
        <p:grpSpPr>
          <a:xfrm>
            <a:off x="168882" y="3939209"/>
            <a:ext cx="720360" cy="556560"/>
            <a:chOff x="168882" y="3939209"/>
            <a:chExt cx="72036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6DEC731D-CAA0-28E6-D626-48494F66C222}"/>
                    </a:ext>
                  </a:extLst>
                </p14:cNvPr>
                <p14:cNvContentPartPr/>
                <p14:nvPr/>
              </p14:nvContentPartPr>
              <p14:xfrm>
                <a:off x="168882" y="3977729"/>
                <a:ext cx="77400" cy="381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6DEC731D-CAA0-28E6-D626-48494F66C22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882" y="3969089"/>
                  <a:ext cx="95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6BDB3C0A-01F0-8924-1F81-8E2E18971FFB}"/>
                    </a:ext>
                  </a:extLst>
                </p14:cNvPr>
                <p14:cNvContentPartPr/>
                <p14:nvPr/>
              </p14:nvContentPartPr>
              <p14:xfrm>
                <a:off x="203802" y="4002569"/>
                <a:ext cx="22320" cy="87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6BDB3C0A-01F0-8924-1F81-8E2E18971F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4802" y="3993929"/>
                  <a:ext cx="39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55D7F34E-77A7-364E-376C-748E57FB1811}"/>
                    </a:ext>
                  </a:extLst>
                </p14:cNvPr>
                <p14:cNvContentPartPr/>
                <p14:nvPr/>
              </p14:nvContentPartPr>
              <p14:xfrm>
                <a:off x="194082" y="3994649"/>
                <a:ext cx="73440" cy="1270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55D7F34E-77A7-364E-376C-748E57FB18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082" y="3986009"/>
                  <a:ext cx="91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FB2B4E9-6748-5E54-9C2A-DF909B72E09F}"/>
                    </a:ext>
                  </a:extLst>
                </p14:cNvPr>
                <p14:cNvContentPartPr/>
                <p14:nvPr/>
              </p14:nvContentPartPr>
              <p14:xfrm>
                <a:off x="290922" y="3971969"/>
                <a:ext cx="14040" cy="1256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FB2B4E9-6748-5E54-9C2A-DF909B72E0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2282" y="3962969"/>
                  <a:ext cx="31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BAD7F69-BD4B-1822-5520-65F28E0EE742}"/>
                    </a:ext>
                  </a:extLst>
                </p14:cNvPr>
                <p14:cNvContentPartPr/>
                <p14:nvPr/>
              </p14:nvContentPartPr>
              <p14:xfrm>
                <a:off x="245202" y="4094369"/>
                <a:ext cx="87120" cy="86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BAD7F69-BD4B-1822-5520-65F28E0EE7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202" y="4085729"/>
                  <a:ext cx="104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B0E26F3-1E75-6D60-5140-37512CE06753}"/>
                    </a:ext>
                  </a:extLst>
                </p14:cNvPr>
                <p14:cNvContentPartPr/>
                <p14:nvPr/>
              </p14:nvContentPartPr>
              <p14:xfrm>
                <a:off x="344202" y="3986009"/>
                <a:ext cx="64800" cy="1411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B0E26F3-1E75-6D60-5140-37512CE067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5202" y="3977369"/>
                  <a:ext cx="82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325985D-751B-D53D-06E2-27CEC85F7080}"/>
                    </a:ext>
                  </a:extLst>
                </p14:cNvPr>
                <p14:cNvContentPartPr/>
                <p14:nvPr/>
              </p14:nvContentPartPr>
              <p14:xfrm>
                <a:off x="376962" y="4022009"/>
                <a:ext cx="91080" cy="106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325985D-751B-D53D-06E2-27CEC85F70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8322" y="4013369"/>
                  <a:ext cx="108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EA3B5D1-7644-D321-A527-152A64251BEE}"/>
                    </a:ext>
                  </a:extLst>
                </p14:cNvPr>
                <p14:cNvContentPartPr/>
                <p14:nvPr/>
              </p14:nvContentPartPr>
              <p14:xfrm>
                <a:off x="503322" y="3966209"/>
                <a:ext cx="113760" cy="107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EA3B5D1-7644-D321-A527-152A64251B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4322" y="3957569"/>
                  <a:ext cx="131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FB02E74-B2A9-4CE4-59A4-7AD8FD8A40FE}"/>
                    </a:ext>
                  </a:extLst>
                </p14:cNvPr>
                <p14:cNvContentPartPr/>
                <p14:nvPr/>
              </p14:nvContentPartPr>
              <p14:xfrm>
                <a:off x="552642" y="4019489"/>
                <a:ext cx="95760" cy="968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FB02E74-B2A9-4CE4-59A4-7AD8FD8A40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3642" y="4010489"/>
                  <a:ext cx="113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076D5A4-BB43-A184-67B5-5417E1C3BB6C}"/>
                    </a:ext>
                  </a:extLst>
                </p14:cNvPr>
                <p14:cNvContentPartPr/>
                <p14:nvPr/>
              </p14:nvContentPartPr>
              <p14:xfrm>
                <a:off x="615282" y="3966569"/>
                <a:ext cx="66600" cy="914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076D5A4-BB43-A184-67B5-5417E1C3BB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6642" y="3957929"/>
                  <a:ext cx="84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185D77F-601C-3E0C-A9D7-4CDD1DB823F1}"/>
                    </a:ext>
                  </a:extLst>
                </p14:cNvPr>
                <p14:cNvContentPartPr/>
                <p14:nvPr/>
              </p14:nvContentPartPr>
              <p14:xfrm>
                <a:off x="683682" y="3939209"/>
                <a:ext cx="126000" cy="1569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185D77F-601C-3E0C-A9D7-4CDD1DB823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4682" y="3930209"/>
                  <a:ext cx="143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A9E120E-8206-747D-617F-1CBB16694AC9}"/>
                    </a:ext>
                  </a:extLst>
                </p14:cNvPr>
                <p14:cNvContentPartPr/>
                <p14:nvPr/>
              </p14:nvContentPartPr>
              <p14:xfrm>
                <a:off x="232962" y="4314689"/>
                <a:ext cx="34920" cy="46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A9E120E-8206-747D-617F-1CBB16694A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3962" y="4306049"/>
                  <a:ext cx="52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AB9BC63E-FB87-E8CE-3DA5-A31D1DABDC0B}"/>
                    </a:ext>
                  </a:extLst>
                </p14:cNvPr>
                <p14:cNvContentPartPr/>
                <p14:nvPr/>
              </p14:nvContentPartPr>
              <p14:xfrm>
                <a:off x="231882" y="4333769"/>
                <a:ext cx="87840" cy="770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AB9BC63E-FB87-E8CE-3DA5-A31D1DABDC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3242" y="4325129"/>
                  <a:ext cx="105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E9049C6-B18E-27E1-9BB7-D13BC083F44F}"/>
                    </a:ext>
                  </a:extLst>
                </p14:cNvPr>
                <p14:cNvContentPartPr/>
                <p14:nvPr/>
              </p14:nvContentPartPr>
              <p14:xfrm>
                <a:off x="244482" y="4384889"/>
                <a:ext cx="127800" cy="110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E9049C6-B18E-27E1-9BB7-D13BC083F4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5842" y="4375889"/>
                  <a:ext cx="145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583FB5E-EF6D-83CE-7EBD-5236C357B402}"/>
                    </a:ext>
                  </a:extLst>
                </p14:cNvPr>
                <p14:cNvContentPartPr/>
                <p14:nvPr/>
              </p14:nvContentPartPr>
              <p14:xfrm>
                <a:off x="359682" y="4315769"/>
                <a:ext cx="18720" cy="770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583FB5E-EF6D-83CE-7EBD-5236C357B4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042" y="4306769"/>
                  <a:ext cx="36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B3EDB05-8398-2592-923B-3824C6339A4B}"/>
                    </a:ext>
                  </a:extLst>
                </p14:cNvPr>
                <p14:cNvContentPartPr/>
                <p14:nvPr/>
              </p14:nvContentPartPr>
              <p14:xfrm>
                <a:off x="370842" y="4288769"/>
                <a:ext cx="64800" cy="882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B3EDB05-8398-2592-923B-3824C6339A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202" y="4280129"/>
                  <a:ext cx="8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F6FE428-92B1-FE0F-A7E9-BAC0FE1FD428}"/>
                    </a:ext>
                  </a:extLst>
                </p14:cNvPr>
                <p14:cNvContentPartPr/>
                <p14:nvPr/>
              </p14:nvContentPartPr>
              <p14:xfrm>
                <a:off x="384522" y="4340609"/>
                <a:ext cx="83160" cy="107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F6FE428-92B1-FE0F-A7E9-BAC0FE1FD4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5522" y="4331609"/>
                  <a:ext cx="100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D72813F-AF62-47C1-62AF-6AEA83CF53C1}"/>
                    </a:ext>
                  </a:extLst>
                </p14:cNvPr>
                <p14:cNvContentPartPr/>
                <p14:nvPr/>
              </p14:nvContentPartPr>
              <p14:xfrm>
                <a:off x="414762" y="4402889"/>
                <a:ext cx="79200" cy="784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D72813F-AF62-47C1-62AF-6AEA83CF5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762" y="4393889"/>
                  <a:ext cx="96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9D11EA1-7A7F-EA81-7075-2FAE05166B7A}"/>
                    </a:ext>
                  </a:extLst>
                </p14:cNvPr>
                <p14:cNvContentPartPr/>
                <p14:nvPr/>
              </p14:nvContentPartPr>
              <p14:xfrm>
                <a:off x="536442" y="4250609"/>
                <a:ext cx="126360" cy="979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9D11EA1-7A7F-EA81-7075-2FAE05166B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7802" y="4241609"/>
                  <a:ext cx="144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8F5F925-01C4-19DC-CB0A-25A6BA35CBE8}"/>
                    </a:ext>
                  </a:extLst>
                </p14:cNvPr>
                <p14:cNvContentPartPr/>
                <p14:nvPr/>
              </p14:nvContentPartPr>
              <p14:xfrm>
                <a:off x="608802" y="4307849"/>
                <a:ext cx="107640" cy="982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8F5F925-01C4-19DC-CB0A-25A6BA35CB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0162" y="4299209"/>
                  <a:ext cx="125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51E09A7-3FC0-062B-A61C-1421854AB860}"/>
                    </a:ext>
                  </a:extLst>
                </p14:cNvPr>
                <p14:cNvContentPartPr/>
                <p14:nvPr/>
              </p14:nvContentPartPr>
              <p14:xfrm>
                <a:off x="675402" y="4235129"/>
                <a:ext cx="59040" cy="882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51E09A7-3FC0-062B-A61C-1421854AB86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6762" y="4226489"/>
                  <a:ext cx="76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5CC8531-B464-8DE0-35FF-5DF2786D3FA3}"/>
                    </a:ext>
                  </a:extLst>
                </p14:cNvPr>
                <p14:cNvContentPartPr/>
                <p14:nvPr/>
              </p14:nvContentPartPr>
              <p14:xfrm>
                <a:off x="730842" y="4195529"/>
                <a:ext cx="158400" cy="1612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5CC8531-B464-8DE0-35FF-5DF2786D3F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2202" y="4186529"/>
                  <a:ext cx="17604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D46679CA-02CC-62AB-AC7A-095BDA0071F0}"/>
                  </a:ext>
                </a:extLst>
              </p14:cNvPr>
              <p14:cNvContentPartPr/>
              <p14:nvPr/>
            </p14:nvContentPartPr>
            <p14:xfrm>
              <a:off x="5015383" y="1864766"/>
              <a:ext cx="47520" cy="1728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D46679CA-02CC-62AB-AC7A-095BDA0071F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79743" y="1793126"/>
                <a:ext cx="119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DF945365-A1C0-07D1-6FB7-9CEC3C8BB26C}"/>
                  </a:ext>
                </a:extLst>
              </p14:cNvPr>
              <p14:cNvContentPartPr/>
              <p14:nvPr/>
            </p14:nvContentPartPr>
            <p14:xfrm>
              <a:off x="4931143" y="1827326"/>
              <a:ext cx="1678320" cy="10944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DF945365-A1C0-07D1-6FB7-9CEC3C8BB26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95143" y="1755686"/>
                <a:ext cx="1749960" cy="25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428750"/>
            <a:ext cx="8643938" cy="5000625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dirty="0">
                <a:latin typeface="+mn-ea"/>
              </a:rPr>
              <a:t> 자원 할당 그래프</a:t>
            </a:r>
            <a:r>
              <a:rPr lang="en-US" altLang="ko-KR" dirty="0">
                <a:latin typeface="+mn-ea"/>
              </a:rPr>
              <a:t>, G = (V, E)</a:t>
            </a:r>
          </a:p>
          <a:p>
            <a:pPr lvl="1">
              <a:defRPr/>
            </a:pPr>
            <a:r>
              <a:rPr lang="en-US" altLang="ko-KR" dirty="0">
                <a:latin typeface="+mn-ea"/>
              </a:rPr>
              <a:t>V = </a:t>
            </a:r>
            <a:r>
              <a:rPr lang="ko-KR" altLang="en-US" dirty="0">
                <a:latin typeface="+mn-ea"/>
              </a:rPr>
              <a:t>정점</a:t>
            </a:r>
            <a:r>
              <a:rPr lang="en-US" altLang="ko-KR" dirty="0">
                <a:latin typeface="+mn-ea"/>
              </a:rPr>
              <a:t>(vertex)</a:t>
            </a:r>
            <a:r>
              <a:rPr lang="ko-KR" altLang="en-US" dirty="0">
                <a:latin typeface="+mn-ea"/>
              </a:rPr>
              <a:t>들의 집합 </a:t>
            </a:r>
            <a:r>
              <a:rPr lang="en-US" altLang="ko-KR" dirty="0">
                <a:latin typeface="+mn-ea"/>
              </a:rPr>
              <a:t>= P + R</a:t>
            </a:r>
          </a:p>
          <a:p>
            <a:pPr lvl="2">
              <a:defRPr/>
            </a:pPr>
            <a:r>
              <a:rPr lang="en-US" altLang="ko-KR" dirty="0">
                <a:latin typeface="+mn-ea"/>
              </a:rPr>
              <a:t>P = </a:t>
            </a:r>
            <a:r>
              <a:rPr lang="ko-KR" altLang="en-US" dirty="0">
                <a:latin typeface="+mn-ea"/>
              </a:rPr>
              <a:t>시스템 내의 모든 프로세스들의 집합 </a:t>
            </a:r>
            <a:r>
              <a:rPr lang="en-US" altLang="ko-KR" dirty="0">
                <a:latin typeface="+mn-ea"/>
              </a:rPr>
              <a:t>= {P</a:t>
            </a:r>
            <a:r>
              <a:rPr lang="en-US" altLang="ko-KR" baseline="-25000" dirty="0">
                <a:latin typeface="+mn-ea"/>
              </a:rPr>
              <a:t>0</a:t>
            </a:r>
            <a:r>
              <a:rPr lang="en-US" altLang="ko-KR" dirty="0">
                <a:latin typeface="+mn-ea"/>
              </a:rPr>
              <a:t>,P</a:t>
            </a:r>
            <a:r>
              <a:rPr lang="en-US" altLang="ko-KR" baseline="-25000" dirty="0">
                <a:latin typeface="+mn-ea"/>
              </a:rPr>
              <a:t>1</a:t>
            </a:r>
            <a:r>
              <a:rPr lang="en-US" altLang="ko-KR" dirty="0">
                <a:latin typeface="+mn-ea"/>
              </a:rPr>
              <a:t>,…,</a:t>
            </a:r>
            <a:r>
              <a:rPr lang="en-US" altLang="ko-KR" dirty="0" err="1">
                <a:latin typeface="+mn-ea"/>
              </a:rPr>
              <a:t>P</a:t>
            </a:r>
            <a:r>
              <a:rPr lang="en-US" altLang="ko-KR" baseline="-25000" dirty="0" err="1">
                <a:latin typeface="+mn-ea"/>
              </a:rPr>
              <a:t>n</a:t>
            </a:r>
            <a:r>
              <a:rPr lang="en-US" altLang="ko-KR" dirty="0">
                <a:latin typeface="+mn-ea"/>
              </a:rPr>
              <a:t>}</a:t>
            </a:r>
          </a:p>
          <a:p>
            <a:pPr lvl="2">
              <a:defRPr/>
            </a:pPr>
            <a:r>
              <a:rPr lang="en-US" altLang="ko-KR" dirty="0">
                <a:latin typeface="+mn-ea"/>
              </a:rPr>
              <a:t>R = </a:t>
            </a:r>
            <a:r>
              <a:rPr lang="ko-KR" altLang="en-US" dirty="0">
                <a:latin typeface="+mn-ea"/>
              </a:rPr>
              <a:t>시스템 내의 모든 자원들로 구성된 집합 </a:t>
            </a:r>
            <a:r>
              <a:rPr lang="en-US" altLang="ko-KR" dirty="0">
                <a:latin typeface="+mn-ea"/>
              </a:rPr>
              <a:t>= {R</a:t>
            </a:r>
            <a:r>
              <a:rPr lang="en-US" altLang="ko-KR" baseline="-25000" dirty="0">
                <a:latin typeface="+mn-ea"/>
              </a:rPr>
              <a:t>0</a:t>
            </a:r>
            <a:r>
              <a:rPr lang="en-US" altLang="ko-KR" dirty="0">
                <a:latin typeface="+mn-ea"/>
              </a:rPr>
              <a:t>,R</a:t>
            </a:r>
            <a:r>
              <a:rPr lang="en-US" altLang="ko-KR" baseline="-25000" dirty="0">
                <a:latin typeface="+mn-ea"/>
              </a:rPr>
              <a:t>1</a:t>
            </a:r>
            <a:r>
              <a:rPr lang="en-US" altLang="ko-KR" dirty="0">
                <a:latin typeface="+mn-ea"/>
              </a:rPr>
              <a:t>,…,</a:t>
            </a:r>
            <a:r>
              <a:rPr lang="en-US" altLang="ko-KR" dirty="0" err="1">
                <a:latin typeface="+mn-ea"/>
              </a:rPr>
              <a:t>R</a:t>
            </a:r>
            <a:r>
              <a:rPr lang="en-US" altLang="ko-KR" baseline="-25000" dirty="0" err="1">
                <a:latin typeface="+mn-ea"/>
              </a:rPr>
              <a:t>n</a:t>
            </a:r>
            <a:r>
              <a:rPr lang="en-US" altLang="ko-KR" dirty="0">
                <a:latin typeface="+mn-ea"/>
              </a:rPr>
              <a:t>}</a:t>
            </a:r>
          </a:p>
          <a:p>
            <a:pPr lvl="1">
              <a:defRPr/>
            </a:pPr>
            <a:r>
              <a:rPr lang="en-US" altLang="ko-KR" dirty="0">
                <a:latin typeface="+mn-ea"/>
              </a:rPr>
              <a:t>E = </a:t>
            </a:r>
            <a:r>
              <a:rPr lang="ko-KR" altLang="en-US" dirty="0">
                <a:latin typeface="+mn-ea"/>
              </a:rPr>
              <a:t>간선</a:t>
            </a:r>
            <a:r>
              <a:rPr lang="en-US" altLang="ko-KR" dirty="0">
                <a:latin typeface="+mn-ea"/>
              </a:rPr>
              <a:t>(edge)</a:t>
            </a:r>
            <a:r>
              <a:rPr lang="ko-KR" altLang="en-US" dirty="0">
                <a:latin typeface="+mn-ea"/>
              </a:rPr>
              <a:t>들의 집합</a:t>
            </a:r>
          </a:p>
          <a:p>
            <a:pPr lvl="2">
              <a:defRPr/>
            </a:pPr>
            <a:r>
              <a:rPr lang="ko-KR" altLang="en-US" dirty="0">
                <a:latin typeface="+mn-ea"/>
              </a:rPr>
              <a:t>요청 간선</a:t>
            </a:r>
            <a:r>
              <a:rPr lang="en-US" altLang="ko-KR" dirty="0">
                <a:latin typeface="+mn-ea"/>
              </a:rPr>
              <a:t>(request edge)</a:t>
            </a:r>
          </a:p>
          <a:p>
            <a:pPr lvl="3">
              <a:defRPr/>
            </a:pPr>
            <a:r>
              <a:rPr lang="en-US" altLang="ko-KR" sz="1800" dirty="0">
                <a:latin typeface="+mn-ea"/>
              </a:rPr>
              <a:t>P</a:t>
            </a:r>
            <a:r>
              <a:rPr lang="en-US" altLang="ko-KR" sz="1800" baseline="-25000" dirty="0">
                <a:latin typeface="+mn-ea"/>
              </a:rPr>
              <a:t>i </a:t>
            </a:r>
            <a:r>
              <a:rPr lang="en-US" altLang="ko-KR" sz="1800" dirty="0">
                <a:latin typeface="+mn-ea"/>
              </a:rPr>
              <a:t>-&gt; </a:t>
            </a:r>
            <a:r>
              <a:rPr lang="en-US" altLang="ko-KR" sz="1800" dirty="0" err="1">
                <a:latin typeface="+mn-ea"/>
              </a:rPr>
              <a:t>R</a:t>
            </a:r>
            <a:r>
              <a:rPr lang="en-US" altLang="ko-KR" sz="1800" baseline="-25000" dirty="0" err="1">
                <a:latin typeface="+mn-ea"/>
              </a:rPr>
              <a:t>j</a:t>
            </a:r>
            <a:r>
              <a:rPr lang="en-US" altLang="ko-KR" sz="1800" baseline="-25000" dirty="0">
                <a:latin typeface="+mn-ea"/>
              </a:rPr>
              <a:t> 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프로세스 </a:t>
            </a:r>
            <a:r>
              <a:rPr lang="en-US" altLang="ko-KR" sz="1800" dirty="0">
                <a:latin typeface="+mn-ea"/>
              </a:rPr>
              <a:t>P</a:t>
            </a:r>
            <a:r>
              <a:rPr lang="en-US" altLang="ko-KR" sz="1800" baseline="-25000" dirty="0">
                <a:latin typeface="+mn-ea"/>
              </a:rPr>
              <a:t>i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가  자원 </a:t>
            </a:r>
            <a:r>
              <a:rPr lang="en-US" altLang="ko-KR" sz="1800" dirty="0" err="1">
                <a:latin typeface="+mn-ea"/>
              </a:rPr>
              <a:t>R</a:t>
            </a:r>
            <a:r>
              <a:rPr lang="en-US" altLang="ko-KR" sz="1800" baseline="-25000" dirty="0" err="1">
                <a:latin typeface="+mn-ea"/>
              </a:rPr>
              <a:t>j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를 요청하고 기다리고 있는 상태</a:t>
            </a:r>
          </a:p>
          <a:p>
            <a:pPr lvl="2">
              <a:defRPr/>
            </a:pPr>
            <a:r>
              <a:rPr lang="ko-KR" altLang="en-US" dirty="0">
                <a:latin typeface="+mn-ea"/>
              </a:rPr>
              <a:t>할당 간선</a:t>
            </a:r>
            <a:r>
              <a:rPr lang="en-US" altLang="ko-KR" dirty="0">
                <a:latin typeface="+mn-ea"/>
              </a:rPr>
              <a:t>(assignment edge)</a:t>
            </a:r>
          </a:p>
          <a:p>
            <a:pPr lvl="3">
              <a:defRPr/>
            </a:pPr>
            <a:r>
              <a:rPr lang="en-US" altLang="ko-KR" sz="1800" dirty="0" err="1">
                <a:latin typeface="+mn-ea"/>
              </a:rPr>
              <a:t>R</a:t>
            </a:r>
            <a:r>
              <a:rPr lang="en-US" altLang="ko-KR" sz="1800" baseline="-25000" dirty="0" err="1">
                <a:latin typeface="+mn-ea"/>
              </a:rPr>
              <a:t>j</a:t>
            </a:r>
            <a:r>
              <a:rPr lang="en-US" altLang="ko-KR" sz="1800" baseline="-250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-&gt; P</a:t>
            </a:r>
            <a:r>
              <a:rPr lang="en-US" altLang="ko-KR" sz="1800" baseline="-25000" dirty="0">
                <a:latin typeface="+mn-ea"/>
              </a:rPr>
              <a:t>i 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자원 </a:t>
            </a:r>
            <a:r>
              <a:rPr lang="en-US" altLang="ko-KR" sz="1800" dirty="0" err="1">
                <a:latin typeface="+mn-ea"/>
              </a:rPr>
              <a:t>R</a:t>
            </a:r>
            <a:r>
              <a:rPr lang="en-US" altLang="ko-KR" sz="1800" baseline="-25000" dirty="0" err="1">
                <a:latin typeface="+mn-ea"/>
              </a:rPr>
              <a:t>j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가  프로세스 </a:t>
            </a:r>
            <a:r>
              <a:rPr lang="en-US" altLang="ko-KR" sz="1800" dirty="0">
                <a:latin typeface="+mn-ea"/>
              </a:rPr>
              <a:t>P</a:t>
            </a:r>
            <a:r>
              <a:rPr lang="en-US" altLang="ko-KR" sz="1800" baseline="-25000" dirty="0">
                <a:latin typeface="+mn-ea"/>
              </a:rPr>
              <a:t>i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에게 할당된 것</a:t>
            </a:r>
            <a:endParaRPr lang="en-US" altLang="ko-KR" sz="1800" dirty="0">
              <a:latin typeface="+mn-ea"/>
            </a:endParaRPr>
          </a:p>
          <a:p>
            <a:pPr lvl="3">
              <a:defRPr/>
            </a:pPr>
            <a:endParaRPr lang="ko-KR" altLang="en-US" sz="1200" dirty="0">
              <a:latin typeface="+mn-ea"/>
            </a:endParaRPr>
          </a:p>
          <a:p>
            <a:pPr lvl="1">
              <a:defRPr/>
            </a:pPr>
            <a:r>
              <a:rPr lang="ko-KR" altLang="en-US" dirty="0">
                <a:latin typeface="+mn-ea"/>
              </a:rPr>
              <a:t>그래프에서 사이클의 존재는 교착의 필요 조건</a:t>
            </a:r>
            <a:endParaRPr lang="en-US" altLang="ko-KR" dirty="0">
              <a:latin typeface="+mn-ea"/>
            </a:endParaRPr>
          </a:p>
          <a:p>
            <a:pPr lvl="2">
              <a:defRPr/>
            </a:pPr>
            <a:r>
              <a:rPr lang="ko-KR" altLang="en-US" dirty="0">
                <a:latin typeface="+mn-ea"/>
              </a:rPr>
              <a:t>사이클이 존재하면 교착 상태일 수 있으나 사이클이 없으면 교착 상태는 아님</a:t>
            </a:r>
            <a:endParaRPr lang="en-US" altLang="ko-KR" dirty="0">
              <a:latin typeface="+mn-ea"/>
            </a:endParaRPr>
          </a:p>
        </p:txBody>
      </p:sp>
      <p:sp>
        <p:nvSpPr>
          <p:cNvPr id="1433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A3D47D-F98A-4391-A962-DE10CAE3751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자원 할당 그래프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4313" y="1857375"/>
            <a:ext cx="5119687" cy="3019425"/>
          </a:xfrm>
        </p:spPr>
        <p:txBody>
          <a:bodyPr/>
          <a:lstStyle/>
          <a:p>
            <a:pPr>
              <a:defRPr/>
            </a:pPr>
            <a:r>
              <a:rPr lang="ko-KR" altLang="en-US" sz="2400" dirty="0"/>
              <a:t>집합 </a:t>
            </a:r>
            <a:r>
              <a:rPr lang="en-US" altLang="ko-KR" sz="2400" dirty="0"/>
              <a:t>P, R, E</a:t>
            </a:r>
          </a:p>
          <a:p>
            <a:pPr lvl="1">
              <a:defRPr/>
            </a:pPr>
            <a:r>
              <a:rPr lang="en-US" altLang="ko-KR" sz="2000" dirty="0"/>
              <a:t>P = {P1, P2, P3}</a:t>
            </a:r>
          </a:p>
          <a:p>
            <a:pPr lvl="1">
              <a:defRPr/>
            </a:pPr>
            <a:r>
              <a:rPr lang="en-US" altLang="ko-KR" sz="2000" dirty="0"/>
              <a:t>R = {R1, R2, R3, R4}</a:t>
            </a:r>
          </a:p>
          <a:p>
            <a:pPr lvl="1">
              <a:defRPr/>
            </a:pPr>
            <a:r>
              <a:rPr lang="en-US" altLang="ko-KR" sz="2000" dirty="0"/>
              <a:t>E = { (P1,R1), (P2,R3), (R1,P2),   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            (R2,P2), (R2,P1), (R3,P3) }</a:t>
            </a:r>
          </a:p>
          <a:p>
            <a:pPr>
              <a:defRPr/>
            </a:pPr>
            <a:r>
              <a:rPr lang="ko-KR" altLang="en-US" sz="2400" dirty="0"/>
              <a:t>자원의 예</a:t>
            </a:r>
          </a:p>
          <a:p>
            <a:pPr lvl="1">
              <a:defRPr/>
            </a:pPr>
            <a:r>
              <a:rPr lang="en-US" altLang="ko-KR" sz="2000" dirty="0"/>
              <a:t>R1 1</a:t>
            </a:r>
            <a:r>
              <a:rPr lang="ko-KR" altLang="en-US" sz="2000" dirty="0"/>
              <a:t>개</a:t>
            </a:r>
            <a:r>
              <a:rPr lang="en-US" altLang="ko-KR" sz="2000" dirty="0"/>
              <a:t>, R2 2</a:t>
            </a:r>
            <a:r>
              <a:rPr lang="ko-KR" altLang="en-US" sz="2000" dirty="0"/>
              <a:t>개</a:t>
            </a:r>
            <a:r>
              <a:rPr lang="en-US" altLang="ko-KR" sz="2000" dirty="0"/>
              <a:t>,  R3 1</a:t>
            </a:r>
            <a:r>
              <a:rPr lang="ko-KR" altLang="en-US" sz="2000" dirty="0"/>
              <a:t>개</a:t>
            </a:r>
            <a:r>
              <a:rPr lang="en-US" altLang="ko-KR" sz="2000" dirty="0"/>
              <a:t>, R4 3</a:t>
            </a:r>
            <a:r>
              <a:rPr lang="ko-KR" altLang="en-US" sz="2000" dirty="0"/>
              <a:t>개</a:t>
            </a:r>
            <a:endParaRPr lang="en-US" altLang="ko-KR" sz="2000" dirty="0"/>
          </a:p>
        </p:txBody>
      </p:sp>
      <p:grpSp>
        <p:nvGrpSpPr>
          <p:cNvPr id="16388" name="Group 34"/>
          <p:cNvGrpSpPr>
            <a:grpSpLocks/>
          </p:cNvGrpSpPr>
          <p:nvPr/>
        </p:nvGrpSpPr>
        <p:grpSpPr bwMode="auto">
          <a:xfrm>
            <a:off x="285750" y="1714500"/>
            <a:ext cx="3581400" cy="3289300"/>
            <a:chOff x="288" y="1248"/>
            <a:chExt cx="2256" cy="2072"/>
          </a:xfrm>
        </p:grpSpPr>
        <p:sp>
          <p:nvSpPr>
            <p:cNvPr id="363524" name="Oval 4"/>
            <p:cNvSpPr>
              <a:spLocks noChangeArrowheads="1"/>
            </p:cNvSpPr>
            <p:nvPr/>
          </p:nvSpPr>
          <p:spPr bwMode="auto">
            <a:xfrm>
              <a:off x="288" y="1971"/>
              <a:ext cx="369" cy="34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P1</a:t>
              </a:r>
            </a:p>
          </p:txBody>
        </p:sp>
        <p:sp>
          <p:nvSpPr>
            <p:cNvPr id="363525" name="Oval 5"/>
            <p:cNvSpPr>
              <a:spLocks noChangeArrowheads="1"/>
            </p:cNvSpPr>
            <p:nvPr/>
          </p:nvSpPr>
          <p:spPr bwMode="auto">
            <a:xfrm>
              <a:off x="1231" y="1971"/>
              <a:ext cx="370" cy="34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P2</a:t>
              </a:r>
            </a:p>
          </p:txBody>
        </p:sp>
        <p:sp>
          <p:nvSpPr>
            <p:cNvPr id="16393" name="Line 7"/>
            <p:cNvSpPr>
              <a:spLocks noChangeShapeType="1"/>
            </p:cNvSpPr>
            <p:nvPr/>
          </p:nvSpPr>
          <p:spPr bwMode="auto">
            <a:xfrm>
              <a:off x="944" y="1643"/>
              <a:ext cx="328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3528" name="Oval 8"/>
            <p:cNvSpPr>
              <a:spLocks noChangeArrowheads="1"/>
            </p:cNvSpPr>
            <p:nvPr/>
          </p:nvSpPr>
          <p:spPr bwMode="auto">
            <a:xfrm>
              <a:off x="2175" y="1971"/>
              <a:ext cx="369" cy="34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P3</a:t>
              </a:r>
            </a:p>
          </p:txBody>
        </p:sp>
        <p:sp>
          <p:nvSpPr>
            <p:cNvPr id="16395" name="Line 9"/>
            <p:cNvSpPr>
              <a:spLocks noChangeShapeType="1"/>
            </p:cNvSpPr>
            <p:nvPr/>
          </p:nvSpPr>
          <p:spPr bwMode="auto">
            <a:xfrm>
              <a:off x="575" y="2299"/>
              <a:ext cx="369" cy="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6" name="Line 10"/>
            <p:cNvSpPr>
              <a:spLocks noChangeShapeType="1"/>
            </p:cNvSpPr>
            <p:nvPr/>
          </p:nvSpPr>
          <p:spPr bwMode="auto">
            <a:xfrm>
              <a:off x="1888" y="1643"/>
              <a:ext cx="328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7" name="Rectangle 11"/>
            <p:cNvSpPr>
              <a:spLocks noChangeArrowheads="1"/>
            </p:cNvSpPr>
            <p:nvPr/>
          </p:nvSpPr>
          <p:spPr bwMode="auto">
            <a:xfrm>
              <a:off x="698" y="1489"/>
              <a:ext cx="451" cy="2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6398" name="Oval 13"/>
            <p:cNvSpPr>
              <a:spLocks noChangeArrowheads="1"/>
            </p:cNvSpPr>
            <p:nvPr/>
          </p:nvSpPr>
          <p:spPr bwMode="auto">
            <a:xfrm flipH="1">
              <a:off x="903" y="1605"/>
              <a:ext cx="41" cy="3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399" name="Rectangle 14"/>
            <p:cNvSpPr>
              <a:spLocks noChangeArrowheads="1"/>
            </p:cNvSpPr>
            <p:nvPr/>
          </p:nvSpPr>
          <p:spPr bwMode="auto">
            <a:xfrm>
              <a:off x="780" y="2492"/>
              <a:ext cx="369" cy="42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6400" name="Oval 15"/>
            <p:cNvSpPr>
              <a:spLocks noChangeArrowheads="1"/>
            </p:cNvSpPr>
            <p:nvPr/>
          </p:nvSpPr>
          <p:spPr bwMode="auto">
            <a:xfrm flipH="1">
              <a:off x="944" y="2608"/>
              <a:ext cx="41" cy="3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1" name="Oval 16"/>
            <p:cNvSpPr>
              <a:spLocks noChangeArrowheads="1"/>
            </p:cNvSpPr>
            <p:nvPr/>
          </p:nvSpPr>
          <p:spPr bwMode="auto">
            <a:xfrm flipH="1">
              <a:off x="944" y="2762"/>
              <a:ext cx="41" cy="39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2" name="Rectangle 17"/>
            <p:cNvSpPr>
              <a:spLocks noChangeArrowheads="1"/>
            </p:cNvSpPr>
            <p:nvPr/>
          </p:nvSpPr>
          <p:spPr bwMode="auto">
            <a:xfrm>
              <a:off x="1642" y="1489"/>
              <a:ext cx="451" cy="2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6403" name="Oval 18"/>
            <p:cNvSpPr>
              <a:spLocks noChangeArrowheads="1"/>
            </p:cNvSpPr>
            <p:nvPr/>
          </p:nvSpPr>
          <p:spPr bwMode="auto">
            <a:xfrm flipH="1">
              <a:off x="1847" y="1605"/>
              <a:ext cx="41" cy="3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4" name="Line 19"/>
            <p:cNvSpPr>
              <a:spLocks noChangeShapeType="1"/>
            </p:cNvSpPr>
            <p:nvPr/>
          </p:nvSpPr>
          <p:spPr bwMode="auto">
            <a:xfrm flipV="1">
              <a:off x="534" y="1759"/>
              <a:ext cx="246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5" name="Line 20"/>
            <p:cNvSpPr>
              <a:spLocks noChangeShapeType="1"/>
            </p:cNvSpPr>
            <p:nvPr/>
          </p:nvSpPr>
          <p:spPr bwMode="auto">
            <a:xfrm flipV="1">
              <a:off x="985" y="2261"/>
              <a:ext cx="287" cy="3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6" name="Rectangle 21"/>
            <p:cNvSpPr>
              <a:spLocks noChangeArrowheads="1"/>
            </p:cNvSpPr>
            <p:nvPr/>
          </p:nvSpPr>
          <p:spPr bwMode="auto">
            <a:xfrm>
              <a:off x="1724" y="2492"/>
              <a:ext cx="369" cy="57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6407" name="Oval 22"/>
            <p:cNvSpPr>
              <a:spLocks noChangeArrowheads="1"/>
            </p:cNvSpPr>
            <p:nvPr/>
          </p:nvSpPr>
          <p:spPr bwMode="auto">
            <a:xfrm flipH="1">
              <a:off x="1888" y="2608"/>
              <a:ext cx="41" cy="3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8" name="Oval 23"/>
            <p:cNvSpPr>
              <a:spLocks noChangeArrowheads="1"/>
            </p:cNvSpPr>
            <p:nvPr/>
          </p:nvSpPr>
          <p:spPr bwMode="auto">
            <a:xfrm flipH="1">
              <a:off x="1888" y="2762"/>
              <a:ext cx="41" cy="39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09" name="Oval 24"/>
            <p:cNvSpPr>
              <a:spLocks noChangeArrowheads="1"/>
            </p:cNvSpPr>
            <p:nvPr/>
          </p:nvSpPr>
          <p:spPr bwMode="auto">
            <a:xfrm flipH="1">
              <a:off x="1888" y="2916"/>
              <a:ext cx="41" cy="39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410" name="Line 25"/>
            <p:cNvSpPr>
              <a:spLocks noChangeShapeType="1"/>
            </p:cNvSpPr>
            <p:nvPr/>
          </p:nvSpPr>
          <p:spPr bwMode="auto">
            <a:xfrm flipV="1">
              <a:off x="1519" y="1759"/>
              <a:ext cx="246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1" name="Text Box 26"/>
            <p:cNvSpPr txBox="1">
              <a:spLocks noChangeArrowheads="1"/>
            </p:cNvSpPr>
            <p:nvPr/>
          </p:nvSpPr>
          <p:spPr bwMode="auto">
            <a:xfrm>
              <a:off x="720" y="1248"/>
              <a:ext cx="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R1</a:t>
              </a:r>
            </a:p>
          </p:txBody>
        </p:sp>
        <p:sp>
          <p:nvSpPr>
            <p:cNvPr id="16412" name="Text Box 27"/>
            <p:cNvSpPr txBox="1">
              <a:spLocks noChangeArrowheads="1"/>
            </p:cNvSpPr>
            <p:nvPr/>
          </p:nvSpPr>
          <p:spPr bwMode="auto">
            <a:xfrm>
              <a:off x="1724" y="3031"/>
              <a:ext cx="36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R4</a:t>
              </a:r>
            </a:p>
          </p:txBody>
        </p:sp>
        <p:sp>
          <p:nvSpPr>
            <p:cNvPr id="16413" name="Text Box 28"/>
            <p:cNvSpPr txBox="1">
              <a:spLocks noChangeArrowheads="1"/>
            </p:cNvSpPr>
            <p:nvPr/>
          </p:nvSpPr>
          <p:spPr bwMode="auto">
            <a:xfrm>
              <a:off x="1632" y="1248"/>
              <a:ext cx="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R3</a:t>
              </a:r>
            </a:p>
          </p:txBody>
        </p:sp>
        <p:sp>
          <p:nvSpPr>
            <p:cNvPr id="16414" name="Text Box 29"/>
            <p:cNvSpPr txBox="1">
              <a:spLocks noChangeArrowheads="1"/>
            </p:cNvSpPr>
            <p:nvPr/>
          </p:nvSpPr>
          <p:spPr bwMode="auto">
            <a:xfrm>
              <a:off x="739" y="2878"/>
              <a:ext cx="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R2</a:t>
              </a:r>
            </a:p>
          </p:txBody>
        </p:sp>
      </p:grpSp>
      <p:sp>
        <p:nvSpPr>
          <p:cNvPr id="363551" name="Rectangle 31"/>
          <p:cNvSpPr>
            <a:spLocks noChangeArrowheads="1"/>
          </p:cNvSpPr>
          <p:nvPr/>
        </p:nvSpPr>
        <p:spPr bwMode="auto">
          <a:xfrm>
            <a:off x="609600" y="5181600"/>
            <a:ext cx="8001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defTabSz="7620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ko-KR" altLang="en-US" dirty="0">
                <a:latin typeface="+mn-ea"/>
                <a:ea typeface="+mn-ea"/>
              </a:rPr>
              <a:t>프로세스 상태</a:t>
            </a:r>
          </a:p>
          <a:p>
            <a:pPr marL="742950" lvl="1" indent="-285750" defTabSz="7620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–"/>
              <a:defRPr/>
            </a:pPr>
            <a:r>
              <a:rPr lang="en-US" altLang="ko-KR" sz="2000" dirty="0">
                <a:latin typeface="+mn-ea"/>
                <a:ea typeface="+mn-ea"/>
              </a:rPr>
              <a:t>P1</a:t>
            </a:r>
            <a:r>
              <a:rPr lang="ko-KR" altLang="en-US" sz="2000" dirty="0">
                <a:latin typeface="+mn-ea"/>
                <a:ea typeface="+mn-ea"/>
              </a:rPr>
              <a:t>은 </a:t>
            </a:r>
            <a:r>
              <a:rPr lang="en-US" altLang="ko-KR" sz="2000" dirty="0">
                <a:latin typeface="+mn-ea"/>
                <a:ea typeface="+mn-ea"/>
              </a:rPr>
              <a:t>R2 </a:t>
            </a:r>
            <a:r>
              <a:rPr lang="ko-KR" altLang="en-US" sz="2000" dirty="0">
                <a:latin typeface="+mn-ea"/>
                <a:ea typeface="+mn-ea"/>
              </a:rPr>
              <a:t>하나를 보유하고</a:t>
            </a:r>
            <a:r>
              <a:rPr lang="en-US" altLang="ko-KR" sz="2000" dirty="0">
                <a:latin typeface="+mn-ea"/>
                <a:ea typeface="+mn-ea"/>
              </a:rPr>
              <a:t>, R1</a:t>
            </a:r>
            <a:r>
              <a:rPr lang="ko-KR" altLang="en-US" sz="2000" dirty="0">
                <a:latin typeface="+mn-ea"/>
                <a:ea typeface="+mn-ea"/>
              </a:rPr>
              <a:t>을 기다리고 있다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pPr marL="742950" lvl="1" indent="-285750" defTabSz="7620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–"/>
              <a:defRPr/>
            </a:pPr>
            <a:r>
              <a:rPr lang="en-US" altLang="ko-KR" sz="2000" dirty="0">
                <a:latin typeface="+mn-ea"/>
                <a:ea typeface="+mn-ea"/>
              </a:rPr>
              <a:t>P2</a:t>
            </a:r>
            <a:r>
              <a:rPr lang="ko-KR" altLang="en-US" sz="2000" dirty="0">
                <a:latin typeface="+mn-ea"/>
                <a:ea typeface="+mn-ea"/>
              </a:rPr>
              <a:t>는 </a:t>
            </a:r>
            <a:r>
              <a:rPr lang="en-US" altLang="ko-KR" sz="2000" dirty="0">
                <a:latin typeface="+mn-ea"/>
                <a:ea typeface="+mn-ea"/>
              </a:rPr>
              <a:t>R1,R2</a:t>
            </a:r>
            <a:r>
              <a:rPr lang="ko-KR" altLang="en-US" sz="2000" dirty="0">
                <a:latin typeface="+mn-ea"/>
                <a:ea typeface="+mn-ea"/>
              </a:rPr>
              <a:t>를 하나씩 보유하고</a:t>
            </a:r>
            <a:r>
              <a:rPr lang="en-US" altLang="ko-KR" sz="2000" dirty="0">
                <a:latin typeface="+mn-ea"/>
                <a:ea typeface="+mn-ea"/>
              </a:rPr>
              <a:t>, R3</a:t>
            </a:r>
            <a:r>
              <a:rPr lang="ko-KR" altLang="en-US" sz="2000" dirty="0">
                <a:latin typeface="+mn-ea"/>
                <a:ea typeface="+mn-ea"/>
              </a:rPr>
              <a:t>을 기다리고 있다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pPr marL="742950" lvl="1" indent="-285750" defTabSz="7620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–"/>
              <a:defRPr/>
            </a:pPr>
            <a:r>
              <a:rPr lang="en-US" altLang="ko-KR" sz="2000" dirty="0">
                <a:latin typeface="+mn-ea"/>
                <a:ea typeface="+mn-ea"/>
              </a:rPr>
              <a:t>P3</a:t>
            </a:r>
            <a:r>
              <a:rPr lang="ko-KR" altLang="en-US" sz="2000" dirty="0">
                <a:latin typeface="+mn-ea"/>
                <a:ea typeface="+mn-ea"/>
              </a:rPr>
              <a:t>는 </a:t>
            </a:r>
            <a:r>
              <a:rPr lang="en-US" altLang="ko-KR" sz="2000" dirty="0">
                <a:latin typeface="+mn-ea"/>
                <a:ea typeface="+mn-ea"/>
              </a:rPr>
              <a:t>R3 </a:t>
            </a:r>
            <a:r>
              <a:rPr lang="ko-KR" altLang="en-US" sz="2000" dirty="0">
                <a:latin typeface="+mn-ea"/>
                <a:ea typeface="+mn-ea"/>
              </a:rPr>
              <a:t>하나를 보유하고 있다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</p:txBody>
      </p:sp>
      <p:sp>
        <p:nvSpPr>
          <p:cNvPr id="16390" name="슬라이드 번호 개체 틀 2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F7BBC2-5E7F-4A04-A45C-4CB898D4694D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A52EDD5-D3B8-2CF4-3243-BF3F1395A634}"/>
              </a:ext>
            </a:extLst>
          </p:cNvPr>
          <p:cNvGrpSpPr/>
          <p:nvPr/>
        </p:nvGrpSpPr>
        <p:grpSpPr>
          <a:xfrm>
            <a:off x="444730" y="3746609"/>
            <a:ext cx="294840" cy="248760"/>
            <a:chOff x="444730" y="3746609"/>
            <a:chExt cx="29484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37E52BD3-41BD-AB5E-0804-9B85C023AE2C}"/>
                    </a:ext>
                  </a:extLst>
                </p14:cNvPr>
                <p14:cNvContentPartPr/>
                <p14:nvPr/>
              </p14:nvContentPartPr>
              <p14:xfrm>
                <a:off x="444730" y="3786569"/>
                <a:ext cx="60840" cy="1497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37E52BD3-41BD-AB5E-0804-9B85C023AE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5730" y="3777929"/>
                  <a:ext cx="78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AFC3BE5-D355-CAFD-7E8A-6D5943992B11}"/>
                    </a:ext>
                  </a:extLst>
                </p14:cNvPr>
                <p14:cNvContentPartPr/>
                <p14:nvPr/>
              </p14:nvContentPartPr>
              <p14:xfrm>
                <a:off x="519250" y="3852809"/>
                <a:ext cx="51480" cy="554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AFC3BE5-D355-CAFD-7E8A-6D5943992B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610" y="3843809"/>
                  <a:ext cx="69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7C6F1E5-28CF-DD06-BAF4-F257DB62F3F7}"/>
                    </a:ext>
                  </a:extLst>
                </p14:cNvPr>
                <p14:cNvContentPartPr/>
                <p14:nvPr/>
              </p14:nvContentPartPr>
              <p14:xfrm>
                <a:off x="525370" y="3775769"/>
                <a:ext cx="79200" cy="9720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7C6F1E5-28CF-DD06-BAF4-F257DB62F3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6730" y="3767129"/>
                  <a:ext cx="96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117B7ED-1114-247D-E778-461D3E4B95E9}"/>
                    </a:ext>
                  </a:extLst>
                </p14:cNvPr>
                <p14:cNvContentPartPr/>
                <p14:nvPr/>
              </p14:nvContentPartPr>
              <p14:xfrm>
                <a:off x="552010" y="3906809"/>
                <a:ext cx="75240" cy="885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117B7ED-1114-247D-E778-461D3E4B95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010" y="3897809"/>
                  <a:ext cx="92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35414BA-CC24-71FE-6107-2178B21E6A46}"/>
                    </a:ext>
                  </a:extLst>
                </p14:cNvPr>
                <p14:cNvContentPartPr/>
                <p14:nvPr/>
              </p14:nvContentPartPr>
              <p14:xfrm>
                <a:off x="588730" y="3932369"/>
                <a:ext cx="37080" cy="59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35414BA-CC24-71FE-6107-2178B21E6A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090" y="3923729"/>
                  <a:ext cx="54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AA02BD8-D4CE-51E0-3D02-B5BAE9B15362}"/>
                    </a:ext>
                  </a:extLst>
                </p14:cNvPr>
                <p14:cNvContentPartPr/>
                <p14:nvPr/>
              </p14:nvContentPartPr>
              <p14:xfrm>
                <a:off x="610690" y="3746609"/>
                <a:ext cx="114840" cy="146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AA02BD8-D4CE-51E0-3D02-B5BAE9B153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2050" y="3737609"/>
                  <a:ext cx="132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6DC7AD2-85B7-1340-F2C7-C13A9C3AE142}"/>
                    </a:ext>
                  </a:extLst>
                </p14:cNvPr>
                <p14:cNvContentPartPr/>
                <p14:nvPr/>
              </p14:nvContentPartPr>
              <p14:xfrm>
                <a:off x="663970" y="3844889"/>
                <a:ext cx="75600" cy="921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6DC7AD2-85B7-1340-F2C7-C13A9C3AE1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5330" y="3836249"/>
                  <a:ext cx="9324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C7B169C-07A9-F085-113B-D1985DB833DC}"/>
              </a:ext>
            </a:extLst>
          </p:cNvPr>
          <p:cNvGrpSpPr/>
          <p:nvPr/>
        </p:nvGrpSpPr>
        <p:grpSpPr>
          <a:xfrm>
            <a:off x="469930" y="2471849"/>
            <a:ext cx="297000" cy="208440"/>
            <a:chOff x="469930" y="2471849"/>
            <a:chExt cx="2970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3E45B45-311A-4A29-4929-CF909AA64A78}"/>
                    </a:ext>
                  </a:extLst>
                </p14:cNvPr>
                <p14:cNvContentPartPr/>
                <p14:nvPr/>
              </p14:nvContentPartPr>
              <p14:xfrm>
                <a:off x="469930" y="2562929"/>
                <a:ext cx="70560" cy="117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3E45B45-311A-4A29-4929-CF909AA64A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1290" y="2553929"/>
                  <a:ext cx="88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043E210-A0D8-E393-4372-8E4708B424A7}"/>
                    </a:ext>
                  </a:extLst>
                </p14:cNvPr>
                <p14:cNvContentPartPr/>
                <p14:nvPr/>
              </p14:nvContentPartPr>
              <p14:xfrm>
                <a:off x="557050" y="2536649"/>
                <a:ext cx="29520" cy="1260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043E210-A0D8-E393-4372-8E4708B424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8410" y="2528009"/>
                  <a:ext cx="47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2B6E53F-468A-6E5D-604A-C91519E6585D}"/>
                    </a:ext>
                  </a:extLst>
                </p14:cNvPr>
                <p14:cNvContentPartPr/>
                <p14:nvPr/>
              </p14:nvContentPartPr>
              <p14:xfrm>
                <a:off x="571450" y="2541329"/>
                <a:ext cx="52200" cy="1141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2B6E53F-468A-6E5D-604A-C91519E658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450" y="2532689"/>
                  <a:ext cx="69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13C7E5C-852A-7A6D-87FF-CA48A0B2239E}"/>
                    </a:ext>
                  </a:extLst>
                </p14:cNvPr>
                <p14:cNvContentPartPr/>
                <p14:nvPr/>
              </p14:nvContentPartPr>
              <p14:xfrm>
                <a:off x="632650" y="2471849"/>
                <a:ext cx="134280" cy="1756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13C7E5C-852A-7A6D-87FF-CA48A0B223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3650" y="2462849"/>
                  <a:ext cx="15192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D33DF4A-96D9-45E5-14D1-C113C4C859B9}"/>
              </a:ext>
            </a:extLst>
          </p:cNvPr>
          <p:cNvGrpSpPr/>
          <p:nvPr/>
        </p:nvGrpSpPr>
        <p:grpSpPr>
          <a:xfrm>
            <a:off x="1740370" y="2555729"/>
            <a:ext cx="275040" cy="203760"/>
            <a:chOff x="1740370" y="2555729"/>
            <a:chExt cx="27504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351A4F8-4A69-CBE1-0D53-B9A49558FAB7}"/>
                    </a:ext>
                  </a:extLst>
                </p14:cNvPr>
                <p14:cNvContentPartPr/>
                <p14:nvPr/>
              </p14:nvContentPartPr>
              <p14:xfrm>
                <a:off x="1740370" y="2566169"/>
                <a:ext cx="100800" cy="1173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351A4F8-4A69-CBE1-0D53-B9A49558FA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31370" y="2557529"/>
                  <a:ext cx="118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E6A838B-0465-DE83-9E52-470F76536BA1}"/>
                    </a:ext>
                  </a:extLst>
                </p14:cNvPr>
                <p14:cNvContentPartPr/>
                <p14:nvPr/>
              </p14:nvContentPartPr>
              <p14:xfrm>
                <a:off x="1808410" y="2555729"/>
                <a:ext cx="92520" cy="1202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E6A838B-0465-DE83-9E52-470F76536B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9410" y="2547089"/>
                  <a:ext cx="110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48F41B3-1A82-74F2-5CE7-BFC6D786C55D}"/>
                    </a:ext>
                  </a:extLst>
                </p14:cNvPr>
                <p14:cNvContentPartPr/>
                <p14:nvPr/>
              </p14:nvContentPartPr>
              <p14:xfrm>
                <a:off x="1845490" y="2709809"/>
                <a:ext cx="15840" cy="49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48F41B3-1A82-74F2-5CE7-BFC6D786C5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36490" y="2701169"/>
                  <a:ext cx="33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5362A88-6B97-BE69-553D-E656BA4131B0}"/>
                    </a:ext>
                  </a:extLst>
                </p14:cNvPr>
                <p14:cNvContentPartPr/>
                <p14:nvPr/>
              </p14:nvContentPartPr>
              <p14:xfrm>
                <a:off x="1845130" y="2674889"/>
                <a:ext cx="73800" cy="666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5362A88-6B97-BE69-553D-E656BA4131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36130" y="2665889"/>
                  <a:ext cx="91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5D410AC-8D21-EEF0-0BDE-F898FA9A0BF4}"/>
                    </a:ext>
                  </a:extLst>
                </p14:cNvPr>
                <p14:cNvContentPartPr/>
                <p14:nvPr/>
              </p14:nvContentPartPr>
              <p14:xfrm>
                <a:off x="1908130" y="2564369"/>
                <a:ext cx="68040" cy="817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5D410AC-8D21-EEF0-0BDE-F898FA9A0B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99490" y="2555729"/>
                  <a:ext cx="85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2D32FDC-5E14-0D71-9B86-1B8A5A2E1CE7}"/>
                    </a:ext>
                  </a:extLst>
                </p14:cNvPr>
                <p14:cNvContentPartPr/>
                <p14:nvPr/>
              </p14:nvContentPartPr>
              <p14:xfrm>
                <a:off x="1914250" y="2619089"/>
                <a:ext cx="98640" cy="381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2D32FDC-5E14-0D71-9B86-1B8A5A2E1C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05610" y="2610449"/>
                  <a:ext cx="116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299A486-0449-9AAC-6EA8-ACAE7E956F24}"/>
                    </a:ext>
                  </a:extLst>
                </p14:cNvPr>
                <p14:cNvContentPartPr/>
                <p14:nvPr/>
              </p14:nvContentPartPr>
              <p14:xfrm>
                <a:off x="1955650" y="2655089"/>
                <a:ext cx="59760" cy="98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299A486-0449-9AAC-6EA8-ACAE7E956F2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46650" y="2646089"/>
                  <a:ext cx="774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2226A7D-D5DC-BAEB-73B8-0A525CEEC003}"/>
              </a:ext>
            </a:extLst>
          </p:cNvPr>
          <p:cNvGrpSpPr/>
          <p:nvPr/>
        </p:nvGrpSpPr>
        <p:grpSpPr>
          <a:xfrm>
            <a:off x="1805170" y="3650129"/>
            <a:ext cx="317160" cy="160560"/>
            <a:chOff x="1805170" y="3650129"/>
            <a:chExt cx="31716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BFA33EA-530A-5532-3B9C-3F5B63D45AA5}"/>
                    </a:ext>
                  </a:extLst>
                </p14:cNvPr>
                <p14:cNvContentPartPr/>
                <p14:nvPr/>
              </p14:nvContentPartPr>
              <p14:xfrm>
                <a:off x="1805170" y="3672449"/>
                <a:ext cx="92160" cy="1382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BFA33EA-530A-5532-3B9C-3F5B63D45A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96530" y="3663449"/>
                  <a:ext cx="109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C3A609E-3F35-8C78-C4A8-DBEFCB765083}"/>
                    </a:ext>
                  </a:extLst>
                </p14:cNvPr>
                <p14:cNvContentPartPr/>
                <p14:nvPr/>
              </p14:nvContentPartPr>
              <p14:xfrm>
                <a:off x="1906330" y="3658769"/>
                <a:ext cx="40680" cy="137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C3A609E-3F35-8C78-C4A8-DBEFCB7650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7690" y="3649769"/>
                  <a:ext cx="58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1C8F78D-F489-5858-A701-BC0BE8EA3F1E}"/>
                    </a:ext>
                  </a:extLst>
                </p14:cNvPr>
                <p14:cNvContentPartPr/>
                <p14:nvPr/>
              </p14:nvContentPartPr>
              <p14:xfrm>
                <a:off x="1930090" y="3658769"/>
                <a:ext cx="70200" cy="1321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1C8F78D-F489-5858-A701-BC0BE8EA3F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1450" y="3650129"/>
                  <a:ext cx="878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D3F62DD-BDF6-D633-374D-EA945F51AD05}"/>
                    </a:ext>
                  </a:extLst>
                </p14:cNvPr>
                <p14:cNvContentPartPr/>
                <p14:nvPr/>
              </p14:nvContentPartPr>
              <p14:xfrm>
                <a:off x="1989490" y="3650129"/>
                <a:ext cx="132840" cy="1407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D3F62DD-BDF6-D633-374D-EA945F51AD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80850" y="3641129"/>
                  <a:ext cx="15048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4324092B-BF17-7FA4-2634-C5490869D0B3}"/>
                  </a:ext>
                </a:extLst>
              </p14:cNvPr>
              <p14:cNvContentPartPr/>
              <p14:nvPr/>
            </p14:nvContentPartPr>
            <p14:xfrm>
              <a:off x="1088410" y="4329449"/>
              <a:ext cx="457920" cy="4431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4324092B-BF17-7FA4-2634-C5490869D0B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9770" y="4320809"/>
                <a:ext cx="4755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3764C718-78D6-E4F2-1126-9E26EFE27B79}"/>
                  </a:ext>
                </a:extLst>
              </p14:cNvPr>
              <p14:cNvContentPartPr/>
              <p14:nvPr/>
            </p14:nvContentPartPr>
            <p14:xfrm>
              <a:off x="2489530" y="4631489"/>
              <a:ext cx="510480" cy="4536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3764C718-78D6-E4F2-1126-9E26EFE27B7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80890" y="4622489"/>
                <a:ext cx="52812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A5422FFC-33A5-F8EF-59BE-31E66E693BCA}"/>
                  </a:ext>
                </a:extLst>
              </p14:cNvPr>
              <p14:cNvContentPartPr/>
              <p14:nvPr/>
            </p14:nvContentPartPr>
            <p14:xfrm>
              <a:off x="1563610" y="4417289"/>
              <a:ext cx="266040" cy="17424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A5422FFC-33A5-F8EF-59BE-31E66E693B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54610" y="4408289"/>
                <a:ext cx="2836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702C9C6F-1F59-D8D8-D8F1-AE3A88886999}"/>
                  </a:ext>
                </a:extLst>
              </p14:cNvPr>
              <p14:cNvContentPartPr/>
              <p14:nvPr/>
            </p14:nvContentPartPr>
            <p14:xfrm>
              <a:off x="1735330" y="4528889"/>
              <a:ext cx="136800" cy="8712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702C9C6F-1F59-D8D8-D8F1-AE3A8888699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26690" y="4519889"/>
                <a:ext cx="1544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384" name="잉크 16383">
                <a:extLst>
                  <a:ext uri="{FF2B5EF4-FFF2-40B4-BE49-F238E27FC236}">
                    <a16:creationId xmlns:a16="http://schemas.microsoft.com/office/drawing/2014/main" id="{2485DA40-F385-07B0-603C-70054358B934}"/>
                  </a:ext>
                </a:extLst>
              </p14:cNvPr>
              <p14:cNvContentPartPr/>
              <p14:nvPr/>
            </p14:nvContentPartPr>
            <p14:xfrm>
              <a:off x="2007130" y="4527449"/>
              <a:ext cx="510480" cy="161280"/>
            </p14:xfrm>
          </p:contentPart>
        </mc:Choice>
        <mc:Fallback xmlns="">
          <p:pic>
            <p:nvPicPr>
              <p:cNvPr id="16384" name="잉크 16383">
                <a:extLst>
                  <a:ext uri="{FF2B5EF4-FFF2-40B4-BE49-F238E27FC236}">
                    <a16:creationId xmlns:a16="http://schemas.microsoft.com/office/drawing/2014/main" id="{2485DA40-F385-07B0-603C-70054358B93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98490" y="4518449"/>
                <a:ext cx="5281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385" name="잉크 16384">
                <a:extLst>
                  <a:ext uri="{FF2B5EF4-FFF2-40B4-BE49-F238E27FC236}">
                    <a16:creationId xmlns:a16="http://schemas.microsoft.com/office/drawing/2014/main" id="{632D8DD9-17FA-B210-92C8-93E6B3B80873}"/>
                  </a:ext>
                </a:extLst>
              </p14:cNvPr>
              <p14:cNvContentPartPr/>
              <p14:nvPr/>
            </p14:nvContentPartPr>
            <p14:xfrm>
              <a:off x="2044930" y="4491449"/>
              <a:ext cx="133920" cy="133920"/>
            </p14:xfrm>
          </p:contentPart>
        </mc:Choice>
        <mc:Fallback xmlns="">
          <p:pic>
            <p:nvPicPr>
              <p:cNvPr id="16385" name="잉크 16384">
                <a:extLst>
                  <a:ext uri="{FF2B5EF4-FFF2-40B4-BE49-F238E27FC236}">
                    <a16:creationId xmlns:a16="http://schemas.microsoft.com/office/drawing/2014/main" id="{632D8DD9-17FA-B210-92C8-93E6B3B8087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35930" y="4482809"/>
                <a:ext cx="1515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387" name="잉크 16386">
                <a:extLst>
                  <a:ext uri="{FF2B5EF4-FFF2-40B4-BE49-F238E27FC236}">
                    <a16:creationId xmlns:a16="http://schemas.microsoft.com/office/drawing/2014/main" id="{19953547-C850-E8D8-1153-6524261F51AE}"/>
                  </a:ext>
                </a:extLst>
              </p14:cNvPr>
              <p14:cNvContentPartPr/>
              <p14:nvPr/>
            </p14:nvContentPartPr>
            <p14:xfrm>
              <a:off x="2065090" y="4603409"/>
              <a:ext cx="121680" cy="25560"/>
            </p14:xfrm>
          </p:contentPart>
        </mc:Choice>
        <mc:Fallback xmlns="">
          <p:pic>
            <p:nvPicPr>
              <p:cNvPr id="16387" name="잉크 16386">
                <a:extLst>
                  <a:ext uri="{FF2B5EF4-FFF2-40B4-BE49-F238E27FC236}">
                    <a16:creationId xmlns:a16="http://schemas.microsoft.com/office/drawing/2014/main" id="{19953547-C850-E8D8-1153-6524261F51A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56450" y="4594409"/>
                <a:ext cx="1393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391" name="잉크 16390">
                <a:extLst>
                  <a:ext uri="{FF2B5EF4-FFF2-40B4-BE49-F238E27FC236}">
                    <a16:creationId xmlns:a16="http://schemas.microsoft.com/office/drawing/2014/main" id="{46DE7082-E312-0BA0-AD57-BE525E54DD8F}"/>
                  </a:ext>
                </a:extLst>
              </p14:cNvPr>
              <p14:cNvContentPartPr/>
              <p14:nvPr/>
            </p14:nvContentPartPr>
            <p14:xfrm>
              <a:off x="1547410" y="4714289"/>
              <a:ext cx="90720" cy="140760"/>
            </p14:xfrm>
          </p:contentPart>
        </mc:Choice>
        <mc:Fallback xmlns="">
          <p:pic>
            <p:nvPicPr>
              <p:cNvPr id="16391" name="잉크 16390">
                <a:extLst>
                  <a:ext uri="{FF2B5EF4-FFF2-40B4-BE49-F238E27FC236}">
                    <a16:creationId xmlns:a16="http://schemas.microsoft.com/office/drawing/2014/main" id="{46DE7082-E312-0BA0-AD57-BE525E54DD8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38770" y="4705289"/>
                <a:ext cx="108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392" name="잉크 16391">
                <a:extLst>
                  <a:ext uri="{FF2B5EF4-FFF2-40B4-BE49-F238E27FC236}">
                    <a16:creationId xmlns:a16="http://schemas.microsoft.com/office/drawing/2014/main" id="{27053A28-92C3-0046-2F3E-1C6554F42522}"/>
                  </a:ext>
                </a:extLst>
              </p14:cNvPr>
              <p14:cNvContentPartPr/>
              <p14:nvPr/>
            </p14:nvContentPartPr>
            <p14:xfrm>
              <a:off x="1636690" y="4728329"/>
              <a:ext cx="63720" cy="119520"/>
            </p14:xfrm>
          </p:contentPart>
        </mc:Choice>
        <mc:Fallback xmlns="">
          <p:pic>
            <p:nvPicPr>
              <p:cNvPr id="16392" name="잉크 16391">
                <a:extLst>
                  <a:ext uri="{FF2B5EF4-FFF2-40B4-BE49-F238E27FC236}">
                    <a16:creationId xmlns:a16="http://schemas.microsoft.com/office/drawing/2014/main" id="{27053A28-92C3-0046-2F3E-1C6554F4252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28050" y="4719689"/>
                <a:ext cx="813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394" name="잉크 16393">
                <a:extLst>
                  <a:ext uri="{FF2B5EF4-FFF2-40B4-BE49-F238E27FC236}">
                    <a16:creationId xmlns:a16="http://schemas.microsoft.com/office/drawing/2014/main" id="{182879F5-0785-35DC-2F6A-5EB3087B6095}"/>
                  </a:ext>
                </a:extLst>
              </p14:cNvPr>
              <p14:cNvContentPartPr/>
              <p14:nvPr/>
            </p14:nvContentPartPr>
            <p14:xfrm>
              <a:off x="1692490" y="4695929"/>
              <a:ext cx="53640" cy="75960"/>
            </p14:xfrm>
          </p:contentPart>
        </mc:Choice>
        <mc:Fallback xmlns="">
          <p:pic>
            <p:nvPicPr>
              <p:cNvPr id="16394" name="잉크 16393">
                <a:extLst>
                  <a:ext uri="{FF2B5EF4-FFF2-40B4-BE49-F238E27FC236}">
                    <a16:creationId xmlns:a16="http://schemas.microsoft.com/office/drawing/2014/main" id="{182879F5-0785-35DC-2F6A-5EB3087B609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83850" y="4686929"/>
                <a:ext cx="712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415" name="잉크 16414">
                <a:extLst>
                  <a:ext uri="{FF2B5EF4-FFF2-40B4-BE49-F238E27FC236}">
                    <a16:creationId xmlns:a16="http://schemas.microsoft.com/office/drawing/2014/main" id="{D3DE09BE-815D-EA94-A080-931DDA3F4630}"/>
                  </a:ext>
                </a:extLst>
              </p14:cNvPr>
              <p14:cNvContentPartPr/>
              <p14:nvPr/>
            </p14:nvContentPartPr>
            <p14:xfrm>
              <a:off x="1689250" y="4764689"/>
              <a:ext cx="78840" cy="113040"/>
            </p14:xfrm>
          </p:contentPart>
        </mc:Choice>
        <mc:Fallback xmlns="">
          <p:pic>
            <p:nvPicPr>
              <p:cNvPr id="16415" name="잉크 16414">
                <a:extLst>
                  <a:ext uri="{FF2B5EF4-FFF2-40B4-BE49-F238E27FC236}">
                    <a16:creationId xmlns:a16="http://schemas.microsoft.com/office/drawing/2014/main" id="{D3DE09BE-815D-EA94-A080-931DDA3F463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80250" y="4755689"/>
                <a:ext cx="964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264" name="잉크 11263">
                <a:extLst>
                  <a:ext uri="{FF2B5EF4-FFF2-40B4-BE49-F238E27FC236}">
                    <a16:creationId xmlns:a16="http://schemas.microsoft.com/office/drawing/2014/main" id="{C2A5A781-6029-F878-390F-8C9083E55F68}"/>
                  </a:ext>
                </a:extLst>
              </p14:cNvPr>
              <p14:cNvContentPartPr/>
              <p14:nvPr/>
            </p14:nvContentPartPr>
            <p14:xfrm>
              <a:off x="1743250" y="4757489"/>
              <a:ext cx="67320" cy="98280"/>
            </p14:xfrm>
          </p:contentPart>
        </mc:Choice>
        <mc:Fallback xmlns="">
          <p:pic>
            <p:nvPicPr>
              <p:cNvPr id="11264" name="잉크 11263">
                <a:extLst>
                  <a:ext uri="{FF2B5EF4-FFF2-40B4-BE49-F238E27FC236}">
                    <a16:creationId xmlns:a16="http://schemas.microsoft.com/office/drawing/2014/main" id="{C2A5A781-6029-F878-390F-8C9083E55F6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34250" y="4748489"/>
                <a:ext cx="849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265" name="잉크 11264">
                <a:extLst>
                  <a:ext uri="{FF2B5EF4-FFF2-40B4-BE49-F238E27FC236}">
                    <a16:creationId xmlns:a16="http://schemas.microsoft.com/office/drawing/2014/main" id="{7350B584-586C-9FC5-A4A3-21AFD3F535AA}"/>
                  </a:ext>
                </a:extLst>
              </p14:cNvPr>
              <p14:cNvContentPartPr/>
              <p14:nvPr/>
            </p14:nvContentPartPr>
            <p14:xfrm>
              <a:off x="1774930" y="4738769"/>
              <a:ext cx="106920" cy="165600"/>
            </p14:xfrm>
          </p:contentPart>
        </mc:Choice>
        <mc:Fallback xmlns="">
          <p:pic>
            <p:nvPicPr>
              <p:cNvPr id="11265" name="잉크 11264">
                <a:extLst>
                  <a:ext uri="{FF2B5EF4-FFF2-40B4-BE49-F238E27FC236}">
                    <a16:creationId xmlns:a16="http://schemas.microsoft.com/office/drawing/2014/main" id="{7350B584-586C-9FC5-A4A3-21AFD3F535A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65930" y="4729769"/>
                <a:ext cx="1245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266" name="잉크 11265">
                <a:extLst>
                  <a:ext uri="{FF2B5EF4-FFF2-40B4-BE49-F238E27FC236}">
                    <a16:creationId xmlns:a16="http://schemas.microsoft.com/office/drawing/2014/main" id="{5EBD5D8D-BCB2-C663-1533-4CC7D12E67F6}"/>
                  </a:ext>
                </a:extLst>
              </p14:cNvPr>
              <p14:cNvContentPartPr/>
              <p14:nvPr/>
            </p14:nvContentPartPr>
            <p14:xfrm>
              <a:off x="1849810" y="4748849"/>
              <a:ext cx="106560" cy="121320"/>
            </p14:xfrm>
          </p:contentPart>
        </mc:Choice>
        <mc:Fallback xmlns="">
          <p:pic>
            <p:nvPicPr>
              <p:cNvPr id="11266" name="잉크 11265">
                <a:extLst>
                  <a:ext uri="{FF2B5EF4-FFF2-40B4-BE49-F238E27FC236}">
                    <a16:creationId xmlns:a16="http://schemas.microsoft.com/office/drawing/2014/main" id="{5EBD5D8D-BCB2-C663-1533-4CC7D12E67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41170" y="4740209"/>
                <a:ext cx="124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268" name="잉크 11267">
                <a:extLst>
                  <a:ext uri="{FF2B5EF4-FFF2-40B4-BE49-F238E27FC236}">
                    <a16:creationId xmlns:a16="http://schemas.microsoft.com/office/drawing/2014/main" id="{074C0F0C-4A55-6C77-67F0-F3262D193919}"/>
                  </a:ext>
                </a:extLst>
              </p14:cNvPr>
              <p14:cNvContentPartPr/>
              <p14:nvPr/>
            </p14:nvContentPartPr>
            <p14:xfrm>
              <a:off x="1985170" y="4737329"/>
              <a:ext cx="125280" cy="83520"/>
            </p14:xfrm>
          </p:contentPart>
        </mc:Choice>
        <mc:Fallback xmlns="">
          <p:pic>
            <p:nvPicPr>
              <p:cNvPr id="11268" name="잉크 11267">
                <a:extLst>
                  <a:ext uri="{FF2B5EF4-FFF2-40B4-BE49-F238E27FC236}">
                    <a16:creationId xmlns:a16="http://schemas.microsoft.com/office/drawing/2014/main" id="{074C0F0C-4A55-6C77-67F0-F3262D1939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76530" y="4728329"/>
                <a:ext cx="1429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269" name="잉크 11268">
                <a:extLst>
                  <a:ext uri="{FF2B5EF4-FFF2-40B4-BE49-F238E27FC236}">
                    <a16:creationId xmlns:a16="http://schemas.microsoft.com/office/drawing/2014/main" id="{DF02056D-0A1A-5668-5B1D-08D576329FFD}"/>
                  </a:ext>
                </a:extLst>
              </p14:cNvPr>
              <p14:cNvContentPartPr/>
              <p14:nvPr/>
            </p14:nvContentPartPr>
            <p14:xfrm>
              <a:off x="2071930" y="4770089"/>
              <a:ext cx="10080" cy="53640"/>
            </p14:xfrm>
          </p:contentPart>
        </mc:Choice>
        <mc:Fallback xmlns="">
          <p:pic>
            <p:nvPicPr>
              <p:cNvPr id="11269" name="잉크 11268">
                <a:extLst>
                  <a:ext uri="{FF2B5EF4-FFF2-40B4-BE49-F238E27FC236}">
                    <a16:creationId xmlns:a16="http://schemas.microsoft.com/office/drawing/2014/main" id="{DF02056D-0A1A-5668-5B1D-08D576329FF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63290" y="4761089"/>
                <a:ext cx="277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270" name="잉크 11269">
                <a:extLst>
                  <a:ext uri="{FF2B5EF4-FFF2-40B4-BE49-F238E27FC236}">
                    <a16:creationId xmlns:a16="http://schemas.microsoft.com/office/drawing/2014/main" id="{CE17BB68-8953-F462-CF2D-CED137573F6A}"/>
                  </a:ext>
                </a:extLst>
              </p14:cNvPr>
              <p14:cNvContentPartPr/>
              <p14:nvPr/>
            </p14:nvContentPartPr>
            <p14:xfrm>
              <a:off x="2031970" y="4802489"/>
              <a:ext cx="100080" cy="81000"/>
            </p14:xfrm>
          </p:contentPart>
        </mc:Choice>
        <mc:Fallback xmlns="">
          <p:pic>
            <p:nvPicPr>
              <p:cNvPr id="11270" name="잉크 11269">
                <a:extLst>
                  <a:ext uri="{FF2B5EF4-FFF2-40B4-BE49-F238E27FC236}">
                    <a16:creationId xmlns:a16="http://schemas.microsoft.com/office/drawing/2014/main" id="{CE17BB68-8953-F462-CF2D-CED137573F6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23330" y="4793489"/>
                <a:ext cx="1177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271" name="잉크 11270">
                <a:extLst>
                  <a:ext uri="{FF2B5EF4-FFF2-40B4-BE49-F238E27FC236}">
                    <a16:creationId xmlns:a16="http://schemas.microsoft.com/office/drawing/2014/main" id="{6EAF88C1-C14A-871C-DECE-8DE90AF40DD4}"/>
                  </a:ext>
                </a:extLst>
              </p14:cNvPr>
              <p14:cNvContentPartPr/>
              <p14:nvPr/>
            </p14:nvContentPartPr>
            <p14:xfrm>
              <a:off x="2113330" y="4737329"/>
              <a:ext cx="84960" cy="52560"/>
            </p14:xfrm>
          </p:contentPart>
        </mc:Choice>
        <mc:Fallback xmlns="">
          <p:pic>
            <p:nvPicPr>
              <p:cNvPr id="11271" name="잉크 11270">
                <a:extLst>
                  <a:ext uri="{FF2B5EF4-FFF2-40B4-BE49-F238E27FC236}">
                    <a16:creationId xmlns:a16="http://schemas.microsoft.com/office/drawing/2014/main" id="{6EAF88C1-C14A-871C-DECE-8DE90AF40DD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04330" y="4728329"/>
                <a:ext cx="1026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272" name="잉크 11271">
                <a:extLst>
                  <a:ext uri="{FF2B5EF4-FFF2-40B4-BE49-F238E27FC236}">
                    <a16:creationId xmlns:a16="http://schemas.microsoft.com/office/drawing/2014/main" id="{D46B7DAD-B362-1D36-2891-A99F3F7AFDD2}"/>
                  </a:ext>
                </a:extLst>
              </p14:cNvPr>
              <p14:cNvContentPartPr/>
              <p14:nvPr/>
            </p14:nvContentPartPr>
            <p14:xfrm>
              <a:off x="2120530" y="4772249"/>
              <a:ext cx="120960" cy="113400"/>
            </p14:xfrm>
          </p:contentPart>
        </mc:Choice>
        <mc:Fallback xmlns="">
          <p:pic>
            <p:nvPicPr>
              <p:cNvPr id="11272" name="잉크 11271">
                <a:extLst>
                  <a:ext uri="{FF2B5EF4-FFF2-40B4-BE49-F238E27FC236}">
                    <a16:creationId xmlns:a16="http://schemas.microsoft.com/office/drawing/2014/main" id="{D46B7DAD-B362-1D36-2891-A99F3F7AFD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111530" y="4763609"/>
                <a:ext cx="1386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273" name="잉크 11272">
                <a:extLst>
                  <a:ext uri="{FF2B5EF4-FFF2-40B4-BE49-F238E27FC236}">
                    <a16:creationId xmlns:a16="http://schemas.microsoft.com/office/drawing/2014/main" id="{496E3C8A-4757-9A7A-14D7-1D653B6A970F}"/>
                  </a:ext>
                </a:extLst>
              </p14:cNvPr>
              <p14:cNvContentPartPr/>
              <p14:nvPr/>
            </p14:nvContentPartPr>
            <p14:xfrm>
              <a:off x="2201170" y="4802129"/>
              <a:ext cx="26640" cy="71280"/>
            </p14:xfrm>
          </p:contentPart>
        </mc:Choice>
        <mc:Fallback xmlns="">
          <p:pic>
            <p:nvPicPr>
              <p:cNvPr id="11273" name="잉크 11272">
                <a:extLst>
                  <a:ext uri="{FF2B5EF4-FFF2-40B4-BE49-F238E27FC236}">
                    <a16:creationId xmlns:a16="http://schemas.microsoft.com/office/drawing/2014/main" id="{496E3C8A-4757-9A7A-14D7-1D653B6A97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192170" y="4793129"/>
                <a:ext cx="442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274" name="잉크 11273">
                <a:extLst>
                  <a:ext uri="{FF2B5EF4-FFF2-40B4-BE49-F238E27FC236}">
                    <a16:creationId xmlns:a16="http://schemas.microsoft.com/office/drawing/2014/main" id="{85FEDA12-A811-E166-1DB6-169938E918F4}"/>
                  </a:ext>
                </a:extLst>
              </p14:cNvPr>
              <p14:cNvContentPartPr/>
              <p14:nvPr/>
            </p14:nvContentPartPr>
            <p14:xfrm>
              <a:off x="1776010" y="5003009"/>
              <a:ext cx="90000" cy="115560"/>
            </p14:xfrm>
          </p:contentPart>
        </mc:Choice>
        <mc:Fallback xmlns="">
          <p:pic>
            <p:nvPicPr>
              <p:cNvPr id="11274" name="잉크 11273">
                <a:extLst>
                  <a:ext uri="{FF2B5EF4-FFF2-40B4-BE49-F238E27FC236}">
                    <a16:creationId xmlns:a16="http://schemas.microsoft.com/office/drawing/2014/main" id="{85FEDA12-A811-E166-1DB6-169938E918F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67370" y="4994369"/>
                <a:ext cx="1076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275" name="잉크 11274">
                <a:extLst>
                  <a:ext uri="{FF2B5EF4-FFF2-40B4-BE49-F238E27FC236}">
                    <a16:creationId xmlns:a16="http://schemas.microsoft.com/office/drawing/2014/main" id="{1577F569-7D31-65B0-1B30-EC888329A23E}"/>
                  </a:ext>
                </a:extLst>
              </p14:cNvPr>
              <p14:cNvContentPartPr/>
              <p14:nvPr/>
            </p14:nvContentPartPr>
            <p14:xfrm>
              <a:off x="1870690" y="4990409"/>
              <a:ext cx="66600" cy="111960"/>
            </p14:xfrm>
          </p:contentPart>
        </mc:Choice>
        <mc:Fallback xmlns="">
          <p:pic>
            <p:nvPicPr>
              <p:cNvPr id="11275" name="잉크 11274">
                <a:extLst>
                  <a:ext uri="{FF2B5EF4-FFF2-40B4-BE49-F238E27FC236}">
                    <a16:creationId xmlns:a16="http://schemas.microsoft.com/office/drawing/2014/main" id="{1577F569-7D31-65B0-1B30-EC888329A23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861690" y="4981409"/>
                <a:ext cx="842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276" name="잉크 11275">
                <a:extLst>
                  <a:ext uri="{FF2B5EF4-FFF2-40B4-BE49-F238E27FC236}">
                    <a16:creationId xmlns:a16="http://schemas.microsoft.com/office/drawing/2014/main" id="{E91EEFC5-58D1-2433-577B-3B1A9B9265F1}"/>
                  </a:ext>
                </a:extLst>
              </p14:cNvPr>
              <p14:cNvContentPartPr/>
              <p14:nvPr/>
            </p14:nvContentPartPr>
            <p14:xfrm>
              <a:off x="1909570" y="4967369"/>
              <a:ext cx="92160" cy="68040"/>
            </p14:xfrm>
          </p:contentPart>
        </mc:Choice>
        <mc:Fallback xmlns="">
          <p:pic>
            <p:nvPicPr>
              <p:cNvPr id="11276" name="잉크 11275">
                <a:extLst>
                  <a:ext uri="{FF2B5EF4-FFF2-40B4-BE49-F238E27FC236}">
                    <a16:creationId xmlns:a16="http://schemas.microsoft.com/office/drawing/2014/main" id="{E91EEFC5-58D1-2433-577B-3B1A9B9265F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00930" y="4958369"/>
                <a:ext cx="1098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277" name="잉크 11276">
                <a:extLst>
                  <a:ext uri="{FF2B5EF4-FFF2-40B4-BE49-F238E27FC236}">
                    <a16:creationId xmlns:a16="http://schemas.microsoft.com/office/drawing/2014/main" id="{1D99C5CB-0F12-9196-5359-159CDDE5F920}"/>
                  </a:ext>
                </a:extLst>
              </p14:cNvPr>
              <p14:cNvContentPartPr/>
              <p14:nvPr/>
            </p14:nvContentPartPr>
            <p14:xfrm>
              <a:off x="1939810" y="5033969"/>
              <a:ext cx="94680" cy="101160"/>
            </p14:xfrm>
          </p:contentPart>
        </mc:Choice>
        <mc:Fallback xmlns="">
          <p:pic>
            <p:nvPicPr>
              <p:cNvPr id="11277" name="잉크 11276">
                <a:extLst>
                  <a:ext uri="{FF2B5EF4-FFF2-40B4-BE49-F238E27FC236}">
                    <a16:creationId xmlns:a16="http://schemas.microsoft.com/office/drawing/2014/main" id="{1D99C5CB-0F12-9196-5359-159CDDE5F92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31170" y="5024969"/>
                <a:ext cx="1123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278" name="잉크 11277">
                <a:extLst>
                  <a:ext uri="{FF2B5EF4-FFF2-40B4-BE49-F238E27FC236}">
                    <a16:creationId xmlns:a16="http://schemas.microsoft.com/office/drawing/2014/main" id="{61D92D31-FB21-1974-4FB7-B77468227925}"/>
                  </a:ext>
                </a:extLst>
              </p14:cNvPr>
              <p14:cNvContentPartPr/>
              <p14:nvPr/>
            </p14:nvContentPartPr>
            <p14:xfrm>
              <a:off x="1979770" y="5064929"/>
              <a:ext cx="86760" cy="65880"/>
            </p14:xfrm>
          </p:contentPart>
        </mc:Choice>
        <mc:Fallback xmlns="">
          <p:pic>
            <p:nvPicPr>
              <p:cNvPr id="11278" name="잉크 11277">
                <a:extLst>
                  <a:ext uri="{FF2B5EF4-FFF2-40B4-BE49-F238E27FC236}">
                    <a16:creationId xmlns:a16="http://schemas.microsoft.com/office/drawing/2014/main" id="{61D92D31-FB21-1974-4FB7-B7746822792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970770" y="5056289"/>
                <a:ext cx="1044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279" name="잉크 11278">
                <a:extLst>
                  <a:ext uri="{FF2B5EF4-FFF2-40B4-BE49-F238E27FC236}">
                    <a16:creationId xmlns:a16="http://schemas.microsoft.com/office/drawing/2014/main" id="{B8B75D1E-AFB5-A3CE-3B81-BA7951789F4F}"/>
                  </a:ext>
                </a:extLst>
              </p14:cNvPr>
              <p14:cNvContentPartPr/>
              <p14:nvPr/>
            </p14:nvContentPartPr>
            <p14:xfrm>
              <a:off x="2003170" y="5089049"/>
              <a:ext cx="83520" cy="51120"/>
            </p14:xfrm>
          </p:contentPart>
        </mc:Choice>
        <mc:Fallback xmlns="">
          <p:pic>
            <p:nvPicPr>
              <p:cNvPr id="11279" name="잉크 11278">
                <a:extLst>
                  <a:ext uri="{FF2B5EF4-FFF2-40B4-BE49-F238E27FC236}">
                    <a16:creationId xmlns:a16="http://schemas.microsoft.com/office/drawing/2014/main" id="{B8B75D1E-AFB5-A3CE-3B81-BA7951789F4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94170" y="5080409"/>
                <a:ext cx="10116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87" name="그룹 11286">
            <a:extLst>
              <a:ext uri="{FF2B5EF4-FFF2-40B4-BE49-F238E27FC236}">
                <a16:creationId xmlns:a16="http://schemas.microsoft.com/office/drawing/2014/main" id="{40771A2E-2049-46CA-7225-E66F71214873}"/>
              </a:ext>
            </a:extLst>
          </p:cNvPr>
          <p:cNvGrpSpPr/>
          <p:nvPr/>
        </p:nvGrpSpPr>
        <p:grpSpPr>
          <a:xfrm>
            <a:off x="2756650" y="3725369"/>
            <a:ext cx="687960" cy="804240"/>
            <a:chOff x="2756650" y="3725369"/>
            <a:chExt cx="687960" cy="80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280" name="잉크 11279">
                  <a:extLst>
                    <a:ext uri="{FF2B5EF4-FFF2-40B4-BE49-F238E27FC236}">
                      <a16:creationId xmlns:a16="http://schemas.microsoft.com/office/drawing/2014/main" id="{A50535B3-DACB-51E2-91DA-6FA0CF2F61C9}"/>
                    </a:ext>
                  </a:extLst>
                </p14:cNvPr>
                <p14:cNvContentPartPr/>
                <p14:nvPr/>
              </p14:nvContentPartPr>
              <p14:xfrm>
                <a:off x="2756650" y="3725369"/>
                <a:ext cx="247680" cy="804240"/>
              </p14:xfrm>
            </p:contentPart>
          </mc:Choice>
          <mc:Fallback xmlns="">
            <p:pic>
              <p:nvPicPr>
                <p:cNvPr id="11280" name="잉크 11279">
                  <a:extLst>
                    <a:ext uri="{FF2B5EF4-FFF2-40B4-BE49-F238E27FC236}">
                      <a16:creationId xmlns:a16="http://schemas.microsoft.com/office/drawing/2014/main" id="{A50535B3-DACB-51E2-91DA-6FA0CF2F61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48010" y="3716729"/>
                  <a:ext cx="26532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281" name="잉크 11280">
                  <a:extLst>
                    <a:ext uri="{FF2B5EF4-FFF2-40B4-BE49-F238E27FC236}">
                      <a16:creationId xmlns:a16="http://schemas.microsoft.com/office/drawing/2014/main" id="{39B9901F-E089-7ED6-7518-4A6369C82A13}"/>
                    </a:ext>
                  </a:extLst>
                </p14:cNvPr>
                <p14:cNvContentPartPr/>
                <p14:nvPr/>
              </p14:nvContentPartPr>
              <p14:xfrm>
                <a:off x="3026650" y="4022369"/>
                <a:ext cx="417960" cy="170280"/>
              </p14:xfrm>
            </p:contentPart>
          </mc:Choice>
          <mc:Fallback xmlns="">
            <p:pic>
              <p:nvPicPr>
                <p:cNvPr id="11281" name="잉크 11280">
                  <a:extLst>
                    <a:ext uri="{FF2B5EF4-FFF2-40B4-BE49-F238E27FC236}">
                      <a16:creationId xmlns:a16="http://schemas.microsoft.com/office/drawing/2014/main" id="{39B9901F-E089-7ED6-7518-4A6369C82A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18010" y="4013369"/>
                  <a:ext cx="435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284" name="잉크 11283">
                  <a:extLst>
                    <a:ext uri="{FF2B5EF4-FFF2-40B4-BE49-F238E27FC236}">
                      <a16:creationId xmlns:a16="http://schemas.microsoft.com/office/drawing/2014/main" id="{92D51B63-4721-B429-31AD-4EA0BF14C1A9}"/>
                    </a:ext>
                  </a:extLst>
                </p14:cNvPr>
                <p14:cNvContentPartPr/>
                <p14:nvPr/>
              </p14:nvContentPartPr>
              <p14:xfrm>
                <a:off x="2791570" y="3840209"/>
                <a:ext cx="152280" cy="171000"/>
              </p14:xfrm>
            </p:contentPart>
          </mc:Choice>
          <mc:Fallback xmlns="">
            <p:pic>
              <p:nvPicPr>
                <p:cNvPr id="11284" name="잉크 11283">
                  <a:extLst>
                    <a:ext uri="{FF2B5EF4-FFF2-40B4-BE49-F238E27FC236}">
                      <a16:creationId xmlns:a16="http://schemas.microsoft.com/office/drawing/2014/main" id="{92D51B63-4721-B429-31AD-4EA0BF14C1A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82570" y="3831209"/>
                  <a:ext cx="169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285" name="잉크 11284">
                  <a:extLst>
                    <a:ext uri="{FF2B5EF4-FFF2-40B4-BE49-F238E27FC236}">
                      <a16:creationId xmlns:a16="http://schemas.microsoft.com/office/drawing/2014/main" id="{F9D844C7-9587-8F46-8012-CA77AD283ACA}"/>
                    </a:ext>
                  </a:extLst>
                </p14:cNvPr>
                <p14:cNvContentPartPr/>
                <p14:nvPr/>
              </p14:nvContentPartPr>
              <p14:xfrm>
                <a:off x="2781850" y="4007969"/>
                <a:ext cx="185760" cy="234720"/>
              </p14:xfrm>
            </p:contentPart>
          </mc:Choice>
          <mc:Fallback xmlns="">
            <p:pic>
              <p:nvPicPr>
                <p:cNvPr id="11285" name="잉크 11284">
                  <a:extLst>
                    <a:ext uri="{FF2B5EF4-FFF2-40B4-BE49-F238E27FC236}">
                      <a16:creationId xmlns:a16="http://schemas.microsoft.com/office/drawing/2014/main" id="{F9D844C7-9587-8F46-8012-CA77AD283A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72850" y="3998969"/>
                  <a:ext cx="203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286" name="잉크 11285">
                  <a:extLst>
                    <a:ext uri="{FF2B5EF4-FFF2-40B4-BE49-F238E27FC236}">
                      <a16:creationId xmlns:a16="http://schemas.microsoft.com/office/drawing/2014/main" id="{455E9CC2-C467-1BA5-7AFE-91C7B78FFD5F}"/>
                    </a:ext>
                  </a:extLst>
                </p14:cNvPr>
                <p14:cNvContentPartPr/>
                <p14:nvPr/>
              </p14:nvContentPartPr>
              <p14:xfrm>
                <a:off x="2759530" y="4247729"/>
                <a:ext cx="208800" cy="235080"/>
              </p14:xfrm>
            </p:contentPart>
          </mc:Choice>
          <mc:Fallback xmlns="">
            <p:pic>
              <p:nvPicPr>
                <p:cNvPr id="11286" name="잉크 11285">
                  <a:extLst>
                    <a:ext uri="{FF2B5EF4-FFF2-40B4-BE49-F238E27FC236}">
                      <a16:creationId xmlns:a16="http://schemas.microsoft.com/office/drawing/2014/main" id="{455E9CC2-C467-1BA5-7AFE-91C7B78FFD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50530" y="4239089"/>
                  <a:ext cx="2264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537" name="그룹 363536">
            <a:extLst>
              <a:ext uri="{FF2B5EF4-FFF2-40B4-BE49-F238E27FC236}">
                <a16:creationId xmlns:a16="http://schemas.microsoft.com/office/drawing/2014/main" id="{634EEC8F-0135-FFD8-008E-9270E51657A2}"/>
              </a:ext>
            </a:extLst>
          </p:cNvPr>
          <p:cNvGrpSpPr/>
          <p:nvPr/>
        </p:nvGrpSpPr>
        <p:grpSpPr>
          <a:xfrm>
            <a:off x="3427330" y="3786929"/>
            <a:ext cx="461880" cy="203760"/>
            <a:chOff x="3427330" y="3786929"/>
            <a:chExt cx="4618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288" name="잉크 11287">
                  <a:extLst>
                    <a:ext uri="{FF2B5EF4-FFF2-40B4-BE49-F238E27FC236}">
                      <a16:creationId xmlns:a16="http://schemas.microsoft.com/office/drawing/2014/main" id="{99B61166-307E-09B4-6D49-B6B52C4BD03E}"/>
                    </a:ext>
                  </a:extLst>
                </p14:cNvPr>
                <p14:cNvContentPartPr/>
                <p14:nvPr/>
              </p14:nvContentPartPr>
              <p14:xfrm>
                <a:off x="3427330" y="3854609"/>
                <a:ext cx="99000" cy="106920"/>
              </p14:xfrm>
            </p:contentPart>
          </mc:Choice>
          <mc:Fallback xmlns="">
            <p:pic>
              <p:nvPicPr>
                <p:cNvPr id="11288" name="잉크 11287">
                  <a:extLst>
                    <a:ext uri="{FF2B5EF4-FFF2-40B4-BE49-F238E27FC236}">
                      <a16:creationId xmlns:a16="http://schemas.microsoft.com/office/drawing/2014/main" id="{99B61166-307E-09B4-6D49-B6B52C4BD03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18690" y="3845609"/>
                  <a:ext cx="116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289" name="잉크 11288">
                  <a:extLst>
                    <a:ext uri="{FF2B5EF4-FFF2-40B4-BE49-F238E27FC236}">
                      <a16:creationId xmlns:a16="http://schemas.microsoft.com/office/drawing/2014/main" id="{397EFC32-7701-5C93-D14B-F28E720408A5}"/>
                    </a:ext>
                  </a:extLst>
                </p14:cNvPr>
                <p14:cNvContentPartPr/>
                <p14:nvPr/>
              </p14:nvContentPartPr>
              <p14:xfrm>
                <a:off x="3536770" y="3840209"/>
                <a:ext cx="60480" cy="107280"/>
              </p14:xfrm>
            </p:contentPart>
          </mc:Choice>
          <mc:Fallback xmlns="">
            <p:pic>
              <p:nvPicPr>
                <p:cNvPr id="11289" name="잉크 11288">
                  <a:extLst>
                    <a:ext uri="{FF2B5EF4-FFF2-40B4-BE49-F238E27FC236}">
                      <a16:creationId xmlns:a16="http://schemas.microsoft.com/office/drawing/2014/main" id="{397EFC32-7701-5C93-D14B-F28E720408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27770" y="3831209"/>
                  <a:ext cx="78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290" name="잉크 11289">
                  <a:extLst>
                    <a:ext uri="{FF2B5EF4-FFF2-40B4-BE49-F238E27FC236}">
                      <a16:creationId xmlns:a16="http://schemas.microsoft.com/office/drawing/2014/main" id="{F9653C03-20DC-3866-A314-4C768E1FE93F}"/>
                    </a:ext>
                  </a:extLst>
                </p14:cNvPr>
                <p14:cNvContentPartPr/>
                <p14:nvPr/>
              </p14:nvContentPartPr>
              <p14:xfrm>
                <a:off x="3585730" y="3810689"/>
                <a:ext cx="68760" cy="52920"/>
              </p14:xfrm>
            </p:contentPart>
          </mc:Choice>
          <mc:Fallback xmlns="">
            <p:pic>
              <p:nvPicPr>
                <p:cNvPr id="11290" name="잉크 11289">
                  <a:extLst>
                    <a:ext uri="{FF2B5EF4-FFF2-40B4-BE49-F238E27FC236}">
                      <a16:creationId xmlns:a16="http://schemas.microsoft.com/office/drawing/2014/main" id="{F9653C03-20DC-3866-A314-4C768E1FE9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77090" y="3802049"/>
                  <a:ext cx="86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291" name="잉크 11290">
                  <a:extLst>
                    <a:ext uri="{FF2B5EF4-FFF2-40B4-BE49-F238E27FC236}">
                      <a16:creationId xmlns:a16="http://schemas.microsoft.com/office/drawing/2014/main" id="{C0F60037-D9C1-D1B1-9BC1-86D645F0D81D}"/>
                    </a:ext>
                  </a:extLst>
                </p14:cNvPr>
                <p14:cNvContentPartPr/>
                <p14:nvPr/>
              </p14:nvContentPartPr>
              <p14:xfrm>
                <a:off x="3561610" y="3873689"/>
                <a:ext cx="86040" cy="108000"/>
              </p14:xfrm>
            </p:contentPart>
          </mc:Choice>
          <mc:Fallback xmlns="">
            <p:pic>
              <p:nvPicPr>
                <p:cNvPr id="11291" name="잉크 11290">
                  <a:extLst>
                    <a:ext uri="{FF2B5EF4-FFF2-40B4-BE49-F238E27FC236}">
                      <a16:creationId xmlns:a16="http://schemas.microsoft.com/office/drawing/2014/main" id="{C0F60037-D9C1-D1B1-9BC1-86D645F0D8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52970" y="3864689"/>
                  <a:ext cx="103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292" name="잉크 11291">
                  <a:extLst>
                    <a:ext uri="{FF2B5EF4-FFF2-40B4-BE49-F238E27FC236}">
                      <a16:creationId xmlns:a16="http://schemas.microsoft.com/office/drawing/2014/main" id="{8B1B8E20-E9D7-C275-6E57-7D2B75BA3CBA}"/>
                    </a:ext>
                  </a:extLst>
                </p14:cNvPr>
                <p14:cNvContentPartPr/>
                <p14:nvPr/>
              </p14:nvContentPartPr>
              <p14:xfrm>
                <a:off x="3623170" y="3838769"/>
                <a:ext cx="109800" cy="117000"/>
              </p14:xfrm>
            </p:contentPart>
          </mc:Choice>
          <mc:Fallback xmlns="">
            <p:pic>
              <p:nvPicPr>
                <p:cNvPr id="11292" name="잉크 11291">
                  <a:extLst>
                    <a:ext uri="{FF2B5EF4-FFF2-40B4-BE49-F238E27FC236}">
                      <a16:creationId xmlns:a16="http://schemas.microsoft.com/office/drawing/2014/main" id="{8B1B8E20-E9D7-C275-6E57-7D2B75BA3CB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14530" y="3829769"/>
                  <a:ext cx="127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93" name="잉크 11292">
                  <a:extLst>
                    <a:ext uri="{FF2B5EF4-FFF2-40B4-BE49-F238E27FC236}">
                      <a16:creationId xmlns:a16="http://schemas.microsoft.com/office/drawing/2014/main" id="{48BC76C5-AAF2-A371-716B-127D428E5434}"/>
                    </a:ext>
                  </a:extLst>
                </p14:cNvPr>
                <p14:cNvContentPartPr/>
                <p14:nvPr/>
              </p14:nvContentPartPr>
              <p14:xfrm>
                <a:off x="3696250" y="3953609"/>
                <a:ext cx="50760" cy="37080"/>
              </p14:xfrm>
            </p:contentPart>
          </mc:Choice>
          <mc:Fallback xmlns="">
            <p:pic>
              <p:nvPicPr>
                <p:cNvPr id="11293" name="잉크 11292">
                  <a:extLst>
                    <a:ext uri="{FF2B5EF4-FFF2-40B4-BE49-F238E27FC236}">
                      <a16:creationId xmlns:a16="http://schemas.microsoft.com/office/drawing/2014/main" id="{48BC76C5-AAF2-A371-716B-127D428E54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87610" y="3944969"/>
                  <a:ext cx="68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294" name="잉크 11293">
                  <a:extLst>
                    <a:ext uri="{FF2B5EF4-FFF2-40B4-BE49-F238E27FC236}">
                      <a16:creationId xmlns:a16="http://schemas.microsoft.com/office/drawing/2014/main" id="{28EF19AC-81CE-EC3B-A74D-EE0A57318C7A}"/>
                    </a:ext>
                  </a:extLst>
                </p14:cNvPr>
                <p14:cNvContentPartPr/>
                <p14:nvPr/>
              </p14:nvContentPartPr>
              <p14:xfrm>
                <a:off x="3747730" y="3801329"/>
                <a:ext cx="64080" cy="65160"/>
              </p14:xfrm>
            </p:contentPart>
          </mc:Choice>
          <mc:Fallback xmlns="">
            <p:pic>
              <p:nvPicPr>
                <p:cNvPr id="11294" name="잉크 11293">
                  <a:extLst>
                    <a:ext uri="{FF2B5EF4-FFF2-40B4-BE49-F238E27FC236}">
                      <a16:creationId xmlns:a16="http://schemas.microsoft.com/office/drawing/2014/main" id="{28EF19AC-81CE-EC3B-A74D-EE0A57318C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39090" y="3792689"/>
                  <a:ext cx="81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295" name="잉크 11294">
                  <a:extLst>
                    <a:ext uri="{FF2B5EF4-FFF2-40B4-BE49-F238E27FC236}">
                      <a16:creationId xmlns:a16="http://schemas.microsoft.com/office/drawing/2014/main" id="{D8872289-74C9-BF72-49D9-953DA5D1011F}"/>
                    </a:ext>
                  </a:extLst>
                </p14:cNvPr>
                <p14:cNvContentPartPr/>
                <p14:nvPr/>
              </p14:nvContentPartPr>
              <p14:xfrm>
                <a:off x="3750250" y="3871529"/>
                <a:ext cx="115920" cy="50760"/>
              </p14:xfrm>
            </p:contentPart>
          </mc:Choice>
          <mc:Fallback xmlns="">
            <p:pic>
              <p:nvPicPr>
                <p:cNvPr id="11295" name="잉크 11294">
                  <a:extLst>
                    <a:ext uri="{FF2B5EF4-FFF2-40B4-BE49-F238E27FC236}">
                      <a16:creationId xmlns:a16="http://schemas.microsoft.com/office/drawing/2014/main" id="{D8872289-74C9-BF72-49D9-953DA5D101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41250" y="3862529"/>
                  <a:ext cx="133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63520" name="잉크 363519">
                  <a:extLst>
                    <a:ext uri="{FF2B5EF4-FFF2-40B4-BE49-F238E27FC236}">
                      <a16:creationId xmlns:a16="http://schemas.microsoft.com/office/drawing/2014/main" id="{0E22E14E-7326-6607-0EF3-323E267E2A86}"/>
                    </a:ext>
                  </a:extLst>
                </p14:cNvPr>
                <p14:cNvContentPartPr/>
                <p14:nvPr/>
              </p14:nvContentPartPr>
              <p14:xfrm>
                <a:off x="3843490" y="3786929"/>
                <a:ext cx="45720" cy="167040"/>
              </p14:xfrm>
            </p:contentPart>
          </mc:Choice>
          <mc:Fallback xmlns="">
            <p:pic>
              <p:nvPicPr>
                <p:cNvPr id="363520" name="잉크 363519">
                  <a:extLst>
                    <a:ext uri="{FF2B5EF4-FFF2-40B4-BE49-F238E27FC236}">
                      <a16:creationId xmlns:a16="http://schemas.microsoft.com/office/drawing/2014/main" id="{0E22E14E-7326-6607-0EF3-323E267E2A8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34490" y="3777929"/>
                  <a:ext cx="6336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536" name="그룹 363535">
            <a:extLst>
              <a:ext uri="{FF2B5EF4-FFF2-40B4-BE49-F238E27FC236}">
                <a16:creationId xmlns:a16="http://schemas.microsoft.com/office/drawing/2014/main" id="{EDEF7501-1BEC-21F1-4245-0BA3373B6FC7}"/>
              </a:ext>
            </a:extLst>
          </p:cNvPr>
          <p:cNvGrpSpPr/>
          <p:nvPr/>
        </p:nvGrpSpPr>
        <p:grpSpPr>
          <a:xfrm>
            <a:off x="3518410" y="4082129"/>
            <a:ext cx="307800" cy="442440"/>
            <a:chOff x="3518410" y="4082129"/>
            <a:chExt cx="30780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3521" name="잉크 363520">
                  <a:extLst>
                    <a:ext uri="{FF2B5EF4-FFF2-40B4-BE49-F238E27FC236}">
                      <a16:creationId xmlns:a16="http://schemas.microsoft.com/office/drawing/2014/main" id="{F557EBF3-CE8F-6352-D1B1-3235746DC286}"/>
                    </a:ext>
                  </a:extLst>
                </p14:cNvPr>
                <p14:cNvContentPartPr/>
                <p14:nvPr/>
              </p14:nvContentPartPr>
              <p14:xfrm>
                <a:off x="3518410" y="4082129"/>
                <a:ext cx="103320" cy="116640"/>
              </p14:xfrm>
            </p:contentPart>
          </mc:Choice>
          <mc:Fallback xmlns="">
            <p:pic>
              <p:nvPicPr>
                <p:cNvPr id="363521" name="잉크 363520">
                  <a:extLst>
                    <a:ext uri="{FF2B5EF4-FFF2-40B4-BE49-F238E27FC236}">
                      <a16:creationId xmlns:a16="http://schemas.microsoft.com/office/drawing/2014/main" id="{F557EBF3-CE8F-6352-D1B1-3235746DC28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09410" y="4073129"/>
                  <a:ext cx="120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63522" name="잉크 363521">
                  <a:extLst>
                    <a:ext uri="{FF2B5EF4-FFF2-40B4-BE49-F238E27FC236}">
                      <a16:creationId xmlns:a16="http://schemas.microsoft.com/office/drawing/2014/main" id="{956323E9-1FEE-6F06-7961-361FB2608E49}"/>
                    </a:ext>
                  </a:extLst>
                </p14:cNvPr>
                <p14:cNvContentPartPr/>
                <p14:nvPr/>
              </p14:nvContentPartPr>
              <p14:xfrm>
                <a:off x="3542530" y="4142609"/>
                <a:ext cx="105120" cy="93600"/>
              </p14:xfrm>
            </p:contentPart>
          </mc:Choice>
          <mc:Fallback xmlns="">
            <p:pic>
              <p:nvPicPr>
                <p:cNvPr id="363522" name="잉크 363521">
                  <a:extLst>
                    <a:ext uri="{FF2B5EF4-FFF2-40B4-BE49-F238E27FC236}">
                      <a16:creationId xmlns:a16="http://schemas.microsoft.com/office/drawing/2014/main" id="{956323E9-1FEE-6F06-7961-361FB2608E4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33530" y="4133609"/>
                  <a:ext cx="122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63523" name="잉크 363522">
                  <a:extLst>
                    <a:ext uri="{FF2B5EF4-FFF2-40B4-BE49-F238E27FC236}">
                      <a16:creationId xmlns:a16="http://schemas.microsoft.com/office/drawing/2014/main" id="{6289DCEA-4EAF-871F-BE43-994C05D39D8F}"/>
                    </a:ext>
                  </a:extLst>
                </p14:cNvPr>
                <p14:cNvContentPartPr/>
                <p14:nvPr/>
              </p14:nvContentPartPr>
              <p14:xfrm>
                <a:off x="3597970" y="4244129"/>
                <a:ext cx="61920" cy="39960"/>
              </p14:xfrm>
            </p:contentPart>
          </mc:Choice>
          <mc:Fallback xmlns="">
            <p:pic>
              <p:nvPicPr>
                <p:cNvPr id="363523" name="잉크 363522">
                  <a:extLst>
                    <a:ext uri="{FF2B5EF4-FFF2-40B4-BE49-F238E27FC236}">
                      <a16:creationId xmlns:a16="http://schemas.microsoft.com/office/drawing/2014/main" id="{6289DCEA-4EAF-871F-BE43-994C05D39D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88970" y="4235129"/>
                  <a:ext cx="79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63526" name="잉크 363525">
                  <a:extLst>
                    <a:ext uri="{FF2B5EF4-FFF2-40B4-BE49-F238E27FC236}">
                      <a16:creationId xmlns:a16="http://schemas.microsoft.com/office/drawing/2014/main" id="{132C0299-82A3-DAFF-850C-0340D9753FE3}"/>
                    </a:ext>
                  </a:extLst>
                </p14:cNvPr>
                <p14:cNvContentPartPr/>
                <p14:nvPr/>
              </p14:nvContentPartPr>
              <p14:xfrm>
                <a:off x="3630370" y="4110929"/>
                <a:ext cx="102960" cy="81720"/>
              </p14:xfrm>
            </p:contentPart>
          </mc:Choice>
          <mc:Fallback xmlns="">
            <p:pic>
              <p:nvPicPr>
                <p:cNvPr id="363526" name="잉크 363525">
                  <a:extLst>
                    <a:ext uri="{FF2B5EF4-FFF2-40B4-BE49-F238E27FC236}">
                      <a16:creationId xmlns:a16="http://schemas.microsoft.com/office/drawing/2014/main" id="{132C0299-82A3-DAFF-850C-0340D9753F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21370" y="4102289"/>
                  <a:ext cx="120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63527" name="잉크 363526">
                  <a:extLst>
                    <a:ext uri="{FF2B5EF4-FFF2-40B4-BE49-F238E27FC236}">
                      <a16:creationId xmlns:a16="http://schemas.microsoft.com/office/drawing/2014/main" id="{1C2D3D57-AB01-578A-59C6-885F7B4A8C81}"/>
                    </a:ext>
                  </a:extLst>
                </p14:cNvPr>
                <p14:cNvContentPartPr/>
                <p14:nvPr/>
              </p14:nvContentPartPr>
              <p14:xfrm>
                <a:off x="3663130" y="4190489"/>
                <a:ext cx="85680" cy="102240"/>
              </p14:xfrm>
            </p:contentPart>
          </mc:Choice>
          <mc:Fallback xmlns="">
            <p:pic>
              <p:nvPicPr>
                <p:cNvPr id="363527" name="잉크 363526">
                  <a:extLst>
                    <a:ext uri="{FF2B5EF4-FFF2-40B4-BE49-F238E27FC236}">
                      <a16:creationId xmlns:a16="http://schemas.microsoft.com/office/drawing/2014/main" id="{1C2D3D57-AB01-578A-59C6-885F7B4A8C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54130" y="4181489"/>
                  <a:ext cx="103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63529" name="잉크 363528">
                  <a:extLst>
                    <a:ext uri="{FF2B5EF4-FFF2-40B4-BE49-F238E27FC236}">
                      <a16:creationId xmlns:a16="http://schemas.microsoft.com/office/drawing/2014/main" id="{19477747-37EA-8E68-1880-0BE38EE5A67E}"/>
                    </a:ext>
                  </a:extLst>
                </p14:cNvPr>
                <p14:cNvContentPartPr/>
                <p14:nvPr/>
              </p14:nvContentPartPr>
              <p14:xfrm>
                <a:off x="3532090" y="4357889"/>
                <a:ext cx="82440" cy="67680"/>
              </p14:xfrm>
            </p:contentPart>
          </mc:Choice>
          <mc:Fallback xmlns="">
            <p:pic>
              <p:nvPicPr>
                <p:cNvPr id="363529" name="잉크 363528">
                  <a:extLst>
                    <a:ext uri="{FF2B5EF4-FFF2-40B4-BE49-F238E27FC236}">
                      <a16:creationId xmlns:a16="http://schemas.microsoft.com/office/drawing/2014/main" id="{19477747-37EA-8E68-1880-0BE38EE5A67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23450" y="4348889"/>
                  <a:ext cx="100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63530" name="잉크 363529">
                  <a:extLst>
                    <a:ext uri="{FF2B5EF4-FFF2-40B4-BE49-F238E27FC236}">
                      <a16:creationId xmlns:a16="http://schemas.microsoft.com/office/drawing/2014/main" id="{17E12E54-DEBB-9A42-9DE9-03BAB79083FC}"/>
                    </a:ext>
                  </a:extLst>
                </p14:cNvPr>
                <p14:cNvContentPartPr/>
                <p14:nvPr/>
              </p14:nvContentPartPr>
              <p14:xfrm>
                <a:off x="3640450" y="4343849"/>
                <a:ext cx="50760" cy="78480"/>
              </p14:xfrm>
            </p:contentPart>
          </mc:Choice>
          <mc:Fallback xmlns="">
            <p:pic>
              <p:nvPicPr>
                <p:cNvPr id="363530" name="잉크 363529">
                  <a:extLst>
                    <a:ext uri="{FF2B5EF4-FFF2-40B4-BE49-F238E27FC236}">
                      <a16:creationId xmlns:a16="http://schemas.microsoft.com/office/drawing/2014/main" id="{17E12E54-DEBB-9A42-9DE9-03BAB79083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31810" y="4334849"/>
                  <a:ext cx="68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63531" name="잉크 363530">
                  <a:extLst>
                    <a:ext uri="{FF2B5EF4-FFF2-40B4-BE49-F238E27FC236}">
                      <a16:creationId xmlns:a16="http://schemas.microsoft.com/office/drawing/2014/main" id="{EBC281AD-AE44-D822-4E8B-E4009543609C}"/>
                    </a:ext>
                  </a:extLst>
                </p14:cNvPr>
                <p14:cNvContentPartPr/>
                <p14:nvPr/>
              </p14:nvContentPartPr>
              <p14:xfrm>
                <a:off x="3614530" y="4409369"/>
                <a:ext cx="88920" cy="115200"/>
              </p14:xfrm>
            </p:contentPart>
          </mc:Choice>
          <mc:Fallback xmlns="">
            <p:pic>
              <p:nvPicPr>
                <p:cNvPr id="363531" name="잉크 363530">
                  <a:extLst>
                    <a:ext uri="{FF2B5EF4-FFF2-40B4-BE49-F238E27FC236}">
                      <a16:creationId xmlns:a16="http://schemas.microsoft.com/office/drawing/2014/main" id="{EBC281AD-AE44-D822-4E8B-E4009543609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05890" y="4400369"/>
                  <a:ext cx="106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63532" name="잉크 363531">
                  <a:extLst>
                    <a:ext uri="{FF2B5EF4-FFF2-40B4-BE49-F238E27FC236}">
                      <a16:creationId xmlns:a16="http://schemas.microsoft.com/office/drawing/2014/main" id="{66456252-BFA8-5A4A-A6BC-C1E3160B17C1}"/>
                    </a:ext>
                  </a:extLst>
                </p14:cNvPr>
                <p14:cNvContentPartPr/>
                <p14:nvPr/>
              </p14:nvContentPartPr>
              <p14:xfrm>
                <a:off x="3625690" y="4454009"/>
                <a:ext cx="64440" cy="29880"/>
              </p14:xfrm>
            </p:contentPart>
          </mc:Choice>
          <mc:Fallback xmlns="">
            <p:pic>
              <p:nvPicPr>
                <p:cNvPr id="363532" name="잉크 363531">
                  <a:extLst>
                    <a:ext uri="{FF2B5EF4-FFF2-40B4-BE49-F238E27FC236}">
                      <a16:creationId xmlns:a16="http://schemas.microsoft.com/office/drawing/2014/main" id="{66456252-BFA8-5A4A-A6BC-C1E3160B17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17050" y="4445009"/>
                  <a:ext cx="82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63533" name="잉크 363532">
                  <a:extLst>
                    <a:ext uri="{FF2B5EF4-FFF2-40B4-BE49-F238E27FC236}">
                      <a16:creationId xmlns:a16="http://schemas.microsoft.com/office/drawing/2014/main" id="{F2E9257E-52FE-43AC-A486-AA1D27AAF083}"/>
                    </a:ext>
                  </a:extLst>
                </p14:cNvPr>
                <p14:cNvContentPartPr/>
                <p14:nvPr/>
              </p14:nvContentPartPr>
              <p14:xfrm>
                <a:off x="3718930" y="4340609"/>
                <a:ext cx="68040" cy="56160"/>
              </p14:xfrm>
            </p:contentPart>
          </mc:Choice>
          <mc:Fallback xmlns="">
            <p:pic>
              <p:nvPicPr>
                <p:cNvPr id="363533" name="잉크 363532">
                  <a:extLst>
                    <a:ext uri="{FF2B5EF4-FFF2-40B4-BE49-F238E27FC236}">
                      <a16:creationId xmlns:a16="http://schemas.microsoft.com/office/drawing/2014/main" id="{F2E9257E-52FE-43AC-A486-AA1D27AAF08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10290" y="4331609"/>
                  <a:ext cx="85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63534" name="잉크 363533">
                  <a:extLst>
                    <a:ext uri="{FF2B5EF4-FFF2-40B4-BE49-F238E27FC236}">
                      <a16:creationId xmlns:a16="http://schemas.microsoft.com/office/drawing/2014/main" id="{5F49FE48-2BE1-C386-D427-82D1026F355F}"/>
                    </a:ext>
                  </a:extLst>
                </p14:cNvPr>
                <p14:cNvContentPartPr/>
                <p14:nvPr/>
              </p14:nvContentPartPr>
              <p14:xfrm>
                <a:off x="3697690" y="4396409"/>
                <a:ext cx="105120" cy="121320"/>
              </p14:xfrm>
            </p:contentPart>
          </mc:Choice>
          <mc:Fallback xmlns="">
            <p:pic>
              <p:nvPicPr>
                <p:cNvPr id="363534" name="잉크 363533">
                  <a:extLst>
                    <a:ext uri="{FF2B5EF4-FFF2-40B4-BE49-F238E27FC236}">
                      <a16:creationId xmlns:a16="http://schemas.microsoft.com/office/drawing/2014/main" id="{5F49FE48-2BE1-C386-D427-82D1026F355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89050" y="4387409"/>
                  <a:ext cx="122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63535" name="잉크 363534">
                  <a:extLst>
                    <a:ext uri="{FF2B5EF4-FFF2-40B4-BE49-F238E27FC236}">
                      <a16:creationId xmlns:a16="http://schemas.microsoft.com/office/drawing/2014/main" id="{A69FC73C-91E4-95D9-0D99-AE79E48B72A9}"/>
                    </a:ext>
                  </a:extLst>
                </p14:cNvPr>
                <p14:cNvContentPartPr/>
                <p14:nvPr/>
              </p14:nvContentPartPr>
              <p14:xfrm>
                <a:off x="3734410" y="4432049"/>
                <a:ext cx="91800" cy="74520"/>
              </p14:xfrm>
            </p:contentPart>
          </mc:Choice>
          <mc:Fallback xmlns="">
            <p:pic>
              <p:nvPicPr>
                <p:cNvPr id="363535" name="잉크 363534">
                  <a:extLst>
                    <a:ext uri="{FF2B5EF4-FFF2-40B4-BE49-F238E27FC236}">
                      <a16:creationId xmlns:a16="http://schemas.microsoft.com/office/drawing/2014/main" id="{A69FC73C-91E4-95D9-0D99-AE79E48B72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25770" y="4423049"/>
                  <a:ext cx="10944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554" name="그룹 363553">
            <a:extLst>
              <a:ext uri="{FF2B5EF4-FFF2-40B4-BE49-F238E27FC236}">
                <a16:creationId xmlns:a16="http://schemas.microsoft.com/office/drawing/2014/main" id="{D198B5FA-98C3-1D24-A5D9-DFE4DE0ADFAD}"/>
              </a:ext>
            </a:extLst>
          </p:cNvPr>
          <p:cNvGrpSpPr/>
          <p:nvPr/>
        </p:nvGrpSpPr>
        <p:grpSpPr>
          <a:xfrm>
            <a:off x="382810" y="1455209"/>
            <a:ext cx="1248120" cy="337680"/>
            <a:chOff x="382810" y="1455209"/>
            <a:chExt cx="12481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63538" name="잉크 363537">
                  <a:extLst>
                    <a:ext uri="{FF2B5EF4-FFF2-40B4-BE49-F238E27FC236}">
                      <a16:creationId xmlns:a16="http://schemas.microsoft.com/office/drawing/2014/main" id="{171762CC-5236-8B13-ABBA-F489138CAE56}"/>
                    </a:ext>
                  </a:extLst>
                </p14:cNvPr>
                <p14:cNvContentPartPr/>
                <p14:nvPr/>
              </p14:nvContentPartPr>
              <p14:xfrm>
                <a:off x="382810" y="1508489"/>
                <a:ext cx="140400" cy="146160"/>
              </p14:xfrm>
            </p:contentPart>
          </mc:Choice>
          <mc:Fallback xmlns="">
            <p:pic>
              <p:nvPicPr>
                <p:cNvPr id="363538" name="잉크 363537">
                  <a:extLst>
                    <a:ext uri="{FF2B5EF4-FFF2-40B4-BE49-F238E27FC236}">
                      <a16:creationId xmlns:a16="http://schemas.microsoft.com/office/drawing/2014/main" id="{171762CC-5236-8B13-ABBA-F489138CAE5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4170" y="1499489"/>
                  <a:ext cx="158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63539" name="잉크 363538">
                  <a:extLst>
                    <a:ext uri="{FF2B5EF4-FFF2-40B4-BE49-F238E27FC236}">
                      <a16:creationId xmlns:a16="http://schemas.microsoft.com/office/drawing/2014/main" id="{CF6F5308-2A14-CC06-D728-31C1914226C5}"/>
                    </a:ext>
                  </a:extLst>
                </p14:cNvPr>
                <p14:cNvContentPartPr/>
                <p14:nvPr/>
              </p14:nvContentPartPr>
              <p14:xfrm>
                <a:off x="441850" y="1658609"/>
                <a:ext cx="10080" cy="133560"/>
              </p14:xfrm>
            </p:contentPart>
          </mc:Choice>
          <mc:Fallback xmlns="">
            <p:pic>
              <p:nvPicPr>
                <p:cNvPr id="363539" name="잉크 363538">
                  <a:extLst>
                    <a:ext uri="{FF2B5EF4-FFF2-40B4-BE49-F238E27FC236}">
                      <a16:creationId xmlns:a16="http://schemas.microsoft.com/office/drawing/2014/main" id="{CF6F5308-2A14-CC06-D728-31C1914226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3210" y="1649609"/>
                  <a:ext cx="27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63540" name="잉크 363539">
                  <a:extLst>
                    <a:ext uri="{FF2B5EF4-FFF2-40B4-BE49-F238E27FC236}">
                      <a16:creationId xmlns:a16="http://schemas.microsoft.com/office/drawing/2014/main" id="{AE691D35-CCA3-3C80-C528-B12FE2EF8C9E}"/>
                    </a:ext>
                  </a:extLst>
                </p14:cNvPr>
                <p14:cNvContentPartPr/>
                <p14:nvPr/>
              </p14:nvContentPartPr>
              <p14:xfrm>
                <a:off x="415930" y="1689929"/>
                <a:ext cx="146160" cy="102960"/>
              </p14:xfrm>
            </p:contentPart>
          </mc:Choice>
          <mc:Fallback xmlns="">
            <p:pic>
              <p:nvPicPr>
                <p:cNvPr id="363540" name="잉크 363539">
                  <a:extLst>
                    <a:ext uri="{FF2B5EF4-FFF2-40B4-BE49-F238E27FC236}">
                      <a16:creationId xmlns:a16="http://schemas.microsoft.com/office/drawing/2014/main" id="{AE691D35-CCA3-3C80-C528-B12FE2EF8C9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6930" y="1681289"/>
                  <a:ext cx="163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63541" name="잉크 363540">
                  <a:extLst>
                    <a:ext uri="{FF2B5EF4-FFF2-40B4-BE49-F238E27FC236}">
                      <a16:creationId xmlns:a16="http://schemas.microsoft.com/office/drawing/2014/main" id="{D979571C-5826-88E8-4306-0E91DE130FC1}"/>
                    </a:ext>
                  </a:extLst>
                </p14:cNvPr>
                <p14:cNvContentPartPr/>
                <p14:nvPr/>
              </p14:nvContentPartPr>
              <p14:xfrm>
                <a:off x="590890" y="1554209"/>
                <a:ext cx="9000" cy="105120"/>
              </p14:xfrm>
            </p:contentPart>
          </mc:Choice>
          <mc:Fallback xmlns="">
            <p:pic>
              <p:nvPicPr>
                <p:cNvPr id="363541" name="잉크 363540">
                  <a:extLst>
                    <a:ext uri="{FF2B5EF4-FFF2-40B4-BE49-F238E27FC236}">
                      <a16:creationId xmlns:a16="http://schemas.microsoft.com/office/drawing/2014/main" id="{D979571C-5826-88E8-4306-0E91DE130FC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2250" y="1545209"/>
                  <a:ext cx="26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63542" name="잉크 363541">
                  <a:extLst>
                    <a:ext uri="{FF2B5EF4-FFF2-40B4-BE49-F238E27FC236}">
                      <a16:creationId xmlns:a16="http://schemas.microsoft.com/office/drawing/2014/main" id="{6333D4CF-15C5-36BE-992F-A423E1794D04}"/>
                    </a:ext>
                  </a:extLst>
                </p14:cNvPr>
                <p14:cNvContentPartPr/>
                <p14:nvPr/>
              </p14:nvContentPartPr>
              <p14:xfrm>
                <a:off x="544810" y="1614689"/>
                <a:ext cx="172800" cy="129960"/>
              </p14:xfrm>
            </p:contentPart>
          </mc:Choice>
          <mc:Fallback xmlns="">
            <p:pic>
              <p:nvPicPr>
                <p:cNvPr id="363542" name="잉크 363541">
                  <a:extLst>
                    <a:ext uri="{FF2B5EF4-FFF2-40B4-BE49-F238E27FC236}">
                      <a16:creationId xmlns:a16="http://schemas.microsoft.com/office/drawing/2014/main" id="{6333D4CF-15C5-36BE-992F-A423E1794D0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5810" y="1605689"/>
                  <a:ext cx="190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63543" name="잉크 363542">
                  <a:extLst>
                    <a:ext uri="{FF2B5EF4-FFF2-40B4-BE49-F238E27FC236}">
                      <a16:creationId xmlns:a16="http://schemas.microsoft.com/office/drawing/2014/main" id="{959BD5C6-4955-7285-84D2-A89D0FA72E6F}"/>
                    </a:ext>
                  </a:extLst>
                </p14:cNvPr>
                <p14:cNvContentPartPr/>
                <p14:nvPr/>
              </p14:nvContentPartPr>
              <p14:xfrm>
                <a:off x="699250" y="1582649"/>
                <a:ext cx="57240" cy="121680"/>
              </p14:xfrm>
            </p:contentPart>
          </mc:Choice>
          <mc:Fallback xmlns="">
            <p:pic>
              <p:nvPicPr>
                <p:cNvPr id="363543" name="잉크 363542">
                  <a:extLst>
                    <a:ext uri="{FF2B5EF4-FFF2-40B4-BE49-F238E27FC236}">
                      <a16:creationId xmlns:a16="http://schemas.microsoft.com/office/drawing/2014/main" id="{959BD5C6-4955-7285-84D2-A89D0FA72E6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0250" y="1574009"/>
                  <a:ext cx="74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63544" name="잉크 363543">
                  <a:extLst>
                    <a:ext uri="{FF2B5EF4-FFF2-40B4-BE49-F238E27FC236}">
                      <a16:creationId xmlns:a16="http://schemas.microsoft.com/office/drawing/2014/main" id="{62FDB998-A74C-F52E-1C3D-59BFCDE9BC31}"/>
                    </a:ext>
                  </a:extLst>
                </p14:cNvPr>
                <p14:cNvContentPartPr/>
                <p14:nvPr/>
              </p14:nvContentPartPr>
              <p14:xfrm>
                <a:off x="644530" y="1695689"/>
                <a:ext cx="136440" cy="83880"/>
              </p14:xfrm>
            </p:contentPart>
          </mc:Choice>
          <mc:Fallback xmlns="">
            <p:pic>
              <p:nvPicPr>
                <p:cNvPr id="363544" name="잉크 363543">
                  <a:extLst>
                    <a:ext uri="{FF2B5EF4-FFF2-40B4-BE49-F238E27FC236}">
                      <a16:creationId xmlns:a16="http://schemas.microsoft.com/office/drawing/2014/main" id="{62FDB998-A74C-F52E-1C3D-59BFCDE9BC3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5890" y="1687049"/>
                  <a:ext cx="154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63545" name="잉크 363544">
                  <a:extLst>
                    <a:ext uri="{FF2B5EF4-FFF2-40B4-BE49-F238E27FC236}">
                      <a16:creationId xmlns:a16="http://schemas.microsoft.com/office/drawing/2014/main" id="{AACB5BED-658F-233C-3D5F-3D3DA0142BFF}"/>
                    </a:ext>
                  </a:extLst>
                </p14:cNvPr>
                <p14:cNvContentPartPr/>
                <p14:nvPr/>
              </p14:nvContentPartPr>
              <p14:xfrm>
                <a:off x="896170" y="1499849"/>
                <a:ext cx="113040" cy="190800"/>
              </p14:xfrm>
            </p:contentPart>
          </mc:Choice>
          <mc:Fallback xmlns="">
            <p:pic>
              <p:nvPicPr>
                <p:cNvPr id="363545" name="잉크 363544">
                  <a:extLst>
                    <a:ext uri="{FF2B5EF4-FFF2-40B4-BE49-F238E27FC236}">
                      <a16:creationId xmlns:a16="http://schemas.microsoft.com/office/drawing/2014/main" id="{AACB5BED-658F-233C-3D5F-3D3DA0142B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7530" y="1491209"/>
                  <a:ext cx="130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63546" name="잉크 363545">
                  <a:extLst>
                    <a:ext uri="{FF2B5EF4-FFF2-40B4-BE49-F238E27FC236}">
                      <a16:creationId xmlns:a16="http://schemas.microsoft.com/office/drawing/2014/main" id="{33978FE7-506A-A581-0CFA-FCD8D5501678}"/>
                    </a:ext>
                  </a:extLst>
                </p14:cNvPr>
                <p14:cNvContentPartPr/>
                <p14:nvPr/>
              </p14:nvContentPartPr>
              <p14:xfrm>
                <a:off x="1009210" y="1522529"/>
                <a:ext cx="58320" cy="125640"/>
              </p14:xfrm>
            </p:contentPart>
          </mc:Choice>
          <mc:Fallback xmlns="">
            <p:pic>
              <p:nvPicPr>
                <p:cNvPr id="363546" name="잉크 363545">
                  <a:extLst>
                    <a:ext uri="{FF2B5EF4-FFF2-40B4-BE49-F238E27FC236}">
                      <a16:creationId xmlns:a16="http://schemas.microsoft.com/office/drawing/2014/main" id="{33978FE7-506A-A581-0CFA-FCD8D55016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00570" y="1513529"/>
                  <a:ext cx="75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63547" name="잉크 363546">
                  <a:extLst>
                    <a:ext uri="{FF2B5EF4-FFF2-40B4-BE49-F238E27FC236}">
                      <a16:creationId xmlns:a16="http://schemas.microsoft.com/office/drawing/2014/main" id="{45436CDE-DE18-D643-5327-22908851364F}"/>
                    </a:ext>
                  </a:extLst>
                </p14:cNvPr>
                <p14:cNvContentPartPr/>
                <p14:nvPr/>
              </p14:nvContentPartPr>
              <p14:xfrm>
                <a:off x="1007050" y="1655729"/>
                <a:ext cx="66600" cy="70920"/>
              </p14:xfrm>
            </p:contentPart>
          </mc:Choice>
          <mc:Fallback xmlns="">
            <p:pic>
              <p:nvPicPr>
                <p:cNvPr id="363547" name="잉크 363546">
                  <a:extLst>
                    <a:ext uri="{FF2B5EF4-FFF2-40B4-BE49-F238E27FC236}">
                      <a16:creationId xmlns:a16="http://schemas.microsoft.com/office/drawing/2014/main" id="{45436CDE-DE18-D643-5327-22908851364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8410" y="1646729"/>
                  <a:ext cx="84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63548" name="잉크 363547">
                  <a:extLst>
                    <a:ext uri="{FF2B5EF4-FFF2-40B4-BE49-F238E27FC236}">
                      <a16:creationId xmlns:a16="http://schemas.microsoft.com/office/drawing/2014/main" id="{697B32E3-D659-9DC8-50A6-E57AE1CA1902}"/>
                    </a:ext>
                  </a:extLst>
                </p14:cNvPr>
                <p14:cNvContentPartPr/>
                <p14:nvPr/>
              </p14:nvContentPartPr>
              <p14:xfrm>
                <a:off x="1102450" y="1508489"/>
                <a:ext cx="90720" cy="177120"/>
              </p14:xfrm>
            </p:contentPart>
          </mc:Choice>
          <mc:Fallback xmlns="">
            <p:pic>
              <p:nvPicPr>
                <p:cNvPr id="363548" name="잉크 363547">
                  <a:extLst>
                    <a:ext uri="{FF2B5EF4-FFF2-40B4-BE49-F238E27FC236}">
                      <a16:creationId xmlns:a16="http://schemas.microsoft.com/office/drawing/2014/main" id="{697B32E3-D659-9DC8-50A6-E57AE1CA19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3450" y="1499489"/>
                  <a:ext cx="108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63549" name="잉크 363548">
                  <a:extLst>
                    <a:ext uri="{FF2B5EF4-FFF2-40B4-BE49-F238E27FC236}">
                      <a16:creationId xmlns:a16="http://schemas.microsoft.com/office/drawing/2014/main" id="{66C9B1AA-89BA-D26D-2810-B351BDB1DFF5}"/>
                    </a:ext>
                  </a:extLst>
                </p14:cNvPr>
                <p14:cNvContentPartPr/>
                <p14:nvPr/>
              </p14:nvContentPartPr>
              <p14:xfrm>
                <a:off x="1107850" y="1530449"/>
                <a:ext cx="137520" cy="122400"/>
              </p14:xfrm>
            </p:contentPart>
          </mc:Choice>
          <mc:Fallback xmlns="">
            <p:pic>
              <p:nvPicPr>
                <p:cNvPr id="363549" name="잉크 363548">
                  <a:extLst>
                    <a:ext uri="{FF2B5EF4-FFF2-40B4-BE49-F238E27FC236}">
                      <a16:creationId xmlns:a16="http://schemas.microsoft.com/office/drawing/2014/main" id="{66C9B1AA-89BA-D26D-2810-B351BDB1DFF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99210" y="1521449"/>
                  <a:ext cx="155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63550" name="잉크 363549">
                  <a:extLst>
                    <a:ext uri="{FF2B5EF4-FFF2-40B4-BE49-F238E27FC236}">
                      <a16:creationId xmlns:a16="http://schemas.microsoft.com/office/drawing/2014/main" id="{DD5AB579-D7DD-CE85-A553-4FD165FBCD6A}"/>
                    </a:ext>
                  </a:extLst>
                </p14:cNvPr>
                <p14:cNvContentPartPr/>
                <p14:nvPr/>
              </p14:nvContentPartPr>
              <p14:xfrm>
                <a:off x="1232410" y="1517849"/>
                <a:ext cx="84240" cy="180360"/>
              </p14:xfrm>
            </p:contentPart>
          </mc:Choice>
          <mc:Fallback xmlns="">
            <p:pic>
              <p:nvPicPr>
                <p:cNvPr id="363550" name="잉크 363549">
                  <a:extLst>
                    <a:ext uri="{FF2B5EF4-FFF2-40B4-BE49-F238E27FC236}">
                      <a16:creationId xmlns:a16="http://schemas.microsoft.com/office/drawing/2014/main" id="{DD5AB579-D7DD-CE85-A553-4FD165FBCD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23410" y="1508849"/>
                  <a:ext cx="101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63552" name="잉크 363551">
                  <a:extLst>
                    <a:ext uri="{FF2B5EF4-FFF2-40B4-BE49-F238E27FC236}">
                      <a16:creationId xmlns:a16="http://schemas.microsoft.com/office/drawing/2014/main" id="{F3E5FBED-91BA-BD0F-3DBC-1EC38B1CA658}"/>
                    </a:ext>
                  </a:extLst>
                </p14:cNvPr>
                <p14:cNvContentPartPr/>
                <p14:nvPr/>
              </p14:nvContentPartPr>
              <p14:xfrm>
                <a:off x="1379650" y="1460609"/>
                <a:ext cx="251280" cy="155520"/>
              </p14:xfrm>
            </p:contentPart>
          </mc:Choice>
          <mc:Fallback xmlns="">
            <p:pic>
              <p:nvPicPr>
                <p:cNvPr id="363552" name="잉크 363551">
                  <a:extLst>
                    <a:ext uri="{FF2B5EF4-FFF2-40B4-BE49-F238E27FC236}">
                      <a16:creationId xmlns:a16="http://schemas.microsoft.com/office/drawing/2014/main" id="{F3E5FBED-91BA-BD0F-3DBC-1EC38B1CA6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70650" y="1451609"/>
                  <a:ext cx="268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3553" name="잉크 363552">
                  <a:extLst>
                    <a:ext uri="{FF2B5EF4-FFF2-40B4-BE49-F238E27FC236}">
                      <a16:creationId xmlns:a16="http://schemas.microsoft.com/office/drawing/2014/main" id="{65DF762C-14AD-B818-731D-E6BFD2562218}"/>
                    </a:ext>
                  </a:extLst>
                </p14:cNvPr>
                <p14:cNvContentPartPr/>
                <p14:nvPr/>
              </p14:nvContentPartPr>
              <p14:xfrm>
                <a:off x="1465690" y="1455209"/>
                <a:ext cx="103320" cy="268920"/>
              </p14:xfrm>
            </p:contentPart>
          </mc:Choice>
          <mc:Fallback xmlns="">
            <p:pic>
              <p:nvPicPr>
                <p:cNvPr id="363553" name="잉크 363552">
                  <a:extLst>
                    <a:ext uri="{FF2B5EF4-FFF2-40B4-BE49-F238E27FC236}">
                      <a16:creationId xmlns:a16="http://schemas.microsoft.com/office/drawing/2014/main" id="{65DF762C-14AD-B818-731D-E6BFD25622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56690" y="1446569"/>
                  <a:ext cx="120960" cy="286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5357813"/>
            <a:ext cx="5072062" cy="107156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000"/>
              <a:t>2</a:t>
            </a:r>
            <a:r>
              <a:rPr lang="ko-KR" altLang="en-US" sz="2000"/>
              <a:t>개의 사이클 </a:t>
            </a:r>
            <a:r>
              <a:rPr lang="en-US" altLang="ko-KR" sz="2000"/>
              <a:t>-&gt; </a:t>
            </a:r>
            <a:r>
              <a:rPr lang="ko-KR" altLang="en-US" sz="2000"/>
              <a:t>교착 상태</a:t>
            </a:r>
          </a:p>
          <a:p>
            <a:pPr lvl="1">
              <a:lnSpc>
                <a:spcPct val="90000"/>
              </a:lnSpc>
            </a:pPr>
            <a:r>
              <a:rPr lang="en-US" altLang="ko-KR" sz="1600"/>
              <a:t>P1 -&gt; R1 -&gt; P2 -&gt; R3 -&gt; P3 -&gt; R2 -&gt; P1</a:t>
            </a:r>
          </a:p>
          <a:p>
            <a:pPr lvl="1">
              <a:lnSpc>
                <a:spcPct val="90000"/>
              </a:lnSpc>
            </a:pPr>
            <a:r>
              <a:rPr lang="en-US" altLang="ko-KR" sz="1600"/>
              <a:t>P2 -&gt; R3 -&gt; P3 -&gt; R2 -&gt; P2</a:t>
            </a:r>
          </a:p>
        </p:txBody>
      </p:sp>
      <p:grpSp>
        <p:nvGrpSpPr>
          <p:cNvPr id="17411" name="Group 31"/>
          <p:cNvGrpSpPr>
            <a:grpSpLocks/>
          </p:cNvGrpSpPr>
          <p:nvPr/>
        </p:nvGrpSpPr>
        <p:grpSpPr bwMode="auto">
          <a:xfrm>
            <a:off x="357188" y="1857375"/>
            <a:ext cx="3657600" cy="3522663"/>
            <a:chOff x="1632" y="1200"/>
            <a:chExt cx="2304" cy="2219"/>
          </a:xfrm>
        </p:grpSpPr>
        <p:sp>
          <p:nvSpPr>
            <p:cNvPr id="365572" name="Oval 4"/>
            <p:cNvSpPr>
              <a:spLocks noChangeArrowheads="1"/>
            </p:cNvSpPr>
            <p:nvPr/>
          </p:nvSpPr>
          <p:spPr bwMode="auto">
            <a:xfrm>
              <a:off x="1632" y="1981"/>
              <a:ext cx="377" cy="37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P1</a:t>
              </a:r>
            </a:p>
          </p:txBody>
        </p:sp>
        <p:sp>
          <p:nvSpPr>
            <p:cNvPr id="365573" name="Oval 5"/>
            <p:cNvSpPr>
              <a:spLocks noChangeArrowheads="1"/>
            </p:cNvSpPr>
            <p:nvPr/>
          </p:nvSpPr>
          <p:spPr bwMode="auto">
            <a:xfrm>
              <a:off x="2595" y="1981"/>
              <a:ext cx="378" cy="37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P2</a:t>
              </a:r>
            </a:p>
          </p:txBody>
        </p:sp>
        <p:sp>
          <p:nvSpPr>
            <p:cNvPr id="17435" name="Line 6"/>
            <p:cNvSpPr>
              <a:spLocks noChangeShapeType="1"/>
            </p:cNvSpPr>
            <p:nvPr/>
          </p:nvSpPr>
          <p:spPr bwMode="auto">
            <a:xfrm>
              <a:off x="2302" y="1625"/>
              <a:ext cx="335" cy="4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5575" name="Oval 7"/>
            <p:cNvSpPr>
              <a:spLocks noChangeArrowheads="1"/>
            </p:cNvSpPr>
            <p:nvPr/>
          </p:nvSpPr>
          <p:spPr bwMode="auto">
            <a:xfrm>
              <a:off x="3559" y="1981"/>
              <a:ext cx="377" cy="377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P3</a:t>
              </a:r>
            </a:p>
          </p:txBody>
        </p:sp>
        <p:sp>
          <p:nvSpPr>
            <p:cNvPr id="17437" name="Line 8"/>
            <p:cNvSpPr>
              <a:spLocks noChangeShapeType="1"/>
            </p:cNvSpPr>
            <p:nvPr/>
          </p:nvSpPr>
          <p:spPr bwMode="auto">
            <a:xfrm>
              <a:off x="1925" y="2337"/>
              <a:ext cx="377" cy="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38" name="Line 9"/>
            <p:cNvSpPr>
              <a:spLocks noChangeShapeType="1"/>
            </p:cNvSpPr>
            <p:nvPr/>
          </p:nvSpPr>
          <p:spPr bwMode="auto">
            <a:xfrm>
              <a:off x="3266" y="1625"/>
              <a:ext cx="335" cy="4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39" name="Rectangle 10"/>
            <p:cNvSpPr>
              <a:spLocks noChangeArrowheads="1"/>
            </p:cNvSpPr>
            <p:nvPr/>
          </p:nvSpPr>
          <p:spPr bwMode="auto">
            <a:xfrm>
              <a:off x="2051" y="1457"/>
              <a:ext cx="461" cy="2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40" name="Oval 11"/>
            <p:cNvSpPr>
              <a:spLocks noChangeArrowheads="1"/>
            </p:cNvSpPr>
            <p:nvPr/>
          </p:nvSpPr>
          <p:spPr bwMode="auto">
            <a:xfrm flipH="1">
              <a:off x="2260" y="1583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1" name="Rectangle 12"/>
            <p:cNvSpPr>
              <a:spLocks noChangeArrowheads="1"/>
            </p:cNvSpPr>
            <p:nvPr/>
          </p:nvSpPr>
          <p:spPr bwMode="auto">
            <a:xfrm>
              <a:off x="2135" y="2547"/>
              <a:ext cx="377" cy="46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42" name="Oval 13"/>
            <p:cNvSpPr>
              <a:spLocks noChangeArrowheads="1"/>
            </p:cNvSpPr>
            <p:nvPr/>
          </p:nvSpPr>
          <p:spPr bwMode="auto">
            <a:xfrm flipH="1">
              <a:off x="2302" y="2672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3" name="Oval 14"/>
            <p:cNvSpPr>
              <a:spLocks noChangeArrowheads="1"/>
            </p:cNvSpPr>
            <p:nvPr/>
          </p:nvSpPr>
          <p:spPr bwMode="auto">
            <a:xfrm flipH="1">
              <a:off x="2302" y="2840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4" name="Rectangle 15"/>
            <p:cNvSpPr>
              <a:spLocks noChangeArrowheads="1"/>
            </p:cNvSpPr>
            <p:nvPr/>
          </p:nvSpPr>
          <p:spPr bwMode="auto">
            <a:xfrm>
              <a:off x="3014" y="1457"/>
              <a:ext cx="461" cy="2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45" name="Oval 16"/>
            <p:cNvSpPr>
              <a:spLocks noChangeArrowheads="1"/>
            </p:cNvSpPr>
            <p:nvPr/>
          </p:nvSpPr>
          <p:spPr bwMode="auto">
            <a:xfrm flipH="1">
              <a:off x="3224" y="1583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6" name="Line 17"/>
            <p:cNvSpPr>
              <a:spLocks noChangeShapeType="1"/>
            </p:cNvSpPr>
            <p:nvPr/>
          </p:nvSpPr>
          <p:spPr bwMode="auto">
            <a:xfrm flipV="1">
              <a:off x="1883" y="1751"/>
              <a:ext cx="252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47" name="Line 18"/>
            <p:cNvSpPr>
              <a:spLocks noChangeShapeType="1"/>
            </p:cNvSpPr>
            <p:nvPr/>
          </p:nvSpPr>
          <p:spPr bwMode="auto">
            <a:xfrm flipV="1">
              <a:off x="2344" y="2295"/>
              <a:ext cx="293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48" name="Rectangle 19"/>
            <p:cNvSpPr>
              <a:spLocks noChangeArrowheads="1"/>
            </p:cNvSpPr>
            <p:nvPr/>
          </p:nvSpPr>
          <p:spPr bwMode="auto">
            <a:xfrm>
              <a:off x="3120" y="2544"/>
              <a:ext cx="377" cy="62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49" name="Oval 20"/>
            <p:cNvSpPr>
              <a:spLocks noChangeArrowheads="1"/>
            </p:cNvSpPr>
            <p:nvPr/>
          </p:nvSpPr>
          <p:spPr bwMode="auto">
            <a:xfrm flipH="1">
              <a:off x="3288" y="2670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0" name="Oval 21"/>
            <p:cNvSpPr>
              <a:spLocks noChangeArrowheads="1"/>
            </p:cNvSpPr>
            <p:nvPr/>
          </p:nvSpPr>
          <p:spPr bwMode="auto">
            <a:xfrm flipH="1">
              <a:off x="3288" y="2838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1" name="Oval 22"/>
            <p:cNvSpPr>
              <a:spLocks noChangeArrowheads="1"/>
            </p:cNvSpPr>
            <p:nvPr/>
          </p:nvSpPr>
          <p:spPr bwMode="auto">
            <a:xfrm flipH="1">
              <a:off x="3288" y="3005"/>
              <a:ext cx="42" cy="42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2" name="Line 23"/>
            <p:cNvSpPr>
              <a:spLocks noChangeShapeType="1"/>
            </p:cNvSpPr>
            <p:nvPr/>
          </p:nvSpPr>
          <p:spPr bwMode="auto">
            <a:xfrm flipV="1">
              <a:off x="2889" y="1751"/>
              <a:ext cx="251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53" name="Line 24"/>
            <p:cNvSpPr>
              <a:spLocks noChangeShapeType="1"/>
            </p:cNvSpPr>
            <p:nvPr/>
          </p:nvSpPr>
          <p:spPr bwMode="auto">
            <a:xfrm flipH="1">
              <a:off x="2512" y="2295"/>
              <a:ext cx="1089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54" name="Text Box 25"/>
            <p:cNvSpPr txBox="1">
              <a:spLocks noChangeArrowheads="1"/>
            </p:cNvSpPr>
            <p:nvPr/>
          </p:nvSpPr>
          <p:spPr bwMode="auto">
            <a:xfrm>
              <a:off x="2064" y="1200"/>
              <a:ext cx="4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R1</a:t>
              </a:r>
            </a:p>
          </p:txBody>
        </p:sp>
        <p:sp>
          <p:nvSpPr>
            <p:cNvPr id="17455" name="Text Box 26"/>
            <p:cNvSpPr txBox="1">
              <a:spLocks noChangeArrowheads="1"/>
            </p:cNvSpPr>
            <p:nvPr/>
          </p:nvSpPr>
          <p:spPr bwMode="auto">
            <a:xfrm>
              <a:off x="3024" y="1200"/>
              <a:ext cx="4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R3</a:t>
              </a:r>
            </a:p>
          </p:txBody>
        </p:sp>
        <p:sp>
          <p:nvSpPr>
            <p:cNvPr id="17456" name="Text Box 27"/>
            <p:cNvSpPr txBox="1">
              <a:spLocks noChangeArrowheads="1"/>
            </p:cNvSpPr>
            <p:nvPr/>
          </p:nvSpPr>
          <p:spPr bwMode="auto">
            <a:xfrm>
              <a:off x="2093" y="2966"/>
              <a:ext cx="4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R2</a:t>
              </a:r>
            </a:p>
          </p:txBody>
        </p:sp>
        <p:sp>
          <p:nvSpPr>
            <p:cNvPr id="17457" name="Text Box 28"/>
            <p:cNvSpPr txBox="1">
              <a:spLocks noChangeArrowheads="1"/>
            </p:cNvSpPr>
            <p:nvPr/>
          </p:nvSpPr>
          <p:spPr bwMode="auto">
            <a:xfrm>
              <a:off x="3120" y="3131"/>
              <a:ext cx="3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R4</a:t>
              </a:r>
            </a:p>
          </p:txBody>
        </p:sp>
      </p:grpSp>
      <p:sp>
        <p:nvSpPr>
          <p:cNvPr id="17412" name="슬라이드 번호 개체 틀 2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E889F6-9EA2-4023-BA3C-7A2475470E1B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7413" name="Group 31"/>
          <p:cNvGrpSpPr>
            <a:grpSpLocks/>
          </p:cNvGrpSpPr>
          <p:nvPr/>
        </p:nvGrpSpPr>
        <p:grpSpPr bwMode="auto">
          <a:xfrm>
            <a:off x="5643563" y="2000250"/>
            <a:ext cx="3000375" cy="3214688"/>
            <a:chOff x="1392" y="888"/>
            <a:chExt cx="2256" cy="2400"/>
          </a:xfrm>
        </p:grpSpPr>
        <p:sp>
          <p:nvSpPr>
            <p:cNvPr id="32" name="Oval 4"/>
            <p:cNvSpPr>
              <a:spLocks noChangeArrowheads="1"/>
            </p:cNvSpPr>
            <p:nvPr/>
          </p:nvSpPr>
          <p:spPr bwMode="auto">
            <a:xfrm>
              <a:off x="1392" y="1920"/>
              <a:ext cx="432" cy="430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P1</a:t>
              </a: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216" y="1920"/>
              <a:ext cx="432" cy="430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 dirty="0">
                  <a:solidFill>
                    <a:schemeClr val="bg2"/>
                  </a:solidFill>
                  <a:ea typeface="돋움" pitchFamily="50" charset="-127"/>
                </a:rPr>
                <a:t>P3</a:t>
              </a:r>
            </a:p>
          </p:txBody>
        </p:sp>
        <p:sp>
          <p:nvSpPr>
            <p:cNvPr id="17417" name="Line 6"/>
            <p:cNvSpPr>
              <a:spLocks noChangeShapeType="1"/>
            </p:cNvSpPr>
            <p:nvPr/>
          </p:nvSpPr>
          <p:spPr bwMode="auto">
            <a:xfrm>
              <a:off x="2448" y="1752"/>
              <a:ext cx="76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3216" y="2857"/>
              <a:ext cx="432" cy="431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P4</a:t>
              </a:r>
            </a:p>
          </p:txBody>
        </p:sp>
        <p:sp>
          <p:nvSpPr>
            <p:cNvPr id="17419" name="Line 8"/>
            <p:cNvSpPr>
              <a:spLocks noChangeShapeType="1"/>
            </p:cNvSpPr>
            <p:nvPr/>
          </p:nvSpPr>
          <p:spPr bwMode="auto">
            <a:xfrm>
              <a:off x="2448" y="2760"/>
              <a:ext cx="768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20" name="Rectangle 12"/>
            <p:cNvSpPr>
              <a:spLocks noChangeArrowheads="1"/>
            </p:cNvSpPr>
            <p:nvPr/>
          </p:nvSpPr>
          <p:spPr bwMode="auto">
            <a:xfrm>
              <a:off x="2208" y="2376"/>
              <a:ext cx="432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21" name="Oval 13"/>
            <p:cNvSpPr>
              <a:spLocks noChangeArrowheads="1"/>
            </p:cNvSpPr>
            <p:nvPr/>
          </p:nvSpPr>
          <p:spPr bwMode="auto">
            <a:xfrm flipH="1">
              <a:off x="2400" y="2520"/>
              <a:ext cx="48" cy="4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22" name="Oval 14"/>
            <p:cNvSpPr>
              <a:spLocks noChangeArrowheads="1"/>
            </p:cNvSpPr>
            <p:nvPr/>
          </p:nvSpPr>
          <p:spPr bwMode="auto">
            <a:xfrm flipH="1">
              <a:off x="2400" y="2712"/>
              <a:ext cx="48" cy="4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23" name="Line 17"/>
            <p:cNvSpPr>
              <a:spLocks noChangeShapeType="1"/>
            </p:cNvSpPr>
            <p:nvPr/>
          </p:nvSpPr>
          <p:spPr bwMode="auto">
            <a:xfrm flipV="1">
              <a:off x="1776" y="1608"/>
              <a:ext cx="43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24" name="Line 18"/>
            <p:cNvSpPr>
              <a:spLocks noChangeShapeType="1"/>
            </p:cNvSpPr>
            <p:nvPr/>
          </p:nvSpPr>
          <p:spPr bwMode="auto">
            <a:xfrm flipH="1" flipV="1">
              <a:off x="1776" y="2232"/>
              <a:ext cx="67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25" name="Line 23"/>
            <p:cNvSpPr>
              <a:spLocks noChangeShapeType="1"/>
            </p:cNvSpPr>
            <p:nvPr/>
          </p:nvSpPr>
          <p:spPr bwMode="auto">
            <a:xfrm flipV="1">
              <a:off x="2448" y="1176"/>
              <a:ext cx="76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26" name="Line 24"/>
            <p:cNvSpPr>
              <a:spLocks noChangeShapeType="1"/>
            </p:cNvSpPr>
            <p:nvPr/>
          </p:nvSpPr>
          <p:spPr bwMode="auto">
            <a:xfrm flipH="1">
              <a:off x="2640" y="2232"/>
              <a:ext cx="57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Oval 25"/>
            <p:cNvSpPr>
              <a:spLocks noChangeArrowheads="1"/>
            </p:cNvSpPr>
            <p:nvPr/>
          </p:nvSpPr>
          <p:spPr bwMode="auto">
            <a:xfrm>
              <a:off x="3216" y="888"/>
              <a:ext cx="432" cy="433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defTabSz="762000">
                <a:defRPr/>
              </a:pPr>
              <a:r>
                <a:rPr lang="en-US" altLang="ko-KR">
                  <a:solidFill>
                    <a:schemeClr val="bg2"/>
                  </a:solidFill>
                  <a:ea typeface="돋움" pitchFamily="50" charset="-127"/>
                </a:rPr>
                <a:t>P2</a:t>
              </a:r>
            </a:p>
          </p:txBody>
        </p:sp>
        <p:sp>
          <p:nvSpPr>
            <p:cNvPr id="17428" name="Rectangle 26"/>
            <p:cNvSpPr>
              <a:spLocks noChangeArrowheads="1"/>
            </p:cNvSpPr>
            <p:nvPr/>
          </p:nvSpPr>
          <p:spPr bwMode="auto">
            <a:xfrm>
              <a:off x="2208" y="1368"/>
              <a:ext cx="432" cy="5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 </a:t>
              </a:r>
            </a:p>
          </p:txBody>
        </p:sp>
        <p:sp>
          <p:nvSpPr>
            <p:cNvPr id="17429" name="Oval 27"/>
            <p:cNvSpPr>
              <a:spLocks noChangeArrowheads="1"/>
            </p:cNvSpPr>
            <p:nvPr/>
          </p:nvSpPr>
          <p:spPr bwMode="auto">
            <a:xfrm flipH="1">
              <a:off x="2400" y="1512"/>
              <a:ext cx="48" cy="4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30" name="Oval 28"/>
            <p:cNvSpPr>
              <a:spLocks noChangeArrowheads="1"/>
            </p:cNvSpPr>
            <p:nvPr/>
          </p:nvSpPr>
          <p:spPr bwMode="auto">
            <a:xfrm flipH="1">
              <a:off x="2400" y="1704"/>
              <a:ext cx="48" cy="48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31" name="Text Box 29"/>
            <p:cNvSpPr txBox="1">
              <a:spLocks noChangeArrowheads="1"/>
            </p:cNvSpPr>
            <p:nvPr/>
          </p:nvSpPr>
          <p:spPr bwMode="auto">
            <a:xfrm>
              <a:off x="2160" y="1128"/>
              <a:ext cx="52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R1</a:t>
              </a:r>
            </a:p>
          </p:txBody>
        </p:sp>
        <p:sp>
          <p:nvSpPr>
            <p:cNvPr id="17432" name="Text Box 30"/>
            <p:cNvSpPr txBox="1">
              <a:spLocks noChangeArrowheads="1"/>
            </p:cNvSpPr>
            <p:nvPr/>
          </p:nvSpPr>
          <p:spPr bwMode="auto">
            <a:xfrm>
              <a:off x="2160" y="2856"/>
              <a:ext cx="52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R2</a:t>
              </a:r>
            </a:p>
          </p:txBody>
        </p:sp>
      </p:grp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6357938" y="5357813"/>
            <a:ext cx="22860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800" kern="0" dirty="0">
                <a:latin typeface="+mn-lt"/>
                <a:ea typeface="+mn-ea"/>
              </a:rPr>
              <a:t>사이클이 있으나 </a:t>
            </a:r>
            <a:endParaRPr lang="en-US" altLang="ko-KR" sz="1800" kern="0" dirty="0">
              <a:latin typeface="+mn-lt"/>
              <a:ea typeface="+mn-ea"/>
            </a:endParaRPr>
          </a:p>
          <a:p>
            <a:pPr marL="342900" indent="-342900" algn="ctr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ko-KR" altLang="en-US" sz="1800" kern="0" dirty="0">
                <a:latin typeface="+mn-lt"/>
                <a:ea typeface="+mn-ea"/>
              </a:rPr>
              <a:t>교착 상태는 아님</a:t>
            </a:r>
            <a:endParaRPr lang="en-US" altLang="ko-KR" sz="1800" kern="0" dirty="0">
              <a:latin typeface="+mn-lt"/>
              <a:ea typeface="+mn-ea"/>
            </a:endParaRPr>
          </a:p>
        </p:txBody>
      </p:sp>
      <p:grpSp>
        <p:nvGrpSpPr>
          <p:cNvPr id="365586" name="그룹 365585">
            <a:extLst>
              <a:ext uri="{FF2B5EF4-FFF2-40B4-BE49-F238E27FC236}">
                <a16:creationId xmlns:a16="http://schemas.microsoft.com/office/drawing/2014/main" id="{CACC7FCA-F572-14FE-8CD1-50BCF37D619A}"/>
              </a:ext>
            </a:extLst>
          </p:cNvPr>
          <p:cNvGrpSpPr/>
          <p:nvPr/>
        </p:nvGrpSpPr>
        <p:grpSpPr>
          <a:xfrm>
            <a:off x="5468884" y="409956"/>
            <a:ext cx="1529640" cy="1083960"/>
            <a:chOff x="5468884" y="409956"/>
            <a:chExt cx="1529640" cy="10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37C38F5-5A57-7AC3-F0A1-D5CFF45BE256}"/>
                    </a:ext>
                  </a:extLst>
                </p14:cNvPr>
                <p14:cNvContentPartPr/>
                <p14:nvPr/>
              </p14:nvContentPartPr>
              <p14:xfrm>
                <a:off x="5867764" y="409956"/>
                <a:ext cx="60840" cy="345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37C38F5-5A57-7AC3-F0A1-D5CFF45BE2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59124" y="400956"/>
                  <a:ext cx="78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4F475B91-9EBC-7803-34EB-66EA57BDF1A3}"/>
                    </a:ext>
                  </a:extLst>
                </p14:cNvPr>
                <p14:cNvContentPartPr/>
                <p14:nvPr/>
              </p14:nvContentPartPr>
              <p14:xfrm>
                <a:off x="5852644" y="464676"/>
                <a:ext cx="118080" cy="777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4F475B91-9EBC-7803-34EB-66EA57BDF1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44004" y="456036"/>
                  <a:ext cx="135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A75704C-AE29-B9F6-F649-3F5E0B1DB6CD}"/>
                    </a:ext>
                  </a:extLst>
                </p14:cNvPr>
                <p14:cNvContentPartPr/>
                <p14:nvPr/>
              </p14:nvContentPartPr>
              <p14:xfrm>
                <a:off x="5840764" y="567996"/>
                <a:ext cx="133920" cy="554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A75704C-AE29-B9F6-F649-3F5E0B1DB6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32124" y="559356"/>
                  <a:ext cx="151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D32F957-0732-8731-D34D-A7E61541BBFA}"/>
                    </a:ext>
                  </a:extLst>
                </p14:cNvPr>
                <p14:cNvContentPartPr/>
                <p14:nvPr/>
              </p14:nvContentPartPr>
              <p14:xfrm>
                <a:off x="5900164" y="616596"/>
                <a:ext cx="99000" cy="864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D32F957-0732-8731-D34D-A7E61541BB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91524" y="607596"/>
                  <a:ext cx="116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1769B58-C82D-C9EA-3FBF-DEA3CE7095AB}"/>
                    </a:ext>
                  </a:extLst>
                </p14:cNvPr>
                <p14:cNvContentPartPr/>
                <p14:nvPr/>
              </p14:nvContentPartPr>
              <p14:xfrm>
                <a:off x="6003844" y="478716"/>
                <a:ext cx="75600" cy="1195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1769B58-C82D-C9EA-3FBF-DEA3CE7095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94844" y="470076"/>
                  <a:ext cx="93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9C9B335-8477-021F-48A3-0768575F9D51}"/>
                    </a:ext>
                  </a:extLst>
                </p14:cNvPr>
                <p14:cNvContentPartPr/>
                <p14:nvPr/>
              </p14:nvContentPartPr>
              <p14:xfrm>
                <a:off x="5998444" y="570156"/>
                <a:ext cx="73440" cy="13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9C9B335-8477-021F-48A3-0768575F9D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89804" y="561516"/>
                  <a:ext cx="91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CF87E39-FF8E-32E2-E8BA-A4E4C5908F5D}"/>
                    </a:ext>
                  </a:extLst>
                </p14:cNvPr>
                <p14:cNvContentPartPr/>
                <p14:nvPr/>
              </p14:nvContentPartPr>
              <p14:xfrm>
                <a:off x="6022564" y="598956"/>
                <a:ext cx="108000" cy="1051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CF87E39-FF8E-32E2-E8BA-A4E4C5908F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13924" y="589956"/>
                  <a:ext cx="125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B015DFB-04AC-A766-A53E-7EAC60D7183F}"/>
                    </a:ext>
                  </a:extLst>
                </p14:cNvPr>
                <p14:cNvContentPartPr/>
                <p14:nvPr/>
              </p14:nvContentPartPr>
              <p14:xfrm>
                <a:off x="6166204" y="515436"/>
                <a:ext cx="69840" cy="73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B015DFB-04AC-A766-A53E-7EAC60D718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57204" y="506436"/>
                  <a:ext cx="87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5742E62-1F60-B832-EAD4-7CAB909D0319}"/>
                    </a:ext>
                  </a:extLst>
                </p14:cNvPr>
                <p14:cNvContentPartPr/>
                <p14:nvPr/>
              </p14:nvContentPartPr>
              <p14:xfrm>
                <a:off x="6218764" y="553236"/>
                <a:ext cx="84240" cy="147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5742E62-1F60-B832-EAD4-7CAB909D03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09764" y="544236"/>
                  <a:ext cx="10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BB519F3-4D29-9BFA-0D9C-D7B100DD77B4}"/>
                    </a:ext>
                  </a:extLst>
                </p14:cNvPr>
                <p14:cNvContentPartPr/>
                <p14:nvPr/>
              </p14:nvContentPartPr>
              <p14:xfrm>
                <a:off x="6260524" y="513636"/>
                <a:ext cx="140760" cy="1598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BB519F3-4D29-9BFA-0D9C-D7B100DD77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51884" y="504996"/>
                  <a:ext cx="158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54A1B13-BE4C-B43F-15BA-542FDCA774DF}"/>
                    </a:ext>
                  </a:extLst>
                </p14:cNvPr>
                <p14:cNvContentPartPr/>
                <p14:nvPr/>
              </p14:nvContentPartPr>
              <p14:xfrm>
                <a:off x="6394084" y="498156"/>
                <a:ext cx="83880" cy="788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54A1B13-BE4C-B43F-15BA-542FDCA774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85084" y="489516"/>
                  <a:ext cx="101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EF8B9D4-584A-6E47-BE5F-9DA14E886A7F}"/>
                    </a:ext>
                  </a:extLst>
                </p14:cNvPr>
                <p14:cNvContentPartPr/>
                <p14:nvPr/>
              </p14:nvContentPartPr>
              <p14:xfrm>
                <a:off x="6443044" y="610836"/>
                <a:ext cx="91440" cy="766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EF8B9D4-584A-6E47-BE5F-9DA14E886A7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34044" y="602196"/>
                  <a:ext cx="10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8F6DCED-A032-A530-0FC1-6D6D36F85D12}"/>
                    </a:ext>
                  </a:extLst>
                </p14:cNvPr>
                <p14:cNvContentPartPr/>
                <p14:nvPr/>
              </p14:nvContentPartPr>
              <p14:xfrm>
                <a:off x="5853724" y="870756"/>
                <a:ext cx="114120" cy="115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8F6DCED-A032-A530-0FC1-6D6D36F85D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45084" y="861756"/>
                  <a:ext cx="131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4EAD0B9-8B54-D058-EEED-B4CC9B4369C5}"/>
                    </a:ext>
                  </a:extLst>
                </p14:cNvPr>
                <p14:cNvContentPartPr/>
                <p14:nvPr/>
              </p14:nvContentPartPr>
              <p14:xfrm>
                <a:off x="5899084" y="876156"/>
                <a:ext cx="48960" cy="101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4EAD0B9-8B54-D058-EEED-B4CC9B4369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90084" y="867516"/>
                  <a:ext cx="66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C18B052-A3BE-0B49-784F-507AC7FCD0C2}"/>
                    </a:ext>
                  </a:extLst>
                </p14:cNvPr>
                <p14:cNvContentPartPr/>
                <p14:nvPr/>
              </p14:nvContentPartPr>
              <p14:xfrm>
                <a:off x="5886484" y="870036"/>
                <a:ext cx="140400" cy="123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C18B052-A3BE-0B49-784F-507AC7FCD0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77844" y="861396"/>
                  <a:ext cx="158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4040158-9FED-DDFC-0949-42A08E020171}"/>
                    </a:ext>
                  </a:extLst>
                </p14:cNvPr>
                <p14:cNvContentPartPr/>
                <p14:nvPr/>
              </p14:nvContentPartPr>
              <p14:xfrm>
                <a:off x="5916004" y="1019796"/>
                <a:ext cx="132840" cy="619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4040158-9FED-DDFC-0949-42A08E0201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07004" y="1010796"/>
                  <a:ext cx="150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41900F2-F96E-7B8D-B92A-9042BD875DED}"/>
                    </a:ext>
                  </a:extLst>
                </p14:cNvPr>
                <p14:cNvContentPartPr/>
                <p14:nvPr/>
              </p14:nvContentPartPr>
              <p14:xfrm>
                <a:off x="6063964" y="880116"/>
                <a:ext cx="73800" cy="174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41900F2-F96E-7B8D-B92A-9042BD875D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55324" y="871116"/>
                  <a:ext cx="91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01A269A-B0FB-3EFE-5C7C-ED9268954BDF}"/>
                    </a:ext>
                  </a:extLst>
                </p14:cNvPr>
                <p14:cNvContentPartPr/>
                <p14:nvPr/>
              </p14:nvContentPartPr>
              <p14:xfrm>
                <a:off x="6049564" y="1041756"/>
                <a:ext cx="150480" cy="223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01A269A-B0FB-3EFE-5C7C-ED9268954B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40564" y="1032756"/>
                  <a:ext cx="168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A14AF28-9BDA-D1E4-CA24-2D30B1715323}"/>
                    </a:ext>
                  </a:extLst>
                </p14:cNvPr>
                <p14:cNvContentPartPr/>
                <p14:nvPr/>
              </p14:nvContentPartPr>
              <p14:xfrm>
                <a:off x="6282844" y="841236"/>
                <a:ext cx="51120" cy="396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A14AF28-9BDA-D1E4-CA24-2D30B17153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4204" y="832236"/>
                  <a:ext cx="68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3DC54A3-6CB9-8216-63BA-1D26C1288254}"/>
                    </a:ext>
                  </a:extLst>
                </p14:cNvPr>
                <p14:cNvContentPartPr/>
                <p14:nvPr/>
              </p14:nvContentPartPr>
              <p14:xfrm>
                <a:off x="6272404" y="899916"/>
                <a:ext cx="144360" cy="777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3DC54A3-6CB9-8216-63BA-1D26C12882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63764" y="891276"/>
                  <a:ext cx="162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F022D8C-93B8-E9AF-DC31-A98BFAA890EA}"/>
                    </a:ext>
                  </a:extLst>
                </p14:cNvPr>
                <p14:cNvContentPartPr/>
                <p14:nvPr/>
              </p14:nvContentPartPr>
              <p14:xfrm>
                <a:off x="6294724" y="971916"/>
                <a:ext cx="143280" cy="975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F022D8C-93B8-E9AF-DC31-A98BFAA890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85724" y="962916"/>
                  <a:ext cx="160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DDA32C4-0C89-6E31-0E6F-608945D442DF}"/>
                    </a:ext>
                  </a:extLst>
                </p14:cNvPr>
                <p14:cNvContentPartPr/>
                <p14:nvPr/>
              </p14:nvContentPartPr>
              <p14:xfrm>
                <a:off x="6457084" y="882996"/>
                <a:ext cx="6840" cy="1004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DDA32C4-0C89-6E31-0E6F-608945D442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48444" y="873996"/>
                  <a:ext cx="24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5AB8C89-D7E9-D5CA-3E8F-6A99060B2295}"/>
                    </a:ext>
                  </a:extLst>
                </p14:cNvPr>
                <p14:cNvContentPartPr/>
                <p14:nvPr/>
              </p14:nvContentPartPr>
              <p14:xfrm>
                <a:off x="6445924" y="857076"/>
                <a:ext cx="122040" cy="972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5AB8C89-D7E9-D5CA-3E8F-6A99060B22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37284" y="848436"/>
                  <a:ext cx="139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B692C9B-8A44-6355-40D5-E67B3D94F8F5}"/>
                    </a:ext>
                  </a:extLst>
                </p14:cNvPr>
                <p14:cNvContentPartPr/>
                <p14:nvPr/>
              </p14:nvContentPartPr>
              <p14:xfrm>
                <a:off x="6462844" y="980916"/>
                <a:ext cx="109440" cy="568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B692C9B-8A44-6355-40D5-E67B3D94F8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53844" y="972276"/>
                  <a:ext cx="127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68F56D4-170C-4F91-CF3B-CAA656DCDC7C}"/>
                    </a:ext>
                  </a:extLst>
                </p14:cNvPr>
                <p14:cNvContentPartPr/>
                <p14:nvPr/>
              </p14:nvContentPartPr>
              <p14:xfrm>
                <a:off x="6475444" y="1018716"/>
                <a:ext cx="131760" cy="684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68F56D4-170C-4F91-CF3B-CAA656DCDC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66804" y="1009716"/>
                  <a:ext cx="149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BD32232-12FF-BF73-29D0-37AF06F25658}"/>
                    </a:ext>
                  </a:extLst>
                </p14:cNvPr>
                <p14:cNvContentPartPr/>
                <p14:nvPr/>
              </p14:nvContentPartPr>
              <p14:xfrm>
                <a:off x="6647164" y="854556"/>
                <a:ext cx="168120" cy="1828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BD32232-12FF-BF73-29D0-37AF06F2565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38164" y="845916"/>
                  <a:ext cx="185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F873A392-CE9C-5F76-8E06-178E96D71941}"/>
                    </a:ext>
                  </a:extLst>
                </p14:cNvPr>
                <p14:cNvContentPartPr/>
                <p14:nvPr/>
              </p14:nvContentPartPr>
              <p14:xfrm>
                <a:off x="6797644" y="894876"/>
                <a:ext cx="63720" cy="835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F873A392-CE9C-5F76-8E06-178E96D719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8644" y="886236"/>
                  <a:ext cx="81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598625D-8D43-F9A2-34A9-B8C96DC5EF39}"/>
                    </a:ext>
                  </a:extLst>
                </p14:cNvPr>
                <p14:cNvContentPartPr/>
                <p14:nvPr/>
              </p14:nvContentPartPr>
              <p14:xfrm>
                <a:off x="6857044" y="875796"/>
                <a:ext cx="93600" cy="1303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598625D-8D43-F9A2-34A9-B8C96DC5EF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48404" y="867156"/>
                  <a:ext cx="111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3B25753E-3161-6726-DE32-50A987B608BD}"/>
                    </a:ext>
                  </a:extLst>
                </p14:cNvPr>
                <p14:cNvContentPartPr/>
                <p14:nvPr/>
              </p14:nvContentPartPr>
              <p14:xfrm>
                <a:off x="6894844" y="966156"/>
                <a:ext cx="103680" cy="1141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3B25753E-3161-6726-DE32-50A987B608B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86204" y="957516"/>
                  <a:ext cx="121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5BF42E5-8DD3-4CEA-C9C7-8F9EF6630B68}"/>
                    </a:ext>
                  </a:extLst>
                </p14:cNvPr>
                <p14:cNvContentPartPr/>
                <p14:nvPr/>
              </p14:nvContentPartPr>
              <p14:xfrm>
                <a:off x="5922844" y="1237236"/>
                <a:ext cx="115920" cy="270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5BF42E5-8DD3-4CEA-C9C7-8F9EF6630B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14204" y="1228236"/>
                  <a:ext cx="133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5568" name="잉크 365567">
                  <a:extLst>
                    <a:ext uri="{FF2B5EF4-FFF2-40B4-BE49-F238E27FC236}">
                      <a16:creationId xmlns:a16="http://schemas.microsoft.com/office/drawing/2014/main" id="{3E479417-B307-67C4-FB3C-5BAA64CA9559}"/>
                    </a:ext>
                  </a:extLst>
                </p14:cNvPr>
                <p14:cNvContentPartPr/>
                <p14:nvPr/>
              </p14:nvContentPartPr>
              <p14:xfrm>
                <a:off x="5961724" y="1272876"/>
                <a:ext cx="38160" cy="114480"/>
              </p14:xfrm>
            </p:contentPart>
          </mc:Choice>
          <mc:Fallback xmlns="">
            <p:pic>
              <p:nvPicPr>
                <p:cNvPr id="365568" name="잉크 365567">
                  <a:extLst>
                    <a:ext uri="{FF2B5EF4-FFF2-40B4-BE49-F238E27FC236}">
                      <a16:creationId xmlns:a16="http://schemas.microsoft.com/office/drawing/2014/main" id="{3E479417-B307-67C4-FB3C-5BAA64CA95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53084" y="1263876"/>
                  <a:ext cx="55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5569" name="잉크 365568">
                  <a:extLst>
                    <a:ext uri="{FF2B5EF4-FFF2-40B4-BE49-F238E27FC236}">
                      <a16:creationId xmlns:a16="http://schemas.microsoft.com/office/drawing/2014/main" id="{D4ED5FC5-E723-DE8B-500F-08FF1AA39A8F}"/>
                    </a:ext>
                  </a:extLst>
                </p14:cNvPr>
                <p14:cNvContentPartPr/>
                <p14:nvPr/>
              </p14:nvContentPartPr>
              <p14:xfrm>
                <a:off x="5931484" y="1278276"/>
                <a:ext cx="145440" cy="130320"/>
              </p14:xfrm>
            </p:contentPart>
          </mc:Choice>
          <mc:Fallback xmlns="">
            <p:pic>
              <p:nvPicPr>
                <p:cNvPr id="365569" name="잉크 365568">
                  <a:extLst>
                    <a:ext uri="{FF2B5EF4-FFF2-40B4-BE49-F238E27FC236}">
                      <a16:creationId xmlns:a16="http://schemas.microsoft.com/office/drawing/2014/main" id="{D4ED5FC5-E723-DE8B-500F-08FF1AA39A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22844" y="1269636"/>
                  <a:ext cx="163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5570" name="잉크 365569">
                  <a:extLst>
                    <a:ext uri="{FF2B5EF4-FFF2-40B4-BE49-F238E27FC236}">
                      <a16:creationId xmlns:a16="http://schemas.microsoft.com/office/drawing/2014/main" id="{595B96D5-450C-338B-30E8-A1240451A899}"/>
                    </a:ext>
                  </a:extLst>
                </p14:cNvPr>
                <p14:cNvContentPartPr/>
                <p14:nvPr/>
              </p14:nvContentPartPr>
              <p14:xfrm>
                <a:off x="5993404" y="1422276"/>
                <a:ext cx="123840" cy="71640"/>
              </p14:xfrm>
            </p:contentPart>
          </mc:Choice>
          <mc:Fallback xmlns="">
            <p:pic>
              <p:nvPicPr>
                <p:cNvPr id="365570" name="잉크 365569">
                  <a:extLst>
                    <a:ext uri="{FF2B5EF4-FFF2-40B4-BE49-F238E27FC236}">
                      <a16:creationId xmlns:a16="http://schemas.microsoft.com/office/drawing/2014/main" id="{595B96D5-450C-338B-30E8-A1240451A8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84764" y="1413636"/>
                  <a:ext cx="141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5571" name="잉크 365570">
                  <a:extLst>
                    <a:ext uri="{FF2B5EF4-FFF2-40B4-BE49-F238E27FC236}">
                      <a16:creationId xmlns:a16="http://schemas.microsoft.com/office/drawing/2014/main" id="{4ADCAF61-2502-845C-C9DF-211983D46787}"/>
                    </a:ext>
                  </a:extLst>
                </p14:cNvPr>
                <p14:cNvContentPartPr/>
                <p14:nvPr/>
              </p14:nvContentPartPr>
              <p14:xfrm>
                <a:off x="6109324" y="1290516"/>
                <a:ext cx="84600" cy="155520"/>
              </p14:xfrm>
            </p:contentPart>
          </mc:Choice>
          <mc:Fallback xmlns="">
            <p:pic>
              <p:nvPicPr>
                <p:cNvPr id="365571" name="잉크 365570">
                  <a:extLst>
                    <a:ext uri="{FF2B5EF4-FFF2-40B4-BE49-F238E27FC236}">
                      <a16:creationId xmlns:a16="http://schemas.microsoft.com/office/drawing/2014/main" id="{4ADCAF61-2502-845C-C9DF-211983D467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00324" y="1281876"/>
                  <a:ext cx="102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5574" name="잉크 365573">
                  <a:extLst>
                    <a:ext uri="{FF2B5EF4-FFF2-40B4-BE49-F238E27FC236}">
                      <a16:creationId xmlns:a16="http://schemas.microsoft.com/office/drawing/2014/main" id="{386DD645-67BF-5394-FE5B-4932C9A3B9FD}"/>
                    </a:ext>
                  </a:extLst>
                </p14:cNvPr>
                <p14:cNvContentPartPr/>
                <p14:nvPr/>
              </p14:nvContentPartPr>
              <p14:xfrm>
                <a:off x="6119404" y="1322556"/>
                <a:ext cx="124560" cy="118800"/>
              </p14:xfrm>
            </p:contentPart>
          </mc:Choice>
          <mc:Fallback xmlns="">
            <p:pic>
              <p:nvPicPr>
                <p:cNvPr id="365574" name="잉크 365573">
                  <a:extLst>
                    <a:ext uri="{FF2B5EF4-FFF2-40B4-BE49-F238E27FC236}">
                      <a16:creationId xmlns:a16="http://schemas.microsoft.com/office/drawing/2014/main" id="{386DD645-67BF-5394-FE5B-4932C9A3B9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10764" y="1313556"/>
                  <a:ext cx="142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5576" name="잉크 365575">
                  <a:extLst>
                    <a:ext uri="{FF2B5EF4-FFF2-40B4-BE49-F238E27FC236}">
                      <a16:creationId xmlns:a16="http://schemas.microsoft.com/office/drawing/2014/main" id="{EB717ECC-FE04-EFFC-9DD5-6560F9135965}"/>
                    </a:ext>
                  </a:extLst>
                </p14:cNvPr>
                <p14:cNvContentPartPr/>
                <p14:nvPr/>
              </p14:nvContentPartPr>
              <p14:xfrm>
                <a:off x="6332524" y="1274676"/>
                <a:ext cx="82800" cy="103320"/>
              </p14:xfrm>
            </p:contentPart>
          </mc:Choice>
          <mc:Fallback xmlns="">
            <p:pic>
              <p:nvPicPr>
                <p:cNvPr id="365576" name="잉크 365575">
                  <a:extLst>
                    <a:ext uri="{FF2B5EF4-FFF2-40B4-BE49-F238E27FC236}">
                      <a16:creationId xmlns:a16="http://schemas.microsoft.com/office/drawing/2014/main" id="{EB717ECC-FE04-EFFC-9DD5-6560F91359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3884" y="1265676"/>
                  <a:ext cx="100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65577" name="잉크 365576">
                  <a:extLst>
                    <a:ext uri="{FF2B5EF4-FFF2-40B4-BE49-F238E27FC236}">
                      <a16:creationId xmlns:a16="http://schemas.microsoft.com/office/drawing/2014/main" id="{C4C902CF-AAFD-3516-FF2D-765D20CECDC6}"/>
                    </a:ext>
                  </a:extLst>
                </p14:cNvPr>
                <p14:cNvContentPartPr/>
                <p14:nvPr/>
              </p14:nvContentPartPr>
              <p14:xfrm>
                <a:off x="6402004" y="1309236"/>
                <a:ext cx="80640" cy="17640"/>
              </p14:xfrm>
            </p:contentPart>
          </mc:Choice>
          <mc:Fallback xmlns="">
            <p:pic>
              <p:nvPicPr>
                <p:cNvPr id="365577" name="잉크 365576">
                  <a:extLst>
                    <a:ext uri="{FF2B5EF4-FFF2-40B4-BE49-F238E27FC236}">
                      <a16:creationId xmlns:a16="http://schemas.microsoft.com/office/drawing/2014/main" id="{C4C902CF-AAFD-3516-FF2D-765D20CECD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93004" y="1300236"/>
                  <a:ext cx="98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65578" name="잉크 365577">
                  <a:extLst>
                    <a:ext uri="{FF2B5EF4-FFF2-40B4-BE49-F238E27FC236}">
                      <a16:creationId xmlns:a16="http://schemas.microsoft.com/office/drawing/2014/main" id="{41F78B5F-B5BB-2F55-605D-DDF8C881D6AC}"/>
                    </a:ext>
                  </a:extLst>
                </p14:cNvPr>
                <p14:cNvContentPartPr/>
                <p14:nvPr/>
              </p14:nvContentPartPr>
              <p14:xfrm>
                <a:off x="6364564" y="1299156"/>
                <a:ext cx="169560" cy="144720"/>
              </p14:xfrm>
            </p:contentPart>
          </mc:Choice>
          <mc:Fallback xmlns="">
            <p:pic>
              <p:nvPicPr>
                <p:cNvPr id="365578" name="잉크 365577">
                  <a:extLst>
                    <a:ext uri="{FF2B5EF4-FFF2-40B4-BE49-F238E27FC236}">
                      <a16:creationId xmlns:a16="http://schemas.microsoft.com/office/drawing/2014/main" id="{41F78B5F-B5BB-2F55-605D-DDF8C881D6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55924" y="1290516"/>
                  <a:ext cx="187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5579" name="잉크 365578">
                  <a:extLst>
                    <a:ext uri="{FF2B5EF4-FFF2-40B4-BE49-F238E27FC236}">
                      <a16:creationId xmlns:a16="http://schemas.microsoft.com/office/drawing/2014/main" id="{BD31308D-11EB-0243-0C3A-2994AAE9A413}"/>
                    </a:ext>
                  </a:extLst>
                </p14:cNvPr>
                <p14:cNvContentPartPr/>
                <p14:nvPr/>
              </p14:nvContentPartPr>
              <p14:xfrm>
                <a:off x="6545284" y="1289796"/>
                <a:ext cx="81720" cy="102240"/>
              </p14:xfrm>
            </p:contentPart>
          </mc:Choice>
          <mc:Fallback xmlns="">
            <p:pic>
              <p:nvPicPr>
                <p:cNvPr id="365579" name="잉크 365578">
                  <a:extLst>
                    <a:ext uri="{FF2B5EF4-FFF2-40B4-BE49-F238E27FC236}">
                      <a16:creationId xmlns:a16="http://schemas.microsoft.com/office/drawing/2014/main" id="{BD31308D-11EB-0243-0C3A-2994AAE9A4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36644" y="1280796"/>
                  <a:ext cx="99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65580" name="잉크 365579">
                  <a:extLst>
                    <a:ext uri="{FF2B5EF4-FFF2-40B4-BE49-F238E27FC236}">
                      <a16:creationId xmlns:a16="http://schemas.microsoft.com/office/drawing/2014/main" id="{010D9A19-281D-5F21-F266-DEDF1381AD4A}"/>
                    </a:ext>
                  </a:extLst>
                </p14:cNvPr>
                <p14:cNvContentPartPr/>
                <p14:nvPr/>
              </p14:nvContentPartPr>
              <p14:xfrm>
                <a:off x="6579124" y="1384116"/>
                <a:ext cx="95040" cy="73080"/>
              </p14:xfrm>
            </p:contentPart>
          </mc:Choice>
          <mc:Fallback xmlns="">
            <p:pic>
              <p:nvPicPr>
                <p:cNvPr id="365580" name="잉크 365579">
                  <a:extLst>
                    <a:ext uri="{FF2B5EF4-FFF2-40B4-BE49-F238E27FC236}">
                      <a16:creationId xmlns:a16="http://schemas.microsoft.com/office/drawing/2014/main" id="{010D9A19-281D-5F21-F266-DEDF1381AD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70484" y="1375116"/>
                  <a:ext cx="112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5584" name="잉크 365583">
                  <a:extLst>
                    <a:ext uri="{FF2B5EF4-FFF2-40B4-BE49-F238E27FC236}">
                      <a16:creationId xmlns:a16="http://schemas.microsoft.com/office/drawing/2014/main" id="{D5F59B19-93AC-3667-69CF-0AF04E20F2EC}"/>
                    </a:ext>
                  </a:extLst>
                </p14:cNvPr>
                <p14:cNvContentPartPr/>
                <p14:nvPr/>
              </p14:nvContentPartPr>
              <p14:xfrm>
                <a:off x="5499484" y="657276"/>
                <a:ext cx="301320" cy="753480"/>
              </p14:xfrm>
            </p:contentPart>
          </mc:Choice>
          <mc:Fallback xmlns="">
            <p:pic>
              <p:nvPicPr>
                <p:cNvPr id="365584" name="잉크 365583">
                  <a:extLst>
                    <a:ext uri="{FF2B5EF4-FFF2-40B4-BE49-F238E27FC236}">
                      <a16:creationId xmlns:a16="http://schemas.microsoft.com/office/drawing/2014/main" id="{D5F59B19-93AC-3667-69CF-0AF04E20F2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90484" y="648276"/>
                  <a:ext cx="31896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65585" name="잉크 365584">
                  <a:extLst>
                    <a:ext uri="{FF2B5EF4-FFF2-40B4-BE49-F238E27FC236}">
                      <a16:creationId xmlns:a16="http://schemas.microsoft.com/office/drawing/2014/main" id="{44B8573E-0479-3D5B-53B0-F775078FD1C9}"/>
                    </a:ext>
                  </a:extLst>
                </p14:cNvPr>
                <p14:cNvContentPartPr/>
                <p14:nvPr/>
              </p14:nvContentPartPr>
              <p14:xfrm>
                <a:off x="5468884" y="996396"/>
                <a:ext cx="235440" cy="18360"/>
              </p14:xfrm>
            </p:contentPart>
          </mc:Choice>
          <mc:Fallback xmlns="">
            <p:pic>
              <p:nvPicPr>
                <p:cNvPr id="365585" name="잉크 365584">
                  <a:extLst>
                    <a:ext uri="{FF2B5EF4-FFF2-40B4-BE49-F238E27FC236}">
                      <a16:creationId xmlns:a16="http://schemas.microsoft.com/office/drawing/2014/main" id="{44B8573E-0479-3D5B-53B0-F775078FD1C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60244" y="987396"/>
                  <a:ext cx="25308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교착 상태 처리 방법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14500"/>
            <a:ext cx="8629650" cy="4643438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교착 상태가 되지 않도록 하는 프로토콜을 사용</a:t>
            </a:r>
            <a:endParaRPr lang="ko-KR" altLang="en-US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 상태 예방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(Deadlock Prevention)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 상태 회피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(Deadlock Avoidance)</a:t>
            </a:r>
          </a:p>
          <a:p>
            <a:pPr lvl="1"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시스템이 교착 상태에 들어가도록 허용한 다음 회복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 상태 탐지 및 회복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어렵고 비용이 많이 소요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endParaRPr lang="ko-KR" altLang="en-US" sz="16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교착 상태가 시스템에서 발생하지 않은 것처럼 무시</a:t>
            </a:r>
          </a:p>
          <a:p>
            <a:pPr lvl="1"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UNIX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등 대부분의 운영 체제에서 사용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대부분 시스템에서 교착 상태는 일년에 한번 정도 발생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응용 프로그래머가 자체적으로 해결</a:t>
            </a:r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48A769-61E4-4449-839D-4D3F4645A699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E959C2C-1C2C-02AE-9251-08234276A682}"/>
              </a:ext>
            </a:extLst>
          </p:cNvPr>
          <p:cNvGrpSpPr/>
          <p:nvPr/>
        </p:nvGrpSpPr>
        <p:grpSpPr>
          <a:xfrm>
            <a:off x="5499223" y="2304326"/>
            <a:ext cx="1683000" cy="267840"/>
            <a:chOff x="5499223" y="2304326"/>
            <a:chExt cx="168300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034F9DB2-8999-9FAB-3BDE-8E91FF34D6BF}"/>
                    </a:ext>
                  </a:extLst>
                </p14:cNvPr>
                <p14:cNvContentPartPr/>
                <p14:nvPr/>
              </p14:nvContentPartPr>
              <p14:xfrm>
                <a:off x="5499223" y="2420606"/>
                <a:ext cx="215280" cy="277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034F9DB2-8999-9FAB-3BDE-8E91FF34D6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90583" y="2411966"/>
                  <a:ext cx="232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2B8391D-107E-744A-E3C2-B096ABF543C8}"/>
                    </a:ext>
                  </a:extLst>
                </p14:cNvPr>
                <p14:cNvContentPartPr/>
                <p14:nvPr/>
              </p14:nvContentPartPr>
              <p14:xfrm>
                <a:off x="5644303" y="2358326"/>
                <a:ext cx="73800" cy="1436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2B8391D-107E-744A-E3C2-B096ABF543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35663" y="2349686"/>
                  <a:ext cx="91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79F5CEF2-AE0C-7322-A7AF-CE303DA4FDC5}"/>
                    </a:ext>
                  </a:extLst>
                </p14:cNvPr>
                <p14:cNvContentPartPr/>
                <p14:nvPr/>
              </p14:nvContentPartPr>
              <p14:xfrm>
                <a:off x="5818543" y="2340686"/>
                <a:ext cx="127800" cy="1274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79F5CEF2-AE0C-7322-A7AF-CE303DA4FD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09903" y="2332046"/>
                  <a:ext cx="145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076AA2E-BD0B-16BC-6A69-6C67905C7E65}"/>
                    </a:ext>
                  </a:extLst>
                </p14:cNvPr>
                <p14:cNvContentPartPr/>
                <p14:nvPr/>
              </p14:nvContentPartPr>
              <p14:xfrm>
                <a:off x="5946703" y="2328446"/>
                <a:ext cx="79560" cy="1735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076AA2E-BD0B-16BC-6A69-6C67905C7E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38063" y="2319806"/>
                  <a:ext cx="97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A007481-56F0-A783-4441-CD95D18ABE2D}"/>
                    </a:ext>
                  </a:extLst>
                </p14:cNvPr>
                <p14:cNvContentPartPr/>
                <p14:nvPr/>
              </p14:nvContentPartPr>
              <p14:xfrm>
                <a:off x="6023743" y="2323766"/>
                <a:ext cx="93240" cy="806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A007481-56F0-A783-4441-CD95D18ABE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14743" y="2315126"/>
                  <a:ext cx="110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59A9EBC-A639-9DED-9044-766A1D5CF464}"/>
                    </a:ext>
                  </a:extLst>
                </p14:cNvPr>
                <p14:cNvContentPartPr/>
                <p14:nvPr/>
              </p14:nvContentPartPr>
              <p14:xfrm>
                <a:off x="6014383" y="2412326"/>
                <a:ext cx="153360" cy="1353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59A9EBC-A639-9DED-9044-766A1D5CF4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05743" y="2403686"/>
                  <a:ext cx="171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C09829B-18DA-95B4-393F-EE1C7CF85E48}"/>
                    </a:ext>
                  </a:extLst>
                </p14:cNvPr>
                <p14:cNvContentPartPr/>
                <p14:nvPr/>
              </p14:nvContentPartPr>
              <p14:xfrm>
                <a:off x="6103663" y="2396486"/>
                <a:ext cx="81720" cy="158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C09829B-18DA-95B4-393F-EE1C7CF85E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95023" y="2387846"/>
                  <a:ext cx="99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E60E73B-7EBE-2B15-AEDA-6AA40ACEF6C3}"/>
                    </a:ext>
                  </a:extLst>
                </p14:cNvPr>
                <p14:cNvContentPartPr/>
                <p14:nvPr/>
              </p14:nvContentPartPr>
              <p14:xfrm>
                <a:off x="6174943" y="2393966"/>
                <a:ext cx="109800" cy="127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E60E73B-7EBE-2B15-AEDA-6AA40ACEF6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65943" y="2384966"/>
                  <a:ext cx="127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74741DA-F50E-C87D-CDFE-8FC09F24D441}"/>
                    </a:ext>
                  </a:extLst>
                </p14:cNvPr>
                <p14:cNvContentPartPr/>
                <p14:nvPr/>
              </p14:nvContentPartPr>
              <p14:xfrm>
                <a:off x="6282583" y="2395766"/>
                <a:ext cx="9360" cy="164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74741DA-F50E-C87D-CDFE-8FC09F24D4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3583" y="2387126"/>
                  <a:ext cx="27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821AA18-7C4D-1A8B-05D2-99C6AC66239E}"/>
                    </a:ext>
                  </a:extLst>
                </p14:cNvPr>
                <p14:cNvContentPartPr/>
                <p14:nvPr/>
              </p14:nvContentPartPr>
              <p14:xfrm>
                <a:off x="6375103" y="2365526"/>
                <a:ext cx="117360" cy="1486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821AA18-7C4D-1A8B-05D2-99C6AC6623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66463" y="2356886"/>
                  <a:ext cx="135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27B233DA-38C2-2D34-A7F7-DA08D36955E9}"/>
                    </a:ext>
                  </a:extLst>
                </p14:cNvPr>
                <p14:cNvContentPartPr/>
                <p14:nvPr/>
              </p14:nvContentPartPr>
              <p14:xfrm>
                <a:off x="6457903" y="2386046"/>
                <a:ext cx="66240" cy="1148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27B233DA-38C2-2D34-A7F7-DA08D36955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48903" y="2377406"/>
                  <a:ext cx="83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B591146-C83A-8174-AF71-C4C9C2F4D578}"/>
                    </a:ext>
                  </a:extLst>
                </p14:cNvPr>
                <p14:cNvContentPartPr/>
                <p14:nvPr/>
              </p14:nvContentPartPr>
              <p14:xfrm>
                <a:off x="6536023" y="2378846"/>
                <a:ext cx="14040" cy="147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B591146-C83A-8174-AF71-C4C9C2F4D5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27383" y="2370206"/>
                  <a:ext cx="31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6092300-4C54-A095-F76E-0EED448F0A99}"/>
                    </a:ext>
                  </a:extLst>
                </p14:cNvPr>
                <p14:cNvContentPartPr/>
                <p14:nvPr/>
              </p14:nvContentPartPr>
              <p14:xfrm>
                <a:off x="6552223" y="2386766"/>
                <a:ext cx="100440" cy="889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6092300-4C54-A095-F76E-0EED448F0A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43583" y="2378126"/>
                  <a:ext cx="118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D1EBE71-B6B5-519E-44F4-E72E8BD0A790}"/>
                    </a:ext>
                  </a:extLst>
                </p14:cNvPr>
                <p14:cNvContentPartPr/>
                <p14:nvPr/>
              </p14:nvContentPartPr>
              <p14:xfrm>
                <a:off x="6665623" y="2369846"/>
                <a:ext cx="14040" cy="1404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D1EBE71-B6B5-519E-44F4-E72E8BD0A7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6623" y="2360846"/>
                  <a:ext cx="31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E7F77C1-525E-4514-9918-4204C89E2828}"/>
                    </a:ext>
                  </a:extLst>
                </p14:cNvPr>
                <p14:cNvContentPartPr/>
                <p14:nvPr/>
              </p14:nvContentPartPr>
              <p14:xfrm>
                <a:off x="6670663" y="2399006"/>
                <a:ext cx="78480" cy="392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E7F77C1-525E-4514-9918-4204C89E28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61663" y="2390006"/>
                  <a:ext cx="96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158E40C-A004-56EF-F5D0-28513B1F8971}"/>
                    </a:ext>
                  </a:extLst>
                </p14:cNvPr>
                <p14:cNvContentPartPr/>
                <p14:nvPr/>
              </p14:nvContentPartPr>
              <p14:xfrm>
                <a:off x="6633223" y="2483606"/>
                <a:ext cx="101880" cy="871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158E40C-A004-56EF-F5D0-28513B1F89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24223" y="2474606"/>
                  <a:ext cx="119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62FA5DE-3522-BC19-52E1-AD4DD47B8BA6}"/>
                    </a:ext>
                  </a:extLst>
                </p14:cNvPr>
                <p14:cNvContentPartPr/>
                <p14:nvPr/>
              </p14:nvContentPartPr>
              <p14:xfrm>
                <a:off x="6848143" y="2354366"/>
                <a:ext cx="50040" cy="1105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62FA5DE-3522-BC19-52E1-AD4DD47B8B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39143" y="2345366"/>
                  <a:ext cx="67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EB74E00-7F96-1BB9-241C-D2A2357A7512}"/>
                    </a:ext>
                  </a:extLst>
                </p14:cNvPr>
                <p14:cNvContentPartPr/>
                <p14:nvPr/>
              </p14:nvContentPartPr>
              <p14:xfrm>
                <a:off x="6877303" y="2331686"/>
                <a:ext cx="90720" cy="1710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EB74E00-7F96-1BB9-241C-D2A2357A75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68303" y="2322686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B8B3DF6-DE35-67EF-24CA-16C02FDD6572}"/>
                    </a:ext>
                  </a:extLst>
                </p14:cNvPr>
                <p14:cNvContentPartPr/>
                <p14:nvPr/>
              </p14:nvContentPartPr>
              <p14:xfrm>
                <a:off x="6890263" y="2465606"/>
                <a:ext cx="115560" cy="1008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B8B3DF6-DE35-67EF-24CA-16C02FDD65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81623" y="2456966"/>
                  <a:ext cx="133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3D368FB-6F01-8A75-9025-44A05E12CCA4}"/>
                    </a:ext>
                  </a:extLst>
                </p14:cNvPr>
                <p14:cNvContentPartPr/>
                <p14:nvPr/>
              </p14:nvContentPartPr>
              <p14:xfrm>
                <a:off x="6911503" y="2304326"/>
                <a:ext cx="121320" cy="2678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3D368FB-6F01-8A75-9025-44A05E12CC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02863" y="2295326"/>
                  <a:ext cx="1389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F21EED3-D5CA-E584-D546-C8E03059C1C3}"/>
                    </a:ext>
                  </a:extLst>
                </p14:cNvPr>
                <p14:cNvContentPartPr/>
                <p14:nvPr/>
              </p14:nvContentPartPr>
              <p14:xfrm>
                <a:off x="6978103" y="2387846"/>
                <a:ext cx="81720" cy="162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F21EED3-D5CA-E584-D546-C8E03059C1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69103" y="2379206"/>
                  <a:ext cx="99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6195FF3-5D3D-3ADF-D388-E058AB63557D}"/>
                    </a:ext>
                  </a:extLst>
                </p14:cNvPr>
                <p14:cNvContentPartPr/>
                <p14:nvPr/>
              </p14:nvContentPartPr>
              <p14:xfrm>
                <a:off x="7010503" y="2338526"/>
                <a:ext cx="148320" cy="1544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6195FF3-5D3D-3ADF-D388-E058AB6355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01863" y="2329526"/>
                  <a:ext cx="165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159905DD-3F15-E9C2-4A95-31896A5F2012}"/>
                    </a:ext>
                  </a:extLst>
                </p14:cNvPr>
                <p14:cNvContentPartPr/>
                <p14:nvPr/>
              </p14:nvContentPartPr>
              <p14:xfrm>
                <a:off x="7070623" y="2408366"/>
                <a:ext cx="111600" cy="1605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159905DD-3F15-E9C2-4A95-31896A5F20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61623" y="2399726"/>
                  <a:ext cx="129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BE6FD92-26B7-9C53-DA65-17F1DAB5F721}"/>
                    </a:ext>
                  </a:extLst>
                </p14:cNvPr>
                <p14:cNvContentPartPr/>
                <p14:nvPr/>
              </p14:nvContentPartPr>
              <p14:xfrm>
                <a:off x="7083943" y="2471006"/>
                <a:ext cx="96120" cy="756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BE6FD92-26B7-9C53-DA65-17F1DAB5F7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74943" y="2462366"/>
                  <a:ext cx="113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1564261-EF3F-2BEF-794B-16D8CAA9BD2F}"/>
                    </a:ext>
                  </a:extLst>
                </p14:cNvPr>
                <p14:cNvContentPartPr/>
                <p14:nvPr/>
              </p14:nvContentPartPr>
              <p14:xfrm>
                <a:off x="7078183" y="2554166"/>
                <a:ext cx="64800" cy="104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1564261-EF3F-2BEF-794B-16D8CAA9BD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69183" y="2545166"/>
                  <a:ext cx="824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3456" name="잉크 403455">
                <a:extLst>
                  <a:ext uri="{FF2B5EF4-FFF2-40B4-BE49-F238E27FC236}">
                    <a16:creationId xmlns:a16="http://schemas.microsoft.com/office/drawing/2014/main" id="{0FE9C3C2-5A68-8CF2-87B6-DC8D47D03FAD}"/>
                  </a:ext>
                </a:extLst>
              </p14:cNvPr>
              <p14:cNvContentPartPr/>
              <p14:nvPr/>
            </p14:nvContentPartPr>
            <p14:xfrm>
              <a:off x="2181463" y="2216846"/>
              <a:ext cx="604440" cy="412560"/>
            </p14:xfrm>
          </p:contentPart>
        </mc:Choice>
        <mc:Fallback xmlns="">
          <p:pic>
            <p:nvPicPr>
              <p:cNvPr id="403456" name="잉크 403455">
                <a:extLst>
                  <a:ext uri="{FF2B5EF4-FFF2-40B4-BE49-F238E27FC236}">
                    <a16:creationId xmlns:a16="http://schemas.microsoft.com/office/drawing/2014/main" id="{0FE9C3C2-5A68-8CF2-87B6-DC8D47D03FA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72463" y="2208206"/>
                <a:ext cx="62208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03457" name="잉크 403456">
                <a:extLst>
                  <a:ext uri="{FF2B5EF4-FFF2-40B4-BE49-F238E27FC236}">
                    <a16:creationId xmlns:a16="http://schemas.microsoft.com/office/drawing/2014/main" id="{74F6A0E4-A37D-32FD-6AE9-203762202558}"/>
                  </a:ext>
                </a:extLst>
              </p14:cNvPr>
              <p14:cNvContentPartPr/>
              <p14:nvPr/>
            </p14:nvContentPartPr>
            <p14:xfrm>
              <a:off x="2234383" y="2571806"/>
              <a:ext cx="552240" cy="396360"/>
            </p14:xfrm>
          </p:contentPart>
        </mc:Choice>
        <mc:Fallback xmlns="">
          <p:pic>
            <p:nvPicPr>
              <p:cNvPr id="403457" name="잉크 403456">
                <a:extLst>
                  <a:ext uri="{FF2B5EF4-FFF2-40B4-BE49-F238E27FC236}">
                    <a16:creationId xmlns:a16="http://schemas.microsoft.com/office/drawing/2014/main" id="{74F6A0E4-A37D-32FD-6AE9-2037622025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225743" y="2563166"/>
                <a:ext cx="569880" cy="41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3467" name="그룹 403466">
            <a:extLst>
              <a:ext uri="{FF2B5EF4-FFF2-40B4-BE49-F238E27FC236}">
                <a16:creationId xmlns:a16="http://schemas.microsoft.com/office/drawing/2014/main" id="{61B547AD-90FE-2776-B359-D8DD8CCE5E62}"/>
              </a:ext>
            </a:extLst>
          </p:cNvPr>
          <p:cNvGrpSpPr/>
          <p:nvPr/>
        </p:nvGrpSpPr>
        <p:grpSpPr>
          <a:xfrm>
            <a:off x="5519383" y="2686286"/>
            <a:ext cx="645120" cy="244440"/>
            <a:chOff x="5519383" y="2686286"/>
            <a:chExt cx="6451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3458" name="잉크 403457">
                  <a:extLst>
                    <a:ext uri="{FF2B5EF4-FFF2-40B4-BE49-F238E27FC236}">
                      <a16:creationId xmlns:a16="http://schemas.microsoft.com/office/drawing/2014/main" id="{7EBEAF30-E777-EFEB-7445-624AFB549D19}"/>
                    </a:ext>
                  </a:extLst>
                </p14:cNvPr>
                <p14:cNvContentPartPr/>
                <p14:nvPr/>
              </p14:nvContentPartPr>
              <p14:xfrm>
                <a:off x="5519383" y="2794286"/>
                <a:ext cx="181440" cy="20520"/>
              </p14:xfrm>
            </p:contentPart>
          </mc:Choice>
          <mc:Fallback xmlns="">
            <p:pic>
              <p:nvPicPr>
                <p:cNvPr id="403458" name="잉크 403457">
                  <a:extLst>
                    <a:ext uri="{FF2B5EF4-FFF2-40B4-BE49-F238E27FC236}">
                      <a16:creationId xmlns:a16="http://schemas.microsoft.com/office/drawing/2014/main" id="{7EBEAF30-E777-EFEB-7445-624AFB549D1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10383" y="2785646"/>
                  <a:ext cx="199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3460" name="잉크 403459">
                  <a:extLst>
                    <a:ext uri="{FF2B5EF4-FFF2-40B4-BE49-F238E27FC236}">
                      <a16:creationId xmlns:a16="http://schemas.microsoft.com/office/drawing/2014/main" id="{9C820630-C9F2-915A-3EA7-106C3B28A233}"/>
                    </a:ext>
                  </a:extLst>
                </p14:cNvPr>
                <p14:cNvContentPartPr/>
                <p14:nvPr/>
              </p14:nvContentPartPr>
              <p14:xfrm>
                <a:off x="5624503" y="2720846"/>
                <a:ext cx="88200" cy="198360"/>
              </p14:xfrm>
            </p:contentPart>
          </mc:Choice>
          <mc:Fallback xmlns="">
            <p:pic>
              <p:nvPicPr>
                <p:cNvPr id="403460" name="잉크 403459">
                  <a:extLst>
                    <a:ext uri="{FF2B5EF4-FFF2-40B4-BE49-F238E27FC236}">
                      <a16:creationId xmlns:a16="http://schemas.microsoft.com/office/drawing/2014/main" id="{9C820630-C9F2-915A-3EA7-106C3B28A2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5863" y="2712206"/>
                  <a:ext cx="105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3461" name="잉크 403460">
                  <a:extLst>
                    <a:ext uri="{FF2B5EF4-FFF2-40B4-BE49-F238E27FC236}">
                      <a16:creationId xmlns:a16="http://schemas.microsoft.com/office/drawing/2014/main" id="{472074D3-905A-62D2-9AA9-9BD60BA53F7D}"/>
                    </a:ext>
                  </a:extLst>
                </p14:cNvPr>
                <p14:cNvContentPartPr/>
                <p14:nvPr/>
              </p14:nvContentPartPr>
              <p14:xfrm>
                <a:off x="5852743" y="2686286"/>
                <a:ext cx="101880" cy="144000"/>
              </p14:xfrm>
            </p:contentPart>
          </mc:Choice>
          <mc:Fallback xmlns="">
            <p:pic>
              <p:nvPicPr>
                <p:cNvPr id="403461" name="잉크 403460">
                  <a:extLst>
                    <a:ext uri="{FF2B5EF4-FFF2-40B4-BE49-F238E27FC236}">
                      <a16:creationId xmlns:a16="http://schemas.microsoft.com/office/drawing/2014/main" id="{472074D3-905A-62D2-9AA9-9BD60BA53F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43743" y="2677646"/>
                  <a:ext cx="119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3462" name="잉크 403461">
                  <a:extLst>
                    <a:ext uri="{FF2B5EF4-FFF2-40B4-BE49-F238E27FC236}">
                      <a16:creationId xmlns:a16="http://schemas.microsoft.com/office/drawing/2014/main" id="{E3FE7B81-33D8-F28A-BD35-F4619E36E8F3}"/>
                    </a:ext>
                  </a:extLst>
                </p14:cNvPr>
                <p14:cNvContentPartPr/>
                <p14:nvPr/>
              </p14:nvContentPartPr>
              <p14:xfrm>
                <a:off x="5850223" y="2802206"/>
                <a:ext cx="149760" cy="41400"/>
              </p14:xfrm>
            </p:contentPart>
          </mc:Choice>
          <mc:Fallback xmlns="">
            <p:pic>
              <p:nvPicPr>
                <p:cNvPr id="403462" name="잉크 403461">
                  <a:extLst>
                    <a:ext uri="{FF2B5EF4-FFF2-40B4-BE49-F238E27FC236}">
                      <a16:creationId xmlns:a16="http://schemas.microsoft.com/office/drawing/2014/main" id="{E3FE7B81-33D8-F28A-BD35-F4619E36E8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41223" y="2793206"/>
                  <a:ext cx="167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3463" name="잉크 403462">
                  <a:extLst>
                    <a:ext uri="{FF2B5EF4-FFF2-40B4-BE49-F238E27FC236}">
                      <a16:creationId xmlns:a16="http://schemas.microsoft.com/office/drawing/2014/main" id="{51DC3512-789B-9418-81CA-2898E09A96BF}"/>
                    </a:ext>
                  </a:extLst>
                </p14:cNvPr>
                <p14:cNvContentPartPr/>
                <p14:nvPr/>
              </p14:nvContentPartPr>
              <p14:xfrm>
                <a:off x="5906023" y="2842166"/>
                <a:ext cx="86760" cy="88560"/>
              </p14:xfrm>
            </p:contentPart>
          </mc:Choice>
          <mc:Fallback xmlns="">
            <p:pic>
              <p:nvPicPr>
                <p:cNvPr id="403463" name="잉크 403462">
                  <a:extLst>
                    <a:ext uri="{FF2B5EF4-FFF2-40B4-BE49-F238E27FC236}">
                      <a16:creationId xmlns:a16="http://schemas.microsoft.com/office/drawing/2014/main" id="{51DC3512-789B-9418-81CA-2898E09A96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97383" y="2833166"/>
                  <a:ext cx="104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3464" name="잉크 403463">
                  <a:extLst>
                    <a:ext uri="{FF2B5EF4-FFF2-40B4-BE49-F238E27FC236}">
                      <a16:creationId xmlns:a16="http://schemas.microsoft.com/office/drawing/2014/main" id="{DB811D09-B056-242B-AFED-556F83AC89CF}"/>
                    </a:ext>
                  </a:extLst>
                </p14:cNvPr>
                <p14:cNvContentPartPr/>
                <p14:nvPr/>
              </p14:nvContentPartPr>
              <p14:xfrm>
                <a:off x="5975863" y="2719406"/>
                <a:ext cx="134280" cy="118800"/>
              </p14:xfrm>
            </p:contentPart>
          </mc:Choice>
          <mc:Fallback xmlns="">
            <p:pic>
              <p:nvPicPr>
                <p:cNvPr id="403464" name="잉크 403463">
                  <a:extLst>
                    <a:ext uri="{FF2B5EF4-FFF2-40B4-BE49-F238E27FC236}">
                      <a16:creationId xmlns:a16="http://schemas.microsoft.com/office/drawing/2014/main" id="{DB811D09-B056-242B-AFED-556F83AC89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6863" y="2710766"/>
                  <a:ext cx="151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3465" name="잉크 403464">
                  <a:extLst>
                    <a:ext uri="{FF2B5EF4-FFF2-40B4-BE49-F238E27FC236}">
                      <a16:creationId xmlns:a16="http://schemas.microsoft.com/office/drawing/2014/main" id="{BE8FF309-08A8-4594-2C01-AFBA9A531BDD}"/>
                    </a:ext>
                  </a:extLst>
                </p14:cNvPr>
                <p14:cNvContentPartPr/>
                <p14:nvPr/>
              </p14:nvContentPartPr>
              <p14:xfrm>
                <a:off x="6061543" y="2701046"/>
                <a:ext cx="100080" cy="166320"/>
              </p14:xfrm>
            </p:contentPart>
          </mc:Choice>
          <mc:Fallback xmlns="">
            <p:pic>
              <p:nvPicPr>
                <p:cNvPr id="403465" name="잉크 403464">
                  <a:extLst>
                    <a:ext uri="{FF2B5EF4-FFF2-40B4-BE49-F238E27FC236}">
                      <a16:creationId xmlns:a16="http://schemas.microsoft.com/office/drawing/2014/main" id="{BE8FF309-08A8-4594-2C01-AFBA9A531BD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52903" y="2692406"/>
                  <a:ext cx="117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3466" name="잉크 403465">
                  <a:extLst>
                    <a:ext uri="{FF2B5EF4-FFF2-40B4-BE49-F238E27FC236}">
                      <a16:creationId xmlns:a16="http://schemas.microsoft.com/office/drawing/2014/main" id="{A599186C-5E4B-DA77-6179-67732D5EF58C}"/>
                    </a:ext>
                  </a:extLst>
                </p14:cNvPr>
                <p14:cNvContentPartPr/>
                <p14:nvPr/>
              </p14:nvContentPartPr>
              <p14:xfrm>
                <a:off x="6030583" y="2841446"/>
                <a:ext cx="133920" cy="82800"/>
              </p14:xfrm>
            </p:contentPart>
          </mc:Choice>
          <mc:Fallback xmlns="">
            <p:pic>
              <p:nvPicPr>
                <p:cNvPr id="403466" name="잉크 403465">
                  <a:extLst>
                    <a:ext uri="{FF2B5EF4-FFF2-40B4-BE49-F238E27FC236}">
                      <a16:creationId xmlns:a16="http://schemas.microsoft.com/office/drawing/2014/main" id="{A599186C-5E4B-DA77-6179-67732D5EF5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21583" y="2832806"/>
                  <a:ext cx="15156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3468" name="잉크 403467">
                <a:extLst>
                  <a:ext uri="{FF2B5EF4-FFF2-40B4-BE49-F238E27FC236}">
                    <a16:creationId xmlns:a16="http://schemas.microsoft.com/office/drawing/2014/main" id="{0AC2DE3E-07AB-CA88-FDB7-2A095DA8DEDF}"/>
                  </a:ext>
                </a:extLst>
              </p14:cNvPr>
              <p14:cNvContentPartPr/>
              <p14:nvPr/>
            </p14:nvContentPartPr>
            <p14:xfrm>
              <a:off x="5419663" y="3516086"/>
              <a:ext cx="660600" cy="47520"/>
            </p14:xfrm>
          </p:contentPart>
        </mc:Choice>
        <mc:Fallback xmlns="">
          <p:pic>
            <p:nvPicPr>
              <p:cNvPr id="403468" name="잉크 403467">
                <a:extLst>
                  <a:ext uri="{FF2B5EF4-FFF2-40B4-BE49-F238E27FC236}">
                    <a16:creationId xmlns:a16="http://schemas.microsoft.com/office/drawing/2014/main" id="{0AC2DE3E-07AB-CA88-FDB7-2A095DA8DED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83663" y="3444086"/>
                <a:ext cx="7322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3469" name="잉크 403468">
                <a:extLst>
                  <a:ext uri="{FF2B5EF4-FFF2-40B4-BE49-F238E27FC236}">
                    <a16:creationId xmlns:a16="http://schemas.microsoft.com/office/drawing/2014/main" id="{63D86183-E639-FD84-A0B3-F64093AF2CF2}"/>
                  </a:ext>
                </a:extLst>
              </p14:cNvPr>
              <p14:cNvContentPartPr/>
              <p14:nvPr/>
            </p14:nvContentPartPr>
            <p14:xfrm>
              <a:off x="7036423" y="4965086"/>
              <a:ext cx="656640" cy="54360"/>
            </p14:xfrm>
          </p:contentPart>
        </mc:Choice>
        <mc:Fallback xmlns="">
          <p:pic>
            <p:nvPicPr>
              <p:cNvPr id="403469" name="잉크 403468">
                <a:extLst>
                  <a:ext uri="{FF2B5EF4-FFF2-40B4-BE49-F238E27FC236}">
                    <a16:creationId xmlns:a16="http://schemas.microsoft.com/office/drawing/2014/main" id="{63D86183-E639-FD84-A0B3-F64093AF2CF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000783" y="4893086"/>
                <a:ext cx="7282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497CC3A-130A-044A-112F-76267944F8A1}"/>
                  </a:ext>
                </a:extLst>
              </p14:cNvPr>
              <p14:cNvContentPartPr/>
              <p14:nvPr/>
            </p14:nvContentPartPr>
            <p14:xfrm>
              <a:off x="973663" y="5723109"/>
              <a:ext cx="922680" cy="8388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497CC3A-130A-044A-112F-76267944F8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8023" y="5651109"/>
                <a:ext cx="994320" cy="22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ko-KR"/>
              <a:t>4. </a:t>
            </a:r>
            <a:r>
              <a:rPr lang="ko-KR" altLang="en-US"/>
              <a:t>교착 상태 예방</a:t>
            </a:r>
            <a:r>
              <a:rPr lang="en-US" altLang="ko-KR"/>
              <a:t>(Prevention)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85938"/>
            <a:ext cx="8715375" cy="4786312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네 가지 발생 조건 중 하나만 성립하지 않도록 함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4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상호 배제 </a:t>
            </a:r>
            <a:r>
              <a:rPr lang="en-US" altLang="ko-KR" sz="2400" dirty="0">
                <a:latin typeface="+mn-ea"/>
              </a:rPr>
              <a:t>(Mutual Exclusion)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상호 배제는 주변장치의 특성 때문에 피하기 </a:t>
            </a:r>
            <a:r>
              <a:rPr lang="ko-KR" altLang="en-US" sz="2000" dirty="0" err="1">
                <a:latin typeface="+mn-ea"/>
              </a:rPr>
              <a:t>힘듬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프린터는 상호 배제적으로 사용됨으로 이를 거부하여 교착을 방지하기는 </a:t>
            </a:r>
            <a:r>
              <a:rPr lang="ko-KR" altLang="en-US" sz="2000" dirty="0" err="1">
                <a:latin typeface="+mn-ea"/>
              </a:rPr>
              <a:t>힘듬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14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점유와 대기 </a:t>
            </a:r>
            <a:r>
              <a:rPr lang="en-US" altLang="ko-KR" sz="2400" dirty="0">
                <a:latin typeface="+mn-ea"/>
              </a:rPr>
              <a:t>(Hold and Wait)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프로세스가 자원을 요청할 때는 언제나 다른 자원들을 점유하지 않도록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각 프로세스는 수행 전에 필요한 모든 자원을 요청하여 할당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자원 활용의 효율성 감소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프로세스가 자원을 가지고 있지 않은 상태에서만 자원 요청을 할 수 있도록 허용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기아 상태 유발</a:t>
            </a:r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D1C7F5-10A5-4C66-B221-6441006C936D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F07F7FE-9BEC-C1E9-DFD1-93DACA2925B2}"/>
                  </a:ext>
                </a:extLst>
              </p14:cNvPr>
              <p14:cNvContentPartPr/>
              <p14:nvPr/>
            </p14:nvContentPartPr>
            <p14:xfrm>
              <a:off x="3641983" y="1987526"/>
              <a:ext cx="3273840" cy="500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F07F7FE-9BEC-C1E9-DFD1-93DACA2925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5983" y="1915886"/>
                <a:ext cx="33454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FBB42D6-D1A2-5905-F973-B7CB72520547}"/>
                  </a:ext>
                </a:extLst>
              </p14:cNvPr>
              <p14:cNvContentPartPr/>
              <p14:nvPr/>
            </p14:nvContentPartPr>
            <p14:xfrm>
              <a:off x="1121623" y="2998766"/>
              <a:ext cx="5632920" cy="745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FBB42D6-D1A2-5905-F973-B7CB725205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5983" y="2927126"/>
                <a:ext cx="570456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974E39FB-E5A5-3EC2-68D9-EC0270B9C1EF}"/>
              </a:ext>
            </a:extLst>
          </p:cNvPr>
          <p:cNvGrpSpPr/>
          <p:nvPr/>
        </p:nvGrpSpPr>
        <p:grpSpPr>
          <a:xfrm>
            <a:off x="3758263" y="4800566"/>
            <a:ext cx="429480" cy="222120"/>
            <a:chOff x="3758263" y="4800566"/>
            <a:chExt cx="42948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3BFA6D2-7516-CED9-10DA-FF5185098F83}"/>
                    </a:ext>
                  </a:extLst>
                </p14:cNvPr>
                <p14:cNvContentPartPr/>
                <p14:nvPr/>
              </p14:nvContentPartPr>
              <p14:xfrm>
                <a:off x="3758263" y="4916126"/>
                <a:ext cx="10800" cy="1065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3BFA6D2-7516-CED9-10DA-FF5185098F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49263" y="4907486"/>
                  <a:ext cx="28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3C30519-2CBA-01C0-0214-456B8601C28E}"/>
                    </a:ext>
                  </a:extLst>
                </p14:cNvPr>
                <p14:cNvContentPartPr/>
                <p14:nvPr/>
              </p14:nvContentPartPr>
              <p14:xfrm>
                <a:off x="3761143" y="4871486"/>
                <a:ext cx="80640" cy="1288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3C30519-2CBA-01C0-0214-456B8601C2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52143" y="4862486"/>
                  <a:ext cx="98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76B64A6-B0B8-2B15-343D-0D3885B5C606}"/>
                    </a:ext>
                  </a:extLst>
                </p14:cNvPr>
                <p14:cNvContentPartPr/>
                <p14:nvPr/>
              </p14:nvContentPartPr>
              <p14:xfrm>
                <a:off x="3763303" y="4852406"/>
                <a:ext cx="143640" cy="1695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76B64A6-B0B8-2B15-343D-0D3885B5C6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54663" y="4843406"/>
                  <a:ext cx="161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F3026D1-5858-2DC6-450D-3A3B7BAA4DB1}"/>
                    </a:ext>
                  </a:extLst>
                </p14:cNvPr>
                <p14:cNvContentPartPr/>
                <p14:nvPr/>
              </p14:nvContentPartPr>
              <p14:xfrm>
                <a:off x="3918823" y="4855286"/>
                <a:ext cx="136440" cy="1620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F3026D1-5858-2DC6-450D-3A3B7BAA4D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09823" y="4846646"/>
                  <a:ext cx="154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C7D2D15-D064-413E-3D8A-2ED5176EEBA4}"/>
                    </a:ext>
                  </a:extLst>
                </p14:cNvPr>
                <p14:cNvContentPartPr/>
                <p14:nvPr/>
              </p14:nvContentPartPr>
              <p14:xfrm>
                <a:off x="4057423" y="4845566"/>
                <a:ext cx="29520" cy="1569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C7D2D15-D064-413E-3D8A-2ED5176EEB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48783" y="4836566"/>
                  <a:ext cx="47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2A6767A-70C8-FD63-7E4A-0662A422F831}"/>
                    </a:ext>
                  </a:extLst>
                </p14:cNvPr>
                <p14:cNvContentPartPr/>
                <p14:nvPr/>
              </p14:nvContentPartPr>
              <p14:xfrm>
                <a:off x="4149223" y="4800566"/>
                <a:ext cx="38520" cy="1836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2A6767A-70C8-FD63-7E4A-0662A422F8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40223" y="4791926"/>
                  <a:ext cx="5616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7CBB27A-FF7C-5AB4-0ACA-7D553C0A41EF}"/>
                  </a:ext>
                </a:extLst>
              </p14:cNvPr>
              <p14:cNvContentPartPr/>
              <p14:nvPr/>
            </p14:nvContentPartPr>
            <p14:xfrm>
              <a:off x="2837743" y="5218166"/>
              <a:ext cx="1110240" cy="396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7CBB27A-FF7C-5AB4-0ACA-7D553C0A41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01743" y="5146526"/>
                <a:ext cx="11818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ED99EA8-A721-FC36-CDFB-C1305D2673E3}"/>
                  </a:ext>
                </a:extLst>
              </p14:cNvPr>
              <p14:cNvContentPartPr/>
              <p14:nvPr/>
            </p14:nvContentPartPr>
            <p14:xfrm>
              <a:off x="1646863" y="5483126"/>
              <a:ext cx="1455840" cy="4032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ED99EA8-A721-FC36-CDFB-C1305D2673E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10863" y="5411486"/>
                <a:ext cx="152748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92FA45D9-51B6-6706-6B0C-CC4829B7204B}"/>
              </a:ext>
            </a:extLst>
          </p:cNvPr>
          <p:cNvGrpSpPr/>
          <p:nvPr/>
        </p:nvGrpSpPr>
        <p:grpSpPr>
          <a:xfrm>
            <a:off x="6642943" y="2420246"/>
            <a:ext cx="1183680" cy="437040"/>
            <a:chOff x="6642943" y="2420246"/>
            <a:chExt cx="118368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AEAF6D6-F076-4160-6686-DB42E9112052}"/>
                    </a:ext>
                  </a:extLst>
                </p14:cNvPr>
                <p14:cNvContentPartPr/>
                <p14:nvPr/>
              </p14:nvContentPartPr>
              <p14:xfrm>
                <a:off x="6642943" y="2700326"/>
                <a:ext cx="203400" cy="156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AEAF6D6-F076-4160-6686-DB42E911205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33943" y="2691686"/>
                  <a:ext cx="221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CB6DB3F-48BC-5451-A257-51BF0FF1021D}"/>
                    </a:ext>
                  </a:extLst>
                </p14:cNvPr>
                <p14:cNvContentPartPr/>
                <p14:nvPr/>
              </p14:nvContentPartPr>
              <p14:xfrm>
                <a:off x="6782263" y="2627966"/>
                <a:ext cx="103680" cy="1760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CB6DB3F-48BC-5451-A257-51BF0FF102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73263" y="2619326"/>
                  <a:ext cx="12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B72740B-C031-0C1B-3AAE-EC3B2E04990A}"/>
                    </a:ext>
                  </a:extLst>
                </p14:cNvPr>
                <p14:cNvContentPartPr/>
                <p14:nvPr/>
              </p14:nvContentPartPr>
              <p14:xfrm>
                <a:off x="6895303" y="2467766"/>
                <a:ext cx="82800" cy="1522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B72740B-C031-0C1B-3AAE-EC3B2E0499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86663" y="2458766"/>
                  <a:ext cx="100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C13FA11-569E-B4CC-2C16-14364BDAC805}"/>
                    </a:ext>
                  </a:extLst>
                </p14:cNvPr>
                <p14:cNvContentPartPr/>
                <p14:nvPr/>
              </p14:nvContentPartPr>
              <p14:xfrm>
                <a:off x="6991063" y="2443286"/>
                <a:ext cx="21600" cy="2314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C13FA11-569E-B4CC-2C16-14364BDAC8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82423" y="2434286"/>
                  <a:ext cx="39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C42B407-64DE-87F5-142B-22B55D716272}"/>
                    </a:ext>
                  </a:extLst>
                </p14:cNvPr>
                <p14:cNvContentPartPr/>
                <p14:nvPr/>
              </p14:nvContentPartPr>
              <p14:xfrm>
                <a:off x="6985303" y="2459126"/>
                <a:ext cx="99720" cy="1548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C42B407-64DE-87F5-142B-22B55D71627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76303" y="2450126"/>
                  <a:ext cx="117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366A15D-8419-3DF4-64EC-181702B53E7F}"/>
                    </a:ext>
                  </a:extLst>
                </p14:cNvPr>
                <p14:cNvContentPartPr/>
                <p14:nvPr/>
              </p14:nvContentPartPr>
              <p14:xfrm>
                <a:off x="7059103" y="2472446"/>
                <a:ext cx="83520" cy="109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366A15D-8419-3DF4-64EC-181702B53E7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50463" y="2463446"/>
                  <a:ext cx="101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03D5897-4F7F-C422-53A0-F284C93A76E4}"/>
                    </a:ext>
                  </a:extLst>
                </p14:cNvPr>
                <p14:cNvContentPartPr/>
                <p14:nvPr/>
              </p14:nvContentPartPr>
              <p14:xfrm>
                <a:off x="7073143" y="2512046"/>
                <a:ext cx="132480" cy="954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03D5897-4F7F-C422-53A0-F284C93A76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64143" y="2503046"/>
                  <a:ext cx="150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0EF834A-F90F-CA71-30E5-377A1A59B5B6}"/>
                    </a:ext>
                  </a:extLst>
                </p14:cNvPr>
                <p14:cNvContentPartPr/>
                <p14:nvPr/>
              </p14:nvContentPartPr>
              <p14:xfrm>
                <a:off x="7200943" y="2465966"/>
                <a:ext cx="24120" cy="1540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0EF834A-F90F-CA71-30E5-377A1A59B5B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92303" y="2456966"/>
                  <a:ext cx="41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29B5FD4-989F-34E4-8355-3CBB523DEB39}"/>
                    </a:ext>
                  </a:extLst>
                </p14:cNvPr>
                <p14:cNvContentPartPr/>
                <p14:nvPr/>
              </p14:nvContentPartPr>
              <p14:xfrm>
                <a:off x="7220023" y="2468126"/>
                <a:ext cx="138600" cy="1220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29B5FD4-989F-34E4-8355-3CBB523DEB3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11023" y="2459486"/>
                  <a:ext cx="156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89F1AA0-6FFE-B888-88A9-E6E4F577D770}"/>
                    </a:ext>
                  </a:extLst>
                </p14:cNvPr>
                <p14:cNvContentPartPr/>
                <p14:nvPr/>
              </p14:nvContentPartPr>
              <p14:xfrm>
                <a:off x="7358623" y="2420246"/>
                <a:ext cx="27000" cy="2725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89F1AA0-6FFE-B888-88A9-E6E4F577D7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49983" y="2411606"/>
                  <a:ext cx="44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ADB4164-DEF2-2967-32EE-AB01FBCFC6D3}"/>
                    </a:ext>
                  </a:extLst>
                </p14:cNvPr>
                <p14:cNvContentPartPr/>
                <p14:nvPr/>
              </p14:nvContentPartPr>
              <p14:xfrm>
                <a:off x="7459783" y="2464526"/>
                <a:ext cx="167040" cy="1540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ADB4164-DEF2-2967-32EE-AB01FBCFC6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50783" y="2455526"/>
                  <a:ext cx="184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0B65445-A3E1-E51B-55A9-0A6E35E5587E}"/>
                    </a:ext>
                  </a:extLst>
                </p14:cNvPr>
                <p14:cNvContentPartPr/>
                <p14:nvPr/>
              </p14:nvContentPartPr>
              <p14:xfrm>
                <a:off x="7595143" y="2493326"/>
                <a:ext cx="107640" cy="1256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0B65445-A3E1-E51B-55A9-0A6E35E5587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86143" y="2484326"/>
                  <a:ext cx="125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598D38D-CE9E-F3B4-A9C8-959D0EA36F07}"/>
                    </a:ext>
                  </a:extLst>
                </p14:cNvPr>
                <p14:cNvContentPartPr/>
                <p14:nvPr/>
              </p14:nvContentPartPr>
              <p14:xfrm>
                <a:off x="7711063" y="2441126"/>
                <a:ext cx="115560" cy="180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598D38D-CE9E-F3B4-A9C8-959D0EA36F0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02423" y="2432126"/>
                  <a:ext cx="1332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660" name="그룹 326659">
            <a:extLst>
              <a:ext uri="{FF2B5EF4-FFF2-40B4-BE49-F238E27FC236}">
                <a16:creationId xmlns:a16="http://schemas.microsoft.com/office/drawing/2014/main" id="{911708B6-832C-4285-0EDE-2B8ED7845245}"/>
              </a:ext>
            </a:extLst>
          </p:cNvPr>
          <p:cNvGrpSpPr/>
          <p:nvPr/>
        </p:nvGrpSpPr>
        <p:grpSpPr>
          <a:xfrm>
            <a:off x="7932463" y="2415206"/>
            <a:ext cx="674280" cy="243000"/>
            <a:chOff x="7932463" y="2415206"/>
            <a:chExt cx="67428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9B94719-F93E-A853-5B4A-AEC6EDECFCAF}"/>
                    </a:ext>
                  </a:extLst>
                </p14:cNvPr>
                <p14:cNvContentPartPr/>
                <p14:nvPr/>
              </p14:nvContentPartPr>
              <p14:xfrm>
                <a:off x="7932463" y="2436086"/>
                <a:ext cx="107640" cy="975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9B94719-F93E-A853-5B4A-AEC6EDECFCA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23823" y="2427446"/>
                  <a:ext cx="125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D9DD304-8360-ACB4-AD4C-4D65CA44F577}"/>
                    </a:ext>
                  </a:extLst>
                </p14:cNvPr>
                <p14:cNvContentPartPr/>
                <p14:nvPr/>
              </p14:nvContentPartPr>
              <p14:xfrm>
                <a:off x="7956583" y="2506286"/>
                <a:ext cx="112680" cy="896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D9DD304-8360-ACB4-AD4C-4D65CA44F5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947583" y="2497646"/>
                  <a:ext cx="130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C1C1E17A-0AD2-DE24-966D-7C61917A0722}"/>
                    </a:ext>
                  </a:extLst>
                </p14:cNvPr>
                <p14:cNvContentPartPr/>
                <p14:nvPr/>
              </p14:nvContentPartPr>
              <p14:xfrm>
                <a:off x="8013823" y="2586206"/>
                <a:ext cx="108360" cy="720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C1C1E17A-0AD2-DE24-966D-7C61917A07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05183" y="2577206"/>
                  <a:ext cx="126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7E6B974-6633-A859-4143-0EE4C947BC7C}"/>
                    </a:ext>
                  </a:extLst>
                </p14:cNvPr>
                <p14:cNvContentPartPr/>
                <p14:nvPr/>
              </p14:nvContentPartPr>
              <p14:xfrm>
                <a:off x="8218303" y="2415206"/>
                <a:ext cx="10080" cy="756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7E6B974-6633-A859-4143-0EE4C947BC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09303" y="2406566"/>
                  <a:ext cx="27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1C80491-E0AF-3917-E139-9BEC02EAB720}"/>
                    </a:ext>
                  </a:extLst>
                </p14:cNvPr>
                <p14:cNvContentPartPr/>
                <p14:nvPr/>
              </p14:nvContentPartPr>
              <p14:xfrm>
                <a:off x="8165023" y="2453006"/>
                <a:ext cx="121680" cy="302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1C80491-E0AF-3917-E139-9BEC02EAB7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56023" y="2444366"/>
                  <a:ext cx="139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6656" name="잉크 326655">
                  <a:extLst>
                    <a:ext uri="{FF2B5EF4-FFF2-40B4-BE49-F238E27FC236}">
                      <a16:creationId xmlns:a16="http://schemas.microsoft.com/office/drawing/2014/main" id="{A81E16A7-7C5E-9394-6928-91EF7164969B}"/>
                    </a:ext>
                  </a:extLst>
                </p14:cNvPr>
                <p14:cNvContentPartPr/>
                <p14:nvPr/>
              </p14:nvContentPartPr>
              <p14:xfrm>
                <a:off x="8198503" y="2503406"/>
                <a:ext cx="121680" cy="109080"/>
              </p14:xfrm>
            </p:contentPart>
          </mc:Choice>
          <mc:Fallback xmlns="">
            <p:pic>
              <p:nvPicPr>
                <p:cNvPr id="326656" name="잉크 326655">
                  <a:extLst>
                    <a:ext uri="{FF2B5EF4-FFF2-40B4-BE49-F238E27FC236}">
                      <a16:creationId xmlns:a16="http://schemas.microsoft.com/office/drawing/2014/main" id="{A81E16A7-7C5E-9394-6928-91EF7164969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89503" y="2494766"/>
                  <a:ext cx="139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26657" name="잉크 326656">
                  <a:extLst>
                    <a:ext uri="{FF2B5EF4-FFF2-40B4-BE49-F238E27FC236}">
                      <a16:creationId xmlns:a16="http://schemas.microsoft.com/office/drawing/2014/main" id="{F85E4752-E413-BD30-E291-3CEC335E74F6}"/>
                    </a:ext>
                  </a:extLst>
                </p14:cNvPr>
                <p14:cNvContentPartPr/>
                <p14:nvPr/>
              </p14:nvContentPartPr>
              <p14:xfrm>
                <a:off x="8321623" y="2436806"/>
                <a:ext cx="166320" cy="174960"/>
              </p14:xfrm>
            </p:contentPart>
          </mc:Choice>
          <mc:Fallback xmlns="">
            <p:pic>
              <p:nvPicPr>
                <p:cNvPr id="326657" name="잉크 326656">
                  <a:extLst>
                    <a:ext uri="{FF2B5EF4-FFF2-40B4-BE49-F238E27FC236}">
                      <a16:creationId xmlns:a16="http://schemas.microsoft.com/office/drawing/2014/main" id="{F85E4752-E413-BD30-E291-3CEC335E74F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12983" y="2428166"/>
                  <a:ext cx="183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26658" name="잉크 326657">
                  <a:extLst>
                    <a:ext uri="{FF2B5EF4-FFF2-40B4-BE49-F238E27FC236}">
                      <a16:creationId xmlns:a16="http://schemas.microsoft.com/office/drawing/2014/main" id="{B09C8E77-0150-31B7-830A-A9EE94AC2612}"/>
                    </a:ext>
                  </a:extLst>
                </p14:cNvPr>
                <p14:cNvContentPartPr/>
                <p14:nvPr/>
              </p14:nvContentPartPr>
              <p14:xfrm>
                <a:off x="8505943" y="2437526"/>
                <a:ext cx="100800" cy="191880"/>
              </p14:xfrm>
            </p:contentPart>
          </mc:Choice>
          <mc:Fallback xmlns="">
            <p:pic>
              <p:nvPicPr>
                <p:cNvPr id="326658" name="잉크 326657">
                  <a:extLst>
                    <a:ext uri="{FF2B5EF4-FFF2-40B4-BE49-F238E27FC236}">
                      <a16:creationId xmlns:a16="http://schemas.microsoft.com/office/drawing/2014/main" id="{B09C8E77-0150-31B7-830A-A9EE94AC26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96943" y="2428526"/>
                  <a:ext cx="11844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57" name="그룹 19456">
            <a:extLst>
              <a:ext uri="{FF2B5EF4-FFF2-40B4-BE49-F238E27FC236}">
                <a16:creationId xmlns:a16="http://schemas.microsoft.com/office/drawing/2014/main" id="{77D3F943-9BD9-54B3-341E-7376044BFF36}"/>
              </a:ext>
            </a:extLst>
          </p:cNvPr>
          <p:cNvGrpSpPr/>
          <p:nvPr/>
        </p:nvGrpSpPr>
        <p:grpSpPr>
          <a:xfrm>
            <a:off x="7024543" y="2796806"/>
            <a:ext cx="1486800" cy="333360"/>
            <a:chOff x="7024543" y="2796806"/>
            <a:chExt cx="148680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26661" name="잉크 326660">
                  <a:extLst>
                    <a:ext uri="{FF2B5EF4-FFF2-40B4-BE49-F238E27FC236}">
                      <a16:creationId xmlns:a16="http://schemas.microsoft.com/office/drawing/2014/main" id="{99E2A4C6-185E-1223-F7F7-F242CFC97674}"/>
                    </a:ext>
                  </a:extLst>
                </p14:cNvPr>
                <p14:cNvContentPartPr/>
                <p14:nvPr/>
              </p14:nvContentPartPr>
              <p14:xfrm>
                <a:off x="7024543" y="2826326"/>
                <a:ext cx="51120" cy="134280"/>
              </p14:xfrm>
            </p:contentPart>
          </mc:Choice>
          <mc:Fallback xmlns="">
            <p:pic>
              <p:nvPicPr>
                <p:cNvPr id="326661" name="잉크 326660">
                  <a:extLst>
                    <a:ext uri="{FF2B5EF4-FFF2-40B4-BE49-F238E27FC236}">
                      <a16:creationId xmlns:a16="http://schemas.microsoft.com/office/drawing/2014/main" id="{99E2A4C6-185E-1223-F7F7-F242CFC976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15543" y="2817326"/>
                  <a:ext cx="68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26662" name="잉크 326661">
                  <a:extLst>
                    <a:ext uri="{FF2B5EF4-FFF2-40B4-BE49-F238E27FC236}">
                      <a16:creationId xmlns:a16="http://schemas.microsoft.com/office/drawing/2014/main" id="{11B93118-7505-B6A6-6D70-B8E907C1AC6F}"/>
                    </a:ext>
                  </a:extLst>
                </p14:cNvPr>
                <p14:cNvContentPartPr/>
                <p14:nvPr/>
              </p14:nvContentPartPr>
              <p14:xfrm>
                <a:off x="7037863" y="2907326"/>
                <a:ext cx="83880" cy="31320"/>
              </p14:xfrm>
            </p:contentPart>
          </mc:Choice>
          <mc:Fallback xmlns="">
            <p:pic>
              <p:nvPicPr>
                <p:cNvPr id="326662" name="잉크 326661">
                  <a:extLst>
                    <a:ext uri="{FF2B5EF4-FFF2-40B4-BE49-F238E27FC236}">
                      <a16:creationId xmlns:a16="http://schemas.microsoft.com/office/drawing/2014/main" id="{11B93118-7505-B6A6-6D70-B8E907C1AC6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28863" y="2898326"/>
                  <a:ext cx="101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26663" name="잉크 326662">
                  <a:extLst>
                    <a:ext uri="{FF2B5EF4-FFF2-40B4-BE49-F238E27FC236}">
                      <a16:creationId xmlns:a16="http://schemas.microsoft.com/office/drawing/2014/main" id="{05F00273-9586-0CA4-E26B-84F727F4986C}"/>
                    </a:ext>
                  </a:extLst>
                </p14:cNvPr>
                <p14:cNvContentPartPr/>
                <p14:nvPr/>
              </p14:nvContentPartPr>
              <p14:xfrm>
                <a:off x="7092943" y="2824526"/>
                <a:ext cx="108360" cy="149400"/>
              </p14:xfrm>
            </p:contentPart>
          </mc:Choice>
          <mc:Fallback xmlns="">
            <p:pic>
              <p:nvPicPr>
                <p:cNvPr id="326663" name="잉크 326662">
                  <a:extLst>
                    <a:ext uri="{FF2B5EF4-FFF2-40B4-BE49-F238E27FC236}">
                      <a16:creationId xmlns:a16="http://schemas.microsoft.com/office/drawing/2014/main" id="{05F00273-9586-0CA4-E26B-84F727F4986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84303" y="2815886"/>
                  <a:ext cx="126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26664" name="잉크 326663">
                  <a:extLst>
                    <a:ext uri="{FF2B5EF4-FFF2-40B4-BE49-F238E27FC236}">
                      <a16:creationId xmlns:a16="http://schemas.microsoft.com/office/drawing/2014/main" id="{12F992E0-D0C7-917A-3DCA-6DD4DA65B2D3}"/>
                    </a:ext>
                  </a:extLst>
                </p14:cNvPr>
                <p14:cNvContentPartPr/>
                <p14:nvPr/>
              </p14:nvContentPartPr>
              <p14:xfrm>
                <a:off x="7115623" y="2970686"/>
                <a:ext cx="94320" cy="93600"/>
              </p14:xfrm>
            </p:contentPart>
          </mc:Choice>
          <mc:Fallback xmlns="">
            <p:pic>
              <p:nvPicPr>
                <p:cNvPr id="326664" name="잉크 326663">
                  <a:extLst>
                    <a:ext uri="{FF2B5EF4-FFF2-40B4-BE49-F238E27FC236}">
                      <a16:creationId xmlns:a16="http://schemas.microsoft.com/office/drawing/2014/main" id="{12F992E0-D0C7-917A-3DCA-6DD4DA65B2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06623" y="2962046"/>
                  <a:ext cx="111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26665" name="잉크 326664">
                  <a:extLst>
                    <a:ext uri="{FF2B5EF4-FFF2-40B4-BE49-F238E27FC236}">
                      <a16:creationId xmlns:a16="http://schemas.microsoft.com/office/drawing/2014/main" id="{B7242DCD-26C1-8F39-D5AF-98FED05D6FEC}"/>
                    </a:ext>
                  </a:extLst>
                </p14:cNvPr>
                <p14:cNvContentPartPr/>
                <p14:nvPr/>
              </p14:nvContentPartPr>
              <p14:xfrm>
                <a:off x="7214623" y="2801126"/>
                <a:ext cx="184320" cy="218520"/>
              </p14:xfrm>
            </p:contentPart>
          </mc:Choice>
          <mc:Fallback xmlns="">
            <p:pic>
              <p:nvPicPr>
                <p:cNvPr id="326665" name="잉크 326664">
                  <a:extLst>
                    <a:ext uri="{FF2B5EF4-FFF2-40B4-BE49-F238E27FC236}">
                      <a16:creationId xmlns:a16="http://schemas.microsoft.com/office/drawing/2014/main" id="{B7242DCD-26C1-8F39-D5AF-98FED05D6FE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05983" y="2792486"/>
                  <a:ext cx="201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26666" name="잉크 326665">
                  <a:extLst>
                    <a:ext uri="{FF2B5EF4-FFF2-40B4-BE49-F238E27FC236}">
                      <a16:creationId xmlns:a16="http://schemas.microsoft.com/office/drawing/2014/main" id="{D043604A-0014-AC9F-216D-9297E71FDA35}"/>
                    </a:ext>
                  </a:extLst>
                </p14:cNvPr>
                <p14:cNvContentPartPr/>
                <p14:nvPr/>
              </p14:nvContentPartPr>
              <p14:xfrm>
                <a:off x="7265383" y="2975726"/>
                <a:ext cx="45360" cy="75960"/>
              </p14:xfrm>
            </p:contentPart>
          </mc:Choice>
          <mc:Fallback xmlns="">
            <p:pic>
              <p:nvPicPr>
                <p:cNvPr id="326666" name="잉크 326665">
                  <a:extLst>
                    <a:ext uri="{FF2B5EF4-FFF2-40B4-BE49-F238E27FC236}">
                      <a16:creationId xmlns:a16="http://schemas.microsoft.com/office/drawing/2014/main" id="{D043604A-0014-AC9F-216D-9297E71FDA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56743" y="2967086"/>
                  <a:ext cx="63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26667" name="잉크 326666">
                  <a:extLst>
                    <a:ext uri="{FF2B5EF4-FFF2-40B4-BE49-F238E27FC236}">
                      <a16:creationId xmlns:a16="http://schemas.microsoft.com/office/drawing/2014/main" id="{61EDCDE3-2233-9DDF-C1C5-88F2B4EF726D}"/>
                    </a:ext>
                  </a:extLst>
                </p14:cNvPr>
                <p14:cNvContentPartPr/>
                <p14:nvPr/>
              </p14:nvContentPartPr>
              <p14:xfrm>
                <a:off x="7302823" y="2957726"/>
                <a:ext cx="89280" cy="129960"/>
              </p14:xfrm>
            </p:contentPart>
          </mc:Choice>
          <mc:Fallback xmlns="">
            <p:pic>
              <p:nvPicPr>
                <p:cNvPr id="326667" name="잉크 326666">
                  <a:extLst>
                    <a:ext uri="{FF2B5EF4-FFF2-40B4-BE49-F238E27FC236}">
                      <a16:creationId xmlns:a16="http://schemas.microsoft.com/office/drawing/2014/main" id="{61EDCDE3-2233-9DDF-C1C5-88F2B4EF726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93823" y="2948726"/>
                  <a:ext cx="106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26668" name="잉크 326667">
                  <a:extLst>
                    <a:ext uri="{FF2B5EF4-FFF2-40B4-BE49-F238E27FC236}">
                      <a16:creationId xmlns:a16="http://schemas.microsoft.com/office/drawing/2014/main" id="{6DCA5508-3B17-4F80-8109-4BC1F8669C3F}"/>
                    </a:ext>
                  </a:extLst>
                </p14:cNvPr>
                <p14:cNvContentPartPr/>
                <p14:nvPr/>
              </p14:nvContentPartPr>
              <p14:xfrm>
                <a:off x="7448623" y="2853686"/>
                <a:ext cx="46440" cy="74520"/>
              </p14:xfrm>
            </p:contentPart>
          </mc:Choice>
          <mc:Fallback xmlns="">
            <p:pic>
              <p:nvPicPr>
                <p:cNvPr id="326668" name="잉크 326667">
                  <a:extLst>
                    <a:ext uri="{FF2B5EF4-FFF2-40B4-BE49-F238E27FC236}">
                      <a16:creationId xmlns:a16="http://schemas.microsoft.com/office/drawing/2014/main" id="{6DCA5508-3B17-4F80-8109-4BC1F8669C3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39983" y="2844686"/>
                  <a:ext cx="64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26669" name="잉크 326668">
                  <a:extLst>
                    <a:ext uri="{FF2B5EF4-FFF2-40B4-BE49-F238E27FC236}">
                      <a16:creationId xmlns:a16="http://schemas.microsoft.com/office/drawing/2014/main" id="{763055D9-69FF-28B9-6503-68068A958165}"/>
                    </a:ext>
                  </a:extLst>
                </p14:cNvPr>
                <p14:cNvContentPartPr/>
                <p14:nvPr/>
              </p14:nvContentPartPr>
              <p14:xfrm>
                <a:off x="7396423" y="2895806"/>
                <a:ext cx="156240" cy="45360"/>
              </p14:xfrm>
            </p:contentPart>
          </mc:Choice>
          <mc:Fallback xmlns="">
            <p:pic>
              <p:nvPicPr>
                <p:cNvPr id="326669" name="잉크 326668">
                  <a:extLst>
                    <a:ext uri="{FF2B5EF4-FFF2-40B4-BE49-F238E27FC236}">
                      <a16:creationId xmlns:a16="http://schemas.microsoft.com/office/drawing/2014/main" id="{763055D9-69FF-28B9-6503-68068A95816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87423" y="2887166"/>
                  <a:ext cx="17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26670" name="잉크 326669">
                  <a:extLst>
                    <a:ext uri="{FF2B5EF4-FFF2-40B4-BE49-F238E27FC236}">
                      <a16:creationId xmlns:a16="http://schemas.microsoft.com/office/drawing/2014/main" id="{E13C0FCE-5E41-94C1-282D-0AB4242082E3}"/>
                    </a:ext>
                  </a:extLst>
                </p14:cNvPr>
                <p14:cNvContentPartPr/>
                <p14:nvPr/>
              </p14:nvContentPartPr>
              <p14:xfrm>
                <a:off x="7455823" y="2933606"/>
                <a:ext cx="90000" cy="75240"/>
              </p14:xfrm>
            </p:contentPart>
          </mc:Choice>
          <mc:Fallback xmlns="">
            <p:pic>
              <p:nvPicPr>
                <p:cNvPr id="326670" name="잉크 326669">
                  <a:extLst>
                    <a:ext uri="{FF2B5EF4-FFF2-40B4-BE49-F238E27FC236}">
                      <a16:creationId xmlns:a16="http://schemas.microsoft.com/office/drawing/2014/main" id="{E13C0FCE-5E41-94C1-282D-0AB4242082E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46823" y="2924966"/>
                  <a:ext cx="107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26671" name="잉크 326670">
                  <a:extLst>
                    <a:ext uri="{FF2B5EF4-FFF2-40B4-BE49-F238E27FC236}">
                      <a16:creationId xmlns:a16="http://schemas.microsoft.com/office/drawing/2014/main" id="{244BA797-7A2A-49A4-7B9D-1428CC61C5C5}"/>
                    </a:ext>
                  </a:extLst>
                </p14:cNvPr>
                <p14:cNvContentPartPr/>
                <p14:nvPr/>
              </p14:nvContentPartPr>
              <p14:xfrm>
                <a:off x="7564183" y="2841446"/>
                <a:ext cx="209880" cy="220680"/>
              </p14:xfrm>
            </p:contentPart>
          </mc:Choice>
          <mc:Fallback xmlns="">
            <p:pic>
              <p:nvPicPr>
                <p:cNvPr id="326671" name="잉크 326670">
                  <a:extLst>
                    <a:ext uri="{FF2B5EF4-FFF2-40B4-BE49-F238E27FC236}">
                      <a16:creationId xmlns:a16="http://schemas.microsoft.com/office/drawing/2014/main" id="{244BA797-7A2A-49A4-7B9D-1428CC61C5C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55543" y="2832806"/>
                  <a:ext cx="227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26672" name="잉크 326671">
                  <a:extLst>
                    <a:ext uri="{FF2B5EF4-FFF2-40B4-BE49-F238E27FC236}">
                      <a16:creationId xmlns:a16="http://schemas.microsoft.com/office/drawing/2014/main" id="{28B09FCF-05E7-0B1A-D276-001160EA0317}"/>
                    </a:ext>
                  </a:extLst>
                </p14:cNvPr>
                <p14:cNvContentPartPr/>
                <p14:nvPr/>
              </p14:nvContentPartPr>
              <p14:xfrm>
                <a:off x="7795303" y="2813726"/>
                <a:ext cx="33840" cy="241920"/>
              </p14:xfrm>
            </p:contentPart>
          </mc:Choice>
          <mc:Fallback xmlns="">
            <p:pic>
              <p:nvPicPr>
                <p:cNvPr id="326672" name="잉크 326671">
                  <a:extLst>
                    <a:ext uri="{FF2B5EF4-FFF2-40B4-BE49-F238E27FC236}">
                      <a16:creationId xmlns:a16="http://schemas.microsoft.com/office/drawing/2014/main" id="{28B09FCF-05E7-0B1A-D276-001160EA031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6663" y="2804726"/>
                  <a:ext cx="514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26673" name="잉크 326672">
                  <a:extLst>
                    <a:ext uri="{FF2B5EF4-FFF2-40B4-BE49-F238E27FC236}">
                      <a16:creationId xmlns:a16="http://schemas.microsoft.com/office/drawing/2014/main" id="{4987162D-D4AB-A8EC-25B6-9660390397BF}"/>
                    </a:ext>
                  </a:extLst>
                </p14:cNvPr>
                <p14:cNvContentPartPr/>
                <p14:nvPr/>
              </p14:nvContentPartPr>
              <p14:xfrm>
                <a:off x="7975303" y="2796806"/>
                <a:ext cx="79560" cy="152280"/>
              </p14:xfrm>
            </p:contentPart>
          </mc:Choice>
          <mc:Fallback xmlns="">
            <p:pic>
              <p:nvPicPr>
                <p:cNvPr id="326673" name="잉크 326672">
                  <a:extLst>
                    <a:ext uri="{FF2B5EF4-FFF2-40B4-BE49-F238E27FC236}">
                      <a16:creationId xmlns:a16="http://schemas.microsoft.com/office/drawing/2014/main" id="{4987162D-D4AB-A8EC-25B6-9660390397B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6303" y="2788166"/>
                  <a:ext cx="9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26675" name="잉크 326674">
                  <a:extLst>
                    <a:ext uri="{FF2B5EF4-FFF2-40B4-BE49-F238E27FC236}">
                      <a16:creationId xmlns:a16="http://schemas.microsoft.com/office/drawing/2014/main" id="{F4EE370E-984B-85D4-0E6B-9DAF418E8C51}"/>
                    </a:ext>
                  </a:extLst>
                </p14:cNvPr>
                <p14:cNvContentPartPr/>
                <p14:nvPr/>
              </p14:nvContentPartPr>
              <p14:xfrm>
                <a:off x="8082583" y="2840366"/>
                <a:ext cx="103320" cy="36000"/>
              </p14:xfrm>
            </p:contentPart>
          </mc:Choice>
          <mc:Fallback xmlns="">
            <p:pic>
              <p:nvPicPr>
                <p:cNvPr id="326675" name="잉크 326674">
                  <a:extLst>
                    <a:ext uri="{FF2B5EF4-FFF2-40B4-BE49-F238E27FC236}">
                      <a16:creationId xmlns:a16="http://schemas.microsoft.com/office/drawing/2014/main" id="{F4EE370E-984B-85D4-0E6B-9DAF418E8C5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73583" y="2831726"/>
                  <a:ext cx="12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26680" name="잉크 326679">
                  <a:extLst>
                    <a:ext uri="{FF2B5EF4-FFF2-40B4-BE49-F238E27FC236}">
                      <a16:creationId xmlns:a16="http://schemas.microsoft.com/office/drawing/2014/main" id="{A708CEB5-5FD8-F426-36B3-EE6E3C55BF2A}"/>
                    </a:ext>
                  </a:extLst>
                </p14:cNvPr>
                <p14:cNvContentPartPr/>
                <p14:nvPr/>
              </p14:nvContentPartPr>
              <p14:xfrm>
                <a:off x="8154583" y="2870966"/>
                <a:ext cx="140400" cy="154800"/>
              </p14:xfrm>
            </p:contentPart>
          </mc:Choice>
          <mc:Fallback xmlns="">
            <p:pic>
              <p:nvPicPr>
                <p:cNvPr id="326680" name="잉크 326679">
                  <a:extLst>
                    <a:ext uri="{FF2B5EF4-FFF2-40B4-BE49-F238E27FC236}">
                      <a16:creationId xmlns:a16="http://schemas.microsoft.com/office/drawing/2014/main" id="{A708CEB5-5FD8-F426-36B3-EE6E3C55BF2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45583" y="2862326"/>
                  <a:ext cx="158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26681" name="잉크 326680">
                  <a:extLst>
                    <a:ext uri="{FF2B5EF4-FFF2-40B4-BE49-F238E27FC236}">
                      <a16:creationId xmlns:a16="http://schemas.microsoft.com/office/drawing/2014/main" id="{9E107F65-0EAE-8086-04E2-1370561DE3EE}"/>
                    </a:ext>
                  </a:extLst>
                </p14:cNvPr>
                <p14:cNvContentPartPr/>
                <p14:nvPr/>
              </p14:nvContentPartPr>
              <p14:xfrm>
                <a:off x="8209663" y="2977166"/>
                <a:ext cx="162000" cy="38160"/>
              </p14:xfrm>
            </p:contentPart>
          </mc:Choice>
          <mc:Fallback xmlns="">
            <p:pic>
              <p:nvPicPr>
                <p:cNvPr id="326681" name="잉크 326680">
                  <a:extLst>
                    <a:ext uri="{FF2B5EF4-FFF2-40B4-BE49-F238E27FC236}">
                      <a16:creationId xmlns:a16="http://schemas.microsoft.com/office/drawing/2014/main" id="{9E107F65-0EAE-8086-04E2-1370561DE3E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01023" y="2968166"/>
                  <a:ext cx="179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26682" name="잉크 326681">
                  <a:extLst>
                    <a:ext uri="{FF2B5EF4-FFF2-40B4-BE49-F238E27FC236}">
                      <a16:creationId xmlns:a16="http://schemas.microsoft.com/office/drawing/2014/main" id="{346B4533-78E2-22E6-4010-95DCDDD1AEE2}"/>
                    </a:ext>
                  </a:extLst>
                </p14:cNvPr>
                <p14:cNvContentPartPr/>
                <p14:nvPr/>
              </p14:nvContentPartPr>
              <p14:xfrm>
                <a:off x="8338543" y="2858726"/>
                <a:ext cx="172800" cy="213480"/>
              </p14:xfrm>
            </p:contentPart>
          </mc:Choice>
          <mc:Fallback xmlns="">
            <p:pic>
              <p:nvPicPr>
                <p:cNvPr id="326682" name="잉크 326681">
                  <a:extLst>
                    <a:ext uri="{FF2B5EF4-FFF2-40B4-BE49-F238E27FC236}">
                      <a16:creationId xmlns:a16="http://schemas.microsoft.com/office/drawing/2014/main" id="{346B4533-78E2-22E6-4010-95DCDDD1AE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29903" y="2850086"/>
                  <a:ext cx="190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26684" name="잉크 326683">
                  <a:extLst>
                    <a:ext uri="{FF2B5EF4-FFF2-40B4-BE49-F238E27FC236}">
                      <a16:creationId xmlns:a16="http://schemas.microsoft.com/office/drawing/2014/main" id="{C36DF5BE-722A-BDE8-EDB3-A9614D41CAE2}"/>
                    </a:ext>
                  </a:extLst>
                </p14:cNvPr>
                <p14:cNvContentPartPr/>
                <p14:nvPr/>
              </p14:nvContentPartPr>
              <p14:xfrm>
                <a:off x="8076103" y="2798966"/>
                <a:ext cx="45000" cy="220320"/>
              </p14:xfrm>
            </p:contentPart>
          </mc:Choice>
          <mc:Fallback xmlns="">
            <p:pic>
              <p:nvPicPr>
                <p:cNvPr id="326684" name="잉크 326683">
                  <a:extLst>
                    <a:ext uri="{FF2B5EF4-FFF2-40B4-BE49-F238E27FC236}">
                      <a16:creationId xmlns:a16="http://schemas.microsoft.com/office/drawing/2014/main" id="{C36DF5BE-722A-BDE8-EDB3-A9614D41CA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67103" y="2790326"/>
                  <a:ext cx="62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26685" name="잉크 326684">
                  <a:extLst>
                    <a:ext uri="{FF2B5EF4-FFF2-40B4-BE49-F238E27FC236}">
                      <a16:creationId xmlns:a16="http://schemas.microsoft.com/office/drawing/2014/main" id="{7B943D7B-CFE4-9810-F1C7-6CBF325DF0D1}"/>
                    </a:ext>
                  </a:extLst>
                </p14:cNvPr>
                <p14:cNvContentPartPr/>
                <p14:nvPr/>
              </p14:nvContentPartPr>
              <p14:xfrm>
                <a:off x="7970623" y="2985446"/>
                <a:ext cx="105840" cy="144720"/>
              </p14:xfrm>
            </p:contentPart>
          </mc:Choice>
          <mc:Fallback xmlns="">
            <p:pic>
              <p:nvPicPr>
                <p:cNvPr id="326685" name="잉크 326684">
                  <a:extLst>
                    <a:ext uri="{FF2B5EF4-FFF2-40B4-BE49-F238E27FC236}">
                      <a16:creationId xmlns:a16="http://schemas.microsoft.com/office/drawing/2014/main" id="{7B943D7B-CFE4-9810-F1C7-6CBF325DF0D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61983" y="2976806"/>
                  <a:ext cx="123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26686" name="잉크 326685">
                  <a:extLst>
                    <a:ext uri="{FF2B5EF4-FFF2-40B4-BE49-F238E27FC236}">
                      <a16:creationId xmlns:a16="http://schemas.microsoft.com/office/drawing/2014/main" id="{ECE3CF7D-B7FB-5391-ECBA-DE3A5DB11E70}"/>
                    </a:ext>
                  </a:extLst>
                </p14:cNvPr>
                <p14:cNvContentPartPr/>
                <p14:nvPr/>
              </p14:nvContentPartPr>
              <p14:xfrm>
                <a:off x="8015623" y="3005966"/>
                <a:ext cx="83880" cy="24120"/>
              </p14:xfrm>
            </p:contentPart>
          </mc:Choice>
          <mc:Fallback xmlns="">
            <p:pic>
              <p:nvPicPr>
                <p:cNvPr id="326686" name="잉크 326685">
                  <a:extLst>
                    <a:ext uri="{FF2B5EF4-FFF2-40B4-BE49-F238E27FC236}">
                      <a16:creationId xmlns:a16="http://schemas.microsoft.com/office/drawing/2014/main" id="{ECE3CF7D-B7FB-5391-ECBA-DE3A5DB11E7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006983" y="2997326"/>
                  <a:ext cx="101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26687" name="잉크 326686">
                  <a:extLst>
                    <a:ext uri="{FF2B5EF4-FFF2-40B4-BE49-F238E27FC236}">
                      <a16:creationId xmlns:a16="http://schemas.microsoft.com/office/drawing/2014/main" id="{4864B79F-BAF7-0FD6-DFD4-7126C4A6A523}"/>
                    </a:ext>
                  </a:extLst>
                </p14:cNvPr>
                <p14:cNvContentPartPr/>
                <p14:nvPr/>
              </p14:nvContentPartPr>
              <p14:xfrm>
                <a:off x="8033623" y="3026126"/>
                <a:ext cx="118080" cy="22320"/>
              </p14:xfrm>
            </p:contentPart>
          </mc:Choice>
          <mc:Fallback xmlns="">
            <p:pic>
              <p:nvPicPr>
                <p:cNvPr id="326687" name="잉크 326686">
                  <a:extLst>
                    <a:ext uri="{FF2B5EF4-FFF2-40B4-BE49-F238E27FC236}">
                      <a16:creationId xmlns:a16="http://schemas.microsoft.com/office/drawing/2014/main" id="{4864B79F-BAF7-0FD6-DFD4-7126C4A6A52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24623" y="3017126"/>
                  <a:ext cx="135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9456" name="잉크 19455">
                  <a:extLst>
                    <a:ext uri="{FF2B5EF4-FFF2-40B4-BE49-F238E27FC236}">
                      <a16:creationId xmlns:a16="http://schemas.microsoft.com/office/drawing/2014/main" id="{C7AA626B-C9CA-AD50-E153-43BF71ADB277}"/>
                    </a:ext>
                  </a:extLst>
                </p14:cNvPr>
                <p14:cNvContentPartPr/>
                <p14:nvPr/>
              </p14:nvContentPartPr>
              <p14:xfrm>
                <a:off x="8063503" y="3059606"/>
                <a:ext cx="87120" cy="66600"/>
              </p14:xfrm>
            </p:contentPart>
          </mc:Choice>
          <mc:Fallback xmlns="">
            <p:pic>
              <p:nvPicPr>
                <p:cNvPr id="19456" name="잉크 19455">
                  <a:extLst>
                    <a:ext uri="{FF2B5EF4-FFF2-40B4-BE49-F238E27FC236}">
                      <a16:creationId xmlns:a16="http://schemas.microsoft.com/office/drawing/2014/main" id="{C7AA626B-C9CA-AD50-E153-43BF71ADB27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54503" y="3050966"/>
                  <a:ext cx="1047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84" name="그룹 19483">
            <a:extLst>
              <a:ext uri="{FF2B5EF4-FFF2-40B4-BE49-F238E27FC236}">
                <a16:creationId xmlns:a16="http://schemas.microsoft.com/office/drawing/2014/main" id="{EEFF0972-45FA-0F0F-4960-B7215DBA30B0}"/>
              </a:ext>
            </a:extLst>
          </p:cNvPr>
          <p:cNvGrpSpPr/>
          <p:nvPr/>
        </p:nvGrpSpPr>
        <p:grpSpPr>
          <a:xfrm>
            <a:off x="1519063" y="1308926"/>
            <a:ext cx="670680" cy="318600"/>
            <a:chOff x="1519063" y="1308926"/>
            <a:chExt cx="67068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9459" name="잉크 19458">
                  <a:extLst>
                    <a:ext uri="{FF2B5EF4-FFF2-40B4-BE49-F238E27FC236}">
                      <a16:creationId xmlns:a16="http://schemas.microsoft.com/office/drawing/2014/main" id="{299B3C4D-9C0B-0BF1-7D14-BF6022AD804C}"/>
                    </a:ext>
                  </a:extLst>
                </p14:cNvPr>
                <p14:cNvContentPartPr/>
                <p14:nvPr/>
              </p14:nvContentPartPr>
              <p14:xfrm>
                <a:off x="1533103" y="1308926"/>
                <a:ext cx="18360" cy="186480"/>
              </p14:xfrm>
            </p:contentPart>
          </mc:Choice>
          <mc:Fallback xmlns="">
            <p:pic>
              <p:nvPicPr>
                <p:cNvPr id="19459" name="잉크 19458">
                  <a:extLst>
                    <a:ext uri="{FF2B5EF4-FFF2-40B4-BE49-F238E27FC236}">
                      <a16:creationId xmlns:a16="http://schemas.microsoft.com/office/drawing/2014/main" id="{299B3C4D-9C0B-0BF1-7D14-BF6022AD804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24463" y="1299926"/>
                  <a:ext cx="36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9461" name="잉크 19460">
                  <a:extLst>
                    <a:ext uri="{FF2B5EF4-FFF2-40B4-BE49-F238E27FC236}">
                      <a16:creationId xmlns:a16="http://schemas.microsoft.com/office/drawing/2014/main" id="{BCB815BD-6E54-A854-99B3-A111EEC308D0}"/>
                    </a:ext>
                  </a:extLst>
                </p14:cNvPr>
                <p14:cNvContentPartPr/>
                <p14:nvPr/>
              </p14:nvContentPartPr>
              <p14:xfrm>
                <a:off x="1519063" y="1406126"/>
                <a:ext cx="91080" cy="61560"/>
              </p14:xfrm>
            </p:contentPart>
          </mc:Choice>
          <mc:Fallback xmlns="">
            <p:pic>
              <p:nvPicPr>
                <p:cNvPr id="19461" name="잉크 19460">
                  <a:extLst>
                    <a:ext uri="{FF2B5EF4-FFF2-40B4-BE49-F238E27FC236}">
                      <a16:creationId xmlns:a16="http://schemas.microsoft.com/office/drawing/2014/main" id="{BCB815BD-6E54-A854-99B3-A111EEC308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10423" y="1397486"/>
                  <a:ext cx="108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9462" name="잉크 19461">
                  <a:extLst>
                    <a:ext uri="{FF2B5EF4-FFF2-40B4-BE49-F238E27FC236}">
                      <a16:creationId xmlns:a16="http://schemas.microsoft.com/office/drawing/2014/main" id="{366E41E1-1451-F3B0-8B25-BAB61AC20C83}"/>
                    </a:ext>
                  </a:extLst>
                </p14:cNvPr>
                <p14:cNvContentPartPr/>
                <p14:nvPr/>
              </p14:nvContentPartPr>
              <p14:xfrm>
                <a:off x="1560103" y="1328366"/>
                <a:ext cx="75240" cy="187920"/>
              </p14:xfrm>
            </p:contentPart>
          </mc:Choice>
          <mc:Fallback xmlns="">
            <p:pic>
              <p:nvPicPr>
                <p:cNvPr id="19462" name="잉크 19461">
                  <a:extLst>
                    <a:ext uri="{FF2B5EF4-FFF2-40B4-BE49-F238E27FC236}">
                      <a16:creationId xmlns:a16="http://schemas.microsoft.com/office/drawing/2014/main" id="{366E41E1-1451-F3B0-8B25-BAB61AC20C8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1103" y="1319366"/>
                  <a:ext cx="92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9463" name="잉크 19462">
                  <a:extLst>
                    <a:ext uri="{FF2B5EF4-FFF2-40B4-BE49-F238E27FC236}">
                      <a16:creationId xmlns:a16="http://schemas.microsoft.com/office/drawing/2014/main" id="{F6E4C7CB-7F14-3D5E-B600-A0313077E6F4}"/>
                    </a:ext>
                  </a:extLst>
                </p14:cNvPr>
                <p14:cNvContentPartPr/>
                <p14:nvPr/>
              </p14:nvContentPartPr>
              <p14:xfrm>
                <a:off x="1687543" y="1346006"/>
                <a:ext cx="94320" cy="202320"/>
              </p14:xfrm>
            </p:contentPart>
          </mc:Choice>
          <mc:Fallback xmlns="">
            <p:pic>
              <p:nvPicPr>
                <p:cNvPr id="19463" name="잉크 19462">
                  <a:extLst>
                    <a:ext uri="{FF2B5EF4-FFF2-40B4-BE49-F238E27FC236}">
                      <a16:creationId xmlns:a16="http://schemas.microsoft.com/office/drawing/2014/main" id="{F6E4C7CB-7F14-3D5E-B600-A0313077E6F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678903" y="1337006"/>
                  <a:ext cx="111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9464" name="잉크 19463">
                  <a:extLst>
                    <a:ext uri="{FF2B5EF4-FFF2-40B4-BE49-F238E27FC236}">
                      <a16:creationId xmlns:a16="http://schemas.microsoft.com/office/drawing/2014/main" id="{ED02D597-B7B1-73CB-9000-6C4FE514BAA9}"/>
                    </a:ext>
                  </a:extLst>
                </p14:cNvPr>
                <p14:cNvContentPartPr/>
                <p14:nvPr/>
              </p14:nvContentPartPr>
              <p14:xfrm>
                <a:off x="1732543" y="1389206"/>
                <a:ext cx="90000" cy="45720"/>
              </p14:xfrm>
            </p:contentPart>
          </mc:Choice>
          <mc:Fallback xmlns="">
            <p:pic>
              <p:nvPicPr>
                <p:cNvPr id="19464" name="잉크 19463">
                  <a:extLst>
                    <a:ext uri="{FF2B5EF4-FFF2-40B4-BE49-F238E27FC236}">
                      <a16:creationId xmlns:a16="http://schemas.microsoft.com/office/drawing/2014/main" id="{ED02D597-B7B1-73CB-9000-6C4FE514BAA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23543" y="1380566"/>
                  <a:ext cx="107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9465" name="잉크 19464">
                  <a:extLst>
                    <a:ext uri="{FF2B5EF4-FFF2-40B4-BE49-F238E27FC236}">
                      <a16:creationId xmlns:a16="http://schemas.microsoft.com/office/drawing/2014/main" id="{FFDBB48D-6BE3-3DFE-2BF8-63E252851C62}"/>
                    </a:ext>
                  </a:extLst>
                </p14:cNvPr>
                <p14:cNvContentPartPr/>
                <p14:nvPr/>
              </p14:nvContentPartPr>
              <p14:xfrm>
                <a:off x="1781503" y="1456886"/>
                <a:ext cx="79560" cy="108000"/>
              </p14:xfrm>
            </p:contentPart>
          </mc:Choice>
          <mc:Fallback xmlns="">
            <p:pic>
              <p:nvPicPr>
                <p:cNvPr id="19465" name="잉크 19464">
                  <a:extLst>
                    <a:ext uri="{FF2B5EF4-FFF2-40B4-BE49-F238E27FC236}">
                      <a16:creationId xmlns:a16="http://schemas.microsoft.com/office/drawing/2014/main" id="{FFDBB48D-6BE3-3DFE-2BF8-63E252851C6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772863" y="1447886"/>
                  <a:ext cx="97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9466" name="잉크 19465">
                  <a:extLst>
                    <a:ext uri="{FF2B5EF4-FFF2-40B4-BE49-F238E27FC236}">
                      <a16:creationId xmlns:a16="http://schemas.microsoft.com/office/drawing/2014/main" id="{061DEDBF-606C-08C8-B76D-A231707840B6}"/>
                    </a:ext>
                  </a:extLst>
                </p14:cNvPr>
                <p14:cNvContentPartPr/>
                <p14:nvPr/>
              </p14:nvContentPartPr>
              <p14:xfrm>
                <a:off x="1860703" y="1376966"/>
                <a:ext cx="93600" cy="128520"/>
              </p14:xfrm>
            </p:contentPart>
          </mc:Choice>
          <mc:Fallback xmlns="">
            <p:pic>
              <p:nvPicPr>
                <p:cNvPr id="19466" name="잉크 19465">
                  <a:extLst>
                    <a:ext uri="{FF2B5EF4-FFF2-40B4-BE49-F238E27FC236}">
                      <a16:creationId xmlns:a16="http://schemas.microsoft.com/office/drawing/2014/main" id="{061DEDBF-606C-08C8-B76D-A231707840B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52063" y="1368326"/>
                  <a:ext cx="111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9467" name="잉크 19466">
                  <a:extLst>
                    <a:ext uri="{FF2B5EF4-FFF2-40B4-BE49-F238E27FC236}">
                      <a16:creationId xmlns:a16="http://schemas.microsoft.com/office/drawing/2014/main" id="{7C3CEF25-53AA-BE3B-62CF-95BA38DF0B2A}"/>
                    </a:ext>
                  </a:extLst>
                </p14:cNvPr>
                <p14:cNvContentPartPr/>
                <p14:nvPr/>
              </p14:nvContentPartPr>
              <p14:xfrm>
                <a:off x="1924423" y="1528166"/>
                <a:ext cx="78840" cy="99360"/>
              </p14:xfrm>
            </p:contentPart>
          </mc:Choice>
          <mc:Fallback xmlns="">
            <p:pic>
              <p:nvPicPr>
                <p:cNvPr id="19467" name="잉크 19466">
                  <a:extLst>
                    <a:ext uri="{FF2B5EF4-FFF2-40B4-BE49-F238E27FC236}">
                      <a16:creationId xmlns:a16="http://schemas.microsoft.com/office/drawing/2014/main" id="{7C3CEF25-53AA-BE3B-62CF-95BA38DF0B2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15423" y="1519526"/>
                  <a:ext cx="96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9468" name="잉크 19467">
                  <a:extLst>
                    <a:ext uri="{FF2B5EF4-FFF2-40B4-BE49-F238E27FC236}">
                      <a16:creationId xmlns:a16="http://schemas.microsoft.com/office/drawing/2014/main" id="{5C56FB10-35AF-D020-99FE-73F213E1FBFC}"/>
                    </a:ext>
                  </a:extLst>
                </p14:cNvPr>
                <p14:cNvContentPartPr/>
                <p14:nvPr/>
              </p14:nvContentPartPr>
              <p14:xfrm>
                <a:off x="1993903" y="1379846"/>
                <a:ext cx="195840" cy="179640"/>
              </p14:xfrm>
            </p:contentPart>
          </mc:Choice>
          <mc:Fallback xmlns="">
            <p:pic>
              <p:nvPicPr>
                <p:cNvPr id="19468" name="잉크 19467">
                  <a:extLst>
                    <a:ext uri="{FF2B5EF4-FFF2-40B4-BE49-F238E27FC236}">
                      <a16:creationId xmlns:a16="http://schemas.microsoft.com/office/drawing/2014/main" id="{5C56FB10-35AF-D020-99FE-73F213E1FBF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984903" y="1371206"/>
                  <a:ext cx="2134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83" name="그룹 19482">
            <a:extLst>
              <a:ext uri="{FF2B5EF4-FFF2-40B4-BE49-F238E27FC236}">
                <a16:creationId xmlns:a16="http://schemas.microsoft.com/office/drawing/2014/main" id="{BB2E59E6-0FC6-08BE-7B24-54F6945CCFCD}"/>
              </a:ext>
            </a:extLst>
          </p:cNvPr>
          <p:cNvGrpSpPr/>
          <p:nvPr/>
        </p:nvGrpSpPr>
        <p:grpSpPr>
          <a:xfrm>
            <a:off x="2327263" y="1347446"/>
            <a:ext cx="452880" cy="199080"/>
            <a:chOff x="2327263" y="1347446"/>
            <a:chExt cx="4528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9469" name="잉크 19468">
                  <a:extLst>
                    <a:ext uri="{FF2B5EF4-FFF2-40B4-BE49-F238E27FC236}">
                      <a16:creationId xmlns:a16="http://schemas.microsoft.com/office/drawing/2014/main" id="{A0A5C7F2-30C5-CC77-101F-6B4D01D88EB7}"/>
                    </a:ext>
                  </a:extLst>
                </p14:cNvPr>
                <p14:cNvContentPartPr/>
                <p14:nvPr/>
              </p14:nvContentPartPr>
              <p14:xfrm>
                <a:off x="2327263" y="1398926"/>
                <a:ext cx="106920" cy="147600"/>
              </p14:xfrm>
            </p:contentPart>
          </mc:Choice>
          <mc:Fallback xmlns="">
            <p:pic>
              <p:nvPicPr>
                <p:cNvPr id="19469" name="잉크 19468">
                  <a:extLst>
                    <a:ext uri="{FF2B5EF4-FFF2-40B4-BE49-F238E27FC236}">
                      <a16:creationId xmlns:a16="http://schemas.microsoft.com/office/drawing/2014/main" id="{A0A5C7F2-30C5-CC77-101F-6B4D01D88EB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18263" y="1389926"/>
                  <a:ext cx="124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9470" name="잉크 19469">
                  <a:extLst>
                    <a:ext uri="{FF2B5EF4-FFF2-40B4-BE49-F238E27FC236}">
                      <a16:creationId xmlns:a16="http://schemas.microsoft.com/office/drawing/2014/main" id="{2860941D-234A-82F1-8467-07C884720B33}"/>
                    </a:ext>
                  </a:extLst>
                </p14:cNvPr>
                <p14:cNvContentPartPr/>
                <p14:nvPr/>
              </p14:nvContentPartPr>
              <p14:xfrm>
                <a:off x="2435983" y="1347446"/>
                <a:ext cx="79920" cy="196200"/>
              </p14:xfrm>
            </p:contentPart>
          </mc:Choice>
          <mc:Fallback xmlns="">
            <p:pic>
              <p:nvPicPr>
                <p:cNvPr id="19470" name="잉크 19469">
                  <a:extLst>
                    <a:ext uri="{FF2B5EF4-FFF2-40B4-BE49-F238E27FC236}">
                      <a16:creationId xmlns:a16="http://schemas.microsoft.com/office/drawing/2014/main" id="{2860941D-234A-82F1-8467-07C884720B3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427343" y="1338806"/>
                  <a:ext cx="97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9471" name="잉크 19470">
                  <a:extLst>
                    <a:ext uri="{FF2B5EF4-FFF2-40B4-BE49-F238E27FC236}">
                      <a16:creationId xmlns:a16="http://schemas.microsoft.com/office/drawing/2014/main" id="{519F5D75-2CF8-76DA-4610-52DE2D93D0F1}"/>
                    </a:ext>
                  </a:extLst>
                </p14:cNvPr>
                <p14:cNvContentPartPr/>
                <p14:nvPr/>
              </p14:nvContentPartPr>
              <p14:xfrm>
                <a:off x="2473063" y="1398206"/>
                <a:ext cx="92520" cy="51840"/>
              </p14:xfrm>
            </p:contentPart>
          </mc:Choice>
          <mc:Fallback xmlns="">
            <p:pic>
              <p:nvPicPr>
                <p:cNvPr id="19471" name="잉크 19470">
                  <a:extLst>
                    <a:ext uri="{FF2B5EF4-FFF2-40B4-BE49-F238E27FC236}">
                      <a16:creationId xmlns:a16="http://schemas.microsoft.com/office/drawing/2014/main" id="{519F5D75-2CF8-76DA-4610-52DE2D93D0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464063" y="1389206"/>
                  <a:ext cx="110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9472" name="잉크 19471">
                  <a:extLst>
                    <a:ext uri="{FF2B5EF4-FFF2-40B4-BE49-F238E27FC236}">
                      <a16:creationId xmlns:a16="http://schemas.microsoft.com/office/drawing/2014/main" id="{446D094E-48CF-FD23-F865-AB937553E08F}"/>
                    </a:ext>
                  </a:extLst>
                </p14:cNvPr>
                <p14:cNvContentPartPr/>
                <p14:nvPr/>
              </p14:nvContentPartPr>
              <p14:xfrm>
                <a:off x="2562343" y="1374446"/>
                <a:ext cx="137160" cy="141480"/>
              </p14:xfrm>
            </p:contentPart>
          </mc:Choice>
          <mc:Fallback xmlns="">
            <p:pic>
              <p:nvPicPr>
                <p:cNvPr id="19472" name="잉크 19471">
                  <a:extLst>
                    <a:ext uri="{FF2B5EF4-FFF2-40B4-BE49-F238E27FC236}">
                      <a16:creationId xmlns:a16="http://schemas.microsoft.com/office/drawing/2014/main" id="{446D094E-48CF-FD23-F865-AB937553E08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553343" y="1365446"/>
                  <a:ext cx="154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473" name="잉크 19472">
                  <a:extLst>
                    <a:ext uri="{FF2B5EF4-FFF2-40B4-BE49-F238E27FC236}">
                      <a16:creationId xmlns:a16="http://schemas.microsoft.com/office/drawing/2014/main" id="{21953181-4644-2DF5-FB8C-FD5AB19A26F7}"/>
                    </a:ext>
                  </a:extLst>
                </p14:cNvPr>
                <p14:cNvContentPartPr/>
                <p14:nvPr/>
              </p14:nvContentPartPr>
              <p14:xfrm>
                <a:off x="2699503" y="1370846"/>
                <a:ext cx="80640" cy="132840"/>
              </p14:xfrm>
            </p:contentPart>
          </mc:Choice>
          <mc:Fallback xmlns="">
            <p:pic>
              <p:nvPicPr>
                <p:cNvPr id="19473" name="잉크 19472">
                  <a:extLst>
                    <a:ext uri="{FF2B5EF4-FFF2-40B4-BE49-F238E27FC236}">
                      <a16:creationId xmlns:a16="http://schemas.microsoft.com/office/drawing/2014/main" id="{21953181-4644-2DF5-FB8C-FD5AB19A26F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690863" y="1362206"/>
                  <a:ext cx="982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82" name="그룹 19481">
            <a:extLst>
              <a:ext uri="{FF2B5EF4-FFF2-40B4-BE49-F238E27FC236}">
                <a16:creationId xmlns:a16="http://schemas.microsoft.com/office/drawing/2014/main" id="{4AA5DCE4-C3EC-1045-9A49-5E8705301BFC}"/>
              </a:ext>
            </a:extLst>
          </p:cNvPr>
          <p:cNvGrpSpPr/>
          <p:nvPr/>
        </p:nvGrpSpPr>
        <p:grpSpPr>
          <a:xfrm>
            <a:off x="2911903" y="1337366"/>
            <a:ext cx="556920" cy="267480"/>
            <a:chOff x="2911903" y="1337366"/>
            <a:chExt cx="55692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9474" name="잉크 19473">
                  <a:extLst>
                    <a:ext uri="{FF2B5EF4-FFF2-40B4-BE49-F238E27FC236}">
                      <a16:creationId xmlns:a16="http://schemas.microsoft.com/office/drawing/2014/main" id="{6D236940-DA59-75A7-67D5-07CF1E8E1BF7}"/>
                    </a:ext>
                  </a:extLst>
                </p14:cNvPr>
                <p14:cNvContentPartPr/>
                <p14:nvPr/>
              </p14:nvContentPartPr>
              <p14:xfrm>
                <a:off x="2911903" y="1379846"/>
                <a:ext cx="100080" cy="102240"/>
              </p14:xfrm>
            </p:contentPart>
          </mc:Choice>
          <mc:Fallback xmlns="">
            <p:pic>
              <p:nvPicPr>
                <p:cNvPr id="19474" name="잉크 19473">
                  <a:extLst>
                    <a:ext uri="{FF2B5EF4-FFF2-40B4-BE49-F238E27FC236}">
                      <a16:creationId xmlns:a16="http://schemas.microsoft.com/office/drawing/2014/main" id="{6D236940-DA59-75A7-67D5-07CF1E8E1BF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902903" y="1371206"/>
                  <a:ext cx="117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9475" name="잉크 19474">
                  <a:extLst>
                    <a:ext uri="{FF2B5EF4-FFF2-40B4-BE49-F238E27FC236}">
                      <a16:creationId xmlns:a16="http://schemas.microsoft.com/office/drawing/2014/main" id="{57E4ABF3-F639-D458-6B52-ABA976ECB537}"/>
                    </a:ext>
                  </a:extLst>
                </p14:cNvPr>
                <p14:cNvContentPartPr/>
                <p14:nvPr/>
              </p14:nvContentPartPr>
              <p14:xfrm>
                <a:off x="3009823" y="1337366"/>
                <a:ext cx="101520" cy="175680"/>
              </p14:xfrm>
            </p:contentPart>
          </mc:Choice>
          <mc:Fallback xmlns="">
            <p:pic>
              <p:nvPicPr>
                <p:cNvPr id="19475" name="잉크 19474">
                  <a:extLst>
                    <a:ext uri="{FF2B5EF4-FFF2-40B4-BE49-F238E27FC236}">
                      <a16:creationId xmlns:a16="http://schemas.microsoft.com/office/drawing/2014/main" id="{57E4ABF3-F639-D458-6B52-ABA976ECB53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000823" y="1328366"/>
                  <a:ext cx="119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476" name="잉크 19475">
                  <a:extLst>
                    <a:ext uri="{FF2B5EF4-FFF2-40B4-BE49-F238E27FC236}">
                      <a16:creationId xmlns:a16="http://schemas.microsoft.com/office/drawing/2014/main" id="{5C0CB802-6C70-6868-20BF-B1746A49147E}"/>
                    </a:ext>
                  </a:extLst>
                </p14:cNvPr>
                <p14:cNvContentPartPr/>
                <p14:nvPr/>
              </p14:nvContentPartPr>
              <p14:xfrm>
                <a:off x="2985703" y="1500806"/>
                <a:ext cx="106920" cy="82440"/>
              </p14:xfrm>
            </p:contentPart>
          </mc:Choice>
          <mc:Fallback xmlns="">
            <p:pic>
              <p:nvPicPr>
                <p:cNvPr id="19476" name="잉크 19475">
                  <a:extLst>
                    <a:ext uri="{FF2B5EF4-FFF2-40B4-BE49-F238E27FC236}">
                      <a16:creationId xmlns:a16="http://schemas.microsoft.com/office/drawing/2014/main" id="{5C0CB802-6C70-6868-20BF-B1746A49147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77063" y="1491806"/>
                  <a:ext cx="124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477" name="잉크 19476">
                  <a:extLst>
                    <a:ext uri="{FF2B5EF4-FFF2-40B4-BE49-F238E27FC236}">
                      <a16:creationId xmlns:a16="http://schemas.microsoft.com/office/drawing/2014/main" id="{63C677F5-C96A-26E8-F40B-33D5E3189CAE}"/>
                    </a:ext>
                  </a:extLst>
                </p14:cNvPr>
                <p14:cNvContentPartPr/>
                <p14:nvPr/>
              </p14:nvContentPartPr>
              <p14:xfrm>
                <a:off x="3196303" y="1350326"/>
                <a:ext cx="127800" cy="149760"/>
              </p14:xfrm>
            </p:contentPart>
          </mc:Choice>
          <mc:Fallback xmlns="">
            <p:pic>
              <p:nvPicPr>
                <p:cNvPr id="19477" name="잉크 19476">
                  <a:extLst>
                    <a:ext uri="{FF2B5EF4-FFF2-40B4-BE49-F238E27FC236}">
                      <a16:creationId xmlns:a16="http://schemas.microsoft.com/office/drawing/2014/main" id="{63C677F5-C96A-26E8-F40B-33D5E3189CA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187663" y="1341686"/>
                  <a:ext cx="145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9478" name="잉크 19477">
                  <a:extLst>
                    <a:ext uri="{FF2B5EF4-FFF2-40B4-BE49-F238E27FC236}">
                      <a16:creationId xmlns:a16="http://schemas.microsoft.com/office/drawing/2014/main" id="{561E2060-6CC3-CB8F-ED36-5797C8670A8B}"/>
                    </a:ext>
                  </a:extLst>
                </p14:cNvPr>
                <p14:cNvContentPartPr/>
                <p14:nvPr/>
              </p14:nvContentPartPr>
              <p14:xfrm>
                <a:off x="3230503" y="1391366"/>
                <a:ext cx="109080" cy="73440"/>
              </p14:xfrm>
            </p:contentPart>
          </mc:Choice>
          <mc:Fallback xmlns="">
            <p:pic>
              <p:nvPicPr>
                <p:cNvPr id="19478" name="잉크 19477">
                  <a:extLst>
                    <a:ext uri="{FF2B5EF4-FFF2-40B4-BE49-F238E27FC236}">
                      <a16:creationId xmlns:a16="http://schemas.microsoft.com/office/drawing/2014/main" id="{561E2060-6CC3-CB8F-ED36-5797C8670A8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21863" y="1382366"/>
                  <a:ext cx="126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9479" name="잉크 19478">
                  <a:extLst>
                    <a:ext uri="{FF2B5EF4-FFF2-40B4-BE49-F238E27FC236}">
                      <a16:creationId xmlns:a16="http://schemas.microsoft.com/office/drawing/2014/main" id="{F5A52D83-22D3-B7E9-66DD-DAFAF46004D5}"/>
                    </a:ext>
                  </a:extLst>
                </p14:cNvPr>
                <p14:cNvContentPartPr/>
                <p14:nvPr/>
              </p14:nvContentPartPr>
              <p14:xfrm>
                <a:off x="3364423" y="1352126"/>
                <a:ext cx="69120" cy="156600"/>
              </p14:xfrm>
            </p:contentPart>
          </mc:Choice>
          <mc:Fallback xmlns="">
            <p:pic>
              <p:nvPicPr>
                <p:cNvPr id="19479" name="잉크 19478">
                  <a:extLst>
                    <a:ext uri="{FF2B5EF4-FFF2-40B4-BE49-F238E27FC236}">
                      <a16:creationId xmlns:a16="http://schemas.microsoft.com/office/drawing/2014/main" id="{F5A52D83-22D3-B7E9-66DD-DAFAF46004D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55423" y="1343126"/>
                  <a:ext cx="86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9480" name="잉크 19479">
                  <a:extLst>
                    <a:ext uri="{FF2B5EF4-FFF2-40B4-BE49-F238E27FC236}">
                      <a16:creationId xmlns:a16="http://schemas.microsoft.com/office/drawing/2014/main" id="{88FDE782-28C7-B0D9-19B3-429B01830EB0}"/>
                    </a:ext>
                  </a:extLst>
                </p14:cNvPr>
                <p14:cNvContentPartPr/>
                <p14:nvPr/>
              </p14:nvContentPartPr>
              <p14:xfrm>
                <a:off x="3356503" y="1535366"/>
                <a:ext cx="7200" cy="55440"/>
              </p14:xfrm>
            </p:contentPart>
          </mc:Choice>
          <mc:Fallback xmlns="">
            <p:pic>
              <p:nvPicPr>
                <p:cNvPr id="19480" name="잉크 19479">
                  <a:extLst>
                    <a:ext uri="{FF2B5EF4-FFF2-40B4-BE49-F238E27FC236}">
                      <a16:creationId xmlns:a16="http://schemas.microsoft.com/office/drawing/2014/main" id="{88FDE782-28C7-B0D9-19B3-429B01830EB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47503" y="1526366"/>
                  <a:ext cx="24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9481" name="잉크 19480">
                  <a:extLst>
                    <a:ext uri="{FF2B5EF4-FFF2-40B4-BE49-F238E27FC236}">
                      <a16:creationId xmlns:a16="http://schemas.microsoft.com/office/drawing/2014/main" id="{4D1AE0E0-6814-8796-95CB-033BCE8D2E89}"/>
                    </a:ext>
                  </a:extLst>
                </p14:cNvPr>
                <p14:cNvContentPartPr/>
                <p14:nvPr/>
              </p14:nvContentPartPr>
              <p14:xfrm>
                <a:off x="3332383" y="1508726"/>
                <a:ext cx="136440" cy="96120"/>
              </p14:xfrm>
            </p:contentPart>
          </mc:Choice>
          <mc:Fallback xmlns="">
            <p:pic>
              <p:nvPicPr>
                <p:cNvPr id="19481" name="잉크 19480">
                  <a:extLst>
                    <a:ext uri="{FF2B5EF4-FFF2-40B4-BE49-F238E27FC236}">
                      <a16:creationId xmlns:a16="http://schemas.microsoft.com/office/drawing/2014/main" id="{4D1AE0E0-6814-8796-95CB-033BCE8D2E8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23743" y="1499726"/>
                  <a:ext cx="154080" cy="113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85875"/>
            <a:ext cx="8715375" cy="5286375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 err="1">
                <a:latin typeface="+mn-ea"/>
              </a:rPr>
              <a:t>비선점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(No Preemption)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자원을 점유한 프로세스가 할당할 수 없는 다른 자원을 요청하면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현재 점유하고 있는 모든 자원이 선점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선점된 자원들은 대기 중인 프로세스를 위한 자원 리스트에 추가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프로세스는 자신이 요청한 새로운 자원과 마찬가지로 이미 점유했던 자원들을 다시 확보해야 다시 시작 가능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레지스터의 경우는 비교적 간단하나 일반적으로 상태의 보존 등 여러 가지 일을 해야 함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sz="11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순환 대기 </a:t>
            </a:r>
            <a:r>
              <a:rPr lang="en-US" altLang="ko-KR" sz="2400" dirty="0">
                <a:latin typeface="+mn-ea"/>
              </a:rPr>
              <a:t>(Circular Wait)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모든 자원들에 번호를 부여 </a:t>
            </a:r>
            <a:r>
              <a:rPr lang="en-US" altLang="ko-KR" sz="2000" dirty="0">
                <a:latin typeface="+mn-ea"/>
              </a:rPr>
              <a:t>- </a:t>
            </a:r>
            <a:r>
              <a:rPr lang="ko-KR" altLang="en-US" sz="2000" dirty="0">
                <a:latin typeface="+mn-ea"/>
              </a:rPr>
              <a:t>전체 순서 결정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한 프로세스는 자신이 가진 자원보다 번호가 큰 것만 요청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번호의 부여는 프로세스에서 사용하는 순서와 일치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새로운 자원이 시스템에 추가되면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프로그램과 시스템을 재구성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chemeClr val="accent2"/>
                </a:solidFill>
                <a:latin typeface="+mn-ea"/>
              </a:rPr>
              <a:t>사용자가 손쉽고 편리하게 응용 프로그램을 작성하는데 어려움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150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9CA5F7-5757-4F03-957E-29933FCE8C8D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47CB88F-7582-A8FB-7A37-9C67D3F4D8A4}"/>
              </a:ext>
            </a:extLst>
          </p:cNvPr>
          <p:cNvGrpSpPr/>
          <p:nvPr/>
        </p:nvGrpSpPr>
        <p:grpSpPr>
          <a:xfrm>
            <a:off x="4176943" y="1397486"/>
            <a:ext cx="1566720" cy="298800"/>
            <a:chOff x="4176943" y="1397486"/>
            <a:chExt cx="15667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F330232-5C85-6179-45DF-258B53FBD664}"/>
                    </a:ext>
                  </a:extLst>
                </p14:cNvPr>
                <p14:cNvContentPartPr/>
                <p14:nvPr/>
              </p14:nvContentPartPr>
              <p14:xfrm>
                <a:off x="4176943" y="1531766"/>
                <a:ext cx="299520" cy="4428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F330232-5C85-6179-45DF-258B53FBD6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67943" y="1523126"/>
                  <a:ext cx="317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73868AA-68E3-86C6-BAD4-297C9F7B84E3}"/>
                    </a:ext>
                  </a:extLst>
                </p14:cNvPr>
                <p14:cNvContentPartPr/>
                <p14:nvPr/>
              </p14:nvContentPartPr>
              <p14:xfrm>
                <a:off x="4418863" y="1416566"/>
                <a:ext cx="133200" cy="267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73868AA-68E3-86C6-BAD4-297C9F7B84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09863" y="1407566"/>
                  <a:ext cx="150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EF6B461-D274-590A-BF54-E43827C62C76}"/>
                    </a:ext>
                  </a:extLst>
                </p14:cNvPr>
                <p14:cNvContentPartPr/>
                <p14:nvPr/>
              </p14:nvContentPartPr>
              <p14:xfrm>
                <a:off x="4713343" y="1397486"/>
                <a:ext cx="136800" cy="1429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EF6B461-D274-590A-BF54-E43827C62C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04703" y="1388846"/>
                  <a:ext cx="154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42E5AEA-4E7E-8E5B-E8C9-D3A65379CED1}"/>
                    </a:ext>
                  </a:extLst>
                </p14:cNvPr>
                <p14:cNvContentPartPr/>
                <p14:nvPr/>
              </p14:nvContentPartPr>
              <p14:xfrm>
                <a:off x="4666183" y="1501166"/>
                <a:ext cx="225720" cy="174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42E5AEA-4E7E-8E5B-E8C9-D3A65379CE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57183" y="1492526"/>
                  <a:ext cx="243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9B226E5-DF05-6D14-4358-36997B367C29}"/>
                    </a:ext>
                  </a:extLst>
                </p14:cNvPr>
                <p14:cNvContentPartPr/>
                <p14:nvPr/>
              </p14:nvContentPartPr>
              <p14:xfrm>
                <a:off x="4894423" y="1483166"/>
                <a:ext cx="32400" cy="1440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9B226E5-DF05-6D14-4358-36997B367C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85423" y="1474166"/>
                  <a:ext cx="50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6098CFF-A04B-8505-33B8-CDEA4AE025DD}"/>
                    </a:ext>
                  </a:extLst>
                </p14:cNvPr>
                <p14:cNvContentPartPr/>
                <p14:nvPr/>
              </p14:nvContentPartPr>
              <p14:xfrm>
                <a:off x="4915663" y="1476686"/>
                <a:ext cx="166320" cy="1857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6098CFF-A04B-8505-33B8-CDEA4AE025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06663" y="1468046"/>
                  <a:ext cx="183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3296C35-F47D-91CB-0D39-971A8F41602D}"/>
                    </a:ext>
                  </a:extLst>
                </p14:cNvPr>
                <p14:cNvContentPartPr/>
                <p14:nvPr/>
              </p14:nvContentPartPr>
              <p14:xfrm>
                <a:off x="5088823" y="1457246"/>
                <a:ext cx="24120" cy="2390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3296C35-F47D-91CB-0D39-971A8F4160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80183" y="1448606"/>
                  <a:ext cx="41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988B04B-6DDA-1575-27DD-64669805E018}"/>
                    </a:ext>
                  </a:extLst>
                </p14:cNvPr>
                <p14:cNvContentPartPr/>
                <p14:nvPr/>
              </p14:nvContentPartPr>
              <p14:xfrm>
                <a:off x="5176663" y="1404686"/>
                <a:ext cx="61560" cy="583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988B04B-6DDA-1575-27DD-64669805E01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67663" y="1395686"/>
                  <a:ext cx="79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9FE02A4-26FF-FFF0-7FD3-302BA2060346}"/>
                    </a:ext>
                  </a:extLst>
                </p14:cNvPr>
                <p14:cNvContentPartPr/>
                <p14:nvPr/>
              </p14:nvContentPartPr>
              <p14:xfrm>
                <a:off x="5148223" y="1462286"/>
                <a:ext cx="132120" cy="532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9FE02A4-26FF-FFF0-7FD3-302BA20603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39583" y="1453646"/>
                  <a:ext cx="149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4399FC7-E7A9-6BBB-7945-63274ECC88E9}"/>
                    </a:ext>
                  </a:extLst>
                </p14:cNvPr>
                <p14:cNvContentPartPr/>
                <p14:nvPr/>
              </p14:nvContentPartPr>
              <p14:xfrm>
                <a:off x="5198263" y="1539326"/>
                <a:ext cx="96840" cy="117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4399FC7-E7A9-6BBB-7945-63274ECC88E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89263" y="1530686"/>
                  <a:ext cx="114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222EF2F-E53F-6396-715A-366189B99259}"/>
                    </a:ext>
                  </a:extLst>
                </p14:cNvPr>
                <p14:cNvContentPartPr/>
                <p14:nvPr/>
              </p14:nvContentPartPr>
              <p14:xfrm>
                <a:off x="5264863" y="1492886"/>
                <a:ext cx="140400" cy="1562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222EF2F-E53F-6396-715A-366189B9925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55863" y="1484246"/>
                  <a:ext cx="158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5114798-9BFF-002E-1112-39396872F0EF}"/>
                    </a:ext>
                  </a:extLst>
                </p14:cNvPr>
                <p14:cNvContentPartPr/>
                <p14:nvPr/>
              </p14:nvContentPartPr>
              <p14:xfrm>
                <a:off x="5435143" y="1463726"/>
                <a:ext cx="18720" cy="2224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5114798-9BFF-002E-1112-39396872F0E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26143" y="1454726"/>
                  <a:ext cx="36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76789FB-86C6-8B33-AAB3-F6B93466CF07}"/>
                    </a:ext>
                  </a:extLst>
                </p14:cNvPr>
                <p14:cNvContentPartPr/>
                <p14:nvPr/>
              </p14:nvContentPartPr>
              <p14:xfrm>
                <a:off x="5488063" y="1474526"/>
                <a:ext cx="140760" cy="615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76789FB-86C6-8B33-AAB3-F6B93466CF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79063" y="1465886"/>
                  <a:ext cx="158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E4A0B1B-01DC-6CD3-DEE6-F7FF5436B449}"/>
                    </a:ext>
                  </a:extLst>
                </p14:cNvPr>
                <p14:cNvContentPartPr/>
                <p14:nvPr/>
              </p14:nvContentPartPr>
              <p14:xfrm>
                <a:off x="5476543" y="1578566"/>
                <a:ext cx="267120" cy="558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E4A0B1B-01DC-6CD3-DEE6-F7FF5436B4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67543" y="1569926"/>
                  <a:ext cx="2847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571D7680-B6ED-D17C-64F9-B530BA7D0449}"/>
                  </a:ext>
                </a:extLst>
              </p14:cNvPr>
              <p14:cNvContentPartPr/>
              <p14:nvPr/>
            </p14:nvContentPartPr>
            <p14:xfrm>
              <a:off x="2788063" y="4897766"/>
              <a:ext cx="1467720" cy="795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571D7680-B6ED-D17C-64F9-B530BA7D044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52063" y="4825766"/>
                <a:ext cx="15393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2E234EAC-4D22-5CFE-B88A-BE9BA00EB332}"/>
                  </a:ext>
                </a:extLst>
              </p14:cNvPr>
              <p14:cNvContentPartPr/>
              <p14:nvPr/>
            </p14:nvContentPartPr>
            <p14:xfrm>
              <a:off x="5273503" y="5274686"/>
              <a:ext cx="2440800" cy="730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2E234EAC-4D22-5CFE-B88A-BE9BA00EB33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37503" y="5202686"/>
                <a:ext cx="2512440" cy="21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ko-KR"/>
              <a:t>5. </a:t>
            </a:r>
            <a:r>
              <a:rPr lang="ko-KR" altLang="en-US"/>
              <a:t>교착 상태 회피</a:t>
            </a:r>
            <a:r>
              <a:rPr lang="en-US" altLang="ko-KR"/>
              <a:t>(Avoidance)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85938"/>
            <a:ext cx="8750300" cy="4714875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교착 상태 회피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교착 상태 예방보다 덜 엄격한 조건을 요구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자원의 효율성 향상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en-US" sz="1800" dirty="0">
                <a:latin typeface="+mn-ea"/>
              </a:rPr>
              <a:t>예방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자원 사용 제약 조건을 정적으로 사전에 설정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상대적으로 경직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20000"/>
              </a:lnSpc>
              <a:defRPr/>
            </a:pPr>
            <a:r>
              <a:rPr lang="ko-KR" altLang="en-US" sz="1800" dirty="0">
                <a:latin typeface="+mn-ea"/>
              </a:rPr>
              <a:t>회피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자원 사용 제약 조건을 동적으로 실행 중에 설정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상대적으로 유연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자원 요청 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자원할당으로 인해서 교착상태 유발 가능성 여부 검사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en-US" sz="1800" dirty="0">
                <a:latin typeface="+mn-ea"/>
              </a:rPr>
              <a:t>교착 상태 유발 가능성이 전혀 없으면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안정 상태</a:t>
            </a:r>
            <a:r>
              <a:rPr lang="en-US" altLang="ko-KR" sz="1800" dirty="0">
                <a:latin typeface="+mn-ea"/>
              </a:rPr>
              <a:t>), </a:t>
            </a:r>
            <a:r>
              <a:rPr lang="ko-KR" altLang="en-US" sz="1800" dirty="0">
                <a:latin typeface="+mn-ea"/>
              </a:rPr>
              <a:t>자원 할당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en-US" sz="1800" dirty="0">
                <a:latin typeface="+mn-ea"/>
              </a:rPr>
              <a:t>교착 상태 유발 가능성이 존재하면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불안정 상태</a:t>
            </a:r>
            <a:r>
              <a:rPr lang="en-US" altLang="ko-KR" sz="1800" dirty="0">
                <a:latin typeface="+mn-ea"/>
              </a:rPr>
              <a:t>), </a:t>
            </a:r>
            <a:r>
              <a:rPr lang="ko-KR" altLang="en-US" sz="1800" dirty="0">
                <a:latin typeface="+mn-ea"/>
              </a:rPr>
              <a:t>자원 할당 연기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dirty="0">
                <a:latin typeface="+mn-ea"/>
              </a:rPr>
              <a:t>어느 상태에서 자원 할당을 한 결과가 교착을 유발할 수 있는가에 대한 추가 정보 필요</a:t>
            </a:r>
          </a:p>
          <a:p>
            <a:pPr lvl="2">
              <a:lnSpc>
                <a:spcPct val="120000"/>
              </a:lnSpc>
              <a:defRPr/>
            </a:pPr>
            <a:r>
              <a:rPr lang="ko-KR" altLang="en-US" sz="1800" dirty="0">
                <a:latin typeface="+mn-ea"/>
              </a:rPr>
              <a:t>보통 사용하는 것은 특정 자원에 대한 최대 요구치 등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endParaRPr lang="ko-KR" altLang="en-US" sz="1800" dirty="0">
              <a:latin typeface="+mn-ea"/>
            </a:endParaRPr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D4BA52-C6C5-4FE1-9354-2BA87878DA79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369935D-CD53-F7AE-0507-D936BD3E7438}"/>
                  </a:ext>
                </a:extLst>
              </p14:cNvPr>
              <p14:cNvContentPartPr/>
              <p14:nvPr/>
            </p14:nvContentPartPr>
            <p14:xfrm>
              <a:off x="2663863" y="3640286"/>
              <a:ext cx="6142680" cy="1364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369935D-CD53-F7AE-0507-D936BD3E74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7863" y="3568646"/>
                <a:ext cx="6214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E6CA5DE-2946-0A8C-2D11-A8CE08EE8F70}"/>
                  </a:ext>
                </a:extLst>
              </p14:cNvPr>
              <p14:cNvContentPartPr/>
              <p14:nvPr/>
            </p14:nvContentPartPr>
            <p14:xfrm>
              <a:off x="3059143" y="4109366"/>
              <a:ext cx="1824480" cy="223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E6CA5DE-2946-0A8C-2D11-A8CE08EE8F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3503" y="4037366"/>
                <a:ext cx="18961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51E36273-C5B2-44FA-E678-97F63CAFD44C}"/>
                  </a:ext>
                </a:extLst>
              </p14:cNvPr>
              <p14:cNvContentPartPr/>
              <p14:nvPr/>
            </p14:nvContentPartPr>
            <p14:xfrm>
              <a:off x="5349103" y="4128446"/>
              <a:ext cx="1123920" cy="194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51E36273-C5B2-44FA-E678-97F63CAFD4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3463" y="4056806"/>
                <a:ext cx="11955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E8D3C18-4D82-4986-E024-9D42756C5B09}"/>
                  </a:ext>
                </a:extLst>
              </p14:cNvPr>
              <p14:cNvContentPartPr/>
              <p14:nvPr/>
            </p14:nvContentPartPr>
            <p14:xfrm>
              <a:off x="5095663" y="4510406"/>
              <a:ext cx="1330200" cy="34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E8D3C18-4D82-4986-E024-9D42756C5B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60023" y="4438406"/>
                <a:ext cx="14018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F995AF2-0E2B-46DC-BCCC-F096DE67DF69}"/>
                  </a:ext>
                </a:extLst>
              </p14:cNvPr>
              <p14:cNvContentPartPr/>
              <p14:nvPr/>
            </p14:nvContentPartPr>
            <p14:xfrm>
              <a:off x="3030703" y="4507526"/>
              <a:ext cx="1437840" cy="522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F995AF2-0E2B-46DC-BCCC-F096DE67DF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95063" y="4435886"/>
                <a:ext cx="1509480" cy="19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ko-KR" altLang="en-US"/>
              <a:t>안정 상태 </a:t>
            </a:r>
            <a:r>
              <a:rPr lang="en-US" altLang="ko-KR"/>
              <a:t>vs </a:t>
            </a:r>
            <a:r>
              <a:rPr lang="ko-KR" altLang="en-US"/>
              <a:t>불안정 상태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85938"/>
            <a:ext cx="8715375" cy="450056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시스템이 안정 상태에 있으면 </a:t>
            </a:r>
            <a:r>
              <a:rPr lang="ko-KR" altLang="en-US" sz="2400" dirty="0">
                <a:latin typeface="+mn-ea"/>
                <a:sym typeface="Symbol" pitchFamily="18" charset="2"/>
              </a:rPr>
              <a:t> 교착 상태 아님</a:t>
            </a:r>
            <a:endParaRPr lang="en-US" altLang="ko-KR" dirty="0">
              <a:latin typeface="+mn-ea"/>
              <a:sym typeface="Symbol" pitchFamily="18" charset="2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불안정 상태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안정 순열이 존재하지 않는 경우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교착 상태의 가능성 존재</a:t>
            </a:r>
            <a:endParaRPr lang="ko-KR" altLang="en-US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교착 상태 회피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시스템이 불안정 상태가 아님을 보장하는 것</a:t>
            </a:r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78609D-2F3B-452B-B2D9-753EFB2F7DD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9" t="258" r="10393" b="812"/>
          <a:stretch>
            <a:fillRect/>
          </a:stretch>
        </p:blipFill>
        <p:spPr bwMode="auto">
          <a:xfrm>
            <a:off x="3500438" y="4214813"/>
            <a:ext cx="2455862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E1C390B-BAAF-EA00-6B91-5960180DAF95}"/>
                  </a:ext>
                </a:extLst>
              </p14:cNvPr>
              <p14:cNvContentPartPr/>
              <p14:nvPr/>
            </p14:nvContentPartPr>
            <p14:xfrm>
              <a:off x="615103" y="2471726"/>
              <a:ext cx="937800" cy="493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E1C390B-BAAF-EA00-6B91-5960180DAF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463" y="2399726"/>
                <a:ext cx="10094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F0E187E-5F73-8845-2E39-ADAF5384B56A}"/>
                  </a:ext>
                </a:extLst>
              </p14:cNvPr>
              <p14:cNvContentPartPr/>
              <p14:nvPr/>
            </p14:nvContentPartPr>
            <p14:xfrm>
              <a:off x="1004263" y="2868806"/>
              <a:ext cx="1316520" cy="367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F0E187E-5F73-8845-2E39-ADAF5384B5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263" y="2797166"/>
                <a:ext cx="1388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EC9098E-6DB6-1B54-D70A-5FD41BD6956D}"/>
                  </a:ext>
                </a:extLst>
              </p14:cNvPr>
              <p14:cNvContentPartPr/>
              <p14:nvPr/>
            </p14:nvContentPartPr>
            <p14:xfrm>
              <a:off x="2478823" y="2873126"/>
              <a:ext cx="452160" cy="237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EC9098E-6DB6-1B54-D70A-5FD41BD695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42823" y="2801126"/>
                <a:ext cx="5238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A43A07B-FBA0-3728-73F4-5BE39268B6ED}"/>
                  </a:ext>
                </a:extLst>
              </p14:cNvPr>
              <p14:cNvContentPartPr/>
              <p14:nvPr/>
            </p14:nvContentPartPr>
            <p14:xfrm>
              <a:off x="3471703" y="2849366"/>
              <a:ext cx="619200" cy="18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A43A07B-FBA0-3728-73F4-5BE39268B6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35703" y="2777366"/>
                <a:ext cx="6908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2D60F29-54AC-A45D-B7DF-AF2F87013FB2}"/>
                  </a:ext>
                </a:extLst>
              </p14:cNvPr>
              <p14:cNvContentPartPr/>
              <p14:nvPr/>
            </p14:nvContentPartPr>
            <p14:xfrm>
              <a:off x="1877263" y="1991846"/>
              <a:ext cx="1508400" cy="550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2D60F29-54AC-A45D-B7DF-AF2F87013F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1263" y="1920206"/>
                <a:ext cx="15800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6CA2CFD4-7AAF-16B4-6225-2B9E589B6189}"/>
                  </a:ext>
                </a:extLst>
              </p14:cNvPr>
              <p14:cNvContentPartPr/>
              <p14:nvPr/>
            </p14:nvContentPartPr>
            <p14:xfrm>
              <a:off x="5095303" y="1988966"/>
              <a:ext cx="2037600" cy="74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6CA2CFD4-7AAF-16B4-6225-2B9E589B61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9303" y="1917326"/>
                <a:ext cx="2109240" cy="21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357313"/>
            <a:ext cx="8715375" cy="4929187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안정 상태 </a:t>
            </a:r>
            <a:r>
              <a:rPr lang="en-US" altLang="ko-KR" sz="2400" dirty="0">
                <a:latin typeface="+mn-ea"/>
              </a:rPr>
              <a:t>(Safe State)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안정 순열</a:t>
            </a:r>
            <a:r>
              <a:rPr lang="en-US" altLang="ko-KR" sz="2000" dirty="0">
                <a:latin typeface="+mn-ea"/>
              </a:rPr>
              <a:t>(safe sequence) &lt;P</a:t>
            </a:r>
            <a:r>
              <a:rPr lang="en-US" altLang="ko-KR" sz="2000" baseline="-25000" dirty="0">
                <a:latin typeface="+mn-ea"/>
              </a:rPr>
              <a:t>1</a:t>
            </a:r>
            <a:r>
              <a:rPr lang="en-US" altLang="ko-KR" sz="2000" dirty="0">
                <a:latin typeface="+mn-ea"/>
              </a:rPr>
              <a:t>, P</a:t>
            </a:r>
            <a:r>
              <a:rPr lang="en-US" altLang="ko-KR" sz="2000" baseline="-25000" dirty="0">
                <a:latin typeface="+mn-ea"/>
              </a:rPr>
              <a:t>2</a:t>
            </a:r>
            <a:r>
              <a:rPr lang="en-US" altLang="ko-KR" sz="2000" dirty="0">
                <a:latin typeface="+mn-ea"/>
              </a:rPr>
              <a:t>, …, </a:t>
            </a:r>
            <a:r>
              <a:rPr lang="en-US" altLang="ko-KR" sz="2000" dirty="0" err="1">
                <a:latin typeface="+mn-ea"/>
              </a:rPr>
              <a:t>Pn</a:t>
            </a:r>
            <a:r>
              <a:rPr lang="en-US" altLang="ko-KR" sz="2000" dirty="0">
                <a:latin typeface="+mn-ea"/>
              </a:rPr>
              <a:t>&gt;</a:t>
            </a:r>
            <a:r>
              <a:rPr lang="ko-KR" altLang="en-US" sz="2000" dirty="0">
                <a:latin typeface="+mn-ea"/>
              </a:rPr>
              <a:t>의 존재를 의미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일반적으로 </a:t>
            </a:r>
            <a:r>
              <a:rPr lang="en-US" altLang="ko-KR" sz="2000" dirty="0">
                <a:latin typeface="+mn-ea"/>
              </a:rPr>
              <a:t>P</a:t>
            </a:r>
            <a:r>
              <a:rPr lang="en-US" altLang="ko-KR" sz="2000" baseline="-25000" dirty="0">
                <a:latin typeface="+mn-ea"/>
              </a:rPr>
              <a:t>i</a:t>
            </a:r>
            <a:r>
              <a:rPr lang="ko-KR" altLang="en-US" sz="2000" dirty="0">
                <a:latin typeface="+mn-ea"/>
              </a:rPr>
              <a:t>의 최대 요구는 현재 사용 가능한 자원과 </a:t>
            </a:r>
            <a:r>
              <a:rPr lang="en-US" altLang="ko-KR" sz="2000" dirty="0">
                <a:latin typeface="+mn-ea"/>
              </a:rPr>
              <a:t>P</a:t>
            </a:r>
            <a:r>
              <a:rPr lang="en-US" altLang="ko-KR" sz="2000" baseline="-25000" dirty="0">
                <a:latin typeface="+mn-ea"/>
              </a:rPr>
              <a:t>1</a:t>
            </a:r>
            <a:r>
              <a:rPr lang="en-US" altLang="ko-KR" sz="2000" dirty="0">
                <a:latin typeface="+mn-ea"/>
              </a:rPr>
              <a:t>, P</a:t>
            </a:r>
            <a:r>
              <a:rPr lang="en-US" altLang="ko-KR" sz="2000" baseline="-25000" dirty="0">
                <a:latin typeface="+mn-ea"/>
              </a:rPr>
              <a:t>2</a:t>
            </a:r>
            <a:r>
              <a:rPr lang="en-US" altLang="ko-KR" sz="2000" dirty="0">
                <a:latin typeface="+mn-ea"/>
              </a:rPr>
              <a:t>, …, P</a:t>
            </a:r>
            <a:r>
              <a:rPr lang="en-US" altLang="ko-KR" sz="2000" baseline="-25000" dirty="0">
                <a:latin typeface="+mn-ea"/>
              </a:rPr>
              <a:t>(i-1)</a:t>
            </a:r>
            <a:r>
              <a:rPr lang="ko-KR" altLang="en-US" sz="2000" dirty="0">
                <a:latin typeface="+mn-ea"/>
              </a:rPr>
              <a:t>가 보유한 모든 자원을 가지고 만족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latin typeface="+mn-ea"/>
              </a:rPr>
              <a:t>P</a:t>
            </a:r>
            <a:r>
              <a:rPr lang="en-US" altLang="ko-KR" sz="1800" baseline="-25000" dirty="0">
                <a:latin typeface="+mn-ea"/>
              </a:rPr>
              <a:t>i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의 자원 요구가 가능하지 않으면</a:t>
            </a:r>
            <a:r>
              <a:rPr lang="en-US" altLang="ko-KR" sz="1800" dirty="0">
                <a:latin typeface="+mn-ea"/>
              </a:rPr>
              <a:t>, P</a:t>
            </a:r>
            <a:r>
              <a:rPr lang="en-US" altLang="ko-KR" sz="1800" baseline="-25000" dirty="0">
                <a:latin typeface="+mn-ea"/>
              </a:rPr>
              <a:t>1</a:t>
            </a:r>
            <a:r>
              <a:rPr lang="en-US" altLang="ko-KR" sz="1800" dirty="0">
                <a:latin typeface="+mn-ea"/>
              </a:rPr>
              <a:t>, P</a:t>
            </a:r>
            <a:r>
              <a:rPr lang="en-US" altLang="ko-KR" sz="1800" baseline="-25000" dirty="0">
                <a:latin typeface="+mn-ea"/>
              </a:rPr>
              <a:t>2</a:t>
            </a:r>
            <a:r>
              <a:rPr lang="en-US" altLang="ko-KR" sz="1800" dirty="0">
                <a:latin typeface="+mn-ea"/>
              </a:rPr>
              <a:t>, …, P</a:t>
            </a:r>
            <a:r>
              <a:rPr lang="en-US" altLang="ko-KR" sz="1800" baseline="-25000" dirty="0">
                <a:latin typeface="+mn-ea"/>
              </a:rPr>
              <a:t>(i-1)</a:t>
            </a:r>
            <a:r>
              <a:rPr lang="ko-KR" altLang="en-US" sz="1800" dirty="0">
                <a:latin typeface="+mn-ea"/>
              </a:rPr>
              <a:t>가 끝날 때까지 대기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latin typeface="+mn-ea"/>
              </a:rPr>
              <a:t>P</a:t>
            </a:r>
            <a:r>
              <a:rPr lang="en-US" altLang="ko-KR" sz="1800" baseline="-25000" dirty="0">
                <a:latin typeface="+mn-ea"/>
              </a:rPr>
              <a:t>1</a:t>
            </a:r>
            <a:r>
              <a:rPr lang="en-US" altLang="ko-KR" sz="1800" dirty="0">
                <a:latin typeface="+mn-ea"/>
              </a:rPr>
              <a:t>, P</a:t>
            </a:r>
            <a:r>
              <a:rPr lang="en-US" altLang="ko-KR" sz="1800" baseline="-25000" dirty="0">
                <a:latin typeface="+mn-ea"/>
              </a:rPr>
              <a:t>2</a:t>
            </a:r>
            <a:r>
              <a:rPr lang="en-US" altLang="ko-KR" sz="1800" dirty="0">
                <a:latin typeface="+mn-ea"/>
              </a:rPr>
              <a:t>, …, P</a:t>
            </a:r>
            <a:r>
              <a:rPr lang="en-US" altLang="ko-KR" sz="1800" baseline="-25000" dirty="0">
                <a:latin typeface="+mn-ea"/>
              </a:rPr>
              <a:t>(i-1)</a:t>
            </a:r>
            <a:r>
              <a:rPr lang="ko-KR" altLang="en-US" sz="1800" dirty="0">
                <a:latin typeface="+mn-ea"/>
              </a:rPr>
              <a:t>가 끝나면</a:t>
            </a:r>
            <a:r>
              <a:rPr lang="en-US" altLang="ko-KR" sz="1800" dirty="0">
                <a:latin typeface="+mn-ea"/>
              </a:rPr>
              <a:t>, P</a:t>
            </a:r>
            <a:r>
              <a:rPr lang="en-US" altLang="ko-KR" sz="1800" baseline="-25000" dirty="0">
                <a:latin typeface="+mn-ea"/>
              </a:rPr>
              <a:t>i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는 필요한 자원을 얻고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종료 가능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765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290A14-6210-467B-8344-B9CB3B03A112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7652" name="Picture 4" descr="C:\Documents and Settings\Hanami\바탕 화면\운영체제\(강의교안)_그림파일_1장-13장\ch05_교착상태와 기아상태\ch05-표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7"/>
          <a:stretch>
            <a:fillRect/>
          </a:stretch>
        </p:blipFill>
        <p:spPr bwMode="auto">
          <a:xfrm>
            <a:off x="1357313" y="3643313"/>
            <a:ext cx="3662362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3" name="그룹 6"/>
          <p:cNvGrpSpPr>
            <a:grpSpLocks/>
          </p:cNvGrpSpPr>
          <p:nvPr/>
        </p:nvGrpSpPr>
        <p:grpSpPr bwMode="auto">
          <a:xfrm>
            <a:off x="1347788" y="4929188"/>
            <a:ext cx="6643687" cy="1804987"/>
            <a:chOff x="1219200" y="2452790"/>
            <a:chExt cx="6781800" cy="2043010"/>
          </a:xfrm>
        </p:grpSpPr>
        <p:pic>
          <p:nvPicPr>
            <p:cNvPr id="27655" name="Picture 5" descr="C:\Documents and Settings\Hanami\바탕 화면\운영체제\(강의교안)_그림파일_1장-13장\ch05_교착상태와 기아상태\ch05-표-02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50"/>
            <a:stretch>
              <a:fillRect/>
            </a:stretch>
          </p:blipFill>
          <p:spPr bwMode="auto">
            <a:xfrm>
              <a:off x="1219200" y="2750894"/>
              <a:ext cx="6781800" cy="1744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5"/>
            <p:cNvSpPr txBox="1">
              <a:spLocks noChangeArrowheads="1"/>
            </p:cNvSpPr>
            <p:nvPr/>
          </p:nvSpPr>
          <p:spPr bwMode="auto">
            <a:xfrm>
              <a:off x="5385510" y="2452790"/>
              <a:ext cx="2004561" cy="382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600" b="1" dirty="0">
                  <a:latin typeface="+mn-ea"/>
                  <a:ea typeface="+mn-ea"/>
                </a:rPr>
                <a:t>안정상태의 자원 예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428750" y="5857875"/>
            <a:ext cx="1146175" cy="2460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필요 추가 할당량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786812" cy="3000375"/>
          </a:xfrm>
        </p:spPr>
        <p:txBody>
          <a:bodyPr/>
          <a:lstStyle/>
          <a:p>
            <a:pPr indent="-285750"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불안정상태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사용 가능한 자원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개를 어느 프로세스에 할당해도 프로세스를 만족시킬 수 없음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10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안정상태에서 불안정상태로의 변환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spc="-100" dirty="0">
                <a:solidFill>
                  <a:srgbClr val="000000"/>
                </a:solidFill>
                <a:latin typeface="+mn-ea"/>
              </a:rPr>
              <a:t>프로세스 </a:t>
            </a:r>
            <a:r>
              <a:rPr lang="en-US" altLang="ko-KR" sz="2000" b="1" spc="-1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sz="2000" b="1" spc="-100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2</a:t>
            </a:r>
            <a:r>
              <a:rPr lang="ko-KR" altLang="en-US" sz="2000" spc="-100" dirty="0">
                <a:solidFill>
                  <a:srgbClr val="000000"/>
                </a:solidFill>
                <a:latin typeface="+mn-ea"/>
              </a:rPr>
              <a:t>가 자원을 </a:t>
            </a:r>
            <a:r>
              <a:rPr lang="en-US" altLang="ko-KR" sz="2000" spc="-1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spc="-100" dirty="0">
                <a:solidFill>
                  <a:srgbClr val="000000"/>
                </a:solidFill>
                <a:latin typeface="+mn-ea"/>
              </a:rPr>
              <a:t>개  더 요구할 경우</a:t>
            </a:r>
            <a:r>
              <a:rPr lang="en-US" altLang="ko-KR" sz="2000" spc="-1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spc="-100" dirty="0">
                <a:solidFill>
                  <a:srgbClr val="000000"/>
                </a:solidFill>
                <a:latin typeface="+mn-ea"/>
              </a:rPr>
              <a:t> 허용 시 불안정상태로 변함</a:t>
            </a:r>
            <a:endParaRPr lang="en-US" altLang="ko-KR" sz="2000" spc="-1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다른 프로세스들이 처리를 종료하고 자원을 반납할 때까지 프로세스 </a:t>
            </a:r>
            <a:r>
              <a:rPr kumimoji="0" lang="en-US" altLang="ko-KR" sz="2000" b="1" dirty="0">
                <a:solidFill>
                  <a:srgbClr val="000000"/>
                </a:solidFill>
                <a:latin typeface="+mn-ea"/>
              </a:rPr>
              <a:t>P</a:t>
            </a:r>
            <a:r>
              <a:rPr kumimoji="0" lang="en-US" altLang="ko-KR" sz="2000" b="1" baseline="-25000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를 대기시키면 교착상태를 회피 가능</a:t>
            </a:r>
          </a:p>
          <a:p>
            <a:pPr lvl="1">
              <a:spcAft>
                <a:spcPts val="300"/>
              </a:spcAft>
              <a:defRPr/>
            </a:pPr>
            <a:endParaRPr lang="en-US" altLang="ko-KR" sz="2000" spc="-1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3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9699" name="그룹 5"/>
          <p:cNvGrpSpPr>
            <a:grpSpLocks/>
          </p:cNvGrpSpPr>
          <p:nvPr/>
        </p:nvGrpSpPr>
        <p:grpSpPr bwMode="auto">
          <a:xfrm>
            <a:off x="2214563" y="4429125"/>
            <a:ext cx="4273550" cy="2286000"/>
            <a:chOff x="1752600" y="2419350"/>
            <a:chExt cx="3886200" cy="1847007"/>
          </a:xfrm>
        </p:grpSpPr>
        <p:pic>
          <p:nvPicPr>
            <p:cNvPr id="29701" name="Picture 4" descr="C:\Documents and Settings\Hanami\바탕 화면\운영체제\(강의교안)_그림파일_1장-13장\ch05_교착상태와 기아상태\ch05-표-04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190"/>
            <a:stretch>
              <a:fillRect/>
            </a:stretch>
          </p:blipFill>
          <p:spPr bwMode="auto">
            <a:xfrm>
              <a:off x="1752600" y="2667000"/>
              <a:ext cx="3886200" cy="1599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2" name="TextBox 4"/>
            <p:cNvSpPr txBox="1">
              <a:spLocks noChangeArrowheads="1"/>
            </p:cNvSpPr>
            <p:nvPr/>
          </p:nvSpPr>
          <p:spPr bwMode="auto">
            <a:xfrm>
              <a:off x="2755065" y="2419350"/>
              <a:ext cx="1940095" cy="273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HY견고딕" panose="02030600000101010101" pitchFamily="18" charset="-127"/>
                  <a:ea typeface="HY견고딕" panose="02030600000101010101" pitchFamily="18" charset="-127"/>
                </a:rPr>
                <a:t>불안정상태의 자원 예</a:t>
              </a:r>
            </a:p>
          </p:txBody>
        </p:sp>
      </p:grpSp>
      <p:sp>
        <p:nvSpPr>
          <p:cNvPr id="2970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5DDE2F-287D-400A-A9F1-B9FEEF059234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자원 할당 그래프 알고리즘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482013" cy="4452937"/>
          </a:xfrm>
        </p:spPr>
        <p:txBody>
          <a:bodyPr/>
          <a:lstStyle/>
          <a:p>
            <a:pPr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자원 할당 그래프를 활용</a:t>
            </a:r>
            <a:endParaRPr lang="en-US" altLang="ko-KR" sz="22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예약 간선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프로세스가 자원을 요청할 것을 의미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점선으로 표시</a:t>
            </a:r>
          </a:p>
          <a:p>
            <a:pPr lvl="1"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예약 간선은 프로세스가 자원을 요청할 때 요청 간선으로 변환</a:t>
            </a:r>
          </a:p>
          <a:p>
            <a:pPr lvl="1"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자원은 시스템에서 미리 예약되어야 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자원 할당 후에</a:t>
            </a:r>
            <a:r>
              <a:rPr lang="en-US" altLang="ko-KR" sz="22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 사이클이 존재하면 불안정 상태</a:t>
            </a:r>
            <a:r>
              <a:rPr lang="en-US" altLang="ko-KR" sz="2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할당 대기</a:t>
            </a:r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F25285-2A8B-42E6-9BE2-5F43BE6BCAD2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3" t="6534" r="15146" b="7088"/>
          <a:stretch>
            <a:fillRect/>
          </a:stretch>
        </p:blipFill>
        <p:spPr bwMode="auto">
          <a:xfrm>
            <a:off x="1643063" y="4071938"/>
            <a:ext cx="2500312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2" t="6866" r="15471" b="6866"/>
          <a:stretch>
            <a:fillRect/>
          </a:stretch>
        </p:blipFill>
        <p:spPr bwMode="auto">
          <a:xfrm>
            <a:off x="5715000" y="4000500"/>
            <a:ext cx="2446338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500688" y="6357938"/>
            <a:ext cx="2714625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1800" kern="0">
                <a:solidFill>
                  <a:schemeClr val="tx2"/>
                </a:solidFill>
                <a:latin typeface="+mn-ea"/>
                <a:ea typeface="+mn-ea"/>
                <a:cs typeface="+mj-cs"/>
              </a:rPr>
              <a:t>불안정 상태</a:t>
            </a:r>
            <a:endParaRPr lang="ko-KR" altLang="en-US" sz="2800" kern="0" dirty="0">
              <a:solidFill>
                <a:schemeClr val="tx2"/>
              </a:solidFill>
              <a:latin typeface="+mn-ea"/>
              <a:ea typeface="+mn-ea"/>
              <a:cs typeface="+mj-cs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6C44617-E6E6-A7DA-5368-003BAC5089BD}"/>
              </a:ext>
            </a:extLst>
          </p:cNvPr>
          <p:cNvGrpSpPr/>
          <p:nvPr/>
        </p:nvGrpSpPr>
        <p:grpSpPr>
          <a:xfrm>
            <a:off x="7358623" y="4393629"/>
            <a:ext cx="1064520" cy="560160"/>
            <a:chOff x="7358623" y="4393629"/>
            <a:chExt cx="106452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47FA5B24-CE8F-8C82-FE92-0E5A5796AB12}"/>
                    </a:ext>
                  </a:extLst>
                </p14:cNvPr>
                <p14:cNvContentPartPr/>
                <p14:nvPr/>
              </p14:nvContentPartPr>
              <p14:xfrm>
                <a:off x="7810063" y="4846869"/>
                <a:ext cx="115560" cy="1069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47FA5B24-CE8F-8C82-FE92-0E5A5796AB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01423" y="4838229"/>
                  <a:ext cx="133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3DF9A79-B201-FD37-B945-0E527C0D9CFC}"/>
                    </a:ext>
                  </a:extLst>
                </p14:cNvPr>
                <p14:cNvContentPartPr/>
                <p14:nvPr/>
              </p14:nvContentPartPr>
              <p14:xfrm>
                <a:off x="7662823" y="4723389"/>
                <a:ext cx="73800" cy="709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3DF9A79-B201-FD37-B945-0E527C0D9C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53823" y="4714749"/>
                  <a:ext cx="91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1366EFF-C36C-3C75-096F-4211B18D292B}"/>
                    </a:ext>
                  </a:extLst>
                </p14:cNvPr>
                <p14:cNvContentPartPr/>
                <p14:nvPr/>
              </p14:nvContentPartPr>
              <p14:xfrm>
                <a:off x="7458343" y="4548429"/>
                <a:ext cx="89640" cy="928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11366EFF-C36C-3C75-096F-4211B18D29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9703" y="4539789"/>
                  <a:ext cx="107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B73A264-A42D-9A84-3672-FDB61FDB4E04}"/>
                    </a:ext>
                  </a:extLst>
                </p14:cNvPr>
                <p14:cNvContentPartPr/>
                <p14:nvPr/>
              </p14:nvContentPartPr>
              <p14:xfrm>
                <a:off x="7358623" y="4426389"/>
                <a:ext cx="57240" cy="1854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B73A264-A42D-9A84-3672-FDB61FDB4E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49983" y="4417389"/>
                  <a:ext cx="74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0409167-B074-C435-881E-C78655011AA5}"/>
                    </a:ext>
                  </a:extLst>
                </p14:cNvPr>
                <p14:cNvContentPartPr/>
                <p14:nvPr/>
              </p14:nvContentPartPr>
              <p14:xfrm>
                <a:off x="7374103" y="4417389"/>
                <a:ext cx="208080" cy="86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0409167-B074-C435-881E-C78655011A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65463" y="4408389"/>
                  <a:ext cx="22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B191D09-46B0-B359-AA8C-A2A24DC45B19}"/>
                    </a:ext>
                  </a:extLst>
                </p14:cNvPr>
                <p14:cNvContentPartPr/>
                <p14:nvPr/>
              </p14:nvContentPartPr>
              <p14:xfrm>
                <a:off x="7871983" y="4393629"/>
                <a:ext cx="191520" cy="152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B191D09-46B0-B359-AA8C-A2A24DC45B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63343" y="4384989"/>
                  <a:ext cx="209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DC62F09-E2C7-E41F-E368-F7E4C238D747}"/>
                    </a:ext>
                  </a:extLst>
                </p14:cNvPr>
                <p14:cNvContentPartPr/>
                <p14:nvPr/>
              </p14:nvContentPartPr>
              <p14:xfrm>
                <a:off x="8048383" y="4439349"/>
                <a:ext cx="60840" cy="152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DC62F09-E2C7-E41F-E368-F7E4C238D7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39743" y="4430349"/>
                  <a:ext cx="78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C1ECE68-5BA6-F6C6-8C3E-7296F05E2413}"/>
                    </a:ext>
                  </a:extLst>
                </p14:cNvPr>
                <p14:cNvContentPartPr/>
                <p14:nvPr/>
              </p14:nvContentPartPr>
              <p14:xfrm>
                <a:off x="8076103" y="4462029"/>
                <a:ext cx="118800" cy="126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C1ECE68-5BA6-F6C6-8C3E-7296F05E24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67103" y="4453389"/>
                  <a:ext cx="136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FF661AE-496A-F2DA-CD87-CC35C1F10D99}"/>
                    </a:ext>
                  </a:extLst>
                </p14:cNvPr>
                <p14:cNvContentPartPr/>
                <p14:nvPr/>
              </p14:nvContentPartPr>
              <p14:xfrm>
                <a:off x="8202823" y="4444029"/>
                <a:ext cx="91080" cy="1418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FF661AE-496A-F2DA-CD87-CC35C1F10D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94183" y="4435029"/>
                  <a:ext cx="108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8D0098F-9787-AB81-9EDE-632999507CE6}"/>
                    </a:ext>
                  </a:extLst>
                </p14:cNvPr>
                <p14:cNvContentPartPr/>
                <p14:nvPr/>
              </p14:nvContentPartPr>
              <p14:xfrm>
                <a:off x="8374903" y="4426749"/>
                <a:ext cx="48240" cy="2376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8D0098F-9787-AB81-9EDE-632999507C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65903" y="4418109"/>
                  <a:ext cx="6588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D696910-1D2C-FBAC-6932-8D22B336D6AE}"/>
              </a:ext>
            </a:extLst>
          </p:cNvPr>
          <p:cNvGrpSpPr/>
          <p:nvPr/>
        </p:nvGrpSpPr>
        <p:grpSpPr>
          <a:xfrm>
            <a:off x="7757143" y="5620509"/>
            <a:ext cx="532800" cy="338040"/>
            <a:chOff x="7757143" y="5620509"/>
            <a:chExt cx="5328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3918F37-5D94-5824-6118-B5DFC268DBDA}"/>
                    </a:ext>
                  </a:extLst>
                </p14:cNvPr>
                <p14:cNvContentPartPr/>
                <p14:nvPr/>
              </p14:nvContentPartPr>
              <p14:xfrm>
                <a:off x="7757143" y="5683149"/>
                <a:ext cx="156960" cy="1591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3918F37-5D94-5824-6118-B5DFC268DB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48503" y="5674149"/>
                  <a:ext cx="174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A7BEB3E-5FC6-18B2-38B4-21D92345A24E}"/>
                    </a:ext>
                  </a:extLst>
                </p14:cNvPr>
                <p14:cNvContentPartPr/>
                <p14:nvPr/>
              </p14:nvContentPartPr>
              <p14:xfrm>
                <a:off x="7886023" y="5620509"/>
                <a:ext cx="164520" cy="1767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A7BEB3E-5FC6-18B2-38B4-21D92345A2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77023" y="5611509"/>
                  <a:ext cx="182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5BF5485-13F6-8F15-D021-48D3033AB9CC}"/>
                    </a:ext>
                  </a:extLst>
                </p14:cNvPr>
                <p14:cNvContentPartPr/>
                <p14:nvPr/>
              </p14:nvContentPartPr>
              <p14:xfrm>
                <a:off x="7912663" y="5871429"/>
                <a:ext cx="24120" cy="871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5BF5485-13F6-8F15-D021-48D3033AB9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03663" y="5862429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F464EFA-3828-21D4-8ECA-FEB57C82EF7F}"/>
                    </a:ext>
                  </a:extLst>
                </p14:cNvPr>
                <p14:cNvContentPartPr/>
                <p14:nvPr/>
              </p14:nvContentPartPr>
              <p14:xfrm>
                <a:off x="7858663" y="5820309"/>
                <a:ext cx="174240" cy="799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F464EFA-3828-21D4-8ECA-FEB57C82EF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50023" y="5811669"/>
                  <a:ext cx="191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2774CA0-CE91-213B-3581-D6D708B488A0}"/>
                    </a:ext>
                  </a:extLst>
                </p14:cNvPr>
                <p14:cNvContentPartPr/>
                <p14:nvPr/>
              </p14:nvContentPartPr>
              <p14:xfrm>
                <a:off x="7931743" y="5880429"/>
                <a:ext cx="128520" cy="486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2774CA0-CE91-213B-3581-D6D708B488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23103" y="5871789"/>
                  <a:ext cx="146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D752E1A-7F75-9EF4-4389-A7A541AE18A5}"/>
                    </a:ext>
                  </a:extLst>
                </p14:cNvPr>
                <p14:cNvContentPartPr/>
                <p14:nvPr/>
              </p14:nvContentPartPr>
              <p14:xfrm>
                <a:off x="8120743" y="5641389"/>
                <a:ext cx="93600" cy="90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D752E1A-7F75-9EF4-4389-A7A541AE18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12103" y="5632749"/>
                  <a:ext cx="111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4F23424-15E9-CFEF-1716-26F2EB6E9EF1}"/>
                    </a:ext>
                  </a:extLst>
                </p14:cNvPr>
                <p14:cNvContentPartPr/>
                <p14:nvPr/>
              </p14:nvContentPartPr>
              <p14:xfrm>
                <a:off x="8032903" y="5723469"/>
                <a:ext cx="257040" cy="1710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4F23424-15E9-CFEF-1716-26F2EB6E9E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24263" y="5714469"/>
                  <a:ext cx="274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8D96778-4BB3-DBE3-6441-341A17592CBA}"/>
                    </a:ext>
                  </a:extLst>
                </p14:cNvPr>
                <p14:cNvContentPartPr/>
                <p14:nvPr/>
              </p14:nvContentPartPr>
              <p14:xfrm>
                <a:off x="8186623" y="5721309"/>
                <a:ext cx="16560" cy="1710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8D96778-4BB3-DBE3-6441-341A17592C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77623" y="5712309"/>
                  <a:ext cx="342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695" name="그룹 412694">
            <a:extLst>
              <a:ext uri="{FF2B5EF4-FFF2-40B4-BE49-F238E27FC236}">
                <a16:creationId xmlns:a16="http://schemas.microsoft.com/office/drawing/2014/main" id="{CFC89DE7-BE82-6C26-4689-3987EED4733E}"/>
              </a:ext>
            </a:extLst>
          </p:cNvPr>
          <p:cNvGrpSpPr/>
          <p:nvPr/>
        </p:nvGrpSpPr>
        <p:grpSpPr>
          <a:xfrm>
            <a:off x="3665743" y="5782869"/>
            <a:ext cx="716010" cy="291600"/>
            <a:chOff x="3665743" y="5782869"/>
            <a:chExt cx="71601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98362B5-DD5E-8985-4B1F-E8CD8CCA079E}"/>
                    </a:ext>
                  </a:extLst>
                </p14:cNvPr>
                <p14:cNvContentPartPr/>
                <p14:nvPr/>
              </p14:nvContentPartPr>
              <p14:xfrm>
                <a:off x="3803263" y="5813829"/>
                <a:ext cx="3600" cy="14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98362B5-DD5E-8985-4B1F-E8CD8CCA07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94263" y="5805189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931D9B0-24EF-309E-34D2-90411586CF0D}"/>
                    </a:ext>
                  </a:extLst>
                </p14:cNvPr>
                <p14:cNvContentPartPr/>
                <p14:nvPr/>
              </p14:nvContentPartPr>
              <p14:xfrm>
                <a:off x="3685903" y="5784669"/>
                <a:ext cx="124920" cy="1958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931D9B0-24EF-309E-34D2-90411586CF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76903" y="5776029"/>
                  <a:ext cx="142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E8B5644-AC57-55FF-4CE0-1F3BFDF983C4}"/>
                    </a:ext>
                  </a:extLst>
                </p14:cNvPr>
                <p14:cNvContentPartPr/>
                <p14:nvPr/>
              </p14:nvContentPartPr>
              <p14:xfrm>
                <a:off x="3665743" y="5859909"/>
                <a:ext cx="195480" cy="1242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E8B5644-AC57-55FF-4CE0-1F3BFDF983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6743" y="5851269"/>
                  <a:ext cx="213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807DA2E-6FA8-5099-F8A6-64CF1EBF5D2A}"/>
                    </a:ext>
                  </a:extLst>
                </p14:cNvPr>
                <p14:cNvContentPartPr/>
                <p14:nvPr/>
              </p14:nvContentPartPr>
              <p14:xfrm>
                <a:off x="3866623" y="5782869"/>
                <a:ext cx="18720" cy="1054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807DA2E-6FA8-5099-F8A6-64CF1EBF5D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57983" y="5774229"/>
                  <a:ext cx="36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62B90B9-587A-1927-3A82-5FEFA0051D1B}"/>
                    </a:ext>
                  </a:extLst>
                </p14:cNvPr>
                <p14:cNvContentPartPr/>
                <p14:nvPr/>
              </p14:nvContentPartPr>
              <p14:xfrm>
                <a:off x="3977503" y="5787189"/>
                <a:ext cx="97920" cy="1735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62B90B9-587A-1927-3A82-5FEFA0051D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8503" y="5778549"/>
                  <a:ext cx="115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4280A0B-5EA2-D94E-D1DE-6ADBB859837B}"/>
                    </a:ext>
                  </a:extLst>
                </p14:cNvPr>
                <p14:cNvContentPartPr/>
                <p14:nvPr/>
              </p14:nvContentPartPr>
              <p14:xfrm>
                <a:off x="3982543" y="5956029"/>
                <a:ext cx="150480" cy="1184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4280A0B-5EA2-D94E-D1DE-6ADBB85983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73543" y="5947389"/>
                  <a:ext cx="168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2672" name="잉크 412671">
                  <a:extLst>
                    <a:ext uri="{FF2B5EF4-FFF2-40B4-BE49-F238E27FC236}">
                      <a16:creationId xmlns:a16="http://schemas.microsoft.com/office/drawing/2014/main" id="{1D5C64CD-12FC-B783-E5AF-9917966F42B5}"/>
                    </a:ext>
                  </a:extLst>
                </p14:cNvPr>
                <p14:cNvContentPartPr/>
                <p14:nvPr/>
              </p14:nvContentPartPr>
              <p14:xfrm>
                <a:off x="3861553" y="5841038"/>
                <a:ext cx="84240" cy="118440"/>
              </p14:xfrm>
            </p:contentPart>
          </mc:Choice>
          <mc:Fallback xmlns="">
            <p:pic>
              <p:nvPicPr>
                <p:cNvPr id="412672" name="잉크 412671">
                  <a:extLst>
                    <a:ext uri="{FF2B5EF4-FFF2-40B4-BE49-F238E27FC236}">
                      <a16:creationId xmlns:a16="http://schemas.microsoft.com/office/drawing/2014/main" id="{1D5C64CD-12FC-B783-E5AF-9917966F42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52913" y="5832038"/>
                  <a:ext cx="101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2673" name="잉크 412672">
                  <a:extLst>
                    <a:ext uri="{FF2B5EF4-FFF2-40B4-BE49-F238E27FC236}">
                      <a16:creationId xmlns:a16="http://schemas.microsoft.com/office/drawing/2014/main" id="{13E7DBF1-4DFB-ECA4-349B-A1AE38B912CD}"/>
                    </a:ext>
                  </a:extLst>
                </p14:cNvPr>
                <p14:cNvContentPartPr/>
                <p14:nvPr/>
              </p14:nvContentPartPr>
              <p14:xfrm>
                <a:off x="3933193" y="5906918"/>
                <a:ext cx="51840" cy="25920"/>
              </p14:xfrm>
            </p:contentPart>
          </mc:Choice>
          <mc:Fallback xmlns="">
            <p:pic>
              <p:nvPicPr>
                <p:cNvPr id="412673" name="잉크 412672">
                  <a:extLst>
                    <a:ext uri="{FF2B5EF4-FFF2-40B4-BE49-F238E27FC236}">
                      <a16:creationId xmlns:a16="http://schemas.microsoft.com/office/drawing/2014/main" id="{13E7DBF1-4DFB-ECA4-349B-A1AE38B912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24553" y="5897918"/>
                  <a:ext cx="69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2674" name="잉크 412673">
                  <a:extLst>
                    <a:ext uri="{FF2B5EF4-FFF2-40B4-BE49-F238E27FC236}">
                      <a16:creationId xmlns:a16="http://schemas.microsoft.com/office/drawing/2014/main" id="{F9BE3163-90D2-3EEE-85F0-2462DF6159A8}"/>
                    </a:ext>
                  </a:extLst>
                </p14:cNvPr>
                <p14:cNvContentPartPr/>
                <p14:nvPr/>
              </p14:nvContentPartPr>
              <p14:xfrm>
                <a:off x="4256113" y="5790638"/>
                <a:ext cx="73800" cy="57960"/>
              </p14:xfrm>
            </p:contentPart>
          </mc:Choice>
          <mc:Fallback xmlns="">
            <p:pic>
              <p:nvPicPr>
                <p:cNvPr id="412674" name="잉크 412673">
                  <a:extLst>
                    <a:ext uri="{FF2B5EF4-FFF2-40B4-BE49-F238E27FC236}">
                      <a16:creationId xmlns:a16="http://schemas.microsoft.com/office/drawing/2014/main" id="{F9BE3163-90D2-3EEE-85F0-2462DF6159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47473" y="5781998"/>
                  <a:ext cx="91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2676" name="잉크 412675">
                  <a:extLst>
                    <a:ext uri="{FF2B5EF4-FFF2-40B4-BE49-F238E27FC236}">
                      <a16:creationId xmlns:a16="http://schemas.microsoft.com/office/drawing/2014/main" id="{A0BDBE34-EBB6-1835-72C9-C92D35B02C69}"/>
                    </a:ext>
                  </a:extLst>
                </p14:cNvPr>
                <p14:cNvContentPartPr/>
                <p14:nvPr/>
              </p14:nvContentPartPr>
              <p14:xfrm>
                <a:off x="4212553" y="5851118"/>
                <a:ext cx="122040" cy="38520"/>
              </p14:xfrm>
            </p:contentPart>
          </mc:Choice>
          <mc:Fallback xmlns="">
            <p:pic>
              <p:nvPicPr>
                <p:cNvPr id="412676" name="잉크 412675">
                  <a:extLst>
                    <a:ext uri="{FF2B5EF4-FFF2-40B4-BE49-F238E27FC236}">
                      <a16:creationId xmlns:a16="http://schemas.microsoft.com/office/drawing/2014/main" id="{A0BDBE34-EBB6-1835-72C9-C92D35B02C6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03553" y="5842478"/>
                  <a:ext cx="139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2677" name="잉크 412676">
                  <a:extLst>
                    <a:ext uri="{FF2B5EF4-FFF2-40B4-BE49-F238E27FC236}">
                      <a16:creationId xmlns:a16="http://schemas.microsoft.com/office/drawing/2014/main" id="{6BB041C6-2F53-7B96-C508-04B8FD68E97B}"/>
                    </a:ext>
                  </a:extLst>
                </p14:cNvPr>
                <p14:cNvContentPartPr/>
                <p14:nvPr/>
              </p14:nvContentPartPr>
              <p14:xfrm>
                <a:off x="4228753" y="5899718"/>
                <a:ext cx="153000" cy="105840"/>
              </p14:xfrm>
            </p:contentPart>
          </mc:Choice>
          <mc:Fallback xmlns="">
            <p:pic>
              <p:nvPicPr>
                <p:cNvPr id="412677" name="잉크 412676">
                  <a:extLst>
                    <a:ext uri="{FF2B5EF4-FFF2-40B4-BE49-F238E27FC236}">
                      <a16:creationId xmlns:a16="http://schemas.microsoft.com/office/drawing/2014/main" id="{6BB041C6-2F53-7B96-C508-04B8FD68E9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19753" y="5890718"/>
                  <a:ext cx="1706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694" name="그룹 412693">
            <a:extLst>
              <a:ext uri="{FF2B5EF4-FFF2-40B4-BE49-F238E27FC236}">
                <a16:creationId xmlns:a16="http://schemas.microsoft.com/office/drawing/2014/main" id="{5A65375C-4775-0E93-5BFD-827622320913}"/>
              </a:ext>
            </a:extLst>
          </p:cNvPr>
          <p:cNvGrpSpPr/>
          <p:nvPr/>
        </p:nvGrpSpPr>
        <p:grpSpPr>
          <a:xfrm>
            <a:off x="4549153" y="5776598"/>
            <a:ext cx="1269000" cy="250560"/>
            <a:chOff x="4549153" y="5776598"/>
            <a:chExt cx="126900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2678" name="잉크 412677">
                  <a:extLst>
                    <a:ext uri="{FF2B5EF4-FFF2-40B4-BE49-F238E27FC236}">
                      <a16:creationId xmlns:a16="http://schemas.microsoft.com/office/drawing/2014/main" id="{9945D65E-310C-8486-B20E-45FCFBF22E39}"/>
                    </a:ext>
                  </a:extLst>
                </p14:cNvPr>
                <p14:cNvContentPartPr/>
                <p14:nvPr/>
              </p14:nvContentPartPr>
              <p14:xfrm>
                <a:off x="4563913" y="5776598"/>
                <a:ext cx="102960" cy="59040"/>
              </p14:xfrm>
            </p:contentPart>
          </mc:Choice>
          <mc:Fallback xmlns="">
            <p:pic>
              <p:nvPicPr>
                <p:cNvPr id="412678" name="잉크 412677">
                  <a:extLst>
                    <a:ext uri="{FF2B5EF4-FFF2-40B4-BE49-F238E27FC236}">
                      <a16:creationId xmlns:a16="http://schemas.microsoft.com/office/drawing/2014/main" id="{9945D65E-310C-8486-B20E-45FCFBF22E3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55273" y="5767958"/>
                  <a:ext cx="120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2679" name="잉크 412678">
                  <a:extLst>
                    <a:ext uri="{FF2B5EF4-FFF2-40B4-BE49-F238E27FC236}">
                      <a16:creationId xmlns:a16="http://schemas.microsoft.com/office/drawing/2014/main" id="{D02570BF-FD58-37A1-7694-8596C4509CFA}"/>
                    </a:ext>
                  </a:extLst>
                </p14:cNvPr>
                <p14:cNvContentPartPr/>
                <p14:nvPr/>
              </p14:nvContentPartPr>
              <p14:xfrm>
                <a:off x="4549153" y="5840318"/>
                <a:ext cx="142200" cy="37440"/>
              </p14:xfrm>
            </p:contentPart>
          </mc:Choice>
          <mc:Fallback xmlns="">
            <p:pic>
              <p:nvPicPr>
                <p:cNvPr id="412679" name="잉크 412678">
                  <a:extLst>
                    <a:ext uri="{FF2B5EF4-FFF2-40B4-BE49-F238E27FC236}">
                      <a16:creationId xmlns:a16="http://schemas.microsoft.com/office/drawing/2014/main" id="{D02570BF-FD58-37A1-7694-8596C4509C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40513" y="5831318"/>
                  <a:ext cx="159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2680" name="잉크 412679">
                  <a:extLst>
                    <a:ext uri="{FF2B5EF4-FFF2-40B4-BE49-F238E27FC236}">
                      <a16:creationId xmlns:a16="http://schemas.microsoft.com/office/drawing/2014/main" id="{898CA36A-3DD2-7405-F492-B4F3B6270ED3}"/>
                    </a:ext>
                  </a:extLst>
                </p14:cNvPr>
                <p14:cNvContentPartPr/>
                <p14:nvPr/>
              </p14:nvContentPartPr>
              <p14:xfrm>
                <a:off x="4563193" y="5904758"/>
                <a:ext cx="150120" cy="94680"/>
              </p14:xfrm>
            </p:contentPart>
          </mc:Choice>
          <mc:Fallback xmlns="">
            <p:pic>
              <p:nvPicPr>
                <p:cNvPr id="412680" name="잉크 412679">
                  <a:extLst>
                    <a:ext uri="{FF2B5EF4-FFF2-40B4-BE49-F238E27FC236}">
                      <a16:creationId xmlns:a16="http://schemas.microsoft.com/office/drawing/2014/main" id="{898CA36A-3DD2-7405-F492-B4F3B6270E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4193" y="5896118"/>
                  <a:ext cx="167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2681" name="잉크 412680">
                  <a:extLst>
                    <a:ext uri="{FF2B5EF4-FFF2-40B4-BE49-F238E27FC236}">
                      <a16:creationId xmlns:a16="http://schemas.microsoft.com/office/drawing/2014/main" id="{F44560D8-D516-1BCE-7882-58034B23A941}"/>
                    </a:ext>
                  </a:extLst>
                </p14:cNvPr>
                <p14:cNvContentPartPr/>
                <p14:nvPr/>
              </p14:nvContentPartPr>
              <p14:xfrm>
                <a:off x="4716193" y="5849678"/>
                <a:ext cx="69120" cy="50400"/>
              </p14:xfrm>
            </p:contentPart>
          </mc:Choice>
          <mc:Fallback xmlns="">
            <p:pic>
              <p:nvPicPr>
                <p:cNvPr id="412681" name="잉크 412680">
                  <a:extLst>
                    <a:ext uri="{FF2B5EF4-FFF2-40B4-BE49-F238E27FC236}">
                      <a16:creationId xmlns:a16="http://schemas.microsoft.com/office/drawing/2014/main" id="{F44560D8-D516-1BCE-7882-58034B23A9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07193" y="5840678"/>
                  <a:ext cx="86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2682" name="잉크 412681">
                  <a:extLst>
                    <a:ext uri="{FF2B5EF4-FFF2-40B4-BE49-F238E27FC236}">
                      <a16:creationId xmlns:a16="http://schemas.microsoft.com/office/drawing/2014/main" id="{9D1D569C-E38A-E7A3-259D-FC8F378B78CC}"/>
                    </a:ext>
                  </a:extLst>
                </p14:cNvPr>
                <p14:cNvContentPartPr/>
                <p14:nvPr/>
              </p14:nvContentPartPr>
              <p14:xfrm>
                <a:off x="4743193" y="5837078"/>
                <a:ext cx="104400" cy="15480"/>
              </p14:xfrm>
            </p:contentPart>
          </mc:Choice>
          <mc:Fallback xmlns="">
            <p:pic>
              <p:nvPicPr>
                <p:cNvPr id="412682" name="잉크 412681">
                  <a:extLst>
                    <a:ext uri="{FF2B5EF4-FFF2-40B4-BE49-F238E27FC236}">
                      <a16:creationId xmlns:a16="http://schemas.microsoft.com/office/drawing/2014/main" id="{9D1D569C-E38A-E7A3-259D-FC8F378B78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34553" y="5828438"/>
                  <a:ext cx="122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2683" name="잉크 412682">
                  <a:extLst>
                    <a:ext uri="{FF2B5EF4-FFF2-40B4-BE49-F238E27FC236}">
                      <a16:creationId xmlns:a16="http://schemas.microsoft.com/office/drawing/2014/main" id="{E4BEC421-189B-1A90-CE31-E927CFD3FF05}"/>
                    </a:ext>
                  </a:extLst>
                </p14:cNvPr>
                <p14:cNvContentPartPr/>
                <p14:nvPr/>
              </p14:nvContentPartPr>
              <p14:xfrm>
                <a:off x="4860553" y="5801438"/>
                <a:ext cx="33120" cy="142560"/>
              </p14:xfrm>
            </p:contentPart>
          </mc:Choice>
          <mc:Fallback xmlns="">
            <p:pic>
              <p:nvPicPr>
                <p:cNvPr id="412683" name="잉크 412682">
                  <a:extLst>
                    <a:ext uri="{FF2B5EF4-FFF2-40B4-BE49-F238E27FC236}">
                      <a16:creationId xmlns:a16="http://schemas.microsoft.com/office/drawing/2014/main" id="{E4BEC421-189B-1A90-CE31-E927CFD3FF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51553" y="5792798"/>
                  <a:ext cx="50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2684" name="잉크 412683">
                  <a:extLst>
                    <a:ext uri="{FF2B5EF4-FFF2-40B4-BE49-F238E27FC236}">
                      <a16:creationId xmlns:a16="http://schemas.microsoft.com/office/drawing/2014/main" id="{0A29DA68-072C-405B-1529-3FFF32ED5404}"/>
                    </a:ext>
                  </a:extLst>
                </p14:cNvPr>
                <p14:cNvContentPartPr/>
                <p14:nvPr/>
              </p14:nvContentPartPr>
              <p14:xfrm>
                <a:off x="4917433" y="5803598"/>
                <a:ext cx="124920" cy="72360"/>
              </p14:xfrm>
            </p:contentPart>
          </mc:Choice>
          <mc:Fallback xmlns="">
            <p:pic>
              <p:nvPicPr>
                <p:cNvPr id="412684" name="잉크 412683">
                  <a:extLst>
                    <a:ext uri="{FF2B5EF4-FFF2-40B4-BE49-F238E27FC236}">
                      <a16:creationId xmlns:a16="http://schemas.microsoft.com/office/drawing/2014/main" id="{0A29DA68-072C-405B-1529-3FFF32ED540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08793" y="5794958"/>
                  <a:ext cx="142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2685" name="잉크 412684">
                  <a:extLst>
                    <a:ext uri="{FF2B5EF4-FFF2-40B4-BE49-F238E27FC236}">
                      <a16:creationId xmlns:a16="http://schemas.microsoft.com/office/drawing/2014/main" id="{B5ECC012-CD2B-FE7F-672A-88535FB54EB6}"/>
                    </a:ext>
                  </a:extLst>
                </p14:cNvPr>
                <p14:cNvContentPartPr/>
                <p14:nvPr/>
              </p14:nvContentPartPr>
              <p14:xfrm>
                <a:off x="4899793" y="5902238"/>
                <a:ext cx="191880" cy="99000"/>
              </p14:xfrm>
            </p:contentPart>
          </mc:Choice>
          <mc:Fallback xmlns="">
            <p:pic>
              <p:nvPicPr>
                <p:cNvPr id="412685" name="잉크 412684">
                  <a:extLst>
                    <a:ext uri="{FF2B5EF4-FFF2-40B4-BE49-F238E27FC236}">
                      <a16:creationId xmlns:a16="http://schemas.microsoft.com/office/drawing/2014/main" id="{B5ECC012-CD2B-FE7F-672A-88535FB54E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90793" y="5893238"/>
                  <a:ext cx="20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2686" name="잉크 412685">
                  <a:extLst>
                    <a:ext uri="{FF2B5EF4-FFF2-40B4-BE49-F238E27FC236}">
                      <a16:creationId xmlns:a16="http://schemas.microsoft.com/office/drawing/2014/main" id="{74C5B12A-D305-CE78-0F05-884083A616D6}"/>
                    </a:ext>
                  </a:extLst>
                </p14:cNvPr>
                <p14:cNvContentPartPr/>
                <p14:nvPr/>
              </p14:nvContentPartPr>
              <p14:xfrm>
                <a:off x="5115433" y="5802158"/>
                <a:ext cx="9720" cy="81360"/>
              </p14:xfrm>
            </p:contentPart>
          </mc:Choice>
          <mc:Fallback xmlns="">
            <p:pic>
              <p:nvPicPr>
                <p:cNvPr id="412686" name="잉크 412685">
                  <a:extLst>
                    <a:ext uri="{FF2B5EF4-FFF2-40B4-BE49-F238E27FC236}">
                      <a16:creationId xmlns:a16="http://schemas.microsoft.com/office/drawing/2014/main" id="{74C5B12A-D305-CE78-0F05-884083A616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06433" y="5793518"/>
                  <a:ext cx="27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2687" name="잉크 412686">
                  <a:extLst>
                    <a:ext uri="{FF2B5EF4-FFF2-40B4-BE49-F238E27FC236}">
                      <a16:creationId xmlns:a16="http://schemas.microsoft.com/office/drawing/2014/main" id="{36F8BBD9-5E9C-8C65-39FD-F19A78E6AB36}"/>
                    </a:ext>
                  </a:extLst>
                </p14:cNvPr>
                <p14:cNvContentPartPr/>
                <p14:nvPr/>
              </p14:nvContentPartPr>
              <p14:xfrm>
                <a:off x="5113273" y="5801078"/>
                <a:ext cx="65160" cy="86400"/>
              </p14:xfrm>
            </p:contentPart>
          </mc:Choice>
          <mc:Fallback xmlns="">
            <p:pic>
              <p:nvPicPr>
                <p:cNvPr id="412687" name="잉크 412686">
                  <a:extLst>
                    <a:ext uri="{FF2B5EF4-FFF2-40B4-BE49-F238E27FC236}">
                      <a16:creationId xmlns:a16="http://schemas.microsoft.com/office/drawing/2014/main" id="{36F8BBD9-5E9C-8C65-39FD-F19A78E6AB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04633" y="5792078"/>
                  <a:ext cx="82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12688" name="잉크 412687">
                  <a:extLst>
                    <a:ext uri="{FF2B5EF4-FFF2-40B4-BE49-F238E27FC236}">
                      <a16:creationId xmlns:a16="http://schemas.microsoft.com/office/drawing/2014/main" id="{4B7FBFCD-E8CC-B2B2-D3BA-39F41E59A2AC}"/>
                    </a:ext>
                  </a:extLst>
                </p14:cNvPr>
                <p14:cNvContentPartPr/>
                <p14:nvPr/>
              </p14:nvContentPartPr>
              <p14:xfrm>
                <a:off x="5094553" y="5829158"/>
                <a:ext cx="162360" cy="70560"/>
              </p14:xfrm>
            </p:contentPart>
          </mc:Choice>
          <mc:Fallback xmlns="">
            <p:pic>
              <p:nvPicPr>
                <p:cNvPr id="412688" name="잉크 412687">
                  <a:extLst>
                    <a:ext uri="{FF2B5EF4-FFF2-40B4-BE49-F238E27FC236}">
                      <a16:creationId xmlns:a16="http://schemas.microsoft.com/office/drawing/2014/main" id="{4B7FBFCD-E8CC-B2B2-D3BA-39F41E59A2A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85553" y="5820158"/>
                  <a:ext cx="180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2689" name="잉크 412688">
                  <a:extLst>
                    <a:ext uri="{FF2B5EF4-FFF2-40B4-BE49-F238E27FC236}">
                      <a16:creationId xmlns:a16="http://schemas.microsoft.com/office/drawing/2014/main" id="{B855B5C0-6239-3425-33C5-C9A0CB381990}"/>
                    </a:ext>
                  </a:extLst>
                </p14:cNvPr>
                <p14:cNvContentPartPr/>
                <p14:nvPr/>
              </p14:nvContentPartPr>
              <p14:xfrm>
                <a:off x="5180233" y="5862278"/>
                <a:ext cx="92880" cy="15480"/>
              </p14:xfrm>
            </p:contentPart>
          </mc:Choice>
          <mc:Fallback xmlns="">
            <p:pic>
              <p:nvPicPr>
                <p:cNvPr id="412689" name="잉크 412688">
                  <a:extLst>
                    <a:ext uri="{FF2B5EF4-FFF2-40B4-BE49-F238E27FC236}">
                      <a16:creationId xmlns:a16="http://schemas.microsoft.com/office/drawing/2014/main" id="{B855B5C0-6239-3425-33C5-C9A0CB38199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71593" y="5853638"/>
                  <a:ext cx="110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2690" name="잉크 412689">
                  <a:extLst>
                    <a:ext uri="{FF2B5EF4-FFF2-40B4-BE49-F238E27FC236}">
                      <a16:creationId xmlns:a16="http://schemas.microsoft.com/office/drawing/2014/main" id="{76D059EA-6C34-7038-40E8-BB082C434AB7}"/>
                    </a:ext>
                  </a:extLst>
                </p14:cNvPr>
                <p14:cNvContentPartPr/>
                <p14:nvPr/>
              </p14:nvContentPartPr>
              <p14:xfrm>
                <a:off x="5264113" y="5799998"/>
                <a:ext cx="16920" cy="104040"/>
              </p14:xfrm>
            </p:contentPart>
          </mc:Choice>
          <mc:Fallback xmlns="">
            <p:pic>
              <p:nvPicPr>
                <p:cNvPr id="412690" name="잉크 412689">
                  <a:extLst>
                    <a:ext uri="{FF2B5EF4-FFF2-40B4-BE49-F238E27FC236}">
                      <a16:creationId xmlns:a16="http://schemas.microsoft.com/office/drawing/2014/main" id="{76D059EA-6C34-7038-40E8-BB082C434A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55473" y="5790998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12691" name="잉크 412690">
                  <a:extLst>
                    <a:ext uri="{FF2B5EF4-FFF2-40B4-BE49-F238E27FC236}">
                      <a16:creationId xmlns:a16="http://schemas.microsoft.com/office/drawing/2014/main" id="{C99E3626-E1B8-4AD7-90C0-55AB8473B715}"/>
                    </a:ext>
                  </a:extLst>
                </p14:cNvPr>
                <p14:cNvContentPartPr/>
                <p14:nvPr/>
              </p14:nvContentPartPr>
              <p14:xfrm>
                <a:off x="5173393" y="5932478"/>
                <a:ext cx="163080" cy="94680"/>
              </p14:xfrm>
            </p:contentPart>
          </mc:Choice>
          <mc:Fallback xmlns="">
            <p:pic>
              <p:nvPicPr>
                <p:cNvPr id="412691" name="잉크 412690">
                  <a:extLst>
                    <a:ext uri="{FF2B5EF4-FFF2-40B4-BE49-F238E27FC236}">
                      <a16:creationId xmlns:a16="http://schemas.microsoft.com/office/drawing/2014/main" id="{C99E3626-E1B8-4AD7-90C0-55AB8473B7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64753" y="5923478"/>
                  <a:ext cx="180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12692" name="잉크 412691">
                  <a:extLst>
                    <a:ext uri="{FF2B5EF4-FFF2-40B4-BE49-F238E27FC236}">
                      <a16:creationId xmlns:a16="http://schemas.microsoft.com/office/drawing/2014/main" id="{FFAEC093-AD25-0E34-8A9A-9B15F310F4FB}"/>
                    </a:ext>
                  </a:extLst>
                </p14:cNvPr>
                <p14:cNvContentPartPr/>
                <p14:nvPr/>
              </p14:nvContentPartPr>
              <p14:xfrm>
                <a:off x="5425753" y="5919878"/>
                <a:ext cx="387000" cy="13320"/>
              </p14:xfrm>
            </p:contentPart>
          </mc:Choice>
          <mc:Fallback xmlns="">
            <p:pic>
              <p:nvPicPr>
                <p:cNvPr id="412692" name="잉크 412691">
                  <a:extLst>
                    <a:ext uri="{FF2B5EF4-FFF2-40B4-BE49-F238E27FC236}">
                      <a16:creationId xmlns:a16="http://schemas.microsoft.com/office/drawing/2014/main" id="{FFAEC093-AD25-0E34-8A9A-9B15F310F4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17113" y="5911238"/>
                  <a:ext cx="404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2693" name="잉크 412692">
                  <a:extLst>
                    <a:ext uri="{FF2B5EF4-FFF2-40B4-BE49-F238E27FC236}">
                      <a16:creationId xmlns:a16="http://schemas.microsoft.com/office/drawing/2014/main" id="{DC0384F1-4C4F-ECE8-D462-FA0262305499}"/>
                    </a:ext>
                  </a:extLst>
                </p14:cNvPr>
                <p14:cNvContentPartPr/>
                <p14:nvPr/>
              </p14:nvContentPartPr>
              <p14:xfrm>
                <a:off x="5688553" y="5851118"/>
                <a:ext cx="129600" cy="155880"/>
              </p14:xfrm>
            </p:contentPart>
          </mc:Choice>
          <mc:Fallback xmlns="">
            <p:pic>
              <p:nvPicPr>
                <p:cNvPr id="412693" name="잉크 412692">
                  <a:extLst>
                    <a:ext uri="{FF2B5EF4-FFF2-40B4-BE49-F238E27FC236}">
                      <a16:creationId xmlns:a16="http://schemas.microsoft.com/office/drawing/2014/main" id="{DC0384F1-4C4F-ECE8-D462-FA026230549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79913" y="5842118"/>
                  <a:ext cx="147240" cy="173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643063"/>
            <a:ext cx="8786812" cy="4643437"/>
          </a:xfrm>
        </p:spPr>
        <p:txBody>
          <a:bodyPr/>
          <a:lstStyle/>
          <a:p>
            <a:pPr marL="342900" lvl="2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교착상태 회피 알고리즘들 중에 대표적인 예</a:t>
            </a:r>
            <a:endParaRPr lang="en-US" altLang="ko-KR" sz="17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n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은 시스템의 프로세스 수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을 자원 형태의 수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다음과 같은 자료구조를 사용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가용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Available: 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각 형태별로 사용 가능한 자원의 수를 표시하는 길이가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인 벡터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최대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Max: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각 프로세스의 최대 자원의 요구를 표시하는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 ⅹ m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행렬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할당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Allocation: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현재 각 프로세스에 할당되어 있는 각 형태의 자원 수를 정의하는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 ⅹ m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행렬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요구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Need: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각 프로세스에 남아 있는 자원 요구를 표시하는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 ⅹ m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행렬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(= Max – Allocation)</a:t>
            </a: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5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20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를 프로세스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를 위한 요청 벡터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[j] = k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’: 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프로세스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는 자원 형태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R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j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를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k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개 요구함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5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42875" y="571500"/>
            <a:ext cx="9001125" cy="785813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은행원 알고리즘</a:t>
            </a:r>
            <a:r>
              <a:rPr lang="en-US" altLang="ko-K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(Banker</a:t>
            </a:r>
            <a:r>
              <a:rPr lang="en-US" altLang="ko-KR" sz="3600" kern="0">
                <a:solidFill>
                  <a:schemeClr val="tx2"/>
                </a:solidFill>
                <a:latin typeface="Helvetica" pitchFamily="34" charset="0"/>
                <a:ea typeface="+mj-ea"/>
                <a:cs typeface="+mj-cs"/>
              </a:rPr>
              <a:t>’</a:t>
            </a:r>
            <a:r>
              <a:rPr lang="en-US" altLang="ko-K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 Algorithm)</a:t>
            </a:r>
            <a:endParaRPr lang="en-US" altLang="ko-KR" sz="36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772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43919A-D960-4641-BE2A-5F51F6B14A39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FBC2A7E-C7C1-7278-02DB-2FDC795F5CC6}"/>
                  </a:ext>
                </a:extLst>
              </p14:cNvPr>
              <p14:cNvContentPartPr/>
              <p14:nvPr/>
            </p14:nvContentPartPr>
            <p14:xfrm>
              <a:off x="925423" y="5369229"/>
              <a:ext cx="1243800" cy="5986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FBC2A7E-C7C1-7278-02DB-2FDC795F5C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783" y="5360589"/>
                <a:ext cx="126144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037C66F-D74B-F676-1FB3-DF609DD46A78}"/>
                  </a:ext>
                </a:extLst>
              </p14:cNvPr>
              <p14:cNvContentPartPr/>
              <p14:nvPr/>
            </p14:nvContentPartPr>
            <p14:xfrm>
              <a:off x="4562143" y="684189"/>
              <a:ext cx="2001960" cy="4507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037C66F-D74B-F676-1FB3-DF609DD46A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6503" y="612189"/>
                <a:ext cx="207360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CC54A67-9B1A-AE0B-54A7-3A4A33C7351C}"/>
                  </a:ext>
                </a:extLst>
              </p14:cNvPr>
              <p14:cNvContentPartPr/>
              <p14:nvPr/>
            </p14:nvContentPartPr>
            <p14:xfrm>
              <a:off x="318463" y="606069"/>
              <a:ext cx="1807560" cy="5756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CC54A67-9B1A-AE0B-54A7-3A4A33C735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2463" y="534429"/>
                <a:ext cx="1879200" cy="71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83" name="그룹 32782">
            <a:extLst>
              <a:ext uri="{FF2B5EF4-FFF2-40B4-BE49-F238E27FC236}">
                <a16:creationId xmlns:a16="http://schemas.microsoft.com/office/drawing/2014/main" id="{353151B6-20B8-FEA8-4D13-7891A6D4DAAA}"/>
              </a:ext>
            </a:extLst>
          </p:cNvPr>
          <p:cNvGrpSpPr/>
          <p:nvPr/>
        </p:nvGrpSpPr>
        <p:grpSpPr>
          <a:xfrm>
            <a:off x="2121703" y="179469"/>
            <a:ext cx="222480" cy="296280"/>
            <a:chOff x="2121703" y="179469"/>
            <a:chExt cx="22248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17971AA-C90E-90BD-F2F2-32BD978689DE}"/>
                    </a:ext>
                  </a:extLst>
                </p14:cNvPr>
                <p14:cNvContentPartPr/>
                <p14:nvPr/>
              </p14:nvContentPartPr>
              <p14:xfrm>
                <a:off x="2121703" y="231669"/>
                <a:ext cx="190800" cy="874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17971AA-C90E-90BD-F2F2-32BD978689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12703" y="222669"/>
                  <a:ext cx="208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9C5236D-77E8-F0F2-A714-01AAB7162036}"/>
                    </a:ext>
                  </a:extLst>
                </p14:cNvPr>
                <p14:cNvContentPartPr/>
                <p14:nvPr/>
              </p14:nvContentPartPr>
              <p14:xfrm>
                <a:off x="2132863" y="321669"/>
                <a:ext cx="211320" cy="97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9C5236D-77E8-F0F2-A714-01AAB716203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23863" y="312669"/>
                  <a:ext cx="228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A82BF4A-5CAB-5FC9-6071-586EC4C22234}"/>
                    </a:ext>
                  </a:extLst>
                </p14:cNvPr>
                <p14:cNvContentPartPr/>
                <p14:nvPr/>
              </p14:nvContentPartPr>
              <p14:xfrm>
                <a:off x="2199103" y="179469"/>
                <a:ext cx="52560" cy="296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A82BF4A-5CAB-5FC9-6071-586EC4C222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90463" y="170469"/>
                  <a:ext cx="7020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82" name="그룹 32781">
            <a:extLst>
              <a:ext uri="{FF2B5EF4-FFF2-40B4-BE49-F238E27FC236}">
                <a16:creationId xmlns:a16="http://schemas.microsoft.com/office/drawing/2014/main" id="{1419C2BD-F7F3-17E0-38B1-03DE48191F29}"/>
              </a:ext>
            </a:extLst>
          </p:cNvPr>
          <p:cNvGrpSpPr/>
          <p:nvPr/>
        </p:nvGrpSpPr>
        <p:grpSpPr>
          <a:xfrm>
            <a:off x="2495743" y="190629"/>
            <a:ext cx="612720" cy="321480"/>
            <a:chOff x="2495743" y="190629"/>
            <a:chExt cx="61272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3529ADE-9B80-3B0D-47D4-8CB8CF0DB566}"/>
                    </a:ext>
                  </a:extLst>
                </p14:cNvPr>
                <p14:cNvContentPartPr/>
                <p14:nvPr/>
              </p14:nvContentPartPr>
              <p14:xfrm>
                <a:off x="2495743" y="201069"/>
                <a:ext cx="27360" cy="1735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3529ADE-9B80-3B0D-47D4-8CB8CF0DB56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87103" y="192069"/>
                  <a:ext cx="45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225449F-52E8-5A62-6D1F-15A233E00C00}"/>
                    </a:ext>
                  </a:extLst>
                </p14:cNvPr>
                <p14:cNvContentPartPr/>
                <p14:nvPr/>
              </p14:nvContentPartPr>
              <p14:xfrm>
                <a:off x="2532463" y="214029"/>
                <a:ext cx="71640" cy="1584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225449F-52E8-5A62-6D1F-15A233E00C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23823" y="205029"/>
                  <a:ext cx="89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E7065FC-3CDA-7375-D33D-467D70650B4F}"/>
                    </a:ext>
                  </a:extLst>
                </p14:cNvPr>
                <p14:cNvContentPartPr/>
                <p14:nvPr/>
              </p14:nvContentPartPr>
              <p14:xfrm>
                <a:off x="2637943" y="190629"/>
                <a:ext cx="66960" cy="1749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E7065FC-3CDA-7375-D33D-467D70650B4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8943" y="181989"/>
                  <a:ext cx="84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A5CD87A-E37F-C405-63C6-5B78CE5984AD}"/>
                    </a:ext>
                  </a:extLst>
                </p14:cNvPr>
                <p14:cNvContentPartPr/>
                <p14:nvPr/>
              </p14:nvContentPartPr>
              <p14:xfrm>
                <a:off x="2751343" y="194229"/>
                <a:ext cx="66240" cy="1180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A5CD87A-E37F-C405-63C6-5B78CE5984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42703" y="185229"/>
                  <a:ext cx="83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AACF10B-A537-19C1-5D2D-4CF519871153}"/>
                    </a:ext>
                  </a:extLst>
                </p14:cNvPr>
                <p14:cNvContentPartPr/>
                <p14:nvPr/>
              </p14:nvContentPartPr>
              <p14:xfrm>
                <a:off x="2766103" y="377469"/>
                <a:ext cx="93600" cy="813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AACF10B-A537-19C1-5D2D-4CF5198711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57463" y="368469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4C969E2-8900-F035-98E9-24449564732D}"/>
                    </a:ext>
                  </a:extLst>
                </p14:cNvPr>
                <p14:cNvContentPartPr/>
                <p14:nvPr/>
              </p14:nvContentPartPr>
              <p14:xfrm>
                <a:off x="2868703" y="238869"/>
                <a:ext cx="162720" cy="1101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4C969E2-8900-F035-98E9-2444956473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59703" y="230229"/>
                  <a:ext cx="180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34227C5-DB44-5C4E-4951-EF598F044B1B}"/>
                    </a:ext>
                  </a:extLst>
                </p14:cNvPr>
                <p14:cNvContentPartPr/>
                <p14:nvPr/>
              </p14:nvContentPartPr>
              <p14:xfrm>
                <a:off x="3044383" y="214029"/>
                <a:ext cx="33480" cy="1836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34227C5-DB44-5C4E-4951-EF598F044B1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35743" y="205029"/>
                  <a:ext cx="51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768" name="잉크 32767">
                  <a:extLst>
                    <a:ext uri="{FF2B5EF4-FFF2-40B4-BE49-F238E27FC236}">
                      <a16:creationId xmlns:a16="http://schemas.microsoft.com/office/drawing/2014/main" id="{AC6952F5-7BD0-25C0-E3F3-45993B58ACC0}"/>
                    </a:ext>
                  </a:extLst>
                </p14:cNvPr>
                <p14:cNvContentPartPr/>
                <p14:nvPr/>
              </p14:nvContentPartPr>
              <p14:xfrm>
                <a:off x="2955463" y="401229"/>
                <a:ext cx="43920" cy="110880"/>
              </p14:xfrm>
            </p:contentPart>
          </mc:Choice>
          <mc:Fallback>
            <p:pic>
              <p:nvPicPr>
                <p:cNvPr id="32768" name="잉크 32767">
                  <a:extLst>
                    <a:ext uri="{FF2B5EF4-FFF2-40B4-BE49-F238E27FC236}">
                      <a16:creationId xmlns:a16="http://schemas.microsoft.com/office/drawing/2014/main" id="{AC6952F5-7BD0-25C0-E3F3-45993B58ACC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46823" y="392589"/>
                  <a:ext cx="61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2769" name="잉크 32768">
                  <a:extLst>
                    <a:ext uri="{FF2B5EF4-FFF2-40B4-BE49-F238E27FC236}">
                      <a16:creationId xmlns:a16="http://schemas.microsoft.com/office/drawing/2014/main" id="{A8A08B86-1602-6EA1-EF35-C9550225D57F}"/>
                    </a:ext>
                  </a:extLst>
                </p14:cNvPr>
                <p14:cNvContentPartPr/>
                <p14:nvPr/>
              </p14:nvContentPartPr>
              <p14:xfrm>
                <a:off x="2993263" y="360909"/>
                <a:ext cx="115200" cy="149400"/>
              </p14:xfrm>
            </p:contentPart>
          </mc:Choice>
          <mc:Fallback>
            <p:pic>
              <p:nvPicPr>
                <p:cNvPr id="32769" name="잉크 32768">
                  <a:extLst>
                    <a:ext uri="{FF2B5EF4-FFF2-40B4-BE49-F238E27FC236}">
                      <a16:creationId xmlns:a16="http://schemas.microsoft.com/office/drawing/2014/main" id="{A8A08B86-1602-6EA1-EF35-C9550225D5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84263" y="351909"/>
                  <a:ext cx="1328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81" name="그룹 32780">
            <a:extLst>
              <a:ext uri="{FF2B5EF4-FFF2-40B4-BE49-F238E27FC236}">
                <a16:creationId xmlns:a16="http://schemas.microsoft.com/office/drawing/2014/main" id="{0FDC0382-0847-7BCE-BEE8-B6EE7F99CA87}"/>
              </a:ext>
            </a:extLst>
          </p:cNvPr>
          <p:cNvGrpSpPr/>
          <p:nvPr/>
        </p:nvGrpSpPr>
        <p:grpSpPr>
          <a:xfrm>
            <a:off x="4922143" y="141309"/>
            <a:ext cx="1377720" cy="332280"/>
            <a:chOff x="4922143" y="141309"/>
            <a:chExt cx="13777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2770" name="잉크 32769">
                  <a:extLst>
                    <a:ext uri="{FF2B5EF4-FFF2-40B4-BE49-F238E27FC236}">
                      <a16:creationId xmlns:a16="http://schemas.microsoft.com/office/drawing/2014/main" id="{93AC3F96-D186-4E32-24BF-AABA9952EACC}"/>
                    </a:ext>
                  </a:extLst>
                </p14:cNvPr>
                <p14:cNvContentPartPr/>
                <p14:nvPr/>
              </p14:nvContentPartPr>
              <p14:xfrm>
                <a:off x="4922143" y="241749"/>
                <a:ext cx="182880" cy="73800"/>
              </p14:xfrm>
            </p:contentPart>
          </mc:Choice>
          <mc:Fallback>
            <p:pic>
              <p:nvPicPr>
                <p:cNvPr id="32770" name="잉크 32769">
                  <a:extLst>
                    <a:ext uri="{FF2B5EF4-FFF2-40B4-BE49-F238E27FC236}">
                      <a16:creationId xmlns:a16="http://schemas.microsoft.com/office/drawing/2014/main" id="{93AC3F96-D186-4E32-24BF-AABA9952EA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13503" y="233109"/>
                  <a:ext cx="200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771" name="잉크 32770">
                  <a:extLst>
                    <a:ext uri="{FF2B5EF4-FFF2-40B4-BE49-F238E27FC236}">
                      <a16:creationId xmlns:a16="http://schemas.microsoft.com/office/drawing/2014/main" id="{BEC0EFAE-FE94-E6BE-54FD-5785838DC12B}"/>
                    </a:ext>
                  </a:extLst>
                </p14:cNvPr>
                <p14:cNvContentPartPr/>
                <p14:nvPr/>
              </p14:nvContentPartPr>
              <p14:xfrm>
                <a:off x="4927903" y="313029"/>
                <a:ext cx="249480" cy="62640"/>
              </p14:xfrm>
            </p:contentPart>
          </mc:Choice>
          <mc:Fallback>
            <p:pic>
              <p:nvPicPr>
                <p:cNvPr id="32771" name="잉크 32770">
                  <a:extLst>
                    <a:ext uri="{FF2B5EF4-FFF2-40B4-BE49-F238E27FC236}">
                      <a16:creationId xmlns:a16="http://schemas.microsoft.com/office/drawing/2014/main" id="{BEC0EFAE-FE94-E6BE-54FD-5785838DC12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19263" y="304389"/>
                  <a:ext cx="267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773" name="잉크 32772">
                  <a:extLst>
                    <a:ext uri="{FF2B5EF4-FFF2-40B4-BE49-F238E27FC236}">
                      <a16:creationId xmlns:a16="http://schemas.microsoft.com/office/drawing/2014/main" id="{1249DE00-25A2-2DA4-08C9-E43070E1AE7A}"/>
                    </a:ext>
                  </a:extLst>
                </p14:cNvPr>
                <p14:cNvContentPartPr/>
                <p14:nvPr/>
              </p14:nvContentPartPr>
              <p14:xfrm>
                <a:off x="5013223" y="141309"/>
                <a:ext cx="80640" cy="332280"/>
              </p14:xfrm>
            </p:contentPart>
          </mc:Choice>
          <mc:Fallback>
            <p:pic>
              <p:nvPicPr>
                <p:cNvPr id="32773" name="잉크 32772">
                  <a:extLst>
                    <a:ext uri="{FF2B5EF4-FFF2-40B4-BE49-F238E27FC236}">
                      <a16:creationId xmlns:a16="http://schemas.microsoft.com/office/drawing/2014/main" id="{1249DE00-25A2-2DA4-08C9-E43070E1AE7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04223" y="132309"/>
                  <a:ext cx="982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774" name="잉크 32773">
                  <a:extLst>
                    <a:ext uri="{FF2B5EF4-FFF2-40B4-BE49-F238E27FC236}">
                      <a16:creationId xmlns:a16="http://schemas.microsoft.com/office/drawing/2014/main" id="{1A39ABA8-07C9-1376-4068-497C37B295A4}"/>
                    </a:ext>
                  </a:extLst>
                </p14:cNvPr>
                <p14:cNvContentPartPr/>
                <p14:nvPr/>
              </p14:nvContentPartPr>
              <p14:xfrm>
                <a:off x="5318143" y="191709"/>
                <a:ext cx="18000" cy="250200"/>
              </p14:xfrm>
            </p:contentPart>
          </mc:Choice>
          <mc:Fallback>
            <p:pic>
              <p:nvPicPr>
                <p:cNvPr id="32774" name="잉크 32773">
                  <a:extLst>
                    <a:ext uri="{FF2B5EF4-FFF2-40B4-BE49-F238E27FC236}">
                      <a16:creationId xmlns:a16="http://schemas.microsoft.com/office/drawing/2014/main" id="{1A39ABA8-07C9-1376-4068-497C37B295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09503" y="183069"/>
                  <a:ext cx="35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775" name="잉크 32774">
                  <a:extLst>
                    <a:ext uri="{FF2B5EF4-FFF2-40B4-BE49-F238E27FC236}">
                      <a16:creationId xmlns:a16="http://schemas.microsoft.com/office/drawing/2014/main" id="{4600210F-2D17-535D-FAF1-04D132FE2A22}"/>
                    </a:ext>
                  </a:extLst>
                </p14:cNvPr>
                <p14:cNvContentPartPr/>
                <p14:nvPr/>
              </p14:nvContentPartPr>
              <p14:xfrm>
                <a:off x="5300143" y="162549"/>
                <a:ext cx="138240" cy="258120"/>
              </p14:xfrm>
            </p:contentPart>
          </mc:Choice>
          <mc:Fallback>
            <p:pic>
              <p:nvPicPr>
                <p:cNvPr id="32775" name="잉크 32774">
                  <a:extLst>
                    <a:ext uri="{FF2B5EF4-FFF2-40B4-BE49-F238E27FC236}">
                      <a16:creationId xmlns:a16="http://schemas.microsoft.com/office/drawing/2014/main" id="{4600210F-2D17-535D-FAF1-04D132FE2A2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91143" y="153909"/>
                  <a:ext cx="155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776" name="잉크 32775">
                  <a:extLst>
                    <a:ext uri="{FF2B5EF4-FFF2-40B4-BE49-F238E27FC236}">
                      <a16:creationId xmlns:a16="http://schemas.microsoft.com/office/drawing/2014/main" id="{AB7B9A16-ACA1-3752-F856-39CEAB63B8F4}"/>
                    </a:ext>
                  </a:extLst>
                </p14:cNvPr>
                <p14:cNvContentPartPr/>
                <p14:nvPr/>
              </p14:nvContentPartPr>
              <p14:xfrm>
                <a:off x="5502463" y="275589"/>
                <a:ext cx="150840" cy="120600"/>
              </p14:xfrm>
            </p:contentPart>
          </mc:Choice>
          <mc:Fallback>
            <p:pic>
              <p:nvPicPr>
                <p:cNvPr id="32776" name="잉크 32775">
                  <a:extLst>
                    <a:ext uri="{FF2B5EF4-FFF2-40B4-BE49-F238E27FC236}">
                      <a16:creationId xmlns:a16="http://schemas.microsoft.com/office/drawing/2014/main" id="{AB7B9A16-ACA1-3752-F856-39CEAB63B8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93823" y="266589"/>
                  <a:ext cx="168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777" name="잉크 32776">
                  <a:extLst>
                    <a:ext uri="{FF2B5EF4-FFF2-40B4-BE49-F238E27FC236}">
                      <a16:creationId xmlns:a16="http://schemas.microsoft.com/office/drawing/2014/main" id="{0D1325A6-AD1A-11F4-B006-F001588B2826}"/>
                    </a:ext>
                  </a:extLst>
                </p14:cNvPr>
                <p14:cNvContentPartPr/>
                <p14:nvPr/>
              </p14:nvContentPartPr>
              <p14:xfrm>
                <a:off x="5670583" y="165789"/>
                <a:ext cx="46440" cy="239040"/>
              </p14:xfrm>
            </p:contentPart>
          </mc:Choice>
          <mc:Fallback>
            <p:pic>
              <p:nvPicPr>
                <p:cNvPr id="32777" name="잉크 32776">
                  <a:extLst>
                    <a:ext uri="{FF2B5EF4-FFF2-40B4-BE49-F238E27FC236}">
                      <a16:creationId xmlns:a16="http://schemas.microsoft.com/office/drawing/2014/main" id="{0D1325A6-AD1A-11F4-B006-F001588B28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1943" y="156789"/>
                  <a:ext cx="64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778" name="잉크 32777">
                  <a:extLst>
                    <a:ext uri="{FF2B5EF4-FFF2-40B4-BE49-F238E27FC236}">
                      <a16:creationId xmlns:a16="http://schemas.microsoft.com/office/drawing/2014/main" id="{DB0274BF-229E-ED8D-24D2-BDB33A1F9ED1}"/>
                    </a:ext>
                  </a:extLst>
                </p14:cNvPr>
                <p14:cNvContentPartPr/>
                <p14:nvPr/>
              </p14:nvContentPartPr>
              <p14:xfrm>
                <a:off x="5705143" y="274869"/>
                <a:ext cx="230400" cy="81720"/>
              </p14:xfrm>
            </p:contentPart>
          </mc:Choice>
          <mc:Fallback>
            <p:pic>
              <p:nvPicPr>
                <p:cNvPr id="32778" name="잉크 32777">
                  <a:extLst>
                    <a:ext uri="{FF2B5EF4-FFF2-40B4-BE49-F238E27FC236}">
                      <a16:creationId xmlns:a16="http://schemas.microsoft.com/office/drawing/2014/main" id="{DB0274BF-229E-ED8D-24D2-BDB33A1F9ED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96503" y="266229"/>
                  <a:ext cx="248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779" name="잉크 32778">
                  <a:extLst>
                    <a:ext uri="{FF2B5EF4-FFF2-40B4-BE49-F238E27FC236}">
                      <a16:creationId xmlns:a16="http://schemas.microsoft.com/office/drawing/2014/main" id="{63098B3E-7324-7977-7BA0-07658BC194F3}"/>
                    </a:ext>
                  </a:extLst>
                </p14:cNvPr>
                <p14:cNvContentPartPr/>
                <p14:nvPr/>
              </p14:nvContentPartPr>
              <p14:xfrm>
                <a:off x="5960023" y="225549"/>
                <a:ext cx="339840" cy="240120"/>
              </p14:xfrm>
            </p:contentPart>
          </mc:Choice>
          <mc:Fallback>
            <p:pic>
              <p:nvPicPr>
                <p:cNvPr id="32779" name="잉크 32778">
                  <a:extLst>
                    <a:ext uri="{FF2B5EF4-FFF2-40B4-BE49-F238E27FC236}">
                      <a16:creationId xmlns:a16="http://schemas.microsoft.com/office/drawing/2014/main" id="{63098B3E-7324-7977-7BA0-07658BC194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951383" y="216549"/>
                  <a:ext cx="357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780" name="잉크 32779">
                  <a:extLst>
                    <a:ext uri="{FF2B5EF4-FFF2-40B4-BE49-F238E27FC236}">
                      <a16:creationId xmlns:a16="http://schemas.microsoft.com/office/drawing/2014/main" id="{5201584A-8D29-A602-DCF3-7B3A2C0C37E3}"/>
                    </a:ext>
                  </a:extLst>
                </p14:cNvPr>
                <p14:cNvContentPartPr/>
                <p14:nvPr/>
              </p14:nvContentPartPr>
              <p14:xfrm>
                <a:off x="5700103" y="223749"/>
                <a:ext cx="77400" cy="123120"/>
              </p14:xfrm>
            </p:contentPart>
          </mc:Choice>
          <mc:Fallback>
            <p:pic>
              <p:nvPicPr>
                <p:cNvPr id="32780" name="잉크 32779">
                  <a:extLst>
                    <a:ext uri="{FF2B5EF4-FFF2-40B4-BE49-F238E27FC236}">
                      <a16:creationId xmlns:a16="http://schemas.microsoft.com/office/drawing/2014/main" id="{5201584A-8D29-A602-DCF3-7B3A2C0C37E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91463" y="214749"/>
                  <a:ext cx="95040" cy="140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71625"/>
            <a:ext cx="8715375" cy="4714875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자원 요청 알고리즘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4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가 자원을 요청 시 다음 과정을 수행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 ≤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Need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단계로 가고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그렇지 않으면 프로세스가 최대 요구치를 초과하기 때문에 오류 상태가 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8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 ≤ Available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단계로 가고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그렇지 않으면 자원이 부족하기 대문에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는 대기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시스템은 상태를 다음과 같이 수정하여 요청된 자원을 프로세스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에 할당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 - Available = Available –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lvl="2">
              <a:lnSpc>
                <a:spcPct val="12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 -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Allocation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Allocation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+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lvl="2">
              <a:lnSpc>
                <a:spcPct val="12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 -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Need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Need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–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600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lvl="2">
              <a:lnSpc>
                <a:spcPct val="120000"/>
              </a:lnSpc>
              <a:spcAft>
                <a:spcPts val="300"/>
              </a:spcAft>
              <a:buFontTx/>
              <a:buNone/>
              <a:defRPr/>
            </a:pPr>
            <a:endParaRPr lang="en-US" altLang="ko-KR" sz="4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자원 할당 상태가 안정이라면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프로세스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ko-KR" sz="1600" b="1" baseline="-25000" dirty="0">
                <a:solidFill>
                  <a:srgbClr val="FF0000"/>
                </a:solidFill>
                <a:latin typeface="+mn-ea"/>
              </a:rPr>
              <a:t>i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는 자원을 할당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불안정 상태이면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FF0000"/>
                </a:solidFill>
                <a:latin typeface="+mn-ea"/>
              </a:rPr>
              <a:t>i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는 </a:t>
            </a:r>
            <a:r>
              <a:rPr lang="en-US" altLang="ko-KR" sz="1600" b="1" dirty="0" err="1">
                <a:solidFill>
                  <a:srgbClr val="FF0000"/>
                </a:solidFill>
                <a:latin typeface="+mn-ea"/>
              </a:rPr>
              <a:t>Request</a:t>
            </a:r>
            <a:r>
              <a:rPr lang="en-US" altLang="ko-KR" sz="1600" b="1" baseline="-25000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ko-KR" altLang="en-US" sz="1600" b="1" dirty="0" err="1">
                <a:solidFill>
                  <a:srgbClr val="FF0000"/>
                </a:solidFill>
                <a:latin typeface="+mn-ea"/>
              </a:rPr>
              <a:t>를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 대기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700" dirty="0">
              <a:latin typeface="HY견고딕" pitchFamily="18" charset="-127"/>
              <a:ea typeface="HY견고딕" pitchFamily="18" charset="-127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5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4819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2E20C8-BE04-49F9-9E48-8844022BB3EA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D37B018-FC69-6F95-B648-5E5077A2F19B}"/>
                  </a:ext>
                </a:extLst>
              </p14:cNvPr>
              <p14:cNvContentPartPr/>
              <p14:nvPr/>
            </p14:nvContentPartPr>
            <p14:xfrm>
              <a:off x="1735063" y="2315349"/>
              <a:ext cx="2014200" cy="496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D37B018-FC69-6F95-B648-5E5077A2F1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9063" y="2243709"/>
                <a:ext cx="20858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0807E6A-73F8-F22A-7283-5B48E9DB733A}"/>
                  </a:ext>
                </a:extLst>
              </p14:cNvPr>
              <p14:cNvContentPartPr/>
              <p14:nvPr/>
            </p14:nvContentPartPr>
            <p14:xfrm>
              <a:off x="5384383" y="2341989"/>
              <a:ext cx="1470960" cy="316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0807E6A-73F8-F22A-7283-5B48E9DB73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8383" y="2270349"/>
                <a:ext cx="15426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0283CBE-F32D-AC02-9291-AA1BC3AFF7F4}"/>
                  </a:ext>
                </a:extLst>
              </p14:cNvPr>
              <p14:cNvContentPartPr/>
              <p14:nvPr/>
            </p14:nvContentPartPr>
            <p14:xfrm>
              <a:off x="3773023" y="2639349"/>
              <a:ext cx="1015920" cy="48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0283CBE-F32D-AC02-9291-AA1BC3AFF7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37023" y="2567349"/>
                <a:ext cx="10875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B86837D-4034-5F1C-D378-261F9CE99865}"/>
                  </a:ext>
                </a:extLst>
              </p14:cNvPr>
              <p14:cNvContentPartPr/>
              <p14:nvPr/>
            </p14:nvContentPartPr>
            <p14:xfrm>
              <a:off x="1753423" y="3062709"/>
              <a:ext cx="2223720" cy="860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B86837D-4034-5F1C-D378-261F9CE998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17783" y="2991069"/>
                <a:ext cx="22953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56A40A4-69D1-B67F-7095-1586805E1440}"/>
                  </a:ext>
                </a:extLst>
              </p14:cNvPr>
              <p14:cNvContentPartPr/>
              <p14:nvPr/>
            </p14:nvContentPartPr>
            <p14:xfrm>
              <a:off x="5717383" y="3109869"/>
              <a:ext cx="1519560" cy="4320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56A40A4-69D1-B67F-7095-1586805E14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81383" y="3037869"/>
                <a:ext cx="15912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A53B175E-CCAC-D2B9-FD58-6DAB1A54E00E}"/>
                  </a:ext>
                </a:extLst>
              </p14:cNvPr>
              <p14:cNvContentPartPr/>
              <p14:nvPr/>
            </p14:nvContentPartPr>
            <p14:xfrm>
              <a:off x="1993543" y="3378069"/>
              <a:ext cx="1131120" cy="698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A53B175E-CCAC-D2B9-FD58-6DAB1A54E00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57543" y="3306069"/>
                <a:ext cx="12027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454E5EF-C83C-AB67-1076-7DD35A8CE720}"/>
                  </a:ext>
                </a:extLst>
              </p14:cNvPr>
              <p14:cNvContentPartPr/>
              <p14:nvPr/>
            </p14:nvContentPartPr>
            <p14:xfrm>
              <a:off x="2648383" y="3924549"/>
              <a:ext cx="960840" cy="1922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454E5EF-C83C-AB67-1076-7DD35A8CE7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39743" y="3915909"/>
                <a:ext cx="9784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BAC1808-5DBE-D0D7-6A64-BF0C1B710B07}"/>
                  </a:ext>
                </a:extLst>
              </p14:cNvPr>
              <p14:cNvContentPartPr/>
              <p14:nvPr/>
            </p14:nvContentPartPr>
            <p14:xfrm>
              <a:off x="4639543" y="3934989"/>
              <a:ext cx="846000" cy="1713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BAC1808-5DBE-D0D7-6A64-BF0C1B710B0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30543" y="3926349"/>
                <a:ext cx="86364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8EDEFC04-EDE3-60B5-792A-BE550705FD33}"/>
              </a:ext>
            </a:extLst>
          </p:cNvPr>
          <p:cNvGrpSpPr/>
          <p:nvPr/>
        </p:nvGrpSpPr>
        <p:grpSpPr>
          <a:xfrm>
            <a:off x="953143" y="5300109"/>
            <a:ext cx="343080" cy="185040"/>
            <a:chOff x="953143" y="5300109"/>
            <a:chExt cx="343080" cy="1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E41100D-CB6B-9F0C-E490-059FFE18953A}"/>
                    </a:ext>
                  </a:extLst>
                </p14:cNvPr>
                <p14:cNvContentPartPr/>
                <p14:nvPr/>
              </p14:nvContentPartPr>
              <p14:xfrm>
                <a:off x="953143" y="5347269"/>
                <a:ext cx="74880" cy="1378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E41100D-CB6B-9F0C-E490-059FFE1895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4503" y="5338269"/>
                  <a:ext cx="92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2667533-5133-C32A-0D20-ACC433EA8112}"/>
                    </a:ext>
                  </a:extLst>
                </p14:cNvPr>
                <p14:cNvContentPartPr/>
                <p14:nvPr/>
              </p14:nvContentPartPr>
              <p14:xfrm>
                <a:off x="1059343" y="5328909"/>
                <a:ext cx="174960" cy="1375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2667533-5133-C32A-0D20-ACC433EA81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0343" y="5319909"/>
                  <a:ext cx="192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F057FB7-D035-3315-9D95-F0CA2400FEDE}"/>
                    </a:ext>
                  </a:extLst>
                </p14:cNvPr>
                <p14:cNvContentPartPr/>
                <p14:nvPr/>
              </p14:nvContentPartPr>
              <p14:xfrm>
                <a:off x="1211623" y="5300109"/>
                <a:ext cx="84600" cy="176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F057FB7-D035-3315-9D95-F0CA2400FE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02983" y="5291109"/>
                  <a:ext cx="1022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BD46073-072D-FD48-7B91-783DC2B48E1A}"/>
              </a:ext>
            </a:extLst>
          </p:cNvPr>
          <p:cNvGrpSpPr/>
          <p:nvPr/>
        </p:nvGrpSpPr>
        <p:grpSpPr>
          <a:xfrm>
            <a:off x="906703" y="4818789"/>
            <a:ext cx="482400" cy="207000"/>
            <a:chOff x="906703" y="4818789"/>
            <a:chExt cx="48240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0FC499A-C276-5A65-6F5C-8334A92EA3CC}"/>
                    </a:ext>
                  </a:extLst>
                </p14:cNvPr>
                <p14:cNvContentPartPr/>
                <p14:nvPr/>
              </p14:nvContentPartPr>
              <p14:xfrm>
                <a:off x="906703" y="4818789"/>
                <a:ext cx="108360" cy="207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0FC499A-C276-5A65-6F5C-8334A92EA3C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8063" y="4810149"/>
                  <a:ext cx="126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5686D8D-D8E8-268D-2E86-5A83A3057A80}"/>
                    </a:ext>
                  </a:extLst>
                </p14:cNvPr>
                <p14:cNvContentPartPr/>
                <p14:nvPr/>
              </p14:nvContentPartPr>
              <p14:xfrm>
                <a:off x="1071943" y="4878189"/>
                <a:ext cx="96120" cy="1105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5686D8D-D8E8-268D-2E86-5A83A3057A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3303" y="4869549"/>
                  <a:ext cx="113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A740A46-3230-C400-A260-E2B1E0A8BD89}"/>
                    </a:ext>
                  </a:extLst>
                </p14:cNvPr>
                <p14:cNvContentPartPr/>
                <p14:nvPr/>
              </p14:nvContentPartPr>
              <p14:xfrm>
                <a:off x="1221343" y="4853349"/>
                <a:ext cx="167760" cy="1242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A740A46-3230-C400-A260-E2B1E0A8BD8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12703" y="4844709"/>
                  <a:ext cx="1854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66EFC4-F8EF-63E7-B46D-07D1E988B335}"/>
              </a:ext>
            </a:extLst>
          </p:cNvPr>
          <p:cNvGrpSpPr/>
          <p:nvPr/>
        </p:nvGrpSpPr>
        <p:grpSpPr>
          <a:xfrm>
            <a:off x="906343" y="4416309"/>
            <a:ext cx="420480" cy="196560"/>
            <a:chOff x="906343" y="4416309"/>
            <a:chExt cx="42048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20E1AD3-E749-C574-96FC-A82170A787E7}"/>
                    </a:ext>
                  </a:extLst>
                </p14:cNvPr>
                <p14:cNvContentPartPr/>
                <p14:nvPr/>
              </p14:nvContentPartPr>
              <p14:xfrm>
                <a:off x="906343" y="4416309"/>
                <a:ext cx="126000" cy="154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20E1AD3-E749-C574-96FC-A82170A787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7343" y="4407309"/>
                  <a:ext cx="143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036FC20-BB4E-6598-186D-BCC8298E33E1}"/>
                    </a:ext>
                  </a:extLst>
                </p14:cNvPr>
                <p14:cNvContentPartPr/>
                <p14:nvPr/>
              </p14:nvContentPartPr>
              <p14:xfrm>
                <a:off x="1072303" y="4420269"/>
                <a:ext cx="83520" cy="1717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036FC20-BB4E-6598-186D-BCC8298E33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3663" y="4411629"/>
                  <a:ext cx="101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2A60B48F-C1A2-C054-97F2-D586B6FB2116}"/>
                    </a:ext>
                  </a:extLst>
                </p14:cNvPr>
                <p14:cNvContentPartPr/>
                <p14:nvPr/>
              </p14:nvContentPartPr>
              <p14:xfrm>
                <a:off x="1201903" y="4477869"/>
                <a:ext cx="124920" cy="1350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2A60B48F-C1A2-C054-97F2-D586B6FB211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93263" y="4468869"/>
                  <a:ext cx="142560" cy="152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071563"/>
            <a:ext cx="8686800" cy="550068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안전성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알고리즘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안정상태인지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불안정상태인지 검사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Work</a:t>
            </a:r>
            <a:r>
              <a:rPr lang="ko-KR" altLang="en-US" sz="2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와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Finish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는</a:t>
            </a:r>
            <a:r>
              <a:rPr lang="ko-KR" altLang="en-US" sz="2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길이가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과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n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인 벡터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다음과 같이 초기화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 	- 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Work = Available;   Finish[</a:t>
            </a:r>
            <a:r>
              <a:rPr lang="en-US" altLang="ko-KR" sz="14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] = false,  </a:t>
            </a:r>
            <a:r>
              <a:rPr lang="en-US" altLang="ko-KR" sz="14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=1, 2, …, n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다음 조건을 만족하는 </a:t>
            </a: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값을 찾으면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 이동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값이 없으면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단계로 이동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	- 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14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] = false;   </a:t>
            </a:r>
            <a:r>
              <a:rPr lang="en-US" altLang="ko-KR" sz="1400" b="1" dirty="0" err="1">
                <a:solidFill>
                  <a:srgbClr val="000000"/>
                </a:solidFill>
                <a:latin typeface="+mn-ea"/>
              </a:rPr>
              <a:t>Need</a:t>
            </a:r>
            <a:r>
              <a:rPr lang="en-US" altLang="ko-KR" sz="14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  ≤  Work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다음을 수행하고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단계로 이동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altLang="ko-KR" sz="1400" dirty="0">
                <a:solidFill>
                  <a:srgbClr val="000000"/>
                </a:solidFill>
                <a:latin typeface="+mn-ea"/>
              </a:rPr>
              <a:t>  	- 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Work = Work + Allocation;   Finish[</a:t>
            </a:r>
            <a:r>
              <a:rPr lang="en-US" altLang="ko-KR" sz="14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] = true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</a:t>
            </a: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에 대해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] = true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이면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>
                <a:solidFill>
                  <a:srgbClr val="000000"/>
                </a:solidFill>
                <a:latin typeface="+mn-ea"/>
              </a:rPr>
              <a:t>안정</a:t>
            </a:r>
            <a:r>
              <a:rPr lang="en-US" altLang="ko-KR" sz="200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아니면 불안정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안전성 알고리즘의 예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개의 프로세스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종류 자원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A=10, B=5, C=7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시스템의 상태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오른쪽 표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6867" name="Picture 4" descr="C:\Documents and Settings\Hanami\바탕 화면\운영체제\(강의교안)_그림파일_1장-13장\ch05_교착상태와 기아상태\ch05-표-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0"/>
          <a:stretch>
            <a:fillRect/>
          </a:stretch>
        </p:blipFill>
        <p:spPr bwMode="auto">
          <a:xfrm>
            <a:off x="5000625" y="4572000"/>
            <a:ext cx="34512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922029-564D-48FD-9F0F-95342FFCC08F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5DE814-A811-6B32-84FB-FE2A59472FA0}"/>
              </a:ext>
            </a:extLst>
          </p:cNvPr>
          <p:cNvGrpSpPr/>
          <p:nvPr/>
        </p:nvGrpSpPr>
        <p:grpSpPr>
          <a:xfrm>
            <a:off x="164265" y="38625"/>
            <a:ext cx="1362240" cy="979200"/>
            <a:chOff x="164265" y="38625"/>
            <a:chExt cx="1362240" cy="9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8962042-D9C5-BC1A-D822-6DEEFE29CAB2}"/>
                    </a:ext>
                  </a:extLst>
                </p14:cNvPr>
                <p14:cNvContentPartPr/>
                <p14:nvPr/>
              </p14:nvContentPartPr>
              <p14:xfrm>
                <a:off x="861225" y="38625"/>
                <a:ext cx="7200" cy="176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8962042-D9C5-BC1A-D822-6DEEFE29CA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585" y="29985"/>
                  <a:ext cx="24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9E44E1D-4F4D-F71A-1006-6908E3860188}"/>
                    </a:ext>
                  </a:extLst>
                </p14:cNvPr>
                <p14:cNvContentPartPr/>
                <p14:nvPr/>
              </p14:nvContentPartPr>
              <p14:xfrm>
                <a:off x="843585" y="76065"/>
                <a:ext cx="78840" cy="766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9E44E1D-4F4D-F71A-1006-6908E38601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585" y="67425"/>
                  <a:ext cx="96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D6BD070-4BD8-E1A8-50EC-C61ABABB10B0}"/>
                    </a:ext>
                  </a:extLst>
                </p14:cNvPr>
                <p14:cNvContentPartPr/>
                <p14:nvPr/>
              </p14:nvContentPartPr>
              <p14:xfrm>
                <a:off x="872745" y="137265"/>
                <a:ext cx="64800" cy="882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D6BD070-4BD8-E1A8-50EC-C61ABABB10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4105" y="128625"/>
                  <a:ext cx="8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9ED1F0A-B305-1B59-1C03-A479CBFFB70F}"/>
                    </a:ext>
                  </a:extLst>
                </p14:cNvPr>
                <p14:cNvContentPartPr/>
                <p14:nvPr/>
              </p14:nvContentPartPr>
              <p14:xfrm>
                <a:off x="972465" y="127545"/>
                <a:ext cx="48600" cy="127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9ED1F0A-B305-1B59-1C03-A479CBFFB7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3465" y="118905"/>
                  <a:ext cx="66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78DB9F5-54CD-E9E2-9869-48E1A8C36561}"/>
                    </a:ext>
                  </a:extLst>
                </p14:cNvPr>
                <p14:cNvContentPartPr/>
                <p14:nvPr/>
              </p14:nvContentPartPr>
              <p14:xfrm>
                <a:off x="974625" y="198465"/>
                <a:ext cx="44640" cy="21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78DB9F5-54CD-E9E2-9869-48E1A8C3656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5625" y="189825"/>
                  <a:ext cx="622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1DB0D91-8B68-B46F-54D8-DD7536E85526}"/>
                    </a:ext>
                  </a:extLst>
                </p14:cNvPr>
                <p14:cNvContentPartPr/>
                <p14:nvPr/>
              </p14:nvContentPartPr>
              <p14:xfrm>
                <a:off x="372345" y="447945"/>
                <a:ext cx="51840" cy="781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1DB0D91-8B68-B46F-54D8-DD7536E855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3345" y="439305"/>
                  <a:ext cx="69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1B40AEB-23F1-599F-002B-4150B9B83450}"/>
                    </a:ext>
                  </a:extLst>
                </p14:cNvPr>
                <p14:cNvContentPartPr/>
                <p14:nvPr/>
              </p14:nvContentPartPr>
              <p14:xfrm>
                <a:off x="543705" y="462345"/>
                <a:ext cx="73440" cy="709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1B40AEB-23F1-599F-002B-4150B9B834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705" y="453345"/>
                  <a:ext cx="91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1479D12-95C7-1D5C-C8CB-0D71AD43FCAD}"/>
                    </a:ext>
                  </a:extLst>
                </p14:cNvPr>
                <p14:cNvContentPartPr/>
                <p14:nvPr/>
              </p14:nvContentPartPr>
              <p14:xfrm>
                <a:off x="745665" y="465585"/>
                <a:ext cx="72360" cy="712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1479D12-95C7-1D5C-C8CB-0D71AD43FC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6665" y="456585"/>
                  <a:ext cx="90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8BAA692-D2AF-5A74-85DA-C083C781C453}"/>
                    </a:ext>
                  </a:extLst>
                </p14:cNvPr>
                <p14:cNvContentPartPr/>
                <p14:nvPr/>
              </p14:nvContentPartPr>
              <p14:xfrm>
                <a:off x="907665" y="483945"/>
                <a:ext cx="76680" cy="60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8BAA692-D2AF-5A74-85DA-C083C781C4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9025" y="474945"/>
                  <a:ext cx="94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D651698-E78E-F5A1-D30E-EC1AC12C3A37}"/>
                    </a:ext>
                  </a:extLst>
                </p14:cNvPr>
                <p14:cNvContentPartPr/>
                <p14:nvPr/>
              </p14:nvContentPartPr>
              <p14:xfrm>
                <a:off x="1148505" y="486465"/>
                <a:ext cx="97560" cy="540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D651698-E78E-F5A1-D30E-EC1AC12C3A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9865" y="477465"/>
                  <a:ext cx="115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7B10C96-976F-2680-D25A-3B6049E6A829}"/>
                    </a:ext>
                  </a:extLst>
                </p14:cNvPr>
                <p14:cNvContentPartPr/>
                <p14:nvPr/>
              </p14:nvContentPartPr>
              <p14:xfrm>
                <a:off x="396825" y="759345"/>
                <a:ext cx="46800" cy="75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7B10C96-976F-2680-D25A-3B6049E6A8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185" y="750705"/>
                  <a:ext cx="6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4AF353B-C76F-B834-A45D-F6EAB3386184}"/>
                    </a:ext>
                  </a:extLst>
                </p14:cNvPr>
                <p14:cNvContentPartPr/>
                <p14:nvPr/>
              </p14:nvContentPartPr>
              <p14:xfrm>
                <a:off x="569625" y="767625"/>
                <a:ext cx="40680" cy="71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4AF353B-C76F-B834-A45D-F6EAB33861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0625" y="758985"/>
                  <a:ext cx="58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CCEE18A-55F3-78E8-CEFC-F635FDBCACE9}"/>
                    </a:ext>
                  </a:extLst>
                </p14:cNvPr>
                <p14:cNvContentPartPr/>
                <p14:nvPr/>
              </p14:nvContentPartPr>
              <p14:xfrm>
                <a:off x="785265" y="747105"/>
                <a:ext cx="78120" cy="892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CCEE18A-55F3-78E8-CEFC-F635FDBCAC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6265" y="738105"/>
                  <a:ext cx="95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54BEA83-75FF-8373-2FD9-63EF684A7F77}"/>
                    </a:ext>
                  </a:extLst>
                </p14:cNvPr>
                <p14:cNvContentPartPr/>
                <p14:nvPr/>
              </p14:nvContentPartPr>
              <p14:xfrm>
                <a:off x="995865" y="766905"/>
                <a:ext cx="70920" cy="698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54BEA83-75FF-8373-2FD9-63EF684A7F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6865" y="758265"/>
                  <a:ext cx="88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8559AAF-F78B-D62D-85DB-CA089AA6F125}"/>
                    </a:ext>
                  </a:extLst>
                </p14:cNvPr>
                <p14:cNvContentPartPr/>
                <p14:nvPr/>
              </p14:nvContentPartPr>
              <p14:xfrm>
                <a:off x="1232025" y="761505"/>
                <a:ext cx="69120" cy="838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8559AAF-F78B-D62D-85DB-CA089AA6F1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23025" y="752505"/>
                  <a:ext cx="86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FAD2046-3DF8-AF25-E036-10395464E6B3}"/>
                    </a:ext>
                  </a:extLst>
                </p14:cNvPr>
                <p14:cNvContentPartPr/>
                <p14:nvPr/>
              </p14:nvContentPartPr>
              <p14:xfrm>
                <a:off x="164265" y="270105"/>
                <a:ext cx="1362240" cy="747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FAD2046-3DF8-AF25-E036-10395464E6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5265" y="261465"/>
                  <a:ext cx="1379880" cy="76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71" name="그룹 36870">
            <a:extLst>
              <a:ext uri="{FF2B5EF4-FFF2-40B4-BE49-F238E27FC236}">
                <a16:creationId xmlns:a16="http://schemas.microsoft.com/office/drawing/2014/main" id="{284959E4-3BC4-2930-36E4-7AB00E34508E}"/>
              </a:ext>
            </a:extLst>
          </p:cNvPr>
          <p:cNvGrpSpPr/>
          <p:nvPr/>
        </p:nvGrpSpPr>
        <p:grpSpPr>
          <a:xfrm>
            <a:off x="1887945" y="102705"/>
            <a:ext cx="1413360" cy="908280"/>
            <a:chOff x="1887945" y="102705"/>
            <a:chExt cx="1413360" cy="90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6C7E7B4-DD6E-5251-DEE2-89DFE75B0D7B}"/>
                    </a:ext>
                  </a:extLst>
                </p14:cNvPr>
                <p14:cNvContentPartPr/>
                <p14:nvPr/>
              </p14:nvContentPartPr>
              <p14:xfrm>
                <a:off x="2381865" y="102705"/>
                <a:ext cx="12960" cy="1994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6C7E7B4-DD6E-5251-DEE2-89DFE75B0D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73225" y="94065"/>
                  <a:ext cx="30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A6855CC-1E8E-26FD-5915-EC45495F968E}"/>
                    </a:ext>
                  </a:extLst>
                </p14:cNvPr>
                <p14:cNvContentPartPr/>
                <p14:nvPr/>
              </p14:nvContentPartPr>
              <p14:xfrm>
                <a:off x="2385105" y="105585"/>
                <a:ext cx="89280" cy="1746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A6855CC-1E8E-26FD-5915-EC45495F96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76105" y="96945"/>
                  <a:ext cx="106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BEAB0A7-39A5-97C5-51C2-FF5FC4B1C270}"/>
                    </a:ext>
                  </a:extLst>
                </p14:cNvPr>
                <p14:cNvContentPartPr/>
                <p14:nvPr/>
              </p14:nvContentPartPr>
              <p14:xfrm>
                <a:off x="2546025" y="215745"/>
                <a:ext cx="5760" cy="982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BEAB0A7-39A5-97C5-51C2-FF5FC4B1C2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37385" y="207105"/>
                  <a:ext cx="23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245414C-A892-77C8-37BC-98B13D77E30E}"/>
                    </a:ext>
                  </a:extLst>
                </p14:cNvPr>
                <p14:cNvContentPartPr/>
                <p14:nvPr/>
              </p14:nvContentPartPr>
              <p14:xfrm>
                <a:off x="2543505" y="207465"/>
                <a:ext cx="53640" cy="109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245414C-A892-77C8-37BC-98B13D77E3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34865" y="198465"/>
                  <a:ext cx="71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1566569-64C3-A6DC-742B-BE65008E91FE}"/>
                    </a:ext>
                  </a:extLst>
                </p14:cNvPr>
                <p14:cNvContentPartPr/>
                <p14:nvPr/>
              </p14:nvContentPartPr>
              <p14:xfrm>
                <a:off x="1887945" y="399345"/>
                <a:ext cx="1413360" cy="6116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1566569-64C3-A6DC-742B-BE65008E91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78945" y="390705"/>
                  <a:ext cx="14310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864" name="잉크 36863">
                  <a:extLst>
                    <a:ext uri="{FF2B5EF4-FFF2-40B4-BE49-F238E27FC236}">
                      <a16:creationId xmlns:a16="http://schemas.microsoft.com/office/drawing/2014/main" id="{B8957687-ECD5-A046-CC5D-DF7AF6AA1FBC}"/>
                    </a:ext>
                  </a:extLst>
                </p14:cNvPr>
                <p14:cNvContentPartPr/>
                <p14:nvPr/>
              </p14:nvContentPartPr>
              <p14:xfrm>
                <a:off x="2061825" y="541545"/>
                <a:ext cx="67320" cy="96120"/>
              </p14:xfrm>
            </p:contentPart>
          </mc:Choice>
          <mc:Fallback xmlns="">
            <p:pic>
              <p:nvPicPr>
                <p:cNvPr id="36864" name="잉크 36863">
                  <a:extLst>
                    <a:ext uri="{FF2B5EF4-FFF2-40B4-BE49-F238E27FC236}">
                      <a16:creationId xmlns:a16="http://schemas.microsoft.com/office/drawing/2014/main" id="{B8957687-ECD5-A046-CC5D-DF7AF6AA1F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52825" y="532905"/>
                  <a:ext cx="84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865" name="잉크 36864">
                  <a:extLst>
                    <a:ext uri="{FF2B5EF4-FFF2-40B4-BE49-F238E27FC236}">
                      <a16:creationId xmlns:a16="http://schemas.microsoft.com/office/drawing/2014/main" id="{27681A51-C9B6-2BAE-9093-846E397AA50F}"/>
                    </a:ext>
                  </a:extLst>
                </p14:cNvPr>
                <p14:cNvContentPartPr/>
                <p14:nvPr/>
              </p14:nvContentPartPr>
              <p14:xfrm>
                <a:off x="2206185" y="552705"/>
                <a:ext cx="79200" cy="85320"/>
              </p14:xfrm>
            </p:contentPart>
          </mc:Choice>
          <mc:Fallback xmlns="">
            <p:pic>
              <p:nvPicPr>
                <p:cNvPr id="36865" name="잉크 36864">
                  <a:extLst>
                    <a:ext uri="{FF2B5EF4-FFF2-40B4-BE49-F238E27FC236}">
                      <a16:creationId xmlns:a16="http://schemas.microsoft.com/office/drawing/2014/main" id="{27681A51-C9B6-2BAE-9093-846E397AA50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97185" y="543705"/>
                  <a:ext cx="96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866" name="잉크 36865">
                  <a:extLst>
                    <a:ext uri="{FF2B5EF4-FFF2-40B4-BE49-F238E27FC236}">
                      <a16:creationId xmlns:a16="http://schemas.microsoft.com/office/drawing/2014/main" id="{9B6F0E85-CCB7-4FEF-5EBD-27CF21820D5F}"/>
                    </a:ext>
                  </a:extLst>
                </p14:cNvPr>
                <p14:cNvContentPartPr/>
                <p14:nvPr/>
              </p14:nvContentPartPr>
              <p14:xfrm>
                <a:off x="2377905" y="564225"/>
                <a:ext cx="77400" cy="83160"/>
              </p14:xfrm>
            </p:contentPart>
          </mc:Choice>
          <mc:Fallback xmlns="">
            <p:pic>
              <p:nvPicPr>
                <p:cNvPr id="36866" name="잉크 36865">
                  <a:extLst>
                    <a:ext uri="{FF2B5EF4-FFF2-40B4-BE49-F238E27FC236}">
                      <a16:creationId xmlns:a16="http://schemas.microsoft.com/office/drawing/2014/main" id="{9B6F0E85-CCB7-4FEF-5EBD-27CF21820D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9265" y="555225"/>
                  <a:ext cx="95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869" name="잉크 36868">
                  <a:extLst>
                    <a:ext uri="{FF2B5EF4-FFF2-40B4-BE49-F238E27FC236}">
                      <a16:creationId xmlns:a16="http://schemas.microsoft.com/office/drawing/2014/main" id="{84C09F4F-0477-4AB8-CEAF-2FF8DCBEED6E}"/>
                    </a:ext>
                  </a:extLst>
                </p14:cNvPr>
                <p14:cNvContentPartPr/>
                <p14:nvPr/>
              </p14:nvContentPartPr>
              <p14:xfrm>
                <a:off x="2572665" y="560625"/>
                <a:ext cx="93960" cy="93960"/>
              </p14:xfrm>
            </p:contentPart>
          </mc:Choice>
          <mc:Fallback xmlns="">
            <p:pic>
              <p:nvPicPr>
                <p:cNvPr id="36869" name="잉크 36868">
                  <a:extLst>
                    <a:ext uri="{FF2B5EF4-FFF2-40B4-BE49-F238E27FC236}">
                      <a16:creationId xmlns:a16="http://schemas.microsoft.com/office/drawing/2014/main" id="{84C09F4F-0477-4AB8-CEAF-2FF8DCBEED6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64025" y="551985"/>
                  <a:ext cx="111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870" name="잉크 36869">
                  <a:extLst>
                    <a:ext uri="{FF2B5EF4-FFF2-40B4-BE49-F238E27FC236}">
                      <a16:creationId xmlns:a16="http://schemas.microsoft.com/office/drawing/2014/main" id="{87A76C74-62E9-49CD-DB1A-D3C316481E24}"/>
                    </a:ext>
                  </a:extLst>
                </p14:cNvPr>
                <p14:cNvContentPartPr/>
                <p14:nvPr/>
              </p14:nvContentPartPr>
              <p14:xfrm>
                <a:off x="2781465" y="552345"/>
                <a:ext cx="115560" cy="124200"/>
              </p14:xfrm>
            </p:contentPart>
          </mc:Choice>
          <mc:Fallback xmlns="">
            <p:pic>
              <p:nvPicPr>
                <p:cNvPr id="36870" name="잉크 36869">
                  <a:extLst>
                    <a:ext uri="{FF2B5EF4-FFF2-40B4-BE49-F238E27FC236}">
                      <a16:creationId xmlns:a16="http://schemas.microsoft.com/office/drawing/2014/main" id="{87A76C74-62E9-49CD-DB1A-D3C316481E2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2465" y="543345"/>
                  <a:ext cx="1332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85" name="그룹 36884">
            <a:extLst>
              <a:ext uri="{FF2B5EF4-FFF2-40B4-BE49-F238E27FC236}">
                <a16:creationId xmlns:a16="http://schemas.microsoft.com/office/drawing/2014/main" id="{AFDCC4B8-CD9C-3F91-E741-509EB166D504}"/>
              </a:ext>
            </a:extLst>
          </p:cNvPr>
          <p:cNvGrpSpPr/>
          <p:nvPr/>
        </p:nvGrpSpPr>
        <p:grpSpPr>
          <a:xfrm>
            <a:off x="3475185" y="85065"/>
            <a:ext cx="1455120" cy="879840"/>
            <a:chOff x="3475185" y="85065"/>
            <a:chExt cx="1455120" cy="87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872" name="잉크 36871">
                  <a:extLst>
                    <a:ext uri="{FF2B5EF4-FFF2-40B4-BE49-F238E27FC236}">
                      <a16:creationId xmlns:a16="http://schemas.microsoft.com/office/drawing/2014/main" id="{804CA4D0-5403-76EB-6587-9DC444F23898}"/>
                    </a:ext>
                  </a:extLst>
                </p14:cNvPr>
                <p14:cNvContentPartPr/>
                <p14:nvPr/>
              </p14:nvContentPartPr>
              <p14:xfrm>
                <a:off x="3708105" y="92265"/>
                <a:ext cx="15480" cy="194760"/>
              </p14:xfrm>
            </p:contentPart>
          </mc:Choice>
          <mc:Fallback xmlns="">
            <p:pic>
              <p:nvPicPr>
                <p:cNvPr id="36872" name="잉크 36871">
                  <a:extLst>
                    <a:ext uri="{FF2B5EF4-FFF2-40B4-BE49-F238E27FC236}">
                      <a16:creationId xmlns:a16="http://schemas.microsoft.com/office/drawing/2014/main" id="{804CA4D0-5403-76EB-6587-9DC444F238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99105" y="83625"/>
                  <a:ext cx="33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873" name="잉크 36872">
                  <a:extLst>
                    <a:ext uri="{FF2B5EF4-FFF2-40B4-BE49-F238E27FC236}">
                      <a16:creationId xmlns:a16="http://schemas.microsoft.com/office/drawing/2014/main" id="{95208782-FBE2-AF4D-4D03-12225D2720EB}"/>
                    </a:ext>
                  </a:extLst>
                </p14:cNvPr>
                <p14:cNvContentPartPr/>
                <p14:nvPr/>
              </p14:nvContentPartPr>
              <p14:xfrm>
                <a:off x="3708105" y="85065"/>
                <a:ext cx="97200" cy="209520"/>
              </p14:xfrm>
            </p:contentPart>
          </mc:Choice>
          <mc:Fallback xmlns="">
            <p:pic>
              <p:nvPicPr>
                <p:cNvPr id="36873" name="잉크 36872">
                  <a:extLst>
                    <a:ext uri="{FF2B5EF4-FFF2-40B4-BE49-F238E27FC236}">
                      <a16:creationId xmlns:a16="http://schemas.microsoft.com/office/drawing/2014/main" id="{95208782-FBE2-AF4D-4D03-12225D2720E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99105" y="76065"/>
                  <a:ext cx="114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875" name="잉크 36874">
                  <a:extLst>
                    <a:ext uri="{FF2B5EF4-FFF2-40B4-BE49-F238E27FC236}">
                      <a16:creationId xmlns:a16="http://schemas.microsoft.com/office/drawing/2014/main" id="{0923DDDC-D29A-CE84-06A2-823690BD0734}"/>
                    </a:ext>
                  </a:extLst>
                </p14:cNvPr>
                <p14:cNvContentPartPr/>
                <p14:nvPr/>
              </p14:nvContentPartPr>
              <p14:xfrm>
                <a:off x="3860385" y="233745"/>
                <a:ext cx="79920" cy="78120"/>
              </p14:xfrm>
            </p:contentPart>
          </mc:Choice>
          <mc:Fallback xmlns="">
            <p:pic>
              <p:nvPicPr>
                <p:cNvPr id="36875" name="잉크 36874">
                  <a:extLst>
                    <a:ext uri="{FF2B5EF4-FFF2-40B4-BE49-F238E27FC236}">
                      <a16:creationId xmlns:a16="http://schemas.microsoft.com/office/drawing/2014/main" id="{0923DDDC-D29A-CE84-06A2-823690BD07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51385" y="225105"/>
                  <a:ext cx="97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877" name="잉크 36876">
                  <a:extLst>
                    <a:ext uri="{FF2B5EF4-FFF2-40B4-BE49-F238E27FC236}">
                      <a16:creationId xmlns:a16="http://schemas.microsoft.com/office/drawing/2014/main" id="{24FCB59C-7513-D1F7-3516-905E3733CD90}"/>
                    </a:ext>
                  </a:extLst>
                </p14:cNvPr>
                <p14:cNvContentPartPr/>
                <p14:nvPr/>
              </p14:nvContentPartPr>
              <p14:xfrm>
                <a:off x="3475185" y="392145"/>
                <a:ext cx="1455120" cy="572760"/>
              </p14:xfrm>
            </p:contentPart>
          </mc:Choice>
          <mc:Fallback xmlns="">
            <p:pic>
              <p:nvPicPr>
                <p:cNvPr id="36877" name="잉크 36876">
                  <a:extLst>
                    <a:ext uri="{FF2B5EF4-FFF2-40B4-BE49-F238E27FC236}">
                      <a16:creationId xmlns:a16="http://schemas.microsoft.com/office/drawing/2014/main" id="{24FCB59C-7513-D1F7-3516-905E3733CD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66185" y="383145"/>
                  <a:ext cx="147276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878" name="잉크 36877">
                  <a:extLst>
                    <a:ext uri="{FF2B5EF4-FFF2-40B4-BE49-F238E27FC236}">
                      <a16:creationId xmlns:a16="http://schemas.microsoft.com/office/drawing/2014/main" id="{96D56A6F-6283-F853-A771-57DE4E67EF8D}"/>
                    </a:ext>
                  </a:extLst>
                </p14:cNvPr>
                <p14:cNvContentPartPr/>
                <p14:nvPr/>
              </p14:nvContentPartPr>
              <p14:xfrm>
                <a:off x="3624225" y="560985"/>
                <a:ext cx="78120" cy="94680"/>
              </p14:xfrm>
            </p:contentPart>
          </mc:Choice>
          <mc:Fallback xmlns="">
            <p:pic>
              <p:nvPicPr>
                <p:cNvPr id="36878" name="잉크 36877">
                  <a:extLst>
                    <a:ext uri="{FF2B5EF4-FFF2-40B4-BE49-F238E27FC236}">
                      <a16:creationId xmlns:a16="http://schemas.microsoft.com/office/drawing/2014/main" id="{96D56A6F-6283-F853-A771-57DE4E67EF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15585" y="552345"/>
                  <a:ext cx="95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879" name="잉크 36878">
                  <a:extLst>
                    <a:ext uri="{FF2B5EF4-FFF2-40B4-BE49-F238E27FC236}">
                      <a16:creationId xmlns:a16="http://schemas.microsoft.com/office/drawing/2014/main" id="{1E4670ED-51EE-A215-CB05-5556D710F032}"/>
                    </a:ext>
                  </a:extLst>
                </p14:cNvPr>
                <p14:cNvContentPartPr/>
                <p14:nvPr/>
              </p14:nvContentPartPr>
              <p14:xfrm>
                <a:off x="3817185" y="557745"/>
                <a:ext cx="96480" cy="104040"/>
              </p14:xfrm>
            </p:contentPart>
          </mc:Choice>
          <mc:Fallback xmlns="">
            <p:pic>
              <p:nvPicPr>
                <p:cNvPr id="36879" name="잉크 36878">
                  <a:extLst>
                    <a:ext uri="{FF2B5EF4-FFF2-40B4-BE49-F238E27FC236}">
                      <a16:creationId xmlns:a16="http://schemas.microsoft.com/office/drawing/2014/main" id="{1E4670ED-51EE-A215-CB05-5556D710F0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08185" y="549105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880" name="잉크 36879">
                  <a:extLst>
                    <a:ext uri="{FF2B5EF4-FFF2-40B4-BE49-F238E27FC236}">
                      <a16:creationId xmlns:a16="http://schemas.microsoft.com/office/drawing/2014/main" id="{B8983C0D-FEAA-B388-285E-6D6348BA159F}"/>
                    </a:ext>
                  </a:extLst>
                </p14:cNvPr>
                <p14:cNvContentPartPr/>
                <p14:nvPr/>
              </p14:nvContentPartPr>
              <p14:xfrm>
                <a:off x="4005825" y="560625"/>
                <a:ext cx="129960" cy="101520"/>
              </p14:xfrm>
            </p:contentPart>
          </mc:Choice>
          <mc:Fallback xmlns="">
            <p:pic>
              <p:nvPicPr>
                <p:cNvPr id="36880" name="잉크 36879">
                  <a:extLst>
                    <a:ext uri="{FF2B5EF4-FFF2-40B4-BE49-F238E27FC236}">
                      <a16:creationId xmlns:a16="http://schemas.microsoft.com/office/drawing/2014/main" id="{B8983C0D-FEAA-B388-285E-6D6348BA15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96825" y="551985"/>
                  <a:ext cx="147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881" name="잉크 36880">
                  <a:extLst>
                    <a:ext uri="{FF2B5EF4-FFF2-40B4-BE49-F238E27FC236}">
                      <a16:creationId xmlns:a16="http://schemas.microsoft.com/office/drawing/2014/main" id="{C0E261AD-0F34-57D4-E1FF-C8BB3EE80C48}"/>
                    </a:ext>
                  </a:extLst>
                </p14:cNvPr>
                <p14:cNvContentPartPr/>
                <p14:nvPr/>
              </p14:nvContentPartPr>
              <p14:xfrm>
                <a:off x="4259625" y="569985"/>
                <a:ext cx="105480" cy="99360"/>
              </p14:xfrm>
            </p:contentPart>
          </mc:Choice>
          <mc:Fallback xmlns="">
            <p:pic>
              <p:nvPicPr>
                <p:cNvPr id="36881" name="잉크 36880">
                  <a:extLst>
                    <a:ext uri="{FF2B5EF4-FFF2-40B4-BE49-F238E27FC236}">
                      <a16:creationId xmlns:a16="http://schemas.microsoft.com/office/drawing/2014/main" id="{C0E261AD-0F34-57D4-E1FF-C8BB3EE80C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50985" y="560985"/>
                  <a:ext cx="123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882" name="잉크 36881">
                  <a:extLst>
                    <a:ext uri="{FF2B5EF4-FFF2-40B4-BE49-F238E27FC236}">
                      <a16:creationId xmlns:a16="http://schemas.microsoft.com/office/drawing/2014/main" id="{4A4C1F16-490A-713E-8522-F9FF5E3929F8}"/>
                    </a:ext>
                  </a:extLst>
                </p14:cNvPr>
                <p14:cNvContentPartPr/>
                <p14:nvPr/>
              </p14:nvContentPartPr>
              <p14:xfrm>
                <a:off x="4480305" y="539385"/>
                <a:ext cx="142560" cy="96120"/>
              </p14:xfrm>
            </p:contentPart>
          </mc:Choice>
          <mc:Fallback xmlns="">
            <p:pic>
              <p:nvPicPr>
                <p:cNvPr id="36882" name="잉크 36881">
                  <a:extLst>
                    <a:ext uri="{FF2B5EF4-FFF2-40B4-BE49-F238E27FC236}">
                      <a16:creationId xmlns:a16="http://schemas.microsoft.com/office/drawing/2014/main" id="{4A4C1F16-490A-713E-8522-F9FF5E3929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71305" y="530745"/>
                  <a:ext cx="160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6883" name="잉크 36882">
                  <a:extLst>
                    <a:ext uri="{FF2B5EF4-FFF2-40B4-BE49-F238E27FC236}">
                      <a16:creationId xmlns:a16="http://schemas.microsoft.com/office/drawing/2014/main" id="{957C543A-17DD-2877-8772-81051190BA14}"/>
                    </a:ext>
                  </a:extLst>
                </p14:cNvPr>
                <p14:cNvContentPartPr/>
                <p14:nvPr/>
              </p14:nvContentPartPr>
              <p14:xfrm>
                <a:off x="3677505" y="806145"/>
                <a:ext cx="82800" cy="88560"/>
              </p14:xfrm>
            </p:contentPart>
          </mc:Choice>
          <mc:Fallback xmlns="">
            <p:pic>
              <p:nvPicPr>
                <p:cNvPr id="36883" name="잉크 36882">
                  <a:extLst>
                    <a:ext uri="{FF2B5EF4-FFF2-40B4-BE49-F238E27FC236}">
                      <a16:creationId xmlns:a16="http://schemas.microsoft.com/office/drawing/2014/main" id="{957C543A-17DD-2877-8772-81051190BA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68505" y="797145"/>
                  <a:ext cx="100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6884" name="잉크 36883">
                  <a:extLst>
                    <a:ext uri="{FF2B5EF4-FFF2-40B4-BE49-F238E27FC236}">
                      <a16:creationId xmlns:a16="http://schemas.microsoft.com/office/drawing/2014/main" id="{60263F04-3F6E-5308-E0F3-9B8EF69BE5AC}"/>
                    </a:ext>
                  </a:extLst>
                </p14:cNvPr>
                <p14:cNvContentPartPr/>
                <p14:nvPr/>
              </p14:nvContentPartPr>
              <p14:xfrm>
                <a:off x="3864705" y="800385"/>
                <a:ext cx="85680" cy="91080"/>
              </p14:xfrm>
            </p:contentPart>
          </mc:Choice>
          <mc:Fallback xmlns="">
            <p:pic>
              <p:nvPicPr>
                <p:cNvPr id="36884" name="잉크 36883">
                  <a:extLst>
                    <a:ext uri="{FF2B5EF4-FFF2-40B4-BE49-F238E27FC236}">
                      <a16:creationId xmlns:a16="http://schemas.microsoft.com/office/drawing/2014/main" id="{60263F04-3F6E-5308-E0F3-9B8EF69BE5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55705" y="791385"/>
                  <a:ext cx="103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99" name="그룹 36898">
            <a:extLst>
              <a:ext uri="{FF2B5EF4-FFF2-40B4-BE49-F238E27FC236}">
                <a16:creationId xmlns:a16="http://schemas.microsoft.com/office/drawing/2014/main" id="{0622387D-DA16-FDFD-43E3-74D41A56E45E}"/>
              </a:ext>
            </a:extLst>
          </p:cNvPr>
          <p:cNvGrpSpPr/>
          <p:nvPr/>
        </p:nvGrpSpPr>
        <p:grpSpPr>
          <a:xfrm>
            <a:off x="1981905" y="481425"/>
            <a:ext cx="515520" cy="487440"/>
            <a:chOff x="1981905" y="481425"/>
            <a:chExt cx="515520" cy="48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886" name="잉크 36885">
                  <a:extLst>
                    <a:ext uri="{FF2B5EF4-FFF2-40B4-BE49-F238E27FC236}">
                      <a16:creationId xmlns:a16="http://schemas.microsoft.com/office/drawing/2014/main" id="{5466A45E-04A2-60D0-D961-4632DBDB6EE4}"/>
                    </a:ext>
                  </a:extLst>
                </p14:cNvPr>
                <p14:cNvContentPartPr/>
                <p14:nvPr/>
              </p14:nvContentPartPr>
              <p14:xfrm>
                <a:off x="1981905" y="487905"/>
                <a:ext cx="214200" cy="228600"/>
              </p14:xfrm>
            </p:contentPart>
          </mc:Choice>
          <mc:Fallback xmlns="">
            <p:pic>
              <p:nvPicPr>
                <p:cNvPr id="36886" name="잉크 36885">
                  <a:extLst>
                    <a:ext uri="{FF2B5EF4-FFF2-40B4-BE49-F238E27FC236}">
                      <a16:creationId xmlns:a16="http://schemas.microsoft.com/office/drawing/2014/main" id="{5466A45E-04A2-60D0-D961-4632DBDB6E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72905" y="479265"/>
                  <a:ext cx="231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6889" name="잉크 36888">
                  <a:extLst>
                    <a:ext uri="{FF2B5EF4-FFF2-40B4-BE49-F238E27FC236}">
                      <a16:creationId xmlns:a16="http://schemas.microsoft.com/office/drawing/2014/main" id="{2887FAB5-09EB-7F41-04A7-16D7F59B5C7C}"/>
                    </a:ext>
                  </a:extLst>
                </p14:cNvPr>
                <p14:cNvContentPartPr/>
                <p14:nvPr/>
              </p14:nvContentPartPr>
              <p14:xfrm>
                <a:off x="2132745" y="895065"/>
                <a:ext cx="30960" cy="61560"/>
              </p14:xfrm>
            </p:contentPart>
          </mc:Choice>
          <mc:Fallback xmlns="">
            <p:pic>
              <p:nvPicPr>
                <p:cNvPr id="36889" name="잉크 36888">
                  <a:extLst>
                    <a:ext uri="{FF2B5EF4-FFF2-40B4-BE49-F238E27FC236}">
                      <a16:creationId xmlns:a16="http://schemas.microsoft.com/office/drawing/2014/main" id="{2887FAB5-09EB-7F41-04A7-16D7F59B5C7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23745" y="886425"/>
                  <a:ext cx="48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890" name="잉크 36889">
                  <a:extLst>
                    <a:ext uri="{FF2B5EF4-FFF2-40B4-BE49-F238E27FC236}">
                      <a16:creationId xmlns:a16="http://schemas.microsoft.com/office/drawing/2014/main" id="{A07A8FEB-29FC-5A1C-9528-3B1189FA48B5}"/>
                    </a:ext>
                  </a:extLst>
                </p14:cNvPr>
                <p14:cNvContentPartPr/>
                <p14:nvPr/>
              </p14:nvContentPartPr>
              <p14:xfrm>
                <a:off x="2209785" y="481425"/>
                <a:ext cx="165600" cy="240480"/>
              </p14:xfrm>
            </p:contentPart>
          </mc:Choice>
          <mc:Fallback xmlns="">
            <p:pic>
              <p:nvPicPr>
                <p:cNvPr id="36890" name="잉크 36889">
                  <a:extLst>
                    <a:ext uri="{FF2B5EF4-FFF2-40B4-BE49-F238E27FC236}">
                      <a16:creationId xmlns:a16="http://schemas.microsoft.com/office/drawing/2014/main" id="{A07A8FEB-29FC-5A1C-9528-3B1189FA48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01145" y="472785"/>
                  <a:ext cx="183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6893" name="잉크 36892">
                  <a:extLst>
                    <a:ext uri="{FF2B5EF4-FFF2-40B4-BE49-F238E27FC236}">
                      <a16:creationId xmlns:a16="http://schemas.microsoft.com/office/drawing/2014/main" id="{4EB43DB6-BC4A-43B8-719B-7973C755E7C5}"/>
                    </a:ext>
                  </a:extLst>
                </p14:cNvPr>
                <p14:cNvContentPartPr/>
                <p14:nvPr/>
              </p14:nvContentPartPr>
              <p14:xfrm>
                <a:off x="2445225" y="854385"/>
                <a:ext cx="52200" cy="82080"/>
              </p14:xfrm>
            </p:contentPart>
          </mc:Choice>
          <mc:Fallback xmlns="">
            <p:pic>
              <p:nvPicPr>
                <p:cNvPr id="36893" name="잉크 36892">
                  <a:extLst>
                    <a:ext uri="{FF2B5EF4-FFF2-40B4-BE49-F238E27FC236}">
                      <a16:creationId xmlns:a16="http://schemas.microsoft.com/office/drawing/2014/main" id="{4EB43DB6-BC4A-43B8-719B-7973C755E7C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36585" y="845745"/>
                  <a:ext cx="69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6895" name="잉크 36894">
                  <a:extLst>
                    <a:ext uri="{FF2B5EF4-FFF2-40B4-BE49-F238E27FC236}">
                      <a16:creationId xmlns:a16="http://schemas.microsoft.com/office/drawing/2014/main" id="{5C4D7A57-7663-7097-01EB-0746183AEE70}"/>
                    </a:ext>
                  </a:extLst>
                </p14:cNvPr>
                <p14:cNvContentPartPr/>
                <p14:nvPr/>
              </p14:nvContentPartPr>
              <p14:xfrm>
                <a:off x="2009625" y="788145"/>
                <a:ext cx="19080" cy="178200"/>
              </p14:xfrm>
            </p:contentPart>
          </mc:Choice>
          <mc:Fallback xmlns="">
            <p:pic>
              <p:nvPicPr>
                <p:cNvPr id="36895" name="잉크 36894">
                  <a:extLst>
                    <a:ext uri="{FF2B5EF4-FFF2-40B4-BE49-F238E27FC236}">
                      <a16:creationId xmlns:a16="http://schemas.microsoft.com/office/drawing/2014/main" id="{5C4D7A57-7663-7097-01EB-0746183AEE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00985" y="779145"/>
                  <a:ext cx="36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6896" name="잉크 36895">
                  <a:extLst>
                    <a:ext uri="{FF2B5EF4-FFF2-40B4-BE49-F238E27FC236}">
                      <a16:creationId xmlns:a16="http://schemas.microsoft.com/office/drawing/2014/main" id="{7CB06471-97D1-1BF8-DC43-334A4153F03F}"/>
                    </a:ext>
                  </a:extLst>
                </p14:cNvPr>
                <p14:cNvContentPartPr/>
                <p14:nvPr/>
              </p14:nvContentPartPr>
              <p14:xfrm>
                <a:off x="2005665" y="794985"/>
                <a:ext cx="72000" cy="82800"/>
              </p14:xfrm>
            </p:contentPart>
          </mc:Choice>
          <mc:Fallback xmlns="">
            <p:pic>
              <p:nvPicPr>
                <p:cNvPr id="36896" name="잉크 36895">
                  <a:extLst>
                    <a:ext uri="{FF2B5EF4-FFF2-40B4-BE49-F238E27FC236}">
                      <a16:creationId xmlns:a16="http://schemas.microsoft.com/office/drawing/2014/main" id="{7CB06471-97D1-1BF8-DC43-334A4153F0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96665" y="785985"/>
                  <a:ext cx="89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6897" name="잉크 36896">
                  <a:extLst>
                    <a:ext uri="{FF2B5EF4-FFF2-40B4-BE49-F238E27FC236}">
                      <a16:creationId xmlns:a16="http://schemas.microsoft.com/office/drawing/2014/main" id="{CEB6DD25-E339-F70D-9690-3C608D3C7485}"/>
                    </a:ext>
                  </a:extLst>
                </p14:cNvPr>
                <p14:cNvContentPartPr/>
                <p14:nvPr/>
              </p14:nvContentPartPr>
              <p14:xfrm>
                <a:off x="2321745" y="766545"/>
                <a:ext cx="25920" cy="202320"/>
              </p14:xfrm>
            </p:contentPart>
          </mc:Choice>
          <mc:Fallback xmlns="">
            <p:pic>
              <p:nvPicPr>
                <p:cNvPr id="36897" name="잉크 36896">
                  <a:extLst>
                    <a:ext uri="{FF2B5EF4-FFF2-40B4-BE49-F238E27FC236}">
                      <a16:creationId xmlns:a16="http://schemas.microsoft.com/office/drawing/2014/main" id="{CEB6DD25-E339-F70D-9690-3C608D3C74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13105" y="757545"/>
                  <a:ext cx="43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6898" name="잉크 36897">
                  <a:extLst>
                    <a:ext uri="{FF2B5EF4-FFF2-40B4-BE49-F238E27FC236}">
                      <a16:creationId xmlns:a16="http://schemas.microsoft.com/office/drawing/2014/main" id="{B920B8F0-4867-AA5A-D5C3-6BE6881D72FA}"/>
                    </a:ext>
                  </a:extLst>
                </p14:cNvPr>
                <p14:cNvContentPartPr/>
                <p14:nvPr/>
              </p14:nvContentPartPr>
              <p14:xfrm>
                <a:off x="2330385" y="794625"/>
                <a:ext cx="64800" cy="102960"/>
              </p14:xfrm>
            </p:contentPart>
          </mc:Choice>
          <mc:Fallback xmlns="">
            <p:pic>
              <p:nvPicPr>
                <p:cNvPr id="36898" name="잉크 36897">
                  <a:extLst>
                    <a:ext uri="{FF2B5EF4-FFF2-40B4-BE49-F238E27FC236}">
                      <a16:creationId xmlns:a16="http://schemas.microsoft.com/office/drawing/2014/main" id="{B920B8F0-4867-AA5A-D5C3-6BE6881D72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21745" y="785985"/>
                  <a:ext cx="8244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04" name="그룹 36903">
            <a:extLst>
              <a:ext uri="{FF2B5EF4-FFF2-40B4-BE49-F238E27FC236}">
                <a16:creationId xmlns:a16="http://schemas.microsoft.com/office/drawing/2014/main" id="{A1E6288D-8C7C-98F9-7351-56E1F51115E4}"/>
              </a:ext>
            </a:extLst>
          </p:cNvPr>
          <p:cNvGrpSpPr/>
          <p:nvPr/>
        </p:nvGrpSpPr>
        <p:grpSpPr>
          <a:xfrm>
            <a:off x="251745" y="129705"/>
            <a:ext cx="420480" cy="481680"/>
            <a:chOff x="251745" y="129705"/>
            <a:chExt cx="42048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6900" name="잉크 36899">
                  <a:extLst>
                    <a:ext uri="{FF2B5EF4-FFF2-40B4-BE49-F238E27FC236}">
                      <a16:creationId xmlns:a16="http://schemas.microsoft.com/office/drawing/2014/main" id="{2E38F732-C2D3-E88E-93B2-35F3AE37AD63}"/>
                    </a:ext>
                  </a:extLst>
                </p14:cNvPr>
                <p14:cNvContentPartPr/>
                <p14:nvPr/>
              </p14:nvContentPartPr>
              <p14:xfrm>
                <a:off x="312945" y="311145"/>
                <a:ext cx="359280" cy="300240"/>
              </p14:xfrm>
            </p:contentPart>
          </mc:Choice>
          <mc:Fallback xmlns="">
            <p:pic>
              <p:nvPicPr>
                <p:cNvPr id="36900" name="잉크 36899">
                  <a:extLst>
                    <a:ext uri="{FF2B5EF4-FFF2-40B4-BE49-F238E27FC236}">
                      <a16:creationId xmlns:a16="http://schemas.microsoft.com/office/drawing/2014/main" id="{2E38F732-C2D3-E88E-93B2-35F3AE37AD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4305" y="302145"/>
                  <a:ext cx="376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6901" name="잉크 36900">
                  <a:extLst>
                    <a:ext uri="{FF2B5EF4-FFF2-40B4-BE49-F238E27FC236}">
                      <a16:creationId xmlns:a16="http://schemas.microsoft.com/office/drawing/2014/main" id="{A57592A3-FBD2-2E08-8DC2-5AF0A97DEB44}"/>
                    </a:ext>
                  </a:extLst>
                </p14:cNvPr>
                <p14:cNvContentPartPr/>
                <p14:nvPr/>
              </p14:nvContentPartPr>
              <p14:xfrm>
                <a:off x="251745" y="138705"/>
                <a:ext cx="51480" cy="196560"/>
              </p14:xfrm>
            </p:contentPart>
          </mc:Choice>
          <mc:Fallback xmlns="">
            <p:pic>
              <p:nvPicPr>
                <p:cNvPr id="36901" name="잉크 36900">
                  <a:extLst>
                    <a:ext uri="{FF2B5EF4-FFF2-40B4-BE49-F238E27FC236}">
                      <a16:creationId xmlns:a16="http://schemas.microsoft.com/office/drawing/2014/main" id="{A57592A3-FBD2-2E08-8DC2-5AF0A97DEB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2745" y="130065"/>
                  <a:ext cx="69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6902" name="잉크 36901">
                  <a:extLst>
                    <a:ext uri="{FF2B5EF4-FFF2-40B4-BE49-F238E27FC236}">
                      <a16:creationId xmlns:a16="http://schemas.microsoft.com/office/drawing/2014/main" id="{A4A278AC-8657-238B-9117-33EAF0D4C8EC}"/>
                    </a:ext>
                  </a:extLst>
                </p14:cNvPr>
                <p14:cNvContentPartPr/>
                <p14:nvPr/>
              </p14:nvContentPartPr>
              <p14:xfrm>
                <a:off x="261825" y="129705"/>
                <a:ext cx="59400" cy="150120"/>
              </p14:xfrm>
            </p:contentPart>
          </mc:Choice>
          <mc:Fallback xmlns="">
            <p:pic>
              <p:nvPicPr>
                <p:cNvPr id="36902" name="잉크 36901">
                  <a:extLst>
                    <a:ext uri="{FF2B5EF4-FFF2-40B4-BE49-F238E27FC236}">
                      <a16:creationId xmlns:a16="http://schemas.microsoft.com/office/drawing/2014/main" id="{A4A278AC-8657-238B-9117-33EAF0D4C8E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3185" y="120705"/>
                  <a:ext cx="77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6903" name="잉크 36902">
                  <a:extLst>
                    <a:ext uri="{FF2B5EF4-FFF2-40B4-BE49-F238E27FC236}">
                      <a16:creationId xmlns:a16="http://schemas.microsoft.com/office/drawing/2014/main" id="{A28E9BDB-2EB0-2CC2-4C72-23663AA196A2}"/>
                    </a:ext>
                  </a:extLst>
                </p14:cNvPr>
                <p14:cNvContentPartPr/>
                <p14:nvPr/>
              </p14:nvContentPartPr>
              <p14:xfrm>
                <a:off x="386745" y="194865"/>
                <a:ext cx="23400" cy="84600"/>
              </p14:xfrm>
            </p:contentPart>
          </mc:Choice>
          <mc:Fallback xmlns="">
            <p:pic>
              <p:nvPicPr>
                <p:cNvPr id="36903" name="잉크 36902">
                  <a:extLst>
                    <a:ext uri="{FF2B5EF4-FFF2-40B4-BE49-F238E27FC236}">
                      <a16:creationId xmlns:a16="http://schemas.microsoft.com/office/drawing/2014/main" id="{A28E9BDB-2EB0-2CC2-4C72-23663AA196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105" y="185865"/>
                  <a:ext cx="410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09" name="그룹 36908">
            <a:extLst>
              <a:ext uri="{FF2B5EF4-FFF2-40B4-BE49-F238E27FC236}">
                <a16:creationId xmlns:a16="http://schemas.microsoft.com/office/drawing/2014/main" id="{C62C7573-89B3-0321-BB49-11150AF76B32}"/>
              </a:ext>
            </a:extLst>
          </p:cNvPr>
          <p:cNvGrpSpPr/>
          <p:nvPr/>
        </p:nvGrpSpPr>
        <p:grpSpPr>
          <a:xfrm>
            <a:off x="713985" y="160305"/>
            <a:ext cx="788760" cy="532800"/>
            <a:chOff x="713985" y="160305"/>
            <a:chExt cx="78876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6905" name="잉크 36904">
                  <a:extLst>
                    <a:ext uri="{FF2B5EF4-FFF2-40B4-BE49-F238E27FC236}">
                      <a16:creationId xmlns:a16="http://schemas.microsoft.com/office/drawing/2014/main" id="{930E6A26-37A9-E61C-05F5-85A652B18DD0}"/>
                    </a:ext>
                  </a:extLst>
                </p14:cNvPr>
                <p14:cNvContentPartPr/>
                <p14:nvPr/>
              </p14:nvContentPartPr>
              <p14:xfrm>
                <a:off x="713985" y="345705"/>
                <a:ext cx="631800" cy="347400"/>
              </p14:xfrm>
            </p:contentPart>
          </mc:Choice>
          <mc:Fallback xmlns="">
            <p:pic>
              <p:nvPicPr>
                <p:cNvPr id="36905" name="잉크 36904">
                  <a:extLst>
                    <a:ext uri="{FF2B5EF4-FFF2-40B4-BE49-F238E27FC236}">
                      <a16:creationId xmlns:a16="http://schemas.microsoft.com/office/drawing/2014/main" id="{930E6A26-37A9-E61C-05F5-85A652B18D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4985" y="337065"/>
                  <a:ext cx="649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6906" name="잉크 36905">
                  <a:extLst>
                    <a:ext uri="{FF2B5EF4-FFF2-40B4-BE49-F238E27FC236}">
                      <a16:creationId xmlns:a16="http://schemas.microsoft.com/office/drawing/2014/main" id="{BBE468B1-D3A3-F5A6-2F10-DC917CD20F74}"/>
                    </a:ext>
                  </a:extLst>
                </p14:cNvPr>
                <p14:cNvContentPartPr/>
                <p14:nvPr/>
              </p14:nvContentPartPr>
              <p14:xfrm>
                <a:off x="1289625" y="184425"/>
                <a:ext cx="11880" cy="203040"/>
              </p14:xfrm>
            </p:contentPart>
          </mc:Choice>
          <mc:Fallback xmlns="">
            <p:pic>
              <p:nvPicPr>
                <p:cNvPr id="36906" name="잉크 36905">
                  <a:extLst>
                    <a:ext uri="{FF2B5EF4-FFF2-40B4-BE49-F238E27FC236}">
                      <a16:creationId xmlns:a16="http://schemas.microsoft.com/office/drawing/2014/main" id="{BBE468B1-D3A3-F5A6-2F10-DC917CD20F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80625" y="175785"/>
                  <a:ext cx="29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6907" name="잉크 36906">
                  <a:extLst>
                    <a:ext uri="{FF2B5EF4-FFF2-40B4-BE49-F238E27FC236}">
                      <a16:creationId xmlns:a16="http://schemas.microsoft.com/office/drawing/2014/main" id="{F7E9E3DC-11BF-35EC-3385-0B0D69FA62EC}"/>
                    </a:ext>
                  </a:extLst>
                </p14:cNvPr>
                <p14:cNvContentPartPr/>
                <p14:nvPr/>
              </p14:nvContentPartPr>
              <p14:xfrm>
                <a:off x="1278825" y="160305"/>
                <a:ext cx="75600" cy="154080"/>
              </p14:xfrm>
            </p:contentPart>
          </mc:Choice>
          <mc:Fallback xmlns="">
            <p:pic>
              <p:nvPicPr>
                <p:cNvPr id="36907" name="잉크 36906">
                  <a:extLst>
                    <a:ext uri="{FF2B5EF4-FFF2-40B4-BE49-F238E27FC236}">
                      <a16:creationId xmlns:a16="http://schemas.microsoft.com/office/drawing/2014/main" id="{F7E9E3DC-11BF-35EC-3385-0B0D69FA62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69825" y="151665"/>
                  <a:ext cx="93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6908" name="잉크 36907">
                  <a:extLst>
                    <a:ext uri="{FF2B5EF4-FFF2-40B4-BE49-F238E27FC236}">
                      <a16:creationId xmlns:a16="http://schemas.microsoft.com/office/drawing/2014/main" id="{2524D5D7-B0EA-E5C3-6A84-95A97744308B}"/>
                    </a:ext>
                  </a:extLst>
                </p14:cNvPr>
                <p14:cNvContentPartPr/>
                <p14:nvPr/>
              </p14:nvContentPartPr>
              <p14:xfrm>
                <a:off x="1400505" y="250665"/>
                <a:ext cx="102240" cy="82080"/>
              </p14:xfrm>
            </p:contentPart>
          </mc:Choice>
          <mc:Fallback xmlns="">
            <p:pic>
              <p:nvPicPr>
                <p:cNvPr id="36908" name="잉크 36907">
                  <a:extLst>
                    <a:ext uri="{FF2B5EF4-FFF2-40B4-BE49-F238E27FC236}">
                      <a16:creationId xmlns:a16="http://schemas.microsoft.com/office/drawing/2014/main" id="{2524D5D7-B0EA-E5C3-6A84-95A9774430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91865" y="242025"/>
                  <a:ext cx="11988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14" name="그룹 36913">
            <a:extLst>
              <a:ext uri="{FF2B5EF4-FFF2-40B4-BE49-F238E27FC236}">
                <a16:creationId xmlns:a16="http://schemas.microsoft.com/office/drawing/2014/main" id="{F1AEEB6C-3E78-FCFB-7A13-685EC91C2EB7}"/>
              </a:ext>
            </a:extLst>
          </p:cNvPr>
          <p:cNvGrpSpPr/>
          <p:nvPr/>
        </p:nvGrpSpPr>
        <p:grpSpPr>
          <a:xfrm>
            <a:off x="344265" y="671865"/>
            <a:ext cx="503640" cy="346320"/>
            <a:chOff x="344265" y="671865"/>
            <a:chExt cx="5036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6910" name="잉크 36909">
                  <a:extLst>
                    <a:ext uri="{FF2B5EF4-FFF2-40B4-BE49-F238E27FC236}">
                      <a16:creationId xmlns:a16="http://schemas.microsoft.com/office/drawing/2014/main" id="{C046A326-9FE8-26AF-E55A-6811C565AC1D}"/>
                    </a:ext>
                  </a:extLst>
                </p14:cNvPr>
                <p14:cNvContentPartPr/>
                <p14:nvPr/>
              </p14:nvContentPartPr>
              <p14:xfrm>
                <a:off x="344265" y="671865"/>
                <a:ext cx="331560" cy="263880"/>
              </p14:xfrm>
            </p:contentPart>
          </mc:Choice>
          <mc:Fallback xmlns="">
            <p:pic>
              <p:nvPicPr>
                <p:cNvPr id="36910" name="잉크 36909">
                  <a:extLst>
                    <a:ext uri="{FF2B5EF4-FFF2-40B4-BE49-F238E27FC236}">
                      <a16:creationId xmlns:a16="http://schemas.microsoft.com/office/drawing/2014/main" id="{C046A326-9FE8-26AF-E55A-6811C565AC1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5265" y="663225"/>
                  <a:ext cx="349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6911" name="잉크 36910">
                  <a:extLst>
                    <a:ext uri="{FF2B5EF4-FFF2-40B4-BE49-F238E27FC236}">
                      <a16:creationId xmlns:a16="http://schemas.microsoft.com/office/drawing/2014/main" id="{9C58A327-636B-9E22-1807-A690DCAAB2C6}"/>
                    </a:ext>
                  </a:extLst>
                </p14:cNvPr>
                <p14:cNvContentPartPr/>
                <p14:nvPr/>
              </p14:nvContentPartPr>
              <p14:xfrm>
                <a:off x="704265" y="872745"/>
                <a:ext cx="31320" cy="145440"/>
              </p14:xfrm>
            </p:contentPart>
          </mc:Choice>
          <mc:Fallback xmlns="">
            <p:pic>
              <p:nvPicPr>
                <p:cNvPr id="36911" name="잉크 36910">
                  <a:extLst>
                    <a:ext uri="{FF2B5EF4-FFF2-40B4-BE49-F238E27FC236}">
                      <a16:creationId xmlns:a16="http://schemas.microsoft.com/office/drawing/2014/main" id="{9C58A327-636B-9E22-1807-A690DCAAB2C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5625" y="864105"/>
                  <a:ext cx="48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6912" name="잉크 36911">
                  <a:extLst>
                    <a:ext uri="{FF2B5EF4-FFF2-40B4-BE49-F238E27FC236}">
                      <a16:creationId xmlns:a16="http://schemas.microsoft.com/office/drawing/2014/main" id="{30F33DEE-AB44-8F77-7D40-77B29E645C44}"/>
                    </a:ext>
                  </a:extLst>
                </p14:cNvPr>
                <p14:cNvContentPartPr/>
                <p14:nvPr/>
              </p14:nvContentPartPr>
              <p14:xfrm>
                <a:off x="700665" y="851505"/>
                <a:ext cx="54720" cy="113400"/>
              </p14:xfrm>
            </p:contentPart>
          </mc:Choice>
          <mc:Fallback xmlns="">
            <p:pic>
              <p:nvPicPr>
                <p:cNvPr id="36912" name="잉크 36911">
                  <a:extLst>
                    <a:ext uri="{FF2B5EF4-FFF2-40B4-BE49-F238E27FC236}">
                      <a16:creationId xmlns:a16="http://schemas.microsoft.com/office/drawing/2014/main" id="{30F33DEE-AB44-8F77-7D40-77B29E645C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1665" y="842865"/>
                  <a:ext cx="72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6913" name="잉크 36912">
                  <a:extLst>
                    <a:ext uri="{FF2B5EF4-FFF2-40B4-BE49-F238E27FC236}">
                      <a16:creationId xmlns:a16="http://schemas.microsoft.com/office/drawing/2014/main" id="{A92FE379-D363-85AF-007C-CB3F4A7E3F2A}"/>
                    </a:ext>
                  </a:extLst>
                </p14:cNvPr>
                <p14:cNvContentPartPr/>
                <p14:nvPr/>
              </p14:nvContentPartPr>
              <p14:xfrm>
                <a:off x="789225" y="920985"/>
                <a:ext cx="58680" cy="70560"/>
              </p14:xfrm>
            </p:contentPart>
          </mc:Choice>
          <mc:Fallback xmlns="">
            <p:pic>
              <p:nvPicPr>
                <p:cNvPr id="36913" name="잉크 36912">
                  <a:extLst>
                    <a:ext uri="{FF2B5EF4-FFF2-40B4-BE49-F238E27FC236}">
                      <a16:creationId xmlns:a16="http://schemas.microsoft.com/office/drawing/2014/main" id="{A92FE379-D363-85AF-007C-CB3F4A7E3F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0585" y="912345"/>
                  <a:ext cx="763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28" name="그룹 36927">
            <a:extLst>
              <a:ext uri="{FF2B5EF4-FFF2-40B4-BE49-F238E27FC236}">
                <a16:creationId xmlns:a16="http://schemas.microsoft.com/office/drawing/2014/main" id="{E9247E5A-95BB-D73E-4E78-E6CDF5768694}"/>
              </a:ext>
            </a:extLst>
          </p:cNvPr>
          <p:cNvGrpSpPr/>
          <p:nvPr/>
        </p:nvGrpSpPr>
        <p:grpSpPr>
          <a:xfrm>
            <a:off x="3366516" y="229116"/>
            <a:ext cx="1487160" cy="520560"/>
            <a:chOff x="3366516" y="229116"/>
            <a:chExt cx="148716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6915" name="잉크 36914">
                  <a:extLst>
                    <a:ext uri="{FF2B5EF4-FFF2-40B4-BE49-F238E27FC236}">
                      <a16:creationId xmlns:a16="http://schemas.microsoft.com/office/drawing/2014/main" id="{7B16AE70-677D-47B0-5937-4BDFB3356604}"/>
                    </a:ext>
                  </a:extLst>
                </p14:cNvPr>
                <p14:cNvContentPartPr/>
                <p14:nvPr/>
              </p14:nvContentPartPr>
              <p14:xfrm>
                <a:off x="3560916" y="463476"/>
                <a:ext cx="392040" cy="244800"/>
              </p14:xfrm>
            </p:contentPart>
          </mc:Choice>
          <mc:Fallback xmlns="">
            <p:pic>
              <p:nvPicPr>
                <p:cNvPr id="36915" name="잉크 36914">
                  <a:extLst>
                    <a:ext uri="{FF2B5EF4-FFF2-40B4-BE49-F238E27FC236}">
                      <a16:creationId xmlns:a16="http://schemas.microsoft.com/office/drawing/2014/main" id="{7B16AE70-677D-47B0-5937-4BDFB33566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52276" y="454476"/>
                  <a:ext cx="4096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6916" name="잉크 36915">
                  <a:extLst>
                    <a:ext uri="{FF2B5EF4-FFF2-40B4-BE49-F238E27FC236}">
                      <a16:creationId xmlns:a16="http://schemas.microsoft.com/office/drawing/2014/main" id="{AEB5680D-CA1A-AACB-E5BE-56B2D7F2C367}"/>
                    </a:ext>
                  </a:extLst>
                </p14:cNvPr>
                <p14:cNvContentPartPr/>
                <p14:nvPr/>
              </p14:nvContentPartPr>
              <p14:xfrm>
                <a:off x="3366516" y="308316"/>
                <a:ext cx="91440" cy="244440"/>
              </p14:xfrm>
            </p:contentPart>
          </mc:Choice>
          <mc:Fallback xmlns="">
            <p:pic>
              <p:nvPicPr>
                <p:cNvPr id="36916" name="잉크 36915">
                  <a:extLst>
                    <a:ext uri="{FF2B5EF4-FFF2-40B4-BE49-F238E27FC236}">
                      <a16:creationId xmlns:a16="http://schemas.microsoft.com/office/drawing/2014/main" id="{AEB5680D-CA1A-AACB-E5BE-56B2D7F2C36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57516" y="299676"/>
                  <a:ext cx="109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6917" name="잉크 36916">
                  <a:extLst>
                    <a:ext uri="{FF2B5EF4-FFF2-40B4-BE49-F238E27FC236}">
                      <a16:creationId xmlns:a16="http://schemas.microsoft.com/office/drawing/2014/main" id="{DA2D7196-2579-8F53-F724-BAF5F4158BBA}"/>
                    </a:ext>
                  </a:extLst>
                </p14:cNvPr>
                <p14:cNvContentPartPr/>
                <p14:nvPr/>
              </p14:nvContentPartPr>
              <p14:xfrm>
                <a:off x="3493236" y="400836"/>
                <a:ext cx="106200" cy="87840"/>
              </p14:xfrm>
            </p:contentPart>
          </mc:Choice>
          <mc:Fallback xmlns="">
            <p:pic>
              <p:nvPicPr>
                <p:cNvPr id="36917" name="잉크 36916">
                  <a:extLst>
                    <a:ext uri="{FF2B5EF4-FFF2-40B4-BE49-F238E27FC236}">
                      <a16:creationId xmlns:a16="http://schemas.microsoft.com/office/drawing/2014/main" id="{DA2D7196-2579-8F53-F724-BAF5F4158BB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84236" y="391836"/>
                  <a:ext cx="123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6918" name="잉크 36917">
                  <a:extLst>
                    <a:ext uri="{FF2B5EF4-FFF2-40B4-BE49-F238E27FC236}">
                      <a16:creationId xmlns:a16="http://schemas.microsoft.com/office/drawing/2014/main" id="{E14DF5E8-43C9-070D-A55E-EAD4C6DE45DE}"/>
                    </a:ext>
                  </a:extLst>
                </p14:cNvPr>
                <p14:cNvContentPartPr/>
                <p14:nvPr/>
              </p14:nvContentPartPr>
              <p14:xfrm>
                <a:off x="3977796" y="456636"/>
                <a:ext cx="229320" cy="266400"/>
              </p14:xfrm>
            </p:contentPart>
          </mc:Choice>
          <mc:Fallback xmlns="">
            <p:pic>
              <p:nvPicPr>
                <p:cNvPr id="36918" name="잉크 36917">
                  <a:extLst>
                    <a:ext uri="{FF2B5EF4-FFF2-40B4-BE49-F238E27FC236}">
                      <a16:creationId xmlns:a16="http://schemas.microsoft.com/office/drawing/2014/main" id="{E14DF5E8-43C9-070D-A55E-EAD4C6DE45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68796" y="447636"/>
                  <a:ext cx="246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919" name="잉크 36918">
                  <a:extLst>
                    <a:ext uri="{FF2B5EF4-FFF2-40B4-BE49-F238E27FC236}">
                      <a16:creationId xmlns:a16="http://schemas.microsoft.com/office/drawing/2014/main" id="{0C8998C0-3D59-B55A-2167-181E753AE115}"/>
                    </a:ext>
                  </a:extLst>
                </p14:cNvPr>
                <p14:cNvContentPartPr/>
                <p14:nvPr/>
              </p14:nvContentPartPr>
              <p14:xfrm>
                <a:off x="4092276" y="229116"/>
                <a:ext cx="29880" cy="226080"/>
              </p14:xfrm>
            </p:contentPart>
          </mc:Choice>
          <mc:Fallback xmlns="">
            <p:pic>
              <p:nvPicPr>
                <p:cNvPr id="36919" name="잉크 36918">
                  <a:extLst>
                    <a:ext uri="{FF2B5EF4-FFF2-40B4-BE49-F238E27FC236}">
                      <a16:creationId xmlns:a16="http://schemas.microsoft.com/office/drawing/2014/main" id="{0C8998C0-3D59-B55A-2167-181E753AE11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83636" y="220116"/>
                  <a:ext cx="47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6920" name="잉크 36919">
                  <a:extLst>
                    <a:ext uri="{FF2B5EF4-FFF2-40B4-BE49-F238E27FC236}">
                      <a16:creationId xmlns:a16="http://schemas.microsoft.com/office/drawing/2014/main" id="{2CDBDD66-5BA8-C1E1-C9F7-B4967B100D1F}"/>
                    </a:ext>
                  </a:extLst>
                </p14:cNvPr>
                <p14:cNvContentPartPr/>
                <p14:nvPr/>
              </p14:nvContentPartPr>
              <p14:xfrm>
                <a:off x="4084716" y="239196"/>
                <a:ext cx="69120" cy="111960"/>
              </p14:xfrm>
            </p:contentPart>
          </mc:Choice>
          <mc:Fallback xmlns="">
            <p:pic>
              <p:nvPicPr>
                <p:cNvPr id="36920" name="잉크 36919">
                  <a:extLst>
                    <a:ext uri="{FF2B5EF4-FFF2-40B4-BE49-F238E27FC236}">
                      <a16:creationId xmlns:a16="http://schemas.microsoft.com/office/drawing/2014/main" id="{2CDBDD66-5BA8-C1E1-C9F7-B4967B100D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75716" y="230556"/>
                  <a:ext cx="86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6921" name="잉크 36920">
                  <a:extLst>
                    <a:ext uri="{FF2B5EF4-FFF2-40B4-BE49-F238E27FC236}">
                      <a16:creationId xmlns:a16="http://schemas.microsoft.com/office/drawing/2014/main" id="{AA3C7C3F-2ACE-F750-3F62-895C60049E3B}"/>
                    </a:ext>
                  </a:extLst>
                </p14:cNvPr>
                <p14:cNvContentPartPr/>
                <p14:nvPr/>
              </p14:nvContentPartPr>
              <p14:xfrm>
                <a:off x="4175076" y="327036"/>
                <a:ext cx="43560" cy="91440"/>
              </p14:xfrm>
            </p:contentPart>
          </mc:Choice>
          <mc:Fallback xmlns="">
            <p:pic>
              <p:nvPicPr>
                <p:cNvPr id="36921" name="잉크 36920">
                  <a:extLst>
                    <a:ext uri="{FF2B5EF4-FFF2-40B4-BE49-F238E27FC236}">
                      <a16:creationId xmlns:a16="http://schemas.microsoft.com/office/drawing/2014/main" id="{AA3C7C3F-2ACE-F750-3F62-895C60049E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66436" y="318396"/>
                  <a:ext cx="61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6923" name="잉크 36922">
                  <a:extLst>
                    <a:ext uri="{FF2B5EF4-FFF2-40B4-BE49-F238E27FC236}">
                      <a16:creationId xmlns:a16="http://schemas.microsoft.com/office/drawing/2014/main" id="{683D9796-AF93-6118-4CCE-323E9F5CA4F7}"/>
                    </a:ext>
                  </a:extLst>
                </p14:cNvPr>
                <p14:cNvContentPartPr/>
                <p14:nvPr/>
              </p14:nvContentPartPr>
              <p14:xfrm>
                <a:off x="4230876" y="432156"/>
                <a:ext cx="485640" cy="317520"/>
              </p14:xfrm>
            </p:contentPart>
          </mc:Choice>
          <mc:Fallback xmlns="">
            <p:pic>
              <p:nvPicPr>
                <p:cNvPr id="36923" name="잉크 36922">
                  <a:extLst>
                    <a:ext uri="{FF2B5EF4-FFF2-40B4-BE49-F238E27FC236}">
                      <a16:creationId xmlns:a16="http://schemas.microsoft.com/office/drawing/2014/main" id="{683D9796-AF93-6118-4CCE-323E9F5CA4F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21876" y="423516"/>
                  <a:ext cx="5032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6924" name="잉크 36923">
                  <a:extLst>
                    <a:ext uri="{FF2B5EF4-FFF2-40B4-BE49-F238E27FC236}">
                      <a16:creationId xmlns:a16="http://schemas.microsoft.com/office/drawing/2014/main" id="{1331EC42-81F5-0329-6F42-C15BE445DE5C}"/>
                    </a:ext>
                  </a:extLst>
                </p14:cNvPr>
                <p14:cNvContentPartPr/>
                <p14:nvPr/>
              </p14:nvContentPartPr>
              <p14:xfrm>
                <a:off x="4648116" y="259716"/>
                <a:ext cx="47880" cy="231480"/>
              </p14:xfrm>
            </p:contentPart>
          </mc:Choice>
          <mc:Fallback xmlns="">
            <p:pic>
              <p:nvPicPr>
                <p:cNvPr id="36924" name="잉크 36923">
                  <a:extLst>
                    <a:ext uri="{FF2B5EF4-FFF2-40B4-BE49-F238E27FC236}">
                      <a16:creationId xmlns:a16="http://schemas.microsoft.com/office/drawing/2014/main" id="{1331EC42-81F5-0329-6F42-C15BE445DE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39476" y="250716"/>
                  <a:ext cx="65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6925" name="잉크 36924">
                  <a:extLst>
                    <a:ext uri="{FF2B5EF4-FFF2-40B4-BE49-F238E27FC236}">
                      <a16:creationId xmlns:a16="http://schemas.microsoft.com/office/drawing/2014/main" id="{5323A9BC-EC56-A6B2-F045-8C5DAB60D410}"/>
                    </a:ext>
                  </a:extLst>
                </p14:cNvPr>
                <p14:cNvContentPartPr/>
                <p14:nvPr/>
              </p14:nvContentPartPr>
              <p14:xfrm>
                <a:off x="4631556" y="236676"/>
                <a:ext cx="91080" cy="136440"/>
              </p14:xfrm>
            </p:contentPart>
          </mc:Choice>
          <mc:Fallback xmlns="">
            <p:pic>
              <p:nvPicPr>
                <p:cNvPr id="36925" name="잉크 36924">
                  <a:extLst>
                    <a:ext uri="{FF2B5EF4-FFF2-40B4-BE49-F238E27FC236}">
                      <a16:creationId xmlns:a16="http://schemas.microsoft.com/office/drawing/2014/main" id="{5323A9BC-EC56-A6B2-F045-8C5DAB60D41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22916" y="228036"/>
                  <a:ext cx="108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6926" name="잉크 36925">
                  <a:extLst>
                    <a:ext uri="{FF2B5EF4-FFF2-40B4-BE49-F238E27FC236}">
                      <a16:creationId xmlns:a16="http://schemas.microsoft.com/office/drawing/2014/main" id="{0980C800-127E-D3D2-79F2-32833F12CFC1}"/>
                    </a:ext>
                  </a:extLst>
                </p14:cNvPr>
                <p14:cNvContentPartPr/>
                <p14:nvPr/>
              </p14:nvContentPartPr>
              <p14:xfrm>
                <a:off x="4751076" y="309756"/>
                <a:ext cx="102600" cy="59760"/>
              </p14:xfrm>
            </p:contentPart>
          </mc:Choice>
          <mc:Fallback xmlns="">
            <p:pic>
              <p:nvPicPr>
                <p:cNvPr id="36926" name="잉크 36925">
                  <a:extLst>
                    <a:ext uri="{FF2B5EF4-FFF2-40B4-BE49-F238E27FC236}">
                      <a16:creationId xmlns:a16="http://schemas.microsoft.com/office/drawing/2014/main" id="{0980C800-127E-D3D2-79F2-32833F12CF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42436" y="300756"/>
                  <a:ext cx="120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6927" name="잉크 36926">
                  <a:extLst>
                    <a:ext uri="{FF2B5EF4-FFF2-40B4-BE49-F238E27FC236}">
                      <a16:creationId xmlns:a16="http://schemas.microsoft.com/office/drawing/2014/main" id="{E641E6D7-6AB8-834F-AC87-5C74A052C021}"/>
                    </a:ext>
                  </a:extLst>
                </p14:cNvPr>
                <p14:cNvContentPartPr/>
                <p14:nvPr/>
              </p14:nvContentPartPr>
              <p14:xfrm>
                <a:off x="4803636" y="301116"/>
                <a:ext cx="6840" cy="148320"/>
              </p14:xfrm>
            </p:contentPart>
          </mc:Choice>
          <mc:Fallback xmlns="">
            <p:pic>
              <p:nvPicPr>
                <p:cNvPr id="36927" name="잉크 36926">
                  <a:extLst>
                    <a:ext uri="{FF2B5EF4-FFF2-40B4-BE49-F238E27FC236}">
                      <a16:creationId xmlns:a16="http://schemas.microsoft.com/office/drawing/2014/main" id="{E641E6D7-6AB8-834F-AC87-5C74A052C0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94636" y="292116"/>
                  <a:ext cx="244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35" name="그룹 36934">
            <a:extLst>
              <a:ext uri="{FF2B5EF4-FFF2-40B4-BE49-F238E27FC236}">
                <a16:creationId xmlns:a16="http://schemas.microsoft.com/office/drawing/2014/main" id="{FDC1BBE1-8905-9C45-65FE-E6524FCB87C6}"/>
              </a:ext>
            </a:extLst>
          </p:cNvPr>
          <p:cNvGrpSpPr/>
          <p:nvPr/>
        </p:nvGrpSpPr>
        <p:grpSpPr>
          <a:xfrm>
            <a:off x="6651631" y="5250582"/>
            <a:ext cx="397440" cy="126720"/>
            <a:chOff x="6651631" y="5250582"/>
            <a:chExt cx="397440" cy="1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6929" name="잉크 36928">
                  <a:extLst>
                    <a:ext uri="{FF2B5EF4-FFF2-40B4-BE49-F238E27FC236}">
                      <a16:creationId xmlns:a16="http://schemas.microsoft.com/office/drawing/2014/main" id="{F557B6DD-0BAA-B337-9382-54794C580144}"/>
                    </a:ext>
                  </a:extLst>
                </p14:cNvPr>
                <p14:cNvContentPartPr/>
                <p14:nvPr/>
              </p14:nvContentPartPr>
              <p14:xfrm>
                <a:off x="6651631" y="5317542"/>
                <a:ext cx="46440" cy="12240"/>
              </p14:xfrm>
            </p:contentPart>
          </mc:Choice>
          <mc:Fallback xmlns="">
            <p:pic>
              <p:nvPicPr>
                <p:cNvPr id="36929" name="잉크 36928">
                  <a:extLst>
                    <a:ext uri="{FF2B5EF4-FFF2-40B4-BE49-F238E27FC236}">
                      <a16:creationId xmlns:a16="http://schemas.microsoft.com/office/drawing/2014/main" id="{F557B6DD-0BAA-B337-9382-54794C5801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42991" y="5308902"/>
                  <a:ext cx="64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6930" name="잉크 36929">
                  <a:extLst>
                    <a:ext uri="{FF2B5EF4-FFF2-40B4-BE49-F238E27FC236}">
                      <a16:creationId xmlns:a16="http://schemas.microsoft.com/office/drawing/2014/main" id="{9574F8F0-DA37-DF8C-1761-17DDA8E4745A}"/>
                    </a:ext>
                  </a:extLst>
                </p14:cNvPr>
                <p14:cNvContentPartPr/>
                <p14:nvPr/>
              </p14:nvContentPartPr>
              <p14:xfrm>
                <a:off x="6754591" y="5298102"/>
                <a:ext cx="48600" cy="49320"/>
              </p14:xfrm>
            </p:contentPart>
          </mc:Choice>
          <mc:Fallback xmlns="">
            <p:pic>
              <p:nvPicPr>
                <p:cNvPr id="36930" name="잉크 36929">
                  <a:extLst>
                    <a:ext uri="{FF2B5EF4-FFF2-40B4-BE49-F238E27FC236}">
                      <a16:creationId xmlns:a16="http://schemas.microsoft.com/office/drawing/2014/main" id="{9574F8F0-DA37-DF8C-1761-17DDA8E474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45951" y="5289102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6931" name="잉크 36930">
                  <a:extLst>
                    <a:ext uri="{FF2B5EF4-FFF2-40B4-BE49-F238E27FC236}">
                      <a16:creationId xmlns:a16="http://schemas.microsoft.com/office/drawing/2014/main" id="{FDD7C03D-8337-E6F3-9032-DE5D3D40C23C}"/>
                    </a:ext>
                  </a:extLst>
                </p14:cNvPr>
                <p14:cNvContentPartPr/>
                <p14:nvPr/>
              </p14:nvContentPartPr>
              <p14:xfrm>
                <a:off x="6847471" y="5250582"/>
                <a:ext cx="17640" cy="126720"/>
              </p14:xfrm>
            </p:contentPart>
          </mc:Choice>
          <mc:Fallback xmlns="">
            <p:pic>
              <p:nvPicPr>
                <p:cNvPr id="36931" name="잉크 36930">
                  <a:extLst>
                    <a:ext uri="{FF2B5EF4-FFF2-40B4-BE49-F238E27FC236}">
                      <a16:creationId xmlns:a16="http://schemas.microsoft.com/office/drawing/2014/main" id="{FDD7C03D-8337-E6F3-9032-DE5D3D40C2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38471" y="5241942"/>
                  <a:ext cx="35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6932" name="잉크 36931">
                  <a:extLst>
                    <a:ext uri="{FF2B5EF4-FFF2-40B4-BE49-F238E27FC236}">
                      <a16:creationId xmlns:a16="http://schemas.microsoft.com/office/drawing/2014/main" id="{FE8378B3-5D73-8CB3-5CF7-B98123695B85}"/>
                    </a:ext>
                  </a:extLst>
                </p14:cNvPr>
                <p14:cNvContentPartPr/>
                <p14:nvPr/>
              </p14:nvContentPartPr>
              <p14:xfrm>
                <a:off x="6887791" y="5304222"/>
                <a:ext cx="46440" cy="50400"/>
              </p14:xfrm>
            </p:contentPart>
          </mc:Choice>
          <mc:Fallback xmlns="">
            <p:pic>
              <p:nvPicPr>
                <p:cNvPr id="36932" name="잉크 36931">
                  <a:extLst>
                    <a:ext uri="{FF2B5EF4-FFF2-40B4-BE49-F238E27FC236}">
                      <a16:creationId xmlns:a16="http://schemas.microsoft.com/office/drawing/2014/main" id="{FE8378B3-5D73-8CB3-5CF7-B98123695B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78791" y="5295222"/>
                  <a:ext cx="64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6933" name="잉크 36932">
                  <a:extLst>
                    <a:ext uri="{FF2B5EF4-FFF2-40B4-BE49-F238E27FC236}">
                      <a16:creationId xmlns:a16="http://schemas.microsoft.com/office/drawing/2014/main" id="{CE87A303-283E-83F1-B6B5-728D0E1DB53A}"/>
                    </a:ext>
                  </a:extLst>
                </p14:cNvPr>
                <p14:cNvContentPartPr/>
                <p14:nvPr/>
              </p14:nvContentPartPr>
              <p14:xfrm>
                <a:off x="6991111" y="5310702"/>
                <a:ext cx="53280" cy="11160"/>
              </p14:xfrm>
            </p:contentPart>
          </mc:Choice>
          <mc:Fallback xmlns="">
            <p:pic>
              <p:nvPicPr>
                <p:cNvPr id="36933" name="잉크 36932">
                  <a:extLst>
                    <a:ext uri="{FF2B5EF4-FFF2-40B4-BE49-F238E27FC236}">
                      <a16:creationId xmlns:a16="http://schemas.microsoft.com/office/drawing/2014/main" id="{CE87A303-283E-83F1-B6B5-728D0E1DB53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82471" y="5302062"/>
                  <a:ext cx="70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6934" name="잉크 36933">
                  <a:extLst>
                    <a:ext uri="{FF2B5EF4-FFF2-40B4-BE49-F238E27FC236}">
                      <a16:creationId xmlns:a16="http://schemas.microsoft.com/office/drawing/2014/main" id="{25E7B66B-AD53-C069-4385-98C7E2C59575}"/>
                    </a:ext>
                  </a:extLst>
                </p14:cNvPr>
                <p14:cNvContentPartPr/>
                <p14:nvPr/>
              </p14:nvContentPartPr>
              <p14:xfrm>
                <a:off x="6993631" y="5342742"/>
                <a:ext cx="55440" cy="12240"/>
              </p14:xfrm>
            </p:contentPart>
          </mc:Choice>
          <mc:Fallback xmlns="">
            <p:pic>
              <p:nvPicPr>
                <p:cNvPr id="36934" name="잉크 36933">
                  <a:extLst>
                    <a:ext uri="{FF2B5EF4-FFF2-40B4-BE49-F238E27FC236}">
                      <a16:creationId xmlns:a16="http://schemas.microsoft.com/office/drawing/2014/main" id="{25E7B66B-AD53-C069-4385-98C7E2C595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84631" y="5334102"/>
                  <a:ext cx="730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61" name="그룹 36960">
            <a:extLst>
              <a:ext uri="{FF2B5EF4-FFF2-40B4-BE49-F238E27FC236}">
                <a16:creationId xmlns:a16="http://schemas.microsoft.com/office/drawing/2014/main" id="{C26D7BAE-CB6D-7C50-9982-FE9BD3D5FE51}"/>
              </a:ext>
            </a:extLst>
          </p:cNvPr>
          <p:cNvGrpSpPr/>
          <p:nvPr/>
        </p:nvGrpSpPr>
        <p:grpSpPr>
          <a:xfrm>
            <a:off x="2662111" y="4650822"/>
            <a:ext cx="2186640" cy="215640"/>
            <a:chOff x="2662111" y="4650822"/>
            <a:chExt cx="21866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6936" name="잉크 36935">
                  <a:extLst>
                    <a:ext uri="{FF2B5EF4-FFF2-40B4-BE49-F238E27FC236}">
                      <a16:creationId xmlns:a16="http://schemas.microsoft.com/office/drawing/2014/main" id="{D9E7EE6C-1149-C551-6619-FDB90AD38196}"/>
                    </a:ext>
                  </a:extLst>
                </p14:cNvPr>
                <p14:cNvContentPartPr/>
                <p14:nvPr/>
              </p14:nvContentPartPr>
              <p14:xfrm>
                <a:off x="2662111" y="4667022"/>
                <a:ext cx="147960" cy="153000"/>
              </p14:xfrm>
            </p:contentPart>
          </mc:Choice>
          <mc:Fallback xmlns="">
            <p:pic>
              <p:nvPicPr>
                <p:cNvPr id="36936" name="잉크 36935">
                  <a:extLst>
                    <a:ext uri="{FF2B5EF4-FFF2-40B4-BE49-F238E27FC236}">
                      <a16:creationId xmlns:a16="http://schemas.microsoft.com/office/drawing/2014/main" id="{D9E7EE6C-1149-C551-6619-FDB90AD38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3471" y="4658382"/>
                  <a:ext cx="165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6937" name="잉크 36936">
                  <a:extLst>
                    <a:ext uri="{FF2B5EF4-FFF2-40B4-BE49-F238E27FC236}">
                      <a16:creationId xmlns:a16="http://schemas.microsoft.com/office/drawing/2014/main" id="{940C37E1-57AC-681E-9C75-FC16324718EF}"/>
                    </a:ext>
                  </a:extLst>
                </p14:cNvPr>
                <p14:cNvContentPartPr/>
                <p14:nvPr/>
              </p14:nvContentPartPr>
              <p14:xfrm>
                <a:off x="2854711" y="4650822"/>
                <a:ext cx="73080" cy="146880"/>
              </p14:xfrm>
            </p:contentPart>
          </mc:Choice>
          <mc:Fallback xmlns="">
            <p:pic>
              <p:nvPicPr>
                <p:cNvPr id="36937" name="잉크 36936">
                  <a:extLst>
                    <a:ext uri="{FF2B5EF4-FFF2-40B4-BE49-F238E27FC236}">
                      <a16:creationId xmlns:a16="http://schemas.microsoft.com/office/drawing/2014/main" id="{940C37E1-57AC-681E-9C75-FC16324718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46071" y="4641822"/>
                  <a:ext cx="90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6938" name="잉크 36937">
                  <a:extLst>
                    <a:ext uri="{FF2B5EF4-FFF2-40B4-BE49-F238E27FC236}">
                      <a16:creationId xmlns:a16="http://schemas.microsoft.com/office/drawing/2014/main" id="{167B1184-1967-E499-54BD-12AB8732C4F1}"/>
                    </a:ext>
                  </a:extLst>
                </p14:cNvPr>
                <p14:cNvContentPartPr/>
                <p14:nvPr/>
              </p14:nvContentPartPr>
              <p14:xfrm>
                <a:off x="2871271" y="4719222"/>
                <a:ext cx="68040" cy="21600"/>
              </p14:xfrm>
            </p:contentPart>
          </mc:Choice>
          <mc:Fallback xmlns="">
            <p:pic>
              <p:nvPicPr>
                <p:cNvPr id="36938" name="잉크 36937">
                  <a:extLst>
                    <a:ext uri="{FF2B5EF4-FFF2-40B4-BE49-F238E27FC236}">
                      <a16:creationId xmlns:a16="http://schemas.microsoft.com/office/drawing/2014/main" id="{167B1184-1967-E499-54BD-12AB8732C4F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862631" y="4710582"/>
                  <a:ext cx="85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6939" name="잉크 36938">
                  <a:extLst>
                    <a:ext uri="{FF2B5EF4-FFF2-40B4-BE49-F238E27FC236}">
                      <a16:creationId xmlns:a16="http://schemas.microsoft.com/office/drawing/2014/main" id="{F904EE56-7448-2E56-7750-1C42FF6D49C1}"/>
                    </a:ext>
                  </a:extLst>
                </p14:cNvPr>
                <p14:cNvContentPartPr/>
                <p14:nvPr/>
              </p14:nvContentPartPr>
              <p14:xfrm>
                <a:off x="2952991" y="4660182"/>
                <a:ext cx="127800" cy="166680"/>
              </p14:xfrm>
            </p:contentPart>
          </mc:Choice>
          <mc:Fallback xmlns="">
            <p:pic>
              <p:nvPicPr>
                <p:cNvPr id="36939" name="잉크 36938">
                  <a:extLst>
                    <a:ext uri="{FF2B5EF4-FFF2-40B4-BE49-F238E27FC236}">
                      <a16:creationId xmlns:a16="http://schemas.microsoft.com/office/drawing/2014/main" id="{F904EE56-7448-2E56-7750-1C42FF6D49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43991" y="4651182"/>
                  <a:ext cx="145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6940" name="잉크 36939">
                  <a:extLst>
                    <a:ext uri="{FF2B5EF4-FFF2-40B4-BE49-F238E27FC236}">
                      <a16:creationId xmlns:a16="http://schemas.microsoft.com/office/drawing/2014/main" id="{D3C5024C-B539-DDEC-7169-4E390335469B}"/>
                    </a:ext>
                  </a:extLst>
                </p14:cNvPr>
                <p14:cNvContentPartPr/>
                <p14:nvPr/>
              </p14:nvContentPartPr>
              <p14:xfrm>
                <a:off x="3116791" y="4737222"/>
                <a:ext cx="75600" cy="8640"/>
              </p14:xfrm>
            </p:contentPart>
          </mc:Choice>
          <mc:Fallback xmlns="">
            <p:pic>
              <p:nvPicPr>
                <p:cNvPr id="36940" name="잉크 36939">
                  <a:extLst>
                    <a:ext uri="{FF2B5EF4-FFF2-40B4-BE49-F238E27FC236}">
                      <a16:creationId xmlns:a16="http://schemas.microsoft.com/office/drawing/2014/main" id="{D3C5024C-B539-DDEC-7169-4E390335469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107791" y="4728582"/>
                  <a:ext cx="93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6941" name="잉크 36940">
                  <a:extLst>
                    <a:ext uri="{FF2B5EF4-FFF2-40B4-BE49-F238E27FC236}">
                      <a16:creationId xmlns:a16="http://schemas.microsoft.com/office/drawing/2014/main" id="{D8C40D63-B331-69D3-3241-DCC919519528}"/>
                    </a:ext>
                  </a:extLst>
                </p14:cNvPr>
                <p14:cNvContentPartPr/>
                <p14:nvPr/>
              </p14:nvContentPartPr>
              <p14:xfrm>
                <a:off x="3290671" y="4661262"/>
                <a:ext cx="35640" cy="174960"/>
              </p14:xfrm>
            </p:contentPart>
          </mc:Choice>
          <mc:Fallback xmlns="">
            <p:pic>
              <p:nvPicPr>
                <p:cNvPr id="36941" name="잉크 36940">
                  <a:extLst>
                    <a:ext uri="{FF2B5EF4-FFF2-40B4-BE49-F238E27FC236}">
                      <a16:creationId xmlns:a16="http://schemas.microsoft.com/office/drawing/2014/main" id="{D8C40D63-B331-69D3-3241-DCC91951952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81671" y="4652262"/>
                  <a:ext cx="5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6942" name="잉크 36941">
                  <a:extLst>
                    <a:ext uri="{FF2B5EF4-FFF2-40B4-BE49-F238E27FC236}">
                      <a16:creationId xmlns:a16="http://schemas.microsoft.com/office/drawing/2014/main" id="{A8115CD9-6267-C1C3-351C-B0247EA54BA1}"/>
                    </a:ext>
                  </a:extLst>
                </p14:cNvPr>
                <p14:cNvContentPartPr/>
                <p14:nvPr/>
              </p14:nvContentPartPr>
              <p14:xfrm>
                <a:off x="3294991" y="4676382"/>
                <a:ext cx="73440" cy="158400"/>
              </p14:xfrm>
            </p:contentPart>
          </mc:Choice>
          <mc:Fallback xmlns="">
            <p:pic>
              <p:nvPicPr>
                <p:cNvPr id="36942" name="잉크 36941">
                  <a:extLst>
                    <a:ext uri="{FF2B5EF4-FFF2-40B4-BE49-F238E27FC236}">
                      <a16:creationId xmlns:a16="http://schemas.microsoft.com/office/drawing/2014/main" id="{A8115CD9-6267-C1C3-351C-B0247EA54BA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86351" y="4667382"/>
                  <a:ext cx="91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6943" name="잉크 36942">
                  <a:extLst>
                    <a:ext uri="{FF2B5EF4-FFF2-40B4-BE49-F238E27FC236}">
                      <a16:creationId xmlns:a16="http://schemas.microsoft.com/office/drawing/2014/main" id="{FE30684F-43DC-09C0-D899-A1741490F073}"/>
                    </a:ext>
                  </a:extLst>
                </p14:cNvPr>
                <p14:cNvContentPartPr/>
                <p14:nvPr/>
              </p14:nvContentPartPr>
              <p14:xfrm>
                <a:off x="3401191" y="4695102"/>
                <a:ext cx="76320" cy="152280"/>
              </p14:xfrm>
            </p:contentPart>
          </mc:Choice>
          <mc:Fallback xmlns="">
            <p:pic>
              <p:nvPicPr>
                <p:cNvPr id="36943" name="잉크 36942">
                  <a:extLst>
                    <a:ext uri="{FF2B5EF4-FFF2-40B4-BE49-F238E27FC236}">
                      <a16:creationId xmlns:a16="http://schemas.microsoft.com/office/drawing/2014/main" id="{FE30684F-43DC-09C0-D899-A1741490F0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92551" y="4686102"/>
                  <a:ext cx="93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6944" name="잉크 36943">
                  <a:extLst>
                    <a:ext uri="{FF2B5EF4-FFF2-40B4-BE49-F238E27FC236}">
                      <a16:creationId xmlns:a16="http://schemas.microsoft.com/office/drawing/2014/main" id="{4E3504FB-227B-3558-8982-31AAE3DC3E98}"/>
                    </a:ext>
                  </a:extLst>
                </p14:cNvPr>
                <p14:cNvContentPartPr/>
                <p14:nvPr/>
              </p14:nvContentPartPr>
              <p14:xfrm>
                <a:off x="3476071" y="4717422"/>
                <a:ext cx="67680" cy="113400"/>
              </p14:xfrm>
            </p:contentPart>
          </mc:Choice>
          <mc:Fallback xmlns="">
            <p:pic>
              <p:nvPicPr>
                <p:cNvPr id="36944" name="잉크 36943">
                  <a:extLst>
                    <a:ext uri="{FF2B5EF4-FFF2-40B4-BE49-F238E27FC236}">
                      <a16:creationId xmlns:a16="http://schemas.microsoft.com/office/drawing/2014/main" id="{4E3504FB-227B-3558-8982-31AAE3DC3E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67071" y="4708782"/>
                  <a:ext cx="85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6945" name="잉크 36944">
                  <a:extLst>
                    <a:ext uri="{FF2B5EF4-FFF2-40B4-BE49-F238E27FC236}">
                      <a16:creationId xmlns:a16="http://schemas.microsoft.com/office/drawing/2014/main" id="{6C8C3DD6-B9FA-B0EB-DE97-DBA04F9A067E}"/>
                    </a:ext>
                  </a:extLst>
                </p14:cNvPr>
                <p14:cNvContentPartPr/>
                <p14:nvPr/>
              </p14:nvContentPartPr>
              <p14:xfrm>
                <a:off x="3544111" y="4714902"/>
                <a:ext cx="75240" cy="112320"/>
              </p14:xfrm>
            </p:contentPart>
          </mc:Choice>
          <mc:Fallback xmlns="">
            <p:pic>
              <p:nvPicPr>
                <p:cNvPr id="36945" name="잉크 36944">
                  <a:extLst>
                    <a:ext uri="{FF2B5EF4-FFF2-40B4-BE49-F238E27FC236}">
                      <a16:creationId xmlns:a16="http://schemas.microsoft.com/office/drawing/2014/main" id="{6C8C3DD6-B9FA-B0EB-DE97-DBA04F9A067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35471" y="4706262"/>
                  <a:ext cx="92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6946" name="잉크 36945">
                  <a:extLst>
                    <a:ext uri="{FF2B5EF4-FFF2-40B4-BE49-F238E27FC236}">
                      <a16:creationId xmlns:a16="http://schemas.microsoft.com/office/drawing/2014/main" id="{AFBA024B-DE4D-E976-F420-F7A0A724AD7D}"/>
                    </a:ext>
                  </a:extLst>
                </p14:cNvPr>
                <p14:cNvContentPartPr/>
                <p14:nvPr/>
              </p14:nvContentPartPr>
              <p14:xfrm>
                <a:off x="3661831" y="4683582"/>
                <a:ext cx="111240" cy="163800"/>
              </p14:xfrm>
            </p:contentPart>
          </mc:Choice>
          <mc:Fallback xmlns="">
            <p:pic>
              <p:nvPicPr>
                <p:cNvPr id="36946" name="잉크 36945">
                  <a:extLst>
                    <a:ext uri="{FF2B5EF4-FFF2-40B4-BE49-F238E27FC236}">
                      <a16:creationId xmlns:a16="http://schemas.microsoft.com/office/drawing/2014/main" id="{AFBA024B-DE4D-E976-F420-F7A0A724AD7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52831" y="4674942"/>
                  <a:ext cx="128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6947" name="잉크 36946">
                  <a:extLst>
                    <a:ext uri="{FF2B5EF4-FFF2-40B4-BE49-F238E27FC236}">
                      <a16:creationId xmlns:a16="http://schemas.microsoft.com/office/drawing/2014/main" id="{EEFC6C31-D7AB-1F2D-6212-9CF0534E071F}"/>
                    </a:ext>
                  </a:extLst>
                </p14:cNvPr>
                <p14:cNvContentPartPr/>
                <p14:nvPr/>
              </p14:nvContentPartPr>
              <p14:xfrm>
                <a:off x="3757591" y="4693302"/>
                <a:ext cx="59040" cy="153000"/>
              </p14:xfrm>
            </p:contentPart>
          </mc:Choice>
          <mc:Fallback xmlns="">
            <p:pic>
              <p:nvPicPr>
                <p:cNvPr id="36947" name="잉크 36946">
                  <a:extLst>
                    <a:ext uri="{FF2B5EF4-FFF2-40B4-BE49-F238E27FC236}">
                      <a16:creationId xmlns:a16="http://schemas.microsoft.com/office/drawing/2014/main" id="{EEFC6C31-D7AB-1F2D-6212-9CF0534E071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48591" y="4684302"/>
                  <a:ext cx="76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948" name="잉크 36947">
                  <a:extLst>
                    <a:ext uri="{FF2B5EF4-FFF2-40B4-BE49-F238E27FC236}">
                      <a16:creationId xmlns:a16="http://schemas.microsoft.com/office/drawing/2014/main" id="{05E9E75A-0EA4-BAAF-FDE9-70D9F4896A5D}"/>
                    </a:ext>
                  </a:extLst>
                </p14:cNvPr>
                <p14:cNvContentPartPr/>
                <p14:nvPr/>
              </p14:nvContentPartPr>
              <p14:xfrm>
                <a:off x="3753631" y="4716702"/>
                <a:ext cx="162000" cy="62640"/>
              </p14:xfrm>
            </p:contentPart>
          </mc:Choice>
          <mc:Fallback xmlns="">
            <p:pic>
              <p:nvPicPr>
                <p:cNvPr id="36948" name="잉크 36947">
                  <a:extLst>
                    <a:ext uri="{FF2B5EF4-FFF2-40B4-BE49-F238E27FC236}">
                      <a16:creationId xmlns:a16="http://schemas.microsoft.com/office/drawing/2014/main" id="{05E9E75A-0EA4-BAAF-FDE9-70D9F4896A5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44631" y="4707702"/>
                  <a:ext cx="179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6949" name="잉크 36948">
                  <a:extLst>
                    <a:ext uri="{FF2B5EF4-FFF2-40B4-BE49-F238E27FC236}">
                      <a16:creationId xmlns:a16="http://schemas.microsoft.com/office/drawing/2014/main" id="{B03D8A5A-BBBC-0F1F-2197-C1F25706B205}"/>
                    </a:ext>
                  </a:extLst>
                </p14:cNvPr>
                <p14:cNvContentPartPr/>
                <p14:nvPr/>
              </p14:nvContentPartPr>
              <p14:xfrm>
                <a:off x="3860551" y="4699422"/>
                <a:ext cx="102600" cy="167040"/>
              </p14:xfrm>
            </p:contentPart>
          </mc:Choice>
          <mc:Fallback xmlns="">
            <p:pic>
              <p:nvPicPr>
                <p:cNvPr id="36949" name="잉크 36948">
                  <a:extLst>
                    <a:ext uri="{FF2B5EF4-FFF2-40B4-BE49-F238E27FC236}">
                      <a16:creationId xmlns:a16="http://schemas.microsoft.com/office/drawing/2014/main" id="{B03D8A5A-BBBC-0F1F-2197-C1F25706B20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51911" y="4690782"/>
                  <a:ext cx="120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6950" name="잉크 36949">
                  <a:extLst>
                    <a:ext uri="{FF2B5EF4-FFF2-40B4-BE49-F238E27FC236}">
                      <a16:creationId xmlns:a16="http://schemas.microsoft.com/office/drawing/2014/main" id="{8BC08E25-ED2C-959B-84C2-20D047ED3783}"/>
                    </a:ext>
                  </a:extLst>
                </p14:cNvPr>
                <p14:cNvContentPartPr/>
                <p14:nvPr/>
              </p14:nvContentPartPr>
              <p14:xfrm>
                <a:off x="3978631" y="4732542"/>
                <a:ext cx="72360" cy="123480"/>
              </p14:xfrm>
            </p:contentPart>
          </mc:Choice>
          <mc:Fallback xmlns="">
            <p:pic>
              <p:nvPicPr>
                <p:cNvPr id="36950" name="잉크 36949">
                  <a:extLst>
                    <a:ext uri="{FF2B5EF4-FFF2-40B4-BE49-F238E27FC236}">
                      <a16:creationId xmlns:a16="http://schemas.microsoft.com/office/drawing/2014/main" id="{8BC08E25-ED2C-959B-84C2-20D047ED37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69991" y="4723902"/>
                  <a:ext cx="90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6951" name="잉크 36950">
                  <a:extLst>
                    <a:ext uri="{FF2B5EF4-FFF2-40B4-BE49-F238E27FC236}">
                      <a16:creationId xmlns:a16="http://schemas.microsoft.com/office/drawing/2014/main" id="{B0AF8B4C-38EF-BAFF-6220-C8B631ED608E}"/>
                    </a:ext>
                  </a:extLst>
                </p14:cNvPr>
                <p14:cNvContentPartPr/>
                <p14:nvPr/>
              </p14:nvContentPartPr>
              <p14:xfrm>
                <a:off x="4072951" y="4701942"/>
                <a:ext cx="15840" cy="153000"/>
              </p14:xfrm>
            </p:contentPart>
          </mc:Choice>
          <mc:Fallback xmlns="">
            <p:pic>
              <p:nvPicPr>
                <p:cNvPr id="36951" name="잉크 36950">
                  <a:extLst>
                    <a:ext uri="{FF2B5EF4-FFF2-40B4-BE49-F238E27FC236}">
                      <a16:creationId xmlns:a16="http://schemas.microsoft.com/office/drawing/2014/main" id="{B0AF8B4C-38EF-BAFF-6220-C8B631ED608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64311" y="4692942"/>
                  <a:ext cx="33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6952" name="잉크 36951">
                  <a:extLst>
                    <a:ext uri="{FF2B5EF4-FFF2-40B4-BE49-F238E27FC236}">
                      <a16:creationId xmlns:a16="http://schemas.microsoft.com/office/drawing/2014/main" id="{6C690317-C485-492B-B34F-058251996923}"/>
                    </a:ext>
                  </a:extLst>
                </p14:cNvPr>
                <p14:cNvContentPartPr/>
                <p14:nvPr/>
              </p14:nvContentPartPr>
              <p14:xfrm>
                <a:off x="4078351" y="4704102"/>
                <a:ext cx="80640" cy="111600"/>
              </p14:xfrm>
            </p:contentPart>
          </mc:Choice>
          <mc:Fallback xmlns="">
            <p:pic>
              <p:nvPicPr>
                <p:cNvPr id="36952" name="잉크 36951">
                  <a:extLst>
                    <a:ext uri="{FF2B5EF4-FFF2-40B4-BE49-F238E27FC236}">
                      <a16:creationId xmlns:a16="http://schemas.microsoft.com/office/drawing/2014/main" id="{6C690317-C485-492B-B34F-0582519969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69351" y="4695102"/>
                  <a:ext cx="98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6953" name="잉크 36952">
                  <a:extLst>
                    <a:ext uri="{FF2B5EF4-FFF2-40B4-BE49-F238E27FC236}">
                      <a16:creationId xmlns:a16="http://schemas.microsoft.com/office/drawing/2014/main" id="{E244E0A2-0EE2-3338-4A45-06872091E054}"/>
                    </a:ext>
                  </a:extLst>
                </p14:cNvPr>
                <p14:cNvContentPartPr/>
                <p14:nvPr/>
              </p14:nvContentPartPr>
              <p14:xfrm>
                <a:off x="4237111" y="4744422"/>
                <a:ext cx="57240" cy="61200"/>
              </p14:xfrm>
            </p:contentPart>
          </mc:Choice>
          <mc:Fallback xmlns="">
            <p:pic>
              <p:nvPicPr>
                <p:cNvPr id="36953" name="잉크 36952">
                  <a:extLst>
                    <a:ext uri="{FF2B5EF4-FFF2-40B4-BE49-F238E27FC236}">
                      <a16:creationId xmlns:a16="http://schemas.microsoft.com/office/drawing/2014/main" id="{E244E0A2-0EE2-3338-4A45-06872091E05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28471" y="4735422"/>
                  <a:ext cx="74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6954" name="잉크 36953">
                  <a:extLst>
                    <a:ext uri="{FF2B5EF4-FFF2-40B4-BE49-F238E27FC236}">
                      <a16:creationId xmlns:a16="http://schemas.microsoft.com/office/drawing/2014/main" id="{5B3DCCEF-AEC4-072C-B7C2-FFE7CA3D81A6}"/>
                    </a:ext>
                  </a:extLst>
                </p14:cNvPr>
                <p14:cNvContentPartPr/>
                <p14:nvPr/>
              </p14:nvContentPartPr>
              <p14:xfrm>
                <a:off x="4386511" y="4695462"/>
                <a:ext cx="18720" cy="153000"/>
              </p14:xfrm>
            </p:contentPart>
          </mc:Choice>
          <mc:Fallback xmlns="">
            <p:pic>
              <p:nvPicPr>
                <p:cNvPr id="36954" name="잉크 36953">
                  <a:extLst>
                    <a:ext uri="{FF2B5EF4-FFF2-40B4-BE49-F238E27FC236}">
                      <a16:creationId xmlns:a16="http://schemas.microsoft.com/office/drawing/2014/main" id="{5B3DCCEF-AEC4-072C-B7C2-FFE7CA3D81A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77511" y="4686462"/>
                  <a:ext cx="36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6955" name="잉크 36954">
                  <a:extLst>
                    <a:ext uri="{FF2B5EF4-FFF2-40B4-BE49-F238E27FC236}">
                      <a16:creationId xmlns:a16="http://schemas.microsoft.com/office/drawing/2014/main" id="{45323ECA-50FB-5ECD-0DAC-4DBA37F0BCD2}"/>
                    </a:ext>
                  </a:extLst>
                </p14:cNvPr>
                <p14:cNvContentPartPr/>
                <p14:nvPr/>
              </p14:nvContentPartPr>
              <p14:xfrm>
                <a:off x="4395151" y="4693302"/>
                <a:ext cx="81720" cy="129600"/>
              </p14:xfrm>
            </p:contentPart>
          </mc:Choice>
          <mc:Fallback xmlns="">
            <p:pic>
              <p:nvPicPr>
                <p:cNvPr id="36955" name="잉크 36954">
                  <a:extLst>
                    <a:ext uri="{FF2B5EF4-FFF2-40B4-BE49-F238E27FC236}">
                      <a16:creationId xmlns:a16="http://schemas.microsoft.com/office/drawing/2014/main" id="{45323ECA-50FB-5ECD-0DAC-4DBA37F0BCD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86511" y="4684302"/>
                  <a:ext cx="99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6956" name="잉크 36955">
                  <a:extLst>
                    <a:ext uri="{FF2B5EF4-FFF2-40B4-BE49-F238E27FC236}">
                      <a16:creationId xmlns:a16="http://schemas.microsoft.com/office/drawing/2014/main" id="{5EE849DC-2F3E-911B-9DA1-40BA6551D965}"/>
                    </a:ext>
                  </a:extLst>
                </p14:cNvPr>
                <p14:cNvContentPartPr/>
                <p14:nvPr/>
              </p14:nvContentPartPr>
              <p14:xfrm>
                <a:off x="4515751" y="4682502"/>
                <a:ext cx="78840" cy="164160"/>
              </p14:xfrm>
            </p:contentPart>
          </mc:Choice>
          <mc:Fallback xmlns="">
            <p:pic>
              <p:nvPicPr>
                <p:cNvPr id="36956" name="잉크 36955">
                  <a:extLst>
                    <a:ext uri="{FF2B5EF4-FFF2-40B4-BE49-F238E27FC236}">
                      <a16:creationId xmlns:a16="http://schemas.microsoft.com/office/drawing/2014/main" id="{5EE849DC-2F3E-911B-9DA1-40BA6551D9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06751" y="4673502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6957" name="잉크 36956">
                  <a:extLst>
                    <a:ext uri="{FF2B5EF4-FFF2-40B4-BE49-F238E27FC236}">
                      <a16:creationId xmlns:a16="http://schemas.microsoft.com/office/drawing/2014/main" id="{52F0D03F-88E8-4B8F-9842-3A35C4336DFE}"/>
                    </a:ext>
                  </a:extLst>
                </p14:cNvPr>
                <p14:cNvContentPartPr/>
                <p14:nvPr/>
              </p14:nvContentPartPr>
              <p14:xfrm>
                <a:off x="4522591" y="4693662"/>
                <a:ext cx="171000" cy="64800"/>
              </p14:xfrm>
            </p:contentPart>
          </mc:Choice>
          <mc:Fallback xmlns="">
            <p:pic>
              <p:nvPicPr>
                <p:cNvPr id="36957" name="잉크 36956">
                  <a:extLst>
                    <a:ext uri="{FF2B5EF4-FFF2-40B4-BE49-F238E27FC236}">
                      <a16:creationId xmlns:a16="http://schemas.microsoft.com/office/drawing/2014/main" id="{52F0D03F-88E8-4B8F-9842-3A35C4336D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13951" y="4684662"/>
                  <a:ext cx="188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6958" name="잉크 36957">
                  <a:extLst>
                    <a:ext uri="{FF2B5EF4-FFF2-40B4-BE49-F238E27FC236}">
                      <a16:creationId xmlns:a16="http://schemas.microsoft.com/office/drawing/2014/main" id="{3B505FC6-6186-D070-1152-A0A942217961}"/>
                    </a:ext>
                  </a:extLst>
                </p14:cNvPr>
                <p14:cNvContentPartPr/>
                <p14:nvPr/>
              </p14:nvContentPartPr>
              <p14:xfrm>
                <a:off x="4654351" y="4700502"/>
                <a:ext cx="62280" cy="161640"/>
              </p14:xfrm>
            </p:contentPart>
          </mc:Choice>
          <mc:Fallback xmlns="">
            <p:pic>
              <p:nvPicPr>
                <p:cNvPr id="36958" name="잉크 36957">
                  <a:extLst>
                    <a:ext uri="{FF2B5EF4-FFF2-40B4-BE49-F238E27FC236}">
                      <a16:creationId xmlns:a16="http://schemas.microsoft.com/office/drawing/2014/main" id="{3B505FC6-6186-D070-1152-A0A94221796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45351" y="4691862"/>
                  <a:ext cx="79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6959" name="잉크 36958">
                  <a:extLst>
                    <a:ext uri="{FF2B5EF4-FFF2-40B4-BE49-F238E27FC236}">
                      <a16:creationId xmlns:a16="http://schemas.microsoft.com/office/drawing/2014/main" id="{DE1DD064-A975-37F1-7B3E-AD796D19B2CE}"/>
                    </a:ext>
                  </a:extLst>
                </p14:cNvPr>
                <p14:cNvContentPartPr/>
                <p14:nvPr/>
              </p14:nvContentPartPr>
              <p14:xfrm>
                <a:off x="4647871" y="4788702"/>
                <a:ext cx="56160" cy="2520"/>
              </p14:xfrm>
            </p:contentPart>
          </mc:Choice>
          <mc:Fallback xmlns="">
            <p:pic>
              <p:nvPicPr>
                <p:cNvPr id="36959" name="잉크 36958">
                  <a:extLst>
                    <a:ext uri="{FF2B5EF4-FFF2-40B4-BE49-F238E27FC236}">
                      <a16:creationId xmlns:a16="http://schemas.microsoft.com/office/drawing/2014/main" id="{DE1DD064-A975-37F1-7B3E-AD796D19B2C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39231" y="4779702"/>
                  <a:ext cx="73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6960" name="잉크 36959">
                  <a:extLst>
                    <a:ext uri="{FF2B5EF4-FFF2-40B4-BE49-F238E27FC236}">
                      <a16:creationId xmlns:a16="http://schemas.microsoft.com/office/drawing/2014/main" id="{58291B89-A044-B841-41FF-84B7E6169CFB}"/>
                    </a:ext>
                  </a:extLst>
                </p14:cNvPr>
                <p14:cNvContentPartPr/>
                <p14:nvPr/>
              </p14:nvContentPartPr>
              <p14:xfrm>
                <a:off x="4754431" y="4677102"/>
                <a:ext cx="94320" cy="172080"/>
              </p14:xfrm>
            </p:contentPart>
          </mc:Choice>
          <mc:Fallback xmlns="">
            <p:pic>
              <p:nvPicPr>
                <p:cNvPr id="36960" name="잉크 36959">
                  <a:extLst>
                    <a:ext uri="{FF2B5EF4-FFF2-40B4-BE49-F238E27FC236}">
                      <a16:creationId xmlns:a16="http://schemas.microsoft.com/office/drawing/2014/main" id="{58291B89-A044-B841-41FF-84B7E6169CF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45791" y="4668462"/>
                  <a:ext cx="11196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83" name="그룹 36982">
            <a:extLst>
              <a:ext uri="{FF2B5EF4-FFF2-40B4-BE49-F238E27FC236}">
                <a16:creationId xmlns:a16="http://schemas.microsoft.com/office/drawing/2014/main" id="{9669AB94-1271-2DE9-2007-D90FFACA0C12}"/>
              </a:ext>
            </a:extLst>
          </p:cNvPr>
          <p:cNvGrpSpPr/>
          <p:nvPr/>
        </p:nvGrpSpPr>
        <p:grpSpPr>
          <a:xfrm>
            <a:off x="5271996" y="224436"/>
            <a:ext cx="695880" cy="216720"/>
            <a:chOff x="5271996" y="224436"/>
            <a:chExt cx="69588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6962" name="잉크 36961">
                  <a:extLst>
                    <a:ext uri="{FF2B5EF4-FFF2-40B4-BE49-F238E27FC236}">
                      <a16:creationId xmlns:a16="http://schemas.microsoft.com/office/drawing/2014/main" id="{D5A7C888-631D-B63C-B990-E6B5ADB3F001}"/>
                    </a:ext>
                  </a:extLst>
                </p14:cNvPr>
                <p14:cNvContentPartPr/>
                <p14:nvPr/>
              </p14:nvContentPartPr>
              <p14:xfrm>
                <a:off x="5271996" y="224436"/>
                <a:ext cx="45360" cy="132120"/>
              </p14:xfrm>
            </p:contentPart>
          </mc:Choice>
          <mc:Fallback xmlns="">
            <p:pic>
              <p:nvPicPr>
                <p:cNvPr id="36962" name="잉크 36961">
                  <a:extLst>
                    <a:ext uri="{FF2B5EF4-FFF2-40B4-BE49-F238E27FC236}">
                      <a16:creationId xmlns:a16="http://schemas.microsoft.com/office/drawing/2014/main" id="{D5A7C888-631D-B63C-B990-E6B5ADB3F0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62996" y="215796"/>
                  <a:ext cx="63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963" name="잉크 36962">
                  <a:extLst>
                    <a:ext uri="{FF2B5EF4-FFF2-40B4-BE49-F238E27FC236}">
                      <a16:creationId xmlns:a16="http://schemas.microsoft.com/office/drawing/2014/main" id="{0CC46F08-C321-7783-9506-3E857C8A5DB6}"/>
                    </a:ext>
                  </a:extLst>
                </p14:cNvPr>
                <p14:cNvContentPartPr/>
                <p14:nvPr/>
              </p14:nvContentPartPr>
              <p14:xfrm>
                <a:off x="5334276" y="248916"/>
                <a:ext cx="47520" cy="100440"/>
              </p14:xfrm>
            </p:contentPart>
          </mc:Choice>
          <mc:Fallback xmlns="">
            <p:pic>
              <p:nvPicPr>
                <p:cNvPr id="36963" name="잉크 36962">
                  <a:extLst>
                    <a:ext uri="{FF2B5EF4-FFF2-40B4-BE49-F238E27FC236}">
                      <a16:creationId xmlns:a16="http://schemas.microsoft.com/office/drawing/2014/main" id="{0CC46F08-C321-7783-9506-3E857C8A5D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25276" y="239916"/>
                  <a:ext cx="65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6964" name="잉크 36963">
                  <a:extLst>
                    <a:ext uri="{FF2B5EF4-FFF2-40B4-BE49-F238E27FC236}">
                      <a16:creationId xmlns:a16="http://schemas.microsoft.com/office/drawing/2014/main" id="{C8541602-202C-BE54-33D0-A9612E373D71}"/>
                    </a:ext>
                  </a:extLst>
                </p14:cNvPr>
                <p14:cNvContentPartPr/>
                <p14:nvPr/>
              </p14:nvContentPartPr>
              <p14:xfrm>
                <a:off x="5311956" y="363756"/>
                <a:ext cx="7560" cy="52200"/>
              </p14:xfrm>
            </p:contentPart>
          </mc:Choice>
          <mc:Fallback xmlns="">
            <p:pic>
              <p:nvPicPr>
                <p:cNvPr id="36964" name="잉크 36963">
                  <a:extLst>
                    <a:ext uri="{FF2B5EF4-FFF2-40B4-BE49-F238E27FC236}">
                      <a16:creationId xmlns:a16="http://schemas.microsoft.com/office/drawing/2014/main" id="{C8541602-202C-BE54-33D0-A9612E373D7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2956" y="355116"/>
                  <a:ext cx="25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6965" name="잉크 36964">
                  <a:extLst>
                    <a:ext uri="{FF2B5EF4-FFF2-40B4-BE49-F238E27FC236}">
                      <a16:creationId xmlns:a16="http://schemas.microsoft.com/office/drawing/2014/main" id="{BA4F2CC3-2397-C07F-E119-29F1DDB944FF}"/>
                    </a:ext>
                  </a:extLst>
                </p14:cNvPr>
                <p14:cNvContentPartPr/>
                <p14:nvPr/>
              </p14:nvContentPartPr>
              <p14:xfrm>
                <a:off x="5308716" y="355476"/>
                <a:ext cx="68760" cy="69840"/>
              </p14:xfrm>
            </p:contentPart>
          </mc:Choice>
          <mc:Fallback xmlns="">
            <p:pic>
              <p:nvPicPr>
                <p:cNvPr id="36965" name="잉크 36964">
                  <a:extLst>
                    <a:ext uri="{FF2B5EF4-FFF2-40B4-BE49-F238E27FC236}">
                      <a16:creationId xmlns:a16="http://schemas.microsoft.com/office/drawing/2014/main" id="{BA4F2CC3-2397-C07F-E119-29F1DDB944F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00076" y="346836"/>
                  <a:ext cx="86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6966" name="잉크 36965">
                  <a:extLst>
                    <a:ext uri="{FF2B5EF4-FFF2-40B4-BE49-F238E27FC236}">
                      <a16:creationId xmlns:a16="http://schemas.microsoft.com/office/drawing/2014/main" id="{C1893258-1C59-8132-7ADA-C173FB275DD9}"/>
                    </a:ext>
                  </a:extLst>
                </p14:cNvPr>
                <p14:cNvContentPartPr/>
                <p14:nvPr/>
              </p14:nvContentPartPr>
              <p14:xfrm>
                <a:off x="5397996" y="263316"/>
                <a:ext cx="55080" cy="43560"/>
              </p14:xfrm>
            </p:contentPart>
          </mc:Choice>
          <mc:Fallback xmlns="">
            <p:pic>
              <p:nvPicPr>
                <p:cNvPr id="36966" name="잉크 36965">
                  <a:extLst>
                    <a:ext uri="{FF2B5EF4-FFF2-40B4-BE49-F238E27FC236}">
                      <a16:creationId xmlns:a16="http://schemas.microsoft.com/office/drawing/2014/main" id="{C1893258-1C59-8132-7ADA-C173FB275DD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88996" y="254316"/>
                  <a:ext cx="72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6967" name="잉크 36966">
                  <a:extLst>
                    <a:ext uri="{FF2B5EF4-FFF2-40B4-BE49-F238E27FC236}">
                      <a16:creationId xmlns:a16="http://schemas.microsoft.com/office/drawing/2014/main" id="{26226CB6-B701-07F9-06C8-34E36F5BFAE4}"/>
                    </a:ext>
                  </a:extLst>
                </p14:cNvPr>
                <p14:cNvContentPartPr/>
                <p14:nvPr/>
              </p14:nvContentPartPr>
              <p14:xfrm>
                <a:off x="5397996" y="329556"/>
                <a:ext cx="77040" cy="13680"/>
              </p14:xfrm>
            </p:contentPart>
          </mc:Choice>
          <mc:Fallback xmlns="">
            <p:pic>
              <p:nvPicPr>
                <p:cNvPr id="36967" name="잉크 36966">
                  <a:extLst>
                    <a:ext uri="{FF2B5EF4-FFF2-40B4-BE49-F238E27FC236}">
                      <a16:creationId xmlns:a16="http://schemas.microsoft.com/office/drawing/2014/main" id="{26226CB6-B701-07F9-06C8-34E36F5BFAE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88996" y="320556"/>
                  <a:ext cx="94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6968" name="잉크 36967">
                  <a:extLst>
                    <a:ext uri="{FF2B5EF4-FFF2-40B4-BE49-F238E27FC236}">
                      <a16:creationId xmlns:a16="http://schemas.microsoft.com/office/drawing/2014/main" id="{E7EE072E-ECEE-32BA-7AB5-E6E34CCE4A9E}"/>
                    </a:ext>
                  </a:extLst>
                </p14:cNvPr>
                <p14:cNvContentPartPr/>
                <p14:nvPr/>
              </p14:nvContentPartPr>
              <p14:xfrm>
                <a:off x="5417436" y="347196"/>
                <a:ext cx="60120" cy="70200"/>
              </p14:xfrm>
            </p:contentPart>
          </mc:Choice>
          <mc:Fallback xmlns="">
            <p:pic>
              <p:nvPicPr>
                <p:cNvPr id="36968" name="잉크 36967">
                  <a:extLst>
                    <a:ext uri="{FF2B5EF4-FFF2-40B4-BE49-F238E27FC236}">
                      <a16:creationId xmlns:a16="http://schemas.microsoft.com/office/drawing/2014/main" id="{E7EE072E-ECEE-32BA-7AB5-E6E34CCE4A9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08436" y="338196"/>
                  <a:ext cx="77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6969" name="잉크 36968">
                  <a:extLst>
                    <a:ext uri="{FF2B5EF4-FFF2-40B4-BE49-F238E27FC236}">
                      <a16:creationId xmlns:a16="http://schemas.microsoft.com/office/drawing/2014/main" id="{CF1A8039-9800-507D-9B4B-8E8D736B550D}"/>
                    </a:ext>
                  </a:extLst>
                </p14:cNvPr>
                <p14:cNvContentPartPr/>
                <p14:nvPr/>
              </p14:nvContentPartPr>
              <p14:xfrm>
                <a:off x="5559276" y="266196"/>
                <a:ext cx="93960" cy="108720"/>
              </p14:xfrm>
            </p:contentPart>
          </mc:Choice>
          <mc:Fallback xmlns="">
            <p:pic>
              <p:nvPicPr>
                <p:cNvPr id="36969" name="잉크 36968">
                  <a:extLst>
                    <a:ext uri="{FF2B5EF4-FFF2-40B4-BE49-F238E27FC236}">
                      <a16:creationId xmlns:a16="http://schemas.microsoft.com/office/drawing/2014/main" id="{CF1A8039-9800-507D-9B4B-8E8D736B55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550636" y="257196"/>
                  <a:ext cx="111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6970" name="잉크 36969">
                  <a:extLst>
                    <a:ext uri="{FF2B5EF4-FFF2-40B4-BE49-F238E27FC236}">
                      <a16:creationId xmlns:a16="http://schemas.microsoft.com/office/drawing/2014/main" id="{63CF1254-6532-BDF7-1632-0A6FCBA7A7B9}"/>
                    </a:ext>
                  </a:extLst>
                </p14:cNvPr>
                <p14:cNvContentPartPr/>
                <p14:nvPr/>
              </p14:nvContentPartPr>
              <p14:xfrm>
                <a:off x="5662236" y="268716"/>
                <a:ext cx="11520" cy="127800"/>
              </p14:xfrm>
            </p:contentPart>
          </mc:Choice>
          <mc:Fallback xmlns="">
            <p:pic>
              <p:nvPicPr>
                <p:cNvPr id="36970" name="잉크 36969">
                  <a:extLst>
                    <a:ext uri="{FF2B5EF4-FFF2-40B4-BE49-F238E27FC236}">
                      <a16:creationId xmlns:a16="http://schemas.microsoft.com/office/drawing/2014/main" id="{63CF1254-6532-BDF7-1632-0A6FCBA7A7B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653596" y="259716"/>
                  <a:ext cx="29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6971" name="잉크 36970">
                  <a:extLst>
                    <a:ext uri="{FF2B5EF4-FFF2-40B4-BE49-F238E27FC236}">
                      <a16:creationId xmlns:a16="http://schemas.microsoft.com/office/drawing/2014/main" id="{905488EA-1AE3-B7A5-343E-446A045BC459}"/>
                    </a:ext>
                  </a:extLst>
                </p14:cNvPr>
                <p14:cNvContentPartPr/>
                <p14:nvPr/>
              </p14:nvContentPartPr>
              <p14:xfrm>
                <a:off x="5655756" y="264756"/>
                <a:ext cx="126720" cy="52200"/>
              </p14:xfrm>
            </p:contentPart>
          </mc:Choice>
          <mc:Fallback xmlns="">
            <p:pic>
              <p:nvPicPr>
                <p:cNvPr id="36971" name="잉크 36970">
                  <a:extLst>
                    <a:ext uri="{FF2B5EF4-FFF2-40B4-BE49-F238E27FC236}">
                      <a16:creationId xmlns:a16="http://schemas.microsoft.com/office/drawing/2014/main" id="{905488EA-1AE3-B7A5-343E-446A045BC45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47116" y="256116"/>
                  <a:ext cx="144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6972" name="잉크 36971">
                  <a:extLst>
                    <a:ext uri="{FF2B5EF4-FFF2-40B4-BE49-F238E27FC236}">
                      <a16:creationId xmlns:a16="http://schemas.microsoft.com/office/drawing/2014/main" id="{9B2A3CA6-A790-EC71-A7B4-C66E8F9F0FCA}"/>
                    </a:ext>
                  </a:extLst>
                </p14:cNvPr>
                <p14:cNvContentPartPr/>
                <p14:nvPr/>
              </p14:nvContentPartPr>
              <p14:xfrm>
                <a:off x="5709396" y="323796"/>
                <a:ext cx="79200" cy="84240"/>
              </p14:xfrm>
            </p:contentPart>
          </mc:Choice>
          <mc:Fallback xmlns="">
            <p:pic>
              <p:nvPicPr>
                <p:cNvPr id="36972" name="잉크 36971">
                  <a:extLst>
                    <a:ext uri="{FF2B5EF4-FFF2-40B4-BE49-F238E27FC236}">
                      <a16:creationId xmlns:a16="http://schemas.microsoft.com/office/drawing/2014/main" id="{9B2A3CA6-A790-EC71-A7B4-C66E8F9F0FC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00396" y="315156"/>
                  <a:ext cx="96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6973" name="잉크 36972">
                  <a:extLst>
                    <a:ext uri="{FF2B5EF4-FFF2-40B4-BE49-F238E27FC236}">
                      <a16:creationId xmlns:a16="http://schemas.microsoft.com/office/drawing/2014/main" id="{37AF176C-82BA-4B5B-71ED-E6332F67EDF9}"/>
                    </a:ext>
                  </a:extLst>
                </p14:cNvPr>
                <p14:cNvContentPartPr/>
                <p14:nvPr/>
              </p14:nvContentPartPr>
              <p14:xfrm>
                <a:off x="5753676" y="296076"/>
                <a:ext cx="75240" cy="93600"/>
              </p14:xfrm>
            </p:contentPart>
          </mc:Choice>
          <mc:Fallback xmlns="">
            <p:pic>
              <p:nvPicPr>
                <p:cNvPr id="36973" name="잉크 36972">
                  <a:extLst>
                    <a:ext uri="{FF2B5EF4-FFF2-40B4-BE49-F238E27FC236}">
                      <a16:creationId xmlns:a16="http://schemas.microsoft.com/office/drawing/2014/main" id="{37AF176C-82BA-4B5B-71ED-E6332F67EDF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45036" y="287436"/>
                  <a:ext cx="92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6974" name="잉크 36973">
                  <a:extLst>
                    <a:ext uri="{FF2B5EF4-FFF2-40B4-BE49-F238E27FC236}">
                      <a16:creationId xmlns:a16="http://schemas.microsoft.com/office/drawing/2014/main" id="{D63E48CB-7594-EBDD-40BA-4A100ABE51C7}"/>
                    </a:ext>
                  </a:extLst>
                </p14:cNvPr>
                <p14:cNvContentPartPr/>
                <p14:nvPr/>
              </p14:nvContentPartPr>
              <p14:xfrm>
                <a:off x="5787156" y="391116"/>
                <a:ext cx="64080" cy="50040"/>
              </p14:xfrm>
            </p:contentPart>
          </mc:Choice>
          <mc:Fallback xmlns="">
            <p:pic>
              <p:nvPicPr>
                <p:cNvPr id="36974" name="잉크 36973">
                  <a:extLst>
                    <a:ext uri="{FF2B5EF4-FFF2-40B4-BE49-F238E27FC236}">
                      <a16:creationId xmlns:a16="http://schemas.microsoft.com/office/drawing/2014/main" id="{D63E48CB-7594-EBDD-40BA-4A100ABE51C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778156" y="382476"/>
                  <a:ext cx="81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6975" name="잉크 36974">
                  <a:extLst>
                    <a:ext uri="{FF2B5EF4-FFF2-40B4-BE49-F238E27FC236}">
                      <a16:creationId xmlns:a16="http://schemas.microsoft.com/office/drawing/2014/main" id="{BEEB3EA6-E0D4-A545-DF60-2CEDD00D9386}"/>
                    </a:ext>
                  </a:extLst>
                </p14:cNvPr>
                <p14:cNvContentPartPr/>
                <p14:nvPr/>
              </p14:nvContentPartPr>
              <p14:xfrm>
                <a:off x="5943396" y="302916"/>
                <a:ext cx="24480" cy="81000"/>
              </p14:xfrm>
            </p:contentPart>
          </mc:Choice>
          <mc:Fallback xmlns="">
            <p:pic>
              <p:nvPicPr>
                <p:cNvPr id="36975" name="잉크 36974">
                  <a:extLst>
                    <a:ext uri="{FF2B5EF4-FFF2-40B4-BE49-F238E27FC236}">
                      <a16:creationId xmlns:a16="http://schemas.microsoft.com/office/drawing/2014/main" id="{BEEB3EA6-E0D4-A545-DF60-2CEDD00D93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34396" y="293916"/>
                  <a:ext cx="421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82" name="그룹 36981">
            <a:extLst>
              <a:ext uri="{FF2B5EF4-FFF2-40B4-BE49-F238E27FC236}">
                <a16:creationId xmlns:a16="http://schemas.microsoft.com/office/drawing/2014/main" id="{AE293532-700E-3F93-206F-3B604E956E6C}"/>
              </a:ext>
            </a:extLst>
          </p:cNvPr>
          <p:cNvGrpSpPr/>
          <p:nvPr/>
        </p:nvGrpSpPr>
        <p:grpSpPr>
          <a:xfrm>
            <a:off x="6213036" y="177996"/>
            <a:ext cx="264960" cy="213840"/>
            <a:chOff x="6213036" y="177996"/>
            <a:chExt cx="2649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6976" name="잉크 36975">
                  <a:extLst>
                    <a:ext uri="{FF2B5EF4-FFF2-40B4-BE49-F238E27FC236}">
                      <a16:creationId xmlns:a16="http://schemas.microsoft.com/office/drawing/2014/main" id="{CAC8FFDE-AEAD-22FF-FA44-EB547DD2C44D}"/>
                    </a:ext>
                  </a:extLst>
                </p14:cNvPr>
                <p14:cNvContentPartPr/>
                <p14:nvPr/>
              </p14:nvContentPartPr>
              <p14:xfrm>
                <a:off x="6213036" y="177996"/>
                <a:ext cx="87120" cy="213840"/>
              </p14:xfrm>
            </p:contentPart>
          </mc:Choice>
          <mc:Fallback xmlns="">
            <p:pic>
              <p:nvPicPr>
                <p:cNvPr id="36976" name="잉크 36975">
                  <a:extLst>
                    <a:ext uri="{FF2B5EF4-FFF2-40B4-BE49-F238E27FC236}">
                      <a16:creationId xmlns:a16="http://schemas.microsoft.com/office/drawing/2014/main" id="{CAC8FFDE-AEAD-22FF-FA44-EB547DD2C44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04396" y="169356"/>
                  <a:ext cx="104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6977" name="잉크 36976">
                  <a:extLst>
                    <a:ext uri="{FF2B5EF4-FFF2-40B4-BE49-F238E27FC236}">
                      <a16:creationId xmlns:a16="http://schemas.microsoft.com/office/drawing/2014/main" id="{DD5F6810-D865-09BD-2529-14A8FFFE58E9}"/>
                    </a:ext>
                  </a:extLst>
                </p14:cNvPr>
                <p14:cNvContentPartPr/>
                <p14:nvPr/>
              </p14:nvContentPartPr>
              <p14:xfrm>
                <a:off x="6372876" y="221196"/>
                <a:ext cx="105120" cy="149400"/>
              </p14:xfrm>
            </p:contentPart>
          </mc:Choice>
          <mc:Fallback xmlns="">
            <p:pic>
              <p:nvPicPr>
                <p:cNvPr id="36977" name="잉크 36976">
                  <a:extLst>
                    <a:ext uri="{FF2B5EF4-FFF2-40B4-BE49-F238E27FC236}">
                      <a16:creationId xmlns:a16="http://schemas.microsoft.com/office/drawing/2014/main" id="{DD5F6810-D865-09BD-2529-14A8FFFE58E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363876" y="212196"/>
                  <a:ext cx="12276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36978" name="잉크 36977">
                <a:extLst>
                  <a:ext uri="{FF2B5EF4-FFF2-40B4-BE49-F238E27FC236}">
                    <a16:creationId xmlns:a16="http://schemas.microsoft.com/office/drawing/2014/main" id="{688FFED8-936E-5DD7-1796-98A4A130FFCE}"/>
                  </a:ext>
                </a:extLst>
              </p14:cNvPr>
              <p14:cNvContentPartPr/>
              <p14:nvPr/>
            </p14:nvContentPartPr>
            <p14:xfrm>
              <a:off x="6692196" y="224076"/>
              <a:ext cx="96120" cy="133560"/>
            </p14:xfrm>
          </p:contentPart>
        </mc:Choice>
        <mc:Fallback xmlns="">
          <p:pic>
            <p:nvPicPr>
              <p:cNvPr id="36978" name="잉크 36977">
                <a:extLst>
                  <a:ext uri="{FF2B5EF4-FFF2-40B4-BE49-F238E27FC236}">
                    <a16:creationId xmlns:a16="http://schemas.microsoft.com/office/drawing/2014/main" id="{688FFED8-936E-5DD7-1796-98A4A130FFC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683196" y="215436"/>
                <a:ext cx="11376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81" name="그룹 36980">
            <a:extLst>
              <a:ext uri="{FF2B5EF4-FFF2-40B4-BE49-F238E27FC236}">
                <a16:creationId xmlns:a16="http://schemas.microsoft.com/office/drawing/2014/main" id="{234BE41C-2355-AF70-FF93-A7F2C07527AC}"/>
              </a:ext>
            </a:extLst>
          </p:cNvPr>
          <p:cNvGrpSpPr/>
          <p:nvPr/>
        </p:nvGrpSpPr>
        <p:grpSpPr>
          <a:xfrm>
            <a:off x="7012236" y="165396"/>
            <a:ext cx="268560" cy="225720"/>
            <a:chOff x="7012236" y="165396"/>
            <a:chExt cx="2685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6979" name="잉크 36978">
                  <a:extLst>
                    <a:ext uri="{FF2B5EF4-FFF2-40B4-BE49-F238E27FC236}">
                      <a16:creationId xmlns:a16="http://schemas.microsoft.com/office/drawing/2014/main" id="{3F2E8F30-D489-69C0-97A4-86799EA12A37}"/>
                    </a:ext>
                  </a:extLst>
                </p14:cNvPr>
                <p14:cNvContentPartPr/>
                <p14:nvPr/>
              </p14:nvContentPartPr>
              <p14:xfrm>
                <a:off x="7012236" y="244956"/>
                <a:ext cx="120240" cy="94680"/>
              </p14:xfrm>
            </p:contentPart>
          </mc:Choice>
          <mc:Fallback xmlns="">
            <p:pic>
              <p:nvPicPr>
                <p:cNvPr id="36979" name="잉크 36978">
                  <a:extLst>
                    <a:ext uri="{FF2B5EF4-FFF2-40B4-BE49-F238E27FC236}">
                      <a16:creationId xmlns:a16="http://schemas.microsoft.com/office/drawing/2014/main" id="{3F2E8F30-D489-69C0-97A4-86799EA12A3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003596" y="236316"/>
                  <a:ext cx="137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6980" name="잉크 36979">
                  <a:extLst>
                    <a:ext uri="{FF2B5EF4-FFF2-40B4-BE49-F238E27FC236}">
                      <a16:creationId xmlns:a16="http://schemas.microsoft.com/office/drawing/2014/main" id="{6598FC0E-A6C1-EEFF-83B8-594B5B113129}"/>
                    </a:ext>
                  </a:extLst>
                </p14:cNvPr>
                <p14:cNvContentPartPr/>
                <p14:nvPr/>
              </p14:nvContentPartPr>
              <p14:xfrm>
                <a:off x="7155876" y="165396"/>
                <a:ext cx="124920" cy="225720"/>
              </p14:xfrm>
            </p:contentPart>
          </mc:Choice>
          <mc:Fallback xmlns="">
            <p:pic>
              <p:nvPicPr>
                <p:cNvPr id="36980" name="잉크 36979">
                  <a:extLst>
                    <a:ext uri="{FF2B5EF4-FFF2-40B4-BE49-F238E27FC236}">
                      <a16:creationId xmlns:a16="http://schemas.microsoft.com/office/drawing/2014/main" id="{6598FC0E-A6C1-EEFF-83B8-594B5B11312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46876" y="156756"/>
                  <a:ext cx="14256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36984" name="잉크 36983">
                <a:extLst>
                  <a:ext uri="{FF2B5EF4-FFF2-40B4-BE49-F238E27FC236}">
                    <a16:creationId xmlns:a16="http://schemas.microsoft.com/office/drawing/2014/main" id="{48F23138-594F-FBDD-FC96-9BE709A1052C}"/>
                  </a:ext>
                </a:extLst>
              </p14:cNvPr>
              <p14:cNvContentPartPr/>
              <p14:nvPr/>
            </p14:nvContentPartPr>
            <p14:xfrm>
              <a:off x="6963276" y="5502852"/>
              <a:ext cx="403920" cy="338400"/>
            </p14:xfrm>
          </p:contentPart>
        </mc:Choice>
        <mc:Fallback xmlns="">
          <p:pic>
            <p:nvPicPr>
              <p:cNvPr id="36984" name="잉크 36983">
                <a:extLst>
                  <a:ext uri="{FF2B5EF4-FFF2-40B4-BE49-F238E27FC236}">
                    <a16:creationId xmlns:a16="http://schemas.microsoft.com/office/drawing/2014/main" id="{48F23138-594F-FBDD-FC96-9BE709A1052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954636" y="5494212"/>
                <a:ext cx="4215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36985" name="잉크 36984">
                <a:extLst>
                  <a:ext uri="{FF2B5EF4-FFF2-40B4-BE49-F238E27FC236}">
                    <a16:creationId xmlns:a16="http://schemas.microsoft.com/office/drawing/2014/main" id="{25911D7A-426A-F933-0D1B-2C6E3EC27C71}"/>
                  </a:ext>
                </a:extLst>
              </p14:cNvPr>
              <p14:cNvContentPartPr/>
              <p14:nvPr/>
            </p14:nvContentPartPr>
            <p14:xfrm>
              <a:off x="6967236" y="6145452"/>
              <a:ext cx="375120" cy="290880"/>
            </p14:xfrm>
          </p:contentPart>
        </mc:Choice>
        <mc:Fallback xmlns="">
          <p:pic>
            <p:nvPicPr>
              <p:cNvPr id="36985" name="잉크 36984">
                <a:extLst>
                  <a:ext uri="{FF2B5EF4-FFF2-40B4-BE49-F238E27FC236}">
                    <a16:creationId xmlns:a16="http://schemas.microsoft.com/office/drawing/2014/main" id="{25911D7A-426A-F933-0D1B-2C6E3EC27C7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958596" y="6136812"/>
                <a:ext cx="39276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13" name="그룹 37012">
            <a:extLst>
              <a:ext uri="{FF2B5EF4-FFF2-40B4-BE49-F238E27FC236}">
                <a16:creationId xmlns:a16="http://schemas.microsoft.com/office/drawing/2014/main" id="{B2CBC90E-955B-D688-4F8D-319F7AA40A8D}"/>
              </a:ext>
            </a:extLst>
          </p:cNvPr>
          <p:cNvGrpSpPr/>
          <p:nvPr/>
        </p:nvGrpSpPr>
        <p:grpSpPr>
          <a:xfrm>
            <a:off x="7428396" y="5611212"/>
            <a:ext cx="694800" cy="411840"/>
            <a:chOff x="7428396" y="5611212"/>
            <a:chExt cx="69480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6986" name="잉크 36985">
                  <a:extLst>
                    <a:ext uri="{FF2B5EF4-FFF2-40B4-BE49-F238E27FC236}">
                      <a16:creationId xmlns:a16="http://schemas.microsoft.com/office/drawing/2014/main" id="{C7DC2CFE-0694-28BB-E7C3-876B2C59ABA7}"/>
                    </a:ext>
                  </a:extLst>
                </p14:cNvPr>
                <p14:cNvContentPartPr/>
                <p14:nvPr/>
              </p14:nvContentPartPr>
              <p14:xfrm>
                <a:off x="7428396" y="5628852"/>
                <a:ext cx="67680" cy="162000"/>
              </p14:xfrm>
            </p:contentPart>
          </mc:Choice>
          <mc:Fallback xmlns="">
            <p:pic>
              <p:nvPicPr>
                <p:cNvPr id="36986" name="잉크 36985">
                  <a:extLst>
                    <a:ext uri="{FF2B5EF4-FFF2-40B4-BE49-F238E27FC236}">
                      <a16:creationId xmlns:a16="http://schemas.microsoft.com/office/drawing/2014/main" id="{C7DC2CFE-0694-28BB-E7C3-876B2C59ABA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19396" y="5619852"/>
                  <a:ext cx="85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6987" name="잉크 36986">
                  <a:extLst>
                    <a:ext uri="{FF2B5EF4-FFF2-40B4-BE49-F238E27FC236}">
                      <a16:creationId xmlns:a16="http://schemas.microsoft.com/office/drawing/2014/main" id="{7F80F4DE-57EA-08A7-F172-4F3D4CB22F37}"/>
                    </a:ext>
                  </a:extLst>
                </p14:cNvPr>
                <p14:cNvContentPartPr/>
                <p14:nvPr/>
              </p14:nvContentPartPr>
              <p14:xfrm>
                <a:off x="7521276" y="5661252"/>
                <a:ext cx="59760" cy="113760"/>
              </p14:xfrm>
            </p:contentPart>
          </mc:Choice>
          <mc:Fallback xmlns="">
            <p:pic>
              <p:nvPicPr>
                <p:cNvPr id="36987" name="잉크 36986">
                  <a:extLst>
                    <a:ext uri="{FF2B5EF4-FFF2-40B4-BE49-F238E27FC236}">
                      <a16:creationId xmlns:a16="http://schemas.microsoft.com/office/drawing/2014/main" id="{7F80F4DE-57EA-08A7-F172-4F3D4CB22F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12636" y="5652612"/>
                  <a:ext cx="77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6988" name="잉크 36987">
                  <a:extLst>
                    <a:ext uri="{FF2B5EF4-FFF2-40B4-BE49-F238E27FC236}">
                      <a16:creationId xmlns:a16="http://schemas.microsoft.com/office/drawing/2014/main" id="{98A3ED05-76D9-A3BB-171B-E15EF94761E1}"/>
                    </a:ext>
                  </a:extLst>
                </p14:cNvPr>
                <p14:cNvContentPartPr/>
                <p14:nvPr/>
              </p14:nvContentPartPr>
              <p14:xfrm>
                <a:off x="7647276" y="5665212"/>
                <a:ext cx="88920" cy="121320"/>
              </p14:xfrm>
            </p:contentPart>
          </mc:Choice>
          <mc:Fallback xmlns="">
            <p:pic>
              <p:nvPicPr>
                <p:cNvPr id="36988" name="잉크 36987">
                  <a:extLst>
                    <a:ext uri="{FF2B5EF4-FFF2-40B4-BE49-F238E27FC236}">
                      <a16:creationId xmlns:a16="http://schemas.microsoft.com/office/drawing/2014/main" id="{98A3ED05-76D9-A3BB-171B-E15EF94761E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38636" y="5656212"/>
                  <a:ext cx="106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6990" name="잉크 36989">
                  <a:extLst>
                    <a:ext uri="{FF2B5EF4-FFF2-40B4-BE49-F238E27FC236}">
                      <a16:creationId xmlns:a16="http://schemas.microsoft.com/office/drawing/2014/main" id="{2C15EA35-0256-A668-5C53-6FB7D62E5E33}"/>
                    </a:ext>
                  </a:extLst>
                </p14:cNvPr>
                <p14:cNvContentPartPr/>
                <p14:nvPr/>
              </p14:nvContentPartPr>
              <p14:xfrm>
                <a:off x="7903596" y="5611212"/>
                <a:ext cx="76680" cy="152640"/>
              </p14:xfrm>
            </p:contentPart>
          </mc:Choice>
          <mc:Fallback xmlns="">
            <p:pic>
              <p:nvPicPr>
                <p:cNvPr id="36990" name="잉크 36989">
                  <a:extLst>
                    <a:ext uri="{FF2B5EF4-FFF2-40B4-BE49-F238E27FC236}">
                      <a16:creationId xmlns:a16="http://schemas.microsoft.com/office/drawing/2014/main" id="{2C15EA35-0256-A668-5C53-6FB7D62E5E3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94956" y="5602572"/>
                  <a:ext cx="94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6992" name="잉크 36991">
                  <a:extLst>
                    <a:ext uri="{FF2B5EF4-FFF2-40B4-BE49-F238E27FC236}">
                      <a16:creationId xmlns:a16="http://schemas.microsoft.com/office/drawing/2014/main" id="{28A5A6AD-4ECB-102C-543C-8CFB2BF3F549}"/>
                    </a:ext>
                  </a:extLst>
                </p14:cNvPr>
                <p14:cNvContentPartPr/>
                <p14:nvPr/>
              </p14:nvContentPartPr>
              <p14:xfrm>
                <a:off x="7833036" y="5663052"/>
                <a:ext cx="52920" cy="98640"/>
              </p14:xfrm>
            </p:contentPart>
          </mc:Choice>
          <mc:Fallback xmlns="">
            <p:pic>
              <p:nvPicPr>
                <p:cNvPr id="36992" name="잉크 36991">
                  <a:extLst>
                    <a:ext uri="{FF2B5EF4-FFF2-40B4-BE49-F238E27FC236}">
                      <a16:creationId xmlns:a16="http://schemas.microsoft.com/office/drawing/2014/main" id="{28A5A6AD-4ECB-102C-543C-8CFB2BF3F54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24396" y="5654412"/>
                  <a:ext cx="70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6993" name="잉크 36992">
                  <a:extLst>
                    <a:ext uri="{FF2B5EF4-FFF2-40B4-BE49-F238E27FC236}">
                      <a16:creationId xmlns:a16="http://schemas.microsoft.com/office/drawing/2014/main" id="{272EAF20-792D-04C1-8084-14A7642DC22E}"/>
                    </a:ext>
                  </a:extLst>
                </p14:cNvPr>
                <p14:cNvContentPartPr/>
                <p14:nvPr/>
              </p14:nvContentPartPr>
              <p14:xfrm>
                <a:off x="8023476" y="5632812"/>
                <a:ext cx="99720" cy="130320"/>
              </p14:xfrm>
            </p:contentPart>
          </mc:Choice>
          <mc:Fallback xmlns="">
            <p:pic>
              <p:nvPicPr>
                <p:cNvPr id="36993" name="잉크 36992">
                  <a:extLst>
                    <a:ext uri="{FF2B5EF4-FFF2-40B4-BE49-F238E27FC236}">
                      <a16:creationId xmlns:a16="http://schemas.microsoft.com/office/drawing/2014/main" id="{272EAF20-792D-04C1-8084-14A7642DC22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14836" y="5624172"/>
                  <a:ext cx="117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7001" name="잉크 37000">
                  <a:extLst>
                    <a:ext uri="{FF2B5EF4-FFF2-40B4-BE49-F238E27FC236}">
                      <a16:creationId xmlns:a16="http://schemas.microsoft.com/office/drawing/2014/main" id="{A9AAB6D9-0AFC-2BCB-DDD3-F16121CC4BAB}"/>
                    </a:ext>
                  </a:extLst>
                </p14:cNvPr>
                <p14:cNvContentPartPr/>
                <p14:nvPr/>
              </p14:nvContentPartPr>
              <p14:xfrm>
                <a:off x="7545756" y="5870412"/>
                <a:ext cx="88560" cy="66960"/>
              </p14:xfrm>
            </p:contentPart>
          </mc:Choice>
          <mc:Fallback xmlns="">
            <p:pic>
              <p:nvPicPr>
                <p:cNvPr id="37001" name="잉크 37000">
                  <a:extLst>
                    <a:ext uri="{FF2B5EF4-FFF2-40B4-BE49-F238E27FC236}">
                      <a16:creationId xmlns:a16="http://schemas.microsoft.com/office/drawing/2014/main" id="{A9AAB6D9-0AFC-2BCB-DDD3-F16121CC4B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37116" y="5861412"/>
                  <a:ext cx="106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7002" name="잉크 37001">
                  <a:extLst>
                    <a:ext uri="{FF2B5EF4-FFF2-40B4-BE49-F238E27FC236}">
                      <a16:creationId xmlns:a16="http://schemas.microsoft.com/office/drawing/2014/main" id="{5AEBA124-3C53-4455-3056-1EFB2FF2DA36}"/>
                    </a:ext>
                  </a:extLst>
                </p14:cNvPr>
                <p14:cNvContentPartPr/>
                <p14:nvPr/>
              </p14:nvContentPartPr>
              <p14:xfrm>
                <a:off x="7593636" y="5908212"/>
                <a:ext cx="11880" cy="55080"/>
              </p14:xfrm>
            </p:contentPart>
          </mc:Choice>
          <mc:Fallback xmlns="">
            <p:pic>
              <p:nvPicPr>
                <p:cNvPr id="37002" name="잉크 37001">
                  <a:extLst>
                    <a:ext uri="{FF2B5EF4-FFF2-40B4-BE49-F238E27FC236}">
                      <a16:creationId xmlns:a16="http://schemas.microsoft.com/office/drawing/2014/main" id="{5AEBA124-3C53-4455-3056-1EFB2FF2DA3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84636" y="5899212"/>
                  <a:ext cx="29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7003" name="잉크 37002">
                  <a:extLst>
                    <a:ext uri="{FF2B5EF4-FFF2-40B4-BE49-F238E27FC236}">
                      <a16:creationId xmlns:a16="http://schemas.microsoft.com/office/drawing/2014/main" id="{84823CE6-7F64-577D-5FC9-6F6F97A64A41}"/>
                    </a:ext>
                  </a:extLst>
                </p14:cNvPr>
                <p14:cNvContentPartPr/>
                <p14:nvPr/>
              </p14:nvContentPartPr>
              <p14:xfrm>
                <a:off x="7556916" y="5936292"/>
                <a:ext cx="101160" cy="73080"/>
              </p14:xfrm>
            </p:contentPart>
          </mc:Choice>
          <mc:Fallback xmlns="">
            <p:pic>
              <p:nvPicPr>
                <p:cNvPr id="37003" name="잉크 37002">
                  <a:extLst>
                    <a:ext uri="{FF2B5EF4-FFF2-40B4-BE49-F238E27FC236}">
                      <a16:creationId xmlns:a16="http://schemas.microsoft.com/office/drawing/2014/main" id="{84823CE6-7F64-577D-5FC9-6F6F97A64A4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547916" y="5927292"/>
                  <a:ext cx="11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7004" name="잉크 37003">
                  <a:extLst>
                    <a:ext uri="{FF2B5EF4-FFF2-40B4-BE49-F238E27FC236}">
                      <a16:creationId xmlns:a16="http://schemas.microsoft.com/office/drawing/2014/main" id="{8472FB90-8D38-9807-760E-0310F0472B7A}"/>
                    </a:ext>
                  </a:extLst>
                </p14:cNvPr>
                <p14:cNvContentPartPr/>
                <p14:nvPr/>
              </p14:nvContentPartPr>
              <p14:xfrm>
                <a:off x="7648716" y="5891292"/>
                <a:ext cx="102240" cy="54720"/>
              </p14:xfrm>
            </p:contentPart>
          </mc:Choice>
          <mc:Fallback xmlns="">
            <p:pic>
              <p:nvPicPr>
                <p:cNvPr id="37004" name="잉크 37003">
                  <a:extLst>
                    <a:ext uri="{FF2B5EF4-FFF2-40B4-BE49-F238E27FC236}">
                      <a16:creationId xmlns:a16="http://schemas.microsoft.com/office/drawing/2014/main" id="{8472FB90-8D38-9807-760E-0310F0472B7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639716" y="5882652"/>
                  <a:ext cx="119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37005" name="잉크 37004">
                  <a:extLst>
                    <a:ext uri="{FF2B5EF4-FFF2-40B4-BE49-F238E27FC236}">
                      <a16:creationId xmlns:a16="http://schemas.microsoft.com/office/drawing/2014/main" id="{EE35415A-EFB5-5374-A815-0714A7807600}"/>
                    </a:ext>
                  </a:extLst>
                </p14:cNvPr>
                <p14:cNvContentPartPr/>
                <p14:nvPr/>
              </p14:nvContentPartPr>
              <p14:xfrm>
                <a:off x="7705596" y="5938452"/>
                <a:ext cx="35280" cy="70200"/>
              </p14:xfrm>
            </p:contentPart>
          </mc:Choice>
          <mc:Fallback xmlns="">
            <p:pic>
              <p:nvPicPr>
                <p:cNvPr id="37005" name="잉크 37004">
                  <a:extLst>
                    <a:ext uri="{FF2B5EF4-FFF2-40B4-BE49-F238E27FC236}">
                      <a16:creationId xmlns:a16="http://schemas.microsoft.com/office/drawing/2014/main" id="{EE35415A-EFB5-5374-A815-0714A780760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696956" y="5929812"/>
                  <a:ext cx="52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7006" name="잉크 37005">
                  <a:extLst>
                    <a:ext uri="{FF2B5EF4-FFF2-40B4-BE49-F238E27FC236}">
                      <a16:creationId xmlns:a16="http://schemas.microsoft.com/office/drawing/2014/main" id="{5AD3E723-6AE0-B628-FE8B-4DBDB85E38F2}"/>
                    </a:ext>
                  </a:extLst>
                </p14:cNvPr>
                <p14:cNvContentPartPr/>
                <p14:nvPr/>
              </p14:nvContentPartPr>
              <p14:xfrm>
                <a:off x="7672836" y="5987772"/>
                <a:ext cx="96480" cy="32400"/>
              </p14:xfrm>
            </p:contentPart>
          </mc:Choice>
          <mc:Fallback xmlns="">
            <p:pic>
              <p:nvPicPr>
                <p:cNvPr id="37006" name="잉크 37005">
                  <a:extLst>
                    <a:ext uri="{FF2B5EF4-FFF2-40B4-BE49-F238E27FC236}">
                      <a16:creationId xmlns:a16="http://schemas.microsoft.com/office/drawing/2014/main" id="{5AD3E723-6AE0-B628-FE8B-4DBDB85E38F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663836" y="5978772"/>
                  <a:ext cx="114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7007" name="잉크 37006">
                  <a:extLst>
                    <a:ext uri="{FF2B5EF4-FFF2-40B4-BE49-F238E27FC236}">
                      <a16:creationId xmlns:a16="http://schemas.microsoft.com/office/drawing/2014/main" id="{C6AA5F13-2085-5D38-2884-3274E0F3EBD1}"/>
                    </a:ext>
                  </a:extLst>
                </p14:cNvPr>
                <p14:cNvContentPartPr/>
                <p14:nvPr/>
              </p14:nvContentPartPr>
              <p14:xfrm>
                <a:off x="7651596" y="5838372"/>
                <a:ext cx="55080" cy="59400"/>
              </p14:xfrm>
            </p:contentPart>
          </mc:Choice>
          <mc:Fallback xmlns="">
            <p:pic>
              <p:nvPicPr>
                <p:cNvPr id="37007" name="잉크 37006">
                  <a:extLst>
                    <a:ext uri="{FF2B5EF4-FFF2-40B4-BE49-F238E27FC236}">
                      <a16:creationId xmlns:a16="http://schemas.microsoft.com/office/drawing/2014/main" id="{C6AA5F13-2085-5D38-2884-3274E0F3EBD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642956" y="5829732"/>
                  <a:ext cx="72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7008" name="잉크 37007">
                  <a:extLst>
                    <a:ext uri="{FF2B5EF4-FFF2-40B4-BE49-F238E27FC236}">
                      <a16:creationId xmlns:a16="http://schemas.microsoft.com/office/drawing/2014/main" id="{320D553D-083E-07EB-224A-53A1E820D79A}"/>
                    </a:ext>
                  </a:extLst>
                </p14:cNvPr>
                <p14:cNvContentPartPr/>
                <p14:nvPr/>
              </p14:nvContentPartPr>
              <p14:xfrm>
                <a:off x="7824036" y="5886612"/>
                <a:ext cx="58320" cy="90360"/>
              </p14:xfrm>
            </p:contentPart>
          </mc:Choice>
          <mc:Fallback xmlns="">
            <p:pic>
              <p:nvPicPr>
                <p:cNvPr id="37008" name="잉크 37007">
                  <a:extLst>
                    <a:ext uri="{FF2B5EF4-FFF2-40B4-BE49-F238E27FC236}">
                      <a16:creationId xmlns:a16="http://schemas.microsoft.com/office/drawing/2014/main" id="{320D553D-083E-07EB-224A-53A1E820D79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815396" y="5877972"/>
                  <a:ext cx="75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7009" name="잉크 37008">
                  <a:extLst>
                    <a:ext uri="{FF2B5EF4-FFF2-40B4-BE49-F238E27FC236}">
                      <a16:creationId xmlns:a16="http://schemas.microsoft.com/office/drawing/2014/main" id="{DE06B835-6F1E-DA5E-5BD4-32CB779969D3}"/>
                    </a:ext>
                  </a:extLst>
                </p14:cNvPr>
                <p14:cNvContentPartPr/>
                <p14:nvPr/>
              </p14:nvContentPartPr>
              <p14:xfrm>
                <a:off x="7908996" y="5867532"/>
                <a:ext cx="111960" cy="110520"/>
              </p14:xfrm>
            </p:contentPart>
          </mc:Choice>
          <mc:Fallback xmlns="">
            <p:pic>
              <p:nvPicPr>
                <p:cNvPr id="37009" name="잉크 37008">
                  <a:extLst>
                    <a:ext uri="{FF2B5EF4-FFF2-40B4-BE49-F238E27FC236}">
                      <a16:creationId xmlns:a16="http://schemas.microsoft.com/office/drawing/2014/main" id="{DE06B835-6F1E-DA5E-5BD4-32CB779969D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99996" y="5858532"/>
                  <a:ext cx="129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7010" name="잉크 37009">
                  <a:extLst>
                    <a:ext uri="{FF2B5EF4-FFF2-40B4-BE49-F238E27FC236}">
                      <a16:creationId xmlns:a16="http://schemas.microsoft.com/office/drawing/2014/main" id="{CF0DCCB7-C79D-A553-4430-BF4D2F6647DE}"/>
                    </a:ext>
                  </a:extLst>
                </p14:cNvPr>
                <p14:cNvContentPartPr/>
                <p14:nvPr/>
              </p14:nvContentPartPr>
              <p14:xfrm>
                <a:off x="7937796" y="5942052"/>
                <a:ext cx="90720" cy="16560"/>
              </p14:xfrm>
            </p:contentPart>
          </mc:Choice>
          <mc:Fallback xmlns="">
            <p:pic>
              <p:nvPicPr>
                <p:cNvPr id="37010" name="잉크 37009">
                  <a:extLst>
                    <a:ext uri="{FF2B5EF4-FFF2-40B4-BE49-F238E27FC236}">
                      <a16:creationId xmlns:a16="http://schemas.microsoft.com/office/drawing/2014/main" id="{CF0DCCB7-C79D-A553-4430-BF4D2F6647D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29156" y="5933052"/>
                  <a:ext cx="108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7011" name="잉크 37010">
                  <a:extLst>
                    <a:ext uri="{FF2B5EF4-FFF2-40B4-BE49-F238E27FC236}">
                      <a16:creationId xmlns:a16="http://schemas.microsoft.com/office/drawing/2014/main" id="{45A41C81-0B8E-5590-99EB-E4E4FEE876DD}"/>
                    </a:ext>
                  </a:extLst>
                </p14:cNvPr>
                <p14:cNvContentPartPr/>
                <p14:nvPr/>
              </p14:nvContentPartPr>
              <p14:xfrm>
                <a:off x="7979916" y="5870772"/>
                <a:ext cx="109440" cy="152280"/>
              </p14:xfrm>
            </p:contentPart>
          </mc:Choice>
          <mc:Fallback xmlns="">
            <p:pic>
              <p:nvPicPr>
                <p:cNvPr id="37011" name="잉크 37010">
                  <a:extLst>
                    <a:ext uri="{FF2B5EF4-FFF2-40B4-BE49-F238E27FC236}">
                      <a16:creationId xmlns:a16="http://schemas.microsoft.com/office/drawing/2014/main" id="{45A41C81-0B8E-5590-99EB-E4E4FEE876D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71276" y="5862132"/>
                  <a:ext cx="127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7012" name="잉크 37011">
                  <a:extLst>
                    <a:ext uri="{FF2B5EF4-FFF2-40B4-BE49-F238E27FC236}">
                      <a16:creationId xmlns:a16="http://schemas.microsoft.com/office/drawing/2014/main" id="{2FAB93E3-2248-7595-B7B4-CE40747FB9E3}"/>
                    </a:ext>
                  </a:extLst>
                </p14:cNvPr>
                <p14:cNvContentPartPr/>
                <p14:nvPr/>
              </p14:nvContentPartPr>
              <p14:xfrm>
                <a:off x="8082876" y="5994612"/>
                <a:ext cx="6840" cy="1800"/>
              </p14:xfrm>
            </p:contentPart>
          </mc:Choice>
          <mc:Fallback xmlns="">
            <p:pic>
              <p:nvPicPr>
                <p:cNvPr id="37012" name="잉크 37011">
                  <a:extLst>
                    <a:ext uri="{FF2B5EF4-FFF2-40B4-BE49-F238E27FC236}">
                      <a16:creationId xmlns:a16="http://schemas.microsoft.com/office/drawing/2014/main" id="{2FAB93E3-2248-7595-B7B4-CE40747FB9E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74236" y="5985612"/>
                  <a:ext cx="2448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34" name="그룹 37033">
            <a:extLst>
              <a:ext uri="{FF2B5EF4-FFF2-40B4-BE49-F238E27FC236}">
                <a16:creationId xmlns:a16="http://schemas.microsoft.com/office/drawing/2014/main" id="{B2FFB6DB-DA6A-FB11-AE5B-084CC7D93C1F}"/>
              </a:ext>
            </a:extLst>
          </p:cNvPr>
          <p:cNvGrpSpPr/>
          <p:nvPr/>
        </p:nvGrpSpPr>
        <p:grpSpPr>
          <a:xfrm>
            <a:off x="5315774" y="542676"/>
            <a:ext cx="709200" cy="196560"/>
            <a:chOff x="5315774" y="542676"/>
            <a:chExt cx="70920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7025" name="잉크 37024">
                  <a:extLst>
                    <a:ext uri="{FF2B5EF4-FFF2-40B4-BE49-F238E27FC236}">
                      <a16:creationId xmlns:a16="http://schemas.microsoft.com/office/drawing/2014/main" id="{4BC0BA49-6C08-845A-D6F2-C2EC42DE0268}"/>
                    </a:ext>
                  </a:extLst>
                </p14:cNvPr>
                <p14:cNvContentPartPr/>
                <p14:nvPr/>
              </p14:nvContentPartPr>
              <p14:xfrm>
                <a:off x="5315774" y="566076"/>
                <a:ext cx="23400" cy="173160"/>
              </p14:xfrm>
            </p:contentPart>
          </mc:Choice>
          <mc:Fallback xmlns="">
            <p:pic>
              <p:nvPicPr>
                <p:cNvPr id="37025" name="잉크 37024">
                  <a:extLst>
                    <a:ext uri="{FF2B5EF4-FFF2-40B4-BE49-F238E27FC236}">
                      <a16:creationId xmlns:a16="http://schemas.microsoft.com/office/drawing/2014/main" id="{4BC0BA49-6C08-845A-D6F2-C2EC42DE026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06774" y="557436"/>
                  <a:ext cx="41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7026" name="잉크 37025">
                  <a:extLst>
                    <a:ext uri="{FF2B5EF4-FFF2-40B4-BE49-F238E27FC236}">
                      <a16:creationId xmlns:a16="http://schemas.microsoft.com/office/drawing/2014/main" id="{3D6A725C-9F1B-8941-4BEE-74D00093608B}"/>
                    </a:ext>
                  </a:extLst>
                </p14:cNvPr>
                <p14:cNvContentPartPr/>
                <p14:nvPr/>
              </p14:nvContentPartPr>
              <p14:xfrm>
                <a:off x="5319374" y="542676"/>
                <a:ext cx="75600" cy="126360"/>
              </p14:xfrm>
            </p:contentPart>
          </mc:Choice>
          <mc:Fallback xmlns="">
            <p:pic>
              <p:nvPicPr>
                <p:cNvPr id="37026" name="잉크 37025">
                  <a:extLst>
                    <a:ext uri="{FF2B5EF4-FFF2-40B4-BE49-F238E27FC236}">
                      <a16:creationId xmlns:a16="http://schemas.microsoft.com/office/drawing/2014/main" id="{3D6A725C-9F1B-8941-4BEE-74D00093608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310734" y="533676"/>
                  <a:ext cx="93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7027" name="잉크 37026">
                  <a:extLst>
                    <a:ext uri="{FF2B5EF4-FFF2-40B4-BE49-F238E27FC236}">
                      <a16:creationId xmlns:a16="http://schemas.microsoft.com/office/drawing/2014/main" id="{8C7C9A7B-79E8-7CB7-C766-1DE230E92F24}"/>
                    </a:ext>
                  </a:extLst>
                </p14:cNvPr>
                <p14:cNvContentPartPr/>
                <p14:nvPr/>
              </p14:nvContentPartPr>
              <p14:xfrm>
                <a:off x="5458334" y="647076"/>
                <a:ext cx="14040" cy="63360"/>
              </p14:xfrm>
            </p:contentPart>
          </mc:Choice>
          <mc:Fallback xmlns="">
            <p:pic>
              <p:nvPicPr>
                <p:cNvPr id="37027" name="잉크 37026">
                  <a:extLst>
                    <a:ext uri="{FF2B5EF4-FFF2-40B4-BE49-F238E27FC236}">
                      <a16:creationId xmlns:a16="http://schemas.microsoft.com/office/drawing/2014/main" id="{8C7C9A7B-79E8-7CB7-C766-1DE230E92F2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449334" y="638076"/>
                  <a:ext cx="31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7028" name="잉크 37027">
                  <a:extLst>
                    <a:ext uri="{FF2B5EF4-FFF2-40B4-BE49-F238E27FC236}">
                      <a16:creationId xmlns:a16="http://schemas.microsoft.com/office/drawing/2014/main" id="{FA8C208D-B311-9473-C4BB-F5D7EF15B0A1}"/>
                    </a:ext>
                  </a:extLst>
                </p14:cNvPr>
                <p14:cNvContentPartPr/>
                <p14:nvPr/>
              </p14:nvContentPartPr>
              <p14:xfrm>
                <a:off x="5617094" y="573636"/>
                <a:ext cx="93600" cy="63360"/>
              </p14:xfrm>
            </p:contentPart>
          </mc:Choice>
          <mc:Fallback xmlns="">
            <p:pic>
              <p:nvPicPr>
                <p:cNvPr id="37028" name="잉크 37027">
                  <a:extLst>
                    <a:ext uri="{FF2B5EF4-FFF2-40B4-BE49-F238E27FC236}">
                      <a16:creationId xmlns:a16="http://schemas.microsoft.com/office/drawing/2014/main" id="{FA8C208D-B311-9473-C4BB-F5D7EF15B0A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608094" y="564636"/>
                  <a:ext cx="111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7029" name="잉크 37028">
                  <a:extLst>
                    <a:ext uri="{FF2B5EF4-FFF2-40B4-BE49-F238E27FC236}">
                      <a16:creationId xmlns:a16="http://schemas.microsoft.com/office/drawing/2014/main" id="{FABC7B05-F457-C35E-BF5A-098329552633}"/>
                    </a:ext>
                  </a:extLst>
                </p14:cNvPr>
                <p14:cNvContentPartPr/>
                <p14:nvPr/>
              </p14:nvContentPartPr>
              <p14:xfrm>
                <a:off x="5643734" y="606036"/>
                <a:ext cx="78480" cy="64800"/>
              </p14:xfrm>
            </p:contentPart>
          </mc:Choice>
          <mc:Fallback xmlns="">
            <p:pic>
              <p:nvPicPr>
                <p:cNvPr id="37029" name="잉크 37028">
                  <a:extLst>
                    <a:ext uri="{FF2B5EF4-FFF2-40B4-BE49-F238E27FC236}">
                      <a16:creationId xmlns:a16="http://schemas.microsoft.com/office/drawing/2014/main" id="{FABC7B05-F457-C35E-BF5A-09832955263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635094" y="597036"/>
                  <a:ext cx="96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7030" name="잉크 37029">
                  <a:extLst>
                    <a:ext uri="{FF2B5EF4-FFF2-40B4-BE49-F238E27FC236}">
                      <a16:creationId xmlns:a16="http://schemas.microsoft.com/office/drawing/2014/main" id="{9D09D3D6-D858-9BC5-C8B4-C936DD8DCDD7}"/>
                    </a:ext>
                  </a:extLst>
                </p14:cNvPr>
                <p14:cNvContentPartPr/>
                <p14:nvPr/>
              </p14:nvContentPartPr>
              <p14:xfrm>
                <a:off x="5670014" y="683076"/>
                <a:ext cx="55440" cy="45000"/>
              </p14:xfrm>
            </p:contentPart>
          </mc:Choice>
          <mc:Fallback xmlns="">
            <p:pic>
              <p:nvPicPr>
                <p:cNvPr id="37030" name="잉크 37029">
                  <a:extLst>
                    <a:ext uri="{FF2B5EF4-FFF2-40B4-BE49-F238E27FC236}">
                      <a16:creationId xmlns:a16="http://schemas.microsoft.com/office/drawing/2014/main" id="{9D09D3D6-D858-9BC5-C8B4-C936DD8DCDD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61374" y="674436"/>
                  <a:ext cx="73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7031" name="잉크 37030">
                  <a:extLst>
                    <a:ext uri="{FF2B5EF4-FFF2-40B4-BE49-F238E27FC236}">
                      <a16:creationId xmlns:a16="http://schemas.microsoft.com/office/drawing/2014/main" id="{3DBF5AC2-F8F2-ABA4-C3D9-7337978D87B3}"/>
                    </a:ext>
                  </a:extLst>
                </p14:cNvPr>
                <p14:cNvContentPartPr/>
                <p14:nvPr/>
              </p14:nvContentPartPr>
              <p14:xfrm>
                <a:off x="5732654" y="586236"/>
                <a:ext cx="81000" cy="104040"/>
              </p14:xfrm>
            </p:contentPart>
          </mc:Choice>
          <mc:Fallback xmlns="">
            <p:pic>
              <p:nvPicPr>
                <p:cNvPr id="37031" name="잉크 37030">
                  <a:extLst>
                    <a:ext uri="{FF2B5EF4-FFF2-40B4-BE49-F238E27FC236}">
                      <a16:creationId xmlns:a16="http://schemas.microsoft.com/office/drawing/2014/main" id="{3DBF5AC2-F8F2-ABA4-C3D9-7337978D87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23654" y="577236"/>
                  <a:ext cx="98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7032" name="잉크 37031">
                  <a:extLst>
                    <a:ext uri="{FF2B5EF4-FFF2-40B4-BE49-F238E27FC236}">
                      <a16:creationId xmlns:a16="http://schemas.microsoft.com/office/drawing/2014/main" id="{7ADEA809-F9DD-FD2E-74CC-5053DB843A77}"/>
                    </a:ext>
                  </a:extLst>
                </p14:cNvPr>
                <p14:cNvContentPartPr/>
                <p14:nvPr/>
              </p14:nvContentPartPr>
              <p14:xfrm>
                <a:off x="5768294" y="651036"/>
                <a:ext cx="112680" cy="86040"/>
              </p14:xfrm>
            </p:contentPart>
          </mc:Choice>
          <mc:Fallback xmlns="">
            <p:pic>
              <p:nvPicPr>
                <p:cNvPr id="37032" name="잉크 37031">
                  <a:extLst>
                    <a:ext uri="{FF2B5EF4-FFF2-40B4-BE49-F238E27FC236}">
                      <a16:creationId xmlns:a16="http://schemas.microsoft.com/office/drawing/2014/main" id="{7ADEA809-F9DD-FD2E-74CC-5053DB843A7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59294" y="642396"/>
                  <a:ext cx="130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7033" name="잉크 37032">
                  <a:extLst>
                    <a:ext uri="{FF2B5EF4-FFF2-40B4-BE49-F238E27FC236}">
                      <a16:creationId xmlns:a16="http://schemas.microsoft.com/office/drawing/2014/main" id="{A2D09CAC-2B19-E08C-5F45-381D7A85DE84}"/>
                    </a:ext>
                  </a:extLst>
                </p14:cNvPr>
                <p14:cNvContentPartPr/>
                <p14:nvPr/>
              </p14:nvContentPartPr>
              <p14:xfrm>
                <a:off x="5998334" y="603876"/>
                <a:ext cx="26640" cy="57240"/>
              </p14:xfrm>
            </p:contentPart>
          </mc:Choice>
          <mc:Fallback xmlns="">
            <p:pic>
              <p:nvPicPr>
                <p:cNvPr id="37033" name="잉크 37032">
                  <a:extLst>
                    <a:ext uri="{FF2B5EF4-FFF2-40B4-BE49-F238E27FC236}">
                      <a16:creationId xmlns:a16="http://schemas.microsoft.com/office/drawing/2014/main" id="{A2D09CAC-2B19-E08C-5F45-381D7A85DE8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989694" y="595236"/>
                  <a:ext cx="442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37035" name="잉크 37034">
                <a:extLst>
                  <a:ext uri="{FF2B5EF4-FFF2-40B4-BE49-F238E27FC236}">
                    <a16:creationId xmlns:a16="http://schemas.microsoft.com/office/drawing/2014/main" id="{E0D660D2-FBD8-4002-84E6-993D127E85A2}"/>
                  </a:ext>
                </a:extLst>
              </p14:cNvPr>
              <p14:cNvContentPartPr/>
              <p14:nvPr/>
            </p14:nvContentPartPr>
            <p14:xfrm>
              <a:off x="6275174" y="606036"/>
              <a:ext cx="83520" cy="127440"/>
            </p14:xfrm>
          </p:contentPart>
        </mc:Choice>
        <mc:Fallback xmlns="">
          <p:pic>
            <p:nvPicPr>
              <p:cNvPr id="37035" name="잉크 37034">
                <a:extLst>
                  <a:ext uri="{FF2B5EF4-FFF2-40B4-BE49-F238E27FC236}">
                    <a16:creationId xmlns:a16="http://schemas.microsoft.com/office/drawing/2014/main" id="{E0D660D2-FBD8-4002-84E6-993D127E85A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266534" y="597036"/>
                <a:ext cx="1011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37036" name="잉크 37035">
                <a:extLst>
                  <a:ext uri="{FF2B5EF4-FFF2-40B4-BE49-F238E27FC236}">
                    <a16:creationId xmlns:a16="http://schemas.microsoft.com/office/drawing/2014/main" id="{FBDCA5BE-6319-5E92-247B-58ED102F912C}"/>
                  </a:ext>
                </a:extLst>
              </p14:cNvPr>
              <p14:cNvContentPartPr/>
              <p14:nvPr/>
            </p14:nvContentPartPr>
            <p14:xfrm>
              <a:off x="6380654" y="588756"/>
              <a:ext cx="78480" cy="112680"/>
            </p14:xfrm>
          </p:contentPart>
        </mc:Choice>
        <mc:Fallback xmlns="">
          <p:pic>
            <p:nvPicPr>
              <p:cNvPr id="37036" name="잉크 37035">
                <a:extLst>
                  <a:ext uri="{FF2B5EF4-FFF2-40B4-BE49-F238E27FC236}">
                    <a16:creationId xmlns:a16="http://schemas.microsoft.com/office/drawing/2014/main" id="{FBDCA5BE-6319-5E92-247B-58ED102F912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371654" y="579756"/>
                <a:ext cx="961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37037" name="잉크 37036">
                <a:extLst>
                  <a:ext uri="{FF2B5EF4-FFF2-40B4-BE49-F238E27FC236}">
                    <a16:creationId xmlns:a16="http://schemas.microsoft.com/office/drawing/2014/main" id="{FEC0F724-6098-D4C4-7561-9E702837876D}"/>
                  </a:ext>
                </a:extLst>
              </p14:cNvPr>
              <p14:cNvContentPartPr/>
              <p14:nvPr/>
            </p14:nvContentPartPr>
            <p14:xfrm>
              <a:off x="6510974" y="597396"/>
              <a:ext cx="102960" cy="95040"/>
            </p14:xfrm>
          </p:contentPart>
        </mc:Choice>
        <mc:Fallback xmlns="">
          <p:pic>
            <p:nvPicPr>
              <p:cNvPr id="37037" name="잉크 37036">
                <a:extLst>
                  <a:ext uri="{FF2B5EF4-FFF2-40B4-BE49-F238E27FC236}">
                    <a16:creationId xmlns:a16="http://schemas.microsoft.com/office/drawing/2014/main" id="{FEC0F724-6098-D4C4-7561-9E702837876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502334" y="588396"/>
                <a:ext cx="120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37038" name="잉크 37037">
                <a:extLst>
                  <a:ext uri="{FF2B5EF4-FFF2-40B4-BE49-F238E27FC236}">
                    <a16:creationId xmlns:a16="http://schemas.microsoft.com/office/drawing/2014/main" id="{49682649-BCD0-CA77-D24E-48A2730554CF}"/>
                  </a:ext>
                </a:extLst>
              </p14:cNvPr>
              <p14:cNvContentPartPr/>
              <p14:nvPr/>
            </p14:nvContentPartPr>
            <p14:xfrm>
              <a:off x="6720494" y="624036"/>
              <a:ext cx="98280" cy="8640"/>
            </p14:xfrm>
          </p:contentPart>
        </mc:Choice>
        <mc:Fallback xmlns="">
          <p:pic>
            <p:nvPicPr>
              <p:cNvPr id="37038" name="잉크 37037">
                <a:extLst>
                  <a:ext uri="{FF2B5EF4-FFF2-40B4-BE49-F238E27FC236}">
                    <a16:creationId xmlns:a16="http://schemas.microsoft.com/office/drawing/2014/main" id="{49682649-BCD0-CA77-D24E-48A2730554CF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711854" y="615036"/>
                <a:ext cx="1159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37039" name="잉크 37038">
                <a:extLst>
                  <a:ext uri="{FF2B5EF4-FFF2-40B4-BE49-F238E27FC236}">
                    <a16:creationId xmlns:a16="http://schemas.microsoft.com/office/drawing/2014/main" id="{6CF14D88-5CBE-FCEF-961B-E0317D0C5BE4}"/>
                  </a:ext>
                </a:extLst>
              </p14:cNvPr>
              <p14:cNvContentPartPr/>
              <p14:nvPr/>
            </p14:nvContentPartPr>
            <p14:xfrm>
              <a:off x="6767654" y="577596"/>
              <a:ext cx="18720" cy="106200"/>
            </p14:xfrm>
          </p:contentPart>
        </mc:Choice>
        <mc:Fallback xmlns="">
          <p:pic>
            <p:nvPicPr>
              <p:cNvPr id="37039" name="잉크 37038">
                <a:extLst>
                  <a:ext uri="{FF2B5EF4-FFF2-40B4-BE49-F238E27FC236}">
                    <a16:creationId xmlns:a16="http://schemas.microsoft.com/office/drawing/2014/main" id="{6CF14D88-5CBE-FCEF-961B-E0317D0C5BE4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758654" y="568956"/>
                <a:ext cx="3636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48" name="그룹 37047">
            <a:extLst>
              <a:ext uri="{FF2B5EF4-FFF2-40B4-BE49-F238E27FC236}">
                <a16:creationId xmlns:a16="http://schemas.microsoft.com/office/drawing/2014/main" id="{0C3230D0-359E-5D58-262B-394A855F2D61}"/>
              </a:ext>
            </a:extLst>
          </p:cNvPr>
          <p:cNvGrpSpPr/>
          <p:nvPr/>
        </p:nvGrpSpPr>
        <p:grpSpPr>
          <a:xfrm>
            <a:off x="6981134" y="576516"/>
            <a:ext cx="293400" cy="108000"/>
            <a:chOff x="6981134" y="576516"/>
            <a:chExt cx="293400" cy="10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7041" name="잉크 37040">
                  <a:extLst>
                    <a:ext uri="{FF2B5EF4-FFF2-40B4-BE49-F238E27FC236}">
                      <a16:creationId xmlns:a16="http://schemas.microsoft.com/office/drawing/2014/main" id="{D3F60CB4-95C2-70DE-AABB-F10ACDBE42A0}"/>
                    </a:ext>
                  </a:extLst>
                </p14:cNvPr>
                <p14:cNvContentPartPr/>
                <p14:nvPr/>
              </p14:nvContentPartPr>
              <p14:xfrm>
                <a:off x="6981134" y="586596"/>
                <a:ext cx="108360" cy="97920"/>
              </p14:xfrm>
            </p:contentPart>
          </mc:Choice>
          <mc:Fallback xmlns="">
            <p:pic>
              <p:nvPicPr>
                <p:cNvPr id="37041" name="잉크 37040">
                  <a:extLst>
                    <a:ext uri="{FF2B5EF4-FFF2-40B4-BE49-F238E27FC236}">
                      <a16:creationId xmlns:a16="http://schemas.microsoft.com/office/drawing/2014/main" id="{D3F60CB4-95C2-70DE-AABB-F10ACDBE42A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72134" y="577956"/>
                  <a:ext cx="126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7043" name="잉크 37042">
                  <a:extLst>
                    <a:ext uri="{FF2B5EF4-FFF2-40B4-BE49-F238E27FC236}">
                      <a16:creationId xmlns:a16="http://schemas.microsoft.com/office/drawing/2014/main" id="{3F296AA3-7961-990A-2860-A3F10C168072}"/>
                    </a:ext>
                  </a:extLst>
                </p14:cNvPr>
                <p14:cNvContentPartPr/>
                <p14:nvPr/>
              </p14:nvContentPartPr>
              <p14:xfrm>
                <a:off x="7119734" y="576516"/>
                <a:ext cx="59400" cy="74880"/>
              </p14:xfrm>
            </p:contentPart>
          </mc:Choice>
          <mc:Fallback xmlns="">
            <p:pic>
              <p:nvPicPr>
                <p:cNvPr id="37043" name="잉크 37042">
                  <a:extLst>
                    <a:ext uri="{FF2B5EF4-FFF2-40B4-BE49-F238E27FC236}">
                      <a16:creationId xmlns:a16="http://schemas.microsoft.com/office/drawing/2014/main" id="{3F296AA3-7961-990A-2860-A3F10C1680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111094" y="567876"/>
                  <a:ext cx="77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7044" name="잉크 37043">
                  <a:extLst>
                    <a:ext uri="{FF2B5EF4-FFF2-40B4-BE49-F238E27FC236}">
                      <a16:creationId xmlns:a16="http://schemas.microsoft.com/office/drawing/2014/main" id="{29C9142B-1056-6662-C369-DD451D09CAB4}"/>
                    </a:ext>
                  </a:extLst>
                </p14:cNvPr>
                <p14:cNvContentPartPr/>
                <p14:nvPr/>
              </p14:nvContentPartPr>
              <p14:xfrm>
                <a:off x="7202894" y="588396"/>
                <a:ext cx="71640" cy="67680"/>
              </p14:xfrm>
            </p:contentPart>
          </mc:Choice>
          <mc:Fallback xmlns="">
            <p:pic>
              <p:nvPicPr>
                <p:cNvPr id="37044" name="잉크 37043">
                  <a:extLst>
                    <a:ext uri="{FF2B5EF4-FFF2-40B4-BE49-F238E27FC236}">
                      <a16:creationId xmlns:a16="http://schemas.microsoft.com/office/drawing/2014/main" id="{29C9142B-1056-6662-C369-DD451D09CAB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93894" y="579756"/>
                  <a:ext cx="892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47" name="그룹 37046">
            <a:extLst>
              <a:ext uri="{FF2B5EF4-FFF2-40B4-BE49-F238E27FC236}">
                <a16:creationId xmlns:a16="http://schemas.microsoft.com/office/drawing/2014/main" id="{E9AD56EF-BA80-D948-C9EB-13D26F6CD438}"/>
              </a:ext>
            </a:extLst>
          </p:cNvPr>
          <p:cNvGrpSpPr/>
          <p:nvPr/>
        </p:nvGrpSpPr>
        <p:grpSpPr>
          <a:xfrm>
            <a:off x="7457774" y="593436"/>
            <a:ext cx="69120" cy="41040"/>
            <a:chOff x="7457774" y="593436"/>
            <a:chExt cx="69120" cy="4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7045" name="잉크 37044">
                  <a:extLst>
                    <a:ext uri="{FF2B5EF4-FFF2-40B4-BE49-F238E27FC236}">
                      <a16:creationId xmlns:a16="http://schemas.microsoft.com/office/drawing/2014/main" id="{14E89FE2-94B3-C96E-682A-5FEE9C942476}"/>
                    </a:ext>
                  </a:extLst>
                </p14:cNvPr>
                <p14:cNvContentPartPr/>
                <p14:nvPr/>
              </p14:nvContentPartPr>
              <p14:xfrm>
                <a:off x="7457774" y="593436"/>
                <a:ext cx="59760" cy="19800"/>
              </p14:xfrm>
            </p:contentPart>
          </mc:Choice>
          <mc:Fallback xmlns="">
            <p:pic>
              <p:nvPicPr>
                <p:cNvPr id="37045" name="잉크 37044">
                  <a:extLst>
                    <a:ext uri="{FF2B5EF4-FFF2-40B4-BE49-F238E27FC236}">
                      <a16:creationId xmlns:a16="http://schemas.microsoft.com/office/drawing/2014/main" id="{14E89FE2-94B3-C96E-682A-5FEE9C94247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48774" y="584796"/>
                  <a:ext cx="77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7046" name="잉크 37045">
                  <a:extLst>
                    <a:ext uri="{FF2B5EF4-FFF2-40B4-BE49-F238E27FC236}">
                      <a16:creationId xmlns:a16="http://schemas.microsoft.com/office/drawing/2014/main" id="{283A5497-702D-30E5-E9E8-F4ACEE7DF850}"/>
                    </a:ext>
                  </a:extLst>
                </p14:cNvPr>
                <p14:cNvContentPartPr/>
                <p14:nvPr/>
              </p14:nvContentPartPr>
              <p14:xfrm>
                <a:off x="7471454" y="626916"/>
                <a:ext cx="55440" cy="7560"/>
              </p14:xfrm>
            </p:contentPart>
          </mc:Choice>
          <mc:Fallback xmlns="">
            <p:pic>
              <p:nvPicPr>
                <p:cNvPr id="37046" name="잉크 37045">
                  <a:extLst>
                    <a:ext uri="{FF2B5EF4-FFF2-40B4-BE49-F238E27FC236}">
                      <a16:creationId xmlns:a16="http://schemas.microsoft.com/office/drawing/2014/main" id="{283A5497-702D-30E5-E9E8-F4ACEE7DF85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462814" y="617916"/>
                  <a:ext cx="730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53" name="그룹 37052">
            <a:extLst>
              <a:ext uri="{FF2B5EF4-FFF2-40B4-BE49-F238E27FC236}">
                <a16:creationId xmlns:a16="http://schemas.microsoft.com/office/drawing/2014/main" id="{1A9B1591-1FF4-1129-649F-4CF0D7BD94B0}"/>
              </a:ext>
            </a:extLst>
          </p:cNvPr>
          <p:cNvGrpSpPr/>
          <p:nvPr/>
        </p:nvGrpSpPr>
        <p:grpSpPr>
          <a:xfrm>
            <a:off x="7714454" y="558516"/>
            <a:ext cx="279720" cy="127800"/>
            <a:chOff x="7714454" y="558516"/>
            <a:chExt cx="279720" cy="1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7049" name="잉크 37048">
                  <a:extLst>
                    <a:ext uri="{FF2B5EF4-FFF2-40B4-BE49-F238E27FC236}">
                      <a16:creationId xmlns:a16="http://schemas.microsoft.com/office/drawing/2014/main" id="{F44F2812-E4C4-2627-AE1E-EC62517823AB}"/>
                    </a:ext>
                  </a:extLst>
                </p14:cNvPr>
                <p14:cNvContentPartPr/>
                <p14:nvPr/>
              </p14:nvContentPartPr>
              <p14:xfrm>
                <a:off x="7721294" y="558516"/>
                <a:ext cx="56880" cy="127800"/>
              </p14:xfrm>
            </p:contentPart>
          </mc:Choice>
          <mc:Fallback xmlns="">
            <p:pic>
              <p:nvPicPr>
                <p:cNvPr id="37049" name="잉크 37048">
                  <a:extLst>
                    <a:ext uri="{FF2B5EF4-FFF2-40B4-BE49-F238E27FC236}">
                      <a16:creationId xmlns:a16="http://schemas.microsoft.com/office/drawing/2014/main" id="{F44F2812-E4C4-2627-AE1E-EC62517823A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12654" y="549516"/>
                  <a:ext cx="74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7050" name="잉크 37049">
                  <a:extLst>
                    <a:ext uri="{FF2B5EF4-FFF2-40B4-BE49-F238E27FC236}">
                      <a16:creationId xmlns:a16="http://schemas.microsoft.com/office/drawing/2014/main" id="{74C89F74-B2CA-EA94-19BB-BA9127151F2D}"/>
                    </a:ext>
                  </a:extLst>
                </p14:cNvPr>
                <p14:cNvContentPartPr/>
                <p14:nvPr/>
              </p14:nvContentPartPr>
              <p14:xfrm>
                <a:off x="7714454" y="572916"/>
                <a:ext cx="72360" cy="34560"/>
              </p14:xfrm>
            </p:contentPart>
          </mc:Choice>
          <mc:Fallback xmlns="">
            <p:pic>
              <p:nvPicPr>
                <p:cNvPr id="37050" name="잉크 37049">
                  <a:extLst>
                    <a:ext uri="{FF2B5EF4-FFF2-40B4-BE49-F238E27FC236}">
                      <a16:creationId xmlns:a16="http://schemas.microsoft.com/office/drawing/2014/main" id="{74C89F74-B2CA-EA94-19BB-BA9127151F2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05814" y="564276"/>
                  <a:ext cx="90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7051" name="잉크 37050">
                  <a:extLst>
                    <a:ext uri="{FF2B5EF4-FFF2-40B4-BE49-F238E27FC236}">
                      <a16:creationId xmlns:a16="http://schemas.microsoft.com/office/drawing/2014/main" id="{8F6CDBBB-EEF6-4446-B380-3257AF12E24E}"/>
                    </a:ext>
                  </a:extLst>
                </p14:cNvPr>
                <p14:cNvContentPartPr/>
                <p14:nvPr/>
              </p14:nvContentPartPr>
              <p14:xfrm>
                <a:off x="7816694" y="572556"/>
                <a:ext cx="59400" cy="113040"/>
              </p14:xfrm>
            </p:contentPart>
          </mc:Choice>
          <mc:Fallback xmlns="">
            <p:pic>
              <p:nvPicPr>
                <p:cNvPr id="37051" name="잉크 37050">
                  <a:extLst>
                    <a:ext uri="{FF2B5EF4-FFF2-40B4-BE49-F238E27FC236}">
                      <a16:creationId xmlns:a16="http://schemas.microsoft.com/office/drawing/2014/main" id="{8F6CDBBB-EEF6-4446-B380-3257AF12E24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08054" y="563916"/>
                  <a:ext cx="77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7052" name="잉크 37051">
                  <a:extLst>
                    <a:ext uri="{FF2B5EF4-FFF2-40B4-BE49-F238E27FC236}">
                      <a16:creationId xmlns:a16="http://schemas.microsoft.com/office/drawing/2014/main" id="{9A9FFB0B-F57A-88C5-BABA-E72E6936C027}"/>
                    </a:ext>
                  </a:extLst>
                </p14:cNvPr>
                <p14:cNvContentPartPr/>
                <p14:nvPr/>
              </p14:nvContentPartPr>
              <p14:xfrm>
                <a:off x="7896974" y="585156"/>
                <a:ext cx="97200" cy="77040"/>
              </p14:xfrm>
            </p:contentPart>
          </mc:Choice>
          <mc:Fallback xmlns="">
            <p:pic>
              <p:nvPicPr>
                <p:cNvPr id="37052" name="잉크 37051">
                  <a:extLst>
                    <a:ext uri="{FF2B5EF4-FFF2-40B4-BE49-F238E27FC236}">
                      <a16:creationId xmlns:a16="http://schemas.microsoft.com/office/drawing/2014/main" id="{9A9FFB0B-F57A-88C5-BABA-E72E6936C02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888334" y="576516"/>
                  <a:ext cx="11484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63" name="그룹 37062">
            <a:extLst>
              <a:ext uri="{FF2B5EF4-FFF2-40B4-BE49-F238E27FC236}">
                <a16:creationId xmlns:a16="http://schemas.microsoft.com/office/drawing/2014/main" id="{829F8F63-9692-DFFC-EC28-9D8D7702F031}"/>
              </a:ext>
            </a:extLst>
          </p:cNvPr>
          <p:cNvGrpSpPr/>
          <p:nvPr/>
        </p:nvGrpSpPr>
        <p:grpSpPr>
          <a:xfrm>
            <a:off x="5354654" y="847236"/>
            <a:ext cx="536400" cy="183240"/>
            <a:chOff x="5354654" y="847236"/>
            <a:chExt cx="53640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7054" name="잉크 37053">
                  <a:extLst>
                    <a:ext uri="{FF2B5EF4-FFF2-40B4-BE49-F238E27FC236}">
                      <a16:creationId xmlns:a16="http://schemas.microsoft.com/office/drawing/2014/main" id="{80F1ABA3-9939-8AE1-F617-482F595C6828}"/>
                    </a:ext>
                  </a:extLst>
                </p14:cNvPr>
                <p14:cNvContentPartPr/>
                <p14:nvPr/>
              </p14:nvContentPartPr>
              <p14:xfrm>
                <a:off x="5357174" y="872436"/>
                <a:ext cx="10080" cy="157320"/>
              </p14:xfrm>
            </p:contentPart>
          </mc:Choice>
          <mc:Fallback xmlns="">
            <p:pic>
              <p:nvPicPr>
                <p:cNvPr id="37054" name="잉크 37053">
                  <a:extLst>
                    <a:ext uri="{FF2B5EF4-FFF2-40B4-BE49-F238E27FC236}">
                      <a16:creationId xmlns:a16="http://schemas.microsoft.com/office/drawing/2014/main" id="{80F1ABA3-9939-8AE1-F617-482F595C682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348534" y="863436"/>
                  <a:ext cx="27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7055" name="잉크 37054">
                  <a:extLst>
                    <a:ext uri="{FF2B5EF4-FFF2-40B4-BE49-F238E27FC236}">
                      <a16:creationId xmlns:a16="http://schemas.microsoft.com/office/drawing/2014/main" id="{50F90240-0700-C5C9-3FFA-82BEEE79405F}"/>
                    </a:ext>
                  </a:extLst>
                </p14:cNvPr>
                <p14:cNvContentPartPr/>
                <p14:nvPr/>
              </p14:nvContentPartPr>
              <p14:xfrm>
                <a:off x="5354654" y="860196"/>
                <a:ext cx="55440" cy="117720"/>
              </p14:xfrm>
            </p:contentPart>
          </mc:Choice>
          <mc:Fallback xmlns="">
            <p:pic>
              <p:nvPicPr>
                <p:cNvPr id="37055" name="잉크 37054">
                  <a:extLst>
                    <a:ext uri="{FF2B5EF4-FFF2-40B4-BE49-F238E27FC236}">
                      <a16:creationId xmlns:a16="http://schemas.microsoft.com/office/drawing/2014/main" id="{50F90240-0700-C5C9-3FFA-82BEEE79405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346014" y="851556"/>
                  <a:ext cx="73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7056" name="잉크 37055">
                  <a:extLst>
                    <a:ext uri="{FF2B5EF4-FFF2-40B4-BE49-F238E27FC236}">
                      <a16:creationId xmlns:a16="http://schemas.microsoft.com/office/drawing/2014/main" id="{7D67A341-15CB-3BA5-9706-AE4D9BDD9BB1}"/>
                    </a:ext>
                  </a:extLst>
                </p14:cNvPr>
                <p14:cNvContentPartPr/>
                <p14:nvPr/>
              </p14:nvContentPartPr>
              <p14:xfrm>
                <a:off x="5459414" y="936516"/>
                <a:ext cx="56160" cy="93960"/>
              </p14:xfrm>
            </p:contentPart>
          </mc:Choice>
          <mc:Fallback xmlns="">
            <p:pic>
              <p:nvPicPr>
                <p:cNvPr id="37056" name="잉크 37055">
                  <a:extLst>
                    <a:ext uri="{FF2B5EF4-FFF2-40B4-BE49-F238E27FC236}">
                      <a16:creationId xmlns:a16="http://schemas.microsoft.com/office/drawing/2014/main" id="{7D67A341-15CB-3BA5-9706-AE4D9BDD9BB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450774" y="927516"/>
                  <a:ext cx="73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7057" name="잉크 37056">
                  <a:extLst>
                    <a:ext uri="{FF2B5EF4-FFF2-40B4-BE49-F238E27FC236}">
                      <a16:creationId xmlns:a16="http://schemas.microsoft.com/office/drawing/2014/main" id="{4BB00A79-CE54-87A6-0502-3B6E45C621AD}"/>
                    </a:ext>
                  </a:extLst>
                </p14:cNvPr>
                <p14:cNvContentPartPr/>
                <p14:nvPr/>
              </p14:nvContentPartPr>
              <p14:xfrm>
                <a:off x="5673974" y="847236"/>
                <a:ext cx="100440" cy="126000"/>
              </p14:xfrm>
            </p:contentPart>
          </mc:Choice>
          <mc:Fallback xmlns="">
            <p:pic>
              <p:nvPicPr>
                <p:cNvPr id="37057" name="잉크 37056">
                  <a:extLst>
                    <a:ext uri="{FF2B5EF4-FFF2-40B4-BE49-F238E27FC236}">
                      <a16:creationId xmlns:a16="http://schemas.microsoft.com/office/drawing/2014/main" id="{4BB00A79-CE54-87A6-0502-3B6E45C621A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664974" y="838236"/>
                  <a:ext cx="118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7058" name="잉크 37057">
                  <a:extLst>
                    <a:ext uri="{FF2B5EF4-FFF2-40B4-BE49-F238E27FC236}">
                      <a16:creationId xmlns:a16="http://schemas.microsoft.com/office/drawing/2014/main" id="{666AB0A0-300B-94C4-7AA3-502F1D7E2703}"/>
                    </a:ext>
                  </a:extLst>
                </p14:cNvPr>
                <p14:cNvContentPartPr/>
                <p14:nvPr/>
              </p14:nvContentPartPr>
              <p14:xfrm>
                <a:off x="5723294" y="982596"/>
                <a:ext cx="41400" cy="40320"/>
              </p14:xfrm>
            </p:contentPart>
          </mc:Choice>
          <mc:Fallback xmlns="">
            <p:pic>
              <p:nvPicPr>
                <p:cNvPr id="37058" name="잉크 37057">
                  <a:extLst>
                    <a:ext uri="{FF2B5EF4-FFF2-40B4-BE49-F238E27FC236}">
                      <a16:creationId xmlns:a16="http://schemas.microsoft.com/office/drawing/2014/main" id="{666AB0A0-300B-94C4-7AA3-502F1D7E270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14294" y="973956"/>
                  <a:ext cx="59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7059" name="잉크 37058">
                  <a:extLst>
                    <a:ext uri="{FF2B5EF4-FFF2-40B4-BE49-F238E27FC236}">
                      <a16:creationId xmlns:a16="http://schemas.microsoft.com/office/drawing/2014/main" id="{84DEFE90-4B45-A63E-3B4B-33648D3DD423}"/>
                    </a:ext>
                  </a:extLst>
                </p14:cNvPr>
                <p14:cNvContentPartPr/>
                <p14:nvPr/>
              </p14:nvContentPartPr>
              <p14:xfrm>
                <a:off x="5792414" y="877116"/>
                <a:ext cx="98640" cy="134280"/>
              </p14:xfrm>
            </p:contentPart>
          </mc:Choice>
          <mc:Fallback xmlns="">
            <p:pic>
              <p:nvPicPr>
                <p:cNvPr id="37059" name="잉크 37058">
                  <a:extLst>
                    <a:ext uri="{FF2B5EF4-FFF2-40B4-BE49-F238E27FC236}">
                      <a16:creationId xmlns:a16="http://schemas.microsoft.com/office/drawing/2014/main" id="{84DEFE90-4B45-A63E-3B4B-33648D3DD42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783774" y="868116"/>
                  <a:ext cx="11628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62" name="그룹 37061">
            <a:extLst>
              <a:ext uri="{FF2B5EF4-FFF2-40B4-BE49-F238E27FC236}">
                <a16:creationId xmlns:a16="http://schemas.microsoft.com/office/drawing/2014/main" id="{C54E8E61-730D-FB11-2CCA-9C31440F9F47}"/>
              </a:ext>
            </a:extLst>
          </p:cNvPr>
          <p:cNvGrpSpPr/>
          <p:nvPr/>
        </p:nvGrpSpPr>
        <p:grpSpPr>
          <a:xfrm>
            <a:off x="6107774" y="888636"/>
            <a:ext cx="15480" cy="54720"/>
            <a:chOff x="6107774" y="888636"/>
            <a:chExt cx="15480" cy="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7060" name="잉크 37059">
                  <a:extLst>
                    <a:ext uri="{FF2B5EF4-FFF2-40B4-BE49-F238E27FC236}">
                      <a16:creationId xmlns:a16="http://schemas.microsoft.com/office/drawing/2014/main" id="{5EB5CF5C-C557-FA24-FD07-120C93F2E41E}"/>
                    </a:ext>
                  </a:extLst>
                </p14:cNvPr>
                <p14:cNvContentPartPr/>
                <p14:nvPr/>
              </p14:nvContentPartPr>
              <p14:xfrm>
                <a:off x="6107774" y="888636"/>
                <a:ext cx="14760" cy="10080"/>
              </p14:xfrm>
            </p:contentPart>
          </mc:Choice>
          <mc:Fallback xmlns="">
            <p:pic>
              <p:nvPicPr>
                <p:cNvPr id="37060" name="잉크 37059">
                  <a:extLst>
                    <a:ext uri="{FF2B5EF4-FFF2-40B4-BE49-F238E27FC236}">
                      <a16:creationId xmlns:a16="http://schemas.microsoft.com/office/drawing/2014/main" id="{5EB5CF5C-C557-FA24-FD07-120C93F2E4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098774" y="879996"/>
                  <a:ext cx="32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7061" name="잉크 37060">
                  <a:extLst>
                    <a:ext uri="{FF2B5EF4-FFF2-40B4-BE49-F238E27FC236}">
                      <a16:creationId xmlns:a16="http://schemas.microsoft.com/office/drawing/2014/main" id="{6DD4BA4F-5989-1DF6-64F9-8E0FF11D6B8F}"/>
                    </a:ext>
                  </a:extLst>
                </p14:cNvPr>
                <p14:cNvContentPartPr/>
                <p14:nvPr/>
              </p14:nvContentPartPr>
              <p14:xfrm>
                <a:off x="6117494" y="921036"/>
                <a:ext cx="5760" cy="22320"/>
              </p14:xfrm>
            </p:contentPart>
          </mc:Choice>
          <mc:Fallback xmlns="">
            <p:pic>
              <p:nvPicPr>
                <p:cNvPr id="37061" name="잉크 37060">
                  <a:extLst>
                    <a:ext uri="{FF2B5EF4-FFF2-40B4-BE49-F238E27FC236}">
                      <a16:creationId xmlns:a16="http://schemas.microsoft.com/office/drawing/2014/main" id="{6DD4BA4F-5989-1DF6-64F9-8E0FF11D6B8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108854" y="912396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70" name="그룹 37069">
            <a:extLst>
              <a:ext uri="{FF2B5EF4-FFF2-40B4-BE49-F238E27FC236}">
                <a16:creationId xmlns:a16="http://schemas.microsoft.com/office/drawing/2014/main" id="{443A9F74-4647-330D-D657-39B551761BE0}"/>
              </a:ext>
            </a:extLst>
          </p:cNvPr>
          <p:cNvGrpSpPr/>
          <p:nvPr/>
        </p:nvGrpSpPr>
        <p:grpSpPr>
          <a:xfrm>
            <a:off x="6350054" y="839676"/>
            <a:ext cx="536400" cy="164160"/>
            <a:chOff x="6350054" y="839676"/>
            <a:chExt cx="5364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7064" name="잉크 37063">
                  <a:extLst>
                    <a:ext uri="{FF2B5EF4-FFF2-40B4-BE49-F238E27FC236}">
                      <a16:creationId xmlns:a16="http://schemas.microsoft.com/office/drawing/2014/main" id="{E9C5FD90-CE61-B07B-5964-D998039667AC}"/>
                    </a:ext>
                  </a:extLst>
                </p14:cNvPr>
                <p14:cNvContentPartPr/>
                <p14:nvPr/>
              </p14:nvContentPartPr>
              <p14:xfrm>
                <a:off x="6351854" y="841476"/>
                <a:ext cx="47160" cy="162360"/>
              </p14:xfrm>
            </p:contentPart>
          </mc:Choice>
          <mc:Fallback xmlns="">
            <p:pic>
              <p:nvPicPr>
                <p:cNvPr id="37064" name="잉크 37063">
                  <a:extLst>
                    <a:ext uri="{FF2B5EF4-FFF2-40B4-BE49-F238E27FC236}">
                      <a16:creationId xmlns:a16="http://schemas.microsoft.com/office/drawing/2014/main" id="{E9C5FD90-CE61-B07B-5964-D998039667A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42854" y="832836"/>
                  <a:ext cx="64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7065" name="잉크 37064">
                  <a:extLst>
                    <a:ext uri="{FF2B5EF4-FFF2-40B4-BE49-F238E27FC236}">
                      <a16:creationId xmlns:a16="http://schemas.microsoft.com/office/drawing/2014/main" id="{EF43D938-0B2C-C131-9A5B-7FF04D079276}"/>
                    </a:ext>
                  </a:extLst>
                </p14:cNvPr>
                <p14:cNvContentPartPr/>
                <p14:nvPr/>
              </p14:nvContentPartPr>
              <p14:xfrm>
                <a:off x="6350054" y="888276"/>
                <a:ext cx="61560" cy="14760"/>
              </p14:xfrm>
            </p:contentPart>
          </mc:Choice>
          <mc:Fallback xmlns="">
            <p:pic>
              <p:nvPicPr>
                <p:cNvPr id="37065" name="잉크 37064">
                  <a:extLst>
                    <a:ext uri="{FF2B5EF4-FFF2-40B4-BE49-F238E27FC236}">
                      <a16:creationId xmlns:a16="http://schemas.microsoft.com/office/drawing/2014/main" id="{EF43D938-0B2C-C131-9A5B-7FF04D07927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341414" y="879636"/>
                  <a:ext cx="79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7066" name="잉크 37065">
                  <a:extLst>
                    <a:ext uri="{FF2B5EF4-FFF2-40B4-BE49-F238E27FC236}">
                      <a16:creationId xmlns:a16="http://schemas.microsoft.com/office/drawing/2014/main" id="{811FFA08-F612-6A2B-05E0-AC031F0B4E93}"/>
                    </a:ext>
                  </a:extLst>
                </p14:cNvPr>
                <p14:cNvContentPartPr/>
                <p14:nvPr/>
              </p14:nvContentPartPr>
              <p14:xfrm>
                <a:off x="6440414" y="870636"/>
                <a:ext cx="73080" cy="123840"/>
              </p14:xfrm>
            </p:contentPart>
          </mc:Choice>
          <mc:Fallback xmlns="">
            <p:pic>
              <p:nvPicPr>
                <p:cNvPr id="37066" name="잉크 37065">
                  <a:extLst>
                    <a:ext uri="{FF2B5EF4-FFF2-40B4-BE49-F238E27FC236}">
                      <a16:creationId xmlns:a16="http://schemas.microsoft.com/office/drawing/2014/main" id="{811FFA08-F612-6A2B-05E0-AC031F0B4E9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431414" y="86199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7067" name="잉크 37066">
                  <a:extLst>
                    <a:ext uri="{FF2B5EF4-FFF2-40B4-BE49-F238E27FC236}">
                      <a16:creationId xmlns:a16="http://schemas.microsoft.com/office/drawing/2014/main" id="{7574B41A-E19C-9EFF-4707-046F8D00E87E}"/>
                    </a:ext>
                  </a:extLst>
                </p14:cNvPr>
                <p14:cNvContentPartPr/>
                <p14:nvPr/>
              </p14:nvContentPartPr>
              <p14:xfrm>
                <a:off x="6553094" y="885036"/>
                <a:ext cx="106560" cy="74520"/>
              </p14:xfrm>
            </p:contentPart>
          </mc:Choice>
          <mc:Fallback xmlns="">
            <p:pic>
              <p:nvPicPr>
                <p:cNvPr id="37067" name="잉크 37066">
                  <a:extLst>
                    <a:ext uri="{FF2B5EF4-FFF2-40B4-BE49-F238E27FC236}">
                      <a16:creationId xmlns:a16="http://schemas.microsoft.com/office/drawing/2014/main" id="{7574B41A-E19C-9EFF-4707-046F8D00E87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544094" y="876396"/>
                  <a:ext cx="124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7068" name="잉크 37067">
                  <a:extLst>
                    <a:ext uri="{FF2B5EF4-FFF2-40B4-BE49-F238E27FC236}">
                      <a16:creationId xmlns:a16="http://schemas.microsoft.com/office/drawing/2014/main" id="{52522065-2725-0A57-0539-F93219C700B9}"/>
                    </a:ext>
                  </a:extLst>
                </p14:cNvPr>
                <p14:cNvContentPartPr/>
                <p14:nvPr/>
              </p14:nvContentPartPr>
              <p14:xfrm>
                <a:off x="6785294" y="877116"/>
                <a:ext cx="101160" cy="24480"/>
              </p14:xfrm>
            </p:contentPart>
          </mc:Choice>
          <mc:Fallback xmlns="">
            <p:pic>
              <p:nvPicPr>
                <p:cNvPr id="37068" name="잉크 37067">
                  <a:extLst>
                    <a:ext uri="{FF2B5EF4-FFF2-40B4-BE49-F238E27FC236}">
                      <a16:creationId xmlns:a16="http://schemas.microsoft.com/office/drawing/2014/main" id="{52522065-2725-0A57-0539-F93219C700B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776294" y="868476"/>
                  <a:ext cx="118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7069" name="잉크 37068">
                  <a:extLst>
                    <a:ext uri="{FF2B5EF4-FFF2-40B4-BE49-F238E27FC236}">
                      <a16:creationId xmlns:a16="http://schemas.microsoft.com/office/drawing/2014/main" id="{226FE81B-A66E-F1FD-1BB4-B839954094F7}"/>
                    </a:ext>
                  </a:extLst>
                </p14:cNvPr>
                <p14:cNvContentPartPr/>
                <p14:nvPr/>
              </p14:nvContentPartPr>
              <p14:xfrm>
                <a:off x="6845054" y="839676"/>
                <a:ext cx="11880" cy="110880"/>
              </p14:xfrm>
            </p:contentPart>
          </mc:Choice>
          <mc:Fallback xmlns="">
            <p:pic>
              <p:nvPicPr>
                <p:cNvPr id="37069" name="잉크 37068">
                  <a:extLst>
                    <a:ext uri="{FF2B5EF4-FFF2-40B4-BE49-F238E27FC236}">
                      <a16:creationId xmlns:a16="http://schemas.microsoft.com/office/drawing/2014/main" id="{226FE81B-A66E-F1FD-1BB4-B839954094F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36054" y="830676"/>
                  <a:ext cx="295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77" name="그룹 37076">
            <a:extLst>
              <a:ext uri="{FF2B5EF4-FFF2-40B4-BE49-F238E27FC236}">
                <a16:creationId xmlns:a16="http://schemas.microsoft.com/office/drawing/2014/main" id="{2D27D134-5192-F4B0-6455-EFAE714A20A8}"/>
              </a:ext>
            </a:extLst>
          </p:cNvPr>
          <p:cNvGrpSpPr/>
          <p:nvPr/>
        </p:nvGrpSpPr>
        <p:grpSpPr>
          <a:xfrm>
            <a:off x="7061774" y="825996"/>
            <a:ext cx="254520" cy="104400"/>
            <a:chOff x="7061774" y="825996"/>
            <a:chExt cx="25452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7071" name="잉크 37070">
                  <a:extLst>
                    <a:ext uri="{FF2B5EF4-FFF2-40B4-BE49-F238E27FC236}">
                      <a16:creationId xmlns:a16="http://schemas.microsoft.com/office/drawing/2014/main" id="{2EBA70B6-0A5B-6301-8FDB-46818FA573CF}"/>
                    </a:ext>
                  </a:extLst>
                </p14:cNvPr>
                <p14:cNvContentPartPr/>
                <p14:nvPr/>
              </p14:nvContentPartPr>
              <p14:xfrm>
                <a:off x="7061774" y="837876"/>
                <a:ext cx="104400" cy="92520"/>
              </p14:xfrm>
            </p:contentPart>
          </mc:Choice>
          <mc:Fallback xmlns="">
            <p:pic>
              <p:nvPicPr>
                <p:cNvPr id="37071" name="잉크 37070">
                  <a:extLst>
                    <a:ext uri="{FF2B5EF4-FFF2-40B4-BE49-F238E27FC236}">
                      <a16:creationId xmlns:a16="http://schemas.microsoft.com/office/drawing/2014/main" id="{2EBA70B6-0A5B-6301-8FDB-46818FA573C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052774" y="828876"/>
                  <a:ext cx="122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7072" name="잉크 37071">
                  <a:extLst>
                    <a:ext uri="{FF2B5EF4-FFF2-40B4-BE49-F238E27FC236}">
                      <a16:creationId xmlns:a16="http://schemas.microsoft.com/office/drawing/2014/main" id="{79BB702E-68CF-55DE-852D-6CB8C73836D8}"/>
                    </a:ext>
                  </a:extLst>
                </p14:cNvPr>
                <p14:cNvContentPartPr/>
                <p14:nvPr/>
              </p14:nvContentPartPr>
              <p14:xfrm>
                <a:off x="7223054" y="829596"/>
                <a:ext cx="8640" cy="80640"/>
              </p14:xfrm>
            </p:contentPart>
          </mc:Choice>
          <mc:Fallback xmlns="">
            <p:pic>
              <p:nvPicPr>
                <p:cNvPr id="37072" name="잉크 37071">
                  <a:extLst>
                    <a:ext uri="{FF2B5EF4-FFF2-40B4-BE49-F238E27FC236}">
                      <a16:creationId xmlns:a16="http://schemas.microsoft.com/office/drawing/2014/main" id="{79BB702E-68CF-55DE-852D-6CB8C73836D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214054" y="820956"/>
                  <a:ext cx="26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7073" name="잉크 37072">
                  <a:extLst>
                    <a:ext uri="{FF2B5EF4-FFF2-40B4-BE49-F238E27FC236}">
                      <a16:creationId xmlns:a16="http://schemas.microsoft.com/office/drawing/2014/main" id="{D600AC6A-46B6-E098-78EF-1862308272C6}"/>
                    </a:ext>
                  </a:extLst>
                </p14:cNvPr>
                <p14:cNvContentPartPr/>
                <p14:nvPr/>
              </p14:nvContentPartPr>
              <p14:xfrm>
                <a:off x="7311254" y="825996"/>
                <a:ext cx="5040" cy="84240"/>
              </p14:xfrm>
            </p:contentPart>
          </mc:Choice>
          <mc:Fallback xmlns="">
            <p:pic>
              <p:nvPicPr>
                <p:cNvPr id="37073" name="잉크 37072">
                  <a:extLst>
                    <a:ext uri="{FF2B5EF4-FFF2-40B4-BE49-F238E27FC236}">
                      <a16:creationId xmlns:a16="http://schemas.microsoft.com/office/drawing/2014/main" id="{D600AC6A-46B6-E098-78EF-1862308272C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02614" y="816996"/>
                  <a:ext cx="2268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76" name="그룹 37075">
            <a:extLst>
              <a:ext uri="{FF2B5EF4-FFF2-40B4-BE49-F238E27FC236}">
                <a16:creationId xmlns:a16="http://schemas.microsoft.com/office/drawing/2014/main" id="{C01BE7AB-0EDB-6E52-4DF0-E73F7097C80E}"/>
              </a:ext>
            </a:extLst>
          </p:cNvPr>
          <p:cNvGrpSpPr/>
          <p:nvPr/>
        </p:nvGrpSpPr>
        <p:grpSpPr>
          <a:xfrm>
            <a:off x="7530494" y="852636"/>
            <a:ext cx="51120" cy="39600"/>
            <a:chOff x="7530494" y="852636"/>
            <a:chExt cx="51120" cy="3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7074" name="잉크 37073">
                  <a:extLst>
                    <a:ext uri="{FF2B5EF4-FFF2-40B4-BE49-F238E27FC236}">
                      <a16:creationId xmlns:a16="http://schemas.microsoft.com/office/drawing/2014/main" id="{21702D9B-48AB-E4BD-9145-22E10440C816}"/>
                    </a:ext>
                  </a:extLst>
                </p14:cNvPr>
                <p14:cNvContentPartPr/>
                <p14:nvPr/>
              </p14:nvContentPartPr>
              <p14:xfrm>
                <a:off x="7530494" y="852636"/>
                <a:ext cx="41400" cy="4320"/>
              </p14:xfrm>
            </p:contentPart>
          </mc:Choice>
          <mc:Fallback xmlns="">
            <p:pic>
              <p:nvPicPr>
                <p:cNvPr id="37074" name="잉크 37073">
                  <a:extLst>
                    <a:ext uri="{FF2B5EF4-FFF2-40B4-BE49-F238E27FC236}">
                      <a16:creationId xmlns:a16="http://schemas.microsoft.com/office/drawing/2014/main" id="{21702D9B-48AB-E4BD-9145-22E10440C81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521854" y="843636"/>
                  <a:ext cx="59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7075" name="잉크 37074">
                  <a:extLst>
                    <a:ext uri="{FF2B5EF4-FFF2-40B4-BE49-F238E27FC236}">
                      <a16:creationId xmlns:a16="http://schemas.microsoft.com/office/drawing/2014/main" id="{87079596-5BCB-1DD3-FB17-F3A491279F61}"/>
                    </a:ext>
                  </a:extLst>
                </p14:cNvPr>
                <p14:cNvContentPartPr/>
                <p14:nvPr/>
              </p14:nvContentPartPr>
              <p14:xfrm>
                <a:off x="7539134" y="885396"/>
                <a:ext cx="42480" cy="6840"/>
              </p14:xfrm>
            </p:contentPart>
          </mc:Choice>
          <mc:Fallback xmlns="">
            <p:pic>
              <p:nvPicPr>
                <p:cNvPr id="37075" name="잉크 37074">
                  <a:extLst>
                    <a:ext uri="{FF2B5EF4-FFF2-40B4-BE49-F238E27FC236}">
                      <a16:creationId xmlns:a16="http://schemas.microsoft.com/office/drawing/2014/main" id="{87079596-5BCB-1DD3-FB17-F3A491279F6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530494" y="876396"/>
                  <a:ext cx="601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84" name="그룹 37083">
            <a:extLst>
              <a:ext uri="{FF2B5EF4-FFF2-40B4-BE49-F238E27FC236}">
                <a16:creationId xmlns:a16="http://schemas.microsoft.com/office/drawing/2014/main" id="{EFF3E3E6-B598-2DC3-63D5-2C83677EACFD}"/>
              </a:ext>
            </a:extLst>
          </p:cNvPr>
          <p:cNvGrpSpPr/>
          <p:nvPr/>
        </p:nvGrpSpPr>
        <p:grpSpPr>
          <a:xfrm>
            <a:off x="7739294" y="818796"/>
            <a:ext cx="280800" cy="140760"/>
            <a:chOff x="7739294" y="818796"/>
            <a:chExt cx="280800" cy="14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7078" name="잉크 37077">
                  <a:extLst>
                    <a:ext uri="{FF2B5EF4-FFF2-40B4-BE49-F238E27FC236}">
                      <a16:creationId xmlns:a16="http://schemas.microsoft.com/office/drawing/2014/main" id="{9C6028CE-1E64-68AB-809C-597052A0E94E}"/>
                    </a:ext>
                  </a:extLst>
                </p14:cNvPr>
                <p14:cNvContentPartPr/>
                <p14:nvPr/>
              </p14:nvContentPartPr>
              <p14:xfrm>
                <a:off x="7739294" y="818796"/>
                <a:ext cx="14040" cy="68040"/>
              </p14:xfrm>
            </p:contentPart>
          </mc:Choice>
          <mc:Fallback xmlns="">
            <p:pic>
              <p:nvPicPr>
                <p:cNvPr id="37078" name="잉크 37077">
                  <a:extLst>
                    <a:ext uri="{FF2B5EF4-FFF2-40B4-BE49-F238E27FC236}">
                      <a16:creationId xmlns:a16="http://schemas.microsoft.com/office/drawing/2014/main" id="{9C6028CE-1E64-68AB-809C-597052A0E94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730294" y="809796"/>
                  <a:ext cx="31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7079" name="잉크 37078">
                  <a:extLst>
                    <a:ext uri="{FF2B5EF4-FFF2-40B4-BE49-F238E27FC236}">
                      <a16:creationId xmlns:a16="http://schemas.microsoft.com/office/drawing/2014/main" id="{A8E4E5A0-7C1B-A9A4-E12E-AFB0B2F4A152}"/>
                    </a:ext>
                  </a:extLst>
                </p14:cNvPr>
                <p14:cNvContentPartPr/>
                <p14:nvPr/>
              </p14:nvContentPartPr>
              <p14:xfrm>
                <a:off x="7747214" y="822396"/>
                <a:ext cx="61200" cy="137160"/>
              </p14:xfrm>
            </p:contentPart>
          </mc:Choice>
          <mc:Fallback xmlns="">
            <p:pic>
              <p:nvPicPr>
                <p:cNvPr id="37079" name="잉크 37078">
                  <a:extLst>
                    <a:ext uri="{FF2B5EF4-FFF2-40B4-BE49-F238E27FC236}">
                      <a16:creationId xmlns:a16="http://schemas.microsoft.com/office/drawing/2014/main" id="{A8E4E5A0-7C1B-A9A4-E12E-AFB0B2F4A15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738214" y="813396"/>
                  <a:ext cx="78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7081" name="잉크 37080">
                  <a:extLst>
                    <a:ext uri="{FF2B5EF4-FFF2-40B4-BE49-F238E27FC236}">
                      <a16:creationId xmlns:a16="http://schemas.microsoft.com/office/drawing/2014/main" id="{D5BD6931-CAB8-CD16-E0F2-67C3B3FED123}"/>
                    </a:ext>
                  </a:extLst>
                </p14:cNvPr>
                <p14:cNvContentPartPr/>
                <p14:nvPr/>
              </p14:nvContentPartPr>
              <p14:xfrm>
                <a:off x="7835774" y="825276"/>
                <a:ext cx="111600" cy="64800"/>
              </p14:xfrm>
            </p:contentPart>
          </mc:Choice>
          <mc:Fallback xmlns="">
            <p:pic>
              <p:nvPicPr>
                <p:cNvPr id="37081" name="잉크 37080">
                  <a:extLst>
                    <a:ext uri="{FF2B5EF4-FFF2-40B4-BE49-F238E27FC236}">
                      <a16:creationId xmlns:a16="http://schemas.microsoft.com/office/drawing/2014/main" id="{D5BD6931-CAB8-CD16-E0F2-67C3B3FED12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827134" y="816276"/>
                  <a:ext cx="129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7082" name="잉크 37081">
                  <a:extLst>
                    <a:ext uri="{FF2B5EF4-FFF2-40B4-BE49-F238E27FC236}">
                      <a16:creationId xmlns:a16="http://schemas.microsoft.com/office/drawing/2014/main" id="{7BB3B87D-8171-30E8-85DB-2188699ECECC}"/>
                    </a:ext>
                  </a:extLst>
                </p14:cNvPr>
                <p14:cNvContentPartPr/>
                <p14:nvPr/>
              </p14:nvContentPartPr>
              <p14:xfrm>
                <a:off x="7910294" y="831396"/>
                <a:ext cx="16920" cy="112320"/>
              </p14:xfrm>
            </p:contentPart>
          </mc:Choice>
          <mc:Fallback xmlns="">
            <p:pic>
              <p:nvPicPr>
                <p:cNvPr id="37082" name="잉크 37081">
                  <a:extLst>
                    <a:ext uri="{FF2B5EF4-FFF2-40B4-BE49-F238E27FC236}">
                      <a16:creationId xmlns:a16="http://schemas.microsoft.com/office/drawing/2014/main" id="{7BB3B87D-8171-30E8-85DB-2188699ECEC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901294" y="822396"/>
                  <a:ext cx="34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7083" name="잉크 37082">
                  <a:extLst>
                    <a:ext uri="{FF2B5EF4-FFF2-40B4-BE49-F238E27FC236}">
                      <a16:creationId xmlns:a16="http://schemas.microsoft.com/office/drawing/2014/main" id="{7EF58DA9-E895-2F0C-A382-08D0C45ECDBF}"/>
                    </a:ext>
                  </a:extLst>
                </p14:cNvPr>
                <p14:cNvContentPartPr/>
                <p14:nvPr/>
              </p14:nvContentPartPr>
              <p14:xfrm>
                <a:off x="7947734" y="835716"/>
                <a:ext cx="72360" cy="92160"/>
              </p14:xfrm>
            </p:contentPart>
          </mc:Choice>
          <mc:Fallback xmlns="">
            <p:pic>
              <p:nvPicPr>
                <p:cNvPr id="37083" name="잉크 37082">
                  <a:extLst>
                    <a:ext uri="{FF2B5EF4-FFF2-40B4-BE49-F238E27FC236}">
                      <a16:creationId xmlns:a16="http://schemas.microsoft.com/office/drawing/2014/main" id="{7EF58DA9-E895-2F0C-A382-08D0C45ECDB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939094" y="827076"/>
                  <a:ext cx="9000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7089" name="잉크 37088">
                <a:extLst>
                  <a:ext uri="{FF2B5EF4-FFF2-40B4-BE49-F238E27FC236}">
                    <a16:creationId xmlns:a16="http://schemas.microsoft.com/office/drawing/2014/main" id="{070C7022-ED99-EA8B-1E5D-2929CC72B7F7}"/>
                  </a:ext>
                </a:extLst>
              </p14:cNvPr>
              <p14:cNvContentPartPr/>
              <p14:nvPr/>
            </p14:nvContentPartPr>
            <p14:xfrm>
              <a:off x="5968814" y="2855676"/>
              <a:ext cx="23400" cy="165240"/>
            </p14:xfrm>
          </p:contentPart>
        </mc:Choice>
        <mc:Fallback xmlns="">
          <p:pic>
            <p:nvPicPr>
              <p:cNvPr id="37089" name="잉크 37088">
                <a:extLst>
                  <a:ext uri="{FF2B5EF4-FFF2-40B4-BE49-F238E27FC236}">
                    <a16:creationId xmlns:a16="http://schemas.microsoft.com/office/drawing/2014/main" id="{070C7022-ED99-EA8B-1E5D-2929CC72B7F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5959814" y="2847036"/>
                <a:ext cx="410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7090" name="잉크 37089">
                <a:extLst>
                  <a:ext uri="{FF2B5EF4-FFF2-40B4-BE49-F238E27FC236}">
                    <a16:creationId xmlns:a16="http://schemas.microsoft.com/office/drawing/2014/main" id="{2516F8EF-CA40-59BC-9C97-82E06A4F87A3}"/>
                  </a:ext>
                </a:extLst>
              </p14:cNvPr>
              <p14:cNvContentPartPr/>
              <p14:nvPr/>
            </p14:nvContentPartPr>
            <p14:xfrm>
              <a:off x="5971694" y="2854236"/>
              <a:ext cx="64080" cy="90360"/>
            </p14:xfrm>
          </p:contentPart>
        </mc:Choice>
        <mc:Fallback xmlns="">
          <p:pic>
            <p:nvPicPr>
              <p:cNvPr id="37090" name="잉크 37089">
                <a:extLst>
                  <a:ext uri="{FF2B5EF4-FFF2-40B4-BE49-F238E27FC236}">
                    <a16:creationId xmlns:a16="http://schemas.microsoft.com/office/drawing/2014/main" id="{2516F8EF-CA40-59BC-9C97-82E06A4F87A3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5963054" y="2845236"/>
                <a:ext cx="817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7091" name="잉크 37090">
                <a:extLst>
                  <a:ext uri="{FF2B5EF4-FFF2-40B4-BE49-F238E27FC236}">
                    <a16:creationId xmlns:a16="http://schemas.microsoft.com/office/drawing/2014/main" id="{E93503AF-A975-3BCB-6D7D-111F1189ABF5}"/>
                  </a:ext>
                </a:extLst>
              </p14:cNvPr>
              <p14:cNvContentPartPr/>
              <p14:nvPr/>
            </p14:nvContentPartPr>
            <p14:xfrm>
              <a:off x="6099134" y="2939196"/>
              <a:ext cx="50760" cy="87840"/>
            </p14:xfrm>
          </p:contentPart>
        </mc:Choice>
        <mc:Fallback xmlns="">
          <p:pic>
            <p:nvPicPr>
              <p:cNvPr id="37091" name="잉크 37090">
                <a:extLst>
                  <a:ext uri="{FF2B5EF4-FFF2-40B4-BE49-F238E27FC236}">
                    <a16:creationId xmlns:a16="http://schemas.microsoft.com/office/drawing/2014/main" id="{E93503AF-A975-3BCB-6D7D-111F1189ABF5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090494" y="2930556"/>
                <a:ext cx="6840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10" name="그룹 37109">
            <a:extLst>
              <a:ext uri="{FF2B5EF4-FFF2-40B4-BE49-F238E27FC236}">
                <a16:creationId xmlns:a16="http://schemas.microsoft.com/office/drawing/2014/main" id="{881A6566-0D6C-231E-7FEE-4A2007E5D35A}"/>
              </a:ext>
            </a:extLst>
          </p:cNvPr>
          <p:cNvGrpSpPr/>
          <p:nvPr/>
        </p:nvGrpSpPr>
        <p:grpSpPr>
          <a:xfrm>
            <a:off x="5994374" y="3189396"/>
            <a:ext cx="155160" cy="154440"/>
            <a:chOff x="5994374" y="3189396"/>
            <a:chExt cx="15516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7107" name="잉크 37106">
                  <a:extLst>
                    <a:ext uri="{FF2B5EF4-FFF2-40B4-BE49-F238E27FC236}">
                      <a16:creationId xmlns:a16="http://schemas.microsoft.com/office/drawing/2014/main" id="{06878401-F5C6-827F-BCE3-FC1D4B13673C}"/>
                    </a:ext>
                  </a:extLst>
                </p14:cNvPr>
                <p14:cNvContentPartPr/>
                <p14:nvPr/>
              </p14:nvContentPartPr>
              <p14:xfrm>
                <a:off x="5994374" y="3189396"/>
                <a:ext cx="12960" cy="154440"/>
              </p14:xfrm>
            </p:contentPart>
          </mc:Choice>
          <mc:Fallback xmlns="">
            <p:pic>
              <p:nvPicPr>
                <p:cNvPr id="37107" name="잉크 37106">
                  <a:extLst>
                    <a:ext uri="{FF2B5EF4-FFF2-40B4-BE49-F238E27FC236}">
                      <a16:creationId xmlns:a16="http://schemas.microsoft.com/office/drawing/2014/main" id="{06878401-F5C6-827F-BCE3-FC1D4B13673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985734" y="3180396"/>
                  <a:ext cx="30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7108" name="잉크 37107">
                  <a:extLst>
                    <a:ext uri="{FF2B5EF4-FFF2-40B4-BE49-F238E27FC236}">
                      <a16:creationId xmlns:a16="http://schemas.microsoft.com/office/drawing/2014/main" id="{E21E82AC-5930-1251-9BAD-06F67389B1B2}"/>
                    </a:ext>
                  </a:extLst>
                </p14:cNvPr>
                <p14:cNvContentPartPr/>
                <p14:nvPr/>
              </p14:nvContentPartPr>
              <p14:xfrm>
                <a:off x="5994734" y="3191916"/>
                <a:ext cx="78480" cy="74520"/>
              </p14:xfrm>
            </p:contentPart>
          </mc:Choice>
          <mc:Fallback xmlns="">
            <p:pic>
              <p:nvPicPr>
                <p:cNvPr id="37108" name="잉크 37107">
                  <a:extLst>
                    <a:ext uri="{FF2B5EF4-FFF2-40B4-BE49-F238E27FC236}">
                      <a16:creationId xmlns:a16="http://schemas.microsoft.com/office/drawing/2014/main" id="{E21E82AC-5930-1251-9BAD-06F67389B1B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86094" y="3182916"/>
                  <a:ext cx="96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7109" name="잉크 37108">
                  <a:extLst>
                    <a:ext uri="{FF2B5EF4-FFF2-40B4-BE49-F238E27FC236}">
                      <a16:creationId xmlns:a16="http://schemas.microsoft.com/office/drawing/2014/main" id="{A13BF841-6E61-541A-0A23-E6FC017E8CFA}"/>
                    </a:ext>
                  </a:extLst>
                </p14:cNvPr>
                <p14:cNvContentPartPr/>
                <p14:nvPr/>
              </p14:nvContentPartPr>
              <p14:xfrm>
                <a:off x="6138014" y="3282276"/>
                <a:ext cx="11520" cy="56520"/>
              </p14:xfrm>
            </p:contentPart>
          </mc:Choice>
          <mc:Fallback xmlns="">
            <p:pic>
              <p:nvPicPr>
                <p:cNvPr id="37109" name="잉크 37108">
                  <a:extLst>
                    <a:ext uri="{FF2B5EF4-FFF2-40B4-BE49-F238E27FC236}">
                      <a16:creationId xmlns:a16="http://schemas.microsoft.com/office/drawing/2014/main" id="{A13BF841-6E61-541A-0A23-E6FC017E8CF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29014" y="3273276"/>
                  <a:ext cx="29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40" name="그룹 37139">
            <a:extLst>
              <a:ext uri="{FF2B5EF4-FFF2-40B4-BE49-F238E27FC236}">
                <a16:creationId xmlns:a16="http://schemas.microsoft.com/office/drawing/2014/main" id="{1682FA0F-5D53-CE8C-EB88-13FFCD757F26}"/>
              </a:ext>
            </a:extLst>
          </p:cNvPr>
          <p:cNvGrpSpPr/>
          <p:nvPr/>
        </p:nvGrpSpPr>
        <p:grpSpPr>
          <a:xfrm>
            <a:off x="6029654" y="3498276"/>
            <a:ext cx="125280" cy="173160"/>
            <a:chOff x="6029654" y="3498276"/>
            <a:chExt cx="12528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7127" name="잉크 37126">
                  <a:extLst>
                    <a:ext uri="{FF2B5EF4-FFF2-40B4-BE49-F238E27FC236}">
                      <a16:creationId xmlns:a16="http://schemas.microsoft.com/office/drawing/2014/main" id="{665CB172-ED19-022F-2465-9034F7AA65A9}"/>
                    </a:ext>
                  </a:extLst>
                </p14:cNvPr>
                <p14:cNvContentPartPr/>
                <p14:nvPr/>
              </p14:nvContentPartPr>
              <p14:xfrm>
                <a:off x="6029654" y="3500436"/>
                <a:ext cx="18720" cy="171000"/>
              </p14:xfrm>
            </p:contentPart>
          </mc:Choice>
          <mc:Fallback xmlns="">
            <p:pic>
              <p:nvPicPr>
                <p:cNvPr id="37127" name="잉크 37126">
                  <a:extLst>
                    <a:ext uri="{FF2B5EF4-FFF2-40B4-BE49-F238E27FC236}">
                      <a16:creationId xmlns:a16="http://schemas.microsoft.com/office/drawing/2014/main" id="{665CB172-ED19-022F-2465-9034F7AA65A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20654" y="3491796"/>
                  <a:ext cx="36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7128" name="잉크 37127">
                  <a:extLst>
                    <a:ext uri="{FF2B5EF4-FFF2-40B4-BE49-F238E27FC236}">
                      <a16:creationId xmlns:a16="http://schemas.microsoft.com/office/drawing/2014/main" id="{6F3B8705-1F2C-8B1E-E9A7-FA51CF7DDD92}"/>
                    </a:ext>
                  </a:extLst>
                </p14:cNvPr>
                <p14:cNvContentPartPr/>
                <p14:nvPr/>
              </p14:nvContentPartPr>
              <p14:xfrm>
                <a:off x="6036494" y="3498276"/>
                <a:ext cx="83880" cy="100080"/>
              </p14:xfrm>
            </p:contentPart>
          </mc:Choice>
          <mc:Fallback xmlns="">
            <p:pic>
              <p:nvPicPr>
                <p:cNvPr id="37128" name="잉크 37127">
                  <a:extLst>
                    <a:ext uri="{FF2B5EF4-FFF2-40B4-BE49-F238E27FC236}">
                      <a16:creationId xmlns:a16="http://schemas.microsoft.com/office/drawing/2014/main" id="{6F3B8705-1F2C-8B1E-E9A7-FA51CF7DDD9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027494" y="3489276"/>
                  <a:ext cx="101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7129" name="잉크 37128">
                  <a:extLst>
                    <a:ext uri="{FF2B5EF4-FFF2-40B4-BE49-F238E27FC236}">
                      <a16:creationId xmlns:a16="http://schemas.microsoft.com/office/drawing/2014/main" id="{9D5B4879-F2E9-9322-3022-7C4F9073CF2C}"/>
                    </a:ext>
                  </a:extLst>
                </p14:cNvPr>
                <p14:cNvContentPartPr/>
                <p14:nvPr/>
              </p14:nvContentPartPr>
              <p14:xfrm>
                <a:off x="6147014" y="3586116"/>
                <a:ext cx="7920" cy="72720"/>
              </p14:xfrm>
            </p:contentPart>
          </mc:Choice>
          <mc:Fallback xmlns="">
            <p:pic>
              <p:nvPicPr>
                <p:cNvPr id="37129" name="잉크 37128">
                  <a:extLst>
                    <a:ext uri="{FF2B5EF4-FFF2-40B4-BE49-F238E27FC236}">
                      <a16:creationId xmlns:a16="http://schemas.microsoft.com/office/drawing/2014/main" id="{9D5B4879-F2E9-9322-3022-7C4F9073CF2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138014" y="3577116"/>
                  <a:ext cx="255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49" name="그룹 37148">
            <a:extLst>
              <a:ext uri="{FF2B5EF4-FFF2-40B4-BE49-F238E27FC236}">
                <a16:creationId xmlns:a16="http://schemas.microsoft.com/office/drawing/2014/main" id="{6685B58C-95B6-42F1-A4DB-71F3099DF9D7}"/>
              </a:ext>
            </a:extLst>
          </p:cNvPr>
          <p:cNvGrpSpPr/>
          <p:nvPr/>
        </p:nvGrpSpPr>
        <p:grpSpPr>
          <a:xfrm>
            <a:off x="5465174" y="2815356"/>
            <a:ext cx="335520" cy="244440"/>
            <a:chOff x="5465174" y="2815356"/>
            <a:chExt cx="3355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7085" name="잉크 37084">
                  <a:extLst>
                    <a:ext uri="{FF2B5EF4-FFF2-40B4-BE49-F238E27FC236}">
                      <a16:creationId xmlns:a16="http://schemas.microsoft.com/office/drawing/2014/main" id="{A0E30A11-CC4D-AB81-AAC5-4C2D6E95BDD6}"/>
                    </a:ext>
                  </a:extLst>
                </p14:cNvPr>
                <p14:cNvContentPartPr/>
                <p14:nvPr/>
              </p14:nvContentPartPr>
              <p14:xfrm>
                <a:off x="5700254" y="2857116"/>
                <a:ext cx="18360" cy="184320"/>
              </p14:xfrm>
            </p:contentPart>
          </mc:Choice>
          <mc:Fallback xmlns="">
            <p:pic>
              <p:nvPicPr>
                <p:cNvPr id="37085" name="잉크 37084">
                  <a:extLst>
                    <a:ext uri="{FF2B5EF4-FFF2-40B4-BE49-F238E27FC236}">
                      <a16:creationId xmlns:a16="http://schemas.microsoft.com/office/drawing/2014/main" id="{A0E30A11-CC4D-AB81-AAC5-4C2D6E95BDD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91254" y="2848116"/>
                  <a:ext cx="36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7086" name="잉크 37085">
                  <a:extLst>
                    <a:ext uri="{FF2B5EF4-FFF2-40B4-BE49-F238E27FC236}">
                      <a16:creationId xmlns:a16="http://schemas.microsoft.com/office/drawing/2014/main" id="{86275409-5A30-F961-F846-82EA2F52466F}"/>
                    </a:ext>
                  </a:extLst>
                </p14:cNvPr>
                <p14:cNvContentPartPr/>
                <p14:nvPr/>
              </p14:nvContentPartPr>
              <p14:xfrm>
                <a:off x="5690894" y="2868276"/>
                <a:ext cx="66240" cy="95400"/>
              </p14:xfrm>
            </p:contentPart>
          </mc:Choice>
          <mc:Fallback xmlns="">
            <p:pic>
              <p:nvPicPr>
                <p:cNvPr id="37086" name="잉크 37085">
                  <a:extLst>
                    <a:ext uri="{FF2B5EF4-FFF2-40B4-BE49-F238E27FC236}">
                      <a16:creationId xmlns:a16="http://schemas.microsoft.com/office/drawing/2014/main" id="{86275409-5A30-F961-F846-82EA2F52466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81894" y="2859636"/>
                  <a:ext cx="83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7087" name="잉크 37086">
                  <a:extLst>
                    <a:ext uri="{FF2B5EF4-FFF2-40B4-BE49-F238E27FC236}">
                      <a16:creationId xmlns:a16="http://schemas.microsoft.com/office/drawing/2014/main" id="{DFB71685-D5E2-B453-F3B3-34DEA724ECB9}"/>
                    </a:ext>
                  </a:extLst>
                </p14:cNvPr>
                <p14:cNvContentPartPr/>
                <p14:nvPr/>
              </p14:nvContentPartPr>
              <p14:xfrm>
                <a:off x="5798174" y="2961156"/>
                <a:ext cx="2520" cy="53640"/>
              </p14:xfrm>
            </p:contentPart>
          </mc:Choice>
          <mc:Fallback xmlns="">
            <p:pic>
              <p:nvPicPr>
                <p:cNvPr id="37087" name="잉크 37086">
                  <a:extLst>
                    <a:ext uri="{FF2B5EF4-FFF2-40B4-BE49-F238E27FC236}">
                      <a16:creationId xmlns:a16="http://schemas.microsoft.com/office/drawing/2014/main" id="{DFB71685-D5E2-B453-F3B3-34DEA724ECB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89534" y="2952516"/>
                  <a:ext cx="20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7142" name="잉크 37141">
                  <a:extLst>
                    <a:ext uri="{FF2B5EF4-FFF2-40B4-BE49-F238E27FC236}">
                      <a16:creationId xmlns:a16="http://schemas.microsoft.com/office/drawing/2014/main" id="{2D77DDAD-B361-AB09-498B-571CEBFCD9BE}"/>
                    </a:ext>
                  </a:extLst>
                </p14:cNvPr>
                <p14:cNvContentPartPr/>
                <p14:nvPr/>
              </p14:nvContentPartPr>
              <p14:xfrm>
                <a:off x="5465174" y="2815356"/>
                <a:ext cx="127080" cy="244440"/>
              </p14:xfrm>
            </p:contentPart>
          </mc:Choice>
          <mc:Fallback xmlns="">
            <p:pic>
              <p:nvPicPr>
                <p:cNvPr id="37142" name="잉크 37141">
                  <a:extLst>
                    <a:ext uri="{FF2B5EF4-FFF2-40B4-BE49-F238E27FC236}">
                      <a16:creationId xmlns:a16="http://schemas.microsoft.com/office/drawing/2014/main" id="{2D77DDAD-B361-AB09-498B-571CEBFCD9B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456174" y="2806716"/>
                  <a:ext cx="1447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47" name="그룹 37146">
            <a:extLst>
              <a:ext uri="{FF2B5EF4-FFF2-40B4-BE49-F238E27FC236}">
                <a16:creationId xmlns:a16="http://schemas.microsoft.com/office/drawing/2014/main" id="{917A32B1-07B1-73EE-9169-63B6E2E595CE}"/>
              </a:ext>
            </a:extLst>
          </p:cNvPr>
          <p:cNvGrpSpPr/>
          <p:nvPr/>
        </p:nvGrpSpPr>
        <p:grpSpPr>
          <a:xfrm>
            <a:off x="5518454" y="3168516"/>
            <a:ext cx="315720" cy="221400"/>
            <a:chOff x="5518454" y="3168516"/>
            <a:chExt cx="3157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7104" name="잉크 37103">
                  <a:extLst>
                    <a:ext uri="{FF2B5EF4-FFF2-40B4-BE49-F238E27FC236}">
                      <a16:creationId xmlns:a16="http://schemas.microsoft.com/office/drawing/2014/main" id="{B4ABB4CC-8979-A8D0-2EBC-4F65E8F5082C}"/>
                    </a:ext>
                  </a:extLst>
                </p14:cNvPr>
                <p14:cNvContentPartPr/>
                <p14:nvPr/>
              </p14:nvContentPartPr>
              <p14:xfrm>
                <a:off x="5718254" y="3192996"/>
                <a:ext cx="11880" cy="185040"/>
              </p14:xfrm>
            </p:contentPart>
          </mc:Choice>
          <mc:Fallback xmlns="">
            <p:pic>
              <p:nvPicPr>
                <p:cNvPr id="37104" name="잉크 37103">
                  <a:extLst>
                    <a:ext uri="{FF2B5EF4-FFF2-40B4-BE49-F238E27FC236}">
                      <a16:creationId xmlns:a16="http://schemas.microsoft.com/office/drawing/2014/main" id="{B4ABB4CC-8979-A8D0-2EBC-4F65E8F5082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709254" y="3184356"/>
                  <a:ext cx="29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7105" name="잉크 37104">
                  <a:extLst>
                    <a:ext uri="{FF2B5EF4-FFF2-40B4-BE49-F238E27FC236}">
                      <a16:creationId xmlns:a16="http://schemas.microsoft.com/office/drawing/2014/main" id="{29495180-11F4-B011-0965-34D682CA2760}"/>
                    </a:ext>
                  </a:extLst>
                </p14:cNvPr>
                <p14:cNvContentPartPr/>
                <p14:nvPr/>
              </p14:nvContentPartPr>
              <p14:xfrm>
                <a:off x="5711774" y="3172116"/>
                <a:ext cx="57960" cy="107640"/>
              </p14:xfrm>
            </p:contentPart>
          </mc:Choice>
          <mc:Fallback xmlns="">
            <p:pic>
              <p:nvPicPr>
                <p:cNvPr id="37105" name="잉크 37104">
                  <a:extLst>
                    <a:ext uri="{FF2B5EF4-FFF2-40B4-BE49-F238E27FC236}">
                      <a16:creationId xmlns:a16="http://schemas.microsoft.com/office/drawing/2014/main" id="{29495180-11F4-B011-0965-34D682CA276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703134" y="3163476"/>
                  <a:ext cx="75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7106" name="잉크 37105">
                  <a:extLst>
                    <a:ext uri="{FF2B5EF4-FFF2-40B4-BE49-F238E27FC236}">
                      <a16:creationId xmlns:a16="http://schemas.microsoft.com/office/drawing/2014/main" id="{38F6F81F-F517-39A6-1FF1-17E69E636BD7}"/>
                    </a:ext>
                  </a:extLst>
                </p14:cNvPr>
                <p14:cNvContentPartPr/>
                <p14:nvPr/>
              </p14:nvContentPartPr>
              <p14:xfrm>
                <a:off x="5789174" y="3281196"/>
                <a:ext cx="45000" cy="80280"/>
              </p14:xfrm>
            </p:contentPart>
          </mc:Choice>
          <mc:Fallback xmlns="">
            <p:pic>
              <p:nvPicPr>
                <p:cNvPr id="37106" name="잉크 37105">
                  <a:extLst>
                    <a:ext uri="{FF2B5EF4-FFF2-40B4-BE49-F238E27FC236}">
                      <a16:creationId xmlns:a16="http://schemas.microsoft.com/office/drawing/2014/main" id="{38F6F81F-F517-39A6-1FF1-17E69E636BD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780174" y="3272556"/>
                  <a:ext cx="62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7144" name="잉크 37143">
                  <a:extLst>
                    <a:ext uri="{FF2B5EF4-FFF2-40B4-BE49-F238E27FC236}">
                      <a16:creationId xmlns:a16="http://schemas.microsoft.com/office/drawing/2014/main" id="{C5C505F2-A4E1-243A-7510-8C879F0A0A19}"/>
                    </a:ext>
                  </a:extLst>
                </p14:cNvPr>
                <p14:cNvContentPartPr/>
                <p14:nvPr/>
              </p14:nvContentPartPr>
              <p14:xfrm>
                <a:off x="5518454" y="3168516"/>
                <a:ext cx="129600" cy="221400"/>
              </p14:xfrm>
            </p:contentPart>
          </mc:Choice>
          <mc:Fallback xmlns="">
            <p:pic>
              <p:nvPicPr>
                <p:cNvPr id="37144" name="잉크 37143">
                  <a:extLst>
                    <a:ext uri="{FF2B5EF4-FFF2-40B4-BE49-F238E27FC236}">
                      <a16:creationId xmlns:a16="http://schemas.microsoft.com/office/drawing/2014/main" id="{C5C505F2-A4E1-243A-7510-8C879F0A0A1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509814" y="3159516"/>
                  <a:ext cx="14724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52" name="그룹 37151">
            <a:extLst>
              <a:ext uri="{FF2B5EF4-FFF2-40B4-BE49-F238E27FC236}">
                <a16:creationId xmlns:a16="http://schemas.microsoft.com/office/drawing/2014/main" id="{C8D40F72-0E24-0B3C-815C-7B9112F13029}"/>
              </a:ext>
            </a:extLst>
          </p:cNvPr>
          <p:cNvGrpSpPr/>
          <p:nvPr/>
        </p:nvGrpSpPr>
        <p:grpSpPr>
          <a:xfrm>
            <a:off x="5549414" y="3495756"/>
            <a:ext cx="308520" cy="238680"/>
            <a:chOff x="5549414" y="3495756"/>
            <a:chExt cx="30852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7124" name="잉크 37123">
                  <a:extLst>
                    <a:ext uri="{FF2B5EF4-FFF2-40B4-BE49-F238E27FC236}">
                      <a16:creationId xmlns:a16="http://schemas.microsoft.com/office/drawing/2014/main" id="{C01D4F86-DBF5-4F19-B2C2-5F2D961C9602}"/>
                    </a:ext>
                  </a:extLst>
                </p14:cNvPr>
                <p14:cNvContentPartPr/>
                <p14:nvPr/>
              </p14:nvContentPartPr>
              <p14:xfrm>
                <a:off x="5735894" y="3537156"/>
                <a:ext cx="10800" cy="151560"/>
              </p14:xfrm>
            </p:contentPart>
          </mc:Choice>
          <mc:Fallback xmlns="">
            <p:pic>
              <p:nvPicPr>
                <p:cNvPr id="37124" name="잉크 37123">
                  <a:extLst>
                    <a:ext uri="{FF2B5EF4-FFF2-40B4-BE49-F238E27FC236}">
                      <a16:creationId xmlns:a16="http://schemas.microsoft.com/office/drawing/2014/main" id="{C01D4F86-DBF5-4F19-B2C2-5F2D961C960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726894" y="3528516"/>
                  <a:ext cx="28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7125" name="잉크 37124">
                  <a:extLst>
                    <a:ext uri="{FF2B5EF4-FFF2-40B4-BE49-F238E27FC236}">
                      <a16:creationId xmlns:a16="http://schemas.microsoft.com/office/drawing/2014/main" id="{581E5541-6244-0FB4-9D54-DED012A08D3B}"/>
                    </a:ext>
                  </a:extLst>
                </p14:cNvPr>
                <p14:cNvContentPartPr/>
                <p14:nvPr/>
              </p14:nvContentPartPr>
              <p14:xfrm>
                <a:off x="5723294" y="3508356"/>
                <a:ext cx="71280" cy="99360"/>
              </p14:xfrm>
            </p:contentPart>
          </mc:Choice>
          <mc:Fallback xmlns="">
            <p:pic>
              <p:nvPicPr>
                <p:cNvPr id="37125" name="잉크 37124">
                  <a:extLst>
                    <a:ext uri="{FF2B5EF4-FFF2-40B4-BE49-F238E27FC236}">
                      <a16:creationId xmlns:a16="http://schemas.microsoft.com/office/drawing/2014/main" id="{581E5541-6244-0FB4-9D54-DED012A08D3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714294" y="3499716"/>
                  <a:ext cx="88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7126" name="잉크 37125">
                  <a:extLst>
                    <a:ext uri="{FF2B5EF4-FFF2-40B4-BE49-F238E27FC236}">
                      <a16:creationId xmlns:a16="http://schemas.microsoft.com/office/drawing/2014/main" id="{6B485271-F4C3-78FF-A541-6ABFAA459D53}"/>
                    </a:ext>
                  </a:extLst>
                </p14:cNvPr>
                <p14:cNvContentPartPr/>
                <p14:nvPr/>
              </p14:nvContentPartPr>
              <p14:xfrm>
                <a:off x="5819054" y="3609516"/>
                <a:ext cx="38880" cy="76320"/>
              </p14:xfrm>
            </p:contentPart>
          </mc:Choice>
          <mc:Fallback xmlns="">
            <p:pic>
              <p:nvPicPr>
                <p:cNvPr id="37126" name="잉크 37125">
                  <a:extLst>
                    <a:ext uri="{FF2B5EF4-FFF2-40B4-BE49-F238E27FC236}">
                      <a16:creationId xmlns:a16="http://schemas.microsoft.com/office/drawing/2014/main" id="{6B485271-F4C3-78FF-A541-6ABFAA459D5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810414" y="3600876"/>
                  <a:ext cx="56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7150" name="잉크 37149">
                  <a:extLst>
                    <a:ext uri="{FF2B5EF4-FFF2-40B4-BE49-F238E27FC236}">
                      <a16:creationId xmlns:a16="http://schemas.microsoft.com/office/drawing/2014/main" id="{C217912A-381E-1A66-1850-420D6DB22AEC}"/>
                    </a:ext>
                  </a:extLst>
                </p14:cNvPr>
                <p14:cNvContentPartPr/>
                <p14:nvPr/>
              </p14:nvContentPartPr>
              <p14:xfrm>
                <a:off x="5549414" y="3495756"/>
                <a:ext cx="130680" cy="238680"/>
              </p14:xfrm>
            </p:contentPart>
          </mc:Choice>
          <mc:Fallback xmlns="">
            <p:pic>
              <p:nvPicPr>
                <p:cNvPr id="37150" name="잉크 37149">
                  <a:extLst>
                    <a:ext uri="{FF2B5EF4-FFF2-40B4-BE49-F238E27FC236}">
                      <a16:creationId xmlns:a16="http://schemas.microsoft.com/office/drawing/2014/main" id="{C217912A-381E-1A66-1850-420D6DB22AE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540774" y="3486756"/>
                  <a:ext cx="1483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54" name="그룹 37153">
            <a:extLst>
              <a:ext uri="{FF2B5EF4-FFF2-40B4-BE49-F238E27FC236}">
                <a16:creationId xmlns:a16="http://schemas.microsoft.com/office/drawing/2014/main" id="{F2F7278B-89C7-1192-62B5-BA03380D7F81}"/>
              </a:ext>
            </a:extLst>
          </p:cNvPr>
          <p:cNvGrpSpPr/>
          <p:nvPr/>
        </p:nvGrpSpPr>
        <p:grpSpPr>
          <a:xfrm>
            <a:off x="6290654" y="2820036"/>
            <a:ext cx="1203840" cy="848520"/>
            <a:chOff x="6290654" y="2820036"/>
            <a:chExt cx="1203840" cy="8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7092" name="잉크 37091">
                  <a:extLst>
                    <a:ext uri="{FF2B5EF4-FFF2-40B4-BE49-F238E27FC236}">
                      <a16:creationId xmlns:a16="http://schemas.microsoft.com/office/drawing/2014/main" id="{0FC983FE-C3F9-47D5-0A5B-74ADF9DF9DA0}"/>
                    </a:ext>
                  </a:extLst>
                </p14:cNvPr>
                <p14:cNvContentPartPr/>
                <p14:nvPr/>
              </p14:nvContentPartPr>
              <p14:xfrm>
                <a:off x="6293174" y="2867916"/>
                <a:ext cx="21240" cy="160200"/>
              </p14:xfrm>
            </p:contentPart>
          </mc:Choice>
          <mc:Fallback xmlns="">
            <p:pic>
              <p:nvPicPr>
                <p:cNvPr id="37092" name="잉크 37091">
                  <a:extLst>
                    <a:ext uri="{FF2B5EF4-FFF2-40B4-BE49-F238E27FC236}">
                      <a16:creationId xmlns:a16="http://schemas.microsoft.com/office/drawing/2014/main" id="{0FC983FE-C3F9-47D5-0A5B-74ADF9DF9DA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284174" y="2859276"/>
                  <a:ext cx="38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7093" name="잉크 37092">
                  <a:extLst>
                    <a:ext uri="{FF2B5EF4-FFF2-40B4-BE49-F238E27FC236}">
                      <a16:creationId xmlns:a16="http://schemas.microsoft.com/office/drawing/2014/main" id="{C89670AA-A487-A652-4ABE-0061CFE07632}"/>
                    </a:ext>
                  </a:extLst>
                </p14:cNvPr>
                <p14:cNvContentPartPr/>
                <p14:nvPr/>
              </p14:nvContentPartPr>
              <p14:xfrm>
                <a:off x="6290654" y="2866836"/>
                <a:ext cx="64080" cy="83880"/>
              </p14:xfrm>
            </p:contentPart>
          </mc:Choice>
          <mc:Fallback xmlns="">
            <p:pic>
              <p:nvPicPr>
                <p:cNvPr id="37093" name="잉크 37092">
                  <a:extLst>
                    <a:ext uri="{FF2B5EF4-FFF2-40B4-BE49-F238E27FC236}">
                      <a16:creationId xmlns:a16="http://schemas.microsoft.com/office/drawing/2014/main" id="{C89670AA-A487-A652-4ABE-0061CFE0763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281654" y="2858196"/>
                  <a:ext cx="81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7095" name="잉크 37094">
                  <a:extLst>
                    <a:ext uri="{FF2B5EF4-FFF2-40B4-BE49-F238E27FC236}">
                      <a16:creationId xmlns:a16="http://schemas.microsoft.com/office/drawing/2014/main" id="{5B21B57A-C4D5-4C01-8031-5C4126305595}"/>
                    </a:ext>
                  </a:extLst>
                </p14:cNvPr>
                <p14:cNvContentPartPr/>
                <p14:nvPr/>
              </p14:nvContentPartPr>
              <p14:xfrm>
                <a:off x="6409814" y="2988516"/>
                <a:ext cx="36000" cy="43920"/>
              </p14:xfrm>
            </p:contentPart>
          </mc:Choice>
          <mc:Fallback xmlns="">
            <p:pic>
              <p:nvPicPr>
                <p:cNvPr id="37095" name="잉크 37094">
                  <a:extLst>
                    <a:ext uri="{FF2B5EF4-FFF2-40B4-BE49-F238E27FC236}">
                      <a16:creationId xmlns:a16="http://schemas.microsoft.com/office/drawing/2014/main" id="{5B21B57A-C4D5-4C01-8031-5C412630559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401174" y="2979516"/>
                  <a:ext cx="53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7096" name="잉크 37095">
                  <a:extLst>
                    <a:ext uri="{FF2B5EF4-FFF2-40B4-BE49-F238E27FC236}">
                      <a16:creationId xmlns:a16="http://schemas.microsoft.com/office/drawing/2014/main" id="{ACEA22BC-4A50-1265-248D-E81F4BBAABF1}"/>
                    </a:ext>
                  </a:extLst>
                </p14:cNvPr>
                <p14:cNvContentPartPr/>
                <p14:nvPr/>
              </p14:nvContentPartPr>
              <p14:xfrm>
                <a:off x="6601334" y="2870076"/>
                <a:ext cx="10080" cy="124560"/>
              </p14:xfrm>
            </p:contentPart>
          </mc:Choice>
          <mc:Fallback xmlns="">
            <p:pic>
              <p:nvPicPr>
                <p:cNvPr id="37096" name="잉크 37095">
                  <a:extLst>
                    <a:ext uri="{FF2B5EF4-FFF2-40B4-BE49-F238E27FC236}">
                      <a16:creationId xmlns:a16="http://schemas.microsoft.com/office/drawing/2014/main" id="{ACEA22BC-4A50-1265-248D-E81F4BBAABF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592694" y="2861076"/>
                  <a:ext cx="2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7097" name="잉크 37096">
                  <a:extLst>
                    <a:ext uri="{FF2B5EF4-FFF2-40B4-BE49-F238E27FC236}">
                      <a16:creationId xmlns:a16="http://schemas.microsoft.com/office/drawing/2014/main" id="{EBAEF53C-E110-7035-4408-B577DFCEE9BB}"/>
                    </a:ext>
                  </a:extLst>
                </p14:cNvPr>
                <p14:cNvContentPartPr/>
                <p14:nvPr/>
              </p14:nvContentPartPr>
              <p14:xfrm>
                <a:off x="6595934" y="2843076"/>
                <a:ext cx="54360" cy="74520"/>
              </p14:xfrm>
            </p:contentPart>
          </mc:Choice>
          <mc:Fallback xmlns="">
            <p:pic>
              <p:nvPicPr>
                <p:cNvPr id="37097" name="잉크 37096">
                  <a:extLst>
                    <a:ext uri="{FF2B5EF4-FFF2-40B4-BE49-F238E27FC236}">
                      <a16:creationId xmlns:a16="http://schemas.microsoft.com/office/drawing/2014/main" id="{EBAEF53C-E110-7035-4408-B577DFCEE9B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586934" y="2834076"/>
                  <a:ext cx="72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7098" name="잉크 37097">
                  <a:extLst>
                    <a:ext uri="{FF2B5EF4-FFF2-40B4-BE49-F238E27FC236}">
                      <a16:creationId xmlns:a16="http://schemas.microsoft.com/office/drawing/2014/main" id="{F9964824-5D50-4401-F4D0-692C8A37C30A}"/>
                    </a:ext>
                  </a:extLst>
                </p14:cNvPr>
                <p14:cNvContentPartPr/>
                <p14:nvPr/>
              </p14:nvContentPartPr>
              <p14:xfrm>
                <a:off x="6681614" y="2941716"/>
                <a:ext cx="67680" cy="52560"/>
              </p14:xfrm>
            </p:contentPart>
          </mc:Choice>
          <mc:Fallback xmlns="">
            <p:pic>
              <p:nvPicPr>
                <p:cNvPr id="37098" name="잉크 37097">
                  <a:extLst>
                    <a:ext uri="{FF2B5EF4-FFF2-40B4-BE49-F238E27FC236}">
                      <a16:creationId xmlns:a16="http://schemas.microsoft.com/office/drawing/2014/main" id="{F9964824-5D50-4401-F4D0-692C8A37C30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672614" y="2932716"/>
                  <a:ext cx="85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112" name="잉크 37111">
                  <a:extLst>
                    <a:ext uri="{FF2B5EF4-FFF2-40B4-BE49-F238E27FC236}">
                      <a16:creationId xmlns:a16="http://schemas.microsoft.com/office/drawing/2014/main" id="{E4049593-D944-F4F2-A5E4-7CE8FA11BC1A}"/>
                    </a:ext>
                  </a:extLst>
                </p14:cNvPr>
                <p14:cNvContentPartPr/>
                <p14:nvPr/>
              </p14:nvContentPartPr>
              <p14:xfrm>
                <a:off x="6353654" y="3161316"/>
                <a:ext cx="28080" cy="206640"/>
              </p14:xfrm>
            </p:contentPart>
          </mc:Choice>
          <mc:Fallback xmlns="">
            <p:pic>
              <p:nvPicPr>
                <p:cNvPr id="37112" name="잉크 37111">
                  <a:extLst>
                    <a:ext uri="{FF2B5EF4-FFF2-40B4-BE49-F238E27FC236}">
                      <a16:creationId xmlns:a16="http://schemas.microsoft.com/office/drawing/2014/main" id="{E4049593-D944-F4F2-A5E4-7CE8FA11BC1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345014" y="3152316"/>
                  <a:ext cx="45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7113" name="잉크 37112">
                  <a:extLst>
                    <a:ext uri="{FF2B5EF4-FFF2-40B4-BE49-F238E27FC236}">
                      <a16:creationId xmlns:a16="http://schemas.microsoft.com/office/drawing/2014/main" id="{792E6D3C-8E31-B374-0A7A-F62D8154837C}"/>
                    </a:ext>
                  </a:extLst>
                </p14:cNvPr>
                <p14:cNvContentPartPr/>
                <p14:nvPr/>
              </p14:nvContentPartPr>
              <p14:xfrm>
                <a:off x="6353654" y="3186156"/>
                <a:ext cx="56520" cy="84240"/>
              </p14:xfrm>
            </p:contentPart>
          </mc:Choice>
          <mc:Fallback xmlns="">
            <p:pic>
              <p:nvPicPr>
                <p:cNvPr id="37113" name="잉크 37112">
                  <a:extLst>
                    <a:ext uri="{FF2B5EF4-FFF2-40B4-BE49-F238E27FC236}">
                      <a16:creationId xmlns:a16="http://schemas.microsoft.com/office/drawing/2014/main" id="{792E6D3C-8E31-B374-0A7A-F62D8154837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344654" y="3177156"/>
                  <a:ext cx="74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114" name="잉크 37113">
                  <a:extLst>
                    <a:ext uri="{FF2B5EF4-FFF2-40B4-BE49-F238E27FC236}">
                      <a16:creationId xmlns:a16="http://schemas.microsoft.com/office/drawing/2014/main" id="{5036C861-253D-3D4A-049D-9EB0E1797036}"/>
                    </a:ext>
                  </a:extLst>
                </p14:cNvPr>
                <p14:cNvContentPartPr/>
                <p14:nvPr/>
              </p14:nvContentPartPr>
              <p14:xfrm>
                <a:off x="6435374" y="3297756"/>
                <a:ext cx="49680" cy="58320"/>
              </p14:xfrm>
            </p:contentPart>
          </mc:Choice>
          <mc:Fallback xmlns="">
            <p:pic>
              <p:nvPicPr>
                <p:cNvPr id="37114" name="잉크 37113">
                  <a:extLst>
                    <a:ext uri="{FF2B5EF4-FFF2-40B4-BE49-F238E27FC236}">
                      <a16:creationId xmlns:a16="http://schemas.microsoft.com/office/drawing/2014/main" id="{5036C861-253D-3D4A-049D-9EB0E179703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26734" y="3288756"/>
                  <a:ext cx="67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7130" name="잉크 37129">
                  <a:extLst>
                    <a:ext uri="{FF2B5EF4-FFF2-40B4-BE49-F238E27FC236}">
                      <a16:creationId xmlns:a16="http://schemas.microsoft.com/office/drawing/2014/main" id="{E845DC4D-C63A-1A41-F08D-D43E301E7C30}"/>
                    </a:ext>
                  </a:extLst>
                </p14:cNvPr>
                <p14:cNvContentPartPr/>
                <p14:nvPr/>
              </p14:nvContentPartPr>
              <p14:xfrm>
                <a:off x="6386414" y="3494316"/>
                <a:ext cx="11520" cy="174240"/>
              </p14:xfrm>
            </p:contentPart>
          </mc:Choice>
          <mc:Fallback xmlns="">
            <p:pic>
              <p:nvPicPr>
                <p:cNvPr id="37130" name="잉크 37129">
                  <a:extLst>
                    <a:ext uri="{FF2B5EF4-FFF2-40B4-BE49-F238E27FC236}">
                      <a16:creationId xmlns:a16="http://schemas.microsoft.com/office/drawing/2014/main" id="{E845DC4D-C63A-1A41-F08D-D43E301E7C3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377774" y="3485316"/>
                  <a:ext cx="29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7131" name="잉크 37130">
                  <a:extLst>
                    <a:ext uri="{FF2B5EF4-FFF2-40B4-BE49-F238E27FC236}">
                      <a16:creationId xmlns:a16="http://schemas.microsoft.com/office/drawing/2014/main" id="{4487FBA3-B03E-6F97-1312-B52D137BA280}"/>
                    </a:ext>
                  </a:extLst>
                </p14:cNvPr>
                <p14:cNvContentPartPr/>
                <p14:nvPr/>
              </p14:nvContentPartPr>
              <p14:xfrm>
                <a:off x="6384974" y="3482436"/>
                <a:ext cx="67320" cy="95760"/>
              </p14:xfrm>
            </p:contentPart>
          </mc:Choice>
          <mc:Fallback xmlns="">
            <p:pic>
              <p:nvPicPr>
                <p:cNvPr id="37131" name="잉크 37130">
                  <a:extLst>
                    <a:ext uri="{FF2B5EF4-FFF2-40B4-BE49-F238E27FC236}">
                      <a16:creationId xmlns:a16="http://schemas.microsoft.com/office/drawing/2014/main" id="{4487FBA3-B03E-6F97-1312-B52D137BA28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376334" y="3473436"/>
                  <a:ext cx="84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7132" name="잉크 37131">
                  <a:extLst>
                    <a:ext uri="{FF2B5EF4-FFF2-40B4-BE49-F238E27FC236}">
                      <a16:creationId xmlns:a16="http://schemas.microsoft.com/office/drawing/2014/main" id="{84273DBC-89A9-9DEB-7CB1-9E01D21FD358}"/>
                    </a:ext>
                  </a:extLst>
                </p14:cNvPr>
                <p14:cNvContentPartPr/>
                <p14:nvPr/>
              </p14:nvContentPartPr>
              <p14:xfrm>
                <a:off x="6470294" y="3611316"/>
                <a:ext cx="63000" cy="48600"/>
              </p14:xfrm>
            </p:contentPart>
          </mc:Choice>
          <mc:Fallback xmlns="">
            <p:pic>
              <p:nvPicPr>
                <p:cNvPr id="37132" name="잉크 37131">
                  <a:extLst>
                    <a:ext uri="{FF2B5EF4-FFF2-40B4-BE49-F238E27FC236}">
                      <a16:creationId xmlns:a16="http://schemas.microsoft.com/office/drawing/2014/main" id="{84273DBC-89A9-9DEB-7CB1-9E01D21FD35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461654" y="3602676"/>
                  <a:ext cx="80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7133" name="잉크 37132">
                  <a:extLst>
                    <a:ext uri="{FF2B5EF4-FFF2-40B4-BE49-F238E27FC236}">
                      <a16:creationId xmlns:a16="http://schemas.microsoft.com/office/drawing/2014/main" id="{73031385-49F3-F252-95A7-56CE1EB1D9CA}"/>
                    </a:ext>
                  </a:extLst>
                </p14:cNvPr>
                <p14:cNvContentPartPr/>
                <p14:nvPr/>
              </p14:nvContentPartPr>
              <p14:xfrm>
                <a:off x="6666854" y="3479196"/>
                <a:ext cx="14040" cy="169200"/>
              </p14:xfrm>
            </p:contentPart>
          </mc:Choice>
          <mc:Fallback xmlns="">
            <p:pic>
              <p:nvPicPr>
                <p:cNvPr id="37133" name="잉크 37132">
                  <a:extLst>
                    <a:ext uri="{FF2B5EF4-FFF2-40B4-BE49-F238E27FC236}">
                      <a16:creationId xmlns:a16="http://schemas.microsoft.com/office/drawing/2014/main" id="{73031385-49F3-F252-95A7-56CE1EB1D9C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658214" y="3470556"/>
                  <a:ext cx="31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7134" name="잉크 37133">
                  <a:extLst>
                    <a:ext uri="{FF2B5EF4-FFF2-40B4-BE49-F238E27FC236}">
                      <a16:creationId xmlns:a16="http://schemas.microsoft.com/office/drawing/2014/main" id="{6BC36D76-D5CD-25C3-C85A-BB5074526DB1}"/>
                    </a:ext>
                  </a:extLst>
                </p14:cNvPr>
                <p14:cNvContentPartPr/>
                <p14:nvPr/>
              </p14:nvContentPartPr>
              <p14:xfrm>
                <a:off x="6654614" y="3467676"/>
                <a:ext cx="84600" cy="111240"/>
              </p14:xfrm>
            </p:contentPart>
          </mc:Choice>
          <mc:Fallback xmlns="">
            <p:pic>
              <p:nvPicPr>
                <p:cNvPr id="37134" name="잉크 37133">
                  <a:extLst>
                    <a:ext uri="{FF2B5EF4-FFF2-40B4-BE49-F238E27FC236}">
                      <a16:creationId xmlns:a16="http://schemas.microsoft.com/office/drawing/2014/main" id="{6BC36D76-D5CD-25C3-C85A-BB5074526DB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645974" y="3459036"/>
                  <a:ext cx="102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135" name="잉크 37134">
                  <a:extLst>
                    <a:ext uri="{FF2B5EF4-FFF2-40B4-BE49-F238E27FC236}">
                      <a16:creationId xmlns:a16="http://schemas.microsoft.com/office/drawing/2014/main" id="{0D4A0A3D-CDE0-717D-9243-E57C2ED4B58B}"/>
                    </a:ext>
                  </a:extLst>
                </p14:cNvPr>
                <p14:cNvContentPartPr/>
                <p14:nvPr/>
              </p14:nvContentPartPr>
              <p14:xfrm>
                <a:off x="6761894" y="3569916"/>
                <a:ext cx="73440" cy="75960"/>
              </p14:xfrm>
            </p:contentPart>
          </mc:Choice>
          <mc:Fallback xmlns="">
            <p:pic>
              <p:nvPicPr>
                <p:cNvPr id="37135" name="잉크 37134">
                  <a:extLst>
                    <a:ext uri="{FF2B5EF4-FFF2-40B4-BE49-F238E27FC236}">
                      <a16:creationId xmlns:a16="http://schemas.microsoft.com/office/drawing/2014/main" id="{0D4A0A3D-CDE0-717D-9243-E57C2ED4B58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753254" y="3561276"/>
                  <a:ext cx="91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7136" name="잉크 37135">
                  <a:extLst>
                    <a:ext uri="{FF2B5EF4-FFF2-40B4-BE49-F238E27FC236}">
                      <a16:creationId xmlns:a16="http://schemas.microsoft.com/office/drawing/2014/main" id="{6B16B2E1-9037-3964-901B-CDF10F2829DD}"/>
                    </a:ext>
                  </a:extLst>
                </p14:cNvPr>
                <p14:cNvContentPartPr/>
                <p14:nvPr/>
              </p14:nvContentPartPr>
              <p14:xfrm>
                <a:off x="6961694" y="3496476"/>
                <a:ext cx="5400" cy="149400"/>
              </p14:xfrm>
            </p:contentPart>
          </mc:Choice>
          <mc:Fallback xmlns="">
            <p:pic>
              <p:nvPicPr>
                <p:cNvPr id="37136" name="잉크 37135">
                  <a:extLst>
                    <a:ext uri="{FF2B5EF4-FFF2-40B4-BE49-F238E27FC236}">
                      <a16:creationId xmlns:a16="http://schemas.microsoft.com/office/drawing/2014/main" id="{6B16B2E1-9037-3964-901B-CDF10F2829D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52694" y="3487836"/>
                  <a:ext cx="23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7137" name="잉크 37136">
                  <a:extLst>
                    <a:ext uri="{FF2B5EF4-FFF2-40B4-BE49-F238E27FC236}">
                      <a16:creationId xmlns:a16="http://schemas.microsoft.com/office/drawing/2014/main" id="{ECA07739-EFA1-D8DF-3D0C-DD1FC0658FCD}"/>
                    </a:ext>
                  </a:extLst>
                </p14:cNvPr>
                <p14:cNvContentPartPr/>
                <p14:nvPr/>
              </p14:nvContentPartPr>
              <p14:xfrm>
                <a:off x="6952334" y="3477036"/>
                <a:ext cx="83520" cy="98280"/>
              </p14:xfrm>
            </p:contentPart>
          </mc:Choice>
          <mc:Fallback xmlns="">
            <p:pic>
              <p:nvPicPr>
                <p:cNvPr id="37137" name="잉크 37136">
                  <a:extLst>
                    <a:ext uri="{FF2B5EF4-FFF2-40B4-BE49-F238E27FC236}">
                      <a16:creationId xmlns:a16="http://schemas.microsoft.com/office/drawing/2014/main" id="{ECA07739-EFA1-D8DF-3D0C-DD1FC0658FC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943334" y="3468036"/>
                  <a:ext cx="101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7138" name="잉크 37137">
                  <a:extLst>
                    <a:ext uri="{FF2B5EF4-FFF2-40B4-BE49-F238E27FC236}">
                      <a16:creationId xmlns:a16="http://schemas.microsoft.com/office/drawing/2014/main" id="{9F512EC3-1E58-A75C-FA7B-838CE052D231}"/>
                    </a:ext>
                  </a:extLst>
                </p14:cNvPr>
                <p14:cNvContentPartPr/>
                <p14:nvPr/>
              </p14:nvContentPartPr>
              <p14:xfrm>
                <a:off x="7036574" y="3595116"/>
                <a:ext cx="50040" cy="53280"/>
              </p14:xfrm>
            </p:contentPart>
          </mc:Choice>
          <mc:Fallback xmlns="">
            <p:pic>
              <p:nvPicPr>
                <p:cNvPr id="37138" name="잉크 37137">
                  <a:extLst>
                    <a:ext uri="{FF2B5EF4-FFF2-40B4-BE49-F238E27FC236}">
                      <a16:creationId xmlns:a16="http://schemas.microsoft.com/office/drawing/2014/main" id="{9F512EC3-1E58-A75C-FA7B-838CE052D23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027574" y="3586116"/>
                  <a:ext cx="67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7099" name="잉크 37098">
                  <a:extLst>
                    <a:ext uri="{FF2B5EF4-FFF2-40B4-BE49-F238E27FC236}">
                      <a16:creationId xmlns:a16="http://schemas.microsoft.com/office/drawing/2014/main" id="{79622740-86DD-B4DE-CD9D-FD857046321F}"/>
                    </a:ext>
                  </a:extLst>
                </p14:cNvPr>
                <p14:cNvContentPartPr/>
                <p14:nvPr/>
              </p14:nvContentPartPr>
              <p14:xfrm>
                <a:off x="6894014" y="2859276"/>
                <a:ext cx="18720" cy="156600"/>
              </p14:xfrm>
            </p:contentPart>
          </mc:Choice>
          <mc:Fallback xmlns="">
            <p:pic>
              <p:nvPicPr>
                <p:cNvPr id="37099" name="잉크 37098">
                  <a:extLst>
                    <a:ext uri="{FF2B5EF4-FFF2-40B4-BE49-F238E27FC236}">
                      <a16:creationId xmlns:a16="http://schemas.microsoft.com/office/drawing/2014/main" id="{79622740-86DD-B4DE-CD9D-FD857046321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85374" y="2850636"/>
                  <a:ext cx="36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7100" name="잉크 37099">
                  <a:extLst>
                    <a:ext uri="{FF2B5EF4-FFF2-40B4-BE49-F238E27FC236}">
                      <a16:creationId xmlns:a16="http://schemas.microsoft.com/office/drawing/2014/main" id="{0267212A-2D03-E3D9-3778-8C265708318E}"/>
                    </a:ext>
                  </a:extLst>
                </p14:cNvPr>
                <p14:cNvContentPartPr/>
                <p14:nvPr/>
              </p14:nvContentPartPr>
              <p14:xfrm>
                <a:off x="6886454" y="2848116"/>
                <a:ext cx="72360" cy="97920"/>
              </p14:xfrm>
            </p:contentPart>
          </mc:Choice>
          <mc:Fallback xmlns="">
            <p:pic>
              <p:nvPicPr>
                <p:cNvPr id="37100" name="잉크 37099">
                  <a:extLst>
                    <a:ext uri="{FF2B5EF4-FFF2-40B4-BE49-F238E27FC236}">
                      <a16:creationId xmlns:a16="http://schemas.microsoft.com/office/drawing/2014/main" id="{0267212A-2D03-E3D9-3778-8C26570831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877814" y="2839116"/>
                  <a:ext cx="90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7101" name="잉크 37100">
                  <a:extLst>
                    <a:ext uri="{FF2B5EF4-FFF2-40B4-BE49-F238E27FC236}">
                      <a16:creationId xmlns:a16="http://schemas.microsoft.com/office/drawing/2014/main" id="{9285B379-039A-27C6-0DF5-940ECDBCADF3}"/>
                    </a:ext>
                  </a:extLst>
                </p14:cNvPr>
                <p14:cNvContentPartPr/>
                <p14:nvPr/>
              </p14:nvContentPartPr>
              <p14:xfrm>
                <a:off x="6980414" y="2931276"/>
                <a:ext cx="79200" cy="110520"/>
              </p14:xfrm>
            </p:contentPart>
          </mc:Choice>
          <mc:Fallback xmlns="">
            <p:pic>
              <p:nvPicPr>
                <p:cNvPr id="37101" name="잉크 37100">
                  <a:extLst>
                    <a:ext uri="{FF2B5EF4-FFF2-40B4-BE49-F238E27FC236}">
                      <a16:creationId xmlns:a16="http://schemas.microsoft.com/office/drawing/2014/main" id="{9285B379-039A-27C6-0DF5-940ECDBCADF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971774" y="2922276"/>
                  <a:ext cx="96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7143" name="잉크 37142">
                  <a:extLst>
                    <a:ext uri="{FF2B5EF4-FFF2-40B4-BE49-F238E27FC236}">
                      <a16:creationId xmlns:a16="http://schemas.microsoft.com/office/drawing/2014/main" id="{F0727E9A-6C1E-836F-1646-7254C4A17A90}"/>
                    </a:ext>
                  </a:extLst>
                </p14:cNvPr>
                <p14:cNvContentPartPr/>
                <p14:nvPr/>
              </p14:nvContentPartPr>
              <p14:xfrm>
                <a:off x="7122254" y="2820036"/>
                <a:ext cx="111960" cy="221760"/>
              </p14:xfrm>
            </p:contentPart>
          </mc:Choice>
          <mc:Fallback xmlns="">
            <p:pic>
              <p:nvPicPr>
                <p:cNvPr id="37143" name="잉크 37142">
                  <a:extLst>
                    <a:ext uri="{FF2B5EF4-FFF2-40B4-BE49-F238E27FC236}">
                      <a16:creationId xmlns:a16="http://schemas.microsoft.com/office/drawing/2014/main" id="{F0727E9A-6C1E-836F-1646-7254C4A17A9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13614" y="2811036"/>
                  <a:ext cx="129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7116" name="잉크 37115">
                  <a:extLst>
                    <a:ext uri="{FF2B5EF4-FFF2-40B4-BE49-F238E27FC236}">
                      <a16:creationId xmlns:a16="http://schemas.microsoft.com/office/drawing/2014/main" id="{5F9CE83D-614C-8388-A787-04A0BBDBBA35}"/>
                    </a:ext>
                  </a:extLst>
                </p14:cNvPr>
                <p14:cNvContentPartPr/>
                <p14:nvPr/>
              </p14:nvContentPartPr>
              <p14:xfrm>
                <a:off x="6653534" y="3162036"/>
                <a:ext cx="12240" cy="167760"/>
              </p14:xfrm>
            </p:contentPart>
          </mc:Choice>
          <mc:Fallback xmlns="">
            <p:pic>
              <p:nvPicPr>
                <p:cNvPr id="37116" name="잉크 37115">
                  <a:extLst>
                    <a:ext uri="{FF2B5EF4-FFF2-40B4-BE49-F238E27FC236}">
                      <a16:creationId xmlns:a16="http://schemas.microsoft.com/office/drawing/2014/main" id="{5F9CE83D-614C-8388-A787-04A0BBDBBA3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44534" y="3153036"/>
                  <a:ext cx="29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7117" name="잉크 37116">
                  <a:extLst>
                    <a:ext uri="{FF2B5EF4-FFF2-40B4-BE49-F238E27FC236}">
                      <a16:creationId xmlns:a16="http://schemas.microsoft.com/office/drawing/2014/main" id="{45941088-3D40-016D-BAD4-18C036684CCC}"/>
                    </a:ext>
                  </a:extLst>
                </p14:cNvPr>
                <p14:cNvContentPartPr/>
                <p14:nvPr/>
              </p14:nvContentPartPr>
              <p14:xfrm>
                <a:off x="6644894" y="3167436"/>
                <a:ext cx="61920" cy="92160"/>
              </p14:xfrm>
            </p:contentPart>
          </mc:Choice>
          <mc:Fallback xmlns="">
            <p:pic>
              <p:nvPicPr>
                <p:cNvPr id="37117" name="잉크 37116">
                  <a:extLst>
                    <a:ext uri="{FF2B5EF4-FFF2-40B4-BE49-F238E27FC236}">
                      <a16:creationId xmlns:a16="http://schemas.microsoft.com/office/drawing/2014/main" id="{45941088-3D40-016D-BAD4-18C036684CC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636254" y="3158436"/>
                  <a:ext cx="79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7118" name="잉크 37117">
                  <a:extLst>
                    <a:ext uri="{FF2B5EF4-FFF2-40B4-BE49-F238E27FC236}">
                      <a16:creationId xmlns:a16="http://schemas.microsoft.com/office/drawing/2014/main" id="{D89E0511-0425-F77F-9EDF-E0FBF5991B5F}"/>
                    </a:ext>
                  </a:extLst>
                </p14:cNvPr>
                <p14:cNvContentPartPr/>
                <p14:nvPr/>
              </p14:nvContentPartPr>
              <p14:xfrm>
                <a:off x="6726974" y="3293076"/>
                <a:ext cx="64080" cy="46080"/>
              </p14:xfrm>
            </p:contentPart>
          </mc:Choice>
          <mc:Fallback xmlns="">
            <p:pic>
              <p:nvPicPr>
                <p:cNvPr id="37118" name="잉크 37117">
                  <a:extLst>
                    <a:ext uri="{FF2B5EF4-FFF2-40B4-BE49-F238E27FC236}">
                      <a16:creationId xmlns:a16="http://schemas.microsoft.com/office/drawing/2014/main" id="{D89E0511-0425-F77F-9EDF-E0FBF5991B5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18334" y="3284436"/>
                  <a:ext cx="81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7119" name="잉크 37118">
                  <a:extLst>
                    <a:ext uri="{FF2B5EF4-FFF2-40B4-BE49-F238E27FC236}">
                      <a16:creationId xmlns:a16="http://schemas.microsoft.com/office/drawing/2014/main" id="{7CF2AF4D-95D3-0861-3421-C302271DA291}"/>
                    </a:ext>
                  </a:extLst>
                </p14:cNvPr>
                <p14:cNvContentPartPr/>
                <p14:nvPr/>
              </p14:nvContentPartPr>
              <p14:xfrm>
                <a:off x="6923174" y="3180036"/>
                <a:ext cx="8280" cy="168840"/>
              </p14:xfrm>
            </p:contentPart>
          </mc:Choice>
          <mc:Fallback xmlns="">
            <p:pic>
              <p:nvPicPr>
                <p:cNvPr id="37119" name="잉크 37118">
                  <a:extLst>
                    <a:ext uri="{FF2B5EF4-FFF2-40B4-BE49-F238E27FC236}">
                      <a16:creationId xmlns:a16="http://schemas.microsoft.com/office/drawing/2014/main" id="{7CF2AF4D-95D3-0861-3421-C302271DA29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914174" y="3171396"/>
                  <a:ext cx="25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120" name="잉크 37119">
                  <a:extLst>
                    <a:ext uri="{FF2B5EF4-FFF2-40B4-BE49-F238E27FC236}">
                      <a16:creationId xmlns:a16="http://schemas.microsoft.com/office/drawing/2014/main" id="{DBC13EC0-C617-4566-D27C-44367E109993}"/>
                    </a:ext>
                  </a:extLst>
                </p14:cNvPr>
                <p14:cNvContentPartPr/>
                <p14:nvPr/>
              </p14:nvContentPartPr>
              <p14:xfrm>
                <a:off x="6916334" y="3191196"/>
                <a:ext cx="78480" cy="94680"/>
              </p14:xfrm>
            </p:contentPart>
          </mc:Choice>
          <mc:Fallback xmlns="">
            <p:pic>
              <p:nvPicPr>
                <p:cNvPr id="37120" name="잉크 37119">
                  <a:extLst>
                    <a:ext uri="{FF2B5EF4-FFF2-40B4-BE49-F238E27FC236}">
                      <a16:creationId xmlns:a16="http://schemas.microsoft.com/office/drawing/2014/main" id="{DBC13EC0-C617-4566-D27C-44367E10999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907334" y="3182556"/>
                  <a:ext cx="96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121" name="잉크 37120">
                  <a:extLst>
                    <a:ext uri="{FF2B5EF4-FFF2-40B4-BE49-F238E27FC236}">
                      <a16:creationId xmlns:a16="http://schemas.microsoft.com/office/drawing/2014/main" id="{10501F3B-6733-3C0F-D234-A643F63BA590}"/>
                    </a:ext>
                  </a:extLst>
                </p14:cNvPr>
                <p14:cNvContentPartPr/>
                <p14:nvPr/>
              </p14:nvContentPartPr>
              <p14:xfrm>
                <a:off x="7030094" y="3281196"/>
                <a:ext cx="61560" cy="42120"/>
              </p14:xfrm>
            </p:contentPart>
          </mc:Choice>
          <mc:Fallback xmlns="">
            <p:pic>
              <p:nvPicPr>
                <p:cNvPr id="37121" name="잉크 37120">
                  <a:extLst>
                    <a:ext uri="{FF2B5EF4-FFF2-40B4-BE49-F238E27FC236}">
                      <a16:creationId xmlns:a16="http://schemas.microsoft.com/office/drawing/2014/main" id="{10501F3B-6733-3C0F-D234-A643F63BA59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021454" y="3272196"/>
                  <a:ext cx="79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122" name="잉크 37121">
                  <a:extLst>
                    <a:ext uri="{FF2B5EF4-FFF2-40B4-BE49-F238E27FC236}">
                      <a16:creationId xmlns:a16="http://schemas.microsoft.com/office/drawing/2014/main" id="{237CCAF2-1B07-FA19-31F9-80C06890591E}"/>
                    </a:ext>
                  </a:extLst>
                </p14:cNvPr>
                <p14:cNvContentPartPr/>
                <p14:nvPr/>
              </p14:nvContentPartPr>
              <p14:xfrm>
                <a:off x="7059974" y="3277956"/>
                <a:ext cx="27720" cy="79560"/>
              </p14:xfrm>
            </p:contentPart>
          </mc:Choice>
          <mc:Fallback xmlns="">
            <p:pic>
              <p:nvPicPr>
                <p:cNvPr id="37122" name="잉크 37121">
                  <a:extLst>
                    <a:ext uri="{FF2B5EF4-FFF2-40B4-BE49-F238E27FC236}">
                      <a16:creationId xmlns:a16="http://schemas.microsoft.com/office/drawing/2014/main" id="{237CCAF2-1B07-FA19-31F9-80C06890591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051334" y="3269316"/>
                  <a:ext cx="45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145" name="잉크 37144">
                  <a:extLst>
                    <a:ext uri="{FF2B5EF4-FFF2-40B4-BE49-F238E27FC236}">
                      <a16:creationId xmlns:a16="http://schemas.microsoft.com/office/drawing/2014/main" id="{0FD2FD64-97E1-8959-3501-2C22339AB38C}"/>
                    </a:ext>
                  </a:extLst>
                </p14:cNvPr>
                <p14:cNvContentPartPr/>
                <p14:nvPr/>
              </p14:nvContentPartPr>
              <p14:xfrm>
                <a:off x="7165814" y="3162036"/>
                <a:ext cx="110520" cy="164520"/>
              </p14:xfrm>
            </p:contentPart>
          </mc:Choice>
          <mc:Fallback xmlns="">
            <p:pic>
              <p:nvPicPr>
                <p:cNvPr id="37145" name="잉크 37144">
                  <a:extLst>
                    <a:ext uri="{FF2B5EF4-FFF2-40B4-BE49-F238E27FC236}">
                      <a16:creationId xmlns:a16="http://schemas.microsoft.com/office/drawing/2014/main" id="{0FD2FD64-97E1-8959-3501-2C22339AB38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157174" y="3153036"/>
                  <a:ext cx="128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151" name="잉크 37150">
                  <a:extLst>
                    <a:ext uri="{FF2B5EF4-FFF2-40B4-BE49-F238E27FC236}">
                      <a16:creationId xmlns:a16="http://schemas.microsoft.com/office/drawing/2014/main" id="{D9BA90A4-33C0-0BFC-FF11-68C2759BA4D3}"/>
                    </a:ext>
                  </a:extLst>
                </p14:cNvPr>
                <p14:cNvContentPartPr/>
                <p14:nvPr/>
              </p14:nvContentPartPr>
              <p14:xfrm>
                <a:off x="7170854" y="3455076"/>
                <a:ext cx="98280" cy="176400"/>
              </p14:xfrm>
            </p:contentPart>
          </mc:Choice>
          <mc:Fallback xmlns="">
            <p:pic>
              <p:nvPicPr>
                <p:cNvPr id="37151" name="잉크 37150">
                  <a:extLst>
                    <a:ext uri="{FF2B5EF4-FFF2-40B4-BE49-F238E27FC236}">
                      <a16:creationId xmlns:a16="http://schemas.microsoft.com/office/drawing/2014/main" id="{D9BA90A4-33C0-0BFC-FF11-68C2759BA4D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161854" y="3446436"/>
                  <a:ext cx="115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153" name="잉크 37152">
                  <a:extLst>
                    <a:ext uri="{FF2B5EF4-FFF2-40B4-BE49-F238E27FC236}">
                      <a16:creationId xmlns:a16="http://schemas.microsoft.com/office/drawing/2014/main" id="{6E6FF597-DD8F-2D5E-CA04-E7D15237C003}"/>
                    </a:ext>
                  </a:extLst>
                </p14:cNvPr>
                <p14:cNvContentPartPr/>
                <p14:nvPr/>
              </p14:nvContentPartPr>
              <p14:xfrm>
                <a:off x="7344374" y="2867196"/>
                <a:ext cx="150120" cy="646920"/>
              </p14:xfrm>
            </p:contentPart>
          </mc:Choice>
          <mc:Fallback xmlns="">
            <p:pic>
              <p:nvPicPr>
                <p:cNvPr id="37153" name="잉크 37152">
                  <a:extLst>
                    <a:ext uri="{FF2B5EF4-FFF2-40B4-BE49-F238E27FC236}">
                      <a16:creationId xmlns:a16="http://schemas.microsoft.com/office/drawing/2014/main" id="{6E6FF597-DD8F-2D5E-CA04-E7D15237C00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335734" y="2858196"/>
                  <a:ext cx="167760" cy="66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37155" name="잉크 37154">
                <a:extLst>
                  <a:ext uri="{FF2B5EF4-FFF2-40B4-BE49-F238E27FC236}">
                    <a16:creationId xmlns:a16="http://schemas.microsoft.com/office/drawing/2014/main" id="{15CB68BB-860E-E336-7DFD-42FDF1A5253B}"/>
                  </a:ext>
                </a:extLst>
              </p14:cNvPr>
              <p14:cNvContentPartPr/>
              <p14:nvPr/>
            </p14:nvContentPartPr>
            <p14:xfrm>
              <a:off x="7570454" y="761916"/>
              <a:ext cx="1428120" cy="2569320"/>
            </p14:xfrm>
          </p:contentPart>
        </mc:Choice>
        <mc:Fallback xmlns="">
          <p:pic>
            <p:nvPicPr>
              <p:cNvPr id="37155" name="잉크 37154">
                <a:extLst>
                  <a:ext uri="{FF2B5EF4-FFF2-40B4-BE49-F238E27FC236}">
                    <a16:creationId xmlns:a16="http://schemas.microsoft.com/office/drawing/2014/main" id="{15CB68BB-860E-E336-7DFD-42FDF1A5253B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7561814" y="752916"/>
                <a:ext cx="1445760" cy="258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내용 개체 틀 1"/>
          <p:cNvSpPr>
            <a:spLocks noGrp="1"/>
          </p:cNvSpPr>
          <p:nvPr>
            <p:ph sz="quarter" idx="4294967295"/>
          </p:nvPr>
        </p:nvSpPr>
        <p:spPr>
          <a:xfrm>
            <a:off x="142875" y="1571625"/>
            <a:ext cx="5429250" cy="5143500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은행원 알고리즘의 동작 예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개의 프로세스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자원 형태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A=10, B=5, C=7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t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에서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3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4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2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0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순서는 안정조건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은 자원 형태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A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의 자원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개와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C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의 자원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개를 더 요청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= (1, 0, 2)</a:t>
            </a:r>
          </a:p>
          <a:p>
            <a:pPr marL="1200150" lvl="2" indent="-342900">
              <a:spcAft>
                <a:spcPts val="3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허용 여부를 결정하기 위해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 ≤ Available 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((1, 0, 2) ≤ (3, 3, 2))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를 확인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marL="1200150" lvl="2" indent="-342900">
              <a:spcAft>
                <a:spcPts val="3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새로운 시스템 상태가 안정한지 판별하기 위해 안전성 알고리즘 실행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marL="1200150" lvl="2" indent="-342900">
              <a:spcAft>
                <a:spcPts val="300"/>
              </a:spcAft>
              <a:buSzPct val="100000"/>
              <a:buFont typeface="+mj-ea"/>
              <a:buAutoNum type="circleNumDbPlain"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순서가 안전조건 충족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marL="1200150" lvl="2" indent="-342900">
              <a:spcAft>
                <a:spcPts val="300"/>
              </a:spcAft>
              <a:buSzPct val="100000"/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프로세스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의 요청을 허락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ko-KR" sz="2000" b="1" baseline="-25000" dirty="0">
                <a:solidFill>
                  <a:srgbClr val="FF0000"/>
                </a:solidFill>
                <a:latin typeface="+mn-ea"/>
              </a:rPr>
              <a:t>4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가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(3, 3, 0)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요청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시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 lvl="1">
              <a:spcAft>
                <a:spcPts val="300"/>
              </a:spcAft>
              <a:defRPr/>
            </a:pP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P</a:t>
            </a:r>
            <a:r>
              <a:rPr lang="en-US" altLang="ko-KR" sz="2000" b="1" baseline="-25000" dirty="0">
                <a:solidFill>
                  <a:srgbClr val="FF0000"/>
                </a:solidFill>
                <a:latin typeface="+mn-ea"/>
              </a:rPr>
              <a:t>0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이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(0, 2, 0)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을 요청 시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? </a:t>
            </a: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3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38915" name="그룹 9"/>
          <p:cNvGrpSpPr>
            <a:grpSpLocks/>
          </p:cNvGrpSpPr>
          <p:nvPr/>
        </p:nvGrpSpPr>
        <p:grpSpPr bwMode="auto">
          <a:xfrm>
            <a:off x="5643563" y="1785938"/>
            <a:ext cx="3303587" cy="2281237"/>
            <a:chOff x="5562600" y="3956509"/>
            <a:chExt cx="3451352" cy="2596691"/>
          </a:xfrm>
        </p:grpSpPr>
        <p:pic>
          <p:nvPicPr>
            <p:cNvPr id="38920" name="Picture 4" descr="C:\Documents and Settings\Hanami\바탕 화면\운영체제\(강의교안)_그림파일_1장-13장\ch05_교착상태와 기아상태\ch05-표-05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80"/>
            <a:stretch>
              <a:fillRect/>
            </a:stretch>
          </p:blipFill>
          <p:spPr bwMode="auto">
            <a:xfrm>
              <a:off x="5562600" y="4267200"/>
              <a:ext cx="3451352" cy="22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1" name="TextBox 8"/>
            <p:cNvSpPr txBox="1">
              <a:spLocks noChangeArrowheads="1"/>
            </p:cNvSpPr>
            <p:nvPr/>
          </p:nvSpPr>
          <p:spPr bwMode="auto">
            <a:xfrm>
              <a:off x="6234299" y="3956509"/>
              <a:ext cx="2282953" cy="315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시간 </a:t>
              </a: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t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0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일 경우 시스템의 상태</a:t>
              </a:r>
            </a:p>
          </p:txBody>
        </p:sp>
      </p:grpSp>
      <p:grpSp>
        <p:nvGrpSpPr>
          <p:cNvPr id="38916" name="그룹 10"/>
          <p:cNvGrpSpPr>
            <a:grpSpLocks/>
          </p:cNvGrpSpPr>
          <p:nvPr/>
        </p:nvGrpSpPr>
        <p:grpSpPr bwMode="auto">
          <a:xfrm>
            <a:off x="5643563" y="4214813"/>
            <a:ext cx="3357562" cy="2214562"/>
            <a:chOff x="4953000" y="3261552"/>
            <a:chExt cx="3743326" cy="2152216"/>
          </a:xfrm>
        </p:grpSpPr>
        <p:sp>
          <p:nvSpPr>
            <p:cNvPr id="38918" name="TextBox 8"/>
            <p:cNvSpPr txBox="1">
              <a:spLocks noChangeArrowheads="1"/>
            </p:cNvSpPr>
            <p:nvPr/>
          </p:nvSpPr>
          <p:spPr bwMode="auto">
            <a:xfrm>
              <a:off x="5829098" y="3261552"/>
              <a:ext cx="1864372" cy="269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시스템의 새로운 상태</a:t>
              </a:r>
            </a:p>
          </p:txBody>
        </p:sp>
        <p:pic>
          <p:nvPicPr>
            <p:cNvPr id="38919" name="Picture 6" descr="C:\Documents and Settings\Hanami\바탕 화면\운영체제\(강의교안)_그림파일_1장-13장\ch05_교착상태와 기아상태\ch05-표-06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94"/>
            <a:stretch>
              <a:fillRect/>
            </a:stretch>
          </p:blipFill>
          <p:spPr bwMode="auto">
            <a:xfrm>
              <a:off x="4953000" y="3581400"/>
              <a:ext cx="3743326" cy="1832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917" name="슬라이드 번호 개체 틀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7884E-ED8B-45B1-B440-E87CE5328CC4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D28BCDE-7BF7-18B5-E245-2AB565D37C6A}"/>
                  </a:ext>
                </a:extLst>
              </p14:cNvPr>
              <p14:cNvContentPartPr/>
              <p14:nvPr/>
            </p14:nvContentPartPr>
            <p14:xfrm>
              <a:off x="1247263" y="104589"/>
              <a:ext cx="12240" cy="218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D28BCDE-7BF7-18B5-E245-2AB565D37C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8263" y="95589"/>
                <a:ext cx="298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3881B01-120B-1C02-0F9F-B515BABF5D09}"/>
                  </a:ext>
                </a:extLst>
              </p14:cNvPr>
              <p14:cNvContentPartPr/>
              <p14:nvPr/>
            </p14:nvContentPartPr>
            <p14:xfrm>
              <a:off x="1241143" y="137709"/>
              <a:ext cx="76320" cy="1504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3881B01-120B-1C02-0F9F-B515BABF5D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2143" y="129069"/>
                <a:ext cx="939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DA06E3F-3165-4A9D-4892-DF82EDE520CC}"/>
                  </a:ext>
                </a:extLst>
              </p14:cNvPr>
              <p14:cNvContentPartPr/>
              <p14:nvPr/>
            </p14:nvContentPartPr>
            <p14:xfrm>
              <a:off x="1367503" y="221949"/>
              <a:ext cx="56880" cy="1411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DA06E3F-3165-4A9D-4892-DF82EDE520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8503" y="212949"/>
                <a:ext cx="745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B29FB11-2CED-0649-C22A-ADED017EA7A6}"/>
                  </a:ext>
                </a:extLst>
              </p14:cNvPr>
              <p14:cNvContentPartPr/>
              <p14:nvPr/>
            </p14:nvContentPartPr>
            <p14:xfrm>
              <a:off x="1393423" y="288549"/>
              <a:ext cx="66960" cy="212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B29FB11-2CED-0649-C22A-ADED017EA7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84423" y="279909"/>
                <a:ext cx="84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FC3BE5E-12C3-ED38-6CC9-2616AA07AC1F}"/>
                  </a:ext>
                </a:extLst>
              </p14:cNvPr>
              <p14:cNvContentPartPr/>
              <p14:nvPr/>
            </p14:nvContentPartPr>
            <p14:xfrm>
              <a:off x="1268503" y="270909"/>
              <a:ext cx="79560" cy="1249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FC3BE5E-12C3-ED38-6CC9-2616AA07AC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9863" y="262269"/>
                <a:ext cx="972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53DA81F-C701-20C5-6F8B-5A08B026082A}"/>
                  </a:ext>
                </a:extLst>
              </p14:cNvPr>
              <p14:cNvContentPartPr/>
              <p14:nvPr/>
            </p14:nvContentPartPr>
            <p14:xfrm>
              <a:off x="1258423" y="264789"/>
              <a:ext cx="9720" cy="1263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53DA81F-C701-20C5-6F8B-5A08B02608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49423" y="256149"/>
                <a:ext cx="2736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95" name="그룹 24594">
            <a:extLst>
              <a:ext uri="{FF2B5EF4-FFF2-40B4-BE49-F238E27FC236}">
                <a16:creationId xmlns:a16="http://schemas.microsoft.com/office/drawing/2014/main" id="{01004686-F45D-15F3-916E-AE188D07EC18}"/>
              </a:ext>
            </a:extLst>
          </p:cNvPr>
          <p:cNvGrpSpPr/>
          <p:nvPr/>
        </p:nvGrpSpPr>
        <p:grpSpPr>
          <a:xfrm>
            <a:off x="5941663" y="2865789"/>
            <a:ext cx="758160" cy="2750760"/>
            <a:chOff x="5941663" y="2865789"/>
            <a:chExt cx="758160" cy="27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592" name="잉크 24591">
                  <a:extLst>
                    <a:ext uri="{FF2B5EF4-FFF2-40B4-BE49-F238E27FC236}">
                      <a16:creationId xmlns:a16="http://schemas.microsoft.com/office/drawing/2014/main" id="{3ECDE352-2CFF-11F6-E5A9-E72D159A602A}"/>
                    </a:ext>
                  </a:extLst>
                </p14:cNvPr>
                <p14:cNvContentPartPr/>
                <p14:nvPr/>
              </p14:nvContentPartPr>
              <p14:xfrm>
                <a:off x="6155863" y="2865789"/>
                <a:ext cx="370440" cy="269640"/>
              </p14:xfrm>
            </p:contentPart>
          </mc:Choice>
          <mc:Fallback>
            <p:pic>
              <p:nvPicPr>
                <p:cNvPr id="24592" name="잉크 24591">
                  <a:extLst>
                    <a:ext uri="{FF2B5EF4-FFF2-40B4-BE49-F238E27FC236}">
                      <a16:creationId xmlns:a16="http://schemas.microsoft.com/office/drawing/2014/main" id="{3ECDE352-2CFF-11F6-E5A9-E72D159A60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46863" y="2857149"/>
                  <a:ext cx="3880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593" name="잉크 24592">
                  <a:extLst>
                    <a:ext uri="{FF2B5EF4-FFF2-40B4-BE49-F238E27FC236}">
                      <a16:creationId xmlns:a16="http://schemas.microsoft.com/office/drawing/2014/main" id="{2634E5F1-2D12-A6A9-B0AE-8F54DED03A3C}"/>
                    </a:ext>
                  </a:extLst>
                </p14:cNvPr>
                <p14:cNvContentPartPr/>
                <p14:nvPr/>
              </p14:nvContentPartPr>
              <p14:xfrm>
                <a:off x="6302383" y="5298309"/>
                <a:ext cx="397440" cy="318240"/>
              </p14:xfrm>
            </p:contentPart>
          </mc:Choice>
          <mc:Fallback>
            <p:pic>
              <p:nvPicPr>
                <p:cNvPr id="24593" name="잉크 24592">
                  <a:extLst>
                    <a:ext uri="{FF2B5EF4-FFF2-40B4-BE49-F238E27FC236}">
                      <a16:creationId xmlns:a16="http://schemas.microsoft.com/office/drawing/2014/main" id="{2634E5F1-2D12-A6A9-B0AE-8F54DED03A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93383" y="5289669"/>
                  <a:ext cx="4150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594" name="잉크 24593">
                  <a:extLst>
                    <a:ext uri="{FF2B5EF4-FFF2-40B4-BE49-F238E27FC236}">
                      <a16:creationId xmlns:a16="http://schemas.microsoft.com/office/drawing/2014/main" id="{C907BFAD-A7C1-B8D1-625A-7F263F3B7323}"/>
                    </a:ext>
                  </a:extLst>
                </p14:cNvPr>
                <p14:cNvContentPartPr/>
                <p14:nvPr/>
              </p14:nvContentPartPr>
              <p14:xfrm>
                <a:off x="5941663" y="3040749"/>
                <a:ext cx="409680" cy="2276280"/>
              </p14:xfrm>
            </p:contentPart>
          </mc:Choice>
          <mc:Fallback>
            <p:pic>
              <p:nvPicPr>
                <p:cNvPr id="24594" name="잉크 24593">
                  <a:extLst>
                    <a:ext uri="{FF2B5EF4-FFF2-40B4-BE49-F238E27FC236}">
                      <a16:creationId xmlns:a16="http://schemas.microsoft.com/office/drawing/2014/main" id="{C907BFAD-A7C1-B8D1-625A-7F263F3B732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2663" y="3031749"/>
                  <a:ext cx="427320" cy="229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4596" name="잉크 24595">
                <a:extLst>
                  <a:ext uri="{FF2B5EF4-FFF2-40B4-BE49-F238E27FC236}">
                    <a16:creationId xmlns:a16="http://schemas.microsoft.com/office/drawing/2014/main" id="{671FCCF0-2087-052B-A11C-3F0EE80E382E}"/>
                  </a:ext>
                </a:extLst>
              </p14:cNvPr>
              <p14:cNvContentPartPr/>
              <p14:nvPr/>
            </p14:nvContentPartPr>
            <p14:xfrm>
              <a:off x="3612103" y="3865149"/>
              <a:ext cx="977040" cy="163800"/>
            </p14:xfrm>
          </p:contentPart>
        </mc:Choice>
        <mc:Fallback>
          <p:pic>
            <p:nvPicPr>
              <p:cNvPr id="24596" name="잉크 24595">
                <a:extLst>
                  <a:ext uri="{FF2B5EF4-FFF2-40B4-BE49-F238E27FC236}">
                    <a16:creationId xmlns:a16="http://schemas.microsoft.com/office/drawing/2014/main" id="{671FCCF0-2087-052B-A11C-3F0EE80E38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03103" y="3856509"/>
                <a:ext cx="99468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04" name="그룹 24603">
            <a:extLst>
              <a:ext uri="{FF2B5EF4-FFF2-40B4-BE49-F238E27FC236}">
                <a16:creationId xmlns:a16="http://schemas.microsoft.com/office/drawing/2014/main" id="{0D06BCE4-9B65-9D9D-08AB-9708A77EEBE8}"/>
              </a:ext>
            </a:extLst>
          </p:cNvPr>
          <p:cNvGrpSpPr/>
          <p:nvPr/>
        </p:nvGrpSpPr>
        <p:grpSpPr>
          <a:xfrm>
            <a:off x="5454223" y="4156029"/>
            <a:ext cx="483120" cy="198720"/>
            <a:chOff x="5454223" y="4156029"/>
            <a:chExt cx="48312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597" name="잉크 24596">
                  <a:extLst>
                    <a:ext uri="{FF2B5EF4-FFF2-40B4-BE49-F238E27FC236}">
                      <a16:creationId xmlns:a16="http://schemas.microsoft.com/office/drawing/2014/main" id="{28B9B10C-C74D-6C77-8FA4-931C7694F427}"/>
                    </a:ext>
                  </a:extLst>
                </p14:cNvPr>
                <p14:cNvContentPartPr/>
                <p14:nvPr/>
              </p14:nvContentPartPr>
              <p14:xfrm>
                <a:off x="5454223" y="4237749"/>
                <a:ext cx="115560" cy="17640"/>
              </p14:xfrm>
            </p:contentPart>
          </mc:Choice>
          <mc:Fallback>
            <p:pic>
              <p:nvPicPr>
                <p:cNvPr id="24597" name="잉크 24596">
                  <a:extLst>
                    <a:ext uri="{FF2B5EF4-FFF2-40B4-BE49-F238E27FC236}">
                      <a16:creationId xmlns:a16="http://schemas.microsoft.com/office/drawing/2014/main" id="{28B9B10C-C74D-6C77-8FA4-931C7694F4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45583" y="4229109"/>
                  <a:ext cx="133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598" name="잉크 24597">
                  <a:extLst>
                    <a:ext uri="{FF2B5EF4-FFF2-40B4-BE49-F238E27FC236}">
                      <a16:creationId xmlns:a16="http://schemas.microsoft.com/office/drawing/2014/main" id="{AEC06129-0F54-FEFB-9F85-B11093FE7E8A}"/>
                    </a:ext>
                  </a:extLst>
                </p14:cNvPr>
                <p14:cNvContentPartPr/>
                <p14:nvPr/>
              </p14:nvContentPartPr>
              <p14:xfrm>
                <a:off x="5510023" y="4167909"/>
                <a:ext cx="32040" cy="186840"/>
              </p14:xfrm>
            </p:contentPart>
          </mc:Choice>
          <mc:Fallback>
            <p:pic>
              <p:nvPicPr>
                <p:cNvPr id="24598" name="잉크 24597">
                  <a:extLst>
                    <a:ext uri="{FF2B5EF4-FFF2-40B4-BE49-F238E27FC236}">
                      <a16:creationId xmlns:a16="http://schemas.microsoft.com/office/drawing/2014/main" id="{AEC06129-0F54-FEFB-9F85-B11093FE7E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01383" y="4159269"/>
                  <a:ext cx="4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601" name="잉크 24600">
                  <a:extLst>
                    <a:ext uri="{FF2B5EF4-FFF2-40B4-BE49-F238E27FC236}">
                      <a16:creationId xmlns:a16="http://schemas.microsoft.com/office/drawing/2014/main" id="{D4F9E156-1BFE-845C-4411-02745F9872B9}"/>
                    </a:ext>
                  </a:extLst>
                </p14:cNvPr>
                <p14:cNvContentPartPr/>
                <p14:nvPr/>
              </p14:nvContentPartPr>
              <p14:xfrm>
                <a:off x="5625943" y="4156029"/>
                <a:ext cx="31320" cy="178560"/>
              </p14:xfrm>
            </p:contentPart>
          </mc:Choice>
          <mc:Fallback>
            <p:pic>
              <p:nvPicPr>
                <p:cNvPr id="24601" name="잉크 24600">
                  <a:extLst>
                    <a:ext uri="{FF2B5EF4-FFF2-40B4-BE49-F238E27FC236}">
                      <a16:creationId xmlns:a16="http://schemas.microsoft.com/office/drawing/2014/main" id="{D4F9E156-1BFE-845C-4411-02745F9872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616943" y="4147029"/>
                  <a:ext cx="48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602" name="잉크 24601">
                  <a:extLst>
                    <a:ext uri="{FF2B5EF4-FFF2-40B4-BE49-F238E27FC236}">
                      <a16:creationId xmlns:a16="http://schemas.microsoft.com/office/drawing/2014/main" id="{3FEDC1C6-3341-B43B-09F8-FEC880A258AA}"/>
                    </a:ext>
                  </a:extLst>
                </p14:cNvPr>
                <p14:cNvContentPartPr/>
                <p14:nvPr/>
              </p14:nvContentPartPr>
              <p14:xfrm>
                <a:off x="5697943" y="4209669"/>
                <a:ext cx="77760" cy="90360"/>
              </p14:xfrm>
            </p:contentPart>
          </mc:Choice>
          <mc:Fallback>
            <p:pic>
              <p:nvPicPr>
                <p:cNvPr id="24602" name="잉크 24601">
                  <a:extLst>
                    <a:ext uri="{FF2B5EF4-FFF2-40B4-BE49-F238E27FC236}">
                      <a16:creationId xmlns:a16="http://schemas.microsoft.com/office/drawing/2014/main" id="{3FEDC1C6-3341-B43B-09F8-FEC880A258A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88943" y="4201029"/>
                  <a:ext cx="95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603" name="잉크 24602">
                  <a:extLst>
                    <a:ext uri="{FF2B5EF4-FFF2-40B4-BE49-F238E27FC236}">
                      <a16:creationId xmlns:a16="http://schemas.microsoft.com/office/drawing/2014/main" id="{FC1C0683-3B08-42B9-7D8D-6BA6486E74AE}"/>
                    </a:ext>
                  </a:extLst>
                </p14:cNvPr>
                <p14:cNvContentPartPr/>
                <p14:nvPr/>
              </p14:nvContentPartPr>
              <p14:xfrm>
                <a:off x="5802703" y="4184109"/>
                <a:ext cx="134640" cy="161280"/>
              </p14:xfrm>
            </p:contentPart>
          </mc:Choice>
          <mc:Fallback>
            <p:pic>
              <p:nvPicPr>
                <p:cNvPr id="24603" name="잉크 24602">
                  <a:extLst>
                    <a:ext uri="{FF2B5EF4-FFF2-40B4-BE49-F238E27FC236}">
                      <a16:creationId xmlns:a16="http://schemas.microsoft.com/office/drawing/2014/main" id="{FC1C0683-3B08-42B9-7D8D-6BA6486E74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93703" y="4175469"/>
                  <a:ext cx="1522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30" name="그룹 38929">
            <a:extLst>
              <a:ext uri="{FF2B5EF4-FFF2-40B4-BE49-F238E27FC236}">
                <a16:creationId xmlns:a16="http://schemas.microsoft.com/office/drawing/2014/main" id="{AFF27869-7B13-8263-A7D4-BD3E6EAEE33D}"/>
              </a:ext>
            </a:extLst>
          </p:cNvPr>
          <p:cNvGrpSpPr/>
          <p:nvPr/>
        </p:nvGrpSpPr>
        <p:grpSpPr>
          <a:xfrm>
            <a:off x="7266103" y="2869029"/>
            <a:ext cx="1747440" cy="2678400"/>
            <a:chOff x="7266103" y="2869029"/>
            <a:chExt cx="1747440" cy="267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605" name="잉크 24604">
                  <a:extLst>
                    <a:ext uri="{FF2B5EF4-FFF2-40B4-BE49-F238E27FC236}">
                      <a16:creationId xmlns:a16="http://schemas.microsoft.com/office/drawing/2014/main" id="{B4D67EE1-36B9-825E-DF98-58E2DD31630B}"/>
                    </a:ext>
                  </a:extLst>
                </p14:cNvPr>
                <p14:cNvContentPartPr/>
                <p14:nvPr/>
              </p14:nvContentPartPr>
              <p14:xfrm>
                <a:off x="7551583" y="2869029"/>
                <a:ext cx="374760" cy="311760"/>
              </p14:xfrm>
            </p:contentPart>
          </mc:Choice>
          <mc:Fallback>
            <p:pic>
              <p:nvPicPr>
                <p:cNvPr id="24605" name="잉크 24604">
                  <a:extLst>
                    <a:ext uri="{FF2B5EF4-FFF2-40B4-BE49-F238E27FC236}">
                      <a16:creationId xmlns:a16="http://schemas.microsoft.com/office/drawing/2014/main" id="{B4D67EE1-36B9-825E-DF98-58E2DD31630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42583" y="2860389"/>
                  <a:ext cx="392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606" name="잉크 24605">
                  <a:extLst>
                    <a:ext uri="{FF2B5EF4-FFF2-40B4-BE49-F238E27FC236}">
                      <a16:creationId xmlns:a16="http://schemas.microsoft.com/office/drawing/2014/main" id="{EBA592A6-C1DB-7863-EE7A-869A0A4CF3CC}"/>
                    </a:ext>
                  </a:extLst>
                </p14:cNvPr>
                <p14:cNvContentPartPr/>
                <p14:nvPr/>
              </p14:nvContentPartPr>
              <p14:xfrm>
                <a:off x="7266103" y="5257269"/>
                <a:ext cx="347760" cy="290160"/>
              </p14:xfrm>
            </p:contentPart>
          </mc:Choice>
          <mc:Fallback>
            <p:pic>
              <p:nvPicPr>
                <p:cNvPr id="24606" name="잉크 24605">
                  <a:extLst>
                    <a:ext uri="{FF2B5EF4-FFF2-40B4-BE49-F238E27FC236}">
                      <a16:creationId xmlns:a16="http://schemas.microsoft.com/office/drawing/2014/main" id="{EBA592A6-C1DB-7863-EE7A-869A0A4CF3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57103" y="5248629"/>
                  <a:ext cx="365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607" name="잉크 24606">
                  <a:extLst>
                    <a:ext uri="{FF2B5EF4-FFF2-40B4-BE49-F238E27FC236}">
                      <a16:creationId xmlns:a16="http://schemas.microsoft.com/office/drawing/2014/main" id="{2EF19348-8EF0-7AD9-B4CB-E41FEB747E5B}"/>
                    </a:ext>
                  </a:extLst>
                </p14:cNvPr>
                <p14:cNvContentPartPr/>
                <p14:nvPr/>
              </p14:nvContentPartPr>
              <p14:xfrm>
                <a:off x="7564903" y="3121029"/>
                <a:ext cx="515880" cy="2188800"/>
              </p14:xfrm>
            </p:contentPart>
          </mc:Choice>
          <mc:Fallback>
            <p:pic>
              <p:nvPicPr>
                <p:cNvPr id="24607" name="잉크 24606">
                  <a:extLst>
                    <a:ext uri="{FF2B5EF4-FFF2-40B4-BE49-F238E27FC236}">
                      <a16:creationId xmlns:a16="http://schemas.microsoft.com/office/drawing/2014/main" id="{2EF19348-8EF0-7AD9-B4CB-E41FEB747E5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56263" y="3112389"/>
                  <a:ext cx="533520" cy="22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913" name="잉크 38912">
                  <a:extLst>
                    <a:ext uri="{FF2B5EF4-FFF2-40B4-BE49-F238E27FC236}">
                      <a16:creationId xmlns:a16="http://schemas.microsoft.com/office/drawing/2014/main" id="{F6064D2A-681C-C8C4-41A7-55667283C2EA}"/>
                    </a:ext>
                  </a:extLst>
                </p14:cNvPr>
                <p14:cNvContentPartPr/>
                <p14:nvPr/>
              </p14:nvContentPartPr>
              <p14:xfrm>
                <a:off x="8153503" y="4205709"/>
                <a:ext cx="72720" cy="154440"/>
              </p14:xfrm>
            </p:contentPart>
          </mc:Choice>
          <mc:Fallback>
            <p:pic>
              <p:nvPicPr>
                <p:cNvPr id="38913" name="잉크 38912">
                  <a:extLst>
                    <a:ext uri="{FF2B5EF4-FFF2-40B4-BE49-F238E27FC236}">
                      <a16:creationId xmlns:a16="http://schemas.microsoft.com/office/drawing/2014/main" id="{F6064D2A-681C-C8C4-41A7-55667283C2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44863" y="4196709"/>
                  <a:ext cx="90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922" name="잉크 38921">
                  <a:extLst>
                    <a:ext uri="{FF2B5EF4-FFF2-40B4-BE49-F238E27FC236}">
                      <a16:creationId xmlns:a16="http://schemas.microsoft.com/office/drawing/2014/main" id="{1BB7A151-EE9C-CD5E-0CDD-6A6377AC05C7}"/>
                    </a:ext>
                  </a:extLst>
                </p14:cNvPr>
                <p14:cNvContentPartPr/>
                <p14:nvPr/>
              </p14:nvContentPartPr>
              <p14:xfrm>
                <a:off x="8333863" y="4205349"/>
                <a:ext cx="134640" cy="145080"/>
              </p14:xfrm>
            </p:contentPart>
          </mc:Choice>
          <mc:Fallback>
            <p:pic>
              <p:nvPicPr>
                <p:cNvPr id="38922" name="잉크 38921">
                  <a:extLst>
                    <a:ext uri="{FF2B5EF4-FFF2-40B4-BE49-F238E27FC236}">
                      <a16:creationId xmlns:a16="http://schemas.microsoft.com/office/drawing/2014/main" id="{1BB7A151-EE9C-CD5E-0CDD-6A6377AC05C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24863" y="4196709"/>
                  <a:ext cx="152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923" name="잉크 38922">
                  <a:extLst>
                    <a:ext uri="{FF2B5EF4-FFF2-40B4-BE49-F238E27FC236}">
                      <a16:creationId xmlns:a16="http://schemas.microsoft.com/office/drawing/2014/main" id="{E4502A7A-4579-575F-1D66-66AA52AD9FAC}"/>
                    </a:ext>
                  </a:extLst>
                </p14:cNvPr>
                <p14:cNvContentPartPr/>
                <p14:nvPr/>
              </p14:nvContentPartPr>
              <p14:xfrm>
                <a:off x="8516383" y="4264749"/>
                <a:ext cx="75240" cy="9000"/>
              </p14:xfrm>
            </p:contentPart>
          </mc:Choice>
          <mc:Fallback>
            <p:pic>
              <p:nvPicPr>
                <p:cNvPr id="38923" name="잉크 38922">
                  <a:extLst>
                    <a:ext uri="{FF2B5EF4-FFF2-40B4-BE49-F238E27FC236}">
                      <a16:creationId xmlns:a16="http://schemas.microsoft.com/office/drawing/2014/main" id="{E4502A7A-4579-575F-1D66-66AA52AD9FA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07383" y="4255749"/>
                  <a:ext cx="92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924" name="잉크 38923">
                  <a:extLst>
                    <a:ext uri="{FF2B5EF4-FFF2-40B4-BE49-F238E27FC236}">
                      <a16:creationId xmlns:a16="http://schemas.microsoft.com/office/drawing/2014/main" id="{E290CC68-B1EA-37A0-F223-AA654717D24F}"/>
                    </a:ext>
                  </a:extLst>
                </p14:cNvPr>
                <p14:cNvContentPartPr/>
                <p14:nvPr/>
              </p14:nvContentPartPr>
              <p14:xfrm>
                <a:off x="8635183" y="4222629"/>
                <a:ext cx="96840" cy="136440"/>
              </p14:xfrm>
            </p:contentPart>
          </mc:Choice>
          <mc:Fallback>
            <p:pic>
              <p:nvPicPr>
                <p:cNvPr id="38924" name="잉크 38923">
                  <a:extLst>
                    <a:ext uri="{FF2B5EF4-FFF2-40B4-BE49-F238E27FC236}">
                      <a16:creationId xmlns:a16="http://schemas.microsoft.com/office/drawing/2014/main" id="{E290CC68-B1EA-37A0-F223-AA654717D2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26543" y="4213629"/>
                  <a:ext cx="114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926" name="잉크 38925">
                  <a:extLst>
                    <a:ext uri="{FF2B5EF4-FFF2-40B4-BE49-F238E27FC236}">
                      <a16:creationId xmlns:a16="http://schemas.microsoft.com/office/drawing/2014/main" id="{1F04DB1D-3D0A-1156-D402-02E332CC1527}"/>
                    </a:ext>
                  </a:extLst>
                </p14:cNvPr>
                <p14:cNvContentPartPr/>
                <p14:nvPr/>
              </p14:nvContentPartPr>
              <p14:xfrm>
                <a:off x="8881783" y="4234509"/>
                <a:ext cx="131760" cy="92520"/>
              </p14:xfrm>
            </p:contentPart>
          </mc:Choice>
          <mc:Fallback>
            <p:pic>
              <p:nvPicPr>
                <p:cNvPr id="38926" name="잉크 38925">
                  <a:extLst>
                    <a:ext uri="{FF2B5EF4-FFF2-40B4-BE49-F238E27FC236}">
                      <a16:creationId xmlns:a16="http://schemas.microsoft.com/office/drawing/2014/main" id="{1F04DB1D-3D0A-1156-D402-02E332CC15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73143" y="4225869"/>
                  <a:ext cx="149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928" name="잉크 38927">
                  <a:extLst>
                    <a:ext uri="{FF2B5EF4-FFF2-40B4-BE49-F238E27FC236}">
                      <a16:creationId xmlns:a16="http://schemas.microsoft.com/office/drawing/2014/main" id="{00DD8A8C-827D-FD3A-4C7A-50B4E81416A2}"/>
                    </a:ext>
                  </a:extLst>
                </p14:cNvPr>
                <p14:cNvContentPartPr/>
                <p14:nvPr/>
              </p14:nvContentPartPr>
              <p14:xfrm>
                <a:off x="8262583" y="4222269"/>
                <a:ext cx="100800" cy="129240"/>
              </p14:xfrm>
            </p:contentPart>
          </mc:Choice>
          <mc:Fallback>
            <p:pic>
              <p:nvPicPr>
                <p:cNvPr id="38928" name="잉크 38927">
                  <a:extLst>
                    <a:ext uri="{FF2B5EF4-FFF2-40B4-BE49-F238E27FC236}">
                      <a16:creationId xmlns:a16="http://schemas.microsoft.com/office/drawing/2014/main" id="{00DD8A8C-827D-FD3A-4C7A-50B4E81416A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53583" y="4213269"/>
                  <a:ext cx="1184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929" name="잉크 38928">
                  <a:extLst>
                    <a:ext uri="{FF2B5EF4-FFF2-40B4-BE49-F238E27FC236}">
                      <a16:creationId xmlns:a16="http://schemas.microsoft.com/office/drawing/2014/main" id="{061277F6-B65D-E218-5AB1-3B5820400520}"/>
                    </a:ext>
                  </a:extLst>
                </p14:cNvPr>
                <p14:cNvContentPartPr/>
                <p14:nvPr/>
              </p14:nvContentPartPr>
              <p14:xfrm>
                <a:off x="8747143" y="4233429"/>
                <a:ext cx="100440" cy="128160"/>
              </p14:xfrm>
            </p:contentPart>
          </mc:Choice>
          <mc:Fallback>
            <p:pic>
              <p:nvPicPr>
                <p:cNvPr id="38929" name="잉크 38928">
                  <a:extLst>
                    <a:ext uri="{FF2B5EF4-FFF2-40B4-BE49-F238E27FC236}">
                      <a16:creationId xmlns:a16="http://schemas.microsoft.com/office/drawing/2014/main" id="{061277F6-B65D-E218-5AB1-3B58204005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38143" y="4224789"/>
                  <a:ext cx="1180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40" name="그룹 38939">
            <a:extLst>
              <a:ext uri="{FF2B5EF4-FFF2-40B4-BE49-F238E27FC236}">
                <a16:creationId xmlns:a16="http://schemas.microsoft.com/office/drawing/2014/main" id="{EA3D2C8D-422A-1417-71EF-BDA376C0CBD4}"/>
              </a:ext>
            </a:extLst>
          </p:cNvPr>
          <p:cNvGrpSpPr/>
          <p:nvPr/>
        </p:nvGrpSpPr>
        <p:grpSpPr>
          <a:xfrm>
            <a:off x="368503" y="203589"/>
            <a:ext cx="1846080" cy="894240"/>
            <a:chOff x="368503" y="203589"/>
            <a:chExt cx="1846080" cy="89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931" name="잉크 38930">
                  <a:extLst>
                    <a:ext uri="{FF2B5EF4-FFF2-40B4-BE49-F238E27FC236}">
                      <a16:creationId xmlns:a16="http://schemas.microsoft.com/office/drawing/2014/main" id="{083B3EFD-03BE-F24B-C21F-BD6656C427F6}"/>
                    </a:ext>
                  </a:extLst>
                </p14:cNvPr>
                <p14:cNvContentPartPr/>
                <p14:nvPr/>
              </p14:nvContentPartPr>
              <p14:xfrm>
                <a:off x="368503" y="611109"/>
                <a:ext cx="698760" cy="486720"/>
              </p14:xfrm>
            </p:contentPart>
          </mc:Choice>
          <mc:Fallback>
            <p:pic>
              <p:nvPicPr>
                <p:cNvPr id="38931" name="잉크 38930">
                  <a:extLst>
                    <a:ext uri="{FF2B5EF4-FFF2-40B4-BE49-F238E27FC236}">
                      <a16:creationId xmlns:a16="http://schemas.microsoft.com/office/drawing/2014/main" id="{083B3EFD-03BE-F24B-C21F-BD6656C427F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9503" y="602109"/>
                  <a:ext cx="7164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932" name="잉크 38931">
                  <a:extLst>
                    <a:ext uri="{FF2B5EF4-FFF2-40B4-BE49-F238E27FC236}">
                      <a16:creationId xmlns:a16="http://schemas.microsoft.com/office/drawing/2014/main" id="{63B9504F-8BFE-0345-E923-2D224EDF1541}"/>
                    </a:ext>
                  </a:extLst>
                </p14:cNvPr>
                <p14:cNvContentPartPr/>
                <p14:nvPr/>
              </p14:nvContentPartPr>
              <p14:xfrm>
                <a:off x="503143" y="232029"/>
                <a:ext cx="56880" cy="315360"/>
              </p14:xfrm>
            </p:contentPart>
          </mc:Choice>
          <mc:Fallback>
            <p:pic>
              <p:nvPicPr>
                <p:cNvPr id="38932" name="잉크 38931">
                  <a:extLst>
                    <a:ext uri="{FF2B5EF4-FFF2-40B4-BE49-F238E27FC236}">
                      <a16:creationId xmlns:a16="http://schemas.microsoft.com/office/drawing/2014/main" id="{63B9504F-8BFE-0345-E923-2D224EDF154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4503" y="223389"/>
                  <a:ext cx="745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933" name="잉크 38932">
                  <a:extLst>
                    <a:ext uri="{FF2B5EF4-FFF2-40B4-BE49-F238E27FC236}">
                      <a16:creationId xmlns:a16="http://schemas.microsoft.com/office/drawing/2014/main" id="{49804A08-B99D-7E91-202F-A340B7E1245A}"/>
                    </a:ext>
                  </a:extLst>
                </p14:cNvPr>
                <p14:cNvContentPartPr/>
                <p14:nvPr/>
              </p14:nvContentPartPr>
              <p14:xfrm>
                <a:off x="483343" y="203589"/>
                <a:ext cx="106200" cy="221400"/>
              </p14:xfrm>
            </p:contentPart>
          </mc:Choice>
          <mc:Fallback>
            <p:pic>
              <p:nvPicPr>
                <p:cNvPr id="38933" name="잉크 38932">
                  <a:extLst>
                    <a:ext uri="{FF2B5EF4-FFF2-40B4-BE49-F238E27FC236}">
                      <a16:creationId xmlns:a16="http://schemas.microsoft.com/office/drawing/2014/main" id="{49804A08-B99D-7E91-202F-A340B7E1245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74343" y="194949"/>
                  <a:ext cx="123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934" name="잉크 38933">
                  <a:extLst>
                    <a:ext uri="{FF2B5EF4-FFF2-40B4-BE49-F238E27FC236}">
                      <a16:creationId xmlns:a16="http://schemas.microsoft.com/office/drawing/2014/main" id="{CEAE1D97-7BA8-E377-824A-28435C7117E5}"/>
                    </a:ext>
                  </a:extLst>
                </p14:cNvPr>
                <p14:cNvContentPartPr/>
                <p14:nvPr/>
              </p14:nvContentPartPr>
              <p14:xfrm>
                <a:off x="652183" y="358749"/>
                <a:ext cx="23400" cy="142200"/>
              </p14:xfrm>
            </p:contentPart>
          </mc:Choice>
          <mc:Fallback>
            <p:pic>
              <p:nvPicPr>
                <p:cNvPr id="38934" name="잉크 38933">
                  <a:extLst>
                    <a:ext uri="{FF2B5EF4-FFF2-40B4-BE49-F238E27FC236}">
                      <a16:creationId xmlns:a16="http://schemas.microsoft.com/office/drawing/2014/main" id="{CEAE1D97-7BA8-E377-824A-28435C7117E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3183" y="349749"/>
                  <a:ext cx="4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935" name="잉크 38934">
                  <a:extLst>
                    <a:ext uri="{FF2B5EF4-FFF2-40B4-BE49-F238E27FC236}">
                      <a16:creationId xmlns:a16="http://schemas.microsoft.com/office/drawing/2014/main" id="{B742EEF7-4F55-12C4-1992-539DC7420345}"/>
                    </a:ext>
                  </a:extLst>
                </p14:cNvPr>
                <p14:cNvContentPartPr/>
                <p14:nvPr/>
              </p14:nvContentPartPr>
              <p14:xfrm>
                <a:off x="1079863" y="584469"/>
                <a:ext cx="1046160" cy="452520"/>
              </p14:xfrm>
            </p:contentPart>
          </mc:Choice>
          <mc:Fallback>
            <p:pic>
              <p:nvPicPr>
                <p:cNvPr id="38935" name="잉크 38934">
                  <a:extLst>
                    <a:ext uri="{FF2B5EF4-FFF2-40B4-BE49-F238E27FC236}">
                      <a16:creationId xmlns:a16="http://schemas.microsoft.com/office/drawing/2014/main" id="{B742EEF7-4F55-12C4-1992-539DC742034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223" y="575829"/>
                  <a:ext cx="10638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936" name="잉크 38935">
                  <a:extLst>
                    <a:ext uri="{FF2B5EF4-FFF2-40B4-BE49-F238E27FC236}">
                      <a16:creationId xmlns:a16="http://schemas.microsoft.com/office/drawing/2014/main" id="{3B921774-E5D6-5669-4304-6CC989C65322}"/>
                    </a:ext>
                  </a:extLst>
                </p14:cNvPr>
                <p14:cNvContentPartPr/>
                <p14:nvPr/>
              </p14:nvContentPartPr>
              <p14:xfrm>
                <a:off x="1919383" y="289269"/>
                <a:ext cx="68760" cy="371880"/>
              </p14:xfrm>
            </p:contentPart>
          </mc:Choice>
          <mc:Fallback>
            <p:pic>
              <p:nvPicPr>
                <p:cNvPr id="38936" name="잉크 38935">
                  <a:extLst>
                    <a:ext uri="{FF2B5EF4-FFF2-40B4-BE49-F238E27FC236}">
                      <a16:creationId xmlns:a16="http://schemas.microsoft.com/office/drawing/2014/main" id="{3B921774-E5D6-5669-4304-6CC989C653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910383" y="280269"/>
                  <a:ext cx="864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937" name="잉크 38936">
                  <a:extLst>
                    <a:ext uri="{FF2B5EF4-FFF2-40B4-BE49-F238E27FC236}">
                      <a16:creationId xmlns:a16="http://schemas.microsoft.com/office/drawing/2014/main" id="{00878446-B1FB-3A31-030D-3A2871D76873}"/>
                    </a:ext>
                  </a:extLst>
                </p14:cNvPr>
                <p14:cNvContentPartPr/>
                <p14:nvPr/>
              </p14:nvContentPartPr>
              <p14:xfrm>
                <a:off x="1923343" y="278109"/>
                <a:ext cx="104400" cy="226800"/>
              </p14:xfrm>
            </p:contentPart>
          </mc:Choice>
          <mc:Fallback>
            <p:pic>
              <p:nvPicPr>
                <p:cNvPr id="38937" name="잉크 38936">
                  <a:extLst>
                    <a:ext uri="{FF2B5EF4-FFF2-40B4-BE49-F238E27FC236}">
                      <a16:creationId xmlns:a16="http://schemas.microsoft.com/office/drawing/2014/main" id="{00878446-B1FB-3A31-030D-3A2871D768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14343" y="269469"/>
                  <a:ext cx="122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938" name="잉크 38937">
                  <a:extLst>
                    <a:ext uri="{FF2B5EF4-FFF2-40B4-BE49-F238E27FC236}">
                      <a16:creationId xmlns:a16="http://schemas.microsoft.com/office/drawing/2014/main" id="{69E90DB2-B402-FCF6-4689-5F2A96F0AAAB}"/>
                    </a:ext>
                  </a:extLst>
                </p14:cNvPr>
                <p14:cNvContentPartPr/>
                <p14:nvPr/>
              </p14:nvContentPartPr>
              <p14:xfrm>
                <a:off x="2076343" y="415269"/>
                <a:ext cx="138240" cy="80280"/>
              </p14:xfrm>
            </p:contentPart>
          </mc:Choice>
          <mc:Fallback>
            <p:pic>
              <p:nvPicPr>
                <p:cNvPr id="38938" name="잉크 38937">
                  <a:extLst>
                    <a:ext uri="{FF2B5EF4-FFF2-40B4-BE49-F238E27FC236}">
                      <a16:creationId xmlns:a16="http://schemas.microsoft.com/office/drawing/2014/main" id="{69E90DB2-B402-FCF6-4689-5F2A96F0AAA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67343" y="406269"/>
                  <a:ext cx="155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45" name="그룹 38944">
            <a:extLst>
              <a:ext uri="{FF2B5EF4-FFF2-40B4-BE49-F238E27FC236}">
                <a16:creationId xmlns:a16="http://schemas.microsoft.com/office/drawing/2014/main" id="{3A49DE39-73F8-E942-7EA5-0551C7521659}"/>
              </a:ext>
            </a:extLst>
          </p:cNvPr>
          <p:cNvGrpSpPr/>
          <p:nvPr/>
        </p:nvGrpSpPr>
        <p:grpSpPr>
          <a:xfrm>
            <a:off x="173743" y="1113309"/>
            <a:ext cx="1008720" cy="431640"/>
            <a:chOff x="173743" y="1113309"/>
            <a:chExt cx="100872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8941" name="잉크 38940">
                  <a:extLst>
                    <a:ext uri="{FF2B5EF4-FFF2-40B4-BE49-F238E27FC236}">
                      <a16:creationId xmlns:a16="http://schemas.microsoft.com/office/drawing/2014/main" id="{D72626CA-9F0A-3C59-D7CA-6A2CDE2090DB}"/>
                    </a:ext>
                  </a:extLst>
                </p14:cNvPr>
                <p14:cNvContentPartPr/>
                <p14:nvPr/>
              </p14:nvContentPartPr>
              <p14:xfrm>
                <a:off x="429703" y="1113309"/>
                <a:ext cx="752760" cy="424800"/>
              </p14:xfrm>
            </p:contentPart>
          </mc:Choice>
          <mc:Fallback>
            <p:pic>
              <p:nvPicPr>
                <p:cNvPr id="38941" name="잉크 38940">
                  <a:extLst>
                    <a:ext uri="{FF2B5EF4-FFF2-40B4-BE49-F238E27FC236}">
                      <a16:creationId xmlns:a16="http://schemas.microsoft.com/office/drawing/2014/main" id="{D72626CA-9F0A-3C59-D7CA-6A2CDE2090D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0703" y="1104669"/>
                  <a:ext cx="7704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8942" name="잉크 38941">
                  <a:extLst>
                    <a:ext uri="{FF2B5EF4-FFF2-40B4-BE49-F238E27FC236}">
                      <a16:creationId xmlns:a16="http://schemas.microsoft.com/office/drawing/2014/main" id="{8FA8E7E9-F863-70AD-AEAB-B875C03A06EB}"/>
                    </a:ext>
                  </a:extLst>
                </p14:cNvPr>
                <p14:cNvContentPartPr/>
                <p14:nvPr/>
              </p14:nvContentPartPr>
              <p14:xfrm>
                <a:off x="173743" y="1234269"/>
                <a:ext cx="29160" cy="310680"/>
              </p14:xfrm>
            </p:contentPart>
          </mc:Choice>
          <mc:Fallback>
            <p:pic>
              <p:nvPicPr>
                <p:cNvPr id="38942" name="잉크 38941">
                  <a:extLst>
                    <a:ext uri="{FF2B5EF4-FFF2-40B4-BE49-F238E27FC236}">
                      <a16:creationId xmlns:a16="http://schemas.microsoft.com/office/drawing/2014/main" id="{8FA8E7E9-F863-70AD-AEAB-B875C03A06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5103" y="1225269"/>
                  <a:ext cx="46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8943" name="잉크 38942">
                  <a:extLst>
                    <a:ext uri="{FF2B5EF4-FFF2-40B4-BE49-F238E27FC236}">
                      <a16:creationId xmlns:a16="http://schemas.microsoft.com/office/drawing/2014/main" id="{E8A25408-B119-0809-CBC5-4D1B97EE409F}"/>
                    </a:ext>
                  </a:extLst>
                </p14:cNvPr>
                <p14:cNvContentPartPr/>
                <p14:nvPr/>
              </p14:nvContentPartPr>
              <p14:xfrm>
                <a:off x="189583" y="1182069"/>
                <a:ext cx="117000" cy="226800"/>
              </p14:xfrm>
            </p:contentPart>
          </mc:Choice>
          <mc:Fallback>
            <p:pic>
              <p:nvPicPr>
                <p:cNvPr id="38943" name="잉크 38942">
                  <a:extLst>
                    <a:ext uri="{FF2B5EF4-FFF2-40B4-BE49-F238E27FC236}">
                      <a16:creationId xmlns:a16="http://schemas.microsoft.com/office/drawing/2014/main" id="{E8A25408-B119-0809-CBC5-4D1B97EE409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0583" y="1173069"/>
                  <a:ext cx="134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8944" name="잉크 38943">
                  <a:extLst>
                    <a:ext uri="{FF2B5EF4-FFF2-40B4-BE49-F238E27FC236}">
                      <a16:creationId xmlns:a16="http://schemas.microsoft.com/office/drawing/2014/main" id="{12359446-14E1-6C1E-F041-932BCE19EA82}"/>
                    </a:ext>
                  </a:extLst>
                </p14:cNvPr>
                <p14:cNvContentPartPr/>
                <p14:nvPr/>
              </p14:nvContentPartPr>
              <p14:xfrm>
                <a:off x="320263" y="1395549"/>
                <a:ext cx="84600" cy="137160"/>
              </p14:xfrm>
            </p:contentPart>
          </mc:Choice>
          <mc:Fallback>
            <p:pic>
              <p:nvPicPr>
                <p:cNvPr id="38944" name="잉크 38943">
                  <a:extLst>
                    <a:ext uri="{FF2B5EF4-FFF2-40B4-BE49-F238E27FC236}">
                      <a16:creationId xmlns:a16="http://schemas.microsoft.com/office/drawing/2014/main" id="{12359446-14E1-6C1E-F041-932BCE19EA8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1623" y="1386909"/>
                  <a:ext cx="10224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77" name="그룹 38976">
            <a:extLst>
              <a:ext uri="{FF2B5EF4-FFF2-40B4-BE49-F238E27FC236}">
                <a16:creationId xmlns:a16="http://schemas.microsoft.com/office/drawing/2014/main" id="{AA10AA18-B02B-039D-9541-BC350438543D}"/>
              </a:ext>
            </a:extLst>
          </p:cNvPr>
          <p:cNvGrpSpPr/>
          <p:nvPr/>
        </p:nvGrpSpPr>
        <p:grpSpPr>
          <a:xfrm>
            <a:off x="1203703" y="1119429"/>
            <a:ext cx="415440" cy="498960"/>
            <a:chOff x="1203703" y="1119429"/>
            <a:chExt cx="41544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8973" name="잉크 38972">
                  <a:extLst>
                    <a:ext uri="{FF2B5EF4-FFF2-40B4-BE49-F238E27FC236}">
                      <a16:creationId xmlns:a16="http://schemas.microsoft.com/office/drawing/2014/main" id="{FED93AE3-952D-FF33-4121-EA0D097829CF}"/>
                    </a:ext>
                  </a:extLst>
                </p14:cNvPr>
                <p14:cNvContentPartPr/>
                <p14:nvPr/>
              </p14:nvContentPartPr>
              <p14:xfrm>
                <a:off x="1203703" y="1119429"/>
                <a:ext cx="256320" cy="323280"/>
              </p14:xfrm>
            </p:contentPart>
          </mc:Choice>
          <mc:Fallback>
            <p:pic>
              <p:nvPicPr>
                <p:cNvPr id="38973" name="잉크 38972">
                  <a:extLst>
                    <a:ext uri="{FF2B5EF4-FFF2-40B4-BE49-F238E27FC236}">
                      <a16:creationId xmlns:a16="http://schemas.microsoft.com/office/drawing/2014/main" id="{FED93AE3-952D-FF33-4121-EA0D097829C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94703" y="1110429"/>
                  <a:ext cx="273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8974" name="잉크 38973">
                  <a:extLst>
                    <a:ext uri="{FF2B5EF4-FFF2-40B4-BE49-F238E27FC236}">
                      <a16:creationId xmlns:a16="http://schemas.microsoft.com/office/drawing/2014/main" id="{8B2578A4-CDF6-0B73-CF93-5F66F752A1B1}"/>
                    </a:ext>
                  </a:extLst>
                </p14:cNvPr>
                <p14:cNvContentPartPr/>
                <p14:nvPr/>
              </p14:nvContentPartPr>
              <p14:xfrm>
                <a:off x="1483423" y="1378989"/>
                <a:ext cx="28440" cy="215280"/>
              </p14:xfrm>
            </p:contentPart>
          </mc:Choice>
          <mc:Fallback>
            <p:pic>
              <p:nvPicPr>
                <p:cNvPr id="38974" name="잉크 38973">
                  <a:extLst>
                    <a:ext uri="{FF2B5EF4-FFF2-40B4-BE49-F238E27FC236}">
                      <a16:creationId xmlns:a16="http://schemas.microsoft.com/office/drawing/2014/main" id="{8B2578A4-CDF6-0B73-CF93-5F66F752A1B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74783" y="1370349"/>
                  <a:ext cx="46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8975" name="잉크 38974">
                  <a:extLst>
                    <a:ext uri="{FF2B5EF4-FFF2-40B4-BE49-F238E27FC236}">
                      <a16:creationId xmlns:a16="http://schemas.microsoft.com/office/drawing/2014/main" id="{054D169B-DF9F-9DD4-B7C7-7ADFE33CADE8}"/>
                    </a:ext>
                  </a:extLst>
                </p14:cNvPr>
                <p14:cNvContentPartPr/>
                <p14:nvPr/>
              </p14:nvContentPartPr>
              <p14:xfrm>
                <a:off x="1469383" y="1354869"/>
                <a:ext cx="100080" cy="172440"/>
              </p14:xfrm>
            </p:contentPart>
          </mc:Choice>
          <mc:Fallback>
            <p:pic>
              <p:nvPicPr>
                <p:cNvPr id="38975" name="잉크 38974">
                  <a:extLst>
                    <a:ext uri="{FF2B5EF4-FFF2-40B4-BE49-F238E27FC236}">
                      <a16:creationId xmlns:a16="http://schemas.microsoft.com/office/drawing/2014/main" id="{054D169B-DF9F-9DD4-B7C7-7ADFE33CADE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60743" y="1345869"/>
                  <a:ext cx="117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8976" name="잉크 38975">
                  <a:extLst>
                    <a:ext uri="{FF2B5EF4-FFF2-40B4-BE49-F238E27FC236}">
                      <a16:creationId xmlns:a16="http://schemas.microsoft.com/office/drawing/2014/main" id="{7D5D8B56-028E-4207-AE44-03A4E56F4BA8}"/>
                    </a:ext>
                  </a:extLst>
                </p14:cNvPr>
                <p14:cNvContentPartPr/>
                <p14:nvPr/>
              </p14:nvContentPartPr>
              <p14:xfrm>
                <a:off x="1612663" y="1505349"/>
                <a:ext cx="6480" cy="113040"/>
              </p14:xfrm>
            </p:contentPart>
          </mc:Choice>
          <mc:Fallback>
            <p:pic>
              <p:nvPicPr>
                <p:cNvPr id="38976" name="잉크 38975">
                  <a:extLst>
                    <a:ext uri="{FF2B5EF4-FFF2-40B4-BE49-F238E27FC236}">
                      <a16:creationId xmlns:a16="http://schemas.microsoft.com/office/drawing/2014/main" id="{7D5D8B56-028E-4207-AE44-03A4E56F4BA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03663" y="1496709"/>
                  <a:ext cx="241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03" name="그룹 39002">
            <a:extLst>
              <a:ext uri="{FF2B5EF4-FFF2-40B4-BE49-F238E27FC236}">
                <a16:creationId xmlns:a16="http://schemas.microsoft.com/office/drawing/2014/main" id="{3F4298B0-9137-91C4-9399-C4934B07F305}"/>
              </a:ext>
            </a:extLst>
          </p:cNvPr>
          <p:cNvGrpSpPr/>
          <p:nvPr/>
        </p:nvGrpSpPr>
        <p:grpSpPr>
          <a:xfrm>
            <a:off x="396180" y="574126"/>
            <a:ext cx="1849680" cy="1032120"/>
            <a:chOff x="396180" y="574126"/>
            <a:chExt cx="1849680" cy="10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70AB570-69E2-15E3-CED3-35F343F5C717}"/>
                    </a:ext>
                  </a:extLst>
                </p14:cNvPr>
                <p14:cNvContentPartPr/>
                <p14:nvPr/>
              </p14:nvContentPartPr>
              <p14:xfrm>
                <a:off x="516823" y="737829"/>
                <a:ext cx="114120" cy="1468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70AB570-69E2-15E3-CED3-35F343F5C71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07823" y="728829"/>
                  <a:ext cx="131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DD20768-FF5B-8914-CEFF-C07FB857B276}"/>
                    </a:ext>
                  </a:extLst>
                </p14:cNvPr>
                <p14:cNvContentPartPr/>
                <p14:nvPr/>
              </p14:nvContentPartPr>
              <p14:xfrm>
                <a:off x="861343" y="720189"/>
                <a:ext cx="131040" cy="183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DD20768-FF5B-8914-CEFF-C07FB857B27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2703" y="711549"/>
                  <a:ext cx="148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1B9AA27-503E-C8AB-6267-694C3A9706DF}"/>
                    </a:ext>
                  </a:extLst>
                </p14:cNvPr>
                <p14:cNvContentPartPr/>
                <p14:nvPr/>
              </p14:nvContentPartPr>
              <p14:xfrm>
                <a:off x="1110103" y="739269"/>
                <a:ext cx="156960" cy="175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1B9AA27-503E-C8AB-6267-694C3A9706D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1463" y="730629"/>
                  <a:ext cx="174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2345139-DA35-68DD-789B-D9167AE00D4F}"/>
                    </a:ext>
                  </a:extLst>
                </p14:cNvPr>
                <p14:cNvContentPartPr/>
                <p14:nvPr/>
              </p14:nvContentPartPr>
              <p14:xfrm>
                <a:off x="1477663" y="730269"/>
                <a:ext cx="130320" cy="131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2345139-DA35-68DD-789B-D9167AE00D4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68663" y="721629"/>
                  <a:ext cx="147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9FB524A-F9A5-E3A4-0851-D92E08773FDB}"/>
                    </a:ext>
                  </a:extLst>
                </p14:cNvPr>
                <p14:cNvContentPartPr/>
                <p14:nvPr/>
              </p14:nvContentPartPr>
              <p14:xfrm>
                <a:off x="1817503" y="732789"/>
                <a:ext cx="176400" cy="122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9FB524A-F9A5-E3A4-0851-D92E08773FD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808503" y="724149"/>
                  <a:ext cx="194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86EEEA9-0FCA-6343-5FE5-36D757A48FD7}"/>
                    </a:ext>
                  </a:extLst>
                </p14:cNvPr>
                <p14:cNvContentPartPr/>
                <p14:nvPr/>
              </p14:nvContentPartPr>
              <p14:xfrm>
                <a:off x="543103" y="1257669"/>
                <a:ext cx="151920" cy="140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86EEEA9-0FCA-6343-5FE5-36D757A48FD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4103" y="1249029"/>
                  <a:ext cx="169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03E7675-B79D-2D87-F74A-1F66375567DF}"/>
                    </a:ext>
                  </a:extLst>
                </p14:cNvPr>
                <p14:cNvContentPartPr/>
                <p14:nvPr/>
              </p14:nvContentPartPr>
              <p14:xfrm>
                <a:off x="1009663" y="1218429"/>
                <a:ext cx="73080" cy="139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03E7675-B79D-2D87-F74A-1F66375567D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0663" y="1209789"/>
                  <a:ext cx="90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3D5FE6A-8383-8153-EFEB-78B9D8FA8AD2}"/>
                    </a:ext>
                  </a:extLst>
                </p14:cNvPr>
                <p14:cNvContentPartPr/>
                <p14:nvPr/>
              </p14:nvContentPartPr>
              <p14:xfrm>
                <a:off x="1247263" y="1222029"/>
                <a:ext cx="117000" cy="1191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3D5FE6A-8383-8153-EFEB-78B9D8FA8A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38263" y="1213029"/>
                  <a:ext cx="134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D6CB3E3-9028-3319-C66F-AD308D6E09BA}"/>
                    </a:ext>
                  </a:extLst>
                </p14:cNvPr>
                <p14:cNvContentPartPr/>
                <p14:nvPr/>
              </p14:nvContentPartPr>
              <p14:xfrm>
                <a:off x="1597543" y="1199709"/>
                <a:ext cx="127440" cy="98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D6CB3E3-9028-3319-C66F-AD308D6E09B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88543" y="1190709"/>
                  <a:ext cx="145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BC4D3A0-A912-617C-7373-3CED2E1BDB0D}"/>
                    </a:ext>
                  </a:extLst>
                </p14:cNvPr>
                <p14:cNvContentPartPr/>
                <p14:nvPr/>
              </p14:nvContentPartPr>
              <p14:xfrm>
                <a:off x="1906063" y="1130589"/>
                <a:ext cx="141840" cy="142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BC4D3A0-A912-617C-7373-3CED2E1BDB0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897423" y="1121949"/>
                  <a:ext cx="159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9002" name="잉크 39001">
                  <a:extLst>
                    <a:ext uri="{FF2B5EF4-FFF2-40B4-BE49-F238E27FC236}">
                      <a16:creationId xmlns:a16="http://schemas.microsoft.com/office/drawing/2014/main" id="{09310406-DBA0-60F6-1C3B-D56C0ED5FBB8}"/>
                    </a:ext>
                  </a:extLst>
                </p14:cNvPr>
                <p14:cNvContentPartPr/>
                <p14:nvPr/>
              </p14:nvContentPartPr>
              <p14:xfrm>
                <a:off x="396180" y="574126"/>
                <a:ext cx="1849680" cy="1032120"/>
              </p14:xfrm>
            </p:contentPart>
          </mc:Choice>
          <mc:Fallback>
            <p:pic>
              <p:nvPicPr>
                <p:cNvPr id="39002" name="잉크 39001">
                  <a:extLst>
                    <a:ext uri="{FF2B5EF4-FFF2-40B4-BE49-F238E27FC236}">
                      <a16:creationId xmlns:a16="http://schemas.microsoft.com/office/drawing/2014/main" id="{09310406-DBA0-60F6-1C3B-D56C0ED5FB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7180" y="565126"/>
                  <a:ext cx="1867320" cy="10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09" name="그룹 39008">
            <a:extLst>
              <a:ext uri="{FF2B5EF4-FFF2-40B4-BE49-F238E27FC236}">
                <a16:creationId xmlns:a16="http://schemas.microsoft.com/office/drawing/2014/main" id="{6E39C9DA-97AA-3BA8-1C0C-CF3244552C58}"/>
              </a:ext>
            </a:extLst>
          </p:cNvPr>
          <p:cNvGrpSpPr/>
          <p:nvPr/>
        </p:nvGrpSpPr>
        <p:grpSpPr>
          <a:xfrm>
            <a:off x="2955312" y="114007"/>
            <a:ext cx="228960" cy="288720"/>
            <a:chOff x="2955312" y="114007"/>
            <a:chExt cx="22896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9004" name="잉크 39003">
                  <a:extLst>
                    <a:ext uri="{FF2B5EF4-FFF2-40B4-BE49-F238E27FC236}">
                      <a16:creationId xmlns:a16="http://schemas.microsoft.com/office/drawing/2014/main" id="{E50371B9-B67F-A21E-AB3C-C1723168C21D}"/>
                    </a:ext>
                  </a:extLst>
                </p14:cNvPr>
                <p14:cNvContentPartPr/>
                <p14:nvPr/>
              </p14:nvContentPartPr>
              <p14:xfrm>
                <a:off x="2955312" y="139207"/>
                <a:ext cx="20880" cy="213120"/>
              </p14:xfrm>
            </p:contentPart>
          </mc:Choice>
          <mc:Fallback>
            <p:pic>
              <p:nvPicPr>
                <p:cNvPr id="39004" name="잉크 39003">
                  <a:extLst>
                    <a:ext uri="{FF2B5EF4-FFF2-40B4-BE49-F238E27FC236}">
                      <a16:creationId xmlns:a16="http://schemas.microsoft.com/office/drawing/2014/main" id="{E50371B9-B67F-A21E-AB3C-C1723168C21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46672" y="130207"/>
                  <a:ext cx="38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9005" name="잉크 39004">
                  <a:extLst>
                    <a:ext uri="{FF2B5EF4-FFF2-40B4-BE49-F238E27FC236}">
                      <a16:creationId xmlns:a16="http://schemas.microsoft.com/office/drawing/2014/main" id="{1360286E-8814-74F5-A839-D954371FEEC2}"/>
                    </a:ext>
                  </a:extLst>
                </p14:cNvPr>
                <p14:cNvContentPartPr/>
                <p14:nvPr/>
              </p14:nvContentPartPr>
              <p14:xfrm>
                <a:off x="2961072" y="114007"/>
                <a:ext cx="105480" cy="257400"/>
              </p14:xfrm>
            </p:contentPart>
          </mc:Choice>
          <mc:Fallback>
            <p:pic>
              <p:nvPicPr>
                <p:cNvPr id="39005" name="잉크 39004">
                  <a:extLst>
                    <a:ext uri="{FF2B5EF4-FFF2-40B4-BE49-F238E27FC236}">
                      <a16:creationId xmlns:a16="http://schemas.microsoft.com/office/drawing/2014/main" id="{1360286E-8814-74F5-A839-D954371FEEC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952072" y="105007"/>
                  <a:ext cx="123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9007" name="잉크 39006">
                  <a:extLst>
                    <a:ext uri="{FF2B5EF4-FFF2-40B4-BE49-F238E27FC236}">
                      <a16:creationId xmlns:a16="http://schemas.microsoft.com/office/drawing/2014/main" id="{DE5E831E-DBC2-F4AD-616D-EC550173BA00}"/>
                    </a:ext>
                  </a:extLst>
                </p14:cNvPr>
                <p14:cNvContentPartPr/>
                <p14:nvPr/>
              </p14:nvContentPartPr>
              <p14:xfrm>
                <a:off x="3119832" y="258727"/>
                <a:ext cx="10080" cy="115920"/>
              </p14:xfrm>
            </p:contentPart>
          </mc:Choice>
          <mc:Fallback>
            <p:pic>
              <p:nvPicPr>
                <p:cNvPr id="39007" name="잉크 39006">
                  <a:extLst>
                    <a:ext uri="{FF2B5EF4-FFF2-40B4-BE49-F238E27FC236}">
                      <a16:creationId xmlns:a16="http://schemas.microsoft.com/office/drawing/2014/main" id="{DE5E831E-DBC2-F4AD-616D-EC550173BA0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11192" y="250087"/>
                  <a:ext cx="27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9008" name="잉크 39007">
                  <a:extLst>
                    <a:ext uri="{FF2B5EF4-FFF2-40B4-BE49-F238E27FC236}">
                      <a16:creationId xmlns:a16="http://schemas.microsoft.com/office/drawing/2014/main" id="{2905EF2D-75A1-FD7B-CAF3-810690AC5C8B}"/>
                    </a:ext>
                  </a:extLst>
                </p14:cNvPr>
                <p14:cNvContentPartPr/>
                <p14:nvPr/>
              </p14:nvContentPartPr>
              <p14:xfrm>
                <a:off x="3116232" y="255127"/>
                <a:ext cx="68040" cy="147600"/>
              </p14:xfrm>
            </p:contentPart>
          </mc:Choice>
          <mc:Fallback>
            <p:pic>
              <p:nvPicPr>
                <p:cNvPr id="39008" name="잉크 39007">
                  <a:extLst>
                    <a:ext uri="{FF2B5EF4-FFF2-40B4-BE49-F238E27FC236}">
                      <a16:creationId xmlns:a16="http://schemas.microsoft.com/office/drawing/2014/main" id="{2905EF2D-75A1-FD7B-CAF3-810690AC5C8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07592" y="246127"/>
                  <a:ext cx="856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21" name="그룹 39020">
            <a:extLst>
              <a:ext uri="{FF2B5EF4-FFF2-40B4-BE49-F238E27FC236}">
                <a16:creationId xmlns:a16="http://schemas.microsoft.com/office/drawing/2014/main" id="{13CF093F-4C03-A515-CFF5-80AB3DD44309}"/>
              </a:ext>
            </a:extLst>
          </p:cNvPr>
          <p:cNvGrpSpPr/>
          <p:nvPr/>
        </p:nvGrpSpPr>
        <p:grpSpPr>
          <a:xfrm>
            <a:off x="2575152" y="485527"/>
            <a:ext cx="687240" cy="748080"/>
            <a:chOff x="2575152" y="485527"/>
            <a:chExt cx="687240" cy="74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9013" name="잉크 39012">
                  <a:extLst>
                    <a:ext uri="{FF2B5EF4-FFF2-40B4-BE49-F238E27FC236}">
                      <a16:creationId xmlns:a16="http://schemas.microsoft.com/office/drawing/2014/main" id="{24412062-3D58-E264-08A8-0726DF2BF57D}"/>
                    </a:ext>
                  </a:extLst>
                </p14:cNvPr>
                <p14:cNvContentPartPr/>
                <p14:nvPr/>
              </p14:nvContentPartPr>
              <p14:xfrm>
                <a:off x="2575152" y="911047"/>
                <a:ext cx="303480" cy="322560"/>
              </p14:xfrm>
            </p:contentPart>
          </mc:Choice>
          <mc:Fallback>
            <p:pic>
              <p:nvPicPr>
                <p:cNvPr id="39013" name="잉크 39012">
                  <a:extLst>
                    <a:ext uri="{FF2B5EF4-FFF2-40B4-BE49-F238E27FC236}">
                      <a16:creationId xmlns:a16="http://schemas.microsoft.com/office/drawing/2014/main" id="{24412062-3D58-E264-08A8-0726DF2BF57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66152" y="902047"/>
                  <a:ext cx="321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9014" name="잉크 39013">
                  <a:extLst>
                    <a:ext uri="{FF2B5EF4-FFF2-40B4-BE49-F238E27FC236}">
                      <a16:creationId xmlns:a16="http://schemas.microsoft.com/office/drawing/2014/main" id="{81F5474B-F106-83E9-7D6E-B5170BF515A6}"/>
                    </a:ext>
                  </a:extLst>
                </p14:cNvPr>
                <p14:cNvContentPartPr/>
                <p14:nvPr/>
              </p14:nvContentPartPr>
              <p14:xfrm>
                <a:off x="2643192" y="545287"/>
                <a:ext cx="16200" cy="187560"/>
              </p14:xfrm>
            </p:contentPart>
          </mc:Choice>
          <mc:Fallback>
            <p:pic>
              <p:nvPicPr>
                <p:cNvPr id="39014" name="잉크 39013">
                  <a:extLst>
                    <a:ext uri="{FF2B5EF4-FFF2-40B4-BE49-F238E27FC236}">
                      <a16:creationId xmlns:a16="http://schemas.microsoft.com/office/drawing/2014/main" id="{81F5474B-F106-83E9-7D6E-B5170BF515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634552" y="536647"/>
                  <a:ext cx="33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9015" name="잉크 39014">
                  <a:extLst>
                    <a:ext uri="{FF2B5EF4-FFF2-40B4-BE49-F238E27FC236}">
                      <a16:creationId xmlns:a16="http://schemas.microsoft.com/office/drawing/2014/main" id="{4D646B61-5613-E74E-8884-66E2E8107E6F}"/>
                    </a:ext>
                  </a:extLst>
                </p14:cNvPr>
                <p14:cNvContentPartPr/>
                <p14:nvPr/>
              </p14:nvContentPartPr>
              <p14:xfrm>
                <a:off x="2618352" y="485527"/>
                <a:ext cx="93240" cy="138240"/>
              </p14:xfrm>
            </p:contentPart>
          </mc:Choice>
          <mc:Fallback>
            <p:pic>
              <p:nvPicPr>
                <p:cNvPr id="39015" name="잉크 39014">
                  <a:extLst>
                    <a:ext uri="{FF2B5EF4-FFF2-40B4-BE49-F238E27FC236}">
                      <a16:creationId xmlns:a16="http://schemas.microsoft.com/office/drawing/2014/main" id="{4D646B61-5613-E74E-8884-66E2E8107E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09352" y="476887"/>
                  <a:ext cx="110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9016" name="잉크 39015">
                  <a:extLst>
                    <a:ext uri="{FF2B5EF4-FFF2-40B4-BE49-F238E27FC236}">
                      <a16:creationId xmlns:a16="http://schemas.microsoft.com/office/drawing/2014/main" id="{42C62AA8-11AD-66A6-FED7-E9E9FA7CFDF3}"/>
                    </a:ext>
                  </a:extLst>
                </p14:cNvPr>
                <p14:cNvContentPartPr/>
                <p14:nvPr/>
              </p14:nvContentPartPr>
              <p14:xfrm>
                <a:off x="2728872" y="624487"/>
                <a:ext cx="48960" cy="59400"/>
              </p14:xfrm>
            </p:contentPart>
          </mc:Choice>
          <mc:Fallback>
            <p:pic>
              <p:nvPicPr>
                <p:cNvPr id="39016" name="잉크 39015">
                  <a:extLst>
                    <a:ext uri="{FF2B5EF4-FFF2-40B4-BE49-F238E27FC236}">
                      <a16:creationId xmlns:a16="http://schemas.microsoft.com/office/drawing/2014/main" id="{42C62AA8-11AD-66A6-FED7-E9E9FA7CFDF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720232" y="615847"/>
                  <a:ext cx="6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9017" name="잉크 39016">
                  <a:extLst>
                    <a:ext uri="{FF2B5EF4-FFF2-40B4-BE49-F238E27FC236}">
                      <a16:creationId xmlns:a16="http://schemas.microsoft.com/office/drawing/2014/main" id="{A5593AC7-4C81-ACBE-2E06-110AB243B520}"/>
                    </a:ext>
                  </a:extLst>
                </p14:cNvPr>
                <p14:cNvContentPartPr/>
                <p14:nvPr/>
              </p14:nvContentPartPr>
              <p14:xfrm>
                <a:off x="2911392" y="908887"/>
                <a:ext cx="239040" cy="293040"/>
              </p14:xfrm>
            </p:contentPart>
          </mc:Choice>
          <mc:Fallback>
            <p:pic>
              <p:nvPicPr>
                <p:cNvPr id="39017" name="잉크 39016">
                  <a:extLst>
                    <a:ext uri="{FF2B5EF4-FFF2-40B4-BE49-F238E27FC236}">
                      <a16:creationId xmlns:a16="http://schemas.microsoft.com/office/drawing/2014/main" id="{A5593AC7-4C81-ACBE-2E06-110AB243B52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02752" y="900247"/>
                  <a:ext cx="256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9018" name="잉크 39017">
                  <a:extLst>
                    <a:ext uri="{FF2B5EF4-FFF2-40B4-BE49-F238E27FC236}">
                      <a16:creationId xmlns:a16="http://schemas.microsoft.com/office/drawing/2014/main" id="{F1A3D602-8F88-70AB-636F-B669E51334A2}"/>
                    </a:ext>
                  </a:extLst>
                </p14:cNvPr>
                <p14:cNvContentPartPr/>
                <p14:nvPr/>
              </p14:nvContentPartPr>
              <p14:xfrm>
                <a:off x="3103992" y="550687"/>
                <a:ext cx="38880" cy="255600"/>
              </p14:xfrm>
            </p:contentPart>
          </mc:Choice>
          <mc:Fallback>
            <p:pic>
              <p:nvPicPr>
                <p:cNvPr id="39018" name="잉크 39017">
                  <a:extLst>
                    <a:ext uri="{FF2B5EF4-FFF2-40B4-BE49-F238E27FC236}">
                      <a16:creationId xmlns:a16="http://schemas.microsoft.com/office/drawing/2014/main" id="{F1A3D602-8F88-70AB-636F-B669E51334A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095352" y="541687"/>
                  <a:ext cx="56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9019" name="잉크 39018">
                  <a:extLst>
                    <a:ext uri="{FF2B5EF4-FFF2-40B4-BE49-F238E27FC236}">
                      <a16:creationId xmlns:a16="http://schemas.microsoft.com/office/drawing/2014/main" id="{F3C66815-6E16-7D8E-FC6B-574C6D178354}"/>
                    </a:ext>
                  </a:extLst>
                </p14:cNvPr>
                <p14:cNvContentPartPr/>
                <p14:nvPr/>
              </p14:nvContentPartPr>
              <p14:xfrm>
                <a:off x="3076272" y="523687"/>
                <a:ext cx="88200" cy="162720"/>
              </p14:xfrm>
            </p:contentPart>
          </mc:Choice>
          <mc:Fallback>
            <p:pic>
              <p:nvPicPr>
                <p:cNvPr id="39019" name="잉크 39018">
                  <a:extLst>
                    <a:ext uri="{FF2B5EF4-FFF2-40B4-BE49-F238E27FC236}">
                      <a16:creationId xmlns:a16="http://schemas.microsoft.com/office/drawing/2014/main" id="{F3C66815-6E16-7D8E-FC6B-574C6D17835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067632" y="515047"/>
                  <a:ext cx="105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9020" name="잉크 39019">
                  <a:extLst>
                    <a:ext uri="{FF2B5EF4-FFF2-40B4-BE49-F238E27FC236}">
                      <a16:creationId xmlns:a16="http://schemas.microsoft.com/office/drawing/2014/main" id="{5F944D86-C0FE-9E80-579B-5254F5604350}"/>
                    </a:ext>
                  </a:extLst>
                </p14:cNvPr>
                <p14:cNvContentPartPr/>
                <p14:nvPr/>
              </p14:nvContentPartPr>
              <p14:xfrm>
                <a:off x="3196152" y="636367"/>
                <a:ext cx="66240" cy="112320"/>
              </p14:xfrm>
            </p:contentPart>
          </mc:Choice>
          <mc:Fallback>
            <p:pic>
              <p:nvPicPr>
                <p:cNvPr id="39020" name="잉크 39019">
                  <a:extLst>
                    <a:ext uri="{FF2B5EF4-FFF2-40B4-BE49-F238E27FC236}">
                      <a16:creationId xmlns:a16="http://schemas.microsoft.com/office/drawing/2014/main" id="{5F944D86-C0FE-9E80-579B-5254F560435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87512" y="627367"/>
                  <a:ext cx="838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23" name="그룹 39022">
            <a:extLst>
              <a:ext uri="{FF2B5EF4-FFF2-40B4-BE49-F238E27FC236}">
                <a16:creationId xmlns:a16="http://schemas.microsoft.com/office/drawing/2014/main" id="{D70E71CE-60D3-8889-C132-C322BD46C908}"/>
              </a:ext>
            </a:extLst>
          </p:cNvPr>
          <p:cNvGrpSpPr/>
          <p:nvPr/>
        </p:nvGrpSpPr>
        <p:grpSpPr>
          <a:xfrm>
            <a:off x="2424672" y="774967"/>
            <a:ext cx="1803960" cy="533160"/>
            <a:chOff x="2424672" y="774967"/>
            <a:chExt cx="1803960" cy="5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0DE57BC-4AFA-AFF2-8DDB-A4288518DB38}"/>
                    </a:ext>
                  </a:extLst>
                </p14:cNvPr>
                <p14:cNvContentPartPr/>
                <p14:nvPr/>
              </p14:nvContentPartPr>
              <p14:xfrm>
                <a:off x="3333463" y="983709"/>
                <a:ext cx="99720" cy="114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0DE57BC-4AFA-AFF2-8DDB-A4288518DB3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24823" y="974709"/>
                  <a:ext cx="117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5600E70-B4FB-F301-3308-34474EE9B173}"/>
                    </a:ext>
                  </a:extLst>
                </p14:cNvPr>
                <p14:cNvContentPartPr/>
                <p14:nvPr/>
              </p14:nvContentPartPr>
              <p14:xfrm>
                <a:off x="3618943" y="1007469"/>
                <a:ext cx="115920" cy="1274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5600E70-B4FB-F301-3308-34474EE9B1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09943" y="998829"/>
                  <a:ext cx="133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4576" name="잉크 24575">
                  <a:extLst>
                    <a:ext uri="{FF2B5EF4-FFF2-40B4-BE49-F238E27FC236}">
                      <a16:creationId xmlns:a16="http://schemas.microsoft.com/office/drawing/2014/main" id="{FA28071D-A78A-4A4C-7574-4DB5A8A273FA}"/>
                    </a:ext>
                  </a:extLst>
                </p14:cNvPr>
                <p14:cNvContentPartPr/>
                <p14:nvPr/>
              </p14:nvContentPartPr>
              <p14:xfrm>
                <a:off x="3969943" y="1003509"/>
                <a:ext cx="97200" cy="97920"/>
              </p14:xfrm>
            </p:contentPart>
          </mc:Choice>
          <mc:Fallback>
            <p:pic>
              <p:nvPicPr>
                <p:cNvPr id="24576" name="잉크 24575">
                  <a:extLst>
                    <a:ext uri="{FF2B5EF4-FFF2-40B4-BE49-F238E27FC236}">
                      <a16:creationId xmlns:a16="http://schemas.microsoft.com/office/drawing/2014/main" id="{FA28071D-A78A-4A4C-7574-4DB5A8A273F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961303" y="994509"/>
                  <a:ext cx="114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9010" name="잉크 39009">
                  <a:extLst>
                    <a:ext uri="{FF2B5EF4-FFF2-40B4-BE49-F238E27FC236}">
                      <a16:creationId xmlns:a16="http://schemas.microsoft.com/office/drawing/2014/main" id="{01926786-AB5C-4C9F-4457-FA5BE2F78E0D}"/>
                    </a:ext>
                  </a:extLst>
                </p14:cNvPr>
                <p14:cNvContentPartPr/>
                <p14:nvPr/>
              </p14:nvContentPartPr>
              <p14:xfrm>
                <a:off x="2664432" y="987007"/>
                <a:ext cx="158040" cy="166680"/>
              </p14:xfrm>
            </p:contentPart>
          </mc:Choice>
          <mc:Fallback>
            <p:pic>
              <p:nvPicPr>
                <p:cNvPr id="39010" name="잉크 39009">
                  <a:extLst>
                    <a:ext uri="{FF2B5EF4-FFF2-40B4-BE49-F238E27FC236}">
                      <a16:creationId xmlns:a16="http://schemas.microsoft.com/office/drawing/2014/main" id="{01926786-AB5C-4C9F-4457-FA5BE2F78E0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55432" y="978007"/>
                  <a:ext cx="175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9011" name="잉크 39010">
                  <a:extLst>
                    <a:ext uri="{FF2B5EF4-FFF2-40B4-BE49-F238E27FC236}">
                      <a16:creationId xmlns:a16="http://schemas.microsoft.com/office/drawing/2014/main" id="{10D77230-C1BD-58C0-0460-C45005F7EFE6}"/>
                    </a:ext>
                  </a:extLst>
                </p14:cNvPr>
                <p14:cNvContentPartPr/>
                <p14:nvPr/>
              </p14:nvContentPartPr>
              <p14:xfrm>
                <a:off x="2970792" y="990967"/>
                <a:ext cx="110520" cy="134280"/>
              </p14:xfrm>
            </p:contentPart>
          </mc:Choice>
          <mc:Fallback>
            <p:pic>
              <p:nvPicPr>
                <p:cNvPr id="39011" name="잉크 39010">
                  <a:extLst>
                    <a:ext uri="{FF2B5EF4-FFF2-40B4-BE49-F238E27FC236}">
                      <a16:creationId xmlns:a16="http://schemas.microsoft.com/office/drawing/2014/main" id="{10D77230-C1BD-58C0-0460-C45005F7EFE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62152" y="982327"/>
                  <a:ext cx="128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9022" name="잉크 39021">
                  <a:extLst>
                    <a:ext uri="{FF2B5EF4-FFF2-40B4-BE49-F238E27FC236}">
                      <a16:creationId xmlns:a16="http://schemas.microsoft.com/office/drawing/2014/main" id="{2B83E9FD-30EC-7C45-EBFE-E11698C76473}"/>
                    </a:ext>
                  </a:extLst>
                </p14:cNvPr>
                <p14:cNvContentPartPr/>
                <p14:nvPr/>
              </p14:nvContentPartPr>
              <p14:xfrm>
                <a:off x="2424672" y="774967"/>
                <a:ext cx="1803960" cy="533160"/>
              </p14:xfrm>
            </p:contentPart>
          </mc:Choice>
          <mc:Fallback>
            <p:pic>
              <p:nvPicPr>
                <p:cNvPr id="39022" name="잉크 39021">
                  <a:extLst>
                    <a:ext uri="{FF2B5EF4-FFF2-40B4-BE49-F238E27FC236}">
                      <a16:creationId xmlns:a16="http://schemas.microsoft.com/office/drawing/2014/main" id="{2B83E9FD-30EC-7C45-EBFE-E11698C7647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16032" y="766327"/>
                  <a:ext cx="1821600" cy="55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36" name="그룹 39035">
            <a:extLst>
              <a:ext uri="{FF2B5EF4-FFF2-40B4-BE49-F238E27FC236}">
                <a16:creationId xmlns:a16="http://schemas.microsoft.com/office/drawing/2014/main" id="{00499199-8924-6AE1-53D7-CC0087F99D76}"/>
              </a:ext>
            </a:extLst>
          </p:cNvPr>
          <p:cNvGrpSpPr/>
          <p:nvPr/>
        </p:nvGrpSpPr>
        <p:grpSpPr>
          <a:xfrm>
            <a:off x="4153752" y="373927"/>
            <a:ext cx="839880" cy="606600"/>
            <a:chOff x="4153752" y="373927"/>
            <a:chExt cx="83988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9032" name="잉크 39031">
                  <a:extLst>
                    <a:ext uri="{FF2B5EF4-FFF2-40B4-BE49-F238E27FC236}">
                      <a16:creationId xmlns:a16="http://schemas.microsoft.com/office/drawing/2014/main" id="{A435EF45-9FE8-AD4F-1192-FD0287459BFE}"/>
                    </a:ext>
                  </a:extLst>
                </p14:cNvPr>
                <p14:cNvContentPartPr/>
                <p14:nvPr/>
              </p14:nvContentPartPr>
              <p14:xfrm>
                <a:off x="4376232" y="612967"/>
                <a:ext cx="617400" cy="367560"/>
              </p14:xfrm>
            </p:contentPart>
          </mc:Choice>
          <mc:Fallback>
            <p:pic>
              <p:nvPicPr>
                <p:cNvPr id="39032" name="잉크 39031">
                  <a:extLst>
                    <a:ext uri="{FF2B5EF4-FFF2-40B4-BE49-F238E27FC236}">
                      <a16:creationId xmlns:a16="http://schemas.microsoft.com/office/drawing/2014/main" id="{A435EF45-9FE8-AD4F-1192-FD0287459BF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67592" y="603967"/>
                  <a:ext cx="6350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9033" name="잉크 39032">
                  <a:extLst>
                    <a:ext uri="{FF2B5EF4-FFF2-40B4-BE49-F238E27FC236}">
                      <a16:creationId xmlns:a16="http://schemas.microsoft.com/office/drawing/2014/main" id="{31041645-3B41-87AE-891C-9A71A6D72268}"/>
                    </a:ext>
                  </a:extLst>
                </p14:cNvPr>
                <p14:cNvContentPartPr/>
                <p14:nvPr/>
              </p14:nvContentPartPr>
              <p14:xfrm>
                <a:off x="4181832" y="401647"/>
                <a:ext cx="19800" cy="263880"/>
              </p14:xfrm>
            </p:contentPart>
          </mc:Choice>
          <mc:Fallback>
            <p:pic>
              <p:nvPicPr>
                <p:cNvPr id="39033" name="잉크 39032">
                  <a:extLst>
                    <a:ext uri="{FF2B5EF4-FFF2-40B4-BE49-F238E27FC236}">
                      <a16:creationId xmlns:a16="http://schemas.microsoft.com/office/drawing/2014/main" id="{31041645-3B41-87AE-891C-9A71A6D7226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173192" y="392647"/>
                  <a:ext cx="374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9034" name="잉크 39033">
                  <a:extLst>
                    <a:ext uri="{FF2B5EF4-FFF2-40B4-BE49-F238E27FC236}">
                      <a16:creationId xmlns:a16="http://schemas.microsoft.com/office/drawing/2014/main" id="{D2A36307-BC94-33DA-8D03-77EE97478B0D}"/>
                    </a:ext>
                  </a:extLst>
                </p14:cNvPr>
                <p14:cNvContentPartPr/>
                <p14:nvPr/>
              </p14:nvContentPartPr>
              <p14:xfrm>
                <a:off x="4153752" y="373927"/>
                <a:ext cx="91440" cy="149400"/>
              </p14:xfrm>
            </p:contentPart>
          </mc:Choice>
          <mc:Fallback>
            <p:pic>
              <p:nvPicPr>
                <p:cNvPr id="39034" name="잉크 39033">
                  <a:extLst>
                    <a:ext uri="{FF2B5EF4-FFF2-40B4-BE49-F238E27FC236}">
                      <a16:creationId xmlns:a16="http://schemas.microsoft.com/office/drawing/2014/main" id="{D2A36307-BC94-33DA-8D03-77EE97478B0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44752" y="364927"/>
                  <a:ext cx="109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9035" name="잉크 39034">
                  <a:extLst>
                    <a:ext uri="{FF2B5EF4-FFF2-40B4-BE49-F238E27FC236}">
                      <a16:creationId xmlns:a16="http://schemas.microsoft.com/office/drawing/2014/main" id="{697F64F0-E7FB-9125-4341-68A2E41F9571}"/>
                    </a:ext>
                  </a:extLst>
                </p14:cNvPr>
                <p14:cNvContentPartPr/>
                <p14:nvPr/>
              </p14:nvContentPartPr>
              <p14:xfrm>
                <a:off x="4263192" y="524407"/>
                <a:ext cx="101520" cy="71640"/>
              </p14:xfrm>
            </p:contentPart>
          </mc:Choice>
          <mc:Fallback>
            <p:pic>
              <p:nvPicPr>
                <p:cNvPr id="39035" name="잉크 39034">
                  <a:extLst>
                    <a:ext uri="{FF2B5EF4-FFF2-40B4-BE49-F238E27FC236}">
                      <a16:creationId xmlns:a16="http://schemas.microsoft.com/office/drawing/2014/main" id="{697F64F0-E7FB-9125-4341-68A2E41F957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54552" y="515767"/>
                  <a:ext cx="11916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51" name="그룹 39050">
            <a:extLst>
              <a:ext uri="{FF2B5EF4-FFF2-40B4-BE49-F238E27FC236}">
                <a16:creationId xmlns:a16="http://schemas.microsoft.com/office/drawing/2014/main" id="{0F110078-1366-C5B9-FD63-AC1939EF89F4}"/>
              </a:ext>
            </a:extLst>
          </p:cNvPr>
          <p:cNvGrpSpPr/>
          <p:nvPr/>
        </p:nvGrpSpPr>
        <p:grpSpPr>
          <a:xfrm>
            <a:off x="4481712" y="142447"/>
            <a:ext cx="272520" cy="224640"/>
            <a:chOff x="4481712" y="142447"/>
            <a:chExt cx="27252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9024" name="잉크 39023">
                  <a:extLst>
                    <a:ext uri="{FF2B5EF4-FFF2-40B4-BE49-F238E27FC236}">
                      <a16:creationId xmlns:a16="http://schemas.microsoft.com/office/drawing/2014/main" id="{6639EE2A-39A8-BC52-82F6-0A7F62C6CEDD}"/>
                    </a:ext>
                  </a:extLst>
                </p14:cNvPr>
                <p14:cNvContentPartPr/>
                <p14:nvPr/>
              </p14:nvContentPartPr>
              <p14:xfrm>
                <a:off x="4491792" y="145327"/>
                <a:ext cx="13680" cy="209880"/>
              </p14:xfrm>
            </p:contentPart>
          </mc:Choice>
          <mc:Fallback>
            <p:pic>
              <p:nvPicPr>
                <p:cNvPr id="39024" name="잉크 39023">
                  <a:extLst>
                    <a:ext uri="{FF2B5EF4-FFF2-40B4-BE49-F238E27FC236}">
                      <a16:creationId xmlns:a16="http://schemas.microsoft.com/office/drawing/2014/main" id="{6639EE2A-39A8-BC52-82F6-0A7F62C6CED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482792" y="136687"/>
                  <a:ext cx="31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9025" name="잉크 39024">
                  <a:extLst>
                    <a:ext uri="{FF2B5EF4-FFF2-40B4-BE49-F238E27FC236}">
                      <a16:creationId xmlns:a16="http://schemas.microsoft.com/office/drawing/2014/main" id="{588AF7BD-A198-F0BB-6595-B9CC73103288}"/>
                    </a:ext>
                  </a:extLst>
                </p14:cNvPr>
                <p14:cNvContentPartPr/>
                <p14:nvPr/>
              </p14:nvContentPartPr>
              <p14:xfrm>
                <a:off x="4481712" y="142447"/>
                <a:ext cx="92160" cy="195840"/>
              </p14:xfrm>
            </p:contentPart>
          </mc:Choice>
          <mc:Fallback>
            <p:pic>
              <p:nvPicPr>
                <p:cNvPr id="39025" name="잉크 39024">
                  <a:extLst>
                    <a:ext uri="{FF2B5EF4-FFF2-40B4-BE49-F238E27FC236}">
                      <a16:creationId xmlns:a16="http://schemas.microsoft.com/office/drawing/2014/main" id="{588AF7BD-A198-F0BB-6595-B9CC7310328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472712" y="133807"/>
                  <a:ext cx="109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39050" name="잉크 39049">
                  <a:extLst>
                    <a:ext uri="{FF2B5EF4-FFF2-40B4-BE49-F238E27FC236}">
                      <a16:creationId xmlns:a16="http://schemas.microsoft.com/office/drawing/2014/main" id="{1E8AC1C5-B1FE-1B35-D6C4-98B58BFC2FA4}"/>
                    </a:ext>
                  </a:extLst>
                </p14:cNvPr>
                <p14:cNvContentPartPr/>
                <p14:nvPr/>
              </p14:nvContentPartPr>
              <p14:xfrm>
                <a:off x="4660992" y="297967"/>
                <a:ext cx="93240" cy="69120"/>
              </p14:xfrm>
            </p:contentPart>
          </mc:Choice>
          <mc:Fallback>
            <p:pic>
              <p:nvPicPr>
                <p:cNvPr id="39050" name="잉크 39049">
                  <a:extLst>
                    <a:ext uri="{FF2B5EF4-FFF2-40B4-BE49-F238E27FC236}">
                      <a16:creationId xmlns:a16="http://schemas.microsoft.com/office/drawing/2014/main" id="{1E8AC1C5-B1FE-1B35-D6C4-98B58BFC2FA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651992" y="288967"/>
                  <a:ext cx="11088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56" name="그룹 39055">
            <a:extLst>
              <a:ext uri="{FF2B5EF4-FFF2-40B4-BE49-F238E27FC236}">
                <a16:creationId xmlns:a16="http://schemas.microsoft.com/office/drawing/2014/main" id="{3EA58D03-EE20-1887-4B7C-B9E74698BDD2}"/>
              </a:ext>
            </a:extLst>
          </p:cNvPr>
          <p:cNvGrpSpPr/>
          <p:nvPr/>
        </p:nvGrpSpPr>
        <p:grpSpPr>
          <a:xfrm>
            <a:off x="4394592" y="1017967"/>
            <a:ext cx="676800" cy="580680"/>
            <a:chOff x="4394592" y="1017967"/>
            <a:chExt cx="67680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39052" name="잉크 39051">
                  <a:extLst>
                    <a:ext uri="{FF2B5EF4-FFF2-40B4-BE49-F238E27FC236}">
                      <a16:creationId xmlns:a16="http://schemas.microsoft.com/office/drawing/2014/main" id="{93D6F608-F169-E440-B8CA-037380421954}"/>
                    </a:ext>
                  </a:extLst>
                </p14:cNvPr>
                <p14:cNvContentPartPr/>
                <p14:nvPr/>
              </p14:nvContentPartPr>
              <p14:xfrm>
                <a:off x="4394592" y="1017967"/>
                <a:ext cx="676800" cy="369720"/>
              </p14:xfrm>
            </p:contentPart>
          </mc:Choice>
          <mc:Fallback>
            <p:pic>
              <p:nvPicPr>
                <p:cNvPr id="39052" name="잉크 39051">
                  <a:extLst>
                    <a:ext uri="{FF2B5EF4-FFF2-40B4-BE49-F238E27FC236}">
                      <a16:creationId xmlns:a16="http://schemas.microsoft.com/office/drawing/2014/main" id="{93D6F608-F169-E440-B8CA-0373804219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85952" y="1009327"/>
                  <a:ext cx="694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39053" name="잉크 39052">
                  <a:extLst>
                    <a:ext uri="{FF2B5EF4-FFF2-40B4-BE49-F238E27FC236}">
                      <a16:creationId xmlns:a16="http://schemas.microsoft.com/office/drawing/2014/main" id="{FDD12DC1-6F01-523B-0FCC-107B31E6653B}"/>
                    </a:ext>
                  </a:extLst>
                </p14:cNvPr>
                <p14:cNvContentPartPr/>
                <p14:nvPr/>
              </p14:nvContentPartPr>
              <p14:xfrm>
                <a:off x="4688712" y="1431247"/>
                <a:ext cx="10800" cy="167400"/>
              </p14:xfrm>
            </p:contentPart>
          </mc:Choice>
          <mc:Fallback>
            <p:pic>
              <p:nvPicPr>
                <p:cNvPr id="39053" name="잉크 39052">
                  <a:extLst>
                    <a:ext uri="{FF2B5EF4-FFF2-40B4-BE49-F238E27FC236}">
                      <a16:creationId xmlns:a16="http://schemas.microsoft.com/office/drawing/2014/main" id="{FDD12DC1-6F01-523B-0FCC-107B31E6653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79712" y="1422607"/>
                  <a:ext cx="284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9054" name="잉크 39053">
                  <a:extLst>
                    <a:ext uri="{FF2B5EF4-FFF2-40B4-BE49-F238E27FC236}">
                      <a16:creationId xmlns:a16="http://schemas.microsoft.com/office/drawing/2014/main" id="{4477A42D-D19C-07B1-B5E1-19472B3F3F4E}"/>
                    </a:ext>
                  </a:extLst>
                </p14:cNvPr>
                <p14:cNvContentPartPr/>
                <p14:nvPr/>
              </p14:nvContentPartPr>
              <p14:xfrm>
                <a:off x="4675032" y="1433767"/>
                <a:ext cx="97560" cy="102240"/>
              </p14:xfrm>
            </p:contentPart>
          </mc:Choice>
          <mc:Fallback>
            <p:pic>
              <p:nvPicPr>
                <p:cNvPr id="39054" name="잉크 39053">
                  <a:extLst>
                    <a:ext uri="{FF2B5EF4-FFF2-40B4-BE49-F238E27FC236}">
                      <a16:creationId xmlns:a16="http://schemas.microsoft.com/office/drawing/2014/main" id="{4477A42D-D19C-07B1-B5E1-19472B3F3F4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66392" y="1424767"/>
                  <a:ext cx="115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39055" name="잉크 39054">
                  <a:extLst>
                    <a:ext uri="{FF2B5EF4-FFF2-40B4-BE49-F238E27FC236}">
                      <a16:creationId xmlns:a16="http://schemas.microsoft.com/office/drawing/2014/main" id="{E0649F35-9FD9-6A65-740B-9F5EADDAAE37}"/>
                    </a:ext>
                  </a:extLst>
                </p14:cNvPr>
                <p14:cNvContentPartPr/>
                <p14:nvPr/>
              </p14:nvContentPartPr>
              <p14:xfrm>
                <a:off x="4817232" y="1514767"/>
                <a:ext cx="10440" cy="69480"/>
              </p14:xfrm>
            </p:contentPart>
          </mc:Choice>
          <mc:Fallback>
            <p:pic>
              <p:nvPicPr>
                <p:cNvPr id="39055" name="잉크 39054">
                  <a:extLst>
                    <a:ext uri="{FF2B5EF4-FFF2-40B4-BE49-F238E27FC236}">
                      <a16:creationId xmlns:a16="http://schemas.microsoft.com/office/drawing/2014/main" id="{E0649F35-9FD9-6A65-740B-9F5EADDAAE3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08592" y="1506127"/>
                  <a:ext cx="280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65" name="그룹 39064">
            <a:extLst>
              <a:ext uri="{FF2B5EF4-FFF2-40B4-BE49-F238E27FC236}">
                <a16:creationId xmlns:a16="http://schemas.microsoft.com/office/drawing/2014/main" id="{705967A9-5CD8-FDA0-EB58-25A99C9AEB7E}"/>
              </a:ext>
            </a:extLst>
          </p:cNvPr>
          <p:cNvGrpSpPr/>
          <p:nvPr/>
        </p:nvGrpSpPr>
        <p:grpSpPr>
          <a:xfrm>
            <a:off x="5076072" y="295087"/>
            <a:ext cx="846360" cy="653040"/>
            <a:chOff x="5076072" y="295087"/>
            <a:chExt cx="846360" cy="65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9037" name="잉크 39036">
                  <a:extLst>
                    <a:ext uri="{FF2B5EF4-FFF2-40B4-BE49-F238E27FC236}">
                      <a16:creationId xmlns:a16="http://schemas.microsoft.com/office/drawing/2014/main" id="{7155AEB2-3D73-BD63-E733-9895EEF4F2B2}"/>
                    </a:ext>
                  </a:extLst>
                </p14:cNvPr>
                <p14:cNvContentPartPr/>
                <p14:nvPr/>
              </p14:nvContentPartPr>
              <p14:xfrm>
                <a:off x="5076072" y="637807"/>
                <a:ext cx="253440" cy="306000"/>
              </p14:xfrm>
            </p:contentPart>
          </mc:Choice>
          <mc:Fallback>
            <p:pic>
              <p:nvPicPr>
                <p:cNvPr id="39037" name="잉크 39036">
                  <a:extLst>
                    <a:ext uri="{FF2B5EF4-FFF2-40B4-BE49-F238E27FC236}">
                      <a16:creationId xmlns:a16="http://schemas.microsoft.com/office/drawing/2014/main" id="{7155AEB2-3D73-BD63-E733-9895EEF4F2B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067432" y="629167"/>
                  <a:ext cx="271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9038" name="잉크 39037">
                  <a:extLst>
                    <a:ext uri="{FF2B5EF4-FFF2-40B4-BE49-F238E27FC236}">
                      <a16:creationId xmlns:a16="http://schemas.microsoft.com/office/drawing/2014/main" id="{0E279D06-048E-EFB8-6C6A-03DF0CD08216}"/>
                    </a:ext>
                  </a:extLst>
                </p14:cNvPr>
                <p14:cNvContentPartPr/>
                <p14:nvPr/>
              </p14:nvContentPartPr>
              <p14:xfrm>
                <a:off x="5129352" y="327127"/>
                <a:ext cx="18000" cy="212040"/>
              </p14:xfrm>
            </p:contentPart>
          </mc:Choice>
          <mc:Fallback>
            <p:pic>
              <p:nvPicPr>
                <p:cNvPr id="39038" name="잉크 39037">
                  <a:extLst>
                    <a:ext uri="{FF2B5EF4-FFF2-40B4-BE49-F238E27FC236}">
                      <a16:creationId xmlns:a16="http://schemas.microsoft.com/office/drawing/2014/main" id="{0E279D06-048E-EFB8-6C6A-03DF0CD082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20712" y="318487"/>
                  <a:ext cx="35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9039" name="잉크 39038">
                  <a:extLst>
                    <a:ext uri="{FF2B5EF4-FFF2-40B4-BE49-F238E27FC236}">
                      <a16:creationId xmlns:a16="http://schemas.microsoft.com/office/drawing/2014/main" id="{BA85064A-1E79-D87D-7C21-827D6A9DBB95}"/>
                    </a:ext>
                  </a:extLst>
                </p14:cNvPr>
                <p14:cNvContentPartPr/>
                <p14:nvPr/>
              </p14:nvContentPartPr>
              <p14:xfrm>
                <a:off x="5109912" y="295087"/>
                <a:ext cx="87840" cy="163440"/>
              </p14:xfrm>
            </p:contentPart>
          </mc:Choice>
          <mc:Fallback>
            <p:pic>
              <p:nvPicPr>
                <p:cNvPr id="39039" name="잉크 39038">
                  <a:extLst>
                    <a:ext uri="{FF2B5EF4-FFF2-40B4-BE49-F238E27FC236}">
                      <a16:creationId xmlns:a16="http://schemas.microsoft.com/office/drawing/2014/main" id="{BA85064A-1E79-D87D-7C21-827D6A9DBB9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101272" y="286087"/>
                  <a:ext cx="105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39040" name="잉크 39039">
                  <a:extLst>
                    <a:ext uri="{FF2B5EF4-FFF2-40B4-BE49-F238E27FC236}">
                      <a16:creationId xmlns:a16="http://schemas.microsoft.com/office/drawing/2014/main" id="{C7455CAC-CD97-4C3A-44AC-7446CCE18DAD}"/>
                    </a:ext>
                  </a:extLst>
                </p14:cNvPr>
                <p14:cNvContentPartPr/>
                <p14:nvPr/>
              </p14:nvContentPartPr>
              <p14:xfrm>
                <a:off x="5209632" y="435847"/>
                <a:ext cx="65880" cy="104400"/>
              </p14:xfrm>
            </p:contentPart>
          </mc:Choice>
          <mc:Fallback>
            <p:pic>
              <p:nvPicPr>
                <p:cNvPr id="39040" name="잉크 39039">
                  <a:extLst>
                    <a:ext uri="{FF2B5EF4-FFF2-40B4-BE49-F238E27FC236}">
                      <a16:creationId xmlns:a16="http://schemas.microsoft.com/office/drawing/2014/main" id="{C7455CAC-CD97-4C3A-44AC-7446CCE18DA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00632" y="426847"/>
                  <a:ext cx="83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39045" name="잉크 39044">
                  <a:extLst>
                    <a:ext uri="{FF2B5EF4-FFF2-40B4-BE49-F238E27FC236}">
                      <a16:creationId xmlns:a16="http://schemas.microsoft.com/office/drawing/2014/main" id="{83BC3593-7FEC-D381-94A8-F6F9A0D56171}"/>
                    </a:ext>
                  </a:extLst>
                </p14:cNvPr>
                <p14:cNvContentPartPr/>
                <p14:nvPr/>
              </p14:nvContentPartPr>
              <p14:xfrm>
                <a:off x="5475672" y="345487"/>
                <a:ext cx="33480" cy="275040"/>
              </p14:xfrm>
            </p:contentPart>
          </mc:Choice>
          <mc:Fallback>
            <p:pic>
              <p:nvPicPr>
                <p:cNvPr id="39045" name="잉크 39044">
                  <a:extLst>
                    <a:ext uri="{FF2B5EF4-FFF2-40B4-BE49-F238E27FC236}">
                      <a16:creationId xmlns:a16="http://schemas.microsoft.com/office/drawing/2014/main" id="{83BC3593-7FEC-D381-94A8-F6F9A0D5617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66672" y="336487"/>
                  <a:ext cx="51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39046" name="잉크 39045">
                  <a:extLst>
                    <a:ext uri="{FF2B5EF4-FFF2-40B4-BE49-F238E27FC236}">
                      <a16:creationId xmlns:a16="http://schemas.microsoft.com/office/drawing/2014/main" id="{9F65560E-470B-113E-EED0-1A2E357D2063}"/>
                    </a:ext>
                  </a:extLst>
                </p14:cNvPr>
                <p14:cNvContentPartPr/>
                <p14:nvPr/>
              </p14:nvContentPartPr>
              <p14:xfrm>
                <a:off x="5469552" y="311647"/>
                <a:ext cx="70560" cy="156600"/>
              </p14:xfrm>
            </p:contentPart>
          </mc:Choice>
          <mc:Fallback>
            <p:pic>
              <p:nvPicPr>
                <p:cNvPr id="39046" name="잉크 39045">
                  <a:extLst>
                    <a:ext uri="{FF2B5EF4-FFF2-40B4-BE49-F238E27FC236}">
                      <a16:creationId xmlns:a16="http://schemas.microsoft.com/office/drawing/2014/main" id="{9F65560E-470B-113E-EED0-1A2E357D206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460552" y="303007"/>
                  <a:ext cx="88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39047" name="잉크 39046">
                  <a:extLst>
                    <a:ext uri="{FF2B5EF4-FFF2-40B4-BE49-F238E27FC236}">
                      <a16:creationId xmlns:a16="http://schemas.microsoft.com/office/drawing/2014/main" id="{B4259904-F1F2-557E-7334-AB3841DA8144}"/>
                    </a:ext>
                  </a:extLst>
                </p14:cNvPr>
                <p14:cNvContentPartPr/>
                <p14:nvPr/>
              </p14:nvContentPartPr>
              <p14:xfrm>
                <a:off x="5570352" y="444847"/>
                <a:ext cx="92880" cy="72720"/>
              </p14:xfrm>
            </p:contentPart>
          </mc:Choice>
          <mc:Fallback>
            <p:pic>
              <p:nvPicPr>
                <p:cNvPr id="39047" name="잉크 39046">
                  <a:extLst>
                    <a:ext uri="{FF2B5EF4-FFF2-40B4-BE49-F238E27FC236}">
                      <a16:creationId xmlns:a16="http://schemas.microsoft.com/office/drawing/2014/main" id="{B4259904-F1F2-557E-7334-AB3841DA814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61352" y="436207"/>
                  <a:ext cx="110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39048" name="잉크 39047">
                  <a:extLst>
                    <a:ext uri="{FF2B5EF4-FFF2-40B4-BE49-F238E27FC236}">
                      <a16:creationId xmlns:a16="http://schemas.microsoft.com/office/drawing/2014/main" id="{889E7911-D399-7EC2-6F38-BFBA74AFF445}"/>
                    </a:ext>
                  </a:extLst>
                </p14:cNvPr>
                <p14:cNvContentPartPr/>
                <p14:nvPr/>
              </p14:nvContentPartPr>
              <p14:xfrm>
                <a:off x="5622192" y="443767"/>
                <a:ext cx="2520" cy="109800"/>
              </p14:xfrm>
            </p:contentPart>
          </mc:Choice>
          <mc:Fallback>
            <p:pic>
              <p:nvPicPr>
                <p:cNvPr id="39048" name="잉크 39047">
                  <a:extLst>
                    <a:ext uri="{FF2B5EF4-FFF2-40B4-BE49-F238E27FC236}">
                      <a16:creationId xmlns:a16="http://schemas.microsoft.com/office/drawing/2014/main" id="{889E7911-D399-7EC2-6F38-BFBA74AFF44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13192" y="434767"/>
                  <a:ext cx="20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39064" name="잉크 39063">
                  <a:extLst>
                    <a:ext uri="{FF2B5EF4-FFF2-40B4-BE49-F238E27FC236}">
                      <a16:creationId xmlns:a16="http://schemas.microsoft.com/office/drawing/2014/main" id="{910BEBA6-E363-39BE-5892-1EEB7A5717FB}"/>
                    </a:ext>
                  </a:extLst>
                </p14:cNvPr>
                <p14:cNvContentPartPr/>
                <p14:nvPr/>
              </p14:nvContentPartPr>
              <p14:xfrm>
                <a:off x="5430312" y="647887"/>
                <a:ext cx="492120" cy="300240"/>
              </p14:xfrm>
            </p:contentPart>
          </mc:Choice>
          <mc:Fallback>
            <p:pic>
              <p:nvPicPr>
                <p:cNvPr id="39064" name="잉크 39063">
                  <a:extLst>
                    <a:ext uri="{FF2B5EF4-FFF2-40B4-BE49-F238E27FC236}">
                      <a16:creationId xmlns:a16="http://schemas.microsoft.com/office/drawing/2014/main" id="{910BEBA6-E363-39BE-5892-1EEB7A5717F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421312" y="638887"/>
                  <a:ext cx="50976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67" name="그룹 39066">
            <a:extLst>
              <a:ext uri="{FF2B5EF4-FFF2-40B4-BE49-F238E27FC236}">
                <a16:creationId xmlns:a16="http://schemas.microsoft.com/office/drawing/2014/main" id="{3E450552-A5E1-853B-904D-087E62966F58}"/>
              </a:ext>
            </a:extLst>
          </p:cNvPr>
          <p:cNvGrpSpPr/>
          <p:nvPr/>
        </p:nvGrpSpPr>
        <p:grpSpPr>
          <a:xfrm>
            <a:off x="4350672" y="627007"/>
            <a:ext cx="1679400" cy="727200"/>
            <a:chOff x="4350672" y="627007"/>
            <a:chExt cx="1679400" cy="72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9028" name="잉크 39027">
                  <a:extLst>
                    <a:ext uri="{FF2B5EF4-FFF2-40B4-BE49-F238E27FC236}">
                      <a16:creationId xmlns:a16="http://schemas.microsoft.com/office/drawing/2014/main" id="{14F3F410-BAD8-F469-9374-B0FEE48B15E4}"/>
                    </a:ext>
                  </a:extLst>
                </p14:cNvPr>
                <p14:cNvContentPartPr/>
                <p14:nvPr/>
              </p14:nvContentPartPr>
              <p14:xfrm>
                <a:off x="4484592" y="729607"/>
                <a:ext cx="107640" cy="154080"/>
              </p14:xfrm>
            </p:contentPart>
          </mc:Choice>
          <mc:Fallback>
            <p:pic>
              <p:nvPicPr>
                <p:cNvPr id="39028" name="잉크 39027">
                  <a:extLst>
                    <a:ext uri="{FF2B5EF4-FFF2-40B4-BE49-F238E27FC236}">
                      <a16:creationId xmlns:a16="http://schemas.microsoft.com/office/drawing/2014/main" id="{14F3F410-BAD8-F469-9374-B0FEE48B15E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475592" y="720607"/>
                  <a:ext cx="125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9029" name="잉크 39028">
                  <a:extLst>
                    <a:ext uri="{FF2B5EF4-FFF2-40B4-BE49-F238E27FC236}">
                      <a16:creationId xmlns:a16="http://schemas.microsoft.com/office/drawing/2014/main" id="{0CABFC23-2512-D13D-8B57-20F64645E8E5}"/>
                    </a:ext>
                  </a:extLst>
                </p14:cNvPr>
                <p14:cNvContentPartPr/>
                <p14:nvPr/>
              </p14:nvContentPartPr>
              <p14:xfrm>
                <a:off x="4808952" y="724927"/>
                <a:ext cx="101880" cy="135000"/>
              </p14:xfrm>
            </p:contentPart>
          </mc:Choice>
          <mc:Fallback>
            <p:pic>
              <p:nvPicPr>
                <p:cNvPr id="39029" name="잉크 39028">
                  <a:extLst>
                    <a:ext uri="{FF2B5EF4-FFF2-40B4-BE49-F238E27FC236}">
                      <a16:creationId xmlns:a16="http://schemas.microsoft.com/office/drawing/2014/main" id="{0CABFC23-2512-D13D-8B57-20F64645E8E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799952" y="716287"/>
                  <a:ext cx="119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39031" name="잉크 39030">
                  <a:extLst>
                    <a:ext uri="{FF2B5EF4-FFF2-40B4-BE49-F238E27FC236}">
                      <a16:creationId xmlns:a16="http://schemas.microsoft.com/office/drawing/2014/main" id="{96D84AA3-054E-6FBA-3367-6D43EF5BBEB1}"/>
                    </a:ext>
                  </a:extLst>
                </p14:cNvPr>
                <p14:cNvContentPartPr/>
                <p14:nvPr/>
              </p14:nvContentPartPr>
              <p14:xfrm>
                <a:off x="5141232" y="745447"/>
                <a:ext cx="104040" cy="131400"/>
              </p14:xfrm>
            </p:contentPart>
          </mc:Choice>
          <mc:Fallback>
            <p:pic>
              <p:nvPicPr>
                <p:cNvPr id="39031" name="잉크 39030">
                  <a:extLst>
                    <a:ext uri="{FF2B5EF4-FFF2-40B4-BE49-F238E27FC236}">
                      <a16:creationId xmlns:a16="http://schemas.microsoft.com/office/drawing/2014/main" id="{96D84AA3-054E-6FBA-3367-6D43EF5BBEB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32232" y="736447"/>
                  <a:ext cx="121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39042" name="잉크 39041">
                  <a:extLst>
                    <a:ext uri="{FF2B5EF4-FFF2-40B4-BE49-F238E27FC236}">
                      <a16:creationId xmlns:a16="http://schemas.microsoft.com/office/drawing/2014/main" id="{E46BB064-8DB2-5450-4697-60DDD4945D37}"/>
                    </a:ext>
                  </a:extLst>
                </p14:cNvPr>
                <p14:cNvContentPartPr/>
                <p14:nvPr/>
              </p14:nvContentPartPr>
              <p14:xfrm>
                <a:off x="4495392" y="1146127"/>
                <a:ext cx="124200" cy="108000"/>
              </p14:xfrm>
            </p:contentPart>
          </mc:Choice>
          <mc:Fallback>
            <p:pic>
              <p:nvPicPr>
                <p:cNvPr id="39042" name="잉크 39041">
                  <a:extLst>
                    <a:ext uri="{FF2B5EF4-FFF2-40B4-BE49-F238E27FC236}">
                      <a16:creationId xmlns:a16="http://schemas.microsoft.com/office/drawing/2014/main" id="{E46BB064-8DB2-5450-4697-60DDD4945D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86392" y="1137127"/>
                  <a:ext cx="1418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9043" name="잉크 39042">
                  <a:extLst>
                    <a:ext uri="{FF2B5EF4-FFF2-40B4-BE49-F238E27FC236}">
                      <a16:creationId xmlns:a16="http://schemas.microsoft.com/office/drawing/2014/main" id="{74CA888B-4B9C-B4C8-F7D1-996621842718}"/>
                    </a:ext>
                  </a:extLst>
                </p14:cNvPr>
                <p14:cNvContentPartPr/>
                <p14:nvPr/>
              </p14:nvContentPartPr>
              <p14:xfrm>
                <a:off x="4826232" y="1100047"/>
                <a:ext cx="111960" cy="115200"/>
              </p14:xfrm>
            </p:contentPart>
          </mc:Choice>
          <mc:Fallback>
            <p:pic>
              <p:nvPicPr>
                <p:cNvPr id="39043" name="잉크 39042">
                  <a:extLst>
                    <a:ext uri="{FF2B5EF4-FFF2-40B4-BE49-F238E27FC236}">
                      <a16:creationId xmlns:a16="http://schemas.microsoft.com/office/drawing/2014/main" id="{74CA888B-4B9C-B4C8-F7D1-99662184271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817592" y="1091407"/>
                  <a:ext cx="129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9061" name="잉크 39060">
                  <a:extLst>
                    <a:ext uri="{FF2B5EF4-FFF2-40B4-BE49-F238E27FC236}">
                      <a16:creationId xmlns:a16="http://schemas.microsoft.com/office/drawing/2014/main" id="{F1C9B96F-BA7B-7A77-83DC-CD4B0C8B160C}"/>
                    </a:ext>
                  </a:extLst>
                </p14:cNvPr>
                <p14:cNvContentPartPr/>
                <p14:nvPr/>
              </p14:nvContentPartPr>
              <p14:xfrm>
                <a:off x="5506272" y="747967"/>
                <a:ext cx="77400" cy="119520"/>
              </p14:xfrm>
            </p:contentPart>
          </mc:Choice>
          <mc:Fallback>
            <p:pic>
              <p:nvPicPr>
                <p:cNvPr id="39061" name="잉크 39060">
                  <a:extLst>
                    <a:ext uri="{FF2B5EF4-FFF2-40B4-BE49-F238E27FC236}">
                      <a16:creationId xmlns:a16="http://schemas.microsoft.com/office/drawing/2014/main" id="{F1C9B96F-BA7B-7A77-83DC-CD4B0C8B160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497272" y="739327"/>
                  <a:ext cx="95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9062" name="잉크 39061">
                  <a:extLst>
                    <a:ext uri="{FF2B5EF4-FFF2-40B4-BE49-F238E27FC236}">
                      <a16:creationId xmlns:a16="http://schemas.microsoft.com/office/drawing/2014/main" id="{E63A1FFF-F281-9569-F984-A2E76DAA0D8C}"/>
                    </a:ext>
                  </a:extLst>
                </p14:cNvPr>
                <p14:cNvContentPartPr/>
                <p14:nvPr/>
              </p14:nvContentPartPr>
              <p14:xfrm>
                <a:off x="5730552" y="746527"/>
                <a:ext cx="85680" cy="110160"/>
              </p14:xfrm>
            </p:contentPart>
          </mc:Choice>
          <mc:Fallback>
            <p:pic>
              <p:nvPicPr>
                <p:cNvPr id="39062" name="잉크 39061">
                  <a:extLst>
                    <a:ext uri="{FF2B5EF4-FFF2-40B4-BE49-F238E27FC236}">
                      <a16:creationId xmlns:a16="http://schemas.microsoft.com/office/drawing/2014/main" id="{E63A1FFF-F281-9569-F984-A2E76DAA0D8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721552" y="737887"/>
                  <a:ext cx="103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9066" name="잉크 39065">
                  <a:extLst>
                    <a:ext uri="{FF2B5EF4-FFF2-40B4-BE49-F238E27FC236}">
                      <a16:creationId xmlns:a16="http://schemas.microsoft.com/office/drawing/2014/main" id="{0E173383-959F-D782-64F0-6926E59249D0}"/>
                    </a:ext>
                  </a:extLst>
                </p14:cNvPr>
                <p14:cNvContentPartPr/>
                <p14:nvPr/>
              </p14:nvContentPartPr>
              <p14:xfrm>
                <a:off x="4350672" y="627007"/>
                <a:ext cx="1679400" cy="727200"/>
              </p14:xfrm>
            </p:contentPart>
          </mc:Choice>
          <mc:Fallback>
            <p:pic>
              <p:nvPicPr>
                <p:cNvPr id="39066" name="잉크 39065">
                  <a:extLst>
                    <a:ext uri="{FF2B5EF4-FFF2-40B4-BE49-F238E27FC236}">
                      <a16:creationId xmlns:a16="http://schemas.microsoft.com/office/drawing/2014/main" id="{0E173383-959F-D782-64F0-6926E59249D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341672" y="618367"/>
                  <a:ext cx="1697040" cy="74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83" name="그룹 39082">
            <a:extLst>
              <a:ext uri="{FF2B5EF4-FFF2-40B4-BE49-F238E27FC236}">
                <a16:creationId xmlns:a16="http://schemas.microsoft.com/office/drawing/2014/main" id="{B05A8913-C282-4B5E-C430-EB9FF8F4BDC7}"/>
              </a:ext>
            </a:extLst>
          </p:cNvPr>
          <p:cNvGrpSpPr/>
          <p:nvPr/>
        </p:nvGrpSpPr>
        <p:grpSpPr>
          <a:xfrm>
            <a:off x="6184958" y="153025"/>
            <a:ext cx="1083240" cy="285120"/>
            <a:chOff x="6184958" y="153025"/>
            <a:chExt cx="108324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9068" name="잉크 39067">
                  <a:extLst>
                    <a:ext uri="{FF2B5EF4-FFF2-40B4-BE49-F238E27FC236}">
                      <a16:creationId xmlns:a16="http://schemas.microsoft.com/office/drawing/2014/main" id="{6343F474-10C4-6904-6751-D65AF6E1DA1D}"/>
                    </a:ext>
                  </a:extLst>
                </p14:cNvPr>
                <p14:cNvContentPartPr/>
                <p14:nvPr/>
              </p14:nvContentPartPr>
              <p14:xfrm>
                <a:off x="6184958" y="153025"/>
                <a:ext cx="69840" cy="145080"/>
              </p14:xfrm>
            </p:contentPart>
          </mc:Choice>
          <mc:Fallback>
            <p:pic>
              <p:nvPicPr>
                <p:cNvPr id="39068" name="잉크 39067">
                  <a:extLst>
                    <a:ext uri="{FF2B5EF4-FFF2-40B4-BE49-F238E27FC236}">
                      <a16:creationId xmlns:a16="http://schemas.microsoft.com/office/drawing/2014/main" id="{6343F474-10C4-6904-6751-D65AF6E1DA1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75958" y="144025"/>
                  <a:ext cx="87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9069" name="잉크 39068">
                  <a:extLst>
                    <a:ext uri="{FF2B5EF4-FFF2-40B4-BE49-F238E27FC236}">
                      <a16:creationId xmlns:a16="http://schemas.microsoft.com/office/drawing/2014/main" id="{823AEEF4-A1D8-B37D-AFE6-0C55F5C64412}"/>
                    </a:ext>
                  </a:extLst>
                </p14:cNvPr>
                <p14:cNvContentPartPr/>
                <p14:nvPr/>
              </p14:nvContentPartPr>
              <p14:xfrm>
                <a:off x="6286478" y="156625"/>
                <a:ext cx="57960" cy="178200"/>
              </p14:xfrm>
            </p:contentPart>
          </mc:Choice>
          <mc:Fallback>
            <p:pic>
              <p:nvPicPr>
                <p:cNvPr id="39069" name="잉크 39068">
                  <a:extLst>
                    <a:ext uri="{FF2B5EF4-FFF2-40B4-BE49-F238E27FC236}">
                      <a16:creationId xmlns:a16="http://schemas.microsoft.com/office/drawing/2014/main" id="{823AEEF4-A1D8-B37D-AFE6-0C55F5C6441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77478" y="147625"/>
                  <a:ext cx="75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9070" name="잉크 39069">
                  <a:extLst>
                    <a:ext uri="{FF2B5EF4-FFF2-40B4-BE49-F238E27FC236}">
                      <a16:creationId xmlns:a16="http://schemas.microsoft.com/office/drawing/2014/main" id="{C45732F3-15F7-2DC4-85B4-5B388B8B24AC}"/>
                    </a:ext>
                  </a:extLst>
                </p14:cNvPr>
                <p14:cNvContentPartPr/>
                <p14:nvPr/>
              </p14:nvContentPartPr>
              <p14:xfrm>
                <a:off x="6204758" y="345265"/>
                <a:ext cx="16560" cy="92880"/>
              </p14:xfrm>
            </p:contentPart>
          </mc:Choice>
          <mc:Fallback>
            <p:pic>
              <p:nvPicPr>
                <p:cNvPr id="39070" name="잉크 39069">
                  <a:extLst>
                    <a:ext uri="{FF2B5EF4-FFF2-40B4-BE49-F238E27FC236}">
                      <a16:creationId xmlns:a16="http://schemas.microsoft.com/office/drawing/2014/main" id="{C45732F3-15F7-2DC4-85B4-5B388B8B24A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196118" y="336625"/>
                  <a:ext cx="34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9071" name="잉크 39070">
                  <a:extLst>
                    <a:ext uri="{FF2B5EF4-FFF2-40B4-BE49-F238E27FC236}">
                      <a16:creationId xmlns:a16="http://schemas.microsoft.com/office/drawing/2014/main" id="{D58C4072-C2F1-9F90-CEA1-60C8847BC1E5}"/>
                    </a:ext>
                  </a:extLst>
                </p14:cNvPr>
                <p14:cNvContentPartPr/>
                <p14:nvPr/>
              </p14:nvContentPartPr>
              <p14:xfrm>
                <a:off x="6188918" y="354265"/>
                <a:ext cx="118800" cy="70560"/>
              </p14:xfrm>
            </p:contentPart>
          </mc:Choice>
          <mc:Fallback>
            <p:pic>
              <p:nvPicPr>
                <p:cNvPr id="39071" name="잉크 39070">
                  <a:extLst>
                    <a:ext uri="{FF2B5EF4-FFF2-40B4-BE49-F238E27FC236}">
                      <a16:creationId xmlns:a16="http://schemas.microsoft.com/office/drawing/2014/main" id="{D58C4072-C2F1-9F90-CEA1-60C8847BC1E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179918" y="345625"/>
                  <a:ext cx="136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9072" name="잉크 39071">
                  <a:extLst>
                    <a:ext uri="{FF2B5EF4-FFF2-40B4-BE49-F238E27FC236}">
                      <a16:creationId xmlns:a16="http://schemas.microsoft.com/office/drawing/2014/main" id="{973758F3-07F6-FB33-8659-F4BB2ED54619}"/>
                    </a:ext>
                  </a:extLst>
                </p14:cNvPr>
                <p14:cNvContentPartPr/>
                <p14:nvPr/>
              </p14:nvContentPartPr>
              <p14:xfrm>
                <a:off x="6351998" y="209545"/>
                <a:ext cx="71640" cy="57240"/>
              </p14:xfrm>
            </p:contentPart>
          </mc:Choice>
          <mc:Fallback>
            <p:pic>
              <p:nvPicPr>
                <p:cNvPr id="39072" name="잉크 39071">
                  <a:extLst>
                    <a:ext uri="{FF2B5EF4-FFF2-40B4-BE49-F238E27FC236}">
                      <a16:creationId xmlns:a16="http://schemas.microsoft.com/office/drawing/2014/main" id="{973758F3-07F6-FB33-8659-F4BB2ED5461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343358" y="200905"/>
                  <a:ext cx="89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9073" name="잉크 39072">
                  <a:extLst>
                    <a:ext uri="{FF2B5EF4-FFF2-40B4-BE49-F238E27FC236}">
                      <a16:creationId xmlns:a16="http://schemas.microsoft.com/office/drawing/2014/main" id="{7CE8ADC1-FB26-D174-7973-44C924EE2837}"/>
                    </a:ext>
                  </a:extLst>
                </p14:cNvPr>
                <p14:cNvContentPartPr/>
                <p14:nvPr/>
              </p14:nvContentPartPr>
              <p14:xfrm>
                <a:off x="6329318" y="303145"/>
                <a:ext cx="135360" cy="110520"/>
              </p14:xfrm>
            </p:contentPart>
          </mc:Choice>
          <mc:Fallback>
            <p:pic>
              <p:nvPicPr>
                <p:cNvPr id="39073" name="잉크 39072">
                  <a:extLst>
                    <a:ext uri="{FF2B5EF4-FFF2-40B4-BE49-F238E27FC236}">
                      <a16:creationId xmlns:a16="http://schemas.microsoft.com/office/drawing/2014/main" id="{7CE8ADC1-FB26-D174-7973-44C924EE283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20318" y="294145"/>
                  <a:ext cx="153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9074" name="잉크 39073">
                  <a:extLst>
                    <a:ext uri="{FF2B5EF4-FFF2-40B4-BE49-F238E27FC236}">
                      <a16:creationId xmlns:a16="http://schemas.microsoft.com/office/drawing/2014/main" id="{E0284155-A662-A797-EDCD-126228176F16}"/>
                    </a:ext>
                  </a:extLst>
                </p14:cNvPr>
                <p14:cNvContentPartPr/>
                <p14:nvPr/>
              </p14:nvContentPartPr>
              <p14:xfrm>
                <a:off x="6543878" y="196225"/>
                <a:ext cx="125280" cy="146880"/>
              </p14:xfrm>
            </p:contentPart>
          </mc:Choice>
          <mc:Fallback>
            <p:pic>
              <p:nvPicPr>
                <p:cNvPr id="39074" name="잉크 39073">
                  <a:extLst>
                    <a:ext uri="{FF2B5EF4-FFF2-40B4-BE49-F238E27FC236}">
                      <a16:creationId xmlns:a16="http://schemas.microsoft.com/office/drawing/2014/main" id="{E0284155-A662-A797-EDCD-126228176F1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34878" y="187225"/>
                  <a:ext cx="142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9075" name="잉크 39074">
                  <a:extLst>
                    <a:ext uri="{FF2B5EF4-FFF2-40B4-BE49-F238E27FC236}">
                      <a16:creationId xmlns:a16="http://schemas.microsoft.com/office/drawing/2014/main" id="{F3BC7F5F-7A6C-14FE-549B-AC0457C2D430}"/>
                    </a:ext>
                  </a:extLst>
                </p14:cNvPr>
                <p14:cNvContentPartPr/>
                <p14:nvPr/>
              </p14:nvContentPartPr>
              <p14:xfrm>
                <a:off x="6669158" y="190105"/>
                <a:ext cx="100800" cy="194400"/>
              </p14:xfrm>
            </p:contentPart>
          </mc:Choice>
          <mc:Fallback>
            <p:pic>
              <p:nvPicPr>
                <p:cNvPr id="39075" name="잉크 39074">
                  <a:extLst>
                    <a:ext uri="{FF2B5EF4-FFF2-40B4-BE49-F238E27FC236}">
                      <a16:creationId xmlns:a16="http://schemas.microsoft.com/office/drawing/2014/main" id="{F3BC7F5F-7A6C-14FE-549B-AC0457C2D43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660158" y="181465"/>
                  <a:ext cx="118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9076" name="잉크 39075">
                  <a:extLst>
                    <a:ext uri="{FF2B5EF4-FFF2-40B4-BE49-F238E27FC236}">
                      <a16:creationId xmlns:a16="http://schemas.microsoft.com/office/drawing/2014/main" id="{CB7DE850-A712-0E21-2761-A5E44808F4AE}"/>
                    </a:ext>
                  </a:extLst>
                </p14:cNvPr>
                <p14:cNvContentPartPr/>
                <p14:nvPr/>
              </p14:nvContentPartPr>
              <p14:xfrm>
                <a:off x="6743678" y="180025"/>
                <a:ext cx="91080" cy="75240"/>
              </p14:xfrm>
            </p:contentPart>
          </mc:Choice>
          <mc:Fallback>
            <p:pic>
              <p:nvPicPr>
                <p:cNvPr id="39076" name="잉크 39075">
                  <a:extLst>
                    <a:ext uri="{FF2B5EF4-FFF2-40B4-BE49-F238E27FC236}">
                      <a16:creationId xmlns:a16="http://schemas.microsoft.com/office/drawing/2014/main" id="{CB7DE850-A712-0E21-2761-A5E44808F4A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735038" y="171385"/>
                  <a:ext cx="108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9077" name="잉크 39076">
                  <a:extLst>
                    <a:ext uri="{FF2B5EF4-FFF2-40B4-BE49-F238E27FC236}">
                      <a16:creationId xmlns:a16="http://schemas.microsoft.com/office/drawing/2014/main" id="{B848F6AA-26CB-E464-4D06-6C606922FD9B}"/>
                    </a:ext>
                  </a:extLst>
                </p14:cNvPr>
                <p14:cNvContentPartPr/>
                <p14:nvPr/>
              </p14:nvContentPartPr>
              <p14:xfrm>
                <a:off x="6706958" y="283345"/>
                <a:ext cx="118800" cy="130320"/>
              </p14:xfrm>
            </p:contentPart>
          </mc:Choice>
          <mc:Fallback>
            <p:pic>
              <p:nvPicPr>
                <p:cNvPr id="39077" name="잉크 39076">
                  <a:extLst>
                    <a:ext uri="{FF2B5EF4-FFF2-40B4-BE49-F238E27FC236}">
                      <a16:creationId xmlns:a16="http://schemas.microsoft.com/office/drawing/2014/main" id="{B848F6AA-26CB-E464-4D06-6C606922FD9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697958" y="274705"/>
                  <a:ext cx="1364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9078" name="잉크 39077">
                  <a:extLst>
                    <a:ext uri="{FF2B5EF4-FFF2-40B4-BE49-F238E27FC236}">
                      <a16:creationId xmlns:a16="http://schemas.microsoft.com/office/drawing/2014/main" id="{7DB54BEA-3A39-714A-ED81-5F10BBDB6CB6}"/>
                    </a:ext>
                  </a:extLst>
                </p14:cNvPr>
                <p14:cNvContentPartPr/>
                <p14:nvPr/>
              </p14:nvContentPartPr>
              <p14:xfrm>
                <a:off x="6789398" y="259945"/>
                <a:ext cx="132840" cy="172440"/>
              </p14:xfrm>
            </p:contentPart>
          </mc:Choice>
          <mc:Fallback>
            <p:pic>
              <p:nvPicPr>
                <p:cNvPr id="39078" name="잉크 39077">
                  <a:extLst>
                    <a:ext uri="{FF2B5EF4-FFF2-40B4-BE49-F238E27FC236}">
                      <a16:creationId xmlns:a16="http://schemas.microsoft.com/office/drawing/2014/main" id="{7DB54BEA-3A39-714A-ED81-5F10BBDB6CB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80398" y="251305"/>
                  <a:ext cx="150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9079" name="잉크 39078">
                  <a:extLst>
                    <a:ext uri="{FF2B5EF4-FFF2-40B4-BE49-F238E27FC236}">
                      <a16:creationId xmlns:a16="http://schemas.microsoft.com/office/drawing/2014/main" id="{141E3207-BF80-8077-E15B-A989085F08B4}"/>
                    </a:ext>
                  </a:extLst>
                </p14:cNvPr>
                <p14:cNvContentPartPr/>
                <p14:nvPr/>
              </p14:nvContentPartPr>
              <p14:xfrm>
                <a:off x="6990998" y="263905"/>
                <a:ext cx="25560" cy="96840"/>
              </p14:xfrm>
            </p:contentPart>
          </mc:Choice>
          <mc:Fallback>
            <p:pic>
              <p:nvPicPr>
                <p:cNvPr id="39079" name="잉크 39078">
                  <a:extLst>
                    <a:ext uri="{FF2B5EF4-FFF2-40B4-BE49-F238E27FC236}">
                      <a16:creationId xmlns:a16="http://schemas.microsoft.com/office/drawing/2014/main" id="{141E3207-BF80-8077-E15B-A989085F08B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81998" y="255265"/>
                  <a:ext cx="43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9081" name="잉크 39080">
                  <a:extLst>
                    <a:ext uri="{FF2B5EF4-FFF2-40B4-BE49-F238E27FC236}">
                      <a16:creationId xmlns:a16="http://schemas.microsoft.com/office/drawing/2014/main" id="{5F4BB0AF-E60B-3B45-0293-2DA3BFF19FF5}"/>
                    </a:ext>
                  </a:extLst>
                </p14:cNvPr>
                <p14:cNvContentPartPr/>
                <p14:nvPr/>
              </p14:nvContentPartPr>
              <p14:xfrm>
                <a:off x="7156958" y="175345"/>
                <a:ext cx="111240" cy="254520"/>
              </p14:xfrm>
            </p:contentPart>
          </mc:Choice>
          <mc:Fallback>
            <p:pic>
              <p:nvPicPr>
                <p:cNvPr id="39081" name="잉크 39080">
                  <a:extLst>
                    <a:ext uri="{FF2B5EF4-FFF2-40B4-BE49-F238E27FC236}">
                      <a16:creationId xmlns:a16="http://schemas.microsoft.com/office/drawing/2014/main" id="{5F4BB0AF-E60B-3B45-0293-2DA3BFF19FF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148318" y="166705"/>
                  <a:ext cx="12888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39082" name="잉크 39081">
                <a:extLst>
                  <a:ext uri="{FF2B5EF4-FFF2-40B4-BE49-F238E27FC236}">
                    <a16:creationId xmlns:a16="http://schemas.microsoft.com/office/drawing/2014/main" id="{549C727E-15F6-9337-5688-3E450F4AC921}"/>
                  </a:ext>
                </a:extLst>
              </p14:cNvPr>
              <p14:cNvContentPartPr/>
              <p14:nvPr/>
            </p14:nvContentPartPr>
            <p14:xfrm>
              <a:off x="7913318" y="193345"/>
              <a:ext cx="101880" cy="228600"/>
            </p14:xfrm>
          </p:contentPart>
        </mc:Choice>
        <mc:Fallback>
          <p:pic>
            <p:nvPicPr>
              <p:cNvPr id="39082" name="잉크 39081">
                <a:extLst>
                  <a:ext uri="{FF2B5EF4-FFF2-40B4-BE49-F238E27FC236}">
                    <a16:creationId xmlns:a16="http://schemas.microsoft.com/office/drawing/2014/main" id="{549C727E-15F6-9337-5688-3E450F4AC921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7904678" y="184345"/>
                <a:ext cx="11952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87" name="그룹 39086">
            <a:extLst>
              <a:ext uri="{FF2B5EF4-FFF2-40B4-BE49-F238E27FC236}">
                <a16:creationId xmlns:a16="http://schemas.microsoft.com/office/drawing/2014/main" id="{F9C73624-A014-6D8C-680B-54E33E13A0B3}"/>
              </a:ext>
            </a:extLst>
          </p:cNvPr>
          <p:cNvGrpSpPr/>
          <p:nvPr/>
        </p:nvGrpSpPr>
        <p:grpSpPr>
          <a:xfrm>
            <a:off x="7294838" y="263905"/>
            <a:ext cx="559800" cy="134280"/>
            <a:chOff x="7294838" y="263905"/>
            <a:chExt cx="55980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9084" name="잉크 39083">
                  <a:extLst>
                    <a:ext uri="{FF2B5EF4-FFF2-40B4-BE49-F238E27FC236}">
                      <a16:creationId xmlns:a16="http://schemas.microsoft.com/office/drawing/2014/main" id="{2FDDC5D9-B753-BFA7-8015-641412CDCD1A}"/>
                    </a:ext>
                  </a:extLst>
                </p14:cNvPr>
                <p14:cNvContentPartPr/>
                <p14:nvPr/>
              </p14:nvContentPartPr>
              <p14:xfrm>
                <a:off x="7294838" y="263905"/>
                <a:ext cx="140400" cy="128520"/>
              </p14:xfrm>
            </p:contentPart>
          </mc:Choice>
          <mc:Fallback>
            <p:pic>
              <p:nvPicPr>
                <p:cNvPr id="39084" name="잉크 39083">
                  <a:extLst>
                    <a:ext uri="{FF2B5EF4-FFF2-40B4-BE49-F238E27FC236}">
                      <a16:creationId xmlns:a16="http://schemas.microsoft.com/office/drawing/2014/main" id="{2FDDC5D9-B753-BFA7-8015-641412CDCD1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285838" y="254905"/>
                  <a:ext cx="158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9085" name="잉크 39084">
                  <a:extLst>
                    <a:ext uri="{FF2B5EF4-FFF2-40B4-BE49-F238E27FC236}">
                      <a16:creationId xmlns:a16="http://schemas.microsoft.com/office/drawing/2014/main" id="{BC79BA35-901E-65CE-C185-8A6E7A194CC9}"/>
                    </a:ext>
                  </a:extLst>
                </p14:cNvPr>
                <p14:cNvContentPartPr/>
                <p14:nvPr/>
              </p14:nvContentPartPr>
              <p14:xfrm>
                <a:off x="7505078" y="265345"/>
                <a:ext cx="108000" cy="132840"/>
              </p14:xfrm>
            </p:contentPart>
          </mc:Choice>
          <mc:Fallback>
            <p:pic>
              <p:nvPicPr>
                <p:cNvPr id="39085" name="잉크 39084">
                  <a:extLst>
                    <a:ext uri="{FF2B5EF4-FFF2-40B4-BE49-F238E27FC236}">
                      <a16:creationId xmlns:a16="http://schemas.microsoft.com/office/drawing/2014/main" id="{BC79BA35-901E-65CE-C185-8A6E7A194CC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96438" y="256345"/>
                  <a:ext cx="125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9086" name="잉크 39085">
                  <a:extLst>
                    <a:ext uri="{FF2B5EF4-FFF2-40B4-BE49-F238E27FC236}">
                      <a16:creationId xmlns:a16="http://schemas.microsoft.com/office/drawing/2014/main" id="{F19EBE90-7215-B201-AC83-3466EDD9E416}"/>
                    </a:ext>
                  </a:extLst>
                </p14:cNvPr>
                <p14:cNvContentPartPr/>
                <p14:nvPr/>
              </p14:nvContentPartPr>
              <p14:xfrm>
                <a:off x="7730438" y="268945"/>
                <a:ext cx="124200" cy="106920"/>
              </p14:xfrm>
            </p:contentPart>
          </mc:Choice>
          <mc:Fallback>
            <p:pic>
              <p:nvPicPr>
                <p:cNvPr id="39086" name="잉크 39085">
                  <a:extLst>
                    <a:ext uri="{FF2B5EF4-FFF2-40B4-BE49-F238E27FC236}">
                      <a16:creationId xmlns:a16="http://schemas.microsoft.com/office/drawing/2014/main" id="{F19EBE90-7215-B201-AC83-3466EDD9E41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21798" y="260305"/>
                  <a:ext cx="14184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39088" name="잉크 39087">
                <a:extLst>
                  <a:ext uri="{FF2B5EF4-FFF2-40B4-BE49-F238E27FC236}">
                    <a16:creationId xmlns:a16="http://schemas.microsoft.com/office/drawing/2014/main" id="{018A9853-0C75-C27D-22B9-FA364DCF2595}"/>
                  </a:ext>
                </a:extLst>
              </p14:cNvPr>
              <p14:cNvContentPartPr/>
              <p14:nvPr/>
            </p14:nvContentPartPr>
            <p14:xfrm>
              <a:off x="6150823" y="621549"/>
              <a:ext cx="13320" cy="171000"/>
            </p14:xfrm>
          </p:contentPart>
        </mc:Choice>
        <mc:Fallback>
          <p:pic>
            <p:nvPicPr>
              <p:cNvPr id="39088" name="잉크 39087">
                <a:extLst>
                  <a:ext uri="{FF2B5EF4-FFF2-40B4-BE49-F238E27FC236}">
                    <a16:creationId xmlns:a16="http://schemas.microsoft.com/office/drawing/2014/main" id="{018A9853-0C75-C27D-22B9-FA364DCF2595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142183" y="612549"/>
                <a:ext cx="309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39089" name="잉크 39088">
                <a:extLst>
                  <a:ext uri="{FF2B5EF4-FFF2-40B4-BE49-F238E27FC236}">
                    <a16:creationId xmlns:a16="http://schemas.microsoft.com/office/drawing/2014/main" id="{6780E51B-C11A-98D7-4A50-A5ACBFEEA251}"/>
                  </a:ext>
                </a:extLst>
              </p14:cNvPr>
              <p14:cNvContentPartPr/>
              <p14:nvPr/>
            </p14:nvContentPartPr>
            <p14:xfrm>
              <a:off x="6142903" y="582309"/>
              <a:ext cx="63360" cy="120960"/>
            </p14:xfrm>
          </p:contentPart>
        </mc:Choice>
        <mc:Fallback>
          <p:pic>
            <p:nvPicPr>
              <p:cNvPr id="39089" name="잉크 39088">
                <a:extLst>
                  <a:ext uri="{FF2B5EF4-FFF2-40B4-BE49-F238E27FC236}">
                    <a16:creationId xmlns:a16="http://schemas.microsoft.com/office/drawing/2014/main" id="{6780E51B-C11A-98D7-4A50-A5ACBFEEA251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134263" y="573309"/>
                <a:ext cx="810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39090" name="잉크 39089">
                <a:extLst>
                  <a:ext uri="{FF2B5EF4-FFF2-40B4-BE49-F238E27FC236}">
                    <a16:creationId xmlns:a16="http://schemas.microsoft.com/office/drawing/2014/main" id="{592F5CED-6D6B-2371-DF8B-519E24D54F6B}"/>
                  </a:ext>
                </a:extLst>
              </p14:cNvPr>
              <p14:cNvContentPartPr/>
              <p14:nvPr/>
            </p14:nvContentPartPr>
            <p14:xfrm>
              <a:off x="6241183" y="718389"/>
              <a:ext cx="9720" cy="60840"/>
            </p14:xfrm>
          </p:contentPart>
        </mc:Choice>
        <mc:Fallback>
          <p:pic>
            <p:nvPicPr>
              <p:cNvPr id="39090" name="잉크 39089">
                <a:extLst>
                  <a:ext uri="{FF2B5EF4-FFF2-40B4-BE49-F238E27FC236}">
                    <a16:creationId xmlns:a16="http://schemas.microsoft.com/office/drawing/2014/main" id="{592F5CED-6D6B-2371-DF8B-519E24D54F6B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232183" y="709389"/>
                <a:ext cx="273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39091" name="잉크 39090">
                <a:extLst>
                  <a:ext uri="{FF2B5EF4-FFF2-40B4-BE49-F238E27FC236}">
                    <a16:creationId xmlns:a16="http://schemas.microsoft.com/office/drawing/2014/main" id="{138BBF01-DD5A-D921-680B-660C9F48992C}"/>
                  </a:ext>
                </a:extLst>
              </p14:cNvPr>
              <p14:cNvContentPartPr/>
              <p14:nvPr/>
            </p14:nvContentPartPr>
            <p14:xfrm>
              <a:off x="6338743" y="605349"/>
              <a:ext cx="127440" cy="86760"/>
            </p14:xfrm>
          </p:contentPart>
        </mc:Choice>
        <mc:Fallback>
          <p:pic>
            <p:nvPicPr>
              <p:cNvPr id="39091" name="잉크 39090">
                <a:extLst>
                  <a:ext uri="{FF2B5EF4-FFF2-40B4-BE49-F238E27FC236}">
                    <a16:creationId xmlns:a16="http://schemas.microsoft.com/office/drawing/2014/main" id="{138BBF01-DD5A-D921-680B-660C9F48992C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329743" y="596709"/>
                <a:ext cx="1450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39092" name="잉크 39091">
                <a:extLst>
                  <a:ext uri="{FF2B5EF4-FFF2-40B4-BE49-F238E27FC236}">
                    <a16:creationId xmlns:a16="http://schemas.microsoft.com/office/drawing/2014/main" id="{E5020E7D-B0E7-DE5E-1C13-F1C7A42C240C}"/>
                  </a:ext>
                </a:extLst>
              </p14:cNvPr>
              <p14:cNvContentPartPr/>
              <p14:nvPr/>
            </p14:nvContentPartPr>
            <p14:xfrm>
              <a:off x="6331543" y="664749"/>
              <a:ext cx="135720" cy="89280"/>
            </p14:xfrm>
          </p:contentPart>
        </mc:Choice>
        <mc:Fallback>
          <p:pic>
            <p:nvPicPr>
              <p:cNvPr id="39092" name="잉크 39091">
                <a:extLst>
                  <a:ext uri="{FF2B5EF4-FFF2-40B4-BE49-F238E27FC236}">
                    <a16:creationId xmlns:a16="http://schemas.microsoft.com/office/drawing/2014/main" id="{E5020E7D-B0E7-DE5E-1C13-F1C7A42C240C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6322903" y="656109"/>
                <a:ext cx="153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39093" name="잉크 39092">
                <a:extLst>
                  <a:ext uri="{FF2B5EF4-FFF2-40B4-BE49-F238E27FC236}">
                    <a16:creationId xmlns:a16="http://schemas.microsoft.com/office/drawing/2014/main" id="{BD8CB26C-0A47-D07B-213B-57ACFF000AD6}"/>
                  </a:ext>
                </a:extLst>
              </p14:cNvPr>
              <p14:cNvContentPartPr/>
              <p14:nvPr/>
            </p14:nvContentPartPr>
            <p14:xfrm>
              <a:off x="6396343" y="762669"/>
              <a:ext cx="72360" cy="56520"/>
            </p14:xfrm>
          </p:contentPart>
        </mc:Choice>
        <mc:Fallback>
          <p:pic>
            <p:nvPicPr>
              <p:cNvPr id="39093" name="잉크 39092">
                <a:extLst>
                  <a:ext uri="{FF2B5EF4-FFF2-40B4-BE49-F238E27FC236}">
                    <a16:creationId xmlns:a16="http://schemas.microsoft.com/office/drawing/2014/main" id="{BD8CB26C-0A47-D07B-213B-57ACFF000AD6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6387703" y="753669"/>
                <a:ext cx="900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39094" name="잉크 39093">
                <a:extLst>
                  <a:ext uri="{FF2B5EF4-FFF2-40B4-BE49-F238E27FC236}">
                    <a16:creationId xmlns:a16="http://schemas.microsoft.com/office/drawing/2014/main" id="{3A9341D2-1649-83B6-780A-04D896F24941}"/>
                  </a:ext>
                </a:extLst>
              </p14:cNvPr>
              <p14:cNvContentPartPr/>
              <p14:nvPr/>
            </p14:nvContentPartPr>
            <p14:xfrm>
              <a:off x="6450343" y="628029"/>
              <a:ext cx="129240" cy="143640"/>
            </p14:xfrm>
          </p:contentPart>
        </mc:Choice>
        <mc:Fallback>
          <p:pic>
            <p:nvPicPr>
              <p:cNvPr id="39094" name="잉크 39093">
                <a:extLst>
                  <a:ext uri="{FF2B5EF4-FFF2-40B4-BE49-F238E27FC236}">
                    <a16:creationId xmlns:a16="http://schemas.microsoft.com/office/drawing/2014/main" id="{3A9341D2-1649-83B6-780A-04D896F2494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6441703" y="619389"/>
                <a:ext cx="146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39095" name="잉크 39094">
                <a:extLst>
                  <a:ext uri="{FF2B5EF4-FFF2-40B4-BE49-F238E27FC236}">
                    <a16:creationId xmlns:a16="http://schemas.microsoft.com/office/drawing/2014/main" id="{ACF24A0D-4B6F-0C2F-F68D-D0D79AA9819E}"/>
                  </a:ext>
                </a:extLst>
              </p14:cNvPr>
              <p14:cNvContentPartPr/>
              <p14:nvPr/>
            </p14:nvContentPartPr>
            <p14:xfrm>
              <a:off x="6501823" y="687069"/>
              <a:ext cx="124920" cy="102960"/>
            </p14:xfrm>
          </p:contentPart>
        </mc:Choice>
        <mc:Fallback>
          <p:pic>
            <p:nvPicPr>
              <p:cNvPr id="39095" name="잉크 39094">
                <a:extLst>
                  <a:ext uri="{FF2B5EF4-FFF2-40B4-BE49-F238E27FC236}">
                    <a16:creationId xmlns:a16="http://schemas.microsoft.com/office/drawing/2014/main" id="{ACF24A0D-4B6F-0C2F-F68D-D0D79AA9819E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493183" y="678069"/>
                <a:ext cx="1425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39097" name="잉크 39096">
                <a:extLst>
                  <a:ext uri="{FF2B5EF4-FFF2-40B4-BE49-F238E27FC236}">
                    <a16:creationId xmlns:a16="http://schemas.microsoft.com/office/drawing/2014/main" id="{16BD4321-405D-A69C-0D9C-23FB4465FDBA}"/>
                  </a:ext>
                </a:extLst>
              </p14:cNvPr>
              <p14:cNvContentPartPr/>
              <p14:nvPr/>
            </p14:nvContentPartPr>
            <p14:xfrm>
              <a:off x="6725743" y="663669"/>
              <a:ext cx="14040" cy="15120"/>
            </p14:xfrm>
          </p:contentPart>
        </mc:Choice>
        <mc:Fallback>
          <p:pic>
            <p:nvPicPr>
              <p:cNvPr id="39097" name="잉크 39096">
                <a:extLst>
                  <a:ext uri="{FF2B5EF4-FFF2-40B4-BE49-F238E27FC236}">
                    <a16:creationId xmlns:a16="http://schemas.microsoft.com/office/drawing/2014/main" id="{16BD4321-405D-A69C-0D9C-23FB4465FDBA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6717103" y="654669"/>
                <a:ext cx="31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39098" name="잉크 39097">
                <a:extLst>
                  <a:ext uri="{FF2B5EF4-FFF2-40B4-BE49-F238E27FC236}">
                    <a16:creationId xmlns:a16="http://schemas.microsoft.com/office/drawing/2014/main" id="{AD89FBD1-8C00-BEF1-1553-58E45D890A03}"/>
                  </a:ext>
                </a:extLst>
              </p14:cNvPr>
              <p14:cNvContentPartPr/>
              <p14:nvPr/>
            </p14:nvContentPartPr>
            <p14:xfrm>
              <a:off x="6730423" y="731349"/>
              <a:ext cx="4320" cy="15840"/>
            </p14:xfrm>
          </p:contentPart>
        </mc:Choice>
        <mc:Fallback>
          <p:pic>
            <p:nvPicPr>
              <p:cNvPr id="39098" name="잉크 39097">
                <a:extLst>
                  <a:ext uri="{FF2B5EF4-FFF2-40B4-BE49-F238E27FC236}">
                    <a16:creationId xmlns:a16="http://schemas.microsoft.com/office/drawing/2014/main" id="{AD89FBD1-8C00-BEF1-1553-58E45D890A0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6721423" y="722709"/>
                <a:ext cx="219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39099" name="잉크 39098">
                <a:extLst>
                  <a:ext uri="{FF2B5EF4-FFF2-40B4-BE49-F238E27FC236}">
                    <a16:creationId xmlns:a16="http://schemas.microsoft.com/office/drawing/2014/main" id="{A803D021-DA94-5DE8-DD0E-6838377D8F36}"/>
                  </a:ext>
                </a:extLst>
              </p14:cNvPr>
              <p14:cNvContentPartPr/>
              <p14:nvPr/>
            </p14:nvContentPartPr>
            <p14:xfrm>
              <a:off x="6887743" y="655029"/>
              <a:ext cx="137160" cy="121680"/>
            </p14:xfrm>
          </p:contentPart>
        </mc:Choice>
        <mc:Fallback>
          <p:pic>
            <p:nvPicPr>
              <p:cNvPr id="39099" name="잉크 39098">
                <a:extLst>
                  <a:ext uri="{FF2B5EF4-FFF2-40B4-BE49-F238E27FC236}">
                    <a16:creationId xmlns:a16="http://schemas.microsoft.com/office/drawing/2014/main" id="{A803D021-DA94-5DE8-DD0E-6838377D8F36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878743" y="646389"/>
                <a:ext cx="1548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39100" name="잉크 39099">
                <a:extLst>
                  <a:ext uri="{FF2B5EF4-FFF2-40B4-BE49-F238E27FC236}">
                    <a16:creationId xmlns:a16="http://schemas.microsoft.com/office/drawing/2014/main" id="{D0B17EB3-DF10-16AF-6718-CABD1D742CA6}"/>
                  </a:ext>
                </a:extLst>
              </p14:cNvPr>
              <p14:cNvContentPartPr/>
              <p14:nvPr/>
            </p14:nvContentPartPr>
            <p14:xfrm>
              <a:off x="7083583" y="670509"/>
              <a:ext cx="99360" cy="109080"/>
            </p14:xfrm>
          </p:contentPart>
        </mc:Choice>
        <mc:Fallback>
          <p:pic>
            <p:nvPicPr>
              <p:cNvPr id="39100" name="잉크 39099">
                <a:extLst>
                  <a:ext uri="{FF2B5EF4-FFF2-40B4-BE49-F238E27FC236}">
                    <a16:creationId xmlns:a16="http://schemas.microsoft.com/office/drawing/2014/main" id="{D0B17EB3-DF10-16AF-6718-CABD1D742CA6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7074583" y="661509"/>
                <a:ext cx="117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39101" name="잉크 39100">
                <a:extLst>
                  <a:ext uri="{FF2B5EF4-FFF2-40B4-BE49-F238E27FC236}">
                    <a16:creationId xmlns:a16="http://schemas.microsoft.com/office/drawing/2014/main" id="{0921194A-4317-87EF-DEF9-6EFFDA48C544}"/>
                  </a:ext>
                </a:extLst>
              </p14:cNvPr>
              <p14:cNvContentPartPr/>
              <p14:nvPr/>
            </p14:nvContentPartPr>
            <p14:xfrm>
              <a:off x="7233703" y="694989"/>
              <a:ext cx="98280" cy="82800"/>
            </p14:xfrm>
          </p:contentPart>
        </mc:Choice>
        <mc:Fallback>
          <p:pic>
            <p:nvPicPr>
              <p:cNvPr id="39101" name="잉크 39100">
                <a:extLst>
                  <a:ext uri="{FF2B5EF4-FFF2-40B4-BE49-F238E27FC236}">
                    <a16:creationId xmlns:a16="http://schemas.microsoft.com/office/drawing/2014/main" id="{0921194A-4317-87EF-DEF9-6EFFDA48C544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224703" y="686349"/>
                <a:ext cx="11592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11" name="그룹 39110">
            <a:extLst>
              <a:ext uri="{FF2B5EF4-FFF2-40B4-BE49-F238E27FC236}">
                <a16:creationId xmlns:a16="http://schemas.microsoft.com/office/drawing/2014/main" id="{C26AE5E6-893F-5CDD-CBDE-98DDD615C121}"/>
              </a:ext>
            </a:extLst>
          </p:cNvPr>
          <p:cNvGrpSpPr/>
          <p:nvPr/>
        </p:nvGrpSpPr>
        <p:grpSpPr>
          <a:xfrm>
            <a:off x="7501183" y="631629"/>
            <a:ext cx="590760" cy="149040"/>
            <a:chOff x="7501183" y="631629"/>
            <a:chExt cx="59076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9102" name="잉크 39101">
                  <a:extLst>
                    <a:ext uri="{FF2B5EF4-FFF2-40B4-BE49-F238E27FC236}">
                      <a16:creationId xmlns:a16="http://schemas.microsoft.com/office/drawing/2014/main" id="{45BA025B-2B02-03E7-CFE4-A617F45C465E}"/>
                    </a:ext>
                  </a:extLst>
                </p14:cNvPr>
                <p14:cNvContentPartPr/>
                <p14:nvPr/>
              </p14:nvContentPartPr>
              <p14:xfrm>
                <a:off x="7501183" y="682389"/>
                <a:ext cx="106560" cy="11880"/>
              </p14:xfrm>
            </p:contentPart>
          </mc:Choice>
          <mc:Fallback>
            <p:pic>
              <p:nvPicPr>
                <p:cNvPr id="39102" name="잉크 39101">
                  <a:extLst>
                    <a:ext uri="{FF2B5EF4-FFF2-40B4-BE49-F238E27FC236}">
                      <a16:creationId xmlns:a16="http://schemas.microsoft.com/office/drawing/2014/main" id="{45BA025B-2B02-03E7-CFE4-A617F45C465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92183" y="673389"/>
                  <a:ext cx="124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9103" name="잉크 39102">
                  <a:extLst>
                    <a:ext uri="{FF2B5EF4-FFF2-40B4-BE49-F238E27FC236}">
                      <a16:creationId xmlns:a16="http://schemas.microsoft.com/office/drawing/2014/main" id="{13512E9E-A61C-AF60-21C8-908DC6F27B1A}"/>
                    </a:ext>
                  </a:extLst>
                </p14:cNvPr>
                <p14:cNvContentPartPr/>
                <p14:nvPr/>
              </p14:nvContentPartPr>
              <p14:xfrm>
                <a:off x="7556263" y="631629"/>
                <a:ext cx="11160" cy="126000"/>
              </p14:xfrm>
            </p:contentPart>
          </mc:Choice>
          <mc:Fallback>
            <p:pic>
              <p:nvPicPr>
                <p:cNvPr id="39103" name="잉크 39102">
                  <a:extLst>
                    <a:ext uri="{FF2B5EF4-FFF2-40B4-BE49-F238E27FC236}">
                      <a16:creationId xmlns:a16="http://schemas.microsoft.com/office/drawing/2014/main" id="{13512E9E-A61C-AF60-21C8-908DC6F27B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47623" y="622989"/>
                  <a:ext cx="28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9105" name="잉크 39104">
                  <a:extLst>
                    <a:ext uri="{FF2B5EF4-FFF2-40B4-BE49-F238E27FC236}">
                      <a16:creationId xmlns:a16="http://schemas.microsoft.com/office/drawing/2014/main" id="{97459182-1183-9152-CF69-8BECC2D17781}"/>
                    </a:ext>
                  </a:extLst>
                </p14:cNvPr>
                <p14:cNvContentPartPr/>
                <p14:nvPr/>
              </p14:nvContentPartPr>
              <p14:xfrm>
                <a:off x="7736983" y="650709"/>
                <a:ext cx="83520" cy="129960"/>
              </p14:xfrm>
            </p:contentPart>
          </mc:Choice>
          <mc:Fallback>
            <p:pic>
              <p:nvPicPr>
                <p:cNvPr id="39105" name="잉크 39104">
                  <a:extLst>
                    <a:ext uri="{FF2B5EF4-FFF2-40B4-BE49-F238E27FC236}">
                      <a16:creationId xmlns:a16="http://schemas.microsoft.com/office/drawing/2014/main" id="{97459182-1183-9152-CF69-8BECC2D1778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728343" y="642069"/>
                  <a:ext cx="1011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9106" name="잉크 39105">
                  <a:extLst>
                    <a:ext uri="{FF2B5EF4-FFF2-40B4-BE49-F238E27FC236}">
                      <a16:creationId xmlns:a16="http://schemas.microsoft.com/office/drawing/2014/main" id="{8F7435DF-DD17-2B79-2509-3C5835899C29}"/>
                    </a:ext>
                  </a:extLst>
                </p14:cNvPr>
                <p14:cNvContentPartPr/>
                <p14:nvPr/>
              </p14:nvContentPartPr>
              <p14:xfrm>
                <a:off x="7897903" y="679149"/>
                <a:ext cx="62640" cy="72720"/>
              </p14:xfrm>
            </p:contentPart>
          </mc:Choice>
          <mc:Fallback>
            <p:pic>
              <p:nvPicPr>
                <p:cNvPr id="39106" name="잉크 39105">
                  <a:extLst>
                    <a:ext uri="{FF2B5EF4-FFF2-40B4-BE49-F238E27FC236}">
                      <a16:creationId xmlns:a16="http://schemas.microsoft.com/office/drawing/2014/main" id="{8F7435DF-DD17-2B79-2509-3C5835899C2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89263" y="670149"/>
                  <a:ext cx="80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9107" name="잉크 39106">
                  <a:extLst>
                    <a:ext uri="{FF2B5EF4-FFF2-40B4-BE49-F238E27FC236}">
                      <a16:creationId xmlns:a16="http://schemas.microsoft.com/office/drawing/2014/main" id="{3097FDB8-1D37-64A7-823A-C079DDAD2F0D}"/>
                    </a:ext>
                  </a:extLst>
                </p14:cNvPr>
                <p14:cNvContentPartPr/>
                <p14:nvPr/>
              </p14:nvContentPartPr>
              <p14:xfrm>
                <a:off x="8018503" y="661149"/>
                <a:ext cx="73440" cy="94320"/>
              </p14:xfrm>
            </p:contentPart>
          </mc:Choice>
          <mc:Fallback>
            <p:pic>
              <p:nvPicPr>
                <p:cNvPr id="39107" name="잉크 39106">
                  <a:extLst>
                    <a:ext uri="{FF2B5EF4-FFF2-40B4-BE49-F238E27FC236}">
                      <a16:creationId xmlns:a16="http://schemas.microsoft.com/office/drawing/2014/main" id="{3097FDB8-1D37-64A7-823A-C079DDAD2F0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09863" y="652509"/>
                  <a:ext cx="910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10" name="그룹 39109">
            <a:extLst>
              <a:ext uri="{FF2B5EF4-FFF2-40B4-BE49-F238E27FC236}">
                <a16:creationId xmlns:a16="http://schemas.microsoft.com/office/drawing/2014/main" id="{E477A549-68FA-A754-1F39-48E924DE2ED0}"/>
              </a:ext>
            </a:extLst>
          </p:cNvPr>
          <p:cNvGrpSpPr/>
          <p:nvPr/>
        </p:nvGrpSpPr>
        <p:grpSpPr>
          <a:xfrm>
            <a:off x="8274463" y="669789"/>
            <a:ext cx="56160" cy="71280"/>
            <a:chOff x="8274463" y="669789"/>
            <a:chExt cx="56160" cy="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9108" name="잉크 39107">
                  <a:extLst>
                    <a:ext uri="{FF2B5EF4-FFF2-40B4-BE49-F238E27FC236}">
                      <a16:creationId xmlns:a16="http://schemas.microsoft.com/office/drawing/2014/main" id="{C47299D8-5BAC-878E-DCF1-91EB4EE3ABC8}"/>
                    </a:ext>
                  </a:extLst>
                </p14:cNvPr>
                <p14:cNvContentPartPr/>
                <p14:nvPr/>
              </p14:nvContentPartPr>
              <p14:xfrm>
                <a:off x="8274463" y="669789"/>
                <a:ext cx="56160" cy="15840"/>
              </p14:xfrm>
            </p:contentPart>
          </mc:Choice>
          <mc:Fallback>
            <p:pic>
              <p:nvPicPr>
                <p:cNvPr id="39108" name="잉크 39107">
                  <a:extLst>
                    <a:ext uri="{FF2B5EF4-FFF2-40B4-BE49-F238E27FC236}">
                      <a16:creationId xmlns:a16="http://schemas.microsoft.com/office/drawing/2014/main" id="{C47299D8-5BAC-878E-DCF1-91EB4EE3ABC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265823" y="661149"/>
                  <a:ext cx="7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9109" name="잉크 39108">
                  <a:extLst>
                    <a:ext uri="{FF2B5EF4-FFF2-40B4-BE49-F238E27FC236}">
                      <a16:creationId xmlns:a16="http://schemas.microsoft.com/office/drawing/2014/main" id="{2334D2A5-F763-FA75-FB3A-C6A728A8C03B}"/>
                    </a:ext>
                  </a:extLst>
                </p14:cNvPr>
                <p14:cNvContentPartPr/>
                <p14:nvPr/>
              </p14:nvContentPartPr>
              <p14:xfrm>
                <a:off x="8275543" y="719469"/>
                <a:ext cx="50040" cy="21600"/>
              </p14:xfrm>
            </p:contentPart>
          </mc:Choice>
          <mc:Fallback>
            <p:pic>
              <p:nvPicPr>
                <p:cNvPr id="39109" name="잉크 39108">
                  <a:extLst>
                    <a:ext uri="{FF2B5EF4-FFF2-40B4-BE49-F238E27FC236}">
                      <a16:creationId xmlns:a16="http://schemas.microsoft.com/office/drawing/2014/main" id="{2334D2A5-F763-FA75-FB3A-C6A728A8C03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66903" y="710469"/>
                  <a:ext cx="676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16" name="그룹 39115">
            <a:extLst>
              <a:ext uri="{FF2B5EF4-FFF2-40B4-BE49-F238E27FC236}">
                <a16:creationId xmlns:a16="http://schemas.microsoft.com/office/drawing/2014/main" id="{8A4F996F-CF5F-338C-4050-26A335E7148D}"/>
              </a:ext>
            </a:extLst>
          </p:cNvPr>
          <p:cNvGrpSpPr/>
          <p:nvPr/>
        </p:nvGrpSpPr>
        <p:grpSpPr>
          <a:xfrm>
            <a:off x="8516023" y="630549"/>
            <a:ext cx="451080" cy="136800"/>
            <a:chOff x="8516023" y="630549"/>
            <a:chExt cx="45108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9112" name="잉크 39111">
                  <a:extLst>
                    <a:ext uri="{FF2B5EF4-FFF2-40B4-BE49-F238E27FC236}">
                      <a16:creationId xmlns:a16="http://schemas.microsoft.com/office/drawing/2014/main" id="{940E6F42-2610-E6B5-5C97-EE8B616A004B}"/>
                    </a:ext>
                  </a:extLst>
                </p14:cNvPr>
                <p14:cNvContentPartPr/>
                <p14:nvPr/>
              </p14:nvContentPartPr>
              <p14:xfrm>
                <a:off x="8535103" y="631629"/>
                <a:ext cx="73440" cy="135720"/>
              </p14:xfrm>
            </p:contentPart>
          </mc:Choice>
          <mc:Fallback>
            <p:pic>
              <p:nvPicPr>
                <p:cNvPr id="39112" name="잉크 39111">
                  <a:extLst>
                    <a:ext uri="{FF2B5EF4-FFF2-40B4-BE49-F238E27FC236}">
                      <a16:creationId xmlns:a16="http://schemas.microsoft.com/office/drawing/2014/main" id="{940E6F42-2610-E6B5-5C97-EE8B616A004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26103" y="622989"/>
                  <a:ext cx="91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39113" name="잉크 39112">
                  <a:extLst>
                    <a:ext uri="{FF2B5EF4-FFF2-40B4-BE49-F238E27FC236}">
                      <a16:creationId xmlns:a16="http://schemas.microsoft.com/office/drawing/2014/main" id="{904BC98C-4D29-F274-048E-9B29F5CB19AC}"/>
                    </a:ext>
                  </a:extLst>
                </p14:cNvPr>
                <p14:cNvContentPartPr/>
                <p14:nvPr/>
              </p14:nvContentPartPr>
              <p14:xfrm>
                <a:off x="8516023" y="630549"/>
                <a:ext cx="82800" cy="21960"/>
              </p14:xfrm>
            </p:contentPart>
          </mc:Choice>
          <mc:Fallback>
            <p:pic>
              <p:nvPicPr>
                <p:cNvPr id="39113" name="잉크 39112">
                  <a:extLst>
                    <a:ext uri="{FF2B5EF4-FFF2-40B4-BE49-F238E27FC236}">
                      <a16:creationId xmlns:a16="http://schemas.microsoft.com/office/drawing/2014/main" id="{904BC98C-4D29-F274-048E-9B29F5CB19A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07023" y="621909"/>
                  <a:ext cx="100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39114" name="잉크 39113">
                  <a:extLst>
                    <a:ext uri="{FF2B5EF4-FFF2-40B4-BE49-F238E27FC236}">
                      <a16:creationId xmlns:a16="http://schemas.microsoft.com/office/drawing/2014/main" id="{58148195-AB31-D109-CD31-837A0CFB2301}"/>
                    </a:ext>
                  </a:extLst>
                </p14:cNvPr>
                <p14:cNvContentPartPr/>
                <p14:nvPr/>
              </p14:nvContentPartPr>
              <p14:xfrm>
                <a:off x="8680183" y="637389"/>
                <a:ext cx="87840" cy="128880"/>
              </p14:xfrm>
            </p:contentPart>
          </mc:Choice>
          <mc:Fallback>
            <p:pic>
              <p:nvPicPr>
                <p:cNvPr id="39114" name="잉크 39113">
                  <a:extLst>
                    <a:ext uri="{FF2B5EF4-FFF2-40B4-BE49-F238E27FC236}">
                      <a16:creationId xmlns:a16="http://schemas.microsoft.com/office/drawing/2014/main" id="{58148195-AB31-D109-CD31-837A0CFB230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671183" y="628389"/>
                  <a:ext cx="105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9115" name="잉크 39114">
                  <a:extLst>
                    <a:ext uri="{FF2B5EF4-FFF2-40B4-BE49-F238E27FC236}">
                      <a16:creationId xmlns:a16="http://schemas.microsoft.com/office/drawing/2014/main" id="{AE08E6CA-C907-1BD4-45FF-73F2609DABB0}"/>
                    </a:ext>
                  </a:extLst>
                </p14:cNvPr>
                <p14:cNvContentPartPr/>
                <p14:nvPr/>
              </p14:nvContentPartPr>
              <p14:xfrm>
                <a:off x="8834263" y="665109"/>
                <a:ext cx="132840" cy="75600"/>
              </p14:xfrm>
            </p:contentPart>
          </mc:Choice>
          <mc:Fallback>
            <p:pic>
              <p:nvPicPr>
                <p:cNvPr id="39115" name="잉크 39114">
                  <a:extLst>
                    <a:ext uri="{FF2B5EF4-FFF2-40B4-BE49-F238E27FC236}">
                      <a16:creationId xmlns:a16="http://schemas.microsoft.com/office/drawing/2014/main" id="{AE08E6CA-C907-1BD4-45FF-73F2609DABB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825263" y="656469"/>
                  <a:ext cx="150480" cy="9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은행원 알고리즘의 단점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할당할 수 있는 자원의 일정량을 요구함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자원은 수시로 유지보수가 필요하며 고장이나 예방보수를 함으로써 일정하게 남아있는 자원 수의 파악이 어려움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사용자 프로세스 수가 일정해야 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현재의 다중 프로그래밍 시스템에서는 사용자의 수가 항상 변함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사용자가 최대 필요량을 미리 알려주도록 요구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자원 할당 방법이 점점 동적으로 변함에 따라 사용자의 최대 필요량을 파악하기 어려워 짐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교착상태 회피 알고리즘을 실행하면 시스템 과부하가 증가함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항상 불안정상태를 방지해야 하므로 자원 이용도가 낮음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3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963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6F9459-4BF7-4C8E-8EB2-C4726C38B9AD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60A7C8D-AEB7-128A-0269-94E38CE3D1D1}"/>
                  </a:ext>
                </a:extLst>
              </p14:cNvPr>
              <p14:cNvContentPartPr/>
              <p14:nvPr/>
            </p14:nvContentPartPr>
            <p14:xfrm>
              <a:off x="6029863" y="5217309"/>
              <a:ext cx="821160" cy="810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60A7C8D-AEB7-128A-0269-94E38CE3D1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4223" y="5145309"/>
                <a:ext cx="8928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0F58D03B-A319-659A-5263-3CBCCAAC64DB}"/>
                  </a:ext>
                </a:extLst>
              </p14:cNvPr>
              <p14:cNvContentPartPr/>
              <p14:nvPr/>
            </p14:nvContentPartPr>
            <p14:xfrm>
              <a:off x="1022983" y="4169709"/>
              <a:ext cx="5270760" cy="81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0F58D03B-A319-659A-5263-3CBCCAAC64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6983" y="4097709"/>
                <a:ext cx="534240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181CF4-1B50-2884-AEF2-ED6447C2999A}"/>
              </a:ext>
            </a:extLst>
          </p:cNvPr>
          <p:cNvGrpSpPr/>
          <p:nvPr/>
        </p:nvGrpSpPr>
        <p:grpSpPr>
          <a:xfrm>
            <a:off x="5985583" y="4827069"/>
            <a:ext cx="1155960" cy="232560"/>
            <a:chOff x="5985583" y="4827069"/>
            <a:chExt cx="115596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157CCD0-C5BD-E02B-D41B-5AECF9DDFC22}"/>
                    </a:ext>
                  </a:extLst>
                </p14:cNvPr>
                <p14:cNvContentPartPr/>
                <p14:nvPr/>
              </p14:nvContentPartPr>
              <p14:xfrm>
                <a:off x="5985583" y="4827069"/>
                <a:ext cx="66240" cy="153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157CCD0-C5BD-E02B-D41B-5AECF9DDFC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6583" y="4818069"/>
                  <a:ext cx="83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93F9B75-578A-18D5-7D07-5EC39D423A13}"/>
                    </a:ext>
                  </a:extLst>
                </p14:cNvPr>
                <p14:cNvContentPartPr/>
                <p14:nvPr/>
              </p14:nvContentPartPr>
              <p14:xfrm>
                <a:off x="5997823" y="4949829"/>
                <a:ext cx="50040" cy="16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93F9B75-578A-18D5-7D07-5EC39D423A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89183" y="4941189"/>
                  <a:ext cx="67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EAE1B54-2D0C-ECD7-9E9E-99E5925AA4B3}"/>
                    </a:ext>
                  </a:extLst>
                </p14:cNvPr>
                <p14:cNvContentPartPr/>
                <p14:nvPr/>
              </p14:nvContentPartPr>
              <p14:xfrm>
                <a:off x="6081703" y="4845789"/>
                <a:ext cx="67680" cy="157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EAE1B54-2D0C-ECD7-9E9E-99E5925AA4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72703" y="4836789"/>
                  <a:ext cx="85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14BCB1E-90AA-9367-47C3-99716C16EEAF}"/>
                    </a:ext>
                  </a:extLst>
                </p14:cNvPr>
                <p14:cNvContentPartPr/>
                <p14:nvPr/>
              </p14:nvContentPartPr>
              <p14:xfrm>
                <a:off x="6173863" y="4846509"/>
                <a:ext cx="98640" cy="125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14BCB1E-90AA-9367-47C3-99716C16EE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4863" y="4837509"/>
                  <a:ext cx="116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91F6CE1-AD63-9A57-BCE0-F0C00022316E}"/>
                    </a:ext>
                  </a:extLst>
                </p14:cNvPr>
                <p14:cNvContentPartPr/>
                <p14:nvPr/>
              </p14:nvContentPartPr>
              <p14:xfrm>
                <a:off x="6187183" y="4874229"/>
                <a:ext cx="160920" cy="352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91F6CE1-AD63-9A57-BCE0-F0C00022316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78183" y="4865589"/>
                  <a:ext cx="178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D8D4010-F9E3-5425-472F-CEE3A312319C}"/>
                    </a:ext>
                  </a:extLst>
                </p14:cNvPr>
                <p14:cNvContentPartPr/>
                <p14:nvPr/>
              </p14:nvContentPartPr>
              <p14:xfrm>
                <a:off x="6334783" y="4837509"/>
                <a:ext cx="9360" cy="1386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D8D4010-F9E3-5425-472F-CEE3A312319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26143" y="4828869"/>
                  <a:ext cx="270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A08FAEE-F107-7EFE-FC99-771B4258E64B}"/>
                    </a:ext>
                  </a:extLst>
                </p14:cNvPr>
                <p14:cNvContentPartPr/>
                <p14:nvPr/>
              </p14:nvContentPartPr>
              <p14:xfrm>
                <a:off x="6294103" y="4964589"/>
                <a:ext cx="96120" cy="78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A08FAEE-F107-7EFE-FC99-771B4258E6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85103" y="4955949"/>
                  <a:ext cx="113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219DC4D-E529-E5A2-ACA9-799B9A2B4C71}"/>
                    </a:ext>
                  </a:extLst>
                </p14:cNvPr>
                <p14:cNvContentPartPr/>
                <p14:nvPr/>
              </p14:nvContentPartPr>
              <p14:xfrm>
                <a:off x="6476623" y="4878549"/>
                <a:ext cx="63360" cy="1429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219DC4D-E529-E5A2-ACA9-799B9A2B4C7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67623" y="4869549"/>
                  <a:ext cx="81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FBE4484-0515-E5FE-F650-B4DD1E3CD410}"/>
                    </a:ext>
                  </a:extLst>
                </p14:cNvPr>
                <p14:cNvContentPartPr/>
                <p14:nvPr/>
              </p14:nvContentPartPr>
              <p14:xfrm>
                <a:off x="6547903" y="4891509"/>
                <a:ext cx="63720" cy="144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FBE4484-0515-E5FE-F650-B4DD1E3CD4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39263" y="4882869"/>
                  <a:ext cx="81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E88B58E-3563-03B9-9B7D-1DD1B170A5E3}"/>
                    </a:ext>
                  </a:extLst>
                </p14:cNvPr>
                <p14:cNvContentPartPr/>
                <p14:nvPr/>
              </p14:nvContentPartPr>
              <p14:xfrm>
                <a:off x="6550423" y="4869189"/>
                <a:ext cx="79200" cy="1382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E88B58E-3563-03B9-9B7D-1DD1B170A5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41783" y="4860189"/>
                  <a:ext cx="96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B8BFC34-12F8-FFB1-9514-73FEBE2ACED3}"/>
                    </a:ext>
                  </a:extLst>
                </p14:cNvPr>
                <p14:cNvContentPartPr/>
                <p14:nvPr/>
              </p14:nvContentPartPr>
              <p14:xfrm>
                <a:off x="6656983" y="4863429"/>
                <a:ext cx="13320" cy="164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B8BFC34-12F8-FFB1-9514-73FEBE2ACED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47983" y="4854429"/>
                  <a:ext cx="30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87F3211-B27B-D837-AE9F-F5FB05E79065}"/>
                    </a:ext>
                  </a:extLst>
                </p14:cNvPr>
                <p14:cNvContentPartPr/>
                <p14:nvPr/>
              </p14:nvContentPartPr>
              <p14:xfrm>
                <a:off x="6688303" y="4873509"/>
                <a:ext cx="114120" cy="957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87F3211-B27B-D837-AE9F-F5FB05E790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79303" y="4864869"/>
                  <a:ext cx="131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B6938C1-318C-E439-87D3-19A0BCB5042E}"/>
                    </a:ext>
                  </a:extLst>
                </p14:cNvPr>
                <p14:cNvContentPartPr/>
                <p14:nvPr/>
              </p14:nvContentPartPr>
              <p14:xfrm>
                <a:off x="6827263" y="4868469"/>
                <a:ext cx="55800" cy="1112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B6938C1-318C-E439-87D3-19A0BCB5042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18263" y="4859829"/>
                  <a:ext cx="73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9A4902B-95FD-A7D5-8CF9-DB2D7E772D35}"/>
                    </a:ext>
                  </a:extLst>
                </p14:cNvPr>
                <p14:cNvContentPartPr/>
                <p14:nvPr/>
              </p14:nvContentPartPr>
              <p14:xfrm>
                <a:off x="6751303" y="4984749"/>
                <a:ext cx="116280" cy="74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9A4902B-95FD-A7D5-8CF9-DB2D7E772D3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42303" y="4975749"/>
                  <a:ext cx="133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A58F27B-1304-92B4-DB1B-9291689DD4E8}"/>
                    </a:ext>
                  </a:extLst>
                </p14:cNvPr>
                <p14:cNvContentPartPr/>
                <p14:nvPr/>
              </p14:nvContentPartPr>
              <p14:xfrm>
                <a:off x="6934183" y="4985829"/>
                <a:ext cx="33840" cy="162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A58F27B-1304-92B4-DB1B-9291689DD4E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25183" y="4976829"/>
                  <a:ext cx="51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E67CA57-48F2-2003-F771-416534FD537E}"/>
                    </a:ext>
                  </a:extLst>
                </p14:cNvPr>
                <p14:cNvContentPartPr/>
                <p14:nvPr/>
              </p14:nvContentPartPr>
              <p14:xfrm>
                <a:off x="7026343" y="4961349"/>
                <a:ext cx="115200" cy="25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E67CA57-48F2-2003-F771-416534FD53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17703" y="4952349"/>
                  <a:ext cx="1328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4" name="그룹 25603">
            <a:extLst>
              <a:ext uri="{FF2B5EF4-FFF2-40B4-BE49-F238E27FC236}">
                <a16:creationId xmlns:a16="http://schemas.microsoft.com/office/drawing/2014/main" id="{9BAD39AA-28B1-BB00-989E-51FF15D78819}"/>
              </a:ext>
            </a:extLst>
          </p:cNvPr>
          <p:cNvGrpSpPr/>
          <p:nvPr/>
        </p:nvGrpSpPr>
        <p:grpSpPr>
          <a:xfrm>
            <a:off x="6456103" y="4058829"/>
            <a:ext cx="516960" cy="265680"/>
            <a:chOff x="6456103" y="4058829"/>
            <a:chExt cx="51696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EE1CDA9-70E0-DBB1-2644-9394C1ED383C}"/>
                    </a:ext>
                  </a:extLst>
                </p14:cNvPr>
                <p14:cNvContentPartPr/>
                <p14:nvPr/>
              </p14:nvContentPartPr>
              <p14:xfrm>
                <a:off x="6467623" y="4058829"/>
                <a:ext cx="36720" cy="251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EE1CDA9-70E0-DBB1-2644-9394C1ED38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58623" y="4050189"/>
                  <a:ext cx="543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E7A90774-4F73-F2CF-9F08-A29F7D0AAE63}"/>
                    </a:ext>
                  </a:extLst>
                </p14:cNvPr>
                <p14:cNvContentPartPr/>
                <p14:nvPr/>
              </p14:nvContentPartPr>
              <p14:xfrm>
                <a:off x="6456103" y="4076829"/>
                <a:ext cx="182520" cy="2149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E7A90774-4F73-F2CF-9F08-A29F7D0AAE6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47103" y="4068189"/>
                  <a:ext cx="200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5542000-7541-561F-4C8F-E4E0EBFC39D9}"/>
                    </a:ext>
                  </a:extLst>
                </p14:cNvPr>
                <p14:cNvContentPartPr/>
                <p14:nvPr/>
              </p14:nvContentPartPr>
              <p14:xfrm>
                <a:off x="6677863" y="4069989"/>
                <a:ext cx="104760" cy="2545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5542000-7541-561F-4C8F-E4E0EBFC39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68863" y="4061349"/>
                  <a:ext cx="122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600" name="잉크 25599">
                  <a:extLst>
                    <a:ext uri="{FF2B5EF4-FFF2-40B4-BE49-F238E27FC236}">
                      <a16:creationId xmlns:a16="http://schemas.microsoft.com/office/drawing/2014/main" id="{1D96C5DA-DA5A-99A7-0FF8-A4D07F6817C3}"/>
                    </a:ext>
                  </a:extLst>
                </p14:cNvPr>
                <p14:cNvContentPartPr/>
                <p14:nvPr/>
              </p14:nvContentPartPr>
              <p14:xfrm>
                <a:off x="6678583" y="4188429"/>
                <a:ext cx="91440" cy="39600"/>
              </p14:xfrm>
            </p:contentPart>
          </mc:Choice>
          <mc:Fallback>
            <p:pic>
              <p:nvPicPr>
                <p:cNvPr id="25600" name="잉크 25599">
                  <a:extLst>
                    <a:ext uri="{FF2B5EF4-FFF2-40B4-BE49-F238E27FC236}">
                      <a16:creationId xmlns:a16="http://schemas.microsoft.com/office/drawing/2014/main" id="{1D96C5DA-DA5A-99A7-0FF8-A4D07F6817C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69943" y="4179429"/>
                  <a:ext cx="109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601" name="잉크 25600">
                  <a:extLst>
                    <a:ext uri="{FF2B5EF4-FFF2-40B4-BE49-F238E27FC236}">
                      <a16:creationId xmlns:a16="http://schemas.microsoft.com/office/drawing/2014/main" id="{FD983049-C4BB-CE7E-0316-BA9441FEF4A5}"/>
                    </a:ext>
                  </a:extLst>
                </p14:cNvPr>
                <p14:cNvContentPartPr/>
                <p14:nvPr/>
              </p14:nvContentPartPr>
              <p14:xfrm>
                <a:off x="6823303" y="4086189"/>
                <a:ext cx="149760" cy="185040"/>
              </p14:xfrm>
            </p:contentPart>
          </mc:Choice>
          <mc:Fallback>
            <p:pic>
              <p:nvPicPr>
                <p:cNvPr id="25601" name="잉크 25600">
                  <a:extLst>
                    <a:ext uri="{FF2B5EF4-FFF2-40B4-BE49-F238E27FC236}">
                      <a16:creationId xmlns:a16="http://schemas.microsoft.com/office/drawing/2014/main" id="{FD983049-C4BB-CE7E-0316-BA9441FEF4A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14663" y="4077549"/>
                  <a:ext cx="167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603" name="잉크 25602">
                  <a:extLst>
                    <a:ext uri="{FF2B5EF4-FFF2-40B4-BE49-F238E27FC236}">
                      <a16:creationId xmlns:a16="http://schemas.microsoft.com/office/drawing/2014/main" id="{27A052E9-C5DA-9E4F-FB84-6B22FA2C9874}"/>
                    </a:ext>
                  </a:extLst>
                </p14:cNvPr>
                <p14:cNvContentPartPr/>
                <p14:nvPr/>
              </p14:nvContentPartPr>
              <p14:xfrm>
                <a:off x="6843463" y="4067829"/>
                <a:ext cx="95040" cy="219960"/>
              </p14:xfrm>
            </p:contentPart>
          </mc:Choice>
          <mc:Fallback>
            <p:pic>
              <p:nvPicPr>
                <p:cNvPr id="25603" name="잉크 25602">
                  <a:extLst>
                    <a:ext uri="{FF2B5EF4-FFF2-40B4-BE49-F238E27FC236}">
                      <a16:creationId xmlns:a16="http://schemas.microsoft.com/office/drawing/2014/main" id="{27A052E9-C5DA-9E4F-FB84-6B22FA2C987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4463" y="4058829"/>
                  <a:ext cx="112680" cy="237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ko-KR"/>
              <a:t>6. </a:t>
            </a:r>
            <a:r>
              <a:rPr lang="ko-KR" altLang="en-US"/>
              <a:t>교착 상태 탐지</a:t>
            </a:r>
            <a:r>
              <a:rPr lang="en-US" altLang="ko-KR"/>
              <a:t>(Detection)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572000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 교착 상태 탐지 기법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교착 상태가 발생하도록 허용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교착 상태가 발생했는지 탐지 알고리즘</a:t>
            </a:r>
          </a:p>
          <a:p>
            <a:pPr lvl="2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은행원 알고리즘을 약간 변형 시키면 현재의 상태가 교착인지 아닌지를 쉽게 판단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교착 상태로부터 회복하는 알고리즘 제공</a:t>
            </a:r>
          </a:p>
        </p:txBody>
      </p:sp>
      <p:sp>
        <p:nvSpPr>
          <p:cNvPr id="4301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0F72A8-2E43-48AC-87FB-7BBE47260F56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43009" name="그룹 43008">
            <a:extLst>
              <a:ext uri="{FF2B5EF4-FFF2-40B4-BE49-F238E27FC236}">
                <a16:creationId xmlns:a16="http://schemas.microsoft.com/office/drawing/2014/main" id="{EDB9D463-0530-38C7-80A6-76C3D5B42E30}"/>
              </a:ext>
            </a:extLst>
          </p:cNvPr>
          <p:cNvGrpSpPr/>
          <p:nvPr/>
        </p:nvGrpSpPr>
        <p:grpSpPr>
          <a:xfrm>
            <a:off x="1479823" y="161829"/>
            <a:ext cx="437040" cy="330840"/>
            <a:chOff x="1479823" y="161829"/>
            <a:chExt cx="4370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6B0771B-8B1A-2F24-FB3F-AB144A37D8BC}"/>
                    </a:ext>
                  </a:extLst>
                </p14:cNvPr>
                <p14:cNvContentPartPr/>
                <p14:nvPr/>
              </p14:nvContentPartPr>
              <p14:xfrm>
                <a:off x="1479823" y="161829"/>
                <a:ext cx="125640" cy="2073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6B0771B-8B1A-2F24-FB3F-AB144A37D8B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70823" y="152829"/>
                  <a:ext cx="143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4712EDF-1AE9-649D-2BD1-07AEEAB57557}"/>
                    </a:ext>
                  </a:extLst>
                </p14:cNvPr>
                <p14:cNvContentPartPr/>
                <p14:nvPr/>
              </p14:nvContentPartPr>
              <p14:xfrm>
                <a:off x="1645063" y="219069"/>
                <a:ext cx="22680" cy="1220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4712EDF-1AE9-649D-2BD1-07AEEAB575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36063" y="210429"/>
                  <a:ext cx="40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764C2D3-001B-1DAC-1612-201D1F9A41F9}"/>
                    </a:ext>
                  </a:extLst>
                </p14:cNvPr>
                <p14:cNvContentPartPr/>
                <p14:nvPr/>
              </p14:nvContentPartPr>
              <p14:xfrm>
                <a:off x="1585303" y="362709"/>
                <a:ext cx="154080" cy="12996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764C2D3-001B-1DAC-1612-201D1F9A41F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76663" y="353709"/>
                  <a:ext cx="171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4C5E940-A2F8-C70A-0538-EEC85AE32BBD}"/>
                    </a:ext>
                  </a:extLst>
                </p14:cNvPr>
                <p14:cNvContentPartPr/>
                <p14:nvPr/>
              </p14:nvContentPartPr>
              <p14:xfrm>
                <a:off x="1716703" y="267309"/>
                <a:ext cx="126000" cy="105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4C5E940-A2F8-C70A-0538-EEC85AE32B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07703" y="258669"/>
                  <a:ext cx="143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F726F62-0121-3233-8E0E-21B5A2498BE7}"/>
                    </a:ext>
                  </a:extLst>
                </p14:cNvPr>
                <p14:cNvContentPartPr/>
                <p14:nvPr/>
              </p14:nvContentPartPr>
              <p14:xfrm>
                <a:off x="1836583" y="218349"/>
                <a:ext cx="75960" cy="169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F726F62-0121-3233-8E0E-21B5A2498B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27943" y="209349"/>
                  <a:ext cx="93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4CB55EC-C1FC-4F0F-E208-4BFD1F8726E7}"/>
                    </a:ext>
                  </a:extLst>
                </p14:cNvPr>
                <p14:cNvContentPartPr/>
                <p14:nvPr/>
              </p14:nvContentPartPr>
              <p14:xfrm>
                <a:off x="1781503" y="391509"/>
                <a:ext cx="135360" cy="993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4CB55EC-C1FC-4F0F-E208-4BFD1F8726E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72503" y="382869"/>
                  <a:ext cx="1530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08" name="그룹 43007">
            <a:extLst>
              <a:ext uri="{FF2B5EF4-FFF2-40B4-BE49-F238E27FC236}">
                <a16:creationId xmlns:a16="http://schemas.microsoft.com/office/drawing/2014/main" id="{A468F53E-7664-6B4D-323D-D16A62C739F9}"/>
              </a:ext>
            </a:extLst>
          </p:cNvPr>
          <p:cNvGrpSpPr/>
          <p:nvPr/>
        </p:nvGrpSpPr>
        <p:grpSpPr>
          <a:xfrm>
            <a:off x="2091823" y="233469"/>
            <a:ext cx="824400" cy="285120"/>
            <a:chOff x="2091823" y="233469"/>
            <a:chExt cx="82440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4883240-CFF0-0116-BD53-A2C9818E0813}"/>
                    </a:ext>
                  </a:extLst>
                </p14:cNvPr>
                <p14:cNvContentPartPr/>
                <p14:nvPr/>
              </p14:nvContentPartPr>
              <p14:xfrm>
                <a:off x="2091823" y="243549"/>
                <a:ext cx="44280" cy="1656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4883240-CFF0-0116-BD53-A2C9818E0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82823" y="234909"/>
                  <a:ext cx="61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8737515-E7A9-0A7D-F310-1600B9E7EC01}"/>
                    </a:ext>
                  </a:extLst>
                </p14:cNvPr>
                <p14:cNvContentPartPr/>
                <p14:nvPr/>
              </p14:nvContentPartPr>
              <p14:xfrm>
                <a:off x="2138263" y="234909"/>
                <a:ext cx="68040" cy="212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8737515-E7A9-0A7D-F310-1600B9E7EC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29263" y="226269"/>
                  <a:ext cx="85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A62259B-1108-0132-775C-040E33E3F70E}"/>
                    </a:ext>
                  </a:extLst>
                </p14:cNvPr>
                <p14:cNvContentPartPr/>
                <p14:nvPr/>
              </p14:nvContentPartPr>
              <p14:xfrm>
                <a:off x="2236183" y="233469"/>
                <a:ext cx="97200" cy="2574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A62259B-1108-0132-775C-040E33E3F7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27543" y="224469"/>
                  <a:ext cx="114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0AC524A-37BC-9942-CFD8-AD572DF9601B}"/>
                    </a:ext>
                  </a:extLst>
                </p14:cNvPr>
                <p14:cNvContentPartPr/>
                <p14:nvPr/>
              </p14:nvContentPartPr>
              <p14:xfrm>
                <a:off x="2288743" y="296469"/>
                <a:ext cx="118080" cy="170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0AC524A-37BC-9942-CFD8-AD572DF960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9743" y="287829"/>
                  <a:ext cx="135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50E01EC-B368-11BA-F1E6-C3946BFB98F9}"/>
                    </a:ext>
                  </a:extLst>
                </p14:cNvPr>
                <p14:cNvContentPartPr/>
                <p14:nvPr/>
              </p14:nvContentPartPr>
              <p14:xfrm>
                <a:off x="2427343" y="260109"/>
                <a:ext cx="33120" cy="1479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50E01EC-B368-11BA-F1E6-C3946BFB98F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18703" y="251469"/>
                  <a:ext cx="50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4106CFE-1F9B-0DDD-6F53-38247DB738FC}"/>
                    </a:ext>
                  </a:extLst>
                </p14:cNvPr>
                <p14:cNvContentPartPr/>
                <p14:nvPr/>
              </p14:nvContentPartPr>
              <p14:xfrm>
                <a:off x="2437783" y="265509"/>
                <a:ext cx="71280" cy="1310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4106CFE-1F9B-0DDD-6F53-38247DB738F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28783" y="256509"/>
                  <a:ext cx="88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5D0515C-FA19-8379-1260-318828E2B364}"/>
                    </a:ext>
                  </a:extLst>
                </p14:cNvPr>
                <p14:cNvContentPartPr/>
                <p14:nvPr/>
              </p14:nvContentPartPr>
              <p14:xfrm>
                <a:off x="2463703" y="308349"/>
                <a:ext cx="164520" cy="210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5D0515C-FA19-8379-1260-318828E2B3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54703" y="299349"/>
                  <a:ext cx="1821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D2D7883-54F8-D99B-A143-2A26B9CA4C4B}"/>
                    </a:ext>
                  </a:extLst>
                </p14:cNvPr>
                <p14:cNvContentPartPr/>
                <p14:nvPr/>
              </p14:nvContentPartPr>
              <p14:xfrm>
                <a:off x="2649463" y="276669"/>
                <a:ext cx="64800" cy="2098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D2D7883-54F8-D99B-A143-2A26B9CA4C4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40823" y="267669"/>
                  <a:ext cx="82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6ECBAD8-AA33-4E6B-3091-7045C9F97193}"/>
                    </a:ext>
                  </a:extLst>
                </p14:cNvPr>
                <p14:cNvContentPartPr/>
                <p14:nvPr/>
              </p14:nvContentPartPr>
              <p14:xfrm>
                <a:off x="2720383" y="260829"/>
                <a:ext cx="117360" cy="741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6ECBAD8-AA33-4E6B-3091-7045C9F971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11383" y="251829"/>
                  <a:ext cx="135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76EE6F2-E8A3-8587-7F89-0B11E2CDF3DC}"/>
                    </a:ext>
                  </a:extLst>
                </p14:cNvPr>
                <p14:cNvContentPartPr/>
                <p14:nvPr/>
              </p14:nvContentPartPr>
              <p14:xfrm>
                <a:off x="2754223" y="325629"/>
                <a:ext cx="96840" cy="55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76EE6F2-E8A3-8587-7F89-0B11E2CDF3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45223" y="316989"/>
                  <a:ext cx="114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57BCA6A-8D68-98FB-D7F2-8EC6AC42F9AA}"/>
                    </a:ext>
                  </a:extLst>
                </p14:cNvPr>
                <p14:cNvContentPartPr/>
                <p14:nvPr/>
              </p14:nvContentPartPr>
              <p14:xfrm>
                <a:off x="2772223" y="377829"/>
                <a:ext cx="144000" cy="1162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57BCA6A-8D68-98FB-D7F2-8EC6AC42F9A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63223" y="369189"/>
                  <a:ext cx="16164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DC026CC-59B0-BB26-A692-CFD9F74EE0D5}"/>
              </a:ext>
            </a:extLst>
          </p:cNvPr>
          <p:cNvGrpSpPr/>
          <p:nvPr/>
        </p:nvGrpSpPr>
        <p:grpSpPr>
          <a:xfrm>
            <a:off x="3063823" y="236349"/>
            <a:ext cx="395280" cy="183600"/>
            <a:chOff x="3063823" y="236349"/>
            <a:chExt cx="3952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3D5DA06-1D9B-AE7F-AC9B-89914BC2AAF9}"/>
                    </a:ext>
                  </a:extLst>
                </p14:cNvPr>
                <p14:cNvContentPartPr/>
                <p14:nvPr/>
              </p14:nvContentPartPr>
              <p14:xfrm>
                <a:off x="3063823" y="247149"/>
                <a:ext cx="125640" cy="1728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3D5DA06-1D9B-AE7F-AC9B-89914BC2AA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55183" y="238149"/>
                  <a:ext cx="143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A85AC2-B2A2-C2BE-657C-BA9036BD4437}"/>
                    </a:ext>
                  </a:extLst>
                </p14:cNvPr>
                <p14:cNvContentPartPr/>
                <p14:nvPr/>
              </p14:nvContentPartPr>
              <p14:xfrm>
                <a:off x="3084343" y="306189"/>
                <a:ext cx="96840" cy="396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A85AC2-B2A2-C2BE-657C-BA9036BD44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75343" y="297549"/>
                  <a:ext cx="114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CB47ED3-1A02-D2AF-6F1E-3C1C69AEA4C7}"/>
                    </a:ext>
                  </a:extLst>
                </p14:cNvPr>
                <p14:cNvContentPartPr/>
                <p14:nvPr/>
              </p14:nvContentPartPr>
              <p14:xfrm>
                <a:off x="3191263" y="237429"/>
                <a:ext cx="104760" cy="1584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CB47ED3-1A02-D2AF-6F1E-3C1C69AEA4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82623" y="228429"/>
                  <a:ext cx="122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48AB8B9-FB7B-A334-9ABB-D67FAABE5885}"/>
                    </a:ext>
                  </a:extLst>
                </p14:cNvPr>
                <p14:cNvContentPartPr/>
                <p14:nvPr/>
              </p14:nvContentPartPr>
              <p14:xfrm>
                <a:off x="3266503" y="236349"/>
                <a:ext cx="115920" cy="1022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48AB8B9-FB7B-A334-9ABB-D67FAABE588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57503" y="227349"/>
                  <a:ext cx="133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426A22D-7801-71DA-32C0-16BEF5575774}"/>
                    </a:ext>
                  </a:extLst>
                </p14:cNvPr>
                <p14:cNvContentPartPr/>
                <p14:nvPr/>
              </p14:nvContentPartPr>
              <p14:xfrm>
                <a:off x="3276583" y="309789"/>
                <a:ext cx="182520" cy="1011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426A22D-7801-71DA-32C0-16BEF557577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67943" y="300789"/>
                  <a:ext cx="2001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524092B-09CA-84E5-1CD8-04CD3CCE0215}"/>
              </a:ext>
            </a:extLst>
          </p:cNvPr>
          <p:cNvGrpSpPr/>
          <p:nvPr/>
        </p:nvGrpSpPr>
        <p:grpSpPr>
          <a:xfrm>
            <a:off x="3599863" y="126909"/>
            <a:ext cx="244440" cy="376560"/>
            <a:chOff x="3599863" y="126909"/>
            <a:chExt cx="24444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8C8DF51-BBD0-5924-C80D-1EFA1D044AB7}"/>
                    </a:ext>
                  </a:extLst>
                </p14:cNvPr>
                <p14:cNvContentPartPr/>
                <p14:nvPr/>
              </p14:nvContentPartPr>
              <p14:xfrm>
                <a:off x="3599863" y="152829"/>
                <a:ext cx="52560" cy="119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8C8DF51-BBD0-5924-C80D-1EFA1D044A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91223" y="143829"/>
                  <a:ext cx="70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B99B01D-E56B-83EF-7E58-D710066C3ED8}"/>
                    </a:ext>
                  </a:extLst>
                </p14:cNvPr>
                <p14:cNvContentPartPr/>
                <p14:nvPr/>
              </p14:nvContentPartPr>
              <p14:xfrm>
                <a:off x="3640903" y="126909"/>
                <a:ext cx="94320" cy="204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B99B01D-E56B-83EF-7E58-D710066C3ED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32263" y="118269"/>
                  <a:ext cx="111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8D314D9-FA41-89BB-DEF3-18F2DE130686}"/>
                    </a:ext>
                  </a:extLst>
                </p14:cNvPr>
                <p14:cNvContentPartPr/>
                <p14:nvPr/>
              </p14:nvContentPartPr>
              <p14:xfrm>
                <a:off x="3623263" y="313749"/>
                <a:ext cx="164160" cy="475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8D314D9-FA41-89BB-DEF3-18F2DE1306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14623" y="304749"/>
                  <a:ext cx="181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5C7E922-3F22-283E-075F-48F03752196F}"/>
                    </a:ext>
                  </a:extLst>
                </p14:cNvPr>
                <p14:cNvContentPartPr/>
                <p14:nvPr/>
              </p14:nvContentPartPr>
              <p14:xfrm>
                <a:off x="3691663" y="397269"/>
                <a:ext cx="15480" cy="939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5C7E922-3F22-283E-075F-48F03752196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82663" y="388629"/>
                  <a:ext cx="33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FD64AC6-80B2-72D4-A708-2FB4FD8BAA2A}"/>
                    </a:ext>
                  </a:extLst>
                </p14:cNvPr>
                <p14:cNvContentPartPr/>
                <p14:nvPr/>
              </p14:nvContentPartPr>
              <p14:xfrm>
                <a:off x="3679423" y="381069"/>
                <a:ext cx="146880" cy="720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FD64AC6-80B2-72D4-A708-2FB4FD8BAA2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70783" y="372069"/>
                  <a:ext cx="164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695F3BE-416B-3959-E419-3B735A8128D8}"/>
                    </a:ext>
                  </a:extLst>
                </p14:cNvPr>
                <p14:cNvContentPartPr/>
                <p14:nvPr/>
              </p14:nvContentPartPr>
              <p14:xfrm>
                <a:off x="3706423" y="418509"/>
                <a:ext cx="137880" cy="849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695F3BE-416B-3959-E419-3B735A8128D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697423" y="409509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00188"/>
            <a:ext cx="8929687" cy="5072062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교착상태 탐지 알고리즘 자료 구조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Available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자원 형태마다 사용 가능한 자원 수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길이가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인 벡터</a:t>
            </a:r>
            <a:endParaRPr lang="en-US" altLang="ko-KR" sz="1800" dirty="0">
              <a:solidFill>
                <a:srgbClr val="000000"/>
              </a:solidFill>
              <a:latin typeface="+mn-ea"/>
              <a:cs typeface="Times New Roman" pitchFamily="18" charset="0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Allocation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각 프로세스에 현재 할당된 각 형태의 자원 수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ⅹ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행렬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Request: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각 프로세스의 현재 요청을 표시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ⅹ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행렬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     - Request[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j]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= k: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 프로세스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는 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R</a:t>
            </a:r>
            <a:r>
              <a:rPr lang="en-US" altLang="ko-KR" sz="1600" b="1" baseline="-25000" dirty="0" err="1">
                <a:solidFill>
                  <a:srgbClr val="000000"/>
                </a:solidFill>
                <a:latin typeface="+mn-ea"/>
              </a:rPr>
              <a:t>j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의 자원을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k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개 더 요청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남아있는 프로세스들에 대한 할당 가능 순서를 모두 찾음</a:t>
            </a:r>
            <a:endParaRPr lang="en-US" altLang="ko-KR" sz="22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Work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과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Finish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는 각각 길이가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과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n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인 벡터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‘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Work = Available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초기화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- ‘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Allocation</a:t>
            </a:r>
            <a:r>
              <a:rPr lang="en-US" altLang="ko-KR" sz="16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 ≠ 0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이면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‘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:= false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이고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아니면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'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:= true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'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다음을 만족하는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가 있으면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 이동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가 없으면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단계로 이동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= false;   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Request</a:t>
            </a:r>
            <a:r>
              <a:rPr lang="en-US" altLang="ko-KR" sz="16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 ≤ Work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다음을 수행하고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단계로 이동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 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Work  = Work + 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Allocation</a:t>
            </a:r>
            <a:r>
              <a:rPr lang="en-US" altLang="ko-KR" sz="1600" b="1" baseline="-250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;  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Finish[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:= true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800" b="1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: Finish[</a:t>
            </a:r>
            <a:r>
              <a:rPr lang="en-US" altLang="ko-KR" sz="1800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] = false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라면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프로세스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800" b="1" baseline="-25000" dirty="0">
                <a:solidFill>
                  <a:srgbClr val="000000"/>
                </a:solidFill>
                <a:latin typeface="+mn-ea"/>
              </a:rPr>
              <a:t>i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는 교착상태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05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7B58D3-6C60-4813-9A61-0A5B66DC3044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45093" name="그룹 45092">
            <a:extLst>
              <a:ext uri="{FF2B5EF4-FFF2-40B4-BE49-F238E27FC236}">
                <a16:creationId xmlns:a16="http://schemas.microsoft.com/office/drawing/2014/main" id="{2A9376EA-C68F-FB25-FD6F-B94C96F5871A}"/>
              </a:ext>
            </a:extLst>
          </p:cNvPr>
          <p:cNvGrpSpPr/>
          <p:nvPr/>
        </p:nvGrpSpPr>
        <p:grpSpPr>
          <a:xfrm>
            <a:off x="963583" y="398709"/>
            <a:ext cx="771120" cy="517680"/>
            <a:chOff x="963583" y="398709"/>
            <a:chExt cx="771120" cy="51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5064" name="잉크 45063">
                  <a:extLst>
                    <a:ext uri="{FF2B5EF4-FFF2-40B4-BE49-F238E27FC236}">
                      <a16:creationId xmlns:a16="http://schemas.microsoft.com/office/drawing/2014/main" id="{69E37D83-E10F-DFF0-C079-FF34DAFEA3F9}"/>
                    </a:ext>
                  </a:extLst>
                </p14:cNvPr>
                <p14:cNvContentPartPr/>
                <p14:nvPr/>
              </p14:nvContentPartPr>
              <p14:xfrm>
                <a:off x="1262023" y="398709"/>
                <a:ext cx="107640" cy="99720"/>
              </p14:xfrm>
            </p:contentPart>
          </mc:Choice>
          <mc:Fallback>
            <p:pic>
              <p:nvPicPr>
                <p:cNvPr id="45064" name="잉크 45063">
                  <a:extLst>
                    <a:ext uri="{FF2B5EF4-FFF2-40B4-BE49-F238E27FC236}">
                      <a16:creationId xmlns:a16="http://schemas.microsoft.com/office/drawing/2014/main" id="{69E37D83-E10F-DFF0-C079-FF34DAFEA3F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53383" y="390069"/>
                  <a:ext cx="125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5065" name="잉크 45064">
                  <a:extLst>
                    <a:ext uri="{FF2B5EF4-FFF2-40B4-BE49-F238E27FC236}">
                      <a16:creationId xmlns:a16="http://schemas.microsoft.com/office/drawing/2014/main" id="{FAF0265D-2C1D-9FD9-95BD-EFE1DE648322}"/>
                    </a:ext>
                  </a:extLst>
                </p14:cNvPr>
                <p14:cNvContentPartPr/>
                <p14:nvPr/>
              </p14:nvContentPartPr>
              <p14:xfrm>
                <a:off x="1237903" y="453429"/>
                <a:ext cx="92880" cy="171720"/>
              </p14:xfrm>
            </p:contentPart>
          </mc:Choice>
          <mc:Fallback>
            <p:pic>
              <p:nvPicPr>
                <p:cNvPr id="45065" name="잉크 45064">
                  <a:extLst>
                    <a:ext uri="{FF2B5EF4-FFF2-40B4-BE49-F238E27FC236}">
                      <a16:creationId xmlns:a16="http://schemas.microsoft.com/office/drawing/2014/main" id="{FAF0265D-2C1D-9FD9-95BD-EFE1DE6483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29263" y="444789"/>
                  <a:ext cx="110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5067" name="잉크 45066">
                  <a:extLst>
                    <a:ext uri="{FF2B5EF4-FFF2-40B4-BE49-F238E27FC236}">
                      <a16:creationId xmlns:a16="http://schemas.microsoft.com/office/drawing/2014/main" id="{8C58E096-7D8A-F8DB-DEC0-83E629493EF7}"/>
                    </a:ext>
                  </a:extLst>
                </p14:cNvPr>
                <p14:cNvContentPartPr/>
                <p14:nvPr/>
              </p14:nvContentPartPr>
              <p14:xfrm>
                <a:off x="965023" y="694269"/>
                <a:ext cx="18360" cy="132120"/>
              </p14:xfrm>
            </p:contentPart>
          </mc:Choice>
          <mc:Fallback>
            <p:pic>
              <p:nvPicPr>
                <p:cNvPr id="45067" name="잉크 45066">
                  <a:extLst>
                    <a:ext uri="{FF2B5EF4-FFF2-40B4-BE49-F238E27FC236}">
                      <a16:creationId xmlns:a16="http://schemas.microsoft.com/office/drawing/2014/main" id="{8C58E096-7D8A-F8DB-DEC0-83E629493E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6023" y="685629"/>
                  <a:ext cx="36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5068" name="잉크 45067">
                  <a:extLst>
                    <a:ext uri="{FF2B5EF4-FFF2-40B4-BE49-F238E27FC236}">
                      <a16:creationId xmlns:a16="http://schemas.microsoft.com/office/drawing/2014/main" id="{B03D3B11-A9AB-99AA-60B1-B202C7C0180F}"/>
                    </a:ext>
                  </a:extLst>
                </p14:cNvPr>
                <p14:cNvContentPartPr/>
                <p14:nvPr/>
              </p14:nvContentPartPr>
              <p14:xfrm>
                <a:off x="963583" y="712269"/>
                <a:ext cx="52560" cy="103680"/>
              </p14:xfrm>
            </p:contentPart>
          </mc:Choice>
          <mc:Fallback>
            <p:pic>
              <p:nvPicPr>
                <p:cNvPr id="45068" name="잉크 45067">
                  <a:extLst>
                    <a:ext uri="{FF2B5EF4-FFF2-40B4-BE49-F238E27FC236}">
                      <a16:creationId xmlns:a16="http://schemas.microsoft.com/office/drawing/2014/main" id="{B03D3B11-A9AB-99AA-60B1-B202C7C018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583" y="703269"/>
                  <a:ext cx="70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5069" name="잉크 45068">
                  <a:extLst>
                    <a:ext uri="{FF2B5EF4-FFF2-40B4-BE49-F238E27FC236}">
                      <a16:creationId xmlns:a16="http://schemas.microsoft.com/office/drawing/2014/main" id="{4F6148B3-B7B9-7FEC-CDF0-E80EBA8958F4}"/>
                    </a:ext>
                  </a:extLst>
                </p14:cNvPr>
                <p14:cNvContentPartPr/>
                <p14:nvPr/>
              </p14:nvContentPartPr>
              <p14:xfrm>
                <a:off x="969343" y="700029"/>
                <a:ext cx="93600" cy="139320"/>
              </p14:xfrm>
            </p:contentPart>
          </mc:Choice>
          <mc:Fallback>
            <p:pic>
              <p:nvPicPr>
                <p:cNvPr id="45069" name="잉크 45068">
                  <a:extLst>
                    <a:ext uri="{FF2B5EF4-FFF2-40B4-BE49-F238E27FC236}">
                      <a16:creationId xmlns:a16="http://schemas.microsoft.com/office/drawing/2014/main" id="{4F6148B3-B7B9-7FEC-CDF0-E80EBA8958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0343" y="691389"/>
                  <a:ext cx="111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5070" name="잉크 45069">
                  <a:extLst>
                    <a:ext uri="{FF2B5EF4-FFF2-40B4-BE49-F238E27FC236}">
                      <a16:creationId xmlns:a16="http://schemas.microsoft.com/office/drawing/2014/main" id="{A99C7C9F-7B48-8988-477D-24C19C275B56}"/>
                    </a:ext>
                  </a:extLst>
                </p14:cNvPr>
                <p14:cNvContentPartPr/>
                <p14:nvPr/>
              </p14:nvContentPartPr>
              <p14:xfrm>
                <a:off x="1082023" y="727749"/>
                <a:ext cx="77040" cy="100080"/>
              </p14:xfrm>
            </p:contentPart>
          </mc:Choice>
          <mc:Fallback>
            <p:pic>
              <p:nvPicPr>
                <p:cNvPr id="45070" name="잉크 45069">
                  <a:extLst>
                    <a:ext uri="{FF2B5EF4-FFF2-40B4-BE49-F238E27FC236}">
                      <a16:creationId xmlns:a16="http://schemas.microsoft.com/office/drawing/2014/main" id="{A99C7C9F-7B48-8988-477D-24C19C275B5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3023" y="718749"/>
                  <a:ext cx="94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5071" name="잉크 45070">
                  <a:extLst>
                    <a:ext uri="{FF2B5EF4-FFF2-40B4-BE49-F238E27FC236}">
                      <a16:creationId xmlns:a16="http://schemas.microsoft.com/office/drawing/2014/main" id="{3AABDD78-2077-59AC-C064-D1F0AAE4DCFC}"/>
                    </a:ext>
                  </a:extLst>
                </p14:cNvPr>
                <p14:cNvContentPartPr/>
                <p14:nvPr/>
              </p14:nvContentPartPr>
              <p14:xfrm>
                <a:off x="1172383" y="699669"/>
                <a:ext cx="59040" cy="135000"/>
              </p14:xfrm>
            </p:contentPart>
          </mc:Choice>
          <mc:Fallback>
            <p:pic>
              <p:nvPicPr>
                <p:cNvPr id="45071" name="잉크 45070">
                  <a:extLst>
                    <a:ext uri="{FF2B5EF4-FFF2-40B4-BE49-F238E27FC236}">
                      <a16:creationId xmlns:a16="http://schemas.microsoft.com/office/drawing/2014/main" id="{3AABDD78-2077-59AC-C064-D1F0AAE4DC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743" y="690669"/>
                  <a:ext cx="76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5072" name="잉크 45071">
                  <a:extLst>
                    <a:ext uri="{FF2B5EF4-FFF2-40B4-BE49-F238E27FC236}">
                      <a16:creationId xmlns:a16="http://schemas.microsoft.com/office/drawing/2014/main" id="{754531A9-3A00-B636-D202-F415AAA1F739}"/>
                    </a:ext>
                  </a:extLst>
                </p14:cNvPr>
                <p14:cNvContentPartPr/>
                <p14:nvPr/>
              </p14:nvContentPartPr>
              <p14:xfrm>
                <a:off x="1259143" y="727389"/>
                <a:ext cx="95400" cy="99720"/>
              </p14:xfrm>
            </p:contentPart>
          </mc:Choice>
          <mc:Fallback>
            <p:pic>
              <p:nvPicPr>
                <p:cNvPr id="45072" name="잉크 45071">
                  <a:extLst>
                    <a:ext uri="{FF2B5EF4-FFF2-40B4-BE49-F238E27FC236}">
                      <a16:creationId xmlns:a16="http://schemas.microsoft.com/office/drawing/2014/main" id="{754531A9-3A00-B636-D202-F415AAA1F73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50143" y="718749"/>
                  <a:ext cx="113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5073" name="잉크 45072">
                  <a:extLst>
                    <a:ext uri="{FF2B5EF4-FFF2-40B4-BE49-F238E27FC236}">
                      <a16:creationId xmlns:a16="http://schemas.microsoft.com/office/drawing/2014/main" id="{C63C3289-2E7A-54E5-5FF3-662CBF47F18B}"/>
                    </a:ext>
                  </a:extLst>
                </p14:cNvPr>
                <p14:cNvContentPartPr/>
                <p14:nvPr/>
              </p14:nvContentPartPr>
              <p14:xfrm>
                <a:off x="1376863" y="715869"/>
                <a:ext cx="7920" cy="110160"/>
              </p14:xfrm>
            </p:contentPart>
          </mc:Choice>
          <mc:Fallback>
            <p:pic>
              <p:nvPicPr>
                <p:cNvPr id="45073" name="잉크 45072">
                  <a:extLst>
                    <a:ext uri="{FF2B5EF4-FFF2-40B4-BE49-F238E27FC236}">
                      <a16:creationId xmlns:a16="http://schemas.microsoft.com/office/drawing/2014/main" id="{C63C3289-2E7A-54E5-5FF3-662CBF47F1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67863" y="707229"/>
                  <a:ext cx="25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5074" name="잉크 45073">
                  <a:extLst>
                    <a:ext uri="{FF2B5EF4-FFF2-40B4-BE49-F238E27FC236}">
                      <a16:creationId xmlns:a16="http://schemas.microsoft.com/office/drawing/2014/main" id="{7BDE6637-5C0F-25E4-5934-FD10BEDABFF6}"/>
                    </a:ext>
                  </a:extLst>
                </p14:cNvPr>
                <p14:cNvContentPartPr/>
                <p14:nvPr/>
              </p14:nvContentPartPr>
              <p14:xfrm>
                <a:off x="1510063" y="665109"/>
                <a:ext cx="79200" cy="139680"/>
              </p14:xfrm>
            </p:contentPart>
          </mc:Choice>
          <mc:Fallback>
            <p:pic>
              <p:nvPicPr>
                <p:cNvPr id="45074" name="잉크 45073">
                  <a:extLst>
                    <a:ext uri="{FF2B5EF4-FFF2-40B4-BE49-F238E27FC236}">
                      <a16:creationId xmlns:a16="http://schemas.microsoft.com/office/drawing/2014/main" id="{7BDE6637-5C0F-25E4-5934-FD10BEDABFF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01063" y="656469"/>
                  <a:ext cx="96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075" name="잉크 45074">
                  <a:extLst>
                    <a:ext uri="{FF2B5EF4-FFF2-40B4-BE49-F238E27FC236}">
                      <a16:creationId xmlns:a16="http://schemas.microsoft.com/office/drawing/2014/main" id="{09FA74D5-F615-E133-EDF2-460340E1E6EA}"/>
                    </a:ext>
                  </a:extLst>
                </p14:cNvPr>
                <p14:cNvContentPartPr/>
                <p14:nvPr/>
              </p14:nvContentPartPr>
              <p14:xfrm>
                <a:off x="1510063" y="719469"/>
                <a:ext cx="122040" cy="114480"/>
              </p14:xfrm>
            </p:contentPart>
          </mc:Choice>
          <mc:Fallback>
            <p:pic>
              <p:nvPicPr>
                <p:cNvPr id="45075" name="잉크 45074">
                  <a:extLst>
                    <a:ext uri="{FF2B5EF4-FFF2-40B4-BE49-F238E27FC236}">
                      <a16:creationId xmlns:a16="http://schemas.microsoft.com/office/drawing/2014/main" id="{09FA74D5-F615-E133-EDF2-460340E1E6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01423" y="710829"/>
                  <a:ext cx="139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076" name="잉크 45075">
                  <a:extLst>
                    <a:ext uri="{FF2B5EF4-FFF2-40B4-BE49-F238E27FC236}">
                      <a16:creationId xmlns:a16="http://schemas.microsoft.com/office/drawing/2014/main" id="{7B958B47-CB97-6FE2-1A13-CBBA5DBB4125}"/>
                    </a:ext>
                  </a:extLst>
                </p14:cNvPr>
                <p14:cNvContentPartPr/>
                <p14:nvPr/>
              </p14:nvContentPartPr>
              <p14:xfrm>
                <a:off x="1626703" y="706149"/>
                <a:ext cx="63720" cy="74520"/>
              </p14:xfrm>
            </p:contentPart>
          </mc:Choice>
          <mc:Fallback>
            <p:pic>
              <p:nvPicPr>
                <p:cNvPr id="45076" name="잉크 45075">
                  <a:extLst>
                    <a:ext uri="{FF2B5EF4-FFF2-40B4-BE49-F238E27FC236}">
                      <a16:creationId xmlns:a16="http://schemas.microsoft.com/office/drawing/2014/main" id="{7B958B47-CB97-6FE2-1A13-CBBA5DBB41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17703" y="697509"/>
                  <a:ext cx="81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077" name="잉크 45076">
                  <a:extLst>
                    <a:ext uri="{FF2B5EF4-FFF2-40B4-BE49-F238E27FC236}">
                      <a16:creationId xmlns:a16="http://schemas.microsoft.com/office/drawing/2014/main" id="{FCB66A92-917E-88AF-6B0E-97F25C9D8182}"/>
                    </a:ext>
                  </a:extLst>
                </p14:cNvPr>
                <p14:cNvContentPartPr/>
                <p14:nvPr/>
              </p14:nvContentPartPr>
              <p14:xfrm>
                <a:off x="1609063" y="761229"/>
                <a:ext cx="125640" cy="155160"/>
              </p14:xfrm>
            </p:contentPart>
          </mc:Choice>
          <mc:Fallback>
            <p:pic>
              <p:nvPicPr>
                <p:cNvPr id="45077" name="잉크 45076">
                  <a:extLst>
                    <a:ext uri="{FF2B5EF4-FFF2-40B4-BE49-F238E27FC236}">
                      <a16:creationId xmlns:a16="http://schemas.microsoft.com/office/drawing/2014/main" id="{FCB66A92-917E-88AF-6B0E-97F25C9D818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00423" y="752589"/>
                  <a:ext cx="1432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92" name="그룹 45091">
            <a:extLst>
              <a:ext uri="{FF2B5EF4-FFF2-40B4-BE49-F238E27FC236}">
                <a16:creationId xmlns:a16="http://schemas.microsoft.com/office/drawing/2014/main" id="{891BD7B5-DF9B-0AD7-B840-D3A0DC65397F}"/>
              </a:ext>
            </a:extLst>
          </p:cNvPr>
          <p:cNvGrpSpPr/>
          <p:nvPr/>
        </p:nvGrpSpPr>
        <p:grpSpPr>
          <a:xfrm>
            <a:off x="2971663" y="480789"/>
            <a:ext cx="978840" cy="402840"/>
            <a:chOff x="2971663" y="480789"/>
            <a:chExt cx="97884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078" name="잉크 45077">
                  <a:extLst>
                    <a:ext uri="{FF2B5EF4-FFF2-40B4-BE49-F238E27FC236}">
                      <a16:creationId xmlns:a16="http://schemas.microsoft.com/office/drawing/2014/main" id="{D800D1A8-833B-68EF-969A-FE8C25F62179}"/>
                    </a:ext>
                  </a:extLst>
                </p14:cNvPr>
                <p14:cNvContentPartPr/>
                <p14:nvPr/>
              </p14:nvContentPartPr>
              <p14:xfrm>
                <a:off x="2971663" y="483669"/>
                <a:ext cx="78120" cy="78120"/>
              </p14:xfrm>
            </p:contentPart>
          </mc:Choice>
          <mc:Fallback>
            <p:pic>
              <p:nvPicPr>
                <p:cNvPr id="45078" name="잉크 45077">
                  <a:extLst>
                    <a:ext uri="{FF2B5EF4-FFF2-40B4-BE49-F238E27FC236}">
                      <a16:creationId xmlns:a16="http://schemas.microsoft.com/office/drawing/2014/main" id="{D800D1A8-833B-68EF-969A-FE8C25F621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63023" y="475029"/>
                  <a:ext cx="95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5079" name="잉크 45078">
                  <a:extLst>
                    <a:ext uri="{FF2B5EF4-FFF2-40B4-BE49-F238E27FC236}">
                      <a16:creationId xmlns:a16="http://schemas.microsoft.com/office/drawing/2014/main" id="{849B6A35-9101-975F-B9AA-AC568D2D02A9}"/>
                    </a:ext>
                  </a:extLst>
                </p14:cNvPr>
                <p14:cNvContentPartPr/>
                <p14:nvPr/>
              </p14:nvContentPartPr>
              <p14:xfrm>
                <a:off x="2995423" y="480789"/>
                <a:ext cx="95400" cy="185040"/>
              </p14:xfrm>
            </p:contentPart>
          </mc:Choice>
          <mc:Fallback>
            <p:pic>
              <p:nvPicPr>
                <p:cNvPr id="45079" name="잉크 45078">
                  <a:extLst>
                    <a:ext uri="{FF2B5EF4-FFF2-40B4-BE49-F238E27FC236}">
                      <a16:creationId xmlns:a16="http://schemas.microsoft.com/office/drawing/2014/main" id="{849B6A35-9101-975F-B9AA-AC568D2D0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86783" y="471789"/>
                  <a:ext cx="113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5080" name="잉크 45079">
                  <a:extLst>
                    <a:ext uri="{FF2B5EF4-FFF2-40B4-BE49-F238E27FC236}">
                      <a16:creationId xmlns:a16="http://schemas.microsoft.com/office/drawing/2014/main" id="{65CE20F6-8EFB-E24C-E0A5-E9D4300A1426}"/>
                    </a:ext>
                  </a:extLst>
                </p14:cNvPr>
                <p14:cNvContentPartPr/>
                <p14:nvPr/>
              </p14:nvContentPartPr>
              <p14:xfrm>
                <a:off x="3169303" y="606069"/>
                <a:ext cx="13320" cy="80640"/>
              </p14:xfrm>
            </p:contentPart>
          </mc:Choice>
          <mc:Fallback>
            <p:pic>
              <p:nvPicPr>
                <p:cNvPr id="45080" name="잉크 45079">
                  <a:extLst>
                    <a:ext uri="{FF2B5EF4-FFF2-40B4-BE49-F238E27FC236}">
                      <a16:creationId xmlns:a16="http://schemas.microsoft.com/office/drawing/2014/main" id="{65CE20F6-8EFB-E24C-E0A5-E9D4300A14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60663" y="597429"/>
                  <a:ext cx="30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081" name="잉크 45080">
                  <a:extLst>
                    <a:ext uri="{FF2B5EF4-FFF2-40B4-BE49-F238E27FC236}">
                      <a16:creationId xmlns:a16="http://schemas.microsoft.com/office/drawing/2014/main" id="{CFF044C6-5DA5-422F-2464-5E206868277D}"/>
                    </a:ext>
                  </a:extLst>
                </p14:cNvPr>
                <p14:cNvContentPartPr/>
                <p14:nvPr/>
              </p14:nvContentPartPr>
              <p14:xfrm>
                <a:off x="3114943" y="657909"/>
                <a:ext cx="101880" cy="20880"/>
              </p14:xfrm>
            </p:contentPart>
          </mc:Choice>
          <mc:Fallback>
            <p:pic>
              <p:nvPicPr>
                <p:cNvPr id="45081" name="잉크 45080">
                  <a:extLst>
                    <a:ext uri="{FF2B5EF4-FFF2-40B4-BE49-F238E27FC236}">
                      <a16:creationId xmlns:a16="http://schemas.microsoft.com/office/drawing/2014/main" id="{CFF044C6-5DA5-422F-2464-5E20686827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05943" y="649269"/>
                  <a:ext cx="119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5082" name="잉크 45081">
                  <a:extLst>
                    <a:ext uri="{FF2B5EF4-FFF2-40B4-BE49-F238E27FC236}">
                      <a16:creationId xmlns:a16="http://schemas.microsoft.com/office/drawing/2014/main" id="{EA88321F-D7D2-D7FA-BC1A-A8BA3D7C6D9F}"/>
                    </a:ext>
                  </a:extLst>
                </p14:cNvPr>
                <p14:cNvContentPartPr/>
                <p14:nvPr/>
              </p14:nvContentPartPr>
              <p14:xfrm>
                <a:off x="3158503" y="698229"/>
                <a:ext cx="116640" cy="73080"/>
              </p14:xfrm>
            </p:contentPart>
          </mc:Choice>
          <mc:Fallback>
            <p:pic>
              <p:nvPicPr>
                <p:cNvPr id="45082" name="잉크 45081">
                  <a:extLst>
                    <a:ext uri="{FF2B5EF4-FFF2-40B4-BE49-F238E27FC236}">
                      <a16:creationId xmlns:a16="http://schemas.microsoft.com/office/drawing/2014/main" id="{EA88321F-D7D2-D7FA-BC1A-A8BA3D7C6D9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49503" y="689589"/>
                  <a:ext cx="134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5083" name="잉크 45082">
                  <a:extLst>
                    <a:ext uri="{FF2B5EF4-FFF2-40B4-BE49-F238E27FC236}">
                      <a16:creationId xmlns:a16="http://schemas.microsoft.com/office/drawing/2014/main" id="{378590F6-6D29-C106-3358-79CAD80581F1}"/>
                    </a:ext>
                  </a:extLst>
                </p14:cNvPr>
                <p14:cNvContentPartPr/>
                <p14:nvPr/>
              </p14:nvContentPartPr>
              <p14:xfrm>
                <a:off x="3210703" y="674829"/>
                <a:ext cx="79920" cy="119880"/>
              </p14:xfrm>
            </p:contentPart>
          </mc:Choice>
          <mc:Fallback>
            <p:pic>
              <p:nvPicPr>
                <p:cNvPr id="45083" name="잉크 45082">
                  <a:extLst>
                    <a:ext uri="{FF2B5EF4-FFF2-40B4-BE49-F238E27FC236}">
                      <a16:creationId xmlns:a16="http://schemas.microsoft.com/office/drawing/2014/main" id="{378590F6-6D29-C106-3358-79CAD80581F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02063" y="665829"/>
                  <a:ext cx="97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084" name="잉크 45083">
                  <a:extLst>
                    <a:ext uri="{FF2B5EF4-FFF2-40B4-BE49-F238E27FC236}">
                      <a16:creationId xmlns:a16="http://schemas.microsoft.com/office/drawing/2014/main" id="{A1CAF5DF-13CF-8DCE-FFA1-EFDA6E2D6010}"/>
                    </a:ext>
                  </a:extLst>
                </p14:cNvPr>
                <p14:cNvContentPartPr/>
                <p14:nvPr/>
              </p14:nvContentPartPr>
              <p14:xfrm>
                <a:off x="3222583" y="773469"/>
                <a:ext cx="88200" cy="51480"/>
              </p14:xfrm>
            </p:contentPart>
          </mc:Choice>
          <mc:Fallback>
            <p:pic>
              <p:nvPicPr>
                <p:cNvPr id="45084" name="잉크 45083">
                  <a:extLst>
                    <a:ext uri="{FF2B5EF4-FFF2-40B4-BE49-F238E27FC236}">
                      <a16:creationId xmlns:a16="http://schemas.microsoft.com/office/drawing/2014/main" id="{A1CAF5DF-13CF-8DCE-FFA1-EFDA6E2D601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13583" y="764829"/>
                  <a:ext cx="105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085" name="잉크 45084">
                  <a:extLst>
                    <a:ext uri="{FF2B5EF4-FFF2-40B4-BE49-F238E27FC236}">
                      <a16:creationId xmlns:a16="http://schemas.microsoft.com/office/drawing/2014/main" id="{8E71EC14-9303-4262-3039-A3B29FAC7DB5}"/>
                    </a:ext>
                  </a:extLst>
                </p14:cNvPr>
                <p14:cNvContentPartPr/>
                <p14:nvPr/>
              </p14:nvContentPartPr>
              <p14:xfrm>
                <a:off x="3298903" y="691029"/>
                <a:ext cx="94320" cy="76680"/>
              </p14:xfrm>
            </p:contentPart>
          </mc:Choice>
          <mc:Fallback>
            <p:pic>
              <p:nvPicPr>
                <p:cNvPr id="45085" name="잉크 45084">
                  <a:extLst>
                    <a:ext uri="{FF2B5EF4-FFF2-40B4-BE49-F238E27FC236}">
                      <a16:creationId xmlns:a16="http://schemas.microsoft.com/office/drawing/2014/main" id="{8E71EC14-9303-4262-3039-A3B29FAC7DB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89903" y="682389"/>
                  <a:ext cx="111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086" name="잉크 45085">
                  <a:extLst>
                    <a:ext uri="{FF2B5EF4-FFF2-40B4-BE49-F238E27FC236}">
                      <a16:creationId xmlns:a16="http://schemas.microsoft.com/office/drawing/2014/main" id="{B2DF012F-28BA-F4A1-BF3E-5A8BB0C389A5}"/>
                    </a:ext>
                  </a:extLst>
                </p14:cNvPr>
                <p14:cNvContentPartPr/>
                <p14:nvPr/>
              </p14:nvContentPartPr>
              <p14:xfrm>
                <a:off x="3389263" y="694269"/>
                <a:ext cx="72360" cy="80640"/>
              </p14:xfrm>
            </p:contentPart>
          </mc:Choice>
          <mc:Fallback>
            <p:pic>
              <p:nvPicPr>
                <p:cNvPr id="45086" name="잉크 45085">
                  <a:extLst>
                    <a:ext uri="{FF2B5EF4-FFF2-40B4-BE49-F238E27FC236}">
                      <a16:creationId xmlns:a16="http://schemas.microsoft.com/office/drawing/2014/main" id="{B2DF012F-28BA-F4A1-BF3E-5A8BB0C389A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80263" y="685269"/>
                  <a:ext cx="90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087" name="잉크 45086">
                  <a:extLst>
                    <a:ext uri="{FF2B5EF4-FFF2-40B4-BE49-F238E27FC236}">
                      <a16:creationId xmlns:a16="http://schemas.microsoft.com/office/drawing/2014/main" id="{302B6C7E-7AFA-7115-D631-8D71DD1EB401}"/>
                    </a:ext>
                  </a:extLst>
                </p14:cNvPr>
                <p14:cNvContentPartPr/>
                <p14:nvPr/>
              </p14:nvContentPartPr>
              <p14:xfrm>
                <a:off x="3478903" y="685269"/>
                <a:ext cx="100440" cy="103320"/>
              </p14:xfrm>
            </p:contentPart>
          </mc:Choice>
          <mc:Fallback>
            <p:pic>
              <p:nvPicPr>
                <p:cNvPr id="45087" name="잉크 45086">
                  <a:extLst>
                    <a:ext uri="{FF2B5EF4-FFF2-40B4-BE49-F238E27FC236}">
                      <a16:creationId xmlns:a16="http://schemas.microsoft.com/office/drawing/2014/main" id="{302B6C7E-7AFA-7115-D631-8D71DD1EB40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69903" y="676629"/>
                  <a:ext cx="118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088" name="잉크 45087">
                  <a:extLst>
                    <a:ext uri="{FF2B5EF4-FFF2-40B4-BE49-F238E27FC236}">
                      <a16:creationId xmlns:a16="http://schemas.microsoft.com/office/drawing/2014/main" id="{808C1CE9-AE85-0A4C-C188-E51F19493ED1}"/>
                    </a:ext>
                  </a:extLst>
                </p14:cNvPr>
                <p14:cNvContentPartPr/>
                <p14:nvPr/>
              </p14:nvContentPartPr>
              <p14:xfrm>
                <a:off x="3607423" y="663669"/>
                <a:ext cx="10440" cy="110160"/>
              </p14:xfrm>
            </p:contentPart>
          </mc:Choice>
          <mc:Fallback>
            <p:pic>
              <p:nvPicPr>
                <p:cNvPr id="45088" name="잉크 45087">
                  <a:extLst>
                    <a:ext uri="{FF2B5EF4-FFF2-40B4-BE49-F238E27FC236}">
                      <a16:creationId xmlns:a16="http://schemas.microsoft.com/office/drawing/2014/main" id="{808C1CE9-AE85-0A4C-C188-E51F19493ED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98783" y="654669"/>
                  <a:ext cx="28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089" name="잉크 45088">
                  <a:extLst>
                    <a:ext uri="{FF2B5EF4-FFF2-40B4-BE49-F238E27FC236}">
                      <a16:creationId xmlns:a16="http://schemas.microsoft.com/office/drawing/2014/main" id="{48977E4C-6ED9-C2FF-A6BB-C86A3799642E}"/>
                    </a:ext>
                  </a:extLst>
                </p14:cNvPr>
                <p14:cNvContentPartPr/>
                <p14:nvPr/>
              </p14:nvContentPartPr>
              <p14:xfrm>
                <a:off x="3703903" y="635949"/>
                <a:ext cx="142560" cy="169560"/>
              </p14:xfrm>
            </p:contentPart>
          </mc:Choice>
          <mc:Fallback>
            <p:pic>
              <p:nvPicPr>
                <p:cNvPr id="45089" name="잉크 45088">
                  <a:extLst>
                    <a:ext uri="{FF2B5EF4-FFF2-40B4-BE49-F238E27FC236}">
                      <a16:creationId xmlns:a16="http://schemas.microsoft.com/office/drawing/2014/main" id="{48977E4C-6ED9-C2FF-A6BB-C86A3799642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94903" y="627309"/>
                  <a:ext cx="160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090" name="잉크 45089">
                  <a:extLst>
                    <a:ext uri="{FF2B5EF4-FFF2-40B4-BE49-F238E27FC236}">
                      <a16:creationId xmlns:a16="http://schemas.microsoft.com/office/drawing/2014/main" id="{02FE2E5D-EE58-D73A-39D5-2DB42890FA77}"/>
                    </a:ext>
                  </a:extLst>
                </p14:cNvPr>
                <p14:cNvContentPartPr/>
                <p14:nvPr/>
              </p14:nvContentPartPr>
              <p14:xfrm>
                <a:off x="3837823" y="665469"/>
                <a:ext cx="69120" cy="69840"/>
              </p14:xfrm>
            </p:contentPart>
          </mc:Choice>
          <mc:Fallback>
            <p:pic>
              <p:nvPicPr>
                <p:cNvPr id="45090" name="잉크 45089">
                  <a:extLst>
                    <a:ext uri="{FF2B5EF4-FFF2-40B4-BE49-F238E27FC236}">
                      <a16:creationId xmlns:a16="http://schemas.microsoft.com/office/drawing/2014/main" id="{02FE2E5D-EE58-D73A-39D5-2DB42890FA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29183" y="656469"/>
                  <a:ext cx="86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091" name="잉크 45090">
                  <a:extLst>
                    <a:ext uri="{FF2B5EF4-FFF2-40B4-BE49-F238E27FC236}">
                      <a16:creationId xmlns:a16="http://schemas.microsoft.com/office/drawing/2014/main" id="{DC9D9A6E-E133-D273-6E4B-A96556DDDF5E}"/>
                    </a:ext>
                  </a:extLst>
                </p14:cNvPr>
                <p14:cNvContentPartPr/>
                <p14:nvPr/>
              </p14:nvContentPartPr>
              <p14:xfrm>
                <a:off x="3802183" y="728469"/>
                <a:ext cx="148320" cy="155160"/>
              </p14:xfrm>
            </p:contentPart>
          </mc:Choice>
          <mc:Fallback>
            <p:pic>
              <p:nvPicPr>
                <p:cNvPr id="45091" name="잉크 45090">
                  <a:extLst>
                    <a:ext uri="{FF2B5EF4-FFF2-40B4-BE49-F238E27FC236}">
                      <a16:creationId xmlns:a16="http://schemas.microsoft.com/office/drawing/2014/main" id="{DC9D9A6E-E133-D273-6E4B-A96556DDDF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93183" y="719829"/>
                  <a:ext cx="16596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10" name="그룹 45109">
            <a:extLst>
              <a:ext uri="{FF2B5EF4-FFF2-40B4-BE49-F238E27FC236}">
                <a16:creationId xmlns:a16="http://schemas.microsoft.com/office/drawing/2014/main" id="{850DEBF0-EA61-C415-EB45-EAF3E6B606E1}"/>
              </a:ext>
            </a:extLst>
          </p:cNvPr>
          <p:cNvGrpSpPr/>
          <p:nvPr/>
        </p:nvGrpSpPr>
        <p:grpSpPr>
          <a:xfrm>
            <a:off x="238543" y="75789"/>
            <a:ext cx="1747800" cy="328680"/>
            <a:chOff x="238543" y="75789"/>
            <a:chExt cx="174780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094" name="잉크 45093">
                  <a:extLst>
                    <a:ext uri="{FF2B5EF4-FFF2-40B4-BE49-F238E27FC236}">
                      <a16:creationId xmlns:a16="http://schemas.microsoft.com/office/drawing/2014/main" id="{69E80304-7DBC-FFAF-71E2-46B42346E548}"/>
                    </a:ext>
                  </a:extLst>
                </p14:cNvPr>
                <p14:cNvContentPartPr/>
                <p14:nvPr/>
              </p14:nvContentPartPr>
              <p14:xfrm>
                <a:off x="289663" y="120069"/>
                <a:ext cx="79200" cy="92880"/>
              </p14:xfrm>
            </p:contentPart>
          </mc:Choice>
          <mc:Fallback>
            <p:pic>
              <p:nvPicPr>
                <p:cNvPr id="45094" name="잉크 45093">
                  <a:extLst>
                    <a:ext uri="{FF2B5EF4-FFF2-40B4-BE49-F238E27FC236}">
                      <a16:creationId xmlns:a16="http://schemas.microsoft.com/office/drawing/2014/main" id="{69E80304-7DBC-FFAF-71E2-46B42346E54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1023" y="111069"/>
                  <a:ext cx="96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095" name="잉크 45094">
                  <a:extLst>
                    <a:ext uri="{FF2B5EF4-FFF2-40B4-BE49-F238E27FC236}">
                      <a16:creationId xmlns:a16="http://schemas.microsoft.com/office/drawing/2014/main" id="{B403FBFD-61B7-4B73-3012-8E3985905F55}"/>
                    </a:ext>
                  </a:extLst>
                </p14:cNvPr>
                <p14:cNvContentPartPr/>
                <p14:nvPr/>
              </p14:nvContentPartPr>
              <p14:xfrm>
                <a:off x="238543" y="240669"/>
                <a:ext cx="153000" cy="76680"/>
              </p14:xfrm>
            </p:contentPart>
          </mc:Choice>
          <mc:Fallback>
            <p:pic>
              <p:nvPicPr>
                <p:cNvPr id="45095" name="잉크 45094">
                  <a:extLst>
                    <a:ext uri="{FF2B5EF4-FFF2-40B4-BE49-F238E27FC236}">
                      <a16:creationId xmlns:a16="http://schemas.microsoft.com/office/drawing/2014/main" id="{B403FBFD-61B7-4B73-3012-8E3985905F5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9543" y="231669"/>
                  <a:ext cx="170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096" name="잉크 45095">
                  <a:extLst>
                    <a:ext uri="{FF2B5EF4-FFF2-40B4-BE49-F238E27FC236}">
                      <a16:creationId xmlns:a16="http://schemas.microsoft.com/office/drawing/2014/main" id="{469FAC33-5D3C-B86C-F1A9-CDD2F37F35C9}"/>
                    </a:ext>
                  </a:extLst>
                </p14:cNvPr>
                <p14:cNvContentPartPr/>
                <p14:nvPr/>
              </p14:nvContentPartPr>
              <p14:xfrm>
                <a:off x="313423" y="142029"/>
                <a:ext cx="180360" cy="248040"/>
              </p14:xfrm>
            </p:contentPart>
          </mc:Choice>
          <mc:Fallback>
            <p:pic>
              <p:nvPicPr>
                <p:cNvPr id="45096" name="잉크 45095">
                  <a:extLst>
                    <a:ext uri="{FF2B5EF4-FFF2-40B4-BE49-F238E27FC236}">
                      <a16:creationId xmlns:a16="http://schemas.microsoft.com/office/drawing/2014/main" id="{469FAC33-5D3C-B86C-F1A9-CDD2F37F35C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4423" y="133389"/>
                  <a:ext cx="198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097" name="잉크 45096">
                  <a:extLst>
                    <a:ext uri="{FF2B5EF4-FFF2-40B4-BE49-F238E27FC236}">
                      <a16:creationId xmlns:a16="http://schemas.microsoft.com/office/drawing/2014/main" id="{52775E0D-808E-D61A-5E3A-2534B11872D4}"/>
                    </a:ext>
                  </a:extLst>
                </p14:cNvPr>
                <p14:cNvContentPartPr/>
                <p14:nvPr/>
              </p14:nvContentPartPr>
              <p14:xfrm>
                <a:off x="428983" y="190269"/>
                <a:ext cx="129240" cy="129960"/>
              </p14:xfrm>
            </p:contentPart>
          </mc:Choice>
          <mc:Fallback>
            <p:pic>
              <p:nvPicPr>
                <p:cNvPr id="45097" name="잉크 45096">
                  <a:extLst>
                    <a:ext uri="{FF2B5EF4-FFF2-40B4-BE49-F238E27FC236}">
                      <a16:creationId xmlns:a16="http://schemas.microsoft.com/office/drawing/2014/main" id="{52775E0D-808E-D61A-5E3A-2534B11872D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0343" y="181269"/>
                  <a:ext cx="146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098" name="잉크 45097">
                  <a:extLst>
                    <a:ext uri="{FF2B5EF4-FFF2-40B4-BE49-F238E27FC236}">
                      <a16:creationId xmlns:a16="http://schemas.microsoft.com/office/drawing/2014/main" id="{27CC20AA-2B20-B3A1-9584-2921D8F7AA51}"/>
                    </a:ext>
                  </a:extLst>
                </p14:cNvPr>
                <p14:cNvContentPartPr/>
                <p14:nvPr/>
              </p14:nvContentPartPr>
              <p14:xfrm>
                <a:off x="589543" y="188469"/>
                <a:ext cx="76320" cy="117720"/>
              </p14:xfrm>
            </p:contentPart>
          </mc:Choice>
          <mc:Fallback>
            <p:pic>
              <p:nvPicPr>
                <p:cNvPr id="45098" name="잉크 45097">
                  <a:extLst>
                    <a:ext uri="{FF2B5EF4-FFF2-40B4-BE49-F238E27FC236}">
                      <a16:creationId xmlns:a16="http://schemas.microsoft.com/office/drawing/2014/main" id="{27CC20AA-2B20-B3A1-9584-2921D8F7AA5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0903" y="179469"/>
                  <a:ext cx="93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099" name="잉크 45098">
                  <a:extLst>
                    <a:ext uri="{FF2B5EF4-FFF2-40B4-BE49-F238E27FC236}">
                      <a16:creationId xmlns:a16="http://schemas.microsoft.com/office/drawing/2014/main" id="{19624243-D5BE-0A1E-F250-E1F4A2245666}"/>
                    </a:ext>
                  </a:extLst>
                </p14:cNvPr>
                <p14:cNvContentPartPr/>
                <p14:nvPr/>
              </p14:nvContentPartPr>
              <p14:xfrm>
                <a:off x="612943" y="331749"/>
                <a:ext cx="76680" cy="72720"/>
              </p14:xfrm>
            </p:contentPart>
          </mc:Choice>
          <mc:Fallback>
            <p:pic>
              <p:nvPicPr>
                <p:cNvPr id="45099" name="잉크 45098">
                  <a:extLst>
                    <a:ext uri="{FF2B5EF4-FFF2-40B4-BE49-F238E27FC236}">
                      <a16:creationId xmlns:a16="http://schemas.microsoft.com/office/drawing/2014/main" id="{19624243-D5BE-0A1E-F250-E1F4A224566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03943" y="323109"/>
                  <a:ext cx="94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100" name="잉크 45099">
                  <a:extLst>
                    <a:ext uri="{FF2B5EF4-FFF2-40B4-BE49-F238E27FC236}">
                      <a16:creationId xmlns:a16="http://schemas.microsoft.com/office/drawing/2014/main" id="{D0469557-83FB-1481-FBED-C3B64FD6CBC6}"/>
                    </a:ext>
                  </a:extLst>
                </p14:cNvPr>
                <p14:cNvContentPartPr/>
                <p14:nvPr/>
              </p14:nvContentPartPr>
              <p14:xfrm>
                <a:off x="717703" y="159309"/>
                <a:ext cx="63720" cy="77040"/>
              </p14:xfrm>
            </p:contentPart>
          </mc:Choice>
          <mc:Fallback>
            <p:pic>
              <p:nvPicPr>
                <p:cNvPr id="45100" name="잉크 45099">
                  <a:extLst>
                    <a:ext uri="{FF2B5EF4-FFF2-40B4-BE49-F238E27FC236}">
                      <a16:creationId xmlns:a16="http://schemas.microsoft.com/office/drawing/2014/main" id="{D0469557-83FB-1481-FBED-C3B64FD6CB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9063" y="150309"/>
                  <a:ext cx="81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101" name="잉크 45100">
                  <a:extLst>
                    <a:ext uri="{FF2B5EF4-FFF2-40B4-BE49-F238E27FC236}">
                      <a16:creationId xmlns:a16="http://schemas.microsoft.com/office/drawing/2014/main" id="{89D3DB06-B2BC-5071-7BD8-01071E373A38}"/>
                    </a:ext>
                  </a:extLst>
                </p14:cNvPr>
                <p14:cNvContentPartPr/>
                <p14:nvPr/>
              </p14:nvContentPartPr>
              <p14:xfrm>
                <a:off x="690343" y="204669"/>
                <a:ext cx="213840" cy="168120"/>
              </p14:xfrm>
            </p:contentPart>
          </mc:Choice>
          <mc:Fallback>
            <p:pic>
              <p:nvPicPr>
                <p:cNvPr id="45101" name="잉크 45100">
                  <a:extLst>
                    <a:ext uri="{FF2B5EF4-FFF2-40B4-BE49-F238E27FC236}">
                      <a16:creationId xmlns:a16="http://schemas.microsoft.com/office/drawing/2014/main" id="{89D3DB06-B2BC-5071-7BD8-01071E373A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1703" y="195669"/>
                  <a:ext cx="2314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102" name="잉크 45101">
                  <a:extLst>
                    <a:ext uri="{FF2B5EF4-FFF2-40B4-BE49-F238E27FC236}">
                      <a16:creationId xmlns:a16="http://schemas.microsoft.com/office/drawing/2014/main" id="{376F071A-5A7E-E6DE-4377-C8DCBB4FD26C}"/>
                    </a:ext>
                  </a:extLst>
                </p14:cNvPr>
                <p14:cNvContentPartPr/>
                <p14:nvPr/>
              </p14:nvContentPartPr>
              <p14:xfrm>
                <a:off x="836863" y="309069"/>
                <a:ext cx="144360" cy="70920"/>
              </p14:xfrm>
            </p:contentPart>
          </mc:Choice>
          <mc:Fallback>
            <p:pic>
              <p:nvPicPr>
                <p:cNvPr id="45102" name="잉크 45101">
                  <a:extLst>
                    <a:ext uri="{FF2B5EF4-FFF2-40B4-BE49-F238E27FC236}">
                      <a16:creationId xmlns:a16="http://schemas.microsoft.com/office/drawing/2014/main" id="{376F071A-5A7E-E6DE-4377-C8DCBB4FD26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7863" y="300069"/>
                  <a:ext cx="16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103" name="잉크 45102">
                  <a:extLst>
                    <a:ext uri="{FF2B5EF4-FFF2-40B4-BE49-F238E27FC236}">
                      <a16:creationId xmlns:a16="http://schemas.microsoft.com/office/drawing/2014/main" id="{D875826F-5281-1807-780E-F9F347DF4626}"/>
                    </a:ext>
                  </a:extLst>
                </p14:cNvPr>
                <p14:cNvContentPartPr/>
                <p14:nvPr/>
              </p14:nvContentPartPr>
              <p14:xfrm>
                <a:off x="1037023" y="88749"/>
                <a:ext cx="165960" cy="265320"/>
              </p14:xfrm>
            </p:contentPart>
          </mc:Choice>
          <mc:Fallback>
            <p:pic>
              <p:nvPicPr>
                <p:cNvPr id="45103" name="잉크 45102">
                  <a:extLst>
                    <a:ext uri="{FF2B5EF4-FFF2-40B4-BE49-F238E27FC236}">
                      <a16:creationId xmlns:a16="http://schemas.microsoft.com/office/drawing/2014/main" id="{D875826F-5281-1807-780E-F9F347DF462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8383" y="80109"/>
                  <a:ext cx="1836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104" name="잉크 45103">
                  <a:extLst>
                    <a:ext uri="{FF2B5EF4-FFF2-40B4-BE49-F238E27FC236}">
                      <a16:creationId xmlns:a16="http://schemas.microsoft.com/office/drawing/2014/main" id="{C30115E9-403E-26DF-C487-18C99BEF806B}"/>
                    </a:ext>
                  </a:extLst>
                </p14:cNvPr>
                <p14:cNvContentPartPr/>
                <p14:nvPr/>
              </p14:nvContentPartPr>
              <p14:xfrm>
                <a:off x="1196143" y="127269"/>
                <a:ext cx="147960" cy="228960"/>
              </p14:xfrm>
            </p:contentPart>
          </mc:Choice>
          <mc:Fallback>
            <p:pic>
              <p:nvPicPr>
                <p:cNvPr id="45104" name="잉크 45103">
                  <a:extLst>
                    <a:ext uri="{FF2B5EF4-FFF2-40B4-BE49-F238E27FC236}">
                      <a16:creationId xmlns:a16="http://schemas.microsoft.com/office/drawing/2014/main" id="{C30115E9-403E-26DF-C487-18C99BEF80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87503" y="118629"/>
                  <a:ext cx="165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105" name="잉크 45104">
                  <a:extLst>
                    <a:ext uri="{FF2B5EF4-FFF2-40B4-BE49-F238E27FC236}">
                      <a16:creationId xmlns:a16="http://schemas.microsoft.com/office/drawing/2014/main" id="{2F430DB1-91B1-D5CC-8A0D-6A5200297831}"/>
                    </a:ext>
                  </a:extLst>
                </p14:cNvPr>
                <p14:cNvContentPartPr/>
                <p14:nvPr/>
              </p14:nvContentPartPr>
              <p14:xfrm>
                <a:off x="1377223" y="116469"/>
                <a:ext cx="127080" cy="229680"/>
              </p14:xfrm>
            </p:contentPart>
          </mc:Choice>
          <mc:Fallback>
            <p:pic>
              <p:nvPicPr>
                <p:cNvPr id="45105" name="잉크 45104">
                  <a:extLst>
                    <a:ext uri="{FF2B5EF4-FFF2-40B4-BE49-F238E27FC236}">
                      <a16:creationId xmlns:a16="http://schemas.microsoft.com/office/drawing/2014/main" id="{2F430DB1-91B1-D5CC-8A0D-6A520029783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68583" y="107469"/>
                  <a:ext cx="14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106" name="잉크 45105">
                  <a:extLst>
                    <a:ext uri="{FF2B5EF4-FFF2-40B4-BE49-F238E27FC236}">
                      <a16:creationId xmlns:a16="http://schemas.microsoft.com/office/drawing/2014/main" id="{65776764-6FDB-C60D-B675-C7C5C41B16F5}"/>
                    </a:ext>
                  </a:extLst>
                </p14:cNvPr>
                <p14:cNvContentPartPr/>
                <p14:nvPr/>
              </p14:nvContentPartPr>
              <p14:xfrm>
                <a:off x="1406383" y="188469"/>
                <a:ext cx="107280" cy="54720"/>
              </p14:xfrm>
            </p:contentPart>
          </mc:Choice>
          <mc:Fallback>
            <p:pic>
              <p:nvPicPr>
                <p:cNvPr id="45106" name="잉크 45105">
                  <a:extLst>
                    <a:ext uri="{FF2B5EF4-FFF2-40B4-BE49-F238E27FC236}">
                      <a16:creationId xmlns:a16="http://schemas.microsoft.com/office/drawing/2014/main" id="{65776764-6FDB-C60D-B675-C7C5C41B16F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97743" y="179469"/>
                  <a:ext cx="124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107" name="잉크 45106">
                  <a:extLst>
                    <a:ext uri="{FF2B5EF4-FFF2-40B4-BE49-F238E27FC236}">
                      <a16:creationId xmlns:a16="http://schemas.microsoft.com/office/drawing/2014/main" id="{E47B7A84-3152-91E3-EA71-679A629E9250}"/>
                    </a:ext>
                  </a:extLst>
                </p14:cNvPr>
                <p14:cNvContentPartPr/>
                <p14:nvPr/>
              </p14:nvContentPartPr>
              <p14:xfrm>
                <a:off x="1528063" y="108909"/>
                <a:ext cx="156240" cy="200160"/>
              </p14:xfrm>
            </p:contentPart>
          </mc:Choice>
          <mc:Fallback>
            <p:pic>
              <p:nvPicPr>
                <p:cNvPr id="45107" name="잉크 45106">
                  <a:extLst>
                    <a:ext uri="{FF2B5EF4-FFF2-40B4-BE49-F238E27FC236}">
                      <a16:creationId xmlns:a16="http://schemas.microsoft.com/office/drawing/2014/main" id="{E47B7A84-3152-91E3-EA71-679A629E925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19423" y="99909"/>
                  <a:ext cx="173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108" name="잉크 45107">
                  <a:extLst>
                    <a:ext uri="{FF2B5EF4-FFF2-40B4-BE49-F238E27FC236}">
                      <a16:creationId xmlns:a16="http://schemas.microsoft.com/office/drawing/2014/main" id="{D943ABEB-4A6B-D8A7-3DF1-8002917E06A7}"/>
                    </a:ext>
                  </a:extLst>
                </p14:cNvPr>
                <p14:cNvContentPartPr/>
                <p14:nvPr/>
              </p14:nvContentPartPr>
              <p14:xfrm>
                <a:off x="1708783" y="93429"/>
                <a:ext cx="108720" cy="249840"/>
              </p14:xfrm>
            </p:contentPart>
          </mc:Choice>
          <mc:Fallback>
            <p:pic>
              <p:nvPicPr>
                <p:cNvPr id="45108" name="잉크 45107">
                  <a:extLst>
                    <a:ext uri="{FF2B5EF4-FFF2-40B4-BE49-F238E27FC236}">
                      <a16:creationId xmlns:a16="http://schemas.microsoft.com/office/drawing/2014/main" id="{D943ABEB-4A6B-D8A7-3DF1-8002917E06A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99783" y="84429"/>
                  <a:ext cx="1263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5109" name="잉크 45108">
                  <a:extLst>
                    <a:ext uri="{FF2B5EF4-FFF2-40B4-BE49-F238E27FC236}">
                      <a16:creationId xmlns:a16="http://schemas.microsoft.com/office/drawing/2014/main" id="{C4C1722D-728C-E15C-653E-9D0325F3F279}"/>
                    </a:ext>
                  </a:extLst>
                </p14:cNvPr>
                <p14:cNvContentPartPr/>
                <p14:nvPr/>
              </p14:nvContentPartPr>
              <p14:xfrm>
                <a:off x="1879423" y="75789"/>
                <a:ext cx="106920" cy="287640"/>
              </p14:xfrm>
            </p:contentPart>
          </mc:Choice>
          <mc:Fallback>
            <p:pic>
              <p:nvPicPr>
                <p:cNvPr id="45109" name="잉크 45108">
                  <a:extLst>
                    <a:ext uri="{FF2B5EF4-FFF2-40B4-BE49-F238E27FC236}">
                      <a16:creationId xmlns:a16="http://schemas.microsoft.com/office/drawing/2014/main" id="{C4C1722D-728C-E15C-653E-9D0325F3F27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870423" y="66789"/>
                  <a:ext cx="1245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22" name="그룹 45121">
            <a:extLst>
              <a:ext uri="{FF2B5EF4-FFF2-40B4-BE49-F238E27FC236}">
                <a16:creationId xmlns:a16="http://schemas.microsoft.com/office/drawing/2014/main" id="{719C6250-2295-6C48-026C-5C71E1385DAF}"/>
              </a:ext>
            </a:extLst>
          </p:cNvPr>
          <p:cNvGrpSpPr/>
          <p:nvPr/>
        </p:nvGrpSpPr>
        <p:grpSpPr>
          <a:xfrm>
            <a:off x="3070663" y="100989"/>
            <a:ext cx="899280" cy="268920"/>
            <a:chOff x="3070663" y="100989"/>
            <a:chExt cx="8992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5115" name="잉크 45114">
                  <a:extLst>
                    <a:ext uri="{FF2B5EF4-FFF2-40B4-BE49-F238E27FC236}">
                      <a16:creationId xmlns:a16="http://schemas.microsoft.com/office/drawing/2014/main" id="{1501CE47-7CA7-9CCC-EC14-A0EF8C9482B0}"/>
                    </a:ext>
                  </a:extLst>
                </p14:cNvPr>
                <p14:cNvContentPartPr/>
                <p14:nvPr/>
              </p14:nvContentPartPr>
              <p14:xfrm>
                <a:off x="3098383" y="111429"/>
                <a:ext cx="12960" cy="210600"/>
              </p14:xfrm>
            </p:contentPart>
          </mc:Choice>
          <mc:Fallback>
            <p:pic>
              <p:nvPicPr>
                <p:cNvPr id="45115" name="잉크 45114">
                  <a:extLst>
                    <a:ext uri="{FF2B5EF4-FFF2-40B4-BE49-F238E27FC236}">
                      <a16:creationId xmlns:a16="http://schemas.microsoft.com/office/drawing/2014/main" id="{1501CE47-7CA7-9CCC-EC14-A0EF8C9482B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089743" y="102789"/>
                  <a:ext cx="30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5116" name="잉크 45115">
                  <a:extLst>
                    <a:ext uri="{FF2B5EF4-FFF2-40B4-BE49-F238E27FC236}">
                      <a16:creationId xmlns:a16="http://schemas.microsoft.com/office/drawing/2014/main" id="{275A4863-B87F-2FC8-81D8-CD278FCDF6C7}"/>
                    </a:ext>
                  </a:extLst>
                </p14:cNvPr>
                <p14:cNvContentPartPr/>
                <p14:nvPr/>
              </p14:nvContentPartPr>
              <p14:xfrm>
                <a:off x="3070663" y="100989"/>
                <a:ext cx="134280" cy="232560"/>
              </p14:xfrm>
            </p:contentPart>
          </mc:Choice>
          <mc:Fallback>
            <p:pic>
              <p:nvPicPr>
                <p:cNvPr id="45116" name="잉크 45115">
                  <a:extLst>
                    <a:ext uri="{FF2B5EF4-FFF2-40B4-BE49-F238E27FC236}">
                      <a16:creationId xmlns:a16="http://schemas.microsoft.com/office/drawing/2014/main" id="{275A4863-B87F-2FC8-81D8-CD278FCDF6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61663" y="91989"/>
                  <a:ext cx="151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5117" name="잉크 45116">
                  <a:extLst>
                    <a:ext uri="{FF2B5EF4-FFF2-40B4-BE49-F238E27FC236}">
                      <a16:creationId xmlns:a16="http://schemas.microsoft.com/office/drawing/2014/main" id="{1D0C7ECC-9F94-B1C5-CD69-045F91E4C328}"/>
                    </a:ext>
                  </a:extLst>
                </p14:cNvPr>
                <p14:cNvContentPartPr/>
                <p14:nvPr/>
              </p14:nvContentPartPr>
              <p14:xfrm>
                <a:off x="3242023" y="190989"/>
                <a:ext cx="102960" cy="131760"/>
              </p14:xfrm>
            </p:contentPart>
          </mc:Choice>
          <mc:Fallback>
            <p:pic>
              <p:nvPicPr>
                <p:cNvPr id="45117" name="잉크 45116">
                  <a:extLst>
                    <a:ext uri="{FF2B5EF4-FFF2-40B4-BE49-F238E27FC236}">
                      <a16:creationId xmlns:a16="http://schemas.microsoft.com/office/drawing/2014/main" id="{1D0C7ECC-9F94-B1C5-CD69-045F91E4C32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33023" y="181989"/>
                  <a:ext cx="120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5118" name="잉크 45117">
                  <a:extLst>
                    <a:ext uri="{FF2B5EF4-FFF2-40B4-BE49-F238E27FC236}">
                      <a16:creationId xmlns:a16="http://schemas.microsoft.com/office/drawing/2014/main" id="{99790504-FC0B-9A97-B755-96C5D1E09152}"/>
                    </a:ext>
                  </a:extLst>
                </p14:cNvPr>
                <p14:cNvContentPartPr/>
                <p14:nvPr/>
              </p14:nvContentPartPr>
              <p14:xfrm>
                <a:off x="3377743" y="186669"/>
                <a:ext cx="78480" cy="183240"/>
              </p14:xfrm>
            </p:contentPart>
          </mc:Choice>
          <mc:Fallback>
            <p:pic>
              <p:nvPicPr>
                <p:cNvPr id="45118" name="잉크 45117">
                  <a:extLst>
                    <a:ext uri="{FF2B5EF4-FFF2-40B4-BE49-F238E27FC236}">
                      <a16:creationId xmlns:a16="http://schemas.microsoft.com/office/drawing/2014/main" id="{99790504-FC0B-9A97-B755-96C5D1E0915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69103" y="178029"/>
                  <a:ext cx="96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5119" name="잉크 45118">
                  <a:extLst>
                    <a:ext uri="{FF2B5EF4-FFF2-40B4-BE49-F238E27FC236}">
                      <a16:creationId xmlns:a16="http://schemas.microsoft.com/office/drawing/2014/main" id="{87D70A15-33A1-4AA7-73BA-31C375602786}"/>
                    </a:ext>
                  </a:extLst>
                </p14:cNvPr>
                <p14:cNvContentPartPr/>
                <p14:nvPr/>
              </p14:nvContentPartPr>
              <p14:xfrm>
                <a:off x="3487903" y="188469"/>
                <a:ext cx="185400" cy="140760"/>
              </p14:xfrm>
            </p:contentPart>
          </mc:Choice>
          <mc:Fallback>
            <p:pic>
              <p:nvPicPr>
                <p:cNvPr id="45119" name="잉크 45118">
                  <a:extLst>
                    <a:ext uri="{FF2B5EF4-FFF2-40B4-BE49-F238E27FC236}">
                      <a16:creationId xmlns:a16="http://schemas.microsoft.com/office/drawing/2014/main" id="{87D70A15-33A1-4AA7-73BA-31C3756027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78903" y="179469"/>
                  <a:ext cx="203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5120" name="잉크 45119">
                  <a:extLst>
                    <a:ext uri="{FF2B5EF4-FFF2-40B4-BE49-F238E27FC236}">
                      <a16:creationId xmlns:a16="http://schemas.microsoft.com/office/drawing/2014/main" id="{06580EC8-CF49-21A6-180B-26BC0619D1AC}"/>
                    </a:ext>
                  </a:extLst>
                </p14:cNvPr>
                <p14:cNvContentPartPr/>
                <p14:nvPr/>
              </p14:nvContentPartPr>
              <p14:xfrm>
                <a:off x="3683743" y="165429"/>
                <a:ext cx="95040" cy="147960"/>
              </p14:xfrm>
            </p:contentPart>
          </mc:Choice>
          <mc:Fallback>
            <p:pic>
              <p:nvPicPr>
                <p:cNvPr id="45120" name="잉크 45119">
                  <a:extLst>
                    <a:ext uri="{FF2B5EF4-FFF2-40B4-BE49-F238E27FC236}">
                      <a16:creationId xmlns:a16="http://schemas.microsoft.com/office/drawing/2014/main" id="{06580EC8-CF49-21A6-180B-26BC0619D1A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674743" y="156789"/>
                  <a:ext cx="112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5121" name="잉크 45120">
                  <a:extLst>
                    <a:ext uri="{FF2B5EF4-FFF2-40B4-BE49-F238E27FC236}">
                      <a16:creationId xmlns:a16="http://schemas.microsoft.com/office/drawing/2014/main" id="{31E0EC14-FAC0-7FE4-4337-B43037DEC73D}"/>
                    </a:ext>
                  </a:extLst>
                </p14:cNvPr>
                <p14:cNvContentPartPr/>
                <p14:nvPr/>
              </p14:nvContentPartPr>
              <p14:xfrm>
                <a:off x="3743503" y="161109"/>
                <a:ext cx="226440" cy="157320"/>
              </p14:xfrm>
            </p:contentPart>
          </mc:Choice>
          <mc:Fallback>
            <p:pic>
              <p:nvPicPr>
                <p:cNvPr id="45121" name="잉크 45120">
                  <a:extLst>
                    <a:ext uri="{FF2B5EF4-FFF2-40B4-BE49-F238E27FC236}">
                      <a16:creationId xmlns:a16="http://schemas.microsoft.com/office/drawing/2014/main" id="{31E0EC14-FAC0-7FE4-4337-B43037DEC73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34503" y="152109"/>
                  <a:ext cx="24408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45123" name="잉크 45122">
                <a:extLst>
                  <a:ext uri="{FF2B5EF4-FFF2-40B4-BE49-F238E27FC236}">
                    <a16:creationId xmlns:a16="http://schemas.microsoft.com/office/drawing/2014/main" id="{7340883F-52AD-7846-92E7-B5699659B466}"/>
                  </a:ext>
                </a:extLst>
              </p14:cNvPr>
              <p14:cNvContentPartPr/>
              <p14:nvPr/>
            </p14:nvContentPartPr>
            <p14:xfrm>
              <a:off x="2118823" y="141309"/>
              <a:ext cx="710640" cy="186480"/>
            </p14:xfrm>
          </p:contentPart>
        </mc:Choice>
        <mc:Fallback>
          <p:pic>
            <p:nvPicPr>
              <p:cNvPr id="45123" name="잉크 45122">
                <a:extLst>
                  <a:ext uri="{FF2B5EF4-FFF2-40B4-BE49-F238E27FC236}">
                    <a16:creationId xmlns:a16="http://schemas.microsoft.com/office/drawing/2014/main" id="{7340883F-52AD-7846-92E7-B5699659B46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109823" y="132669"/>
                <a:ext cx="72828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136" name="그룹 45135">
            <a:extLst>
              <a:ext uri="{FF2B5EF4-FFF2-40B4-BE49-F238E27FC236}">
                <a16:creationId xmlns:a16="http://schemas.microsoft.com/office/drawing/2014/main" id="{9669DEE0-CC22-89FA-5828-E7061D960007}"/>
              </a:ext>
            </a:extLst>
          </p:cNvPr>
          <p:cNvGrpSpPr/>
          <p:nvPr/>
        </p:nvGrpSpPr>
        <p:grpSpPr>
          <a:xfrm>
            <a:off x="2081743" y="462789"/>
            <a:ext cx="651600" cy="285480"/>
            <a:chOff x="2081743" y="462789"/>
            <a:chExt cx="65160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5124" name="잉크 45123">
                  <a:extLst>
                    <a:ext uri="{FF2B5EF4-FFF2-40B4-BE49-F238E27FC236}">
                      <a16:creationId xmlns:a16="http://schemas.microsoft.com/office/drawing/2014/main" id="{A3CDB7BB-18A6-1B2F-51FE-50C217C6346C}"/>
                    </a:ext>
                  </a:extLst>
                </p14:cNvPr>
                <p14:cNvContentPartPr/>
                <p14:nvPr/>
              </p14:nvContentPartPr>
              <p14:xfrm>
                <a:off x="2081743" y="462789"/>
                <a:ext cx="62280" cy="138240"/>
              </p14:xfrm>
            </p:contentPart>
          </mc:Choice>
          <mc:Fallback>
            <p:pic>
              <p:nvPicPr>
                <p:cNvPr id="45124" name="잉크 45123">
                  <a:extLst>
                    <a:ext uri="{FF2B5EF4-FFF2-40B4-BE49-F238E27FC236}">
                      <a16:creationId xmlns:a16="http://schemas.microsoft.com/office/drawing/2014/main" id="{A3CDB7BB-18A6-1B2F-51FE-50C217C6346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72743" y="454149"/>
                  <a:ext cx="79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125" name="잉크 45124">
                  <a:extLst>
                    <a:ext uri="{FF2B5EF4-FFF2-40B4-BE49-F238E27FC236}">
                      <a16:creationId xmlns:a16="http://schemas.microsoft.com/office/drawing/2014/main" id="{CFAC70D5-461B-0E50-39DA-638111D57D6E}"/>
                    </a:ext>
                  </a:extLst>
                </p14:cNvPr>
                <p14:cNvContentPartPr/>
                <p14:nvPr/>
              </p14:nvContentPartPr>
              <p14:xfrm>
                <a:off x="2083543" y="500949"/>
                <a:ext cx="94320" cy="105120"/>
              </p14:xfrm>
            </p:contentPart>
          </mc:Choice>
          <mc:Fallback>
            <p:pic>
              <p:nvPicPr>
                <p:cNvPr id="45125" name="잉크 45124">
                  <a:extLst>
                    <a:ext uri="{FF2B5EF4-FFF2-40B4-BE49-F238E27FC236}">
                      <a16:creationId xmlns:a16="http://schemas.microsoft.com/office/drawing/2014/main" id="{CFAC70D5-461B-0E50-39DA-638111D57D6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74903" y="491949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5126" name="잉크 45125">
                  <a:extLst>
                    <a:ext uri="{FF2B5EF4-FFF2-40B4-BE49-F238E27FC236}">
                      <a16:creationId xmlns:a16="http://schemas.microsoft.com/office/drawing/2014/main" id="{407709CA-1BB1-6996-6BD9-95034F8D57D1}"/>
                    </a:ext>
                  </a:extLst>
                </p14:cNvPr>
                <p14:cNvContentPartPr/>
                <p14:nvPr/>
              </p14:nvContentPartPr>
              <p14:xfrm>
                <a:off x="2131423" y="623349"/>
                <a:ext cx="60120" cy="60840"/>
              </p14:xfrm>
            </p:contentPart>
          </mc:Choice>
          <mc:Fallback>
            <p:pic>
              <p:nvPicPr>
                <p:cNvPr id="45126" name="잉크 45125">
                  <a:extLst>
                    <a:ext uri="{FF2B5EF4-FFF2-40B4-BE49-F238E27FC236}">
                      <a16:creationId xmlns:a16="http://schemas.microsoft.com/office/drawing/2014/main" id="{407709CA-1BB1-6996-6BD9-95034F8D57D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122423" y="614349"/>
                  <a:ext cx="77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5127" name="잉크 45126">
                  <a:extLst>
                    <a:ext uri="{FF2B5EF4-FFF2-40B4-BE49-F238E27FC236}">
                      <a16:creationId xmlns:a16="http://schemas.microsoft.com/office/drawing/2014/main" id="{B1E73F29-4907-E99A-E3FF-0D55703B51BC}"/>
                    </a:ext>
                  </a:extLst>
                </p14:cNvPr>
                <p14:cNvContentPartPr/>
                <p14:nvPr/>
              </p14:nvContentPartPr>
              <p14:xfrm>
                <a:off x="2192623" y="561789"/>
                <a:ext cx="123840" cy="52920"/>
              </p14:xfrm>
            </p:contentPart>
          </mc:Choice>
          <mc:Fallback>
            <p:pic>
              <p:nvPicPr>
                <p:cNvPr id="45127" name="잉크 45126">
                  <a:extLst>
                    <a:ext uri="{FF2B5EF4-FFF2-40B4-BE49-F238E27FC236}">
                      <a16:creationId xmlns:a16="http://schemas.microsoft.com/office/drawing/2014/main" id="{B1E73F29-4907-E99A-E3FF-0D55703B51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183623" y="552789"/>
                  <a:ext cx="141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5128" name="잉크 45127">
                  <a:extLst>
                    <a:ext uri="{FF2B5EF4-FFF2-40B4-BE49-F238E27FC236}">
                      <a16:creationId xmlns:a16="http://schemas.microsoft.com/office/drawing/2014/main" id="{7A4462D3-2B4D-686A-2310-B1F926012AE9}"/>
                    </a:ext>
                  </a:extLst>
                </p14:cNvPr>
                <p14:cNvContentPartPr/>
                <p14:nvPr/>
              </p14:nvContentPartPr>
              <p14:xfrm>
                <a:off x="2290903" y="539109"/>
                <a:ext cx="14040" cy="124200"/>
              </p14:xfrm>
            </p:contentPart>
          </mc:Choice>
          <mc:Fallback>
            <p:pic>
              <p:nvPicPr>
                <p:cNvPr id="45128" name="잉크 45127">
                  <a:extLst>
                    <a:ext uri="{FF2B5EF4-FFF2-40B4-BE49-F238E27FC236}">
                      <a16:creationId xmlns:a16="http://schemas.microsoft.com/office/drawing/2014/main" id="{7A4462D3-2B4D-686A-2310-B1F926012AE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282263" y="530109"/>
                  <a:ext cx="31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5129" name="잉크 45128">
                  <a:extLst>
                    <a:ext uri="{FF2B5EF4-FFF2-40B4-BE49-F238E27FC236}">
                      <a16:creationId xmlns:a16="http://schemas.microsoft.com/office/drawing/2014/main" id="{F9704392-C200-6284-3CBC-FB422D0C1DE0}"/>
                    </a:ext>
                  </a:extLst>
                </p14:cNvPr>
                <p14:cNvContentPartPr/>
                <p14:nvPr/>
              </p14:nvContentPartPr>
              <p14:xfrm>
                <a:off x="2408263" y="509949"/>
                <a:ext cx="66240" cy="131040"/>
              </p14:xfrm>
            </p:contentPart>
          </mc:Choice>
          <mc:Fallback>
            <p:pic>
              <p:nvPicPr>
                <p:cNvPr id="45129" name="잉크 45128">
                  <a:extLst>
                    <a:ext uri="{FF2B5EF4-FFF2-40B4-BE49-F238E27FC236}">
                      <a16:creationId xmlns:a16="http://schemas.microsoft.com/office/drawing/2014/main" id="{F9704392-C200-6284-3CBC-FB422D0C1D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99263" y="501309"/>
                  <a:ext cx="838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45130" name="잉크 45129">
                  <a:extLst>
                    <a:ext uri="{FF2B5EF4-FFF2-40B4-BE49-F238E27FC236}">
                      <a16:creationId xmlns:a16="http://schemas.microsoft.com/office/drawing/2014/main" id="{D5A23565-E482-5CF5-9596-92A5F1A2ED87}"/>
                    </a:ext>
                  </a:extLst>
                </p14:cNvPr>
                <p14:cNvContentPartPr/>
                <p14:nvPr/>
              </p14:nvContentPartPr>
              <p14:xfrm>
                <a:off x="2506543" y="525429"/>
                <a:ext cx="64080" cy="129240"/>
              </p14:xfrm>
            </p:contentPart>
          </mc:Choice>
          <mc:Fallback>
            <p:pic>
              <p:nvPicPr>
                <p:cNvPr id="45130" name="잉크 45129">
                  <a:extLst>
                    <a:ext uri="{FF2B5EF4-FFF2-40B4-BE49-F238E27FC236}">
                      <a16:creationId xmlns:a16="http://schemas.microsoft.com/office/drawing/2014/main" id="{D5A23565-E482-5CF5-9596-92A5F1A2ED8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97903" y="516429"/>
                  <a:ext cx="81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45131" name="잉크 45130">
                  <a:extLst>
                    <a:ext uri="{FF2B5EF4-FFF2-40B4-BE49-F238E27FC236}">
                      <a16:creationId xmlns:a16="http://schemas.microsoft.com/office/drawing/2014/main" id="{F19E643F-2BF3-7D92-5F36-9949C3A884E9}"/>
                    </a:ext>
                  </a:extLst>
                </p14:cNvPr>
                <p14:cNvContentPartPr/>
                <p14:nvPr/>
              </p14:nvContentPartPr>
              <p14:xfrm>
                <a:off x="2548663" y="520749"/>
                <a:ext cx="108360" cy="68040"/>
              </p14:xfrm>
            </p:contentPart>
          </mc:Choice>
          <mc:Fallback>
            <p:pic>
              <p:nvPicPr>
                <p:cNvPr id="45131" name="잉크 45130">
                  <a:extLst>
                    <a:ext uri="{FF2B5EF4-FFF2-40B4-BE49-F238E27FC236}">
                      <a16:creationId xmlns:a16="http://schemas.microsoft.com/office/drawing/2014/main" id="{F19E643F-2BF3-7D92-5F36-9949C3A884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40023" y="512109"/>
                  <a:ext cx="126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5132" name="잉크 45131">
                  <a:extLst>
                    <a:ext uri="{FF2B5EF4-FFF2-40B4-BE49-F238E27FC236}">
                      <a16:creationId xmlns:a16="http://schemas.microsoft.com/office/drawing/2014/main" id="{40DC5A2B-AEC1-1498-8EB3-24715698D7A4}"/>
                    </a:ext>
                  </a:extLst>
                </p14:cNvPr>
                <p14:cNvContentPartPr/>
                <p14:nvPr/>
              </p14:nvContentPartPr>
              <p14:xfrm>
                <a:off x="2594743" y="566829"/>
                <a:ext cx="106920" cy="115200"/>
              </p14:xfrm>
            </p:contentPart>
          </mc:Choice>
          <mc:Fallback>
            <p:pic>
              <p:nvPicPr>
                <p:cNvPr id="45132" name="잉크 45131">
                  <a:extLst>
                    <a:ext uri="{FF2B5EF4-FFF2-40B4-BE49-F238E27FC236}">
                      <a16:creationId xmlns:a16="http://schemas.microsoft.com/office/drawing/2014/main" id="{40DC5A2B-AEC1-1498-8EB3-24715698D7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586103" y="557829"/>
                  <a:ext cx="124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5133" name="잉크 45132">
                  <a:extLst>
                    <a:ext uri="{FF2B5EF4-FFF2-40B4-BE49-F238E27FC236}">
                      <a16:creationId xmlns:a16="http://schemas.microsoft.com/office/drawing/2014/main" id="{7D119404-E6B4-41C7-00DA-B23D3F190592}"/>
                    </a:ext>
                  </a:extLst>
                </p14:cNvPr>
                <p14:cNvContentPartPr/>
                <p14:nvPr/>
              </p14:nvContentPartPr>
              <p14:xfrm>
                <a:off x="2650903" y="683469"/>
                <a:ext cx="16200" cy="64800"/>
              </p14:xfrm>
            </p:contentPart>
          </mc:Choice>
          <mc:Fallback>
            <p:pic>
              <p:nvPicPr>
                <p:cNvPr id="45133" name="잉크 45132">
                  <a:extLst>
                    <a:ext uri="{FF2B5EF4-FFF2-40B4-BE49-F238E27FC236}">
                      <a16:creationId xmlns:a16="http://schemas.microsoft.com/office/drawing/2014/main" id="{7D119404-E6B4-41C7-00DA-B23D3F19059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641903" y="674829"/>
                  <a:ext cx="33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5134" name="잉크 45133">
                  <a:extLst>
                    <a:ext uri="{FF2B5EF4-FFF2-40B4-BE49-F238E27FC236}">
                      <a16:creationId xmlns:a16="http://schemas.microsoft.com/office/drawing/2014/main" id="{A7C57B9F-6348-EE34-31FE-444F9C70B848}"/>
                    </a:ext>
                  </a:extLst>
                </p14:cNvPr>
                <p14:cNvContentPartPr/>
                <p14:nvPr/>
              </p14:nvContentPartPr>
              <p14:xfrm>
                <a:off x="2631463" y="666909"/>
                <a:ext cx="101880" cy="67680"/>
              </p14:xfrm>
            </p:contentPart>
          </mc:Choice>
          <mc:Fallback>
            <p:pic>
              <p:nvPicPr>
                <p:cNvPr id="45134" name="잉크 45133">
                  <a:extLst>
                    <a:ext uri="{FF2B5EF4-FFF2-40B4-BE49-F238E27FC236}">
                      <a16:creationId xmlns:a16="http://schemas.microsoft.com/office/drawing/2014/main" id="{A7C57B9F-6348-EE34-31FE-444F9C70B84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22463" y="657909"/>
                  <a:ext cx="119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5135" name="잉크 45134">
                  <a:extLst>
                    <a:ext uri="{FF2B5EF4-FFF2-40B4-BE49-F238E27FC236}">
                      <a16:creationId xmlns:a16="http://schemas.microsoft.com/office/drawing/2014/main" id="{77A96DF8-4B1F-3454-C9AB-CA92EA700A17}"/>
                    </a:ext>
                  </a:extLst>
                </p14:cNvPr>
                <p14:cNvContentPartPr/>
                <p14:nvPr/>
              </p14:nvContentPartPr>
              <p14:xfrm>
                <a:off x="2705983" y="520389"/>
                <a:ext cx="6120" cy="93960"/>
              </p14:xfrm>
            </p:contentPart>
          </mc:Choice>
          <mc:Fallback>
            <p:pic>
              <p:nvPicPr>
                <p:cNvPr id="45135" name="잉크 45134">
                  <a:extLst>
                    <a:ext uri="{FF2B5EF4-FFF2-40B4-BE49-F238E27FC236}">
                      <a16:creationId xmlns:a16="http://schemas.microsoft.com/office/drawing/2014/main" id="{77A96DF8-4B1F-3454-C9AB-CA92EA700A1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696983" y="511389"/>
                  <a:ext cx="23760" cy="111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142875" y="1785938"/>
            <a:ext cx="5143500" cy="4310062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교착상태 탐지 알고리즘 예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프로세스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개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자원 형태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개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A=7, B=2, C=6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오른쪽 표 상태는 교착상태가 아님</a:t>
            </a: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&lt;P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3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&gt;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는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`'Finish[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cs typeface="Times New Roman" pitchFamily="18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] = true'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9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1900" b="1" baseline="-25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900" dirty="0">
                <a:solidFill>
                  <a:srgbClr val="000000"/>
                </a:solidFill>
                <a:latin typeface="+mn-ea"/>
              </a:rPr>
              <a:t>가 </a:t>
            </a:r>
            <a:r>
              <a:rPr lang="en-US" altLang="ko-KR" sz="1900" b="1" dirty="0">
                <a:solidFill>
                  <a:srgbClr val="000000"/>
                </a:solidFill>
                <a:latin typeface="+mn-ea"/>
              </a:rPr>
              <a:t>C</a:t>
            </a:r>
            <a:r>
              <a:rPr lang="ko-KR" altLang="en-US" sz="1900" dirty="0">
                <a:solidFill>
                  <a:srgbClr val="000000"/>
                </a:solidFill>
                <a:latin typeface="+mn-ea"/>
              </a:rPr>
              <a:t>의</a:t>
            </a:r>
            <a:r>
              <a:rPr lang="en-US" altLang="ko-KR" sz="19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900" dirty="0">
                <a:solidFill>
                  <a:srgbClr val="000000"/>
                </a:solidFill>
                <a:latin typeface="+mn-ea"/>
              </a:rPr>
              <a:t>자원을 </a:t>
            </a:r>
            <a:r>
              <a:rPr lang="en-US" altLang="ko-KR" sz="19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900" dirty="0">
                <a:solidFill>
                  <a:srgbClr val="000000"/>
                </a:solidFill>
                <a:latin typeface="+mn-ea"/>
              </a:rPr>
              <a:t>개 더 요청하는 경우</a:t>
            </a:r>
            <a:endParaRPr lang="en-US" altLang="ko-KR" sz="19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&lt;P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, P</a:t>
            </a:r>
            <a:r>
              <a:rPr lang="en-US" altLang="ko-KR" sz="1600" b="1" baseline="-25000" dirty="0">
                <a:solidFill>
                  <a:srgbClr val="000000"/>
                </a:solidFill>
                <a:latin typeface="+mn-ea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&gt;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로 구성된 교착상태가 존재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7107" name="Picture 2" descr="C:\Documents and Settings\Hanami\바탕 화면\운영체제\(강의교안)_그림파일_1장-13장\ch05_교착상태와 기아상태\ch05-표-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9"/>
          <a:stretch>
            <a:fillRect/>
          </a:stretch>
        </p:blipFill>
        <p:spPr bwMode="auto">
          <a:xfrm>
            <a:off x="5026025" y="1785938"/>
            <a:ext cx="411797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 descr="C:\Documents and Settings\Hanami\바탕 화면\운영체제\(강의교안)_그림파일_1장-13장\ch05_교착상태와 기아상태\ch05-표-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6" r="22957"/>
          <a:stretch>
            <a:fillRect/>
          </a:stretch>
        </p:blipFill>
        <p:spPr bwMode="auto">
          <a:xfrm>
            <a:off x="5214938" y="4429125"/>
            <a:ext cx="2128837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93669E-A7AC-4F55-8DD5-820F4EE00621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817BD06C-FCAA-88F2-89DF-3F5F79234320}"/>
                  </a:ext>
                </a:extLst>
              </p14:cNvPr>
              <p14:cNvContentPartPr/>
              <p14:nvPr/>
            </p14:nvContentPartPr>
            <p14:xfrm>
              <a:off x="7032823" y="2341629"/>
              <a:ext cx="418320" cy="270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817BD06C-FCAA-88F2-89DF-3F5F792343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4183" y="2332629"/>
                <a:ext cx="43596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104" name="그룹 47103">
            <a:extLst>
              <a:ext uri="{FF2B5EF4-FFF2-40B4-BE49-F238E27FC236}">
                <a16:creationId xmlns:a16="http://schemas.microsoft.com/office/drawing/2014/main" id="{4DD3F797-06BD-2FBC-6336-0DA991725CEF}"/>
              </a:ext>
            </a:extLst>
          </p:cNvPr>
          <p:cNvGrpSpPr/>
          <p:nvPr/>
        </p:nvGrpSpPr>
        <p:grpSpPr>
          <a:xfrm>
            <a:off x="6964063" y="3021309"/>
            <a:ext cx="1344960" cy="295920"/>
            <a:chOff x="6964063" y="3021309"/>
            <a:chExt cx="134496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25FC119-CB86-4837-6441-1CFBCCF01045}"/>
                    </a:ext>
                  </a:extLst>
                </p14:cNvPr>
                <p14:cNvContentPartPr/>
                <p14:nvPr/>
              </p14:nvContentPartPr>
              <p14:xfrm>
                <a:off x="6964063" y="3021309"/>
                <a:ext cx="482760" cy="295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25FC119-CB86-4837-6441-1CFBCCF0104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55423" y="3012309"/>
                  <a:ext cx="500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6CA8DD4-20EE-96FE-0DCC-A3F2CA081820}"/>
                    </a:ext>
                  </a:extLst>
                </p14:cNvPr>
                <p14:cNvContentPartPr/>
                <p14:nvPr/>
              </p14:nvContentPartPr>
              <p14:xfrm>
                <a:off x="7551583" y="3046149"/>
                <a:ext cx="127800" cy="1029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6CA8DD4-20EE-96FE-0DCC-A3F2CA0818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42943" y="3037509"/>
                  <a:ext cx="145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31D4411-1DEA-565B-00F4-A106A1AFFCE3}"/>
                    </a:ext>
                  </a:extLst>
                </p14:cNvPr>
                <p14:cNvContentPartPr/>
                <p14:nvPr/>
              </p14:nvContentPartPr>
              <p14:xfrm>
                <a:off x="7551583" y="3129669"/>
                <a:ext cx="149040" cy="70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31D4411-1DEA-565B-00F4-A106A1AFFC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42943" y="3121029"/>
                  <a:ext cx="166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B98DF9D-7052-D607-E9CC-C471EAE33146}"/>
                    </a:ext>
                  </a:extLst>
                </p14:cNvPr>
                <p14:cNvContentPartPr/>
                <p14:nvPr/>
              </p14:nvContentPartPr>
              <p14:xfrm>
                <a:off x="7614583" y="3206709"/>
                <a:ext cx="92520" cy="54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B98DF9D-7052-D607-E9CC-C471EAE331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05943" y="3197709"/>
                  <a:ext cx="110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2CA0AA9-164F-0AA7-D512-308ADF45D758}"/>
                    </a:ext>
                  </a:extLst>
                </p14:cNvPr>
                <p14:cNvContentPartPr/>
                <p14:nvPr/>
              </p14:nvContentPartPr>
              <p14:xfrm>
                <a:off x="7695943" y="3093309"/>
                <a:ext cx="111960" cy="169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2CA0AA9-164F-0AA7-D512-308ADF45D75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7303" y="3084309"/>
                  <a:ext cx="129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0742C67-5E67-8B3B-892F-90FF3E754FF0}"/>
                    </a:ext>
                  </a:extLst>
                </p14:cNvPr>
                <p14:cNvContentPartPr/>
                <p14:nvPr/>
              </p14:nvContentPartPr>
              <p14:xfrm>
                <a:off x="7697743" y="3168909"/>
                <a:ext cx="151920" cy="957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0742C67-5E67-8B3B-892F-90FF3E754F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88743" y="3159909"/>
                  <a:ext cx="169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DEA02F9-0CFA-F9BA-F6B2-818899E15EB5}"/>
                    </a:ext>
                  </a:extLst>
                </p14:cNvPr>
                <p14:cNvContentPartPr/>
                <p14:nvPr/>
              </p14:nvContentPartPr>
              <p14:xfrm>
                <a:off x="7887463" y="3132909"/>
                <a:ext cx="75240" cy="896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DEA02F9-0CFA-F9BA-F6B2-818899E15E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78463" y="3123909"/>
                  <a:ext cx="92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C47F8E2-E571-AC5F-ED0A-5DFF797EB986}"/>
                    </a:ext>
                  </a:extLst>
                </p14:cNvPr>
                <p14:cNvContentPartPr/>
                <p14:nvPr/>
              </p14:nvContentPartPr>
              <p14:xfrm>
                <a:off x="7991863" y="3095109"/>
                <a:ext cx="167040" cy="169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7C47F8E2-E571-AC5F-ED0A-5DFF797EB98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82863" y="3086469"/>
                  <a:ext cx="184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0B0C44A-0F72-91A5-68C3-AA80C0B45CD3}"/>
                    </a:ext>
                  </a:extLst>
                </p14:cNvPr>
                <p14:cNvContentPartPr/>
                <p14:nvPr/>
              </p14:nvContentPartPr>
              <p14:xfrm>
                <a:off x="8051983" y="3203829"/>
                <a:ext cx="125640" cy="255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0B0C44A-0F72-91A5-68C3-AA80C0B45CD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43343" y="3194829"/>
                  <a:ext cx="143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455C40C-6F2A-0534-86B9-38EF1CB57AFE}"/>
                    </a:ext>
                  </a:extLst>
                </p14:cNvPr>
                <p14:cNvContentPartPr/>
                <p14:nvPr/>
              </p14:nvContentPartPr>
              <p14:xfrm>
                <a:off x="8103823" y="3203109"/>
                <a:ext cx="89640" cy="849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455C40C-6F2A-0534-86B9-38EF1CB57AF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94823" y="3194469"/>
                  <a:ext cx="107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3A94DC77-EDE0-C45C-783E-34151397F436}"/>
                    </a:ext>
                  </a:extLst>
                </p14:cNvPr>
                <p14:cNvContentPartPr/>
                <p14:nvPr/>
              </p14:nvContentPartPr>
              <p14:xfrm>
                <a:off x="8288143" y="3074949"/>
                <a:ext cx="20880" cy="1951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3A94DC77-EDE0-C45C-783E-34151397F4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79503" y="3065949"/>
                  <a:ext cx="3852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E2A32FF7-5905-24EB-FB82-9A101BE05180}"/>
                  </a:ext>
                </a:extLst>
              </p14:cNvPr>
              <p14:cNvContentPartPr/>
              <p14:nvPr/>
            </p14:nvContentPartPr>
            <p14:xfrm>
              <a:off x="8067463" y="2604429"/>
              <a:ext cx="406080" cy="1332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E2A32FF7-5905-24EB-FB82-9A101BE0518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58823" y="2595429"/>
                <a:ext cx="42372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122" name="그룹 47121">
            <a:extLst>
              <a:ext uri="{FF2B5EF4-FFF2-40B4-BE49-F238E27FC236}">
                <a16:creationId xmlns:a16="http://schemas.microsoft.com/office/drawing/2014/main" id="{B37562FF-38F6-0842-B803-9C1F2DB9A5D9}"/>
              </a:ext>
            </a:extLst>
          </p:cNvPr>
          <p:cNvGrpSpPr/>
          <p:nvPr/>
        </p:nvGrpSpPr>
        <p:grpSpPr>
          <a:xfrm>
            <a:off x="6914743" y="1423989"/>
            <a:ext cx="972000" cy="726480"/>
            <a:chOff x="6914743" y="1423989"/>
            <a:chExt cx="972000" cy="7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7105" name="잉크 47104">
                  <a:extLst>
                    <a:ext uri="{FF2B5EF4-FFF2-40B4-BE49-F238E27FC236}">
                      <a16:creationId xmlns:a16="http://schemas.microsoft.com/office/drawing/2014/main" id="{9CB91781-D661-0936-18D5-FE8C6D22E655}"/>
                    </a:ext>
                  </a:extLst>
                </p14:cNvPr>
                <p14:cNvContentPartPr/>
                <p14:nvPr/>
              </p14:nvContentPartPr>
              <p14:xfrm>
                <a:off x="6940663" y="1786149"/>
                <a:ext cx="753480" cy="364320"/>
              </p14:xfrm>
            </p:contentPart>
          </mc:Choice>
          <mc:Fallback>
            <p:pic>
              <p:nvPicPr>
                <p:cNvPr id="47105" name="잉크 47104">
                  <a:extLst>
                    <a:ext uri="{FF2B5EF4-FFF2-40B4-BE49-F238E27FC236}">
                      <a16:creationId xmlns:a16="http://schemas.microsoft.com/office/drawing/2014/main" id="{9CB91781-D661-0936-18D5-FE8C6D22E6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32023" y="1777509"/>
                  <a:ext cx="7711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106" name="잉크 47105">
                  <a:extLst>
                    <a:ext uri="{FF2B5EF4-FFF2-40B4-BE49-F238E27FC236}">
                      <a16:creationId xmlns:a16="http://schemas.microsoft.com/office/drawing/2014/main" id="{B1B75A44-82A9-2D4C-03FF-985DEC9307FA}"/>
                    </a:ext>
                  </a:extLst>
                </p14:cNvPr>
                <p14:cNvContentPartPr/>
                <p14:nvPr/>
              </p14:nvContentPartPr>
              <p14:xfrm>
                <a:off x="6983143" y="1423989"/>
                <a:ext cx="14040" cy="96120"/>
              </p14:xfrm>
            </p:contentPart>
          </mc:Choice>
          <mc:Fallback>
            <p:pic>
              <p:nvPicPr>
                <p:cNvPr id="47106" name="잉크 47105">
                  <a:extLst>
                    <a:ext uri="{FF2B5EF4-FFF2-40B4-BE49-F238E27FC236}">
                      <a16:creationId xmlns:a16="http://schemas.microsoft.com/office/drawing/2014/main" id="{B1B75A44-82A9-2D4C-03FF-985DEC9307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74143" y="1414989"/>
                  <a:ext cx="31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7110" name="잉크 47109">
                  <a:extLst>
                    <a:ext uri="{FF2B5EF4-FFF2-40B4-BE49-F238E27FC236}">
                      <a16:creationId xmlns:a16="http://schemas.microsoft.com/office/drawing/2014/main" id="{BA60E46A-081F-DFA8-A0BD-A3FA34E66A53}"/>
                    </a:ext>
                  </a:extLst>
                </p14:cNvPr>
                <p14:cNvContentPartPr/>
                <p14:nvPr/>
              </p14:nvContentPartPr>
              <p14:xfrm>
                <a:off x="6914743" y="1501749"/>
                <a:ext cx="118080" cy="20160"/>
              </p14:xfrm>
            </p:contentPart>
          </mc:Choice>
          <mc:Fallback>
            <p:pic>
              <p:nvPicPr>
                <p:cNvPr id="47110" name="잉크 47109">
                  <a:extLst>
                    <a:ext uri="{FF2B5EF4-FFF2-40B4-BE49-F238E27FC236}">
                      <a16:creationId xmlns:a16="http://schemas.microsoft.com/office/drawing/2014/main" id="{BA60E46A-081F-DFA8-A0BD-A3FA34E66A5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06103" y="1492749"/>
                  <a:ext cx="135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7111" name="잉크 47110">
                  <a:extLst>
                    <a:ext uri="{FF2B5EF4-FFF2-40B4-BE49-F238E27FC236}">
                      <a16:creationId xmlns:a16="http://schemas.microsoft.com/office/drawing/2014/main" id="{BAB0E24A-5A4A-4F7E-7B7D-493929297756}"/>
                    </a:ext>
                  </a:extLst>
                </p14:cNvPr>
                <p14:cNvContentPartPr/>
                <p14:nvPr/>
              </p14:nvContentPartPr>
              <p14:xfrm>
                <a:off x="6967663" y="1530549"/>
                <a:ext cx="133200" cy="120240"/>
              </p14:xfrm>
            </p:contentPart>
          </mc:Choice>
          <mc:Fallback>
            <p:pic>
              <p:nvPicPr>
                <p:cNvPr id="47111" name="잉크 47110">
                  <a:extLst>
                    <a:ext uri="{FF2B5EF4-FFF2-40B4-BE49-F238E27FC236}">
                      <a16:creationId xmlns:a16="http://schemas.microsoft.com/office/drawing/2014/main" id="{BAB0E24A-5A4A-4F7E-7B7D-4939292977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59023" y="1521549"/>
                  <a:ext cx="150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112" name="잉크 47111">
                  <a:extLst>
                    <a:ext uri="{FF2B5EF4-FFF2-40B4-BE49-F238E27FC236}">
                      <a16:creationId xmlns:a16="http://schemas.microsoft.com/office/drawing/2014/main" id="{04F03A3F-92CB-7BD7-89A3-FFB6134D055D}"/>
                    </a:ext>
                  </a:extLst>
                </p14:cNvPr>
                <p14:cNvContentPartPr/>
                <p14:nvPr/>
              </p14:nvContentPartPr>
              <p14:xfrm>
                <a:off x="7034263" y="1482309"/>
                <a:ext cx="83160" cy="167040"/>
              </p14:xfrm>
            </p:contentPart>
          </mc:Choice>
          <mc:Fallback>
            <p:pic>
              <p:nvPicPr>
                <p:cNvPr id="47112" name="잉크 47111">
                  <a:extLst>
                    <a:ext uri="{FF2B5EF4-FFF2-40B4-BE49-F238E27FC236}">
                      <a16:creationId xmlns:a16="http://schemas.microsoft.com/office/drawing/2014/main" id="{04F03A3F-92CB-7BD7-89A3-FFB6134D055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25263" y="1473309"/>
                  <a:ext cx="100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7113" name="잉크 47112">
                  <a:extLst>
                    <a:ext uri="{FF2B5EF4-FFF2-40B4-BE49-F238E27FC236}">
                      <a16:creationId xmlns:a16="http://schemas.microsoft.com/office/drawing/2014/main" id="{AD85B2DA-5A35-13D9-1C24-6C5E6E2C156D}"/>
                    </a:ext>
                  </a:extLst>
                </p14:cNvPr>
                <p14:cNvContentPartPr/>
                <p14:nvPr/>
              </p14:nvContentPartPr>
              <p14:xfrm>
                <a:off x="7052263" y="1598229"/>
                <a:ext cx="95400" cy="77400"/>
              </p14:xfrm>
            </p:contentPart>
          </mc:Choice>
          <mc:Fallback>
            <p:pic>
              <p:nvPicPr>
                <p:cNvPr id="47113" name="잉크 47112">
                  <a:extLst>
                    <a:ext uri="{FF2B5EF4-FFF2-40B4-BE49-F238E27FC236}">
                      <a16:creationId xmlns:a16="http://schemas.microsoft.com/office/drawing/2014/main" id="{AD85B2DA-5A35-13D9-1C24-6C5E6E2C15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43623" y="1589229"/>
                  <a:ext cx="113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7114" name="잉크 47113">
                  <a:extLst>
                    <a:ext uri="{FF2B5EF4-FFF2-40B4-BE49-F238E27FC236}">
                      <a16:creationId xmlns:a16="http://schemas.microsoft.com/office/drawing/2014/main" id="{114C71E6-57AE-89E7-E76F-CF01CF99FDD4}"/>
                    </a:ext>
                  </a:extLst>
                </p14:cNvPr>
                <p14:cNvContentPartPr/>
                <p14:nvPr/>
              </p14:nvContentPartPr>
              <p14:xfrm>
                <a:off x="7136503" y="1527309"/>
                <a:ext cx="127080" cy="99720"/>
              </p14:xfrm>
            </p:contentPart>
          </mc:Choice>
          <mc:Fallback>
            <p:pic>
              <p:nvPicPr>
                <p:cNvPr id="47114" name="잉크 47113">
                  <a:extLst>
                    <a:ext uri="{FF2B5EF4-FFF2-40B4-BE49-F238E27FC236}">
                      <a16:creationId xmlns:a16="http://schemas.microsoft.com/office/drawing/2014/main" id="{114C71E6-57AE-89E7-E76F-CF01CF99FD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27503" y="1518669"/>
                  <a:ext cx="144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115" name="잉크 47114">
                  <a:extLst>
                    <a:ext uri="{FF2B5EF4-FFF2-40B4-BE49-F238E27FC236}">
                      <a16:creationId xmlns:a16="http://schemas.microsoft.com/office/drawing/2014/main" id="{F4D9CFFB-AFE8-F646-2176-C25DE9F7C9CA}"/>
                    </a:ext>
                  </a:extLst>
                </p14:cNvPr>
                <p14:cNvContentPartPr/>
                <p14:nvPr/>
              </p14:nvContentPartPr>
              <p14:xfrm>
                <a:off x="7251703" y="1506429"/>
                <a:ext cx="79560" cy="193320"/>
              </p14:xfrm>
            </p:contentPart>
          </mc:Choice>
          <mc:Fallback>
            <p:pic>
              <p:nvPicPr>
                <p:cNvPr id="47115" name="잉크 47114">
                  <a:extLst>
                    <a:ext uri="{FF2B5EF4-FFF2-40B4-BE49-F238E27FC236}">
                      <a16:creationId xmlns:a16="http://schemas.microsoft.com/office/drawing/2014/main" id="{F4D9CFFB-AFE8-F646-2176-C25DE9F7C9C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43063" y="1497789"/>
                  <a:ext cx="97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116" name="잉크 47115">
                  <a:extLst>
                    <a:ext uri="{FF2B5EF4-FFF2-40B4-BE49-F238E27FC236}">
                      <a16:creationId xmlns:a16="http://schemas.microsoft.com/office/drawing/2014/main" id="{7FF44D27-FFBB-2050-49C3-E571030E6D57}"/>
                    </a:ext>
                  </a:extLst>
                </p14:cNvPr>
                <p14:cNvContentPartPr/>
                <p14:nvPr/>
              </p14:nvContentPartPr>
              <p14:xfrm>
                <a:off x="7404343" y="1491309"/>
                <a:ext cx="77760" cy="186120"/>
              </p14:xfrm>
            </p:contentPart>
          </mc:Choice>
          <mc:Fallback>
            <p:pic>
              <p:nvPicPr>
                <p:cNvPr id="47116" name="잉크 47115">
                  <a:extLst>
                    <a:ext uri="{FF2B5EF4-FFF2-40B4-BE49-F238E27FC236}">
                      <a16:creationId xmlns:a16="http://schemas.microsoft.com/office/drawing/2014/main" id="{7FF44D27-FFBB-2050-49C3-E571030E6D5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5703" y="1482309"/>
                  <a:ext cx="95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117" name="잉크 47116">
                  <a:extLst>
                    <a:ext uri="{FF2B5EF4-FFF2-40B4-BE49-F238E27FC236}">
                      <a16:creationId xmlns:a16="http://schemas.microsoft.com/office/drawing/2014/main" id="{889D26F8-E645-1A28-A8CD-21FE2076D993}"/>
                    </a:ext>
                  </a:extLst>
                </p14:cNvPr>
                <p14:cNvContentPartPr/>
                <p14:nvPr/>
              </p14:nvContentPartPr>
              <p14:xfrm>
                <a:off x="7387423" y="1561509"/>
                <a:ext cx="152640" cy="124200"/>
              </p14:xfrm>
            </p:contentPart>
          </mc:Choice>
          <mc:Fallback>
            <p:pic>
              <p:nvPicPr>
                <p:cNvPr id="47117" name="잉크 47116">
                  <a:extLst>
                    <a:ext uri="{FF2B5EF4-FFF2-40B4-BE49-F238E27FC236}">
                      <a16:creationId xmlns:a16="http://schemas.microsoft.com/office/drawing/2014/main" id="{889D26F8-E645-1A28-A8CD-21FE2076D99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78783" y="1552509"/>
                  <a:ext cx="170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7118" name="잉크 47117">
                  <a:extLst>
                    <a:ext uri="{FF2B5EF4-FFF2-40B4-BE49-F238E27FC236}">
                      <a16:creationId xmlns:a16="http://schemas.microsoft.com/office/drawing/2014/main" id="{58F331FC-018A-8450-61E8-86EF2E00B5A9}"/>
                    </a:ext>
                  </a:extLst>
                </p14:cNvPr>
                <p14:cNvContentPartPr/>
                <p14:nvPr/>
              </p14:nvContentPartPr>
              <p14:xfrm>
                <a:off x="7533943" y="1525509"/>
                <a:ext cx="64440" cy="75240"/>
              </p14:xfrm>
            </p:contentPart>
          </mc:Choice>
          <mc:Fallback>
            <p:pic>
              <p:nvPicPr>
                <p:cNvPr id="47118" name="잉크 47117">
                  <a:extLst>
                    <a:ext uri="{FF2B5EF4-FFF2-40B4-BE49-F238E27FC236}">
                      <a16:creationId xmlns:a16="http://schemas.microsoft.com/office/drawing/2014/main" id="{58F331FC-018A-8450-61E8-86EF2E00B5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25303" y="1516869"/>
                  <a:ext cx="82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119" name="잉크 47118">
                  <a:extLst>
                    <a:ext uri="{FF2B5EF4-FFF2-40B4-BE49-F238E27FC236}">
                      <a16:creationId xmlns:a16="http://schemas.microsoft.com/office/drawing/2014/main" id="{0AF9EA05-79D9-BABC-626D-4CCAA28C7414}"/>
                    </a:ext>
                  </a:extLst>
                </p14:cNvPr>
                <p14:cNvContentPartPr/>
                <p14:nvPr/>
              </p14:nvContentPartPr>
              <p14:xfrm>
                <a:off x="7517743" y="1609749"/>
                <a:ext cx="137160" cy="140040"/>
              </p14:xfrm>
            </p:contentPart>
          </mc:Choice>
          <mc:Fallback>
            <p:pic>
              <p:nvPicPr>
                <p:cNvPr id="47119" name="잉크 47118">
                  <a:extLst>
                    <a:ext uri="{FF2B5EF4-FFF2-40B4-BE49-F238E27FC236}">
                      <a16:creationId xmlns:a16="http://schemas.microsoft.com/office/drawing/2014/main" id="{0AF9EA05-79D9-BABC-626D-4CCAA28C741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08743" y="1600749"/>
                  <a:ext cx="154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120" name="잉크 47119">
                  <a:extLst>
                    <a:ext uri="{FF2B5EF4-FFF2-40B4-BE49-F238E27FC236}">
                      <a16:creationId xmlns:a16="http://schemas.microsoft.com/office/drawing/2014/main" id="{8FE9B1D1-2D83-8173-90E2-29BE89B8DA65}"/>
                    </a:ext>
                  </a:extLst>
                </p14:cNvPr>
                <p14:cNvContentPartPr/>
                <p14:nvPr/>
              </p14:nvContentPartPr>
              <p14:xfrm>
                <a:off x="7716103" y="1521189"/>
                <a:ext cx="121680" cy="82800"/>
              </p14:xfrm>
            </p:contentPart>
          </mc:Choice>
          <mc:Fallback>
            <p:pic>
              <p:nvPicPr>
                <p:cNvPr id="47120" name="잉크 47119">
                  <a:extLst>
                    <a:ext uri="{FF2B5EF4-FFF2-40B4-BE49-F238E27FC236}">
                      <a16:creationId xmlns:a16="http://schemas.microsoft.com/office/drawing/2014/main" id="{8FE9B1D1-2D83-8173-90E2-29BE89B8DA6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07103" y="1512549"/>
                  <a:ext cx="139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7121" name="잉크 47120">
                  <a:extLst>
                    <a:ext uri="{FF2B5EF4-FFF2-40B4-BE49-F238E27FC236}">
                      <a16:creationId xmlns:a16="http://schemas.microsoft.com/office/drawing/2014/main" id="{0E5AD27F-7714-E638-14BB-662CCA228528}"/>
                    </a:ext>
                  </a:extLst>
                </p14:cNvPr>
                <p14:cNvContentPartPr/>
                <p14:nvPr/>
              </p14:nvContentPartPr>
              <p14:xfrm>
                <a:off x="7724383" y="1610109"/>
                <a:ext cx="162360" cy="146160"/>
              </p14:xfrm>
            </p:contentPart>
          </mc:Choice>
          <mc:Fallback>
            <p:pic>
              <p:nvPicPr>
                <p:cNvPr id="47121" name="잉크 47120">
                  <a:extLst>
                    <a:ext uri="{FF2B5EF4-FFF2-40B4-BE49-F238E27FC236}">
                      <a16:creationId xmlns:a16="http://schemas.microsoft.com/office/drawing/2014/main" id="{0E5AD27F-7714-E638-14BB-662CCA2285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715383" y="1601469"/>
                  <a:ext cx="1800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26" name="그룹 47125">
            <a:extLst>
              <a:ext uri="{FF2B5EF4-FFF2-40B4-BE49-F238E27FC236}">
                <a16:creationId xmlns:a16="http://schemas.microsoft.com/office/drawing/2014/main" id="{9CB0E151-0194-3708-FC29-429CB9603C15}"/>
              </a:ext>
            </a:extLst>
          </p:cNvPr>
          <p:cNvGrpSpPr/>
          <p:nvPr/>
        </p:nvGrpSpPr>
        <p:grpSpPr>
          <a:xfrm>
            <a:off x="6040663" y="3196269"/>
            <a:ext cx="1842120" cy="2795400"/>
            <a:chOff x="6040663" y="3196269"/>
            <a:chExt cx="1842120" cy="27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123" name="잉크 47122">
                  <a:extLst>
                    <a:ext uri="{FF2B5EF4-FFF2-40B4-BE49-F238E27FC236}">
                      <a16:creationId xmlns:a16="http://schemas.microsoft.com/office/drawing/2014/main" id="{FC85C004-307A-E9D4-30C0-94F8E9313BB4}"/>
                    </a:ext>
                  </a:extLst>
                </p14:cNvPr>
                <p14:cNvContentPartPr/>
                <p14:nvPr/>
              </p14:nvContentPartPr>
              <p14:xfrm>
                <a:off x="6040663" y="5560749"/>
                <a:ext cx="492840" cy="419400"/>
              </p14:xfrm>
            </p:contentPart>
          </mc:Choice>
          <mc:Fallback>
            <p:pic>
              <p:nvPicPr>
                <p:cNvPr id="47123" name="잉크 47122">
                  <a:extLst>
                    <a:ext uri="{FF2B5EF4-FFF2-40B4-BE49-F238E27FC236}">
                      <a16:creationId xmlns:a16="http://schemas.microsoft.com/office/drawing/2014/main" id="{FC85C004-307A-E9D4-30C0-94F8E9313B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31663" y="5551749"/>
                  <a:ext cx="5104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124" name="잉크 47123">
                  <a:extLst>
                    <a:ext uri="{FF2B5EF4-FFF2-40B4-BE49-F238E27FC236}">
                      <a16:creationId xmlns:a16="http://schemas.microsoft.com/office/drawing/2014/main" id="{4435BFBB-6787-7246-090E-EFE256598CF7}"/>
                    </a:ext>
                  </a:extLst>
                </p14:cNvPr>
                <p14:cNvContentPartPr/>
                <p14:nvPr/>
              </p14:nvContentPartPr>
              <p14:xfrm>
                <a:off x="7399663" y="3263589"/>
                <a:ext cx="12960" cy="12960"/>
              </p14:xfrm>
            </p:contentPart>
          </mc:Choice>
          <mc:Fallback>
            <p:pic>
              <p:nvPicPr>
                <p:cNvPr id="47124" name="잉크 47123">
                  <a:extLst>
                    <a:ext uri="{FF2B5EF4-FFF2-40B4-BE49-F238E27FC236}">
                      <a16:creationId xmlns:a16="http://schemas.microsoft.com/office/drawing/2014/main" id="{4435BFBB-6787-7246-090E-EFE256598CF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91023" y="3254589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125" name="잉크 47124">
                  <a:extLst>
                    <a:ext uri="{FF2B5EF4-FFF2-40B4-BE49-F238E27FC236}">
                      <a16:creationId xmlns:a16="http://schemas.microsoft.com/office/drawing/2014/main" id="{8CC8EF7A-6520-BADD-9045-23B8D145017C}"/>
                    </a:ext>
                  </a:extLst>
                </p14:cNvPr>
                <p14:cNvContentPartPr/>
                <p14:nvPr/>
              </p14:nvContentPartPr>
              <p14:xfrm>
                <a:off x="6573463" y="3196269"/>
                <a:ext cx="1309320" cy="2795400"/>
              </p14:xfrm>
            </p:contentPart>
          </mc:Choice>
          <mc:Fallback>
            <p:pic>
              <p:nvPicPr>
                <p:cNvPr id="47125" name="잉크 47124">
                  <a:extLst>
                    <a:ext uri="{FF2B5EF4-FFF2-40B4-BE49-F238E27FC236}">
                      <a16:creationId xmlns:a16="http://schemas.microsoft.com/office/drawing/2014/main" id="{8CC8EF7A-6520-BADD-9045-23B8D145017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64823" y="3187629"/>
                  <a:ext cx="1326960" cy="28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35" name="그룹 47134">
            <a:extLst>
              <a:ext uri="{FF2B5EF4-FFF2-40B4-BE49-F238E27FC236}">
                <a16:creationId xmlns:a16="http://schemas.microsoft.com/office/drawing/2014/main" id="{A0CD485C-0B58-84E1-964E-E7B4537FB9BE}"/>
              </a:ext>
            </a:extLst>
          </p:cNvPr>
          <p:cNvGrpSpPr/>
          <p:nvPr/>
        </p:nvGrpSpPr>
        <p:grpSpPr>
          <a:xfrm>
            <a:off x="5018263" y="232749"/>
            <a:ext cx="770040" cy="350640"/>
            <a:chOff x="5018263" y="232749"/>
            <a:chExt cx="77004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127" name="잉크 47126">
                  <a:extLst>
                    <a:ext uri="{FF2B5EF4-FFF2-40B4-BE49-F238E27FC236}">
                      <a16:creationId xmlns:a16="http://schemas.microsoft.com/office/drawing/2014/main" id="{B842D7D7-B9AA-5225-0691-E1B3B4397DE4}"/>
                    </a:ext>
                  </a:extLst>
                </p14:cNvPr>
                <p14:cNvContentPartPr/>
                <p14:nvPr/>
              </p14:nvContentPartPr>
              <p14:xfrm>
                <a:off x="5018263" y="232749"/>
                <a:ext cx="47520" cy="350640"/>
              </p14:xfrm>
            </p:contentPart>
          </mc:Choice>
          <mc:Fallback>
            <p:pic>
              <p:nvPicPr>
                <p:cNvPr id="47127" name="잉크 47126">
                  <a:extLst>
                    <a:ext uri="{FF2B5EF4-FFF2-40B4-BE49-F238E27FC236}">
                      <a16:creationId xmlns:a16="http://schemas.microsoft.com/office/drawing/2014/main" id="{B842D7D7-B9AA-5225-0691-E1B3B4397DE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009263" y="224109"/>
                  <a:ext cx="651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128" name="잉크 47127">
                  <a:extLst>
                    <a:ext uri="{FF2B5EF4-FFF2-40B4-BE49-F238E27FC236}">
                      <a16:creationId xmlns:a16="http://schemas.microsoft.com/office/drawing/2014/main" id="{14D7A838-F103-23D0-05D1-AD883802F3BB}"/>
                    </a:ext>
                  </a:extLst>
                </p14:cNvPr>
                <p14:cNvContentPartPr/>
                <p14:nvPr/>
              </p14:nvContentPartPr>
              <p14:xfrm>
                <a:off x="5022943" y="268389"/>
                <a:ext cx="71640" cy="160200"/>
              </p14:xfrm>
            </p:contentPart>
          </mc:Choice>
          <mc:Fallback>
            <p:pic>
              <p:nvPicPr>
                <p:cNvPr id="47128" name="잉크 47127">
                  <a:extLst>
                    <a:ext uri="{FF2B5EF4-FFF2-40B4-BE49-F238E27FC236}">
                      <a16:creationId xmlns:a16="http://schemas.microsoft.com/office/drawing/2014/main" id="{14D7A838-F103-23D0-05D1-AD883802F3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13943" y="259389"/>
                  <a:ext cx="89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129" name="잉크 47128">
                  <a:extLst>
                    <a:ext uri="{FF2B5EF4-FFF2-40B4-BE49-F238E27FC236}">
                      <a16:creationId xmlns:a16="http://schemas.microsoft.com/office/drawing/2014/main" id="{EA5C0C9E-2DF6-3A3E-65AF-339B8A09DC37}"/>
                    </a:ext>
                  </a:extLst>
                </p14:cNvPr>
                <p14:cNvContentPartPr/>
                <p14:nvPr/>
              </p14:nvContentPartPr>
              <p14:xfrm>
                <a:off x="5154703" y="423189"/>
                <a:ext cx="58320" cy="87480"/>
              </p14:xfrm>
            </p:contentPart>
          </mc:Choice>
          <mc:Fallback>
            <p:pic>
              <p:nvPicPr>
                <p:cNvPr id="47129" name="잉크 47128">
                  <a:extLst>
                    <a:ext uri="{FF2B5EF4-FFF2-40B4-BE49-F238E27FC236}">
                      <a16:creationId xmlns:a16="http://schemas.microsoft.com/office/drawing/2014/main" id="{EA5C0C9E-2DF6-3A3E-65AF-339B8A09DC3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45703" y="414549"/>
                  <a:ext cx="75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130" name="잉크 47129">
                  <a:extLst>
                    <a:ext uri="{FF2B5EF4-FFF2-40B4-BE49-F238E27FC236}">
                      <a16:creationId xmlns:a16="http://schemas.microsoft.com/office/drawing/2014/main" id="{1CECE51E-FD45-43BB-BAE3-DB98A5D0D9E4}"/>
                    </a:ext>
                  </a:extLst>
                </p14:cNvPr>
                <p14:cNvContentPartPr/>
                <p14:nvPr/>
              </p14:nvContentPartPr>
              <p14:xfrm>
                <a:off x="5341903" y="265869"/>
                <a:ext cx="163800" cy="225000"/>
              </p14:xfrm>
            </p:contentPart>
          </mc:Choice>
          <mc:Fallback>
            <p:pic>
              <p:nvPicPr>
                <p:cNvPr id="47130" name="잉크 47129">
                  <a:extLst>
                    <a:ext uri="{FF2B5EF4-FFF2-40B4-BE49-F238E27FC236}">
                      <a16:creationId xmlns:a16="http://schemas.microsoft.com/office/drawing/2014/main" id="{1CECE51E-FD45-43BB-BAE3-DB98A5D0D9E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33263" y="257229"/>
                  <a:ext cx="181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131" name="잉크 47130">
                  <a:extLst>
                    <a:ext uri="{FF2B5EF4-FFF2-40B4-BE49-F238E27FC236}">
                      <a16:creationId xmlns:a16="http://schemas.microsoft.com/office/drawing/2014/main" id="{3F641F1F-7FE0-5146-A734-242A0E42E815}"/>
                    </a:ext>
                  </a:extLst>
                </p14:cNvPr>
                <p14:cNvContentPartPr/>
                <p14:nvPr/>
              </p14:nvContentPartPr>
              <p14:xfrm>
                <a:off x="5427943" y="473949"/>
                <a:ext cx="69480" cy="68040"/>
              </p14:xfrm>
            </p:contentPart>
          </mc:Choice>
          <mc:Fallback>
            <p:pic>
              <p:nvPicPr>
                <p:cNvPr id="47131" name="잉크 47130">
                  <a:extLst>
                    <a:ext uri="{FF2B5EF4-FFF2-40B4-BE49-F238E27FC236}">
                      <a16:creationId xmlns:a16="http://schemas.microsoft.com/office/drawing/2014/main" id="{3F641F1F-7FE0-5146-A734-242A0E42E8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18943" y="465309"/>
                  <a:ext cx="87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132" name="잉크 47131">
                  <a:extLst>
                    <a:ext uri="{FF2B5EF4-FFF2-40B4-BE49-F238E27FC236}">
                      <a16:creationId xmlns:a16="http://schemas.microsoft.com/office/drawing/2014/main" id="{CBC63640-F91A-781E-5DC2-8BA3982EA15C}"/>
                    </a:ext>
                  </a:extLst>
                </p14:cNvPr>
                <p14:cNvContentPartPr/>
                <p14:nvPr/>
              </p14:nvContentPartPr>
              <p14:xfrm>
                <a:off x="5486983" y="358029"/>
                <a:ext cx="225000" cy="174960"/>
              </p14:xfrm>
            </p:contentPart>
          </mc:Choice>
          <mc:Fallback>
            <p:pic>
              <p:nvPicPr>
                <p:cNvPr id="47132" name="잉크 47131">
                  <a:extLst>
                    <a:ext uri="{FF2B5EF4-FFF2-40B4-BE49-F238E27FC236}">
                      <a16:creationId xmlns:a16="http://schemas.microsoft.com/office/drawing/2014/main" id="{CBC63640-F91A-781E-5DC2-8BA3982EA1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77983" y="349029"/>
                  <a:ext cx="242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133" name="잉크 47132">
                  <a:extLst>
                    <a:ext uri="{FF2B5EF4-FFF2-40B4-BE49-F238E27FC236}">
                      <a16:creationId xmlns:a16="http://schemas.microsoft.com/office/drawing/2014/main" id="{BB177784-FBC0-F301-E5CA-8C0D8B8C3829}"/>
                    </a:ext>
                  </a:extLst>
                </p14:cNvPr>
                <p14:cNvContentPartPr/>
                <p14:nvPr/>
              </p14:nvContentPartPr>
              <p14:xfrm>
                <a:off x="5768503" y="370989"/>
                <a:ext cx="14040" cy="33840"/>
              </p14:xfrm>
            </p:contentPart>
          </mc:Choice>
          <mc:Fallback>
            <p:pic>
              <p:nvPicPr>
                <p:cNvPr id="47133" name="잉크 47132">
                  <a:extLst>
                    <a:ext uri="{FF2B5EF4-FFF2-40B4-BE49-F238E27FC236}">
                      <a16:creationId xmlns:a16="http://schemas.microsoft.com/office/drawing/2014/main" id="{BB177784-FBC0-F301-E5CA-8C0D8B8C382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59863" y="362349"/>
                  <a:ext cx="31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134" name="잉크 47133">
                  <a:extLst>
                    <a:ext uri="{FF2B5EF4-FFF2-40B4-BE49-F238E27FC236}">
                      <a16:creationId xmlns:a16="http://schemas.microsoft.com/office/drawing/2014/main" id="{D9D4D00D-DD17-69FB-A0CD-AD7AC59D4E6B}"/>
                    </a:ext>
                  </a:extLst>
                </p14:cNvPr>
                <p14:cNvContentPartPr/>
                <p14:nvPr/>
              </p14:nvContentPartPr>
              <p14:xfrm>
                <a:off x="5780743" y="431829"/>
                <a:ext cx="7560" cy="52200"/>
              </p14:xfrm>
            </p:contentPart>
          </mc:Choice>
          <mc:Fallback>
            <p:pic>
              <p:nvPicPr>
                <p:cNvPr id="47134" name="잉크 47133">
                  <a:extLst>
                    <a:ext uri="{FF2B5EF4-FFF2-40B4-BE49-F238E27FC236}">
                      <a16:creationId xmlns:a16="http://schemas.microsoft.com/office/drawing/2014/main" id="{D9D4D00D-DD17-69FB-A0CD-AD7AC59D4E6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771743" y="423189"/>
                  <a:ext cx="2520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46" name="그룹 47145">
            <a:extLst>
              <a:ext uri="{FF2B5EF4-FFF2-40B4-BE49-F238E27FC236}">
                <a16:creationId xmlns:a16="http://schemas.microsoft.com/office/drawing/2014/main" id="{52879164-C9A0-2B2D-4894-94C078B65BF9}"/>
              </a:ext>
            </a:extLst>
          </p:cNvPr>
          <p:cNvGrpSpPr/>
          <p:nvPr/>
        </p:nvGrpSpPr>
        <p:grpSpPr>
          <a:xfrm>
            <a:off x="6052183" y="253989"/>
            <a:ext cx="1176480" cy="234720"/>
            <a:chOff x="6052183" y="253989"/>
            <a:chExt cx="117648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136" name="잉크 47135">
                  <a:extLst>
                    <a:ext uri="{FF2B5EF4-FFF2-40B4-BE49-F238E27FC236}">
                      <a16:creationId xmlns:a16="http://schemas.microsoft.com/office/drawing/2014/main" id="{7A687223-9693-2AA4-1888-82C89EE9A7D8}"/>
                    </a:ext>
                  </a:extLst>
                </p14:cNvPr>
                <p14:cNvContentPartPr/>
                <p14:nvPr/>
              </p14:nvContentPartPr>
              <p14:xfrm>
                <a:off x="6052183" y="342549"/>
                <a:ext cx="99000" cy="146160"/>
              </p14:xfrm>
            </p:contentPart>
          </mc:Choice>
          <mc:Fallback>
            <p:pic>
              <p:nvPicPr>
                <p:cNvPr id="47136" name="잉크 47135">
                  <a:extLst>
                    <a:ext uri="{FF2B5EF4-FFF2-40B4-BE49-F238E27FC236}">
                      <a16:creationId xmlns:a16="http://schemas.microsoft.com/office/drawing/2014/main" id="{7A687223-9693-2AA4-1888-82C89EE9A7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43543" y="333909"/>
                  <a:ext cx="116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137" name="잉크 47136">
                  <a:extLst>
                    <a:ext uri="{FF2B5EF4-FFF2-40B4-BE49-F238E27FC236}">
                      <a16:creationId xmlns:a16="http://schemas.microsoft.com/office/drawing/2014/main" id="{B26266C6-CAB2-B13B-9C15-FF84A78D1761}"/>
                    </a:ext>
                  </a:extLst>
                </p14:cNvPr>
                <p14:cNvContentPartPr/>
                <p14:nvPr/>
              </p14:nvContentPartPr>
              <p14:xfrm>
                <a:off x="6180703" y="354069"/>
                <a:ext cx="132480" cy="132480"/>
              </p14:xfrm>
            </p:contentPart>
          </mc:Choice>
          <mc:Fallback>
            <p:pic>
              <p:nvPicPr>
                <p:cNvPr id="47137" name="잉크 47136">
                  <a:extLst>
                    <a:ext uri="{FF2B5EF4-FFF2-40B4-BE49-F238E27FC236}">
                      <a16:creationId xmlns:a16="http://schemas.microsoft.com/office/drawing/2014/main" id="{B26266C6-CAB2-B13B-9C15-FF84A78D176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72063" y="345429"/>
                  <a:ext cx="150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7138" name="잉크 47137">
                  <a:extLst>
                    <a:ext uri="{FF2B5EF4-FFF2-40B4-BE49-F238E27FC236}">
                      <a16:creationId xmlns:a16="http://schemas.microsoft.com/office/drawing/2014/main" id="{966513EC-2EB1-5277-D76D-627671F47CB2}"/>
                    </a:ext>
                  </a:extLst>
                </p14:cNvPr>
                <p14:cNvContentPartPr/>
                <p14:nvPr/>
              </p14:nvContentPartPr>
              <p14:xfrm>
                <a:off x="6343423" y="361989"/>
                <a:ext cx="123120" cy="97200"/>
              </p14:xfrm>
            </p:contentPart>
          </mc:Choice>
          <mc:Fallback>
            <p:pic>
              <p:nvPicPr>
                <p:cNvPr id="47138" name="잉크 47137">
                  <a:extLst>
                    <a:ext uri="{FF2B5EF4-FFF2-40B4-BE49-F238E27FC236}">
                      <a16:creationId xmlns:a16="http://schemas.microsoft.com/office/drawing/2014/main" id="{966513EC-2EB1-5277-D76D-627671F47CB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34783" y="353349"/>
                  <a:ext cx="140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139" name="잉크 47138">
                  <a:extLst>
                    <a:ext uri="{FF2B5EF4-FFF2-40B4-BE49-F238E27FC236}">
                      <a16:creationId xmlns:a16="http://schemas.microsoft.com/office/drawing/2014/main" id="{E7B61CC0-9CE6-AD2C-2CF0-2B79A7D83D9D}"/>
                    </a:ext>
                  </a:extLst>
                </p14:cNvPr>
                <p14:cNvContentPartPr/>
                <p14:nvPr/>
              </p14:nvContentPartPr>
              <p14:xfrm>
                <a:off x="6586063" y="338949"/>
                <a:ext cx="172800" cy="148680"/>
              </p14:xfrm>
            </p:contentPart>
          </mc:Choice>
          <mc:Fallback>
            <p:pic>
              <p:nvPicPr>
                <p:cNvPr id="47139" name="잉크 47138">
                  <a:extLst>
                    <a:ext uri="{FF2B5EF4-FFF2-40B4-BE49-F238E27FC236}">
                      <a16:creationId xmlns:a16="http://schemas.microsoft.com/office/drawing/2014/main" id="{E7B61CC0-9CE6-AD2C-2CF0-2B79A7D83D9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77063" y="329949"/>
                  <a:ext cx="190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7140" name="잉크 47139">
                  <a:extLst>
                    <a:ext uri="{FF2B5EF4-FFF2-40B4-BE49-F238E27FC236}">
                      <a16:creationId xmlns:a16="http://schemas.microsoft.com/office/drawing/2014/main" id="{5FC4E826-FA7E-BE7B-F0ED-14943F4F5821}"/>
                    </a:ext>
                  </a:extLst>
                </p14:cNvPr>
                <p14:cNvContentPartPr/>
                <p14:nvPr/>
              </p14:nvContentPartPr>
              <p14:xfrm>
                <a:off x="6857503" y="338949"/>
                <a:ext cx="105120" cy="79560"/>
              </p14:xfrm>
            </p:contentPart>
          </mc:Choice>
          <mc:Fallback>
            <p:pic>
              <p:nvPicPr>
                <p:cNvPr id="47140" name="잉크 47139">
                  <a:extLst>
                    <a:ext uri="{FF2B5EF4-FFF2-40B4-BE49-F238E27FC236}">
                      <a16:creationId xmlns:a16="http://schemas.microsoft.com/office/drawing/2014/main" id="{5FC4E826-FA7E-BE7B-F0ED-14943F4F58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48863" y="329949"/>
                  <a:ext cx="122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7141" name="잉크 47140">
                  <a:extLst>
                    <a:ext uri="{FF2B5EF4-FFF2-40B4-BE49-F238E27FC236}">
                      <a16:creationId xmlns:a16="http://schemas.microsoft.com/office/drawing/2014/main" id="{4D30C431-7E5C-76E1-450A-9DA1C9BF2B3C}"/>
                    </a:ext>
                  </a:extLst>
                </p14:cNvPr>
                <p14:cNvContentPartPr/>
                <p14:nvPr/>
              </p14:nvContentPartPr>
              <p14:xfrm>
                <a:off x="7034263" y="253989"/>
                <a:ext cx="19080" cy="201960"/>
              </p14:xfrm>
            </p:contentPart>
          </mc:Choice>
          <mc:Fallback>
            <p:pic>
              <p:nvPicPr>
                <p:cNvPr id="47141" name="잉크 47140">
                  <a:extLst>
                    <a:ext uri="{FF2B5EF4-FFF2-40B4-BE49-F238E27FC236}">
                      <a16:creationId xmlns:a16="http://schemas.microsoft.com/office/drawing/2014/main" id="{4D30C431-7E5C-76E1-450A-9DA1C9BF2B3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025623" y="244989"/>
                  <a:ext cx="36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7142" name="잉크 47141">
                  <a:extLst>
                    <a:ext uri="{FF2B5EF4-FFF2-40B4-BE49-F238E27FC236}">
                      <a16:creationId xmlns:a16="http://schemas.microsoft.com/office/drawing/2014/main" id="{287FDEC2-20F8-7854-E700-B9ACD18A4504}"/>
                    </a:ext>
                  </a:extLst>
                </p14:cNvPr>
                <p14:cNvContentPartPr/>
                <p14:nvPr/>
              </p14:nvContentPartPr>
              <p14:xfrm>
                <a:off x="7131463" y="369189"/>
                <a:ext cx="97200" cy="90720"/>
              </p14:xfrm>
            </p:contentPart>
          </mc:Choice>
          <mc:Fallback>
            <p:pic>
              <p:nvPicPr>
                <p:cNvPr id="47142" name="잉크 47141">
                  <a:extLst>
                    <a:ext uri="{FF2B5EF4-FFF2-40B4-BE49-F238E27FC236}">
                      <a16:creationId xmlns:a16="http://schemas.microsoft.com/office/drawing/2014/main" id="{287FDEC2-20F8-7854-E700-B9ACD18A45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122463" y="360189"/>
                  <a:ext cx="11484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45" name="그룹 47144">
            <a:extLst>
              <a:ext uri="{FF2B5EF4-FFF2-40B4-BE49-F238E27FC236}">
                <a16:creationId xmlns:a16="http://schemas.microsoft.com/office/drawing/2014/main" id="{18EC58C9-58D2-4BBA-3E64-8143C88EBEFB}"/>
              </a:ext>
            </a:extLst>
          </p:cNvPr>
          <p:cNvGrpSpPr/>
          <p:nvPr/>
        </p:nvGrpSpPr>
        <p:grpSpPr>
          <a:xfrm>
            <a:off x="7433863" y="349029"/>
            <a:ext cx="109080" cy="57960"/>
            <a:chOff x="7433863" y="349029"/>
            <a:chExt cx="10908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7143" name="잉크 47142">
                  <a:extLst>
                    <a:ext uri="{FF2B5EF4-FFF2-40B4-BE49-F238E27FC236}">
                      <a16:creationId xmlns:a16="http://schemas.microsoft.com/office/drawing/2014/main" id="{8E7CF2FC-B190-5232-5132-790B053DED39}"/>
                    </a:ext>
                  </a:extLst>
                </p14:cNvPr>
                <p14:cNvContentPartPr/>
                <p14:nvPr/>
              </p14:nvContentPartPr>
              <p14:xfrm>
                <a:off x="7433863" y="349029"/>
                <a:ext cx="109080" cy="13320"/>
              </p14:xfrm>
            </p:contentPart>
          </mc:Choice>
          <mc:Fallback>
            <p:pic>
              <p:nvPicPr>
                <p:cNvPr id="47143" name="잉크 47142">
                  <a:extLst>
                    <a:ext uri="{FF2B5EF4-FFF2-40B4-BE49-F238E27FC236}">
                      <a16:creationId xmlns:a16="http://schemas.microsoft.com/office/drawing/2014/main" id="{8E7CF2FC-B190-5232-5132-790B053DED3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425223" y="340029"/>
                  <a:ext cx="126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7144" name="잉크 47143">
                  <a:extLst>
                    <a:ext uri="{FF2B5EF4-FFF2-40B4-BE49-F238E27FC236}">
                      <a16:creationId xmlns:a16="http://schemas.microsoft.com/office/drawing/2014/main" id="{7F0F4BDA-E936-2D8B-C277-4C2EE743F207}"/>
                    </a:ext>
                  </a:extLst>
                </p14:cNvPr>
                <p14:cNvContentPartPr/>
                <p14:nvPr/>
              </p14:nvContentPartPr>
              <p14:xfrm>
                <a:off x="7451863" y="399069"/>
                <a:ext cx="82440" cy="7920"/>
              </p14:xfrm>
            </p:contentPart>
          </mc:Choice>
          <mc:Fallback>
            <p:pic>
              <p:nvPicPr>
                <p:cNvPr id="47144" name="잉크 47143">
                  <a:extLst>
                    <a:ext uri="{FF2B5EF4-FFF2-40B4-BE49-F238E27FC236}">
                      <a16:creationId xmlns:a16="http://schemas.microsoft.com/office/drawing/2014/main" id="{7F0F4BDA-E936-2D8B-C277-4C2EE743F20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42863" y="390069"/>
                  <a:ext cx="1000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50" name="그룹 47149">
            <a:extLst>
              <a:ext uri="{FF2B5EF4-FFF2-40B4-BE49-F238E27FC236}">
                <a16:creationId xmlns:a16="http://schemas.microsoft.com/office/drawing/2014/main" id="{65CE5609-B713-D926-BB94-02E78C7D8695}"/>
              </a:ext>
            </a:extLst>
          </p:cNvPr>
          <p:cNvGrpSpPr/>
          <p:nvPr/>
        </p:nvGrpSpPr>
        <p:grpSpPr>
          <a:xfrm>
            <a:off x="7901503" y="303669"/>
            <a:ext cx="449640" cy="221760"/>
            <a:chOff x="7901503" y="303669"/>
            <a:chExt cx="44964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7147" name="잉크 47146">
                  <a:extLst>
                    <a:ext uri="{FF2B5EF4-FFF2-40B4-BE49-F238E27FC236}">
                      <a16:creationId xmlns:a16="http://schemas.microsoft.com/office/drawing/2014/main" id="{F59FB977-1CB3-C22D-5E28-91F7E85D58BA}"/>
                    </a:ext>
                  </a:extLst>
                </p14:cNvPr>
                <p14:cNvContentPartPr/>
                <p14:nvPr/>
              </p14:nvContentPartPr>
              <p14:xfrm>
                <a:off x="7901503" y="363069"/>
                <a:ext cx="97200" cy="127080"/>
              </p14:xfrm>
            </p:contentPart>
          </mc:Choice>
          <mc:Fallback>
            <p:pic>
              <p:nvPicPr>
                <p:cNvPr id="47147" name="잉크 47146">
                  <a:extLst>
                    <a:ext uri="{FF2B5EF4-FFF2-40B4-BE49-F238E27FC236}">
                      <a16:creationId xmlns:a16="http://schemas.microsoft.com/office/drawing/2014/main" id="{F59FB977-1CB3-C22D-5E28-91F7E85D58B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892503" y="354069"/>
                  <a:ext cx="114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7148" name="잉크 47147">
                  <a:extLst>
                    <a:ext uri="{FF2B5EF4-FFF2-40B4-BE49-F238E27FC236}">
                      <a16:creationId xmlns:a16="http://schemas.microsoft.com/office/drawing/2014/main" id="{6CBA05EE-FD36-A302-8FF3-EA1C317E3E9B}"/>
                    </a:ext>
                  </a:extLst>
                </p14:cNvPr>
                <p14:cNvContentPartPr/>
                <p14:nvPr/>
              </p14:nvContentPartPr>
              <p14:xfrm>
                <a:off x="8114623" y="303669"/>
                <a:ext cx="46080" cy="221760"/>
              </p14:xfrm>
            </p:contentPart>
          </mc:Choice>
          <mc:Fallback>
            <p:pic>
              <p:nvPicPr>
                <p:cNvPr id="47148" name="잉크 47147">
                  <a:extLst>
                    <a:ext uri="{FF2B5EF4-FFF2-40B4-BE49-F238E27FC236}">
                      <a16:creationId xmlns:a16="http://schemas.microsoft.com/office/drawing/2014/main" id="{6CBA05EE-FD36-A302-8FF3-EA1C317E3E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05623" y="295029"/>
                  <a:ext cx="63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7149" name="잉크 47148">
                  <a:extLst>
                    <a:ext uri="{FF2B5EF4-FFF2-40B4-BE49-F238E27FC236}">
                      <a16:creationId xmlns:a16="http://schemas.microsoft.com/office/drawing/2014/main" id="{A3878D46-141E-BA5D-0548-BECE67EDFE60}"/>
                    </a:ext>
                  </a:extLst>
                </p14:cNvPr>
                <p14:cNvContentPartPr/>
                <p14:nvPr/>
              </p14:nvContentPartPr>
              <p14:xfrm>
                <a:off x="8262943" y="387549"/>
                <a:ext cx="88200" cy="103320"/>
              </p14:xfrm>
            </p:contentPart>
          </mc:Choice>
          <mc:Fallback>
            <p:pic>
              <p:nvPicPr>
                <p:cNvPr id="47149" name="잉크 47148">
                  <a:extLst>
                    <a:ext uri="{FF2B5EF4-FFF2-40B4-BE49-F238E27FC236}">
                      <a16:creationId xmlns:a16="http://schemas.microsoft.com/office/drawing/2014/main" id="{A3878D46-141E-BA5D-0548-BECE67EDFE6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53943" y="378909"/>
                  <a:ext cx="105840" cy="12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85750"/>
            <a:ext cx="7391400" cy="844550"/>
          </a:xfrm>
        </p:spPr>
        <p:txBody>
          <a:bodyPr/>
          <a:lstStyle/>
          <a:p>
            <a:r>
              <a:rPr lang="ko-KR" altLang="en-US" sz="3600"/>
              <a:t>자원 형태마다 한 개씩 있는 경우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16430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>
                <a:solidFill>
                  <a:srgbClr val="000000"/>
                </a:solidFill>
              </a:rPr>
              <a:t>대기 그래프</a:t>
            </a:r>
            <a:r>
              <a:rPr lang="en-US" altLang="ko-KR" sz="2400">
                <a:solidFill>
                  <a:srgbClr val="000000"/>
                </a:solidFill>
              </a:rPr>
              <a:t> </a:t>
            </a:r>
            <a:r>
              <a:rPr lang="ko-KR" altLang="en-US" sz="2400">
                <a:solidFill>
                  <a:srgbClr val="000000"/>
                </a:solidFill>
              </a:rPr>
              <a:t>사용</a:t>
            </a:r>
          </a:p>
          <a:p>
            <a:pPr lvl="1">
              <a:lnSpc>
                <a:spcPct val="90000"/>
              </a:lnSpc>
            </a:pPr>
            <a:r>
              <a:rPr lang="en-US" altLang="ko-KR" sz="1800" i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ko-KR" sz="1800" i="1" baseline="-25000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altLang="ko-KR" sz="1800" i="1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ko-KR" altLang="en-US" sz="1800">
                <a:solidFill>
                  <a:srgbClr val="000000"/>
                </a:solidFill>
                <a:sym typeface="Symbol" panose="05050102010706020507" pitchFamily="18" charset="2"/>
              </a:rPr>
              <a:t>가 </a:t>
            </a:r>
            <a:r>
              <a:rPr lang="en-US" altLang="ko-KR" sz="1800" i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ko-KR" sz="1800" i="1" baseline="-25000">
                <a:solidFill>
                  <a:srgbClr val="000000"/>
                </a:solidFill>
                <a:sym typeface="Symbol" panose="05050102010706020507" pitchFamily="18" charset="2"/>
              </a:rPr>
              <a:t>j</a:t>
            </a:r>
            <a:r>
              <a:rPr lang="en-US" altLang="ko-KR" sz="180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ko-KR" altLang="en-US" sz="1800">
                <a:solidFill>
                  <a:srgbClr val="000000"/>
                </a:solidFill>
                <a:sym typeface="Symbol" panose="05050102010706020507" pitchFamily="18" charset="2"/>
              </a:rPr>
              <a:t>를 기다리고 있으면 </a:t>
            </a:r>
            <a:r>
              <a:rPr lang="en-US" altLang="ko-KR" sz="1800" i="1">
                <a:solidFill>
                  <a:srgbClr val="000000"/>
                </a:solidFill>
              </a:rPr>
              <a:t>P</a:t>
            </a:r>
            <a:r>
              <a:rPr lang="en-US" altLang="ko-KR" sz="1800" i="1" baseline="-25000">
                <a:solidFill>
                  <a:srgbClr val="000000"/>
                </a:solidFill>
              </a:rPr>
              <a:t>i</a:t>
            </a:r>
            <a:r>
              <a:rPr lang="en-US" altLang="ko-KR" sz="1800">
                <a:solidFill>
                  <a:srgbClr val="000000"/>
                </a:solidFill>
              </a:rPr>
              <a:t> </a:t>
            </a:r>
            <a:r>
              <a:rPr lang="en-US" altLang="ko-KR" sz="1800">
                <a:solidFill>
                  <a:srgbClr val="000000"/>
                </a:solidFill>
                <a:sym typeface="Symbol" panose="05050102010706020507" pitchFamily="18" charset="2"/>
              </a:rPr>
              <a:t> </a:t>
            </a:r>
            <a:r>
              <a:rPr lang="en-US" altLang="ko-KR" sz="1800" i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ko-KR" sz="1800" i="1" baseline="-25000">
                <a:solidFill>
                  <a:srgbClr val="000000"/>
                </a:solidFill>
                <a:sym typeface="Symbol" panose="05050102010706020507" pitchFamily="18" charset="2"/>
              </a:rPr>
              <a:t>j </a:t>
            </a:r>
            <a:endParaRPr lang="en-US" altLang="ko-KR" sz="1800" i="1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ko-KR" altLang="en-US" sz="2400">
                <a:solidFill>
                  <a:srgbClr val="000000"/>
                </a:solidFill>
              </a:rPr>
              <a:t>주기적으로 그래프 내에서 사이클을 찾는 알고리즘 호출</a:t>
            </a:r>
            <a:endParaRPr lang="en-US" altLang="ko-KR" sz="24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ko-KR" altLang="en-US" sz="2400">
                <a:solidFill>
                  <a:srgbClr val="000000"/>
                </a:solidFill>
              </a:rPr>
              <a:t>사이클을 탐지하는 알고리즘은 </a:t>
            </a:r>
            <a:r>
              <a:rPr lang="en-US" altLang="ko-KR" sz="2400">
                <a:solidFill>
                  <a:srgbClr val="000000"/>
                </a:solidFill>
              </a:rPr>
              <a:t>O(</a:t>
            </a:r>
            <a:r>
              <a:rPr lang="en-US" altLang="ko-KR" sz="2400" i="1">
                <a:solidFill>
                  <a:srgbClr val="000000"/>
                </a:solidFill>
              </a:rPr>
              <a:t>n</a:t>
            </a:r>
            <a:r>
              <a:rPr lang="en-US" altLang="ko-KR" sz="2400" baseline="30000">
                <a:solidFill>
                  <a:srgbClr val="000000"/>
                </a:solidFill>
              </a:rPr>
              <a:t>2</a:t>
            </a:r>
            <a:r>
              <a:rPr lang="en-US" altLang="ko-KR" sz="2400">
                <a:solidFill>
                  <a:srgbClr val="000000"/>
                </a:solidFill>
              </a:rPr>
              <a:t>) </a:t>
            </a:r>
            <a:r>
              <a:rPr lang="ko-KR" altLang="en-US" sz="2400">
                <a:solidFill>
                  <a:srgbClr val="000000"/>
                </a:solidFill>
              </a:rPr>
              <a:t>연산을 요구</a:t>
            </a:r>
            <a:endParaRPr lang="en-US" altLang="ko-KR" sz="2400">
              <a:solidFill>
                <a:srgbClr val="000000"/>
              </a:solidFill>
            </a:endParaRPr>
          </a:p>
        </p:txBody>
      </p:sp>
      <p:pic>
        <p:nvPicPr>
          <p:cNvPr id="491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" t="9808" r="458" b="9842"/>
          <a:stretch>
            <a:fillRect/>
          </a:stretch>
        </p:blipFill>
        <p:spPr bwMode="auto">
          <a:xfrm>
            <a:off x="2786063" y="3571875"/>
            <a:ext cx="582612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3286125" y="3214688"/>
            <a:ext cx="1924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50000"/>
              </a:spcBef>
              <a:buClrTx/>
              <a:buFontTx/>
              <a:buNone/>
            </a:pPr>
            <a:r>
              <a:rPr kumimoji="0" lang="ko-KR" altLang="en-US" sz="1800">
                <a:latin typeface="Helvetica" panose="020B0604020202020204" pitchFamily="34" charset="0"/>
              </a:rPr>
              <a:t>자원</a:t>
            </a:r>
            <a:r>
              <a:rPr kumimoji="0" lang="en-US" altLang="ko-KR" sz="1800">
                <a:latin typeface="Helvetica" panose="020B0604020202020204" pitchFamily="34" charset="0"/>
              </a:rPr>
              <a:t>-</a:t>
            </a:r>
            <a:r>
              <a:rPr kumimoji="0" lang="ko-KR" altLang="en-US" sz="1800">
                <a:latin typeface="Helvetica" panose="020B0604020202020204" pitchFamily="34" charset="0"/>
              </a:rPr>
              <a:t>할당 그래프</a:t>
            </a:r>
          </a:p>
        </p:txBody>
      </p:sp>
      <p:sp>
        <p:nvSpPr>
          <p:cNvPr id="49158" name="Text Box 7"/>
          <p:cNvSpPr txBox="1">
            <a:spLocks noChangeArrowheads="1"/>
          </p:cNvSpPr>
          <p:nvPr/>
        </p:nvSpPr>
        <p:spPr bwMode="auto">
          <a:xfrm>
            <a:off x="6357938" y="4286250"/>
            <a:ext cx="236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50000"/>
              </a:spcBef>
              <a:buClrTx/>
              <a:buFontTx/>
              <a:buNone/>
            </a:pPr>
            <a:r>
              <a:rPr kumimoji="0" lang="ko-KR" altLang="en-US" sz="1800">
                <a:latin typeface="Helvetica" panose="020B0604020202020204" pitchFamily="34" charset="0"/>
              </a:rPr>
              <a:t>해당하는 대기 그래프</a:t>
            </a:r>
          </a:p>
        </p:txBody>
      </p:sp>
      <p:sp>
        <p:nvSpPr>
          <p:cNvPr id="49159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72E2EF-B94E-4094-854A-4E228367139A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B000DAD-39CA-61CC-B7D5-EF81508D1F78}"/>
                  </a:ext>
                </a:extLst>
              </p14:cNvPr>
              <p14:cNvContentPartPr/>
              <p14:nvPr/>
            </p14:nvContentPartPr>
            <p14:xfrm>
              <a:off x="3213583" y="2870109"/>
              <a:ext cx="1251000" cy="46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B000DAD-39CA-61CC-B7D5-EF81508D1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7583" y="2798109"/>
                <a:ext cx="1322640" cy="19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857375"/>
            <a:ext cx="8686800" cy="4357688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교착상태 탐지 알고리즘 사용 횟수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탐지 알고리즘 호출 문제는 교착상태 발생 빈도수와 교착상태 발생 시 영향을 받는 프로세스의 수에 따라 결정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교착상태가 자주 발생하면 탐지 알고리즘도 자주 호출</a:t>
            </a:r>
            <a:endParaRPr lang="en-US" altLang="ko-KR" sz="22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요청을 할 때마다 교착상태 탐지 알고리즘 연산 시간 부담 큼</a:t>
            </a:r>
            <a:endParaRPr lang="en-US" altLang="ko-KR" sz="22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경제적인 방법은 호출 빈도를 줄이는 것으로</a:t>
            </a:r>
            <a:r>
              <a:rPr lang="en-US" altLang="ko-KR" sz="22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한 시간마다 또는 </a:t>
            </a:r>
            <a:r>
              <a:rPr lang="en-US" altLang="ko-KR" sz="2200" dirty="0">
                <a:solidFill>
                  <a:srgbClr val="000000"/>
                </a:solidFill>
                <a:latin typeface="+mn-ea"/>
              </a:rPr>
              <a:t>CPU </a:t>
            </a: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이용률이 </a:t>
            </a:r>
            <a:r>
              <a:rPr lang="en-US" altLang="ko-KR" sz="2200" dirty="0">
                <a:solidFill>
                  <a:srgbClr val="000000"/>
                </a:solidFill>
                <a:latin typeface="+mn-ea"/>
              </a:rPr>
              <a:t>40%</a:t>
            </a:r>
            <a:r>
              <a:rPr lang="ko-KR" altLang="en-US" sz="2200" dirty="0">
                <a:solidFill>
                  <a:srgbClr val="000000"/>
                </a:solidFill>
                <a:latin typeface="+mn-ea"/>
              </a:rPr>
              <a:t>로 저하될 때마다 호출</a:t>
            </a:r>
            <a:endParaRPr lang="en-US" altLang="ko-KR" sz="22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017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606F5D-8E24-4420-A650-AC2E01F2DBF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C62611E-926F-8289-48A6-55E4F101BC27}"/>
              </a:ext>
            </a:extLst>
          </p:cNvPr>
          <p:cNvGrpSpPr/>
          <p:nvPr/>
        </p:nvGrpSpPr>
        <p:grpSpPr>
          <a:xfrm>
            <a:off x="1183183" y="5237109"/>
            <a:ext cx="851400" cy="303120"/>
            <a:chOff x="1183183" y="5237109"/>
            <a:chExt cx="85140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D06A3D52-320D-F5E9-847D-75F5E10DE78D}"/>
                    </a:ext>
                  </a:extLst>
                </p14:cNvPr>
                <p14:cNvContentPartPr/>
                <p14:nvPr/>
              </p14:nvContentPartPr>
              <p14:xfrm>
                <a:off x="1183183" y="5296149"/>
                <a:ext cx="211680" cy="2440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D06A3D52-320D-F5E9-847D-75F5E10DE78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74183" y="5287149"/>
                  <a:ext cx="229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E01C1F6-4BDD-1D5A-6A4D-D7190CB5FC96}"/>
                    </a:ext>
                  </a:extLst>
                </p14:cNvPr>
                <p14:cNvContentPartPr/>
                <p14:nvPr/>
              </p14:nvContentPartPr>
              <p14:xfrm>
                <a:off x="1430503" y="5247189"/>
                <a:ext cx="16200" cy="2700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1E01C1F6-4BDD-1D5A-6A4D-D7190CB5FC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21503" y="5238189"/>
                  <a:ext cx="33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6ED7DFA-8A5E-B182-94F6-8C8C9BAC6AC6}"/>
                    </a:ext>
                  </a:extLst>
                </p14:cNvPr>
                <p14:cNvContentPartPr/>
                <p14:nvPr/>
              </p14:nvContentPartPr>
              <p14:xfrm>
                <a:off x="1411423" y="5237109"/>
                <a:ext cx="133920" cy="2023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6ED7DFA-8A5E-B182-94F6-8C8C9BAC6A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02783" y="5228469"/>
                  <a:ext cx="151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750B0EF-0C12-F7F4-40AF-AD1D7BE15D47}"/>
                    </a:ext>
                  </a:extLst>
                </p14:cNvPr>
                <p14:cNvContentPartPr/>
                <p14:nvPr/>
              </p14:nvContentPartPr>
              <p14:xfrm>
                <a:off x="1600063" y="5270589"/>
                <a:ext cx="125280" cy="2131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750B0EF-0C12-F7F4-40AF-AD1D7BE15D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91423" y="5261949"/>
                  <a:ext cx="142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803A067-883A-5065-667C-406659819A17}"/>
                    </a:ext>
                  </a:extLst>
                </p14:cNvPr>
                <p14:cNvContentPartPr/>
                <p14:nvPr/>
              </p14:nvContentPartPr>
              <p14:xfrm>
                <a:off x="1837663" y="5336469"/>
                <a:ext cx="158760" cy="1749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803A067-883A-5065-667C-406659819A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29023" y="5327469"/>
                  <a:ext cx="176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E34EBD2-49BD-3F41-B1C4-8506DF273DC0}"/>
                    </a:ext>
                  </a:extLst>
                </p14:cNvPr>
                <p14:cNvContentPartPr/>
                <p14:nvPr/>
              </p14:nvContentPartPr>
              <p14:xfrm>
                <a:off x="2011543" y="5342949"/>
                <a:ext cx="23040" cy="1612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E34EBD2-49BD-3F41-B1C4-8506DF273D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02903" y="5334309"/>
                  <a:ext cx="406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312BAE6-8CB4-FC3D-EEE8-A510865CD75A}"/>
              </a:ext>
            </a:extLst>
          </p:cNvPr>
          <p:cNvGrpSpPr/>
          <p:nvPr/>
        </p:nvGrpSpPr>
        <p:grpSpPr>
          <a:xfrm>
            <a:off x="2183263" y="5332509"/>
            <a:ext cx="1362960" cy="307440"/>
            <a:chOff x="2183263" y="5332509"/>
            <a:chExt cx="136296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4E8B71C-1726-D78F-3F29-46E204EC671A}"/>
                    </a:ext>
                  </a:extLst>
                </p14:cNvPr>
                <p14:cNvContentPartPr/>
                <p14:nvPr/>
              </p14:nvContentPartPr>
              <p14:xfrm>
                <a:off x="2183263" y="5332509"/>
                <a:ext cx="165600" cy="1386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4E8B71C-1726-D78F-3F29-46E204EC67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74263" y="5323509"/>
                  <a:ext cx="183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0FD8F6C-C27C-66FD-DDE1-B2A6C67C8CE4}"/>
                    </a:ext>
                  </a:extLst>
                </p14:cNvPr>
                <p14:cNvContentPartPr/>
                <p14:nvPr/>
              </p14:nvContentPartPr>
              <p14:xfrm>
                <a:off x="2276143" y="5441589"/>
                <a:ext cx="95400" cy="136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0FD8F6C-C27C-66FD-DDE1-B2A6C67C8CE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67143" y="5432949"/>
                  <a:ext cx="11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65FDFC7-E576-2106-F949-C1C0880DB67B}"/>
                    </a:ext>
                  </a:extLst>
                </p14:cNvPr>
                <p14:cNvContentPartPr/>
                <p14:nvPr/>
              </p14:nvContentPartPr>
              <p14:xfrm>
                <a:off x="2389183" y="5378949"/>
                <a:ext cx="40680" cy="1490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65FDFC7-E576-2106-F949-C1C0880DB6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80183" y="5370309"/>
                  <a:ext cx="58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6B039D9-4D99-7E18-EBE7-FABB6D0117C2}"/>
                    </a:ext>
                  </a:extLst>
                </p14:cNvPr>
                <p14:cNvContentPartPr/>
                <p14:nvPr/>
              </p14:nvContentPartPr>
              <p14:xfrm>
                <a:off x="2418703" y="5347269"/>
                <a:ext cx="122400" cy="1872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6B039D9-4D99-7E18-EBE7-FABB6D0117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09703" y="5338269"/>
                  <a:ext cx="140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6BAA599-8ECF-C288-54D9-75FD7CD3287B}"/>
                    </a:ext>
                  </a:extLst>
                </p14:cNvPr>
                <p14:cNvContentPartPr/>
                <p14:nvPr/>
              </p14:nvContentPartPr>
              <p14:xfrm>
                <a:off x="2553703" y="5390469"/>
                <a:ext cx="108000" cy="1321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6BAA599-8ECF-C288-54D9-75FD7CD328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45063" y="5381469"/>
                  <a:ext cx="125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D3656D4-194C-55BA-F565-932B542C6134}"/>
                    </a:ext>
                  </a:extLst>
                </p14:cNvPr>
                <p14:cNvContentPartPr/>
                <p14:nvPr/>
              </p14:nvContentPartPr>
              <p14:xfrm>
                <a:off x="2696623" y="5360949"/>
                <a:ext cx="108000" cy="1494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D3656D4-194C-55BA-F565-932B542C61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87983" y="5352309"/>
                  <a:ext cx="125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559080C-34EC-150E-685D-7B9A73A5F148}"/>
                    </a:ext>
                  </a:extLst>
                </p14:cNvPr>
                <p14:cNvContentPartPr/>
                <p14:nvPr/>
              </p14:nvContentPartPr>
              <p14:xfrm>
                <a:off x="2930263" y="5354109"/>
                <a:ext cx="119880" cy="1335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559080C-34EC-150E-685D-7B9A73A5F1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21623" y="5345109"/>
                  <a:ext cx="137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A7899AB-3501-A3AB-16F2-4DFE2F06418A}"/>
                    </a:ext>
                  </a:extLst>
                </p14:cNvPr>
                <p14:cNvContentPartPr/>
                <p14:nvPr/>
              </p14:nvContentPartPr>
              <p14:xfrm>
                <a:off x="3067783" y="5336469"/>
                <a:ext cx="14040" cy="128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A7899AB-3501-A3AB-16F2-4DFE2F06418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59143" y="5327469"/>
                  <a:ext cx="31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31E4FE2-BC4B-802B-DB5D-D311BBA7C31A}"/>
                    </a:ext>
                  </a:extLst>
                </p14:cNvPr>
                <p14:cNvContentPartPr/>
                <p14:nvPr/>
              </p14:nvContentPartPr>
              <p14:xfrm>
                <a:off x="3022063" y="5477949"/>
                <a:ext cx="145080" cy="1141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31E4FE2-BC4B-802B-DB5D-D311BBA7C31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13423" y="5469309"/>
                  <a:ext cx="162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C1DC618-ADC0-4D6C-FE87-CC1556893556}"/>
                    </a:ext>
                  </a:extLst>
                </p14:cNvPr>
                <p14:cNvContentPartPr/>
                <p14:nvPr/>
              </p14:nvContentPartPr>
              <p14:xfrm>
                <a:off x="3150943" y="5363829"/>
                <a:ext cx="151200" cy="1670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C1DC618-ADC0-4D6C-FE87-CC15568935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42303" y="5355189"/>
                  <a:ext cx="168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23F4123-7FF0-95F3-C2A6-B0F8B2E28FFB}"/>
                    </a:ext>
                  </a:extLst>
                </p14:cNvPr>
                <p14:cNvContentPartPr/>
                <p14:nvPr/>
              </p14:nvContentPartPr>
              <p14:xfrm>
                <a:off x="3325183" y="5342949"/>
                <a:ext cx="162000" cy="1519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23F4123-7FF0-95F3-C2A6-B0F8B2E28FF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16543" y="5334309"/>
                  <a:ext cx="179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40DD4EE-54DA-D3EA-F65A-F4E48F544FC6}"/>
                    </a:ext>
                  </a:extLst>
                </p14:cNvPr>
                <p14:cNvContentPartPr/>
                <p14:nvPr/>
              </p14:nvContentPartPr>
              <p14:xfrm>
                <a:off x="3473143" y="5390469"/>
                <a:ext cx="73080" cy="9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40DD4EE-54DA-D3EA-F65A-F4E48F544F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64503" y="5381469"/>
                  <a:ext cx="90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2853AD4-CEFF-D02B-EFC5-9759E2D412F4}"/>
                    </a:ext>
                  </a:extLst>
                </p14:cNvPr>
                <p14:cNvContentPartPr/>
                <p14:nvPr/>
              </p14:nvContentPartPr>
              <p14:xfrm>
                <a:off x="3431023" y="5512149"/>
                <a:ext cx="113400" cy="1278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2853AD4-CEFF-D02B-EFC5-9759E2D412F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2383" y="5503509"/>
                  <a:ext cx="1310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FC19383C-EB4A-FAD7-5F46-97252B98E2CE}"/>
                  </a:ext>
                </a:extLst>
              </p14:cNvPr>
              <p14:cNvContentPartPr/>
              <p14:nvPr/>
            </p14:nvContentPartPr>
            <p14:xfrm>
              <a:off x="1062583" y="4441149"/>
              <a:ext cx="1757520" cy="7380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FC19383C-EB4A-FAD7-5F46-97252B98E2C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26943" y="4369509"/>
                <a:ext cx="18291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63E901C8-D4DB-6F27-D617-75FC324DE9BC}"/>
                  </a:ext>
                </a:extLst>
              </p14:cNvPr>
              <p14:cNvContentPartPr/>
              <p14:nvPr/>
            </p14:nvContentPartPr>
            <p14:xfrm>
              <a:off x="3208543" y="4510989"/>
              <a:ext cx="2783160" cy="6948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63E901C8-D4DB-6F27-D617-75FC324DE9B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172543" y="4439349"/>
                <a:ext cx="2854800" cy="21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r>
              <a:rPr lang="en-US" altLang="ko-KR"/>
              <a:t>7. </a:t>
            </a:r>
            <a:r>
              <a:rPr lang="ko-KR" altLang="en-US"/>
              <a:t>교착 상태로부터 회복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14500"/>
            <a:ext cx="8715375" cy="42862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교착상태가 소멸될 때까지 프로세스 종료 또는 자원 선점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endParaRPr lang="en-US" altLang="ko-KR" sz="1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프로세스 종료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모든 교착 상태 프로세스들을 중지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재 실행을 위한 자원 사용과 시간 면에서 비용 증가</a:t>
            </a:r>
            <a:endParaRPr lang="en-US" altLang="ko-KR" sz="1800" dirty="0">
              <a:latin typeface="+mn-ea"/>
            </a:endParaRP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재 실행이 어려운 프로세스도 있음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교착상태 사이클이 제거될 때까지 하나씩 프로세스를 중지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교착상태 탐지 알고리즘 호출에 대한 부담 증가</a:t>
            </a:r>
            <a:endParaRPr lang="en-US" altLang="ko-KR" sz="1800" dirty="0">
              <a:latin typeface="+mn-ea"/>
            </a:endParaRP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최소 비용으로 어느 프로세스를 중지할지 선택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프로세스 비용 선택 요소</a:t>
            </a:r>
            <a:endParaRPr lang="en-US" altLang="ko-KR" sz="1800" dirty="0">
              <a:latin typeface="+mn-ea"/>
            </a:endParaRPr>
          </a:p>
          <a:p>
            <a:pPr lvl="3">
              <a:defRPr/>
            </a:pPr>
            <a:r>
              <a:rPr lang="ko-KR" altLang="en-US" sz="1400" dirty="0">
                <a:latin typeface="+mn-ea"/>
              </a:rPr>
              <a:t>프로세스의 우선 순위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지금까지 프로세스가 수행된 시간과 종료하는 데 걸리는 시간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프로세스가 사용한 자원과 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프로세스 종료를 위해 더 필요한 자원의 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복귀하는 데 포함되는 프로세스들의 수</a:t>
            </a:r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6507D9-2F49-49D5-84D4-134F6DD850E1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3AD257E-58E5-D021-5814-5F3154456CE3}"/>
                  </a:ext>
                </a:extLst>
              </p14:cNvPr>
              <p14:cNvContentPartPr/>
              <p14:nvPr/>
            </p14:nvContentPartPr>
            <p14:xfrm>
              <a:off x="1111543" y="2930589"/>
              <a:ext cx="504360" cy="550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3AD257E-58E5-D021-5814-5F3154456C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5543" y="2858949"/>
                <a:ext cx="5760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51CC4A2-245B-C50A-E34C-FD898A9E82F8}"/>
                  </a:ext>
                </a:extLst>
              </p14:cNvPr>
              <p14:cNvContentPartPr/>
              <p14:nvPr/>
            </p14:nvContentPartPr>
            <p14:xfrm>
              <a:off x="4487263" y="2992509"/>
              <a:ext cx="569520" cy="54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51CC4A2-245B-C50A-E34C-FD898A9E82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1623" y="2920869"/>
                <a:ext cx="6411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921155A-B605-2B31-747A-7947EB305411}"/>
                  </a:ext>
                </a:extLst>
              </p14:cNvPr>
              <p14:cNvContentPartPr/>
              <p14:nvPr/>
            </p14:nvContentPartPr>
            <p14:xfrm>
              <a:off x="4939423" y="3964149"/>
              <a:ext cx="824760" cy="662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921155A-B605-2B31-747A-7947EB3054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03423" y="3892509"/>
                <a:ext cx="8964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1555439-B9A2-96DE-2345-88AB1BEC4725}"/>
                  </a:ext>
                </a:extLst>
              </p14:cNvPr>
              <p14:cNvContentPartPr/>
              <p14:nvPr/>
            </p14:nvContentPartPr>
            <p14:xfrm>
              <a:off x="2877703" y="4633389"/>
              <a:ext cx="650160" cy="532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1555439-B9A2-96DE-2345-88AB1BEC47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41703" y="4561749"/>
                <a:ext cx="7218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BDDBA3A-3E7C-37E9-7F98-9C5F11582C34}"/>
                  </a:ext>
                </a:extLst>
              </p14:cNvPr>
              <p14:cNvContentPartPr/>
              <p14:nvPr/>
            </p14:nvContentPartPr>
            <p14:xfrm>
              <a:off x="4651783" y="4661109"/>
              <a:ext cx="1584000" cy="597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BDDBA3A-3E7C-37E9-7F98-9C5F11582C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15783" y="4589469"/>
                <a:ext cx="1655640" cy="20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자원 선점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선점한 자원을 교착상태가 해결될 때까지 다른 프로세스에 할당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선점 자원 선택 </a:t>
            </a:r>
            <a:r>
              <a:rPr lang="en-US" altLang="ko-KR" sz="2000" dirty="0"/>
              <a:t>(selecting a victim)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 dirty="0">
                <a:latin typeface="+mn-ea"/>
              </a:rPr>
              <a:t>비용을 최소화하기 위해 적절한 선점 순서를 결정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복귀 </a:t>
            </a:r>
            <a:r>
              <a:rPr lang="en-US" altLang="ko-KR" sz="2000" dirty="0"/>
              <a:t>(rollback)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 dirty="0">
                <a:latin typeface="+mn-ea"/>
              </a:rPr>
              <a:t>자원을 사용한 프로세스를 안정상태로 복귀시키고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그 상태에서 다시 시작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기아 </a:t>
            </a:r>
            <a:r>
              <a:rPr lang="en-US" altLang="ko-KR" sz="2000" dirty="0"/>
              <a:t>(starvation)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 dirty="0">
                <a:latin typeface="+mn-ea"/>
              </a:rPr>
              <a:t>비용에 근거한 시스템은 동일한 희생자로 선택되기 쉬워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기아상태가 발생</a:t>
            </a: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 dirty="0"/>
              <a:t>비용 요소에 복귀 회수를 포함하여 계속해서 같은 희생자로 선택되지 않도록 방지</a:t>
            </a:r>
            <a:endParaRPr lang="en-US" altLang="ko-KR" sz="1800" dirty="0">
              <a:latin typeface="+mn-ea"/>
            </a:endParaRPr>
          </a:p>
        </p:txBody>
      </p:sp>
      <p:sp>
        <p:nvSpPr>
          <p:cNvPr id="5427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87D88A-489E-496A-9B5A-522DA21B05F6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54300" name="그룹 54299">
            <a:extLst>
              <a:ext uri="{FF2B5EF4-FFF2-40B4-BE49-F238E27FC236}">
                <a16:creationId xmlns:a16="http://schemas.microsoft.com/office/drawing/2014/main" id="{C84A4A3B-F0B7-ACFE-7BD8-72DEA65C8085}"/>
              </a:ext>
            </a:extLst>
          </p:cNvPr>
          <p:cNvGrpSpPr/>
          <p:nvPr/>
        </p:nvGrpSpPr>
        <p:grpSpPr>
          <a:xfrm>
            <a:off x="462823" y="1038789"/>
            <a:ext cx="4179960" cy="679320"/>
            <a:chOff x="462823" y="1038789"/>
            <a:chExt cx="4179960" cy="6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1BBACBD-3E0A-AC88-B9BD-455BC38D738A}"/>
                    </a:ext>
                  </a:extLst>
                </p14:cNvPr>
                <p14:cNvContentPartPr/>
                <p14:nvPr/>
              </p14:nvContentPartPr>
              <p14:xfrm>
                <a:off x="462823" y="1344429"/>
                <a:ext cx="210600" cy="993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1BBACBD-3E0A-AC88-B9BD-455BC38D738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3823" y="1335429"/>
                  <a:ext cx="228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E720746-8D95-FDC9-6FC0-94854656C59E}"/>
                    </a:ext>
                  </a:extLst>
                </p14:cNvPr>
                <p14:cNvContentPartPr/>
                <p14:nvPr/>
              </p14:nvContentPartPr>
              <p14:xfrm>
                <a:off x="521503" y="1470069"/>
                <a:ext cx="141480" cy="6336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E720746-8D95-FDC9-6FC0-94854656C5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2503" y="1461429"/>
                  <a:ext cx="159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6960115-8A14-F8B1-B4FF-2A56767F32DF}"/>
                    </a:ext>
                  </a:extLst>
                </p14:cNvPr>
                <p14:cNvContentPartPr/>
                <p14:nvPr/>
              </p14:nvContentPartPr>
              <p14:xfrm>
                <a:off x="590263" y="1306629"/>
                <a:ext cx="23040" cy="2844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6960115-8A14-F8B1-B4FF-2A56767F32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1623" y="1297629"/>
                  <a:ext cx="406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92B7436-188E-AE66-EE8C-418CA5968DF6}"/>
                    </a:ext>
                  </a:extLst>
                </p14:cNvPr>
                <p14:cNvContentPartPr/>
                <p14:nvPr/>
              </p14:nvContentPartPr>
              <p14:xfrm>
                <a:off x="786103" y="1288989"/>
                <a:ext cx="140760" cy="1890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92B7436-188E-AE66-EE8C-418CA5968D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7103" y="1280349"/>
                  <a:ext cx="158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51C13C4-76C6-FAAE-0472-92FD12F69131}"/>
                    </a:ext>
                  </a:extLst>
                </p14:cNvPr>
                <p14:cNvContentPartPr/>
                <p14:nvPr/>
              </p14:nvContentPartPr>
              <p14:xfrm>
                <a:off x="854863" y="1260189"/>
                <a:ext cx="113040" cy="1879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51C13C4-76C6-FAAE-0472-92FD12F691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5863" y="1251189"/>
                  <a:ext cx="130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2D6685B-1ABD-91DB-A911-100B08FC495C}"/>
                    </a:ext>
                  </a:extLst>
                </p14:cNvPr>
                <p14:cNvContentPartPr/>
                <p14:nvPr/>
              </p14:nvContentPartPr>
              <p14:xfrm>
                <a:off x="959623" y="1259109"/>
                <a:ext cx="50400" cy="177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2D6685B-1ABD-91DB-A911-100B08FC49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0623" y="1250109"/>
                  <a:ext cx="68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B08651C-EE1A-2523-E022-B11AC2ECF9F7}"/>
                    </a:ext>
                  </a:extLst>
                </p14:cNvPr>
                <p14:cNvContentPartPr/>
                <p14:nvPr/>
              </p14:nvContentPartPr>
              <p14:xfrm>
                <a:off x="1016503" y="1234629"/>
                <a:ext cx="97560" cy="1774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B08651C-EE1A-2523-E022-B11AC2ECF9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7863" y="1225629"/>
                  <a:ext cx="115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71919D8-14E9-388F-DC03-C146307B2A88}"/>
                    </a:ext>
                  </a:extLst>
                </p14:cNvPr>
                <p14:cNvContentPartPr/>
                <p14:nvPr/>
              </p14:nvContentPartPr>
              <p14:xfrm>
                <a:off x="1137103" y="1222029"/>
                <a:ext cx="84600" cy="170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71919D8-14E9-388F-DC03-C146307B2A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8463" y="1213029"/>
                  <a:ext cx="102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088131F-E197-0858-3284-8A82F6B1657B}"/>
                    </a:ext>
                  </a:extLst>
                </p14:cNvPr>
                <p14:cNvContentPartPr/>
                <p14:nvPr/>
              </p14:nvContentPartPr>
              <p14:xfrm>
                <a:off x="1157623" y="1225269"/>
                <a:ext cx="227520" cy="2484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088131F-E197-0858-3284-8A82F6B165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8983" y="1216629"/>
                  <a:ext cx="245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C1EF9DF-E5C3-8D32-235B-83FBCF005E28}"/>
                    </a:ext>
                  </a:extLst>
                </p14:cNvPr>
                <p14:cNvContentPartPr/>
                <p14:nvPr/>
              </p14:nvContentPartPr>
              <p14:xfrm>
                <a:off x="1381183" y="1213389"/>
                <a:ext cx="113400" cy="1468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C1EF9DF-E5C3-8D32-235B-83FBCF005E2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72183" y="1204749"/>
                  <a:ext cx="131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36233CD-EAFD-77FB-C10B-E9DCCFF7A25B}"/>
                    </a:ext>
                  </a:extLst>
                </p14:cNvPr>
                <p14:cNvContentPartPr/>
                <p14:nvPr/>
              </p14:nvContentPartPr>
              <p14:xfrm>
                <a:off x="1429783" y="1171629"/>
                <a:ext cx="146880" cy="191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36233CD-EAFD-77FB-C10B-E9DCCFF7A2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21143" y="1162629"/>
                  <a:ext cx="164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C294CC7-C83A-D212-A39B-EF7089DAE52B}"/>
                    </a:ext>
                  </a:extLst>
                </p14:cNvPr>
                <p14:cNvContentPartPr/>
                <p14:nvPr/>
              </p14:nvContentPartPr>
              <p14:xfrm>
                <a:off x="1473343" y="1353069"/>
                <a:ext cx="108000" cy="867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C294CC7-C83A-D212-A39B-EF7089DAE52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64703" y="1344069"/>
                  <a:ext cx="125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5FAF7AF-882D-7D55-81A8-AC64F8565925}"/>
                    </a:ext>
                  </a:extLst>
                </p14:cNvPr>
                <p14:cNvContentPartPr/>
                <p14:nvPr/>
              </p14:nvContentPartPr>
              <p14:xfrm>
                <a:off x="1560103" y="1220229"/>
                <a:ext cx="131400" cy="903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5FAF7AF-882D-7D55-81A8-AC64F856592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51103" y="1211589"/>
                  <a:ext cx="149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3A5683E-A2BC-24A7-FB8A-6972BD277E77}"/>
                    </a:ext>
                  </a:extLst>
                </p14:cNvPr>
                <p14:cNvContentPartPr/>
                <p14:nvPr/>
              </p14:nvContentPartPr>
              <p14:xfrm>
                <a:off x="1622023" y="1169469"/>
                <a:ext cx="116280" cy="2620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3A5683E-A2BC-24A7-FB8A-6972BD277E7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13023" y="1160469"/>
                  <a:ext cx="133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B433C1B-BB6A-DEC1-11A4-7C304D6679D8}"/>
                    </a:ext>
                  </a:extLst>
                </p14:cNvPr>
                <p14:cNvContentPartPr/>
                <p14:nvPr/>
              </p14:nvContentPartPr>
              <p14:xfrm>
                <a:off x="1620223" y="1333629"/>
                <a:ext cx="147240" cy="766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B433C1B-BB6A-DEC1-11A4-7C304D6679D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11583" y="1324629"/>
                  <a:ext cx="164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1B7B14D-57E2-4611-B74E-04249613A496}"/>
                    </a:ext>
                  </a:extLst>
                </p14:cNvPr>
                <p14:cNvContentPartPr/>
                <p14:nvPr/>
              </p14:nvContentPartPr>
              <p14:xfrm>
                <a:off x="1721023" y="1123389"/>
                <a:ext cx="109800" cy="2296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1B7B14D-57E2-4611-B74E-04249613A4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12383" y="1114749"/>
                  <a:ext cx="127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1A153CB-9000-3ECE-F161-3F940104C787}"/>
                    </a:ext>
                  </a:extLst>
                </p14:cNvPr>
                <p14:cNvContentPartPr/>
                <p14:nvPr/>
              </p14:nvContentPartPr>
              <p14:xfrm>
                <a:off x="1956103" y="1387269"/>
                <a:ext cx="269280" cy="3308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1A153CB-9000-3ECE-F161-3F940104C7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47463" y="1378269"/>
                  <a:ext cx="286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065C861-7944-2E2A-1459-A898C386F80B}"/>
                    </a:ext>
                  </a:extLst>
                </p14:cNvPr>
                <p14:cNvContentPartPr/>
                <p14:nvPr/>
              </p14:nvContentPartPr>
              <p14:xfrm>
                <a:off x="2329423" y="1252269"/>
                <a:ext cx="121680" cy="1375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065C861-7944-2E2A-1459-A898C386F80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20783" y="1243269"/>
                  <a:ext cx="139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6661BD1-BA32-2908-3A70-315A509BD6CD}"/>
                    </a:ext>
                  </a:extLst>
                </p14:cNvPr>
                <p14:cNvContentPartPr/>
                <p14:nvPr/>
              </p14:nvContentPartPr>
              <p14:xfrm>
                <a:off x="2367943" y="1345509"/>
                <a:ext cx="27360" cy="1195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6661BD1-BA32-2908-3A70-315A509BD6C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59303" y="1336509"/>
                  <a:ext cx="45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4272" name="잉크 54271">
                  <a:extLst>
                    <a:ext uri="{FF2B5EF4-FFF2-40B4-BE49-F238E27FC236}">
                      <a16:creationId xmlns:a16="http://schemas.microsoft.com/office/drawing/2014/main" id="{C9876DF2-9DE9-8355-A2AC-18AEE15FBACC}"/>
                    </a:ext>
                  </a:extLst>
                </p14:cNvPr>
                <p14:cNvContentPartPr/>
                <p14:nvPr/>
              </p14:nvContentPartPr>
              <p14:xfrm>
                <a:off x="2338783" y="1353429"/>
                <a:ext cx="151560" cy="126720"/>
              </p14:xfrm>
            </p:contentPart>
          </mc:Choice>
          <mc:Fallback>
            <p:pic>
              <p:nvPicPr>
                <p:cNvPr id="54272" name="잉크 54271">
                  <a:extLst>
                    <a:ext uri="{FF2B5EF4-FFF2-40B4-BE49-F238E27FC236}">
                      <a16:creationId xmlns:a16="http://schemas.microsoft.com/office/drawing/2014/main" id="{C9876DF2-9DE9-8355-A2AC-18AEE15FBA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30143" y="1344789"/>
                  <a:ext cx="169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4273" name="잉크 54272">
                  <a:extLst>
                    <a:ext uri="{FF2B5EF4-FFF2-40B4-BE49-F238E27FC236}">
                      <a16:creationId xmlns:a16="http://schemas.microsoft.com/office/drawing/2014/main" id="{01474B3E-7E7F-8548-8C6B-0B02245C8579}"/>
                    </a:ext>
                  </a:extLst>
                </p14:cNvPr>
                <p14:cNvContentPartPr/>
                <p14:nvPr/>
              </p14:nvContentPartPr>
              <p14:xfrm>
                <a:off x="2452903" y="1272069"/>
                <a:ext cx="156960" cy="153360"/>
              </p14:xfrm>
            </p:contentPart>
          </mc:Choice>
          <mc:Fallback>
            <p:pic>
              <p:nvPicPr>
                <p:cNvPr id="54273" name="잉크 54272">
                  <a:extLst>
                    <a:ext uri="{FF2B5EF4-FFF2-40B4-BE49-F238E27FC236}">
                      <a16:creationId xmlns:a16="http://schemas.microsoft.com/office/drawing/2014/main" id="{01474B3E-7E7F-8548-8C6B-0B02245C85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44263" y="1263429"/>
                  <a:ext cx="174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274" name="잉크 54273">
                  <a:extLst>
                    <a:ext uri="{FF2B5EF4-FFF2-40B4-BE49-F238E27FC236}">
                      <a16:creationId xmlns:a16="http://schemas.microsoft.com/office/drawing/2014/main" id="{F814D8CE-F1DD-B46E-14E0-4B3E33CB2155}"/>
                    </a:ext>
                  </a:extLst>
                </p14:cNvPr>
                <p14:cNvContentPartPr/>
                <p14:nvPr/>
              </p14:nvContentPartPr>
              <p14:xfrm>
                <a:off x="2585383" y="1287189"/>
                <a:ext cx="96480" cy="148320"/>
              </p14:xfrm>
            </p:contentPart>
          </mc:Choice>
          <mc:Fallback>
            <p:pic>
              <p:nvPicPr>
                <p:cNvPr id="54274" name="잉크 54273">
                  <a:extLst>
                    <a:ext uri="{FF2B5EF4-FFF2-40B4-BE49-F238E27FC236}">
                      <a16:creationId xmlns:a16="http://schemas.microsoft.com/office/drawing/2014/main" id="{F814D8CE-F1DD-B46E-14E0-4B3E33CB21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76383" y="1278189"/>
                  <a:ext cx="114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4276" name="잉크 54275">
                  <a:extLst>
                    <a:ext uri="{FF2B5EF4-FFF2-40B4-BE49-F238E27FC236}">
                      <a16:creationId xmlns:a16="http://schemas.microsoft.com/office/drawing/2014/main" id="{F5F34536-5EF7-4BEE-B3E5-6DDEFC51E1E8}"/>
                    </a:ext>
                  </a:extLst>
                </p14:cNvPr>
                <p14:cNvContentPartPr/>
                <p14:nvPr/>
              </p14:nvContentPartPr>
              <p14:xfrm>
                <a:off x="2539303" y="1446309"/>
                <a:ext cx="137880" cy="48960"/>
              </p14:xfrm>
            </p:contentPart>
          </mc:Choice>
          <mc:Fallback>
            <p:pic>
              <p:nvPicPr>
                <p:cNvPr id="54276" name="잉크 54275">
                  <a:extLst>
                    <a:ext uri="{FF2B5EF4-FFF2-40B4-BE49-F238E27FC236}">
                      <a16:creationId xmlns:a16="http://schemas.microsoft.com/office/drawing/2014/main" id="{F5F34536-5EF7-4BEE-B3E5-6DDEFC51E1E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30303" y="1437669"/>
                  <a:ext cx="155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4277" name="잉크 54276">
                  <a:extLst>
                    <a:ext uri="{FF2B5EF4-FFF2-40B4-BE49-F238E27FC236}">
                      <a16:creationId xmlns:a16="http://schemas.microsoft.com/office/drawing/2014/main" id="{3AEA3E34-E1BA-CB99-B8B8-20776124B088}"/>
                    </a:ext>
                  </a:extLst>
                </p14:cNvPr>
                <p14:cNvContentPartPr/>
                <p14:nvPr/>
              </p14:nvContentPartPr>
              <p14:xfrm>
                <a:off x="2766103" y="1249749"/>
                <a:ext cx="113760" cy="155520"/>
              </p14:xfrm>
            </p:contentPart>
          </mc:Choice>
          <mc:Fallback>
            <p:pic>
              <p:nvPicPr>
                <p:cNvPr id="54277" name="잉크 54276">
                  <a:extLst>
                    <a:ext uri="{FF2B5EF4-FFF2-40B4-BE49-F238E27FC236}">
                      <a16:creationId xmlns:a16="http://schemas.microsoft.com/office/drawing/2014/main" id="{3AEA3E34-E1BA-CB99-B8B8-20776124B0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57103" y="1241109"/>
                  <a:ext cx="131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278" name="잉크 54277">
                  <a:extLst>
                    <a:ext uri="{FF2B5EF4-FFF2-40B4-BE49-F238E27FC236}">
                      <a16:creationId xmlns:a16="http://schemas.microsoft.com/office/drawing/2014/main" id="{042B439F-F83A-1691-7C59-858887B983B3}"/>
                    </a:ext>
                  </a:extLst>
                </p14:cNvPr>
                <p14:cNvContentPartPr/>
                <p14:nvPr/>
              </p14:nvContentPartPr>
              <p14:xfrm>
                <a:off x="2848543" y="1256229"/>
                <a:ext cx="79200" cy="235080"/>
              </p14:xfrm>
            </p:contentPart>
          </mc:Choice>
          <mc:Fallback>
            <p:pic>
              <p:nvPicPr>
                <p:cNvPr id="54278" name="잉크 54277">
                  <a:extLst>
                    <a:ext uri="{FF2B5EF4-FFF2-40B4-BE49-F238E27FC236}">
                      <a16:creationId xmlns:a16="http://schemas.microsoft.com/office/drawing/2014/main" id="{042B439F-F83A-1691-7C59-858887B983B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39543" y="1247229"/>
                  <a:ext cx="96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280" name="잉크 54279">
                  <a:extLst>
                    <a:ext uri="{FF2B5EF4-FFF2-40B4-BE49-F238E27FC236}">
                      <a16:creationId xmlns:a16="http://schemas.microsoft.com/office/drawing/2014/main" id="{852336F7-DC8F-56AB-DD17-557F86A15A95}"/>
                    </a:ext>
                  </a:extLst>
                </p14:cNvPr>
                <p14:cNvContentPartPr/>
                <p14:nvPr/>
              </p14:nvContentPartPr>
              <p14:xfrm>
                <a:off x="2932423" y="1232109"/>
                <a:ext cx="102240" cy="186120"/>
              </p14:xfrm>
            </p:contentPart>
          </mc:Choice>
          <mc:Fallback>
            <p:pic>
              <p:nvPicPr>
                <p:cNvPr id="54280" name="잉크 54279">
                  <a:extLst>
                    <a:ext uri="{FF2B5EF4-FFF2-40B4-BE49-F238E27FC236}">
                      <a16:creationId xmlns:a16="http://schemas.microsoft.com/office/drawing/2014/main" id="{852336F7-DC8F-56AB-DD17-557F86A15A9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23783" y="1223469"/>
                  <a:ext cx="119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281" name="잉크 54280">
                  <a:extLst>
                    <a:ext uri="{FF2B5EF4-FFF2-40B4-BE49-F238E27FC236}">
                      <a16:creationId xmlns:a16="http://schemas.microsoft.com/office/drawing/2014/main" id="{CE007975-DA2C-3B52-7948-812D574D4819}"/>
                    </a:ext>
                  </a:extLst>
                </p14:cNvPr>
                <p14:cNvContentPartPr/>
                <p14:nvPr/>
              </p14:nvContentPartPr>
              <p14:xfrm>
                <a:off x="2955823" y="1336869"/>
                <a:ext cx="83520" cy="23400"/>
              </p14:xfrm>
            </p:contentPart>
          </mc:Choice>
          <mc:Fallback>
            <p:pic>
              <p:nvPicPr>
                <p:cNvPr id="54281" name="잉크 54280">
                  <a:extLst>
                    <a:ext uri="{FF2B5EF4-FFF2-40B4-BE49-F238E27FC236}">
                      <a16:creationId xmlns:a16="http://schemas.microsoft.com/office/drawing/2014/main" id="{CE007975-DA2C-3B52-7948-812D574D48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46823" y="1328229"/>
                  <a:ext cx="10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4282" name="잉크 54281">
                  <a:extLst>
                    <a:ext uri="{FF2B5EF4-FFF2-40B4-BE49-F238E27FC236}">
                      <a16:creationId xmlns:a16="http://schemas.microsoft.com/office/drawing/2014/main" id="{65EE3DD3-604B-733E-7794-0132678BDB0A}"/>
                    </a:ext>
                  </a:extLst>
                </p14:cNvPr>
                <p14:cNvContentPartPr/>
                <p14:nvPr/>
              </p14:nvContentPartPr>
              <p14:xfrm>
                <a:off x="3038263" y="1265589"/>
                <a:ext cx="119880" cy="150840"/>
              </p14:xfrm>
            </p:contentPart>
          </mc:Choice>
          <mc:Fallback>
            <p:pic>
              <p:nvPicPr>
                <p:cNvPr id="54282" name="잉크 54281">
                  <a:extLst>
                    <a:ext uri="{FF2B5EF4-FFF2-40B4-BE49-F238E27FC236}">
                      <a16:creationId xmlns:a16="http://schemas.microsoft.com/office/drawing/2014/main" id="{65EE3DD3-604B-733E-7794-0132678BDB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29263" y="1256589"/>
                  <a:ext cx="137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4283" name="잉크 54282">
                  <a:extLst>
                    <a:ext uri="{FF2B5EF4-FFF2-40B4-BE49-F238E27FC236}">
                      <a16:creationId xmlns:a16="http://schemas.microsoft.com/office/drawing/2014/main" id="{B6A55C38-EB70-3B06-B32E-F0A3BFF0AD5E}"/>
                    </a:ext>
                  </a:extLst>
                </p14:cNvPr>
                <p14:cNvContentPartPr/>
                <p14:nvPr/>
              </p14:nvContentPartPr>
              <p14:xfrm>
                <a:off x="3133663" y="1252269"/>
                <a:ext cx="152280" cy="131040"/>
              </p14:xfrm>
            </p:contentPart>
          </mc:Choice>
          <mc:Fallback>
            <p:pic>
              <p:nvPicPr>
                <p:cNvPr id="54283" name="잉크 54282">
                  <a:extLst>
                    <a:ext uri="{FF2B5EF4-FFF2-40B4-BE49-F238E27FC236}">
                      <a16:creationId xmlns:a16="http://schemas.microsoft.com/office/drawing/2014/main" id="{B6A55C38-EB70-3B06-B32E-F0A3BFF0AD5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25023" y="1243269"/>
                  <a:ext cx="169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284" name="잉크 54283">
                  <a:extLst>
                    <a:ext uri="{FF2B5EF4-FFF2-40B4-BE49-F238E27FC236}">
                      <a16:creationId xmlns:a16="http://schemas.microsoft.com/office/drawing/2014/main" id="{87706126-CBF8-E44F-FB04-8AEB01CF961E}"/>
                    </a:ext>
                  </a:extLst>
                </p14:cNvPr>
                <p14:cNvContentPartPr/>
                <p14:nvPr/>
              </p14:nvContentPartPr>
              <p14:xfrm>
                <a:off x="3261463" y="1297269"/>
                <a:ext cx="74160" cy="20160"/>
              </p14:xfrm>
            </p:contentPart>
          </mc:Choice>
          <mc:Fallback>
            <p:pic>
              <p:nvPicPr>
                <p:cNvPr id="54284" name="잉크 54283">
                  <a:extLst>
                    <a:ext uri="{FF2B5EF4-FFF2-40B4-BE49-F238E27FC236}">
                      <a16:creationId xmlns:a16="http://schemas.microsoft.com/office/drawing/2014/main" id="{87706126-CBF8-E44F-FB04-8AEB01CF96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52823" y="1288269"/>
                  <a:ext cx="91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285" name="잉크 54284">
                  <a:extLst>
                    <a:ext uri="{FF2B5EF4-FFF2-40B4-BE49-F238E27FC236}">
                      <a16:creationId xmlns:a16="http://schemas.microsoft.com/office/drawing/2014/main" id="{E9929669-0C46-5D9A-04B4-7F8D3DC50E87}"/>
                    </a:ext>
                  </a:extLst>
                </p14:cNvPr>
                <p14:cNvContentPartPr/>
                <p14:nvPr/>
              </p14:nvContentPartPr>
              <p14:xfrm>
                <a:off x="3404023" y="1182069"/>
                <a:ext cx="43200" cy="149040"/>
              </p14:xfrm>
            </p:contentPart>
          </mc:Choice>
          <mc:Fallback>
            <p:pic>
              <p:nvPicPr>
                <p:cNvPr id="54285" name="잉크 54284">
                  <a:extLst>
                    <a:ext uri="{FF2B5EF4-FFF2-40B4-BE49-F238E27FC236}">
                      <a16:creationId xmlns:a16="http://schemas.microsoft.com/office/drawing/2014/main" id="{E9929669-0C46-5D9A-04B4-7F8D3DC50E8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95383" y="1173429"/>
                  <a:ext cx="60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286" name="잉크 54285">
                  <a:extLst>
                    <a:ext uri="{FF2B5EF4-FFF2-40B4-BE49-F238E27FC236}">
                      <a16:creationId xmlns:a16="http://schemas.microsoft.com/office/drawing/2014/main" id="{020F4303-19E5-1846-0EBB-4B6DB3CF5205}"/>
                    </a:ext>
                  </a:extLst>
                </p14:cNvPr>
                <p14:cNvContentPartPr/>
                <p14:nvPr/>
              </p14:nvContentPartPr>
              <p14:xfrm>
                <a:off x="3440023" y="1166229"/>
                <a:ext cx="75240" cy="182520"/>
              </p14:xfrm>
            </p:contentPart>
          </mc:Choice>
          <mc:Fallback>
            <p:pic>
              <p:nvPicPr>
                <p:cNvPr id="54286" name="잉크 54285">
                  <a:extLst>
                    <a:ext uri="{FF2B5EF4-FFF2-40B4-BE49-F238E27FC236}">
                      <a16:creationId xmlns:a16="http://schemas.microsoft.com/office/drawing/2014/main" id="{020F4303-19E5-1846-0EBB-4B6DB3CF520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431383" y="1157229"/>
                  <a:ext cx="92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287" name="잉크 54286">
                  <a:extLst>
                    <a:ext uri="{FF2B5EF4-FFF2-40B4-BE49-F238E27FC236}">
                      <a16:creationId xmlns:a16="http://schemas.microsoft.com/office/drawing/2014/main" id="{79FFE38B-78E2-2CDC-0981-D244D761C9E4}"/>
                    </a:ext>
                  </a:extLst>
                </p14:cNvPr>
                <p14:cNvContentPartPr/>
                <p14:nvPr/>
              </p14:nvContentPartPr>
              <p14:xfrm>
                <a:off x="3535063" y="1189989"/>
                <a:ext cx="86400" cy="127080"/>
              </p14:xfrm>
            </p:contentPart>
          </mc:Choice>
          <mc:Fallback>
            <p:pic>
              <p:nvPicPr>
                <p:cNvPr id="54287" name="잉크 54286">
                  <a:extLst>
                    <a:ext uri="{FF2B5EF4-FFF2-40B4-BE49-F238E27FC236}">
                      <a16:creationId xmlns:a16="http://schemas.microsoft.com/office/drawing/2014/main" id="{79FFE38B-78E2-2CDC-0981-D244D761C9E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26423" y="1181349"/>
                  <a:ext cx="104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288" name="잉크 54287">
                  <a:extLst>
                    <a:ext uri="{FF2B5EF4-FFF2-40B4-BE49-F238E27FC236}">
                      <a16:creationId xmlns:a16="http://schemas.microsoft.com/office/drawing/2014/main" id="{7ED55F9C-1C14-EE6E-8EA0-F8DF35C521B1}"/>
                    </a:ext>
                  </a:extLst>
                </p14:cNvPr>
                <p14:cNvContentPartPr/>
                <p14:nvPr/>
              </p14:nvContentPartPr>
              <p14:xfrm>
                <a:off x="3531463" y="1312029"/>
                <a:ext cx="138240" cy="68400"/>
              </p14:xfrm>
            </p:contentPart>
          </mc:Choice>
          <mc:Fallback>
            <p:pic>
              <p:nvPicPr>
                <p:cNvPr id="54288" name="잉크 54287">
                  <a:extLst>
                    <a:ext uri="{FF2B5EF4-FFF2-40B4-BE49-F238E27FC236}">
                      <a16:creationId xmlns:a16="http://schemas.microsoft.com/office/drawing/2014/main" id="{7ED55F9C-1C14-EE6E-8EA0-F8DF35C521B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22823" y="1303389"/>
                  <a:ext cx="155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289" name="잉크 54288">
                  <a:extLst>
                    <a:ext uri="{FF2B5EF4-FFF2-40B4-BE49-F238E27FC236}">
                      <a16:creationId xmlns:a16="http://schemas.microsoft.com/office/drawing/2014/main" id="{4EC4A2B6-3F99-2080-9680-2974953002E7}"/>
                    </a:ext>
                  </a:extLst>
                </p14:cNvPr>
                <p14:cNvContentPartPr/>
                <p14:nvPr/>
              </p14:nvContentPartPr>
              <p14:xfrm>
                <a:off x="3639463" y="1178109"/>
                <a:ext cx="102960" cy="141840"/>
              </p14:xfrm>
            </p:contentPart>
          </mc:Choice>
          <mc:Fallback>
            <p:pic>
              <p:nvPicPr>
                <p:cNvPr id="54289" name="잉크 54288">
                  <a:extLst>
                    <a:ext uri="{FF2B5EF4-FFF2-40B4-BE49-F238E27FC236}">
                      <a16:creationId xmlns:a16="http://schemas.microsoft.com/office/drawing/2014/main" id="{4EC4A2B6-3F99-2080-9680-2974953002E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30823" y="1169469"/>
                  <a:ext cx="120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290" name="잉크 54289">
                  <a:extLst>
                    <a:ext uri="{FF2B5EF4-FFF2-40B4-BE49-F238E27FC236}">
                      <a16:creationId xmlns:a16="http://schemas.microsoft.com/office/drawing/2014/main" id="{493C9157-3161-6497-4EFA-FCA60ED2D931}"/>
                    </a:ext>
                  </a:extLst>
                </p14:cNvPr>
                <p14:cNvContentPartPr/>
                <p14:nvPr/>
              </p14:nvContentPartPr>
              <p14:xfrm>
                <a:off x="3715423" y="1162269"/>
                <a:ext cx="82080" cy="124560"/>
              </p14:xfrm>
            </p:contentPart>
          </mc:Choice>
          <mc:Fallback>
            <p:pic>
              <p:nvPicPr>
                <p:cNvPr id="54290" name="잉크 54289">
                  <a:extLst>
                    <a:ext uri="{FF2B5EF4-FFF2-40B4-BE49-F238E27FC236}">
                      <a16:creationId xmlns:a16="http://schemas.microsoft.com/office/drawing/2014/main" id="{493C9157-3161-6497-4EFA-FCA60ED2D9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06783" y="1153269"/>
                  <a:ext cx="99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291" name="잉크 54290">
                  <a:extLst>
                    <a:ext uri="{FF2B5EF4-FFF2-40B4-BE49-F238E27FC236}">
                      <a16:creationId xmlns:a16="http://schemas.microsoft.com/office/drawing/2014/main" id="{4928AB23-C592-3EC5-6D6A-8D510A35C0EA}"/>
                    </a:ext>
                  </a:extLst>
                </p14:cNvPr>
                <p14:cNvContentPartPr/>
                <p14:nvPr/>
              </p14:nvContentPartPr>
              <p14:xfrm>
                <a:off x="3732703" y="1303389"/>
                <a:ext cx="82080" cy="69120"/>
              </p14:xfrm>
            </p:contentPart>
          </mc:Choice>
          <mc:Fallback>
            <p:pic>
              <p:nvPicPr>
                <p:cNvPr id="54291" name="잉크 54290">
                  <a:extLst>
                    <a:ext uri="{FF2B5EF4-FFF2-40B4-BE49-F238E27FC236}">
                      <a16:creationId xmlns:a16="http://schemas.microsoft.com/office/drawing/2014/main" id="{4928AB23-C592-3EC5-6D6A-8D510A35C0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24063" y="1294389"/>
                  <a:ext cx="99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292" name="잉크 54291">
                  <a:extLst>
                    <a:ext uri="{FF2B5EF4-FFF2-40B4-BE49-F238E27FC236}">
                      <a16:creationId xmlns:a16="http://schemas.microsoft.com/office/drawing/2014/main" id="{8223BEA0-FB0D-F5CF-B942-1FFF1F48D309}"/>
                    </a:ext>
                  </a:extLst>
                </p14:cNvPr>
                <p14:cNvContentPartPr/>
                <p14:nvPr/>
              </p14:nvContentPartPr>
              <p14:xfrm>
                <a:off x="3798223" y="1101429"/>
                <a:ext cx="145800" cy="103320"/>
              </p14:xfrm>
            </p:contentPart>
          </mc:Choice>
          <mc:Fallback>
            <p:pic>
              <p:nvPicPr>
                <p:cNvPr id="54292" name="잉크 54291">
                  <a:extLst>
                    <a:ext uri="{FF2B5EF4-FFF2-40B4-BE49-F238E27FC236}">
                      <a16:creationId xmlns:a16="http://schemas.microsoft.com/office/drawing/2014/main" id="{8223BEA0-FB0D-F5CF-B942-1FFF1F48D30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89223" y="1092789"/>
                  <a:ext cx="163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293" name="잉크 54292">
                  <a:extLst>
                    <a:ext uri="{FF2B5EF4-FFF2-40B4-BE49-F238E27FC236}">
                      <a16:creationId xmlns:a16="http://schemas.microsoft.com/office/drawing/2014/main" id="{8FEAD645-A113-0F62-CCBB-0B67548EEF2B}"/>
                    </a:ext>
                  </a:extLst>
                </p14:cNvPr>
                <p14:cNvContentPartPr/>
                <p14:nvPr/>
              </p14:nvContentPartPr>
              <p14:xfrm>
                <a:off x="3860143" y="1218429"/>
                <a:ext cx="79200" cy="72720"/>
              </p14:xfrm>
            </p:contentPart>
          </mc:Choice>
          <mc:Fallback>
            <p:pic>
              <p:nvPicPr>
                <p:cNvPr id="54293" name="잉크 54292">
                  <a:extLst>
                    <a:ext uri="{FF2B5EF4-FFF2-40B4-BE49-F238E27FC236}">
                      <a16:creationId xmlns:a16="http://schemas.microsoft.com/office/drawing/2014/main" id="{8FEAD645-A113-0F62-CCBB-0B67548EEF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51143" y="1209789"/>
                  <a:ext cx="96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294" name="잉크 54293">
                  <a:extLst>
                    <a:ext uri="{FF2B5EF4-FFF2-40B4-BE49-F238E27FC236}">
                      <a16:creationId xmlns:a16="http://schemas.microsoft.com/office/drawing/2014/main" id="{189857CF-F955-FD39-087E-12FE6EE730B3}"/>
                    </a:ext>
                  </a:extLst>
                </p14:cNvPr>
                <p14:cNvContentPartPr/>
                <p14:nvPr/>
              </p14:nvContentPartPr>
              <p14:xfrm>
                <a:off x="3961663" y="1113309"/>
                <a:ext cx="82440" cy="130680"/>
              </p14:xfrm>
            </p:contentPart>
          </mc:Choice>
          <mc:Fallback>
            <p:pic>
              <p:nvPicPr>
                <p:cNvPr id="54294" name="잉크 54293">
                  <a:extLst>
                    <a:ext uri="{FF2B5EF4-FFF2-40B4-BE49-F238E27FC236}">
                      <a16:creationId xmlns:a16="http://schemas.microsoft.com/office/drawing/2014/main" id="{189857CF-F955-FD39-087E-12FE6EE730B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53023" y="1104669"/>
                  <a:ext cx="100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295" name="잉크 54294">
                  <a:extLst>
                    <a:ext uri="{FF2B5EF4-FFF2-40B4-BE49-F238E27FC236}">
                      <a16:creationId xmlns:a16="http://schemas.microsoft.com/office/drawing/2014/main" id="{D82CE2A5-35D4-0BCA-7AD2-8C4A00C9A781}"/>
                    </a:ext>
                  </a:extLst>
                </p14:cNvPr>
                <p14:cNvContentPartPr/>
                <p14:nvPr/>
              </p14:nvContentPartPr>
              <p14:xfrm>
                <a:off x="3943303" y="1256589"/>
                <a:ext cx="141480" cy="69480"/>
              </p14:xfrm>
            </p:contentPart>
          </mc:Choice>
          <mc:Fallback>
            <p:pic>
              <p:nvPicPr>
                <p:cNvPr id="54295" name="잉크 54294">
                  <a:extLst>
                    <a:ext uri="{FF2B5EF4-FFF2-40B4-BE49-F238E27FC236}">
                      <a16:creationId xmlns:a16="http://schemas.microsoft.com/office/drawing/2014/main" id="{D82CE2A5-35D4-0BCA-7AD2-8C4A00C9A78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34303" y="1247589"/>
                  <a:ext cx="159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296" name="잉크 54295">
                  <a:extLst>
                    <a:ext uri="{FF2B5EF4-FFF2-40B4-BE49-F238E27FC236}">
                      <a16:creationId xmlns:a16="http://schemas.microsoft.com/office/drawing/2014/main" id="{1258FE6C-159B-23BF-CD53-2D86AA2E8EF0}"/>
                    </a:ext>
                  </a:extLst>
                </p14:cNvPr>
                <p14:cNvContentPartPr/>
                <p14:nvPr/>
              </p14:nvContentPartPr>
              <p14:xfrm>
                <a:off x="4130143" y="1084869"/>
                <a:ext cx="165600" cy="148680"/>
              </p14:xfrm>
            </p:contentPart>
          </mc:Choice>
          <mc:Fallback>
            <p:pic>
              <p:nvPicPr>
                <p:cNvPr id="54296" name="잉크 54295">
                  <a:extLst>
                    <a:ext uri="{FF2B5EF4-FFF2-40B4-BE49-F238E27FC236}">
                      <a16:creationId xmlns:a16="http://schemas.microsoft.com/office/drawing/2014/main" id="{1258FE6C-159B-23BF-CD53-2D86AA2E8EF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21503" y="1075869"/>
                  <a:ext cx="183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297" name="잉크 54296">
                  <a:extLst>
                    <a:ext uri="{FF2B5EF4-FFF2-40B4-BE49-F238E27FC236}">
                      <a16:creationId xmlns:a16="http://schemas.microsoft.com/office/drawing/2014/main" id="{48D88CBD-7FAA-C9EB-9B6A-BE4F4E7C904D}"/>
                    </a:ext>
                  </a:extLst>
                </p14:cNvPr>
                <p14:cNvContentPartPr/>
                <p14:nvPr/>
              </p14:nvContentPartPr>
              <p14:xfrm>
                <a:off x="4303663" y="1081269"/>
                <a:ext cx="117000" cy="137160"/>
              </p14:xfrm>
            </p:contentPart>
          </mc:Choice>
          <mc:Fallback>
            <p:pic>
              <p:nvPicPr>
                <p:cNvPr id="54297" name="잉크 54296">
                  <a:extLst>
                    <a:ext uri="{FF2B5EF4-FFF2-40B4-BE49-F238E27FC236}">
                      <a16:creationId xmlns:a16="http://schemas.microsoft.com/office/drawing/2014/main" id="{48D88CBD-7FAA-C9EB-9B6A-BE4F4E7C904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94663" y="1072269"/>
                  <a:ext cx="134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298" name="잉크 54297">
                  <a:extLst>
                    <a:ext uri="{FF2B5EF4-FFF2-40B4-BE49-F238E27FC236}">
                      <a16:creationId xmlns:a16="http://schemas.microsoft.com/office/drawing/2014/main" id="{565FED2A-F080-3FFC-DEC7-A1871BF7CA7A}"/>
                    </a:ext>
                  </a:extLst>
                </p14:cNvPr>
                <p14:cNvContentPartPr/>
                <p14:nvPr/>
              </p14:nvContentPartPr>
              <p14:xfrm>
                <a:off x="4420303" y="1072989"/>
                <a:ext cx="123840" cy="97200"/>
              </p14:xfrm>
            </p:contentPart>
          </mc:Choice>
          <mc:Fallback>
            <p:pic>
              <p:nvPicPr>
                <p:cNvPr id="54298" name="잉크 54297">
                  <a:extLst>
                    <a:ext uri="{FF2B5EF4-FFF2-40B4-BE49-F238E27FC236}">
                      <a16:creationId xmlns:a16="http://schemas.microsoft.com/office/drawing/2014/main" id="{565FED2A-F080-3FFC-DEC7-A1871BF7CA7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11303" y="1064349"/>
                  <a:ext cx="141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299" name="잉크 54298">
                  <a:extLst>
                    <a:ext uri="{FF2B5EF4-FFF2-40B4-BE49-F238E27FC236}">
                      <a16:creationId xmlns:a16="http://schemas.microsoft.com/office/drawing/2014/main" id="{1284ED70-9602-BA14-2978-BF1A6620BF52}"/>
                    </a:ext>
                  </a:extLst>
                </p14:cNvPr>
                <p14:cNvContentPartPr/>
                <p14:nvPr/>
              </p14:nvContentPartPr>
              <p14:xfrm>
                <a:off x="4514623" y="1038789"/>
                <a:ext cx="128160" cy="214560"/>
              </p14:xfrm>
            </p:contentPart>
          </mc:Choice>
          <mc:Fallback>
            <p:pic>
              <p:nvPicPr>
                <p:cNvPr id="54299" name="잉크 54298">
                  <a:extLst>
                    <a:ext uri="{FF2B5EF4-FFF2-40B4-BE49-F238E27FC236}">
                      <a16:creationId xmlns:a16="http://schemas.microsoft.com/office/drawing/2014/main" id="{1284ED70-9602-BA14-2978-BF1A6620BF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05623" y="1029789"/>
                  <a:ext cx="145800" cy="232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609600"/>
            <a:ext cx="8331200" cy="914400"/>
          </a:xfrm>
        </p:spPr>
        <p:txBody>
          <a:bodyPr lIns="92075" tIns="46038" rIns="92075" bIns="46038"/>
          <a:lstStyle/>
          <a:p>
            <a:r>
              <a:rPr lang="ko-KR" altLang="en-US"/>
              <a:t>교착 상태를 다루는 결합된 방법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000250"/>
            <a:ext cx="8915400" cy="44005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3</a:t>
            </a:r>
            <a:r>
              <a:rPr lang="ko-KR" altLang="en-US" sz="2400" dirty="0">
                <a:latin typeface="+mn-ea"/>
              </a:rPr>
              <a:t>가지 방법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예방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회피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탐지</a:t>
            </a:r>
            <a:r>
              <a:rPr lang="en-US" altLang="ko-KR" sz="2400" dirty="0">
                <a:latin typeface="+mn-ea"/>
              </a:rPr>
              <a:t>)</a:t>
            </a:r>
            <a:r>
              <a:rPr lang="ko-KR" altLang="en-US" sz="2400" dirty="0">
                <a:latin typeface="+mn-ea"/>
              </a:rPr>
              <a:t>을 결합하여 시스템 자원 종류에따라 최적의 방법을 고안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내부 자원</a:t>
            </a:r>
            <a:r>
              <a:rPr lang="en-US" altLang="ko-KR" sz="2000" dirty="0">
                <a:latin typeface="+mn-ea"/>
              </a:rPr>
              <a:t>: PCB</a:t>
            </a:r>
            <a:r>
              <a:rPr lang="ko-KR" altLang="en-US" sz="2000" dirty="0">
                <a:latin typeface="+mn-ea"/>
              </a:rPr>
              <a:t>처럼 시스템에 의해 사용되는 자원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자원의 순서를 통한 예방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중앙 기억 장치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사용자 작업을 저장할 수 있는 공간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선점을 통한 예방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장치 자원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할당할 수 있는 장치와 파일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회피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교체 가능 공간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사용자 작업을 저장할 수 있는 공간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선점 할당</a:t>
            </a:r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3BEA01-24B3-46F6-8C51-AAE97B8D6AE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E5EAE9F-E370-7D3E-FB51-0196CD8176BA}"/>
                  </a:ext>
                </a:extLst>
              </p14:cNvPr>
              <p14:cNvContentPartPr/>
              <p14:nvPr/>
            </p14:nvContentPartPr>
            <p14:xfrm>
              <a:off x="3388543" y="3342789"/>
              <a:ext cx="537480" cy="586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E5EAE9F-E370-7D3E-FB51-0196CD8176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543" y="3270789"/>
                <a:ext cx="6091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C125D43-E87A-99C3-F1D6-501A578942BC}"/>
                  </a:ext>
                </a:extLst>
              </p14:cNvPr>
              <p14:cNvContentPartPr/>
              <p14:nvPr/>
            </p14:nvContentPartPr>
            <p14:xfrm>
              <a:off x="2622823" y="4037229"/>
              <a:ext cx="544320" cy="1386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C125D43-E87A-99C3-F1D6-501A578942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7183" y="3965229"/>
                <a:ext cx="6159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701E767-3840-6F37-EDEB-467964FBE565}"/>
                  </a:ext>
                </a:extLst>
              </p14:cNvPr>
              <p14:cNvContentPartPr/>
              <p14:nvPr/>
            </p14:nvContentPartPr>
            <p14:xfrm>
              <a:off x="1358503" y="4726989"/>
              <a:ext cx="523440" cy="633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701E767-3840-6F37-EDEB-467964FBE5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2863" y="4654989"/>
                <a:ext cx="5950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DE8B394-2BB9-E16B-6138-9828205439D1}"/>
                  </a:ext>
                </a:extLst>
              </p14:cNvPr>
              <p14:cNvContentPartPr/>
              <p14:nvPr/>
            </p14:nvContentPartPr>
            <p14:xfrm>
              <a:off x="654343" y="2227509"/>
              <a:ext cx="1508400" cy="111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DE8B394-2BB9-E16B-6138-9828205439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8343" y="2155869"/>
                <a:ext cx="15800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A2D1F81-347C-DB57-EDFE-065F356C6B40}"/>
                  </a:ext>
                </a:extLst>
              </p14:cNvPr>
              <p14:cNvContentPartPr/>
              <p14:nvPr/>
            </p14:nvContentPartPr>
            <p14:xfrm>
              <a:off x="2321143" y="2248389"/>
              <a:ext cx="2327040" cy="424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A2D1F81-347C-DB57-EDFE-065F356C6B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85503" y="2176389"/>
                <a:ext cx="2398680" cy="18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1890</TotalTime>
  <Words>2372</Words>
  <Application>Microsoft Office PowerPoint</Application>
  <PresentationFormat>화면 슬라이드 쇼(4:3)</PresentationFormat>
  <Paragraphs>342</Paragraphs>
  <Slides>29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HY견고딕</vt:lpstr>
      <vt:lpstr>굴림</vt:lpstr>
      <vt:lpstr>Arial</vt:lpstr>
      <vt:lpstr>Helvetica</vt:lpstr>
      <vt:lpstr>Times New Roman</vt:lpstr>
      <vt:lpstr>Wingdings</vt:lpstr>
      <vt:lpstr>직선과 네모</vt:lpstr>
      <vt:lpstr>6장. 교착 상태</vt:lpstr>
      <vt:lpstr>목  차</vt:lpstr>
      <vt:lpstr>1. 시스템 모델(System Model)</vt:lpstr>
      <vt:lpstr>PowerPoint 프레젠테이션</vt:lpstr>
      <vt:lpstr>2.  교착 상태의 특징</vt:lpstr>
      <vt:lpstr>PowerPoint 프레젠테이션</vt:lpstr>
      <vt:lpstr>자원 할당 그래프</vt:lpstr>
      <vt:lpstr>PowerPoint 프레젠테이션</vt:lpstr>
      <vt:lpstr>3. 교착 상태 처리 방법</vt:lpstr>
      <vt:lpstr>4. 교착 상태 예방(Prevention)</vt:lpstr>
      <vt:lpstr>PowerPoint 프레젠테이션</vt:lpstr>
      <vt:lpstr>5. 교착 상태 회피(Avoidance)</vt:lpstr>
      <vt:lpstr>안정 상태 vs 불안정 상태</vt:lpstr>
      <vt:lpstr>PowerPoint 프레젠테이션</vt:lpstr>
      <vt:lpstr>PowerPoint 프레젠테이션</vt:lpstr>
      <vt:lpstr>자원 할당 그래프 알고리즘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6. 교착 상태 탐지(Detection)</vt:lpstr>
      <vt:lpstr>PowerPoint 프레젠테이션</vt:lpstr>
      <vt:lpstr>PowerPoint 프레젠테이션</vt:lpstr>
      <vt:lpstr>자원 형태마다 한 개씩 있는 경우</vt:lpstr>
      <vt:lpstr>PowerPoint 프레젠테이션</vt:lpstr>
      <vt:lpstr>7. 교착 상태로부터 회복</vt:lpstr>
      <vt:lpstr>PowerPoint 프레젠테이션</vt:lpstr>
      <vt:lpstr>교착 상태를 다루는 결합된 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494</cp:revision>
  <cp:lastPrinted>1996-03-06T04:51:07Z</cp:lastPrinted>
  <dcterms:created xsi:type="dcterms:W3CDTF">1996-06-05T03:01:40Z</dcterms:created>
  <dcterms:modified xsi:type="dcterms:W3CDTF">2023-11-03T02:28:40Z</dcterms:modified>
</cp:coreProperties>
</file>