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notesSlides/notesSlide12.xml" ContentType="application/vnd.openxmlformats-officedocument.presentationml.notesSlide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notesSlides/notesSlide13.xml" ContentType="application/vnd.openxmlformats-officedocument.presentationml.notesSlide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4"/>
  </p:notesMasterIdLst>
  <p:handoutMasterIdLst>
    <p:handoutMasterId r:id="rId35"/>
  </p:handoutMasterIdLst>
  <p:sldIdLst>
    <p:sldId id="340" r:id="rId2"/>
    <p:sldId id="533" r:id="rId3"/>
    <p:sldId id="619" r:id="rId4"/>
    <p:sldId id="664" r:id="rId5"/>
    <p:sldId id="720" r:id="rId6"/>
    <p:sldId id="721" r:id="rId7"/>
    <p:sldId id="722" r:id="rId8"/>
    <p:sldId id="723" r:id="rId9"/>
    <p:sldId id="673" r:id="rId10"/>
    <p:sldId id="725" r:id="rId11"/>
    <p:sldId id="726" r:id="rId12"/>
    <p:sldId id="676" r:id="rId13"/>
    <p:sldId id="727" r:id="rId14"/>
    <p:sldId id="728" r:id="rId15"/>
    <p:sldId id="679" r:id="rId16"/>
    <p:sldId id="682" r:id="rId17"/>
    <p:sldId id="684" r:id="rId18"/>
    <p:sldId id="686" r:id="rId19"/>
    <p:sldId id="688" r:id="rId20"/>
    <p:sldId id="689" r:id="rId21"/>
    <p:sldId id="691" r:id="rId22"/>
    <p:sldId id="692" r:id="rId23"/>
    <p:sldId id="695" r:id="rId24"/>
    <p:sldId id="731" r:id="rId25"/>
    <p:sldId id="697" r:id="rId26"/>
    <p:sldId id="699" r:id="rId27"/>
    <p:sldId id="703" r:id="rId28"/>
    <p:sldId id="705" r:id="rId29"/>
    <p:sldId id="706" r:id="rId30"/>
    <p:sldId id="729" r:id="rId31"/>
    <p:sldId id="708" r:id="rId32"/>
    <p:sldId id="730" r:id="rId33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81" autoAdjust="0"/>
    <p:restoredTop sz="96083" autoAdjust="0"/>
  </p:normalViewPr>
  <p:slideViewPr>
    <p:cSldViewPr>
      <p:cViewPr>
        <p:scale>
          <a:sx n="100" d="100"/>
          <a:sy n="100" d="100"/>
        </p:scale>
        <p:origin x="1956" y="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061C7820-5EAC-4851-80AA-6D722CECC8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2:25.1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705 92 3649 0 0,'25'-13'2799'0'0,"-8"4"-909"0"0,-17 9-1813 0 0,0 0 0 0 0,0 0 1 0 0,0 0-1 0 0,1 0 0 0 0,-1-1 0 0 0,0 1 0 0 0,0 0 0 0 0,0 0 0 0 0,0 0 0 0 0,0 0 1 0 0,0-1-1 0 0,0 1 0 0 0,0 0 0 0 0,0 0 0 0 0,0 0 0 0 0,0 0 0 0 0,0-1 1 0 0,0 1-1 0 0,0 0 0 0 0,0 0 0 0 0,0 0 0 0 0,0 0 0 0 0,0-1 0 0 0,0 1 1 0 0,0 0-1 0 0,0 0 0 0 0,0 0 0 0 0,0 0 0 0 0,0 0 0 0 0,0-1 0 0 0,0 1 0 0 0,0 0 1 0 0,0 0-1 0 0,0 0 0 0 0,-1 0 0 0 0,1 0 0 0 0,0-1 0 0 0,0 1 0 0 0,0 0 1 0 0,0 0-1 0 0,0 0 0 0 0,0 0 0 0 0,-1 0 0 0 0,1 0 0 0 0,0 0 0 0 0,0 0 0 0 0,0-1 1 0 0,0 1-1 0 0,0 0 0 0 0,-1 0 0 0 0,1 0 0 0 0,0 0 0 0 0,0 0 0 0 0,0 0 1 0 0,0 0-1 0 0,-1 0 0 0 0,1 0 0 0 0,0 0 0 0 0,0 0 0 0 0,0 0 0 0 0,0 0 1 0 0,-1 0-1 0 0,1 0 0 0 0,0 1 0 0 0,0-1 0 0 0,0 0 0 0 0,0 0 0 0 0,-1 0 0 0 0,1 0 1 0 0,-98-26 6022 0 0,-22-5-5116 0 0,107 28-962 0 0,0 2 1 0 0,0-1-1 0 0,1 2 0 0 0,-1 0 1 0 0,0 0-1 0 0,0 1 0 0 0,-15 3 0 0 0,15 0 16 0 0,-1 0 0 0 0,1 1 0 0 0,-1 0-1 0 0,1 1 1 0 0,1 0 0 0 0,-1 2-1 0 0,1-1 1 0 0,1 1 0 0 0,-17 15-1 0 0,11-7-8 0 0,1 1 0 0 0,1 0 0 0 0,0 1 0 0 0,1 1-1 0 0,-13 25 1 0 0,0 8 13 0 0,2 1-1 0 0,3 1 1 0 0,-26 96 0 0 0,38-119-29 0 0,2 1 1 0 0,2 0-1 0 0,1 0 1 0 0,1 0-1 0 0,0 36 1 0 0,5-59-10 0 0,0 1 0 0 0,0-1 0 0 0,0 0 0 0 0,1 0 0 0 0,1 1-1 0 0,0-1 1 0 0,0 0 0 0 0,0-1 0 0 0,8 14 0 0 0,-7-17-1 0 0,0 1-1 0 0,0-1 1 0 0,1 1-1 0 0,-1-2 1 0 0,1 1-1 0 0,0 0 0 0 0,1-1 1 0 0,-1 0-1 0 0,1 0 1 0 0,0-1-1 0 0,0 1 1 0 0,0-1-1 0 0,0 0 1 0 0,12 3-1 0 0,7 0 34 0 0,0-1 0 0 0,0-1-1 0 0,1-1 1 0 0,-1-1 0 0 0,1-1 0 0 0,0-2-1 0 0,-1 0 1 0 0,40-8 0 0 0,13-7 317 0 0,108-36 0 0 0,-149 38-105 0 0,60-32-1 0 0,-1 1 46 0 0,-96 45-296 0 0,0 0-1 0 0,0 0 0 0 0,0 0 0 0 0,0 0 0 0 0,0 0 0 0 0,-1 1 0 0 0,1-1 0 0 0,0 0 0 0 0,0 0 1 0 0,0 0-1 0 0,0 0 0 0 0,0 0 0 0 0,0 1 0 0 0,0-1 0 0 0,0 0 0 0 0,0 0 0 0 0,0 0 1 0 0,0 1-1 0 0,0-1 0 0 0,0 0 0 0 0,0 0 0 0 0,0 0 0 0 0,0 0 0 0 0,0 1 0 0 0,0-1 1 0 0,0 0-1 0 0,0 0 0 0 0,0 0 0 0 0,0 0 0 0 0,0 1 0 0 0,0-1 0 0 0,1 0 0 0 0,-1 0 1 0 0,0 0-1 0 0,0 0 0 0 0,0 0 0 0 0,0 1 0 0 0,0-1 0 0 0,0 0 0 0 0,0 0 0 0 0,1 0 0 0 0,-1 0 1 0 0,0 0-1 0 0,0 0 0 0 0,0 0 0 0 0,0 0 0 0 0,1 0 0 0 0,-1 1 0 0 0,0-1 0 0 0,0 0 1 0 0,0 0-1 0 0,0 0 0 0 0,1 0 0 0 0,-1 0 0 0 0,0 0 0 0 0,0 0 0 0 0,0 0 0 0 0,0 0 1 0 0,1 0-1 0 0,-17 21-263 0 0,1-7-3588 0 0,20-31-7142 0 0,-1-10 5731 0 0,4 12 2681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15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 1616 0 0,'4'7'1119'0'0,"1"1"-1"0"0,0-1 0 0 0,0 0 0 0 0,1-1 1 0 0,6 8-1 0 0,20 24 5043 0 0,-20-3-5101 0 0,-9-24-909 0 0,0 0-1 0 0,1 0 0 0 0,0 0 0 0 0,1 0 0 0 0,0-1 0 0 0,1 0 1 0 0,11 18-1 0 0,61 65 341 0 0,-19-23-211 0 0,-24-27-150 0 0,61 55 1 0 0,-19-20-91 0 0,110 104-151 0 0,-157-158 88 0 0,1-1-1 0 0,0-2 1 0 0,2-1-1 0 0,63 29 1 0 0,-57-30 29 0 0,44 28 0 0 0,-47-26 30 0 0,6 5 156 0 0,0 1-1 0 0,-2 2 1 0 0,-1 1-1 0 0,37 39 1 0 0,-61-47 1183 0 0,-15-21-1349 0 0,0-1 0 0 0,0 1 1 0 0,0-1-1 0 0,0 1 1 0 0,0-1-1 0 0,0 1 0 0 0,0 0 1 0 0,0-1-1 0 0,0 1 1 0 0,0-1-1 0 0,-1 1 0 0 0,1-1 1 0 0,0 1-1 0 0,0-1 1 0 0,0 1-1 0 0,-1-1 0 0 0,1 1 1 0 0,0-1-1 0 0,-1 1 1 0 0,1-1-1 0 0,0 0 0 0 0,-1 1 1 0 0,1-1-1 0 0,-1 0 1 0 0,1 1-1 0 0,-1-1 1 0 0,1 0-1 0 0,-1 1 0 0 0,1-1 1 0 0,-1 0-1 0 0,1 0 1 0 0,-1 1-1 0 0,1-1 0 0 0,-1 0 1 0 0,1 0-1 0 0,-1 0 1 0 0,1 0-1 0 0,-1 0 0 0 0,0 0 1 0 0,-73 11 244 0 0,-226 78 14 0 0,240-71-260 0 0,1 2 1 0 0,1 4-1 0 0,2 2 0 0 0,0 2 1 0 0,-98 67-1 0 0,83-46-21 0 0,2 2-1 0 0,2 4 1 0 0,3 3 0 0 0,-88 101 0 0 0,122-120-7 0 0,1 1 0 0 0,-42 82 1 0 0,39-64 11 0 0,25-45-77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17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14 912 0 0,'0'0'262'0'0,"-1"1"-1"0"0,1-1 0 0 0,0 1 1 0 0,0-1-1 0 0,0 0 0 0 0,0 1 1 0 0,0-1-1 0 0,-1 0 0 0 0,1 1 1 0 0,0-1-1 0 0,-1 1 785 0 0,0 0-785 0 0,1-1 0 0 0,0 0 1 0 0,-1 0-1 0 0,1 1 1 0 0,0-1-1 0 0,-1 0 0 0 0,1 0 1 0 0,0 0-1 0 0,-1 0 0 0 0,1 1 1 0 0,-1-1-1 0 0,1 0 0 0 0,0 0 1 0 0,-1 0-1 0 0,1 0 1 0 0,-1 0-1 0 0,1 0 0 0 0,0 0 1 0 0,-1 0-1 0 0,1 0 0 0 0,-1 0 1 0 0,1 0-1 0 0,0-1 1 0 0,-1 1-1 0 0,1 0 0 0 0,-1 0 1 0 0,1 0-1 0 0,-1-1 0 0 0,-30-9 2353 0 0,-4 0-1486 0 0,29 10-1098 0 0,0 0 0 0 0,-1 1-1 0 0,1 0 1 0 0,0 0 0 0 0,-1 0 0 0 0,1 0 0 0 0,0 1-1 0 0,0 0 1 0 0,0 1 0 0 0,0-1 0 0 0,0 1 0 0 0,1 0-1 0 0,-1 1 1 0 0,1-1 0 0 0,0 1 0 0 0,0 0-1 0 0,0 1 1 0 0,1-1 0 0 0,-1 1 0 0 0,1 0 0 0 0,0 0-1 0 0,0 0 1 0 0,1 0 0 0 0,0 1 0 0 0,0-1-1 0 0,0 1 1 0 0,0 0 0 0 0,1 0 0 0 0,-3 12 0 0 0,-1 8-48 0 0,1 1 0 0 0,1 1 1 0 0,1-1-1 0 0,2 0 1 0 0,3 46-1 0 0,-2-66 15 0 0,2 1-1 0 0,-1-1 1 0 0,1 1-1 0 0,0-1 1 0 0,1 0-1 0 0,-1 1 1 0 0,2-1-1 0 0,-1-1 1 0 0,1 1 0 0 0,0 0-1 0 0,0-1 1 0 0,1 0-1 0 0,-1 0 1 0 0,1 0-1 0 0,1-1 1 0 0,-1 1-1 0 0,1-1 1 0 0,0-1-1 0 0,0 1 1 0 0,1-1-1 0 0,-1 0 1 0 0,1 0-1 0 0,0-1 1 0 0,0 0-1 0 0,0 0 1 0 0,0-1-1 0 0,1 1 1 0 0,-1-2 0 0 0,1 1-1 0 0,-1-1 1 0 0,1 0-1 0 0,-1-1 1 0 0,1 0-1 0 0,0 0 1 0 0,-1 0-1 0 0,1-1 1 0 0,13-4-1 0 0,-8 1 31 0 0,0-1 0 0 0,-1-1 0 0 0,0 0 0 0 0,13-9 0 0 0,17-9-152 0 0,-42 24 30 0 0,0-1 1 0 0,1 1-1 0 0,-1 0 0 0 0,0 0 1 0 0,1 0-1 0 0,-1-1 1 0 0,1 1-1 0 0,-1 0 1 0 0,0 0-1 0 0,1 0 1 0 0,-1 0-1 0 0,1 0 1 0 0,-1 0-1 0 0,1 0 1 0 0,-1 0-1 0 0,0 0 0 0 0,1 0 1 0 0,-1 0-1 0 0,1 0 1 0 0,-1 0-1 0 0,1 0 1 0 0,-1 0-1 0 0,0 1 1 0 0,1-1-1 0 0,-1 0 1 0 0,1 0-1 0 0,-1 0 1 0 0,0 1-1 0 0,1-1 0 0 0,-1 0 1 0 0,0 0-1 0 0,1 1 1 0 0,-1-1-1 0 0,0 0 1 0 0,0 1-1 0 0,1-1 1 0 0,-1 0-1 0 0,0 1 1 0 0,1 0-1 0 0,-1-1-65 0 0,0 0 0 0 0,0 0-1 0 0,0 1 1 0 0,0-1 0 0 0,0 0-1 0 0,0 0 1 0 0,0 1 0 0 0,0-1-1 0 0,0 0 1 0 0,0 0 0 0 0,0 1 0 0 0,0-1-1 0 0,0 0 1 0 0,0 0 0 0 0,0 1-1 0 0,0-1 1 0 0,0 0 0 0 0,0 0-1 0 0,0 1 1 0 0,0-1 0 0 0,0 0 0 0 0,0 0-1 0 0,-1 1 1 0 0,1-1 0 0 0,0 0-1 0 0,0 0 1 0 0,0 0 0 0 0,0 1-1 0 0,-1-1 1 0 0,1 0 0 0 0,0 0 0 0 0,0 0-1 0 0,0 0 1 0 0,-1 1 0 0 0,1-1-1 0 0,0 0 1 0 0,0 0 0 0 0,-1 0-1 0 0,1 0 1 0 0,0 0 0 0 0,0 0 0 0 0,-1 0-1 0 0,1 0 1 0 0,0 0 0 0 0,0 0-1 0 0,-1 0 1 0 0,1 0 0 0 0,0 0-1 0 0,0 0 1 0 0,-1 0 0 0 0,1 0 0 0 0,0 0-1 0 0,-11-2-1942 0 0,5 4 32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17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72 2473 0 0,'-4'-2'472'0'0,"-1"0"0"0"0,0 0 0 0 0,0 0 0 0 0,0 1 0 0 0,1 0 0 0 0,-1 0 0 0 0,0 0 0 0 0,0 1 0 0 0,0 0 0 0 0,0 0 0 0 0,-1 0 0 0 0,1 0 0 0 0,-5 2 0 0 0,7-2-396 0 0,1 1 1 0 0,0-1 0 0 0,0 1 0 0 0,-1 0-1 0 0,1 0 1 0 0,0 0 0 0 0,0 0-1 0 0,0 0 1 0 0,0 1 0 0 0,0-1 0 0 0,0 0-1 0 0,1 1 1 0 0,-1 0 0 0 0,0-1 0 0 0,1 1-1 0 0,-1 0 1 0 0,1 0 0 0 0,0 0-1 0 0,0 0 1 0 0,-1 0 0 0 0,1 0 0 0 0,0 0-1 0 0,1 0 1 0 0,-1 0 0 0 0,0 1 0 0 0,1-1-1 0 0,-1 0 1 0 0,1 1 0 0 0,-1 3-1 0 0,-1 31-273 0 0,2 1-1 0 0,5 46 0 0 0,-4-72 128 0 0,0-1-1 0 0,1 0 1 0 0,1 0-1 0 0,0 1 1 0 0,1-2-1 0 0,0 1 1 0 0,0 0-1 0 0,1-1 1 0 0,0 0-1 0 0,1 0 1 0 0,13 17-1 0 0,-18-25 73 0 0,1 0 1 0 0,0 0-1 0 0,0 0 0 0 0,0 0 0 0 0,0-1 0 0 0,1 1 0 0 0,-1 0 0 0 0,1-1 0 0 0,-1 0 0 0 0,0 1 0 0 0,1-1 0 0 0,0 0 0 0 0,-1 0 0 0 0,1-1 0 0 0,0 1 0 0 0,-1 0 0 0 0,1-1 0 0 0,0 0 0 0 0,0 0 0 0 0,0 0 0 0 0,-1 0 0 0 0,1 0 0 0 0,0 0 0 0 0,0-1 0 0 0,0 1 0 0 0,-1-1 0 0 0,1 0 0 0 0,0 0 0 0 0,-1 0 0 0 0,1 0 0 0 0,-1 0 0 0 0,1 0 1 0 0,-1-1-1 0 0,0 1 0 0 0,1-1 0 0 0,-1 0 0 0 0,3-3 0 0 0,1 0 145 0 0,-1 0 0 0 0,0-1 0 0 0,0 0 0 0 0,-1 0 0 0 0,1 0 0 0 0,-2 0 0 0 0,1-1 0 0 0,0 0 0 0 0,-1 0 1 0 0,0 0-1 0 0,-1 0 0 0 0,0 0 0 0 0,2-8 0 0 0,-1-6 205 0 0,-1 0 0 0 0,-1-1 0 0 0,0 1 0 0 0,-2 0 0 0 0,-1 0 0 0 0,0 0 0 0 0,-1 0 1 0 0,-2 0-1 0 0,0 0 0 0 0,-1 1 0 0 0,-15-33 0 0 0,20 50-322 0 0,-1 0 0 0 0,0 0 0 0 0,0 0 1 0 0,0 1-1 0 0,-1-1 0 0 0,1 1 0 0 0,-1-1 0 0 0,1 1 1 0 0,-1 0-1 0 0,0 0 0 0 0,0 0 0 0 0,0 0 1 0 0,0 1-1 0 0,0-1 0 0 0,0 1 0 0 0,-1 0 0 0 0,1 0 1 0 0,0 0-1 0 0,-1 0 0 0 0,1 0 0 0 0,-1 1 0 0 0,1-1 1 0 0,0 1-1 0 0,-1 0 0 0 0,1 0 0 0 0,-1 1 0 0 0,1-1 1 0 0,-1 1-1 0 0,1-1 0 0 0,0 1 0 0 0,-7 3 1 0 0,7-3-194 0 0,-1 1 1 0 0,1-1-1 0 0,0 1 1 0 0,0 0-1 0 0,0 0 1 0 0,0 1-1 0 0,0-1 1 0 0,0 0-1 0 0,1 1 1 0 0,-1 0-1 0 0,1-1 1 0 0,0 1-1 0 0,0 0 1 0 0,0 0-1 0 0,0 1 1 0 0,0-1-1 0 0,1 0 1 0 0,-1 1-1 0 0,-1 5 1 0 0,1 0-633 0 0,0 1 0 0 0,1 0 1 0 0,0-1-1 0 0,1 1 0 0 0,0 0 1 0 0,1 0-1 0 0,-1 0 0 0 0,2-1 1 0 0,-1 1-1 0 0,2-1 0 0 0,-1 1 1 0 0,1-1-1 0 0,1 0 0 0 0,-1 0 1 0 0,11 17-1 0 0,-5-16-416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18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2336 0 0,'0'0'128'0'0,"-1"0"0"0"0,1 0 0 0 0,-1 0 0 0 0,1 0 0 0 0,-1 0 0 0 0,1 0 0 0 0,-1 0 0 0 0,1 0 0 0 0,-1 0-1 0 0,0 0 1 0 0,1 0 0 0 0,-1 1 0 0 0,1-1 0 0 0,-1 0 0 0 0,1 0 0 0 0,-1 1 0 0 0,1-1 0 0 0,-1 0-1 0 0,1 0 1 0 0,0 1 0 0 0,-1-1 0 0 0,1 1 0 0 0,-1-1 0 0 0,1 0 0 0 0,0 1 0 0 0,-1-1 0 0 0,1 1 0 0 0,0-1-1 0 0,-1 1 1 0 0,1-1 0 0 0,0 1 0 0 0,0-1 0 0 0,0 1 0 0 0,-1-1 0 0 0,1 1 0 0 0,0-1 0 0 0,0 1-1 0 0,0-1 1 0 0,0 1 0 0 0,0 0 0 0 0,0-1 0 0 0,0 1 0 0 0,0-1 0 0 0,0 1 0 0 0,0-1 0 0 0,0 1 0 0 0,1 0-1 0 0,-1 38 504 0 0,1-33-194 0 0,0 25 116 0 0,15 177 688 0 0,-12-185-1265 0 0,0 0 1 0 0,2 1-1 0 0,0-2 1 0 0,2 1-1 0 0,0-1 0 0 0,19 35 1 0 0,-26-55 0 0 0,-1 0 1 0 0,1-1 0 0 0,0 1-1 0 0,0 0 1 0 0,0-1 0 0 0,0 1-1 0 0,1-1 1 0 0,-1 1 0 0 0,0-1-1 0 0,1 0 1 0 0,-1 1 0 0 0,1-1-1 0 0,-1 0 1 0 0,1 0 0 0 0,0 0-1 0 0,-1 0 1 0 0,1 0 0 0 0,0 0-1 0 0,0-1 1 0 0,0 1 0 0 0,3 0-1 0 0,-4-1 26 0 0,1-1-1 0 0,0 1 1 0 0,0 0 0 0 0,-1-1-1 0 0,1 0 1 0 0,-1 1-1 0 0,1-1 1 0 0,0 0-1 0 0,-1 0 1 0 0,0 0-1 0 0,1 0 1 0 0,-1 0-1 0 0,1 0 1 0 0,-1 0-1 0 0,0-1 1 0 0,0 1-1 0 0,0 0 1 0 0,2-4-1 0 0,4-5 168 0 0,-1-1 0 0 0,-1 0 0 0 0,0 0 0 0 0,0-1 0 0 0,3-15 0 0 0,1-11 318 0 0,-1-2 0 0 0,-3 1 1 0 0,-1-1-1 0 0,-2 1 0 0 0,-2-1 0 0 0,-1 0 1 0 0,-8-41-1 0 0,-2 45-144 0 0,7 32-160 0 0,6 23-327 0 0,17 85-1168 0 0,4-2 0 0 0,43 116-1 0 0,-66-216 1121 0 0,1 1 0 0 0,0-1 0 0 0,0 0 0 0 0,0 0-1 0 0,0 0 1 0 0,0 0 0 0 0,0 0 0 0 0,1 0 0 0 0,-1 0 0 0 0,1 0-1 0 0,-1 0 1 0 0,3 1 0 0 0,1-8-2439 0 0,-1-16 1042 0 0,-7-57-1646 0 0,6 58 1610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18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31 2457 0 0,'-1'-1'125'0'0,"1"1"1"0"0,0 0-1 0 0,-1 0 1 0 0,1 0 0 0 0,-1 0-1 0 0,1 0 1 0 0,-1 0 0 0 0,1 0-1 0 0,0 0 1 0 0,-1 0-1 0 0,1 0 1 0 0,-1 0 0 0 0,1 0-1 0 0,-1 0 1 0 0,1 0-1 0 0,0 1 1 0 0,-1-1 0 0 0,1 0-1 0 0,-1 0 1 0 0,1 0 0 0 0,0 1-1 0 0,-1-1 1 0 0,1 0-1 0 0,0 0 1 0 0,-1 1 0 0 0,1-1-1 0 0,0 0 1 0 0,0 1 0 0 0,-1-1-1 0 0,1 0 1 0 0,0 1-1 0 0,0-1 1 0 0,-1 1 0 0 0,1-1-1 0 0,0 0 1 0 0,0 1 0 0 0,0 0-1 0 0,-4 25 2197 0 0,8 25-784 0 0,12 43-1586 0 0,4 168 0 0 0,-10-353 322 0 0,-11 36 590 0 0,0 7-180 0 0,6-55 1 0 0,-3 89-610 0 0,0 0-1 0 0,1 0 1 0 0,0 0 0 0 0,1 0 0 0 0,0 1-1 0 0,2 0 1 0 0,-1 0 0 0 0,12-18 0 0 0,-16 29-23 0 0,0-1 1 0 0,0 1 0 0 0,0 0 0 0 0,1 0-1 0 0,-1 0 1 0 0,1 1 0 0 0,-1-1 0 0 0,1 0 0 0 0,0 0-1 0 0,0 1 1 0 0,0-1 0 0 0,0 1 0 0 0,0 0-1 0 0,0-1 1 0 0,0 1 0 0 0,0 0 0 0 0,0 0-1 0 0,1 1 1 0 0,-1-1 0 0 0,0 0 0 0 0,1 1-1 0 0,-1-1 1 0 0,0 1 0 0 0,1 0 0 0 0,-1 0-1 0 0,1 0 1 0 0,2 0 0 0 0,-3 1 23 0 0,1 0-1 0 0,-1 0 1 0 0,1 1 0 0 0,-1-1-1 0 0,1 1 1 0 0,-1 0 0 0 0,0-1-1 0 0,1 1 1 0 0,-1 0 0 0 0,0 0-1 0 0,0 1 1 0 0,-1-1 0 0 0,1 0 0 0 0,0 1-1 0 0,-1-1 1 0 0,0 1 0 0 0,1-1-1 0 0,-1 1 1 0 0,0-1 0 0 0,0 1-1 0 0,0 0 1 0 0,0 3 0 0 0,14 62-17 0 0,10 98 0 0 0,-10-54-671 0 0,-13-101 361 0 0,7 58-695 0 0,-13-26-3158 0 0,-2-72-3086 0 0,0 3 5454 0 0,5 8-263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19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2729 0 0,'15'-5'10373'0'0,"-5"2"-9945"0"0,1 1 0 0 0,-1 0 0 0 0,1 0 0 0 0,0 1 0 0 0,14 1 0 0 0,-18 0-447 0 0,98 5 732 0 0,-95-5-1201 0 0,1 0 0 0 0,-1-1 0 0 0,1 0 0 0 0,-1-1 0 0 0,1-1 0 0 0,-1 1 0 0 0,17-8 0 0 0,-26 10 225 0 0,-1-1 0 0 0,1 1 0 0 0,0-1 0 0 0,0 1 0 0 0,-1-1 0 0 0,1 0 0 0 0,-1 1 0 0 0,1-1 0 0 0,-1 0 0 0 0,1 1 0 0 0,-1-1 0 0 0,1 0 0 0 0,-1 1 0 0 0,1-1 0 0 0,-1 0 0 0 0,0 0 0 0 0,1 0 0 0 0,-1 1 0 0 0,0-1 0 0 0,0 0 0 0 0,0 0 0 0 0,0 0 0 0 0,0 0 0 0 0,0 0 0 0 0,0 1 0 0 0,0-1 0 0 0,0 0 0 0 0,0 0 0 0 0,0 0 0 0 0,0 0 0 0 0,-1 1 0 0 0,1-1 0 0 0,-1-1 0 0 0,-2-5-2391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19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3321 0 0,'-4'8'641'0'0,"0"-1"1"0"0,0 1-1 0 0,1 0 0 0 0,0 0 1 0 0,1 0-1 0 0,0 0 1 0 0,0 0-1 0 0,1 1 0 0 0,0-1 1 0 0,0 1-1 0 0,1 8 1 0 0,1 19-162 0 0,8 47 0 0 0,-2-27-389 0 0,-5 31-800 0 0,-3-69 543 0 0,0 0-1 0 0,1 0 1 0 0,1 0-1 0 0,1 0 1 0 0,1 0-1 0 0,0-1 1 0 0,1 1-1 0 0,1-1 1 0 0,9 21-1 0 0,-11-34 230 0 0,0 0-1 0 0,1-1 0 0 0,-1 1 1 0 0,1-1-1 0 0,-1 0 0 0 0,1 1 0 0 0,0-2 1 0 0,1 1-1 0 0,-1 0 0 0 0,0-1 0 0 0,1 0 1 0 0,-1 0-1 0 0,1 0 0 0 0,0-1 1 0 0,-1 1-1 0 0,1-1 0 0 0,0 0 0 0 0,0-1 1 0 0,0 1-1 0 0,0-1 0 0 0,8 0 1 0 0,0 0 266 0 0,-1-1 1 0 0,1 0 0 0 0,-1 0 0 0 0,0-1 0 0 0,0-1 0 0 0,0 0-1 0 0,21-8 1 0 0,-29 9-246 0 0,-1 0 0 0 0,1 0 0 0 0,0 0 0 0 0,-1 0 0 0 0,0-1 0 0 0,0 1 1 0 0,1-1-1 0 0,-1 0 0 0 0,3-4 0 0 0,1-12-2261 0 0,-12-3-6313 0 0,2 18 5596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20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2865 0 0,'-14'9'3372'0'0,"18"0"-150"0"0,-2-7-2837 0 0,1-1 0 0 0,-1 0 0 0 0,0 0 0 0 0,0 0 0 0 0,1 0 0 0 0,-1 0 0 0 0,0-1 0 0 0,1 1 0 0 0,-1-1 0 0 0,5 1 0 0 0,204 1 2698 0 0,-175-4-7051 0 0,-35 2 3795 0 0,0 0 0 0 0,0 0 0 0 0,0 0-1 0 0,0 0 1 0 0,1 0 0 0 0,-1 0 0 0 0,0-1 0 0 0,0 1-1 0 0,0 0 1 0 0,0 0 0 0 0,0-1 0 0 0,0 1 0 0 0,0-1 0 0 0,0 1-1 0 0,-1-1 1 0 0,1 1 0 0 0,0-1 0 0 0,0 1 0 0 0,0-1 0 0 0,0 0-1 0 0,-1 0 1 0 0,1 1 0 0 0,0-1 0 0 0,-1 0 0 0 0,1 0 0 0 0,0 0-1 0 0,-1 0 1 0 0,1-1 0 0 0,-11-8-5943 0 0,4 7 4549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20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1448 0 0,'1'1'158'0'0,"-1"-1"-1"0"0,0 0 1 0 0,0 0-1 0 0,0 1 1 0 0,1-1-1 0 0,-1 0 1 0 0,0 0-1 0 0,0 1 1 0 0,0-1-1 0 0,1 0 1 0 0,-1 1-1 0 0,0-1 1 0 0,0 0-1 0 0,0 1 1 0 0,0-1-1 0 0,0 0 1 0 0,0 1-1 0 0,0-1 0 0 0,0 0 1 0 0,0 1-1 0 0,0-1 1 0 0,0 0-1 0 0,0 1 1 0 0,0-1-1 0 0,0 0 1 0 0,0 1-1 0 0,0-1 1 0 0,0 0-1 0 0,-1 1 1 0 0,1-1-1 0 0,0 0 1 0 0,0 1-1 0 0,0-1 1 0 0,-1 0-1 0 0,1 1 1 0 0,0-1-1 0 0,0 0 1 0 0,0 0-1 0 0,-1 1 1 0 0,1-1-1 0 0,0 0 1 0 0,-1 0-1 0 0,1 0 1 0 0,0 0-1 0 0,-1 1 0 0 0,1-1 1 0 0,0 0-1 0 0,0 0 1 0 0,-1 0-1 0 0,1 0 1 0 0,0 0-1 0 0,-1 0 1 0 0,1 0-1 0 0,-1 0 1 0 0,1 0-1 0 0,0 0 1 0 0,-1 0-1 0 0,1 0 1 0 0,0 0-1 0 0,-1 0 1 0 0,1 0-1 0 0,0 0 1 0 0,-1 0-1 0 0,1 0 1 0 0,0 0-1 0 0,-1-1 1 0 0,9 22 1728 0 0,19 132 100 0 0,-15-97-2368 0 0,6 76 1 0 0,-8 21-4623 0 0,-4-164-790 0 0,0-14 4162 0 0,-3 12 73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21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1696 0 0,'7'4'5038'0'0,"12"4"-1392"0"0,-8-9-2935 0 0,0 0 0 0 0,-1-1 0 0 0,0 0 0 0 0,1-1 0 0 0,-1 0 0 0 0,13-6 0 0 0,-14 5-736 0 0,-1 1 1 0 0,1 0-1 0 0,0 0 1 0 0,0 1-1 0 0,0 0 1 0 0,1 1 0 0 0,-1 0-1 0 0,14 0 1 0 0,-19 1-297 0 0,24 2-1831 0 0,-28-3 1987 0 0,-2 0-1323 0 0,2 0 1323 0 0,0 1 0 0 0,0 0 0 0 0,0 0 0 0 0,0-1-1 0 0,0 1 1 0 0,0 0 0 0 0,0 0 0 0 0,0 0-1 0 0,0-1 1 0 0,0 1 0 0 0,0 0 0 0 0,0 0-1 0 0,0-1 1 0 0,0 1 0 0 0,0 0 0 0 0,0 0 0 0 0,0-1-1 0 0,0 1 1 0 0,0 0 0 0 0,0 0 0 0 0,0-1-1 0 0,0 1 1 0 0,0 0 0 0 0,1 0 0 0 0,-1 0-1 0 0,0-1 1 0 0,2 0-1322 0 0,-2 1 1322 0 0,0 0 0 0 0,0 0-1 0 0,0 0 1 0 0,1 0 0 0 0,-1 0 0 0 0,0 0 0 0 0,0-1-1 0 0,1 1 1 0 0,-1 0 0 0 0,0 0 0 0 0,0 0-1 0 0,1 0 1 0 0,-1 1 0 0 0,-4-4-1921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21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1560 0 0,'-7'15'5466'0'0,"7"5"-3424"0"0,6 22-1944 0 0,-3-30 539 0 0,33 153 544 0 0,-23-120-1096 0 0,-3 1 0 0 0,-1 0-1 0 0,-2 1 1 0 0,0 89 0 0 0,-6-98-462 0 0,-1-38 352 0 0,0 1 0 0 0,0-1 0 0 0,-1 0-1 0 0,1 0 1 0 0,0 0 0 0 0,0 0 0 0 0,0 0 0 0 0,0 0 0 0 0,0 1 0 0 0,0-1-1 0 0,0 0 1 0 0,0 0 0 0 0,0 0 0 0 0,1 0 0 0 0,-1 0 0 0 0,0 1 0 0 0,0-1 0 0 0,0 0-1 0 0,0 0 1 0 0,0 0 0 0 0,0 0 0 0 0,0 0 0 0 0,0 0 0 0 0,0 1 0 0 0,0-1 0 0 0,0 0-1 0 0,0 0 1 0 0,1 0 0 0 0,-1 0 0 0 0,0 0 0 0 0,0 0 0 0 0,0 0 0 0 0,0 0-1 0 0,0 0 1 0 0,0 0 0 0 0,0 1 0 0 0,1-1 0 0 0,-1 0 0 0 0,0 0 0 0 0,0 0 0 0 0,0 0-1 0 0,0 0 1 0 0,0 0 0 0 0,1 0 0 0 0,-1 0 0 0 0,0 0 0 0 0,0 0 0 0 0,0 0 0 0 0,0 0-1 0 0,0 0 1 0 0,1 0 0 0 0,-1 0 0 0 0,0 0 0 0 0,0-1 0 0 0,0 1 0 0 0,10-18-2285 0 0,-8 13 1830 0 0,-1 1-1 0 0,-1 0 1 0 0,1 0 0 0 0,-1 0 0 0 0,1-1 0 0 0,-1 1 0 0 0,0 0 0 0 0,-1-6 0 0 0,0 2-111 0 0,1-6-1235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21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3241 0 0,'19'21'8568'0'0,"2"16"-5411"0"0,-21-36-3185 0 0,1 0-1 0 0,-1 0 1 0 0,1-1 0 0 0,-1 1 0 0 0,1 0-1 0 0,0 0 1 0 0,-1 0 0 0 0,1-1 0 0 0,0 1 0 0 0,0 0-1 0 0,-1-1 1 0 0,1 1 0 0 0,0-1 0 0 0,0 1-1 0 0,0-1 1 0 0,0 1 0 0 0,0-1 0 0 0,0 1-1 0 0,0-1 1 0 0,0 0 0 0 0,2 1 0 0 0,12-1-5029 0 0,-5 0-700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5:22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0 3641 0 0,'-3'2'1031'0'0,"1"0"0"0"0,-1 1 0 0 0,1-1 1 0 0,0 0-1 0 0,0 1 0 0 0,0-1 0 0 0,0 1 0 0 0,0-1 1 0 0,1 1-1 0 0,-3 4 0 0 0,-15 61 3648 0 0,4-16-4078 0 0,6-29-1106 0 0,1 1 0 0 0,-10 43 0 0 0,15-54-543 0 0,2 0 1 0 0,-1-1-1 0 0,2 1 1 0 0,0 14-1 0 0,3-17-2161 0 0,-3-10 3112 0 0,0 0 1 0 0,0 0-1 0 0,0 0 0 0 0,0-1 1 0 0,0 1-1 0 0,0 0 1 0 0,0 0-1 0 0,0 0 1 0 0,0 0-1 0 0,0 0 1 0 0,0 0-1 0 0,0-1 1 0 0,3 0-2898 0 0,-2 1 2898 0 0,-1 0-1 0 0,0 0 1 0 0,0 0-1 0 0,0 0 1 0 0,1 3-1836 0 0,2-8-795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17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122 107 3289 0 0,'0'-2'686'0'0,"-9"-39"9313"0"0,-6 1-6038 0 0,14 38-3940 0 0,0 1 0 0 0,0-1 0 0 0,0 0 0 0 0,-1 1 0 0 0,1-1 0 0 0,0 1 0 0 0,-1 0 0 0 0,1-1 1 0 0,-1 1-1 0 0,1 0 0 0 0,-1 0 0 0 0,0 0 0 0 0,1 0 0 0 0,-1 0 0 0 0,0 0 0 0 0,0 1 0 0 0,0-1 0 0 0,0 1 0 0 0,0-1 0 0 0,1 1 0 0 0,-1 0 1 0 0,0-1-1 0 0,0 1 0 0 0,0 0 0 0 0,0 0 0 0 0,0 0 0 0 0,0 1 0 0 0,0-1 0 0 0,0 0 0 0 0,0 1 0 0 0,0-1 0 0 0,0 1 0 0 0,0 0 0 0 0,1 0 0 0 0,-1 0 1 0 0,0 0-1 0 0,1 0 0 0 0,-1 0 0 0 0,0 0 0 0 0,1 0 0 0 0,-2 2 0 0 0,1-2-47 0 0,0 0-1 0 0,0 1 1 0 0,1-1-1 0 0,-1 0 1 0 0,0 1-1 0 0,1 0 1 0 0,-1-1-1 0 0,1 1 1 0 0,0 0-1 0 0,0 0 1 0 0,-1 0 0 0 0,1 0-1 0 0,0 0 1 0 0,1 0-1 0 0,-1 0 1 0 0,0 0-1 0 0,0 0 1 0 0,1 0-1 0 0,0 0 1 0 0,-1 0-1 0 0,1 1 1 0 0,0-1-1 0 0,0 0 1 0 0,0 0 0 0 0,0 1-1 0 0,0-1 1 0 0,1 0-1 0 0,-1 0 1 0 0,1 0-1 0 0,-1 0 1 0 0,1 0-1 0 0,0 1 1 0 0,0-1-1 0 0,0 0 1 0 0,0-1-1 0 0,0 1 1 0 0,0 0 0 0 0,1 0-1 0 0,1 2 1 0 0,8 11 35 0 0,1-1 1 0 0,0-1 0 0 0,26 23 0 0 0,-23-23 121 0 0,-13-11 12 0 0,1 1-1 0 0,-1 0 1 0 0,1-1 0 0 0,-1 1-1 0 0,0 0 1 0 0,0 0 0 0 0,0 0-1 0 0,0 0 1 0 0,-1 1 0 0 0,1-1 0 0 0,-1 0-1 0 0,0 1 1 0 0,0-1 0 0 0,0 1-1 0 0,-1-1 1 0 0,1 1 0 0 0,-1 0-1 0 0,1 4 1 0 0,-2-6-105 0 0,1 1 0 0 0,-1-1 1 0 0,0 0-1 0 0,0 0 0 0 0,1 0 0 0 0,-1 0 0 0 0,-1 0 1 0 0,1 0-1 0 0,0 0 0 0 0,0 0 0 0 0,-1 0 1 0 0,1-1-1 0 0,-1 1 0 0 0,1 0 0 0 0,-1-1 0 0 0,0 0 1 0 0,0 1-1 0 0,0-1 0 0 0,1 0 0 0 0,-1 0 0 0 0,0 0 1 0 0,-1 0-1 0 0,1 0 0 0 0,0 0 0 0 0,0-1 0 0 0,0 1 1 0 0,0-1-1 0 0,-1 1 0 0 0,1-1 0 0 0,-4 0 0 0 0,3 1-284 0 0,0-1 0 0 0,-1 0 0 0 0,1 0-1 0 0,0 0 1 0 0,0-1 0 0 0,0 1 0 0 0,0-1-1 0 0,-1 0 1 0 0,1 0 0 0 0,0 0 0 0 0,0 0-1 0 0,0 0 1 0 0,1-1 0 0 0,-1 1 0 0 0,0-1-1 0 0,0 0 1 0 0,-2-2 0 0 0,3 3-510 0 0,0-1 0 0 0,1 0 0 0 0,-1 0 0 0 0,1 0 1 0 0,-1 0-1 0 0,1 0 0 0 0,-1 0 0 0 0,1 0 0 0 0,0 0 0 0 0,0-1 1 0 0,0 1-1 0 0,0-1 0 0 0,1 1 0 0 0,-1-3 0 0 0,0-3-3525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17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52 4737 0 0,'-2'6'6648'0'0,"14"-9"-4370"0"0,16-10-864 0 0,-11 1-364 0 0,-14 9-848 0 0,0 0 1 0 0,1 0 0 0 0,-1 0-1 0 0,1 1 1 0 0,0 0-1 0 0,0-1 1 0 0,0 1-1 0 0,0 0 1 0 0,0 1-1 0 0,0-1 1 0 0,1 1-1 0 0,4-1 1 0 0,-8 3-133 0 0,0-1-1 0 0,0 1 1 0 0,-1 0 0 0 0,1-1 0 0 0,0 1-1 0 0,0 0 1 0 0,0 0 0 0 0,-1 0-1 0 0,1 0 1 0 0,0 0 0 0 0,-1 0-1 0 0,1 0 1 0 0,-1 0 0 0 0,1 0-1 0 0,-1 0 1 0 0,0 0 0 0 0,1 0 0 0 0,-1 0-1 0 0,0 1 1 0 0,0-1 0 0 0,0 0-1 0 0,0 0 1 0 0,0 2 0 0 0,1 34 123 0 0,-1-31-145 0 0,3 51-1386 0 0,-1-35-3551 0 0,-2-5-6867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18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3601 0 0,'18'134'8250'0'0,"-14"-99"-10894"0"0,-2-19-5437 0 0,-3-22 7283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18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53 848 0 0,'0'-1'261'0'0,"0"0"0"0"0,0 1 0 0 0,0-1 1 0 0,1 0-1 0 0,-1 1 0 0 0,0-1 0 0 0,1 1 0 0 0,-1-1 0 0 0,1 0 0 0 0,-1 1 0 0 0,0-1 0 0 0,1 1 0 0 0,-1-1 1 0 0,1 1-1 0 0,0 0 0 0 0,-1-1 0 0 0,1 1 0 0 0,-1-1 0 0 0,1 1 0 0 0,-1 0 0 0 0,1-1 0 0 0,0 1 0 0 0,-1 0 0 0 0,1 0 1 0 0,0 0-1 0 0,-1 0 0 0 0,1-1 0 0 0,0 1 0 0 0,0 0 0 0 0,0 0 0 0 0,35-8 678 0 0,-18 4-692 0 0,5-6-965 0 0,-22 10 532 0 0,0 0-1 0 0,-1 0 1 0 0,1 0-1 0 0,-1-1 1 0 0,1 1 0 0 0,-1 0-1 0 0,1-1 1 0 0,-1 1-1 0 0,1-1 1 0 0,-1 1-1 0 0,0 0 1 0 0,1-1 0 0 0,-1 1-1 0 0,1-1 1 0 0,-1 1-1 0 0,0-1 1 0 0,1 1 0 0 0,-1-1-1 0 0,0 1 1 0 0,0-1-1 0 0,0 1 1 0 0,1-1 0 0 0,-1 0-1 0 0,0 1 1 0 0,0-1-1 0 0,0 1 1 0 0,0-1 0 0 0,0 0-1 0 0,0 1 1 0 0,0-1-1 0 0,0 1 1 0 0,0-1-1 0 0,0 0 1 0 0,0 1 0 0 0,-1-2-1 0 0</inkml:trace>
  <inkml:trace contextRef="#ctx0" brushRef="#br0" timeOffset="1">1 170 4177 0 0,'-1'3'1544'0'0,"3"3"-199"0"0,-2 2-241 0 0,2 2-96 0 0,0 1-296 0 0,0 0-176 0 0,0 2-184 0 0,0-1-160 0 0,0 0-128 0 0,0 0-80 0 0,0-1-184 0 0,1-1-256 0 0,-1-1-288 0 0,-1-1-400 0 0,1-1-321 0 0,-2-2-319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18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0 3633 0 0,'32'90'6448'0'0,"-30"-85"-6215"0"0,0 1-1 0 0,-1 0 1 0 0,0 0 0 0 0,0-1 0 0 0,-1 1 0 0 0,1 0 0 0 0,-1 0 0 0 0,-1 0 0 0 0,1 0 0 0 0,-1 0 0 0 0,0-1 0 0 0,0 1 0 0 0,-4 10 0 0 0,4-14-205 0 0,0-1 0 0 0,-1 0 0 0 0,1 1 1 0 0,0-1-1 0 0,-1 0 0 0 0,1 0 0 0 0,0 1 1 0 0,-1-1-1 0 0,1 0 0 0 0,-1-1 0 0 0,0 1 1 0 0,1 0-1 0 0,-1 0 0 0 0,0-1 0 0 0,0 1 1 0 0,1-1-1 0 0,-1 1 0 0 0,0-1 0 0 0,0 0 1 0 0,0 0-1 0 0,1 0 0 0 0,-1 0 0 0 0,0 0 1 0 0,0 0-1 0 0,0 0 0 0 0,1-1 0 0 0,-1 1 1 0 0,0 0-1 0 0,0-1 0 0 0,1 0 0 0 0,-1 1 1 0 0,0-1-1 0 0,1 0 0 0 0,-1 0 0 0 0,1 0 1 0 0,-4-2-1 0 0,4 2-39 0 0,0 0 1 0 0,-1 0-1 0 0,1 1 0 0 0,0-1 1 0 0,-1 0-1 0 0,1-1 0 0 0,0 1 0 0 0,0 0 1 0 0,0 0-1 0 0,0 0 0 0 0,0-1 1 0 0,0 1-1 0 0,0 0 0 0 0,1-1 1 0 0,-1 1-1 0 0,0-1 0 0 0,1 1 0 0 0,-1-1 1 0 0,1 1-1 0 0,0-1 0 0 0,-1 1 1 0 0,1-1-1 0 0,0 0 0 0 0,0 1 1 0 0,0-1-1 0 0,0 1 0 0 0,0-1 0 0 0,0 0 1 0 0,1 1-1 0 0,-1-1 0 0 0,0 1 1 0 0,1-1-1 0 0,-1 1 0 0 0,1-1 1 0 0,0 1-1 0 0,-1-1 0 0 0,1 1 1 0 0,0 0-1 0 0,0-1 0 0 0,0 1 0 0 0,0 0 1 0 0,0 0-1 0 0,0-1 0 0 0,2 0 1 0 0,38-41-10873 0 0,-34 36 8596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19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4081 0 0,'-1'42'8093'0'0,"6"-2"-5533"0"0,1 18-6585 0 0,-16-86-5556 0 0,8 20 8581 0 0</inkml:trace>
  <inkml:trace contextRef="#ctx0" brushRef="#br0" timeOffset="1">0 23 1080 0 0,'1'0'228'0'0,"0"0"0"0"0,0 0 0 0 0,-1-1 0 0 0,1 1 0 0 0,0 0 0 0 0,0 0 0 0 0,-1 0 0 0 0,1 0 0 0 0,0 0 0 0 0,0 0 0 0 0,-1 0 0 0 0,1 1 0 0 0,0-1 0 0 0,0 0 0 0 0,-1 0 0 0 0,1 0 0 0 0,0 1 0 0 0,0-1 0 0 0,-1 1 0 0 0,1-1 0 0 0,0 0 0 0 0,-1 1-1 0 0,1-1 1 0 0,-1 1 0 0 0,1-1 0 0 0,-1 1 0 0 0,1 0 0 0 0,-1-1 0 0 0,1 1 0 0 0,-1-1 0 0 0,1 2 0 0 0,21 26 1058 0 0,-18-23-824 0 0,0 1-583 0 0,20 22 202 0 0,-11-17-2380 0 0,-1-8-3507 0 0,-10-4 4060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19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33 5089 0 0,'-7'18'6249'0'0,"7"7"-4208"0"0,9 20-1280 0 0,-8-41-738 0 0,0 0-1 0 0,0-1 1 0 0,1 1-1 0 0,-1 0 1 0 0,1-1-1 0 0,0 1 0 0 0,0-1 1 0 0,0 0-1 0 0,0 0 1 0 0,0 0-1 0 0,1 0 1 0 0,0 0-1 0 0,-1 0 0 0 0,1-1 1 0 0,0 1-1 0 0,0-1 1 0 0,5 3-1 0 0,-6-4 36 0 0,0-1 0 0 0,0 1 1 0 0,0-1-1 0 0,0 0 0 0 0,-1 0 0 0 0,1 1 0 0 0,0-1 0 0 0,0-1 0 0 0,0 1 0 0 0,0 0 0 0 0,0 0 1 0 0,0-1-1 0 0,0 1 0 0 0,-1-1 0 0 0,1 1 0 0 0,0-1 0 0 0,0 0 0 0 0,-1 0 0 0 0,1 0 0 0 0,0 0 0 0 0,-1 0 1 0 0,1 0-1 0 0,-1 0 0 0 0,1 0 0 0 0,-1-1 0 0 0,0 1 0 0 0,1-1 0 0 0,-1 1 0 0 0,0-1 0 0 0,0 1 1 0 0,0-1-1 0 0,0 0 0 0 0,0 1 0 0 0,-1-1 0 0 0,1 0 0 0 0,0-2 0 0 0,1-1 42 0 0,0 0-1 0 0,-1 0 1 0 0,0 0-1 0 0,0 0 1 0 0,0 0-1 0 0,-1-1 1 0 0,1 1 0 0 0,-1 0-1 0 0,-1 0 1 0 0,1 0-1 0 0,-1 0 1 0 0,0-1-1 0 0,0 1 1 0 0,0 0-1 0 0,-3-5 1 0 0,3 6-86 0 0,0 1 0 0 0,0-1-1 0 0,-1 1 1 0 0,1-1 0 0 0,-1 1 0 0 0,0 0 0 0 0,0 0-1 0 0,0 0 1 0 0,0 0 0 0 0,-1 0 0 0 0,1 0 0 0 0,-1 0-1 0 0,0 1 1 0 0,0 0 0 0 0,0-1 0 0 0,0 1 0 0 0,0 0-1 0 0,-1 0 1 0 0,1 1 0 0 0,0-1 0 0 0,-6-1 0 0 0,7 3-206 0 0,0 0 1 0 0,0 0-1 0 0,0 0 1 0 0,0 0-1 0 0,0 0 1 0 0,0 1-1 0 0,0-1 1 0 0,0 1-1 0 0,0 0 1 0 0,0-1-1 0 0,0 1 1 0 0,0 0-1 0 0,0 0 1 0 0,0 0-1 0 0,0 0 1 0 0,1 1-1 0 0,-1-1 1 0 0,0 0-1 0 0,1 1 1 0 0,0-1-1 0 0,-2 3 1 0 0,-1 0-1320 0 0,1 0 0 0 0,-1 0-1 0 0,1 1 1 0 0,1-1 0 0 0,-1 1 0 0 0,1 0 0 0 0,-3 6-1 0 0,4-6-432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19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6161 0 0,'4'7'10701'0'0,"-3"31"-7811"0"0,0-14-2176 0 0,1 1 0 0 0,1-1 0 0 0,8 33-1 0 0,0 3-2384 0 0,-6 0-6908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0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45 3577 0 0,'-2'0'555'0'0,"1"0"1"0"0,-1 0 0 0 0,1 1-1 0 0,-1-1 1 0 0,1 0-1 0 0,-1 1 1 0 0,1-1 0 0 0,-1 1-1 0 0,1-1 1 0 0,0 1-1 0 0,-1 0 1 0 0,1-1 0 0 0,0 1-1 0 0,-1 0 1 0 0,1 0-1 0 0,0 0 1 0 0,0 0 0 0 0,0 0-1 0 0,0 0 1 0 0,0 0-1 0 0,-2 3 1 0 0,1 0-271 0 0,1-1 1 0 0,-1 1 0 0 0,0 0-1 0 0,1 0 1 0 0,0 0-1 0 0,0 0 1 0 0,-1 8-1 0 0,0 1-457 0 0,2-1 0 0 0,0 0-1 0 0,0 1 1 0 0,4 19-1 0 0,-2-21 157 0 0,1 0 0 0 0,1 0-1 0 0,0 0 1 0 0,0-1 0 0 0,1 1-1 0 0,0-1 1 0 0,12 18 0 0 0,-16-26 28 0 0,0 0 1 0 0,1-1 0 0 0,-1 1 0 0 0,1 0 0 0 0,-1 0 0 0 0,1-1 0 0 0,-1 1-1 0 0,1-1 1 0 0,0 1 0 0 0,0-1 0 0 0,0 0 0 0 0,0 0 0 0 0,0 0-1 0 0,0 0 1 0 0,0 0 0 0 0,0 0 0 0 0,0 0 0 0 0,0-1 0 0 0,0 1 0 0 0,1-1-1 0 0,-1 0 1 0 0,0 1 0 0 0,0-1 0 0 0,1 0 0 0 0,-1 0 0 0 0,0-1-1 0 0,0 1 1 0 0,1 0 0 0 0,-1-1 0 0 0,0 1 0 0 0,0-1 0 0 0,0 0-1 0 0,0 0 1 0 0,0 0 0 0 0,0 0 0 0 0,0 0 0 0 0,0 0 0 0 0,0 0 0 0 0,0-1-1 0 0,0 1 1 0 0,-1-1 0 0 0,1 1 0 0 0,-1-1 0 0 0,1 0 0 0 0,2-3-1 0 0,1-2 63 0 0,0 0-1 0 0,0 0 0 0 0,0 0 1 0 0,-1-1-1 0 0,0 0 0 0 0,-1 0 0 0 0,0 0 1 0 0,0 0-1 0 0,0 0 0 0 0,-1-1 1 0 0,-1 1-1 0 0,1-1 0 0 0,-1 1 1 0 0,-1-1-1 0 0,0 0 0 0 0,0 0 0 0 0,0 1 1 0 0,-1-1-1 0 0,-1 1 0 0 0,1-1 1 0 0,-1 1-1 0 0,-1-1 0 0 0,1 1 0 0 0,-2 0 1 0 0,1 0-1 0 0,-1 0 0 0 0,0 1 1 0 0,-1-1-1 0 0,1 1 0 0 0,-2 0 0 0 0,1 0 1 0 0,-1 1-1 0 0,-11-11 0 0 0,16 16-208 0 0,-1 0 0 0 0,1 0 0 0 0,-1 0 0 0 0,0 0 0 0 0,0 0 0 0 0,0 1 0 0 0,0-1 0 0 0,1 1 0 0 0,-1-1 0 0 0,0 1 0 0 0,0 0 0 0 0,0-1 0 0 0,0 1 0 0 0,0 0 0 0 0,0 0 0 0 0,0 1-1 0 0,0-1 1 0 0,0 0 0 0 0,0 1 0 0 0,0-1 0 0 0,0 1 0 0 0,1-1 0 0 0,-1 1 0 0 0,0 0 0 0 0,0 0 0 0 0,1 0 0 0 0,-1 0 0 0 0,0 0 0 0 0,1 0 0 0 0,-1 0 0 0 0,1 1 0 0 0,-1-1 0 0 0,1 0 0 0 0,-2 3 0 0 0,-3 3-1402 0 0,1-1 0 0 0,0 1 1 0 0,1 0-1 0 0,-1 0 1 0 0,2 1-1 0 0,-7 13 1 0 0,6-8-1929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0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19 2689 0 0,'0'31'5989'0'0,"0"-15"-5685"0"0,0 0 0 0 0,3 31 0 0 0,-1-41-235 0 0,0 0 1 0 0,0 0-1 0 0,0 0 1 0 0,1-1-1 0 0,0 1 1 0 0,0-1-1 0 0,0 1 0 0 0,1-1 1 0 0,4 6-1 0 0,-7-10 12 0 0,0 0 0 0 0,0 0 0 0 0,0 0 0 0 0,0 0 0 0 0,0 0 0 0 0,0 0 0 0 0,1-1 0 0 0,-1 1 0 0 0,0 0-1 0 0,0-1 1 0 0,1 1 0 0 0,-1 0 0 0 0,0-1 0 0 0,1 0 0 0 0,-1 1 0 0 0,0-1 0 0 0,1 0 0 0 0,-1 0 0 0 0,0 0 0 0 0,1 0 0 0 0,-1 0-1 0 0,1 0 1 0 0,-1 0 0 0 0,0 0 0 0 0,1 0 0 0 0,-1-1 0 0 0,1 1 0 0 0,-1-1 0 0 0,0 1 0 0 0,0-1 0 0 0,1 1 0 0 0,-1-1 0 0 0,0 0-1 0 0,0 1 1 0 0,0-1 0 0 0,1 0 0 0 0,-1 0 0 0 0,0 0 0 0 0,0 0 0 0 0,-1 0 0 0 0,1 0 0 0 0,0 0 0 0 0,0 0 0 0 0,0-1 0 0 0,-1 1 0 0 0,1 0-1 0 0,0-2 1 0 0,2-2 180 0 0,-1-1 0 0 0,0 1-1 0 0,0 0 1 0 0,0-1 0 0 0,0 1-1 0 0,-1-1 1 0 0,0 0 0 0 0,0 1-1 0 0,-1-1 1 0 0,0 0 0 0 0,0 0-1 0 0,0 1 1 0 0,0-1-1 0 0,-1 0 1 0 0,0 0 0 0 0,0 1-1 0 0,-3-8 1 0 0,3 9-199 0 0,0 0 0 0 0,-1 0 0 0 0,1 0-1 0 0,-1 0 1 0 0,0 1 0 0 0,0-1 0 0 0,0 0 0 0 0,0 1-1 0 0,0 0 1 0 0,-1-1 0 0 0,0 1 0 0 0,0 0 0 0 0,0 0 0 0 0,0 1-1 0 0,0-1 1 0 0,0 0 0 0 0,-1 1 0 0 0,1 0 0 0 0,-1 0 0 0 0,1 0-1 0 0,-1 0 1 0 0,0 1 0 0 0,0-1 0 0 0,-7 0 0 0 0,9 2-250 0 0,-1 0 0 0 0,1 0 1 0 0,1 0-1 0 0,-1 1 0 0 0,0-1 1 0 0,0 1-1 0 0,0 0 0 0 0,0-1 1 0 0,0 1-1 0 0,0 0 0 0 0,1 0 1 0 0,-1 0-1 0 0,0 0 0 0 0,1 1 1 0 0,-1-1-1 0 0,1 0 0 0 0,-1 1 1 0 0,1-1-1 0 0,-1 1 0 0 0,1-1 1 0 0,0 1-1 0 0,0 0 1 0 0,0-1-1 0 0,0 1 0 0 0,0 0 1 0 0,0 0-1 0 0,0 3 0 0 0,0-3-460 0 0,0 0 0 0 0,1 0 1 0 0,-1 0-1 0 0,1 1 0 0 0,-1-1 0 0 0,1 0 0 0 0,0 0 0 0 0,0 0 0 0 0,0 0 0 0 0,0 1 0 0 0,0-1 0 0 0,1 0 0 0 0,-1 0 1 0 0,1 0-1 0 0,-1 0 0 0 0,2 3 0 0 0,1 0-2441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1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6241 0 0,'1'6'5943'0'0,"6"21"-2394"0"0,5 65 421 0 0,2 7-5016 0 0,-2-33-9740 0 0,-15-77 3203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1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6649 0 0,'4'5'8189'0'0,"4"26"-5438"0"0,4 29-1095 0 0,3 7-2533 0 0,-12-23-7310 0 0,-6-64-62 0 0,-1 6 7420 0 0,3 5-114 0 0</inkml:trace>
  <inkml:trace contextRef="#ctx0" brushRef="#br0" timeOffset="1">14 46 2080 0 0,'-1'-1'403'0'0,"1"-1"0"0"0,0 1-1 0 0,-1-1 1 0 0,1 1-1 0 0,0-1 1 0 0,0 1-1 0 0,0-1 1 0 0,0 0-1 0 0,1 1 1 0 0,-1-1-1 0 0,0 1 1 0 0,1-1-1 0 0,-1 1 1 0 0,1 0-1 0 0,-1-1 1 0 0,1 1 0 0 0,0-1-1 0 0,-1 1 1 0 0,1 0-1 0 0,0 0 1 0 0,0-1-1 0 0,0 1 1 0 0,0 0-1 0 0,0 0 1 0 0,0 0-1 0 0,0 0 1 0 0,0 0-1 0 0,1 0 1 0 0,-1 0-1 0 0,0 0 1 0 0,1 1 0 0 0,-1-1-1 0 0,0 1 1 0 0,1-1-1 0 0,-1 1 1 0 0,1-1-1 0 0,-1 1 1 0 0,3-1-1 0 0,-2 1-265 0 0,0 0 1 0 0,0-1-1 0 0,0 1 0 0 0,0 0 0 0 0,0 0 1 0 0,0 1-1 0 0,0-1 0 0 0,0 0 0 0 0,1 1 1 0 0,-1-1-1 0 0,0 1 0 0 0,0-1 0 0 0,-1 1 1 0 0,1 0-1 0 0,0 0 0 0 0,0 0 0 0 0,0 0 1 0 0,0 0-1 0 0,-1 1 0 0 0,1-1 0 0 0,-1 0 1 0 0,1 1-1 0 0,-1-1 0 0 0,1 1 0 0 0,-1 0 1 0 0,0-1-1 0 0,0 1 0 0 0,1 2 0 0 0,1 3-490 0 0,0 0 1 0 0,-1 0-1 0 0,-1 0 0 0 0,1 0 0 0 0,0 15 0 0 0,-5 9-4569 0 0,3-29 4275 0 0,-1 0 0 0 0,0-1 0 0 0,1 1 1 0 0,-1 0-1 0 0,0-1 0 0 0,0 1 0 0 0,0-1 0 0 0,0 1 0 0 0,0-1 0 0 0,0 1 0 0 0,0-1 1 0 0,-3 3-1 0 0,-11-1-3025 0 0,9-1 1561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2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1576 0 0,'1'1'756'0'0,"0"-1"-1"0"0,0 1 1 0 0,0 0-1 0 0,1 0 1 0 0,-1 0-1 0 0,0-1 1 0 0,1 1-1 0 0,-1-1 0 0 0,1 1 1 0 0,-1-1-1 0 0,1 0 1 0 0,-1 1-1 0 0,1-1 1 0 0,1 0-1 0 0,27-4 2111 0 0,-3-9-6594 0 0,-25 12 3071 0 0,-1 0-1 0 0,0-1 1 0 0,1 1-1 0 0,-1 0 1 0 0,0 0-1 0 0,0-1 1 0 0,0 1 0 0 0,0-1-1 0 0,0 1 1 0 0,0-1-1 0 0,0 1 1 0 0,1-4-1 0 0,0-1-2033 0 0</inkml:trace>
  <inkml:trace contextRef="#ctx0" brushRef="#br0" timeOffset="1">87 8 6073 0 0,'15'-5'7615'0'0,"21"3"-7011"0"0,-21 2-1398 0 0</inkml:trace>
  <inkml:trace contextRef="#ctx0" brushRef="#br0" timeOffset="2">86 73 2192 0 0,'20'5'7198'0'0,"2"-9"-4355"0"0,0-7-5114 0 0,-5-2-5873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2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5065 0 0,'2'35'7474'0'0,"2"0"-3643"0"0,8 34-4565 0 0,1 11-8462 0 0,-11-70 7010 0 0,2 0-844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2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3505 0 0,'-11'21'10310'0'0,"2"9"-7293"0"0,8-27-3030 0 0,0 0-1 0 0,0 0 0 0 0,1 1 1 0 0,-1-1-1 0 0,1 0 1 0 0,-1 0-1 0 0,1 0 0 0 0,0 0 1 0 0,0 0-1 0 0,1 0 0 0 0,-1 1 1 0 0,1-1-1 0 0,0 0 0 0 0,-1 0 1 0 0,3 3-1 0 0,-2-5 13 0 0,0 0 1 0 0,1-1-1 0 0,-1 1 0 0 0,1 0 1 0 0,-1-1-1 0 0,1 1 0 0 0,-1-1 0 0 0,1 1 1 0 0,0-1-1 0 0,-1 0 0 0 0,1 0 0 0 0,-1 0 1 0 0,1 0-1 0 0,0 0 0 0 0,-1 0 0 0 0,1 0 1 0 0,-1 0-1 0 0,1-1 0 0 0,0 1 0 0 0,1-1 1 0 0,40-12 666 0 0,-34 10-574 0 0,-5 2-589 0 0,41-16 1875 0 0,-25 4-4570 0 0,-9-3-8571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3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0 5769 0 0,'-1'4'7620'0'0,"-1"6"-4239"0"0,-4 19-1858 0 0,3-14-1349 0 0,-3 16-3748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4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5009 0 0,'6'119'11381'0'0,"-5"-116"-11609"0"0,-1 1 1 0 0,1-1-1 0 0,0 0 0 0 0,0 1 1 0 0,0-1-1 0 0,0 0 0 0 0,0 1 1 0 0,1-1-1 0 0,0 0 0 0 0,-1 0 0 0 0,1 0 1 0 0,0-1-1 0 0,1 1 0 0 0,-1 0 1 0 0,0-1-1 0 0,1 1 0 0 0,-1-1 1 0 0,1 0-1 0 0,5 3 0 0 0,-6-4 55 0 0,0 0 0 0 0,1-1 0 0 0,-1 0 0 0 0,0 1 0 0 0,0-1-1 0 0,1 0 1 0 0,-1 0 0 0 0,0-1 0 0 0,1 1 0 0 0,-1 0 0 0 0,0-1 0 0 0,0 1-1 0 0,0-1 1 0 0,1 0 0 0 0,-1 1 0 0 0,0-1 0 0 0,0 0 0 0 0,0 0 0 0 0,0-1 0 0 0,0 1-1 0 0,-1 0 1 0 0,1-1 0 0 0,0 1 0 0 0,-1-1 0 0 0,1 0 0 0 0,-1 1 0 0 0,1-1 0 0 0,-1 0-1 0 0,0 0 1 0 0,1 0 0 0 0,0-3 0 0 0,3-8-3821 0 0,-2 7 2028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4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2481 0 0,'4'11'8186'0'0,"5"22"-6091"0"0,-5-18-845 0 0,7 23-317 0 0,2 2 272 0 0,8 50 0 0 0,-17-46-4135 0 0,-6-1-3655 0 0,-3-55-1079 0 0</inkml:trace>
  <inkml:trace contextRef="#ctx0" brushRef="#br0" timeOffset="1">52 208 1552 0 0,'-1'-7'-194'0'0,"0"4"1002"0"0,0 0 1 0 0,1 0-1 0 0,-1 0 0 0 0,1 0 1 0 0,-1 0-1 0 0,1 0 1 0 0,0 0-1 0 0,1 0 1 0 0,0-5-1 0 0,-1 7-521 0 0,1 0 1 0 0,0 1-1 0 0,0-1 1 0 0,0 0-1 0 0,0 0 0 0 0,-1 1 1 0 0,1-1-1 0 0,0 0 1 0 0,0 1-1 0 0,0-1 0 0 0,1 1 1 0 0,-1-1-1 0 0,0 1 1 0 0,0 0-1 0 0,0-1 0 0 0,0 1 1 0 0,0 0-1 0 0,0 0 1 0 0,1 0-1 0 0,-1 0 0 0 0,0 0 1 0 0,0 0-1 0 0,0 0 1 0 0,0 0-1 0 0,0 0 0 0 0,1 1 1 0 0,0-1-1 0 0,22-4-513 0 0,-10-2-2803 0 0,1-2-5901 0 0,-9 7 5314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4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3137 0 0,'7'38'10085'0'0,"7"1"-8071"0"0,6 19-8795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5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2489 0 0,'4'7'10455'0'0,"-4"-7"-10297"0"0,17 2 3189 0 0,-15-3-3058 0 0,1-1-1 0 0,0 1 1 0 0,0 1 0 0 0,-1-1 0 0 0,1 0 0 0 0,0 1-1 0 0,0 0 1 0 0,0-1 0 0 0,0 1 0 0 0,0 0 0 0 0,0 0-1 0 0,0 1 1 0 0,0-1 0 0 0,0 1 0 0 0,0-1 0 0 0,-1 1-1 0 0,1 0 1 0 0,0 0 0 0 0,3 2 0 0 0,-4-1-306 0 0,1 1 0 0 0,-1 0 1 0 0,0 0-1 0 0,0 0 0 0 0,0 0 1 0 0,0 0-1 0 0,0 0 0 0 0,0 0 1 0 0,-1 0-1 0 0,0 1 0 0 0,0-1 1 0 0,0 1-1 0 0,0-1 0 0 0,0 1 1 0 0,0 5-1 0 0,1 20-4649 0 0,-2-27 3895 0 0,-1-1 1 0 0,1 1 0 0 0,0 0 0 0 0,0-1-1 0 0,-1 1 1 0 0,1-1 0 0 0,-1 1 0 0 0,0-1-1 0 0,1 0 1 0 0,-1 1 0 0 0,0-1 0 0 0,0 1-1 0 0,0-1 1 0 0,0 0 0 0 0,-2 2 0 0 0,-1 1-2894 0 0</inkml:trace>
  <inkml:trace contextRef="#ctx0" brushRef="#br0" timeOffset="1">10 166 4113 0 0,'17'0'9256'0'0,"4"-9"-5234"0"0,18-19-3284 0 0,-30 21-344 0 0,-4 3-1004 0 0,11-7-4353 0 0,-1 8-7699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5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5609 0 0,'3'-3'9106'0'0,"-3"3"-8946"0"0,6 11 2478 0 0,4 17-2118 0 0,-3-7-675 0 0,6 27-1060 0 0,-12-20-9721 0 0</inkml:trace>
  <inkml:trace contextRef="#ctx0" brushRef="#br0" timeOffset="1">35 74 1408 0 0,'-1'-1'455'0'0,"1"0"1"0"0,0 0-1 0 0,-1 0 0 0 0,1 0 0 0 0,0 0 0 0 0,0 0 0 0 0,0 0 0 0 0,0 0 0 0 0,0 0 1 0 0,0 0-1 0 0,0 0 0 0 0,0 0 0 0 0,0 0 0 0 0,0 0 0 0 0,0-1 0 0 0,1 1 0 0 0,-1 0 0 0 0,0 0 1 0 0,1 0-1 0 0,-1 1 0 0 0,1-1 0 0 0,0 0 0 0 0,-1 0 0 0 0,1 0 0 0 0,-1 0 0 0 0,1 0 1 0 0,0 1-1 0 0,1-2 0 0 0,31-16 2543 0 0,-21 13-3331 0 0,11-1-1331 0 0,-18 6-2131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6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2369 0 0,'-15'38'6963'0'0,"13"-30"-6632"0"0,1-1 0 0 0,0 1-1 0 0,0-1 1 0 0,0 1 0 0 0,1 0-1 0 0,0-1 1 0 0,1 1 0 0 0,-1 0-1 0 0,2-1 1 0 0,-1 1 0 0 0,5 13-1 0 0,-5-20-204 0 0,0 0 0 0 0,0 0 0 0 0,0-1 0 0 0,0 1 0 0 0,0 0 0 0 0,0-1 0 0 0,0 1 0 0 0,0-1 0 0 0,0 1 0 0 0,0-1 0 0 0,0 1 0 0 0,1-1 0 0 0,-1 0 0 0 0,0 0 0 0 0,0 1 0 0 0,0-1 0 0 0,1 0 0 0 0,-1 0 0 0 0,0 0 0 0 0,0 0 0 0 0,1-1 0 0 0,-1 1 0 0 0,0 0 0 0 0,0 0 0 0 0,0-1 0 0 0,0 1 0 0 0,1-1 0 0 0,-1 1 0 0 0,0-1-1 0 0,0 1 1 0 0,0-1 0 0 0,0 0 0 0 0,0 1 0 0 0,1-2 0 0 0,42-30 2160 0 0,-38 28-1990 0 0,-6 4-299 0 0,41-35 310 0 0,-31 21-4503 0 0,-3-1-6348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6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2753 0 0,'6'10'10854'0'0,"17"46"-8810"0"0,-19-44-2231 0 0,7 30-1002 0 0,-12-18-6630 0 0</inkml:trace>
  <inkml:trace contextRef="#ctx0" brushRef="#br0" timeOffset="1">28 76 2401 0 0,'14'-5'7657'0'0,"26"6"-7738"0"0,-18-1-3593 0 0,-8-4-663 0 0,-10 3 2651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6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3217 0 0,'-1'10'1317'0'0,"0"0"0"0"0,1 0 0 0 0,0 0 1 0 0,1 0-1 0 0,2 12 0 0 0,10 21-6277 0 0</inkml:trace>
  <inkml:trace contextRef="#ctx0" brushRef="#br0" timeOffset="0.37">17 42 2064 0 0,'2'-10'8651'0'0,"-2"10"-8435"0"0,0 0 0 0 0,1 0 0 0 0,-1 0 1 0 0,0 0-1 0 0,1 0 0 0 0,-1 0 1 0 0,0-1-1 0 0,0 1 0 0 0,1 0 0 0 0,-1 0 1 0 0,0 0-1 0 0,0 0 0 0 0,1 0 0 0 0,-1 1 1 0 0,0-1-1 0 0,1 0 0 0 0,-1 0 0 0 0,0 0 1 0 0,1 0-1 0 0,31 7 3418 0 0,-24-4-4487 0 0,0 0 1 0 0,0 0-1 0 0,-1 1 1 0 0,0 0 0 0 0,1 0-1 0 0,10 10 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8418 0 0,'13'-6'10006'0'0,"20"-4"-7555"0"0,-30 9-1731 0 0,149-32 2751 0 0,-49 18-8425 0 0,-84 12 2608 0 0,-18 3 1910 0 0,-1 0 0 0 0,1 0 0 0 0,-1 0-1 0 0,1 0 1 0 0,0 0 0 0 0,-1 0-1 0 0,1 0 1 0 0,-1 0 0 0 0,1 0-1 0 0,0 0 1 0 0,-1-1 0 0 0,1 1-1 0 0,-1 0 1 0 0,1 0 0 0 0,-1-1 0 0 0,1 1-1 0 0,-1 0 1 0 0,6-8-5236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7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4449 0 0,'13'4'9653'0'0,"6"-7"-5693"0"0,22-16-3949 0 0,-24 11 1087 0 0,-15 7-1021 0 0,1 0-1 0 0,-1 0 1 0 0,1 0 0 0 0,0 0 0 0 0,-1 1 0 0 0,1 0-1 0 0,0-1 1 0 0,-1 1 0 0 0,1 0 0 0 0,0 0 0 0 0,-1 0 0 0 0,1 1-1 0 0,0-1 1 0 0,-1 1 0 0 0,1-1 0 0 0,0 1 0 0 0,-1 0-1 0 0,1 0 1 0 0,-1 0 0 0 0,0 0 0 0 0,1 0 0 0 0,-1 1 0 0 0,0-1-1 0 0,1 1 1 0 0,-1 0 0 0 0,0-1 0 0 0,0 1 0 0 0,-1 0-1 0 0,1 0 1 0 0,0 0 0 0 0,-1 0 0 0 0,3 4 0 0 0,-1-1-360 0 0,0 1 0 0 0,0-1 1 0 0,-1 1-1 0 0,0-1 0 0 0,0 1 1 0 0,1 6-1 0 0,1 36-11458 0 0,-5-44 8753 0 0</inkml:trace>
  <inkml:trace contextRef="#ctx0" brushRef="#br0" timeOffset="1">121 96 4889 0 0,'4'24'6343'0'0,"6"1"-3692"0"0,1 4-3772 0 0,-8 0-4010 0 0,-5-25 1170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8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 4769 0 0,'5'0'1548'0'0,"1"0"0"0"0,-1-1 0 0 0,1 0-1 0 0,-1 0 1 0 0,1-1 0 0 0,-1 1 0 0 0,8-5 0 0 0,35-20 3160 0 0,-40 21-5017 0 0,0 0 1 0 0,1 0-1 0 0,-1 1 1 0 0,1 0-1 0 0,0 0 1 0 0,0 1-1 0 0,0 0 0 0 0,13-2 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8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5713 0 0,'2'8'8287'0'0,"0"9"-6377"0"0,3 18-2041 0 0,-1-18 276 0 0,-1-1-154 0 0,0 0 0 0 0,1-1 0 0 0,1 1 0 0 0,0-1-1 0 0,1 0 1 0 0,1 0 0 0 0,0-1 0 0 0,10 15 0 0 0,-16-28-20 0 0,0-1-1 0 0,-1 1 1 0 0,1-1-1 0 0,0 1 1 0 0,-1-1 0 0 0,1 1-1 0 0,0-1 1 0 0,0 1-1 0 0,-1-1 1 0 0,1 1 0 0 0,0-1-1 0 0,0 0 1 0 0,0 0-1 0 0,0 1 1 0 0,0-1-1 0 0,-1 0 1 0 0,1 0 0 0 0,0 0-1 0 0,0 0 1 0 0,0 0-1 0 0,0 0 1 0 0,0 0 0 0 0,0 0-1 0 0,-1 0 1 0 0,1-1-1 0 0,0 1 1 0 0,0 0 0 0 0,1-1-1 0 0,24-21-1986 0 0,-20 15 689 0 0,-1 0 0 0 0,0 0 0 0 0,-1 0 1 0 0,1-1-1 0 0,4-13 0 0 0,-6 7-903 0 0,2 3-72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8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4553 0 0,'6'55'6868'0'0,"9"4"-3710"0"0,7-1-3498 0 0,2-9-3286 0 0,-19-42-202 0 0</inkml:trace>
  <inkml:trace contextRef="#ctx0" brushRef="#br0" timeOffset="1">29 120 4409 0 0,'5'2'5644'0'0,"8"-2"-3330"0"0,24-2-2054 0 0,-9-4-3393 0 0,-26 5 2501 0 0,0 0 0 0 0,0 0 0 0 0,0 0 0 0 0,0 0-1 0 0,0 0 1 0 0,-1 0 0 0 0,1 0 0 0 0,0 0 0 0 0,-1-1 0 0 0,1 1 0 0 0,1-3-1 0 0,1 0-1083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9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2993 0 0,'29'-14'8796'0'0,"2"8"-3737"0"0,-29 6-4935 0 0,-1 0-1 0 0,1 0 1 0 0,-1 0-1 0 0,0 0 1 0 0,1 0-1 0 0,-1 1 1 0 0,1-1-1 0 0,-1 0 1 0 0,0 1-1 0 0,1-1 1 0 0,-1 1-1 0 0,0 0 1 0 0,1-1-1 0 0,-1 1 1 0 0,0 0-1 0 0,0 0 0 0 0,0 0 1 0 0,1 0-1 0 0,-1 0 1 0 0,0 0-1 0 0,0 0 1 0 0,-1 0-1 0 0,1 0 1 0 0,0 0-1 0 0,0 0 1 0 0,0 1-1 0 0,-1-1 1 0 0,1 0-1 0 0,-1 1 1 0 0,1-1-1 0 0,-1 0 1 0 0,1 1-1 0 0,-1-1 1 0 0,0 1-1 0 0,0-1 0 0 0,0 1 1 0 0,0-1-1 0 0,0 1 1 0 0,0 1-1 0 0,-3 63-1702 0 0,0-44-3487 0 0,0-2-5492 0 0</inkml:trace>
  <inkml:trace contextRef="#ctx0" brushRef="#br0" timeOffset="0.76">144 0 6305 0 0,'2'6'5217'0'0,"10"19"-2384"0"0,-8-9-2212 0 0,14 45-976 0 0,-10-42-3508 0 0,1-1-3346 0 0,-6-14 4820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29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3745 0 0,'10'-2'9072'0'0,"8"1"-6099"0"0,5-1-2214 0 0,-4-3-721 0 0,9-3-1705 0 0,-12 0-5151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30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5513 0 0,'-11'58'4073'0'0,"10"-56"-3956"0"0,1 0 0 0 0,-1 1 0 0 0,1-1 0 0 0,0 0 0 0 0,0 1 0 0 0,0-1 0 0 0,0 1-1 0 0,0-1 1 0 0,1 0 0 0 0,-1 1 0 0 0,1-1 0 0 0,-1 0 0 0 0,1 0 0 0 0,0 1 0 0 0,0-1 0 0 0,0 0 0 0 0,0 0 0 0 0,0 0 0 0 0,0 0 0 0 0,1 0 0 0 0,2 3 0 0 0,-1-4 158 0 0,-1-1-1 0 0,1 1 1 0 0,0-1 0 0 0,-1 0 0 0 0,1 1 0 0 0,0-1 0 0 0,0-1 0 0 0,0 1 0 0 0,-1 0 0 0 0,1-1 0 0 0,0 1 0 0 0,-1-1 0 0 0,1 0 0 0 0,0 0 0 0 0,-1 0 0 0 0,5-2 0 0 0,44-24 1715 0 0,-45 23-1808 0 0,27-21-2579 0 0,-18 2-8847 0 0,-13 19 7360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30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1784 0 0,'1'-3'949'0'0,"1"0"-1"0"0,0 1 0 0 0,0-1 0 0 0,0 0 1 0 0,0 0-1 0 0,1 1 0 0 0,-1-1 1 0 0,1 1-1 0 0,4-3 0 0 0,-4 3-347 0 0,0 0 0 0 0,-1 1 0 0 0,1-1 0 0 0,0 1 0 0 0,0 0 0 0 0,0 0 1 0 0,0 0-1 0 0,0 0 0 0 0,6 0 0 0 0,-7 1-454 0 0,0 0 0 0 0,1 0 1 0 0,-1 0-1 0 0,0 0 0 0 0,0 0 1 0 0,0 1-1 0 0,0-1 0 0 0,0 1 1 0 0,0 0-1 0 0,0-1 0 0 0,0 1 1 0 0,0 0-1 0 0,0 0 1 0 0,0 0-1 0 0,-1 0 0 0 0,1 1 1 0 0,0-1-1 0 0,0 0 0 0 0,-1 1 1 0 0,1-1-1 0 0,-1 1 0 0 0,0 0 1 0 0,1-1-1 0 0,-1 1 0 0 0,0 0 1 0 0,0 0-1 0 0,0 0 0 0 0,0 0 1 0 0,0-1-1 0 0,-1 1 0 0 0,1 1 1 0 0,-1-1-1 0 0,1 3 0 0 0,5 62-98 0 0,-4-25-3186 0 0,6-1-8547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31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1 168 1688 0 0,'8'-7'14298'0'0,"12"-2"-10412"0"0,18-11-3951 0 0,-36 18 33 0 0,25-30-4635 0 0,-19 7-6369 0 0,-8 20 7948 0 0</inkml:trace>
  <inkml:trace contextRef="#ctx0" brushRef="#br0" timeOffset="1">103 1 5193 0 0,'10'13'8550'0'0,"-4"4"-3326"0"0,0 6-2312 0 0,-2 15-2768 0 0,1 5-1187 0 0,3-21-1539 0 0,1 3-2561 0 0,-8-1-4655 0 0,-1-17 6877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46:31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32 7666 0 0,'-20'32'6129'0'0,"7"3"-4530"0"0,3-10-3961 0 0,-1-1-3476 0 0</inkml:trace>
  <inkml:trace contextRef="#ctx0" brushRef="#br0" timeOffset="1">61 0 5169 0 0,'31'25'9555'0'0,"28"16"-4439"0"0,-56-39-5362 0 0,1 0-1 0 0,-1-1 0 0 0,0 1 0 0 0,1-1 0 0 0,-1 0 1 0 0,1 0-1 0 0,0 0 0 0 0,-1-1 0 0 0,1 1 0 0 0,0-1 0 0 0,0 0 1 0 0,-1 0-1 0 0,1 0 0 0 0,0-1 0 0 0,-1 1 0 0 0,5-2 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4:29.87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62 832 0 0,'7'-9'328'0'0,"1"-2"-224"0"0,5 0-176 0 0,1-2-56 0 0,-6 4-112 0 0,-1 3-152 0 0,-1 3-32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4:33.48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512 137 696 0 0,'-3'-19'687'0'0,"-5"-15"-243"0"0,7 33-422 0 0,0 1-1 0 0,0-1 1 0 0,1 0-1 0 0,-1 0 0 0 0,0 0 1 0 0,0 0-1 0 0,0 0 1 0 0,0 1-1 0 0,0-1 1 0 0,0 1-1 0 0,0-1 0 0 0,0 0 1 0 0,0 1-1 0 0,0-1 1 0 0,0 1-1 0 0,0 0 1 0 0,0-1-1 0 0,-1 1 0 0 0,1 0 1 0 0,0 0-1 0 0,0 0 1 0 0,0 0-1 0 0,0 0 0 0 0,-1 0 1 0 0,1 0-1 0 0,0 0 1 0 0,-2 1-1 0 0,-2 0 193 0 0,-2 0 180 0 0,1 1-1 0 0,-1-1 0 0 0,0-1 1 0 0,0 1-1 0 0,0-1 0 0 0,0 0 1 0 0,0-1-1 0 0,1 0 0 0 0,-14-3 1 0 0,19 4-350 0 0,1 0 0 0 0,0-1 1 0 0,-1 1-1 0 0,1 0 0 0 0,0-1 0 0 0,-1 1 1 0 0,1 0-1 0 0,0-1 0 0 0,-1 1 1 0 0,1 0-1 0 0,0-1 0 0 0,0 1 0 0 0,0-1 1 0 0,-1 1-1 0 0,1 0 0 0 0,0-1 1 0 0,0 1-1 0 0,0-1 0 0 0,0 1 0 0 0,0-1 1 0 0,0 1-1 0 0,0-1 0 0 0,0 1 1 0 0,0-1-1 0 0,0 1 0 0 0,0-1 0 0 0,0 1 1 0 0,0 0-1 0 0,0-1 0 0 0,0 1 1 0 0,1-1-1 0 0,-1 1 0 0 0,0-1 0 0 0,16-9 504 0 0,21 4-131 0 0,-28 6-255 0 0,22-1 325 0 0,1 1 0 0 0,-1 2 0 0 0,1 2 0 0 0,47 10 0 0 0,-36-4 102 0 0,-1-2-1 0 0,58 2 0 0 0,17 4 89 0 0,48-1 171 0 0,-111-11-623 0 0,68 11 0 0 0,-87-8 68 0 0,0-1-1 0 0,0-2 1 0 0,0-1-1 0 0,52-6 1 0 0,249-15 723 0 0,-201 14-792 0 0,42-5-20 0 0,39-2 37 0 0,-80 9-166 0 0,365-8 696 0 0,-216-1-289 0 0,211-2 654 0 0,-352 18-911 0 0,-96-1-79 0 0,84-5 0 0 0,-49-2-50 0 0,125 8 0 0 0,-54 1 26 0 0,15 0-111 0 0,136-5 354 0 0,-214-2-271 0 0,106 12 0 0 0,2 0 35 0 0,251-1 227 0 0,-363-6-333 0 0,112-5 177 0 0,-121-2-175 0 0,124 9-1 0 0,-164-7 46 0 0,-36 2-53 0 0,1 1 0 0 0,-1-1 0 0 0,0 1 0 0 0,1 0 0 0 0,-1-1 0 0 0,1 1 0 0 0,-1 0 0 0 0,1 1 0 0 0,-1-1 0 0 0,0 0 0 0 0,1 1 0 0 0,-1-1 0 0 0,1 1 0 0 0,-1 0 0 0 0,3 1 0 0 0,-18-4-29 0 0,0 1 1 0 0,0 1-1 0 0,0 0 1 0 0,0 0 0 0 0,-16 4-1 0 0,9-2 19 0 0,-454 4-166 0 0,116-6 57 0 0,210-2 59 0 0,-152-20-1 0 0,103 4 15 0 0,-77 5-31 0 0,-105-10 201 0 0,304 20-149 0 0,0 3 0 0 0,-143 19 0 0 0,-51 1-10 0 0,-234 0-40 0 0,245-20 94 0 0,-170 35 34 0 0,140-18-60 0 0,-46-10 19 0 0,246-7-26 0 0,-147-13 118 0 0,139 6-86 0 0,19 6 8 0 0,-115 12 0 0 0,73-1-9 0 0,-153 16 278 0 0,157-22-173 0 0,-13 1-3 0 0,1-1 18 0 0,72 4-82 0 0,-90 0 1 0 0,126-9-2319 0 0,0-1-1 0 0,0-1 1 0 0,-22-6 0 0 0,21 5 556 0 0,1 0 0 0 0,-26-1 0 0 0,-35 4-3742 0 0,60 1 2027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08.83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178 68 2881 0 0,'-13'-16'5172'0'0,"9"10"-4285"0"0,-1 0 1 0 0,0 0-1 0 0,1 1 1 0 0,-2 0-1 0 0,1 0 1 0 0,-1 0-1 0 0,-6-3 0 0 0,10 7-850 0 0,0 0-1 0 0,-1 0 0 0 0,1 0 1 0 0,0 1-1 0 0,-1-1 0 0 0,1 1 1 0 0,0-1-1 0 0,-1 1 0 0 0,1 0 1 0 0,-1 0-1 0 0,1 0 0 0 0,-1 1 1 0 0,1-1-1 0 0,-1 0 0 0 0,1 1 1 0 0,0 0-1 0 0,-1-1 0 0 0,1 1 1 0 0,0 0-1 0 0,0 0 0 0 0,-1 0 0 0 0,1 1 1 0 0,0-1-1 0 0,0 0 0 0 0,-3 4 1 0 0,1-2-34 0 0,-1 0-1 0 0,1 1 1 0 0,0 0 0 0 0,0 0 0 0 0,0 0-1 0 0,0 0 1 0 0,1 1 0 0 0,0 0 0 0 0,0-1-1 0 0,0 1 1 0 0,0 0 0 0 0,1 0 0 0 0,0 1-1 0 0,0-1 1 0 0,-1 7 0 0 0,2-8-19 0 0,1-1 0 0 0,-1 0 0 0 0,1 1 1 0 0,0-1-1 0 0,0 1 0 0 0,1-1 0 0 0,-1 1 0 0 0,1-1 0 0 0,0 1 0 0 0,0-1 1 0 0,0 0-1 0 0,0 1 0 0 0,0-1 0 0 0,1 0 0 0 0,0 0 0 0 0,-1 0 0 0 0,1 0 1 0 0,0 0-1 0 0,0-1 0 0 0,1 1 0 0 0,-1 0 0 0 0,1-1 0 0 0,-1 0 0 0 0,1 1 1 0 0,3 1-1 0 0,20 12-217 0 0,-17-12 500 0 0,-1 1 0 0 0,0 0-1 0 0,0 1 1 0 0,-1-1 0 0 0,1 2-1 0 0,7 8 1 0 0,-14-14-200 0 0,0 0 0 0 0,0 0 0 0 0,0 1 0 0 0,0-1 0 0 0,-1 0 0 0 0,1 1 0 0 0,-1-1 0 0 0,1 1 0 0 0,-1-1 0 0 0,1 1 0 0 0,-1-1 0 0 0,0 1 0 0 0,0-1 0 0 0,1 1 0 0 0,-1-1 0 0 0,0 1 0 0 0,0-1 0 0 0,-1 3 0 0 0,0-2-7 0 0,0 1 0 0 0,0-1-1 0 0,0 0 1 0 0,0 1 0 0 0,-1-1 0 0 0,1 0-1 0 0,-1 0 1 0 0,1 0 0 0 0,-1 0 0 0 0,0 0-1 0 0,0 0 1 0 0,0-1 0 0 0,0 1-1 0 0,-3 1 1 0 0,4-2-134 0 0,0 0 0 0 0,0 0 0 0 0,0 0 0 0 0,0-1 1 0 0,-1 1-1 0 0,1-1 0 0 0,0 1 0 0 0,0-1 0 0 0,0 1 0 0 0,-1-1 0 0 0,1 0 0 0 0,0 1 0 0 0,-1-1 0 0 0,1 0 0 0 0,0 0 0 0 0,0 0 0 0 0,-1 0 1 0 0,1 0-1 0 0,0 0 0 0 0,-1-1 0 0 0,1 1 0 0 0,0 0 0 0 0,0-1 0 0 0,-1 1 0 0 0,1-1 0 0 0,0 1 0 0 0,0-1 0 0 0,0 1 0 0 0,0-1 0 0 0,0 0 0 0 0,0 0 1 0 0,0 0-1 0 0,0 1 0 0 0,0-1 0 0 0,0 0 0 0 0,0 0 0 0 0,0 0 0 0 0,1 0 0 0 0,-1 0 0 0 0,0-1 0 0 0,1 1 0 0 0,-2-2 0 0 0,-8-27-4572 0 0,11 1-4155 0 0,1 25 6431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09.25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10 2497 0 0,'2'-1'9052'0'0,"3"-1"-7655"0"0,9-3-12391 0 0,-11 4 9178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09.64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 1 3945 0 0,'-3'25'7471'0'0,"-1"5"-5582"0"0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0.09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4 125 3121 0 0,'0'0'185'0'0,"0"0"1"0"0,-1 0-1 0 0,1 0 1 0 0,0-1-1 0 0,0 1 1 0 0,-1 0 0 0 0,1 0-1 0 0,0-1 1 0 0,0 1-1 0 0,0 0 1 0 0,0-1-1 0 0,-1 1 1 0 0,1 0-1 0 0,0 0 1 0 0,0-1 0 0 0,0 1-1 0 0,0 0 1 0 0,0-1-1 0 0,0 1 1 0 0,0 0-1 0 0,0-1 1 0 0,0 1-1 0 0,0 0 1 0 0,0-1 0 0 0,0 1-1 0 0,0 0 1 0 0,0-1-1 0 0,0 1 1 0 0,0 0-1 0 0,0-1 1 0 0,0 1-1 0 0,0 0 1 0 0,1-1 0 0 0,-1 1-1 0 0,0 0 1 0 0,0 0-1 0 0,0-1 1 0 0,0 1-1 0 0,1 0 1 0 0,-1 0 0 0 0,1-1-1 0 0,12-31 1586 0 0,19-31 111 0 0,-19 47-1062 0 0,-13 15-795 0 0,0 1 0 0 0,1 0-1 0 0,-1 0 1 0 0,0 0 0 0 0,0 0 0 0 0,0 0-1 0 0,0 0 1 0 0,1 0 0 0 0,-1 0 0 0 0,0 0-1 0 0,0 0 1 0 0,0 0 0 0 0,1 0 0 0 0,-1 0-1 0 0,0 0 1 0 0,0 0 0 0 0,0 0 0 0 0,0 0-1 0 0,1 0 1 0 0,-1 0 0 0 0,0 0 0 0 0,0 0-1 0 0,0 0 1 0 0,0 0 0 0 0,1 0 0 0 0,-1 0-1 0 0,0 1 1 0 0,0-1 0 0 0,0 0 0 0 0,0 0-1 0 0,0 0 1 0 0,1 0 0 0 0,-1 0 0 0 0,0 0-1 0 0,0 1 1 0 0,0-1 0 0 0,0 0 0 0 0,0 0-1 0 0,0 0 1 0 0,0 0 0 0 0,0 1 0 0 0,1-1-1 0 0,-1 0 1 0 0,0 0 0 0 0,0 0 0 0 0,0 1-1 0 0,2 36 2001 0 0,-1-14-1891 0 0,11 88 515 0 0,-9-87-3891 0 0,1-1-3391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0.46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45 5449 0 0,'2'5'12638'0'0,"-3"-5"-12450"0"0,20-1 2616 0 0,19-9-3343 0 0,-10-2 348 0 0,19-7-3243 0 0,-15 12-5966 0 0,-24 7 4454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1.31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149 29 1568 0 0,'0'-1'317'0'0,"0"-1"0"0"0,0 1 0 0 0,-1 0 0 0 0,1-1 0 0 0,-1 1 0 0 0,0-1 0 0 0,1 1-1 0 0,-1 0 1 0 0,0-1 0 0 0,0 1 0 0 0,0 0 0 0 0,0 0 0 0 0,0 0 0 0 0,0 0 0 0 0,0 0 0 0 0,0 0-1 0 0,0 0 1 0 0,0 0 0 0 0,-1 0 0 0 0,1 0 0 0 0,0 0 0 0 0,-1 1 0 0 0,1-1 0 0 0,0 1 0 0 0,-4-2-1 0 0,3 3-184 0 0,0-1 0 0 0,0 0-1 0 0,-1 1 1 0 0,1-1-1 0 0,0 1 1 0 0,0 0 0 0 0,0-1-1 0 0,0 1 1 0 0,-1 0-1 0 0,1 0 1 0 0,0 1 0 0 0,1-1-1 0 0,-1 0 1 0 0,0 1-1 0 0,-2 1 1 0 0,-3 4-135 0 0,-1 1 0 0 0,1 0-1 0 0,1 0 1 0 0,-1 0 0 0 0,1 1 0 0 0,-7 14 0 0 0,7-8 120 0 0,0 1 1 0 0,1 0-1 0 0,1 0 1 0 0,1 0 0 0 0,-3 27-1 0 0,5-36 1 0 0,0 1 0 0 0,1 0-1 0 0,0 0 1 0 0,0 0 0 0 0,1 0 0 0 0,0 0-1 0 0,1 0 1 0 0,-1-1 0 0 0,1 1-1 0 0,1 0 1 0 0,0-1 0 0 0,0 0 0 0 0,7 13-1 0 0,-8-18-94 0 0,-1 1-1 0 0,1-1 1 0 0,0 0-1 0 0,0 0 1 0 0,1 0 0 0 0,-1 0-1 0 0,0 0 1 0 0,1-1-1 0 0,-1 1 1 0 0,1-1-1 0 0,-1 1 1 0 0,1-1-1 0 0,0 0 1 0 0,-1 0-1 0 0,1 0 1 0 0,0 0-1 0 0,0-1 1 0 0,0 1-1 0 0,0-1 1 0 0,-1 0-1 0 0,6 0 1 0 0,-3 0 72 0 0,1-1 1 0 0,-1 0-1 0 0,1-1 1 0 0,-1 1-1 0 0,1-1 1 0 0,-1 0-1 0 0,0 0 1 0 0,0-1 0 0 0,0 0-1 0 0,8-5 1 0 0,-5 2 169 0 0,0 0 0 0 0,-1 0 1 0 0,0-1-1 0 0,0 0 1 0 0,0 0-1 0 0,-1 0 1 0 0,0-1-1 0 0,0 0 1 0 0,-1 0-1 0 0,0-1 1 0 0,-1 0-1 0 0,7-17 0 0 0,-10 19-179 0 0,-1-1 0 0 0,-1 1-1 0 0,1-1 1 0 0,-1 1-1 0 0,0 0 1 0 0,-1-1 0 0 0,1 1-1 0 0,-1 0 1 0 0,-1 0-1 0 0,0 0 1 0 0,0 0 0 0 0,0 1-1 0 0,-1-1 1 0 0,-6-9-1 0 0,7 13-205 0 0,1 0 0 0 0,0 0 0 0 0,-1 0-1 0 0,1 0 1 0 0,-1 1 0 0 0,0-1-1 0 0,0 1 1 0 0,0 0 0 0 0,0-1 0 0 0,-1 1-1 0 0,1 1 1 0 0,0-1 0 0 0,-5-1-1 0 0,5 2-126 0 0,1 1 0 0 0,0 0 0 0 0,-1 0-1 0 0,1-1 1 0 0,-1 2 0 0 0,1-1-1 0 0,0 0 1 0 0,-1 0 0 0 0,1 1-1 0 0,0-1 1 0 0,-1 1 0 0 0,1 0 0 0 0,0 0-1 0 0,0-1 1 0 0,-1 2 0 0 0,1-1-1 0 0,0 0 1 0 0,0 0 0 0 0,0 1-1 0 0,0-1 1 0 0,1 1 0 0 0,-4 3-1 0 0,-20 30-9044 0 0,22-27 6183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1.72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0 6273 0 0,'29'83'10264'0'0,"-21"-64"-10080"0"0,1 0-1 0 0,1-1 1 0 0,1 0 0 0 0,18 23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2.09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0 6057 0 0,'1'1'3593'0'0,"0"-1"-2953"0"0,0 2-160 0 0,0-1-224 0 0,0 0-128 0 0,0 1-104 0 0,1-1-104 0 0,0 1-152 0 0,1-1-432 0 0,-1 0-576 0 0,0 0-729 0 0</inkml:trace>
  <inkml:trace contextRef="#ctx0" brushRef="#br0" timeOffset="1">40 108 3945 0 0,'-10'21'9296'0'0,"6"-10"-8488"0"0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3.69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1 162 2433 0 0,'7'-39'8650'0'0,"20"-24"-8145"0"0,-14 34 288 0 0,-12 27-698 0 0,0-1 0 0 0,0 1 0 0 0,0 0 0 0 0,0 0 0 0 0,0-1 0 0 0,1 1-1 0 0,-1 0 1 0 0,1 0 0 0 0,-1 0 0 0 0,1 1 0 0 0,0-1 0 0 0,0 0 0 0 0,3-1 0 0 0,-5 2-54 0 0,0 1 0 0 0,1 0 0 0 0,-1 0 0 0 0,0 0 0 0 0,0 0 1 0 0,1 0-1 0 0,-1 0 0 0 0,0 0 0 0 0,1 0 0 0 0,-1 0 0 0 0,0 0 0 0 0,1 0 1 0 0,-1 0-1 0 0,0 0 0 0 0,0 1 0 0 0,1-1 0 0 0,-1 0 0 0 0,0 0 1 0 0,1 0-1 0 0,-1 0 0 0 0,0 0 0 0 0,0 1 0 0 0,1-1 0 0 0,-1 0 1 0 0,0 0-1 0 0,0 0 0 0 0,0 1 0 0 0,1-1 0 0 0,-1 0 0 0 0,0 0 0 0 0,0 1 1 0 0,0-1-1 0 0,0 0 0 0 0,1 1 0 0 0,3 22 875 0 0,-4 52 685 0 0,0-18-4832 0 0,1-19-8511 0 0,0-32 9576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4.06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32 5209 0 0,'5'3'8059'0'0,"12"-2"-6153"0"0,17-3-1837 0 0,41-17 28 0 0,-45 4-8241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5.47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48 0 2136 0 0,'-3'2'400'0'0,"1"0"0"0"0,-1 0-1 0 0,1 1 1 0 0,-1-1-1 0 0,1 1 1 0 0,0-1-1 0 0,0 1 1 0 0,1 0-1 0 0,-1-1 1 0 0,0 1-1 0 0,1 0 1 0 0,0 0-1 0 0,-1 0 1 0 0,1 0-1 0 0,-1 7 1 0 0,-10 56 1063 0 0,9-48-1009 0 0,2-10-318 0 0,1 0 0 0 0,-1 1 1 0 0,1-1-1 0 0,2 15 0 0 0,-2-22-130 0 0,0-1 1 0 0,0 1-1 0 0,0 0 1 0 0,1 0-1 0 0,-1-1 1 0 0,0 1 0 0 0,0 0-1 0 0,0 0 1 0 0,1-1-1 0 0,-1 1 1 0 0,0 0-1 0 0,1-1 1 0 0,-1 1-1 0 0,1 0 1 0 0,-1-1-1 0 0,1 1 1 0 0,-1-1-1 0 0,1 1 1 0 0,-1-1-1 0 0,1 1 1 0 0,0-1 0 0 0,-1 1-1 0 0,2 0 1 0 0,-1-1-4 0 0,1-1 0 0 0,-1 1 1 0 0,0 0-1 0 0,0-1 0 0 0,1 1 1 0 0,-1-1-1 0 0,0 1 1 0 0,0-1-1 0 0,0 0 0 0 0,0 0 1 0 0,0 1-1 0 0,0-1 0 0 0,0 0 1 0 0,0 0-1 0 0,0 0 1 0 0,0 0-1 0 0,0 0 0 0 0,-1 0 1 0 0,1 0-1 0 0,0-2 0 0 0,22-41 77 0 0,-20 37-96 0 0,0 0-1 0 0,0 1 1 0 0,0-1-1 0 0,1 1 1 0 0,0 0-1 0 0,6-8 0 0 0,-9 14 6 0 0,0 0-1 0 0,-1 0 0 0 0,1 0 1 0 0,0 0-1 0 0,-1 0 0 0 0,1 0 1 0 0,0 0-1 0 0,-1 1 1 0 0,1-1-1 0 0,0 0 0 0 0,-1 0 1 0 0,1 1-1 0 0,0-1 0 0 0,-1 0 1 0 0,1 1-1 0 0,-1-1 0 0 0,1 0 1 0 0,-1 1-1 0 0,1-1 0 0 0,-1 1 1 0 0,1-1-1 0 0,-1 1 0 0 0,1-1 1 0 0,-1 1-1 0 0,0-1 0 0 0,1 1 1 0 0,-1 0-1 0 0,0-1 0 0 0,1 1 1 0 0,-1 0-1 0 0,0 0 0 0 0,15 25-9 0 0,-14-24 19 0 0,5 9 173 0 0,26 44 155 0 0,-31-54-260 0 0,0 0-1 0 0,0 1 1 0 0,-1-1 0 0 0,1 0 0 0 0,1 1-1 0 0,-1-1 1 0 0,0 0 0 0 0,0 0 0 0 0,0 0-1 0 0,0 0 1 0 0,1 0 0 0 0,-1 0 0 0 0,1-1-1 0 0,-1 1 1 0 0,1 0 0 0 0,-1-1-1 0 0,1 1 1 0 0,-1-1 0 0 0,1 1 0 0 0,-1-1-1 0 0,1 0 1 0 0,-1 0 0 0 0,1 1 0 0 0,0-1-1 0 0,-1 0 1 0 0,1 0 0 0 0,-1-1 0 0 0,1 1-1 0 0,0 0 1 0 0,-1-1 0 0 0,1 1 0 0 0,1-1-1 0 0,-1 0 48 0 0,0-1 0 0 0,-1 1-1 0 0,1-1 1 0 0,0 1 0 0 0,-1-1-1 0 0,1 0 1 0 0,-1 1 0 0 0,1-1-1 0 0,-1 0 1 0 0,0 0 0 0 0,0 0-1 0 0,0 0 1 0 0,0 0 0 0 0,0 0-1 0 0,0-1 1 0 0,0 1 0 0 0,-1 0-1 0 0,1 0 1 0 0,-1 0 0 0 0,0-1-1 0 0,0 1 1 0 0,1 0 0 0 0,-1-1-1 0 0,-1 1 1 0 0,1 0 0 0 0,0 0-1 0 0,-1-1 1 0 0,1 1 0 0 0,-1 0-1 0 0,1 0 1 0 0,-3-3 0 0 0,-16-30-728 0 0,17 32-1 0 0,0 1 0 0 0,0 0 0 0 0,0 0 0 0 0,-1 0 0 0 0,1 0 0 0 0,0 1 0 0 0,-1-1-1 0 0,1 1 1 0 0,-1-1 0 0 0,-3 0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6.09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49 43 5273 0 0,'-1'0'398'0'0,"0"1"0"0"0,-1-1 0 0 0,1 1 0 0 0,0 0 0 0 0,-1-1 0 0 0,1 1 0 0 0,0 0 0 0 0,0 0 0 0 0,0 0 0 0 0,-1 0 0 0 0,1 0 0 0 0,0 0 0 0 0,0 0 0 0 0,-1 2 0 0 0,-12 24 1491 0 0,-1 27-879 0 0,15-52-985 0 0,-1 0 1 0 0,1 1 0 0 0,0-1 0 0 0,0 1 0 0 0,0-1-1 0 0,0 0 1 0 0,1 1 0 0 0,-1-1 0 0 0,1 1-1 0 0,-1-1 1 0 0,1 0 0 0 0,0 0 0 0 0,0 1 0 0 0,0-1-1 0 0,0 0 1 0 0,0 0 0 0 0,0 0 0 0 0,1 0-1 0 0,1 2 1 0 0,-2-3-23 0 0,0 0 1 0 0,0-1-1 0 0,0 1 0 0 0,0-1 1 0 0,0 1-1 0 0,0-1 0 0 0,0 0 0 0 0,0 1 1 0 0,0-1-1 0 0,1 0 0 0 0,-1 0 0 0 0,0 1 1 0 0,0-1-1 0 0,0 0 0 0 0,0 0 0 0 0,0 0 1 0 0,1 0-1 0 0,-1-1 0 0 0,0 1 0 0 0,0 0 1 0 0,0 0-1 0 0,0-1 0 0 0,0 1 0 0 0,0-1 1 0 0,0 1-1 0 0,0-1 0 0 0,0 1 0 0 0,0-1 1 0 0,0 0-1 0 0,0 1 0 0 0,0-1 0 0 0,0 0 1 0 0,-1 0-1 0 0,1 0 0 0 0,0 1 0 0 0,0-1 1 0 0,-1 0-1 0 0,1 0 0 0 0,-1 0 0 0 0,1 0 1 0 0,0-2-1 0 0,0 0-13 0 0,1 0 1 0 0,-1 0-1 0 0,0 0 1 0 0,0 0-1 0 0,0 0 1 0 0,-1 0-1 0 0,1 0 1 0 0,-1 0-1 0 0,0 0 1 0 0,0 0-1 0 0,0 0 1 0 0,0 0-1 0 0,0-1 1 0 0,-1 1-1 0 0,1 0 1 0 0,-1 0-1 0 0,0 0 1 0 0,0 0-1 0 0,0 0 1 0 0,0 0-1 0 0,-3-5 1 0 0,2 5 24 0 0,0-1 1 0 0,1 0-1 0 0,0 0 1 0 0,0 1-1 0 0,0-1 1 0 0,0 0-1 0 0,0 0 1 0 0,1 0 0 0 0,0 0-1 0 0,0 0 1 0 0,0-6-1 0 0,21 53 2006 0 0,-18-34-1843 0 0,21 40 284 0 0,-23-47-510 0 0,0 1 0 0 0,1-1 0 0 0,-1 0 0 0 0,1 1 0 0 0,0-1 0 0 0,0 0 0 0 0,0 0 0 0 0,0 0 1 0 0,0 0-1 0 0,0 0 0 0 0,0 0 0 0 0,1-1 0 0 0,-1 1 0 0 0,0-1 0 0 0,4 2 0 0 0,-6-3-52 0 0,1 0 1 0 0,-1 0-1 0 0,1 0 0 0 0,-1 0 1 0 0,1 0-1 0 0,-1 0 1 0 0,1 0-1 0 0,-1 0 0 0 0,0 0 1 0 0,1 0-1 0 0,-1 0 0 0 0,1 0 1 0 0,-1 0-1 0 0,1-1 1 0 0,-1 1-1 0 0,1 0 0 0 0,-1 0 1 0 0,0 0-1 0 0,1-1 0 0 0,-1 1 1 0 0,1 0-1 0 0,-1 0 1 0 0,0-1-1 0 0,1 1 0 0 0,-1 0 1 0 0,0-1-1 0 0,1 1 0 0 0,-1 0 1 0 0,0-1-1 0 0,0 1 1 0 0,1-1-1 0 0,-1 1 0 0 0,0-1 1 0 0,3-20-2779 0 0,-9-20-2138 0 0,-10-5 614 0 0,9 27 3532 0 0,3-2 15566 0 0,6 21-14978 0 0,0-1 0 0 0,-1 1 0 0 0,1 0 0 0 0,0-1 0 0 0,-1 1 0 0 0,1-1 0 0 0,0 0-1 0 0,-1 1 1 0 0,1-1 0 0 0,-1 0 0 0 0,0 0 0 0 0,1 0 0 0 0,-1 0 0 0 0,1 0 0 0 0,-1 0-1 0 0,0-1 1 0 0,2-1 0 0 0,5-5-4142 0 0,-1 4 678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6.47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 1 3689 0 0,'-2'10'2070'0'0,"1"1"1"0"0,0 0-1 0 0,2 21 0 0 0,0-22-2027 0 0,0-1 0 0 0,0 1 0 0 0,1-1 0 0 0,0 1 0 0 0,1-1 0 0 0,0 0 0 0 0,1 0 0 0 0,5 11 0 0 0,-9-20-164 0 0,0 0 0 0 0,0 0 0 0 0,0 0 0 0 0,0 0 0 0 0,0 0 0 0 0,1-1 0 0 0</inkml:trace>
  <inkml:trace contextRef="#ctx0" brushRef="#br0" timeOffset="1">36 61 6441 0 0,'0'1'239'0'0,"0"-1"0"0"0,1 1-1 0 0,-1-1 1 0 0,0 1-1 0 0,0-1 1 0 0,0 1 0 0 0,1-1-1 0 0,-1 1 1 0 0,0-1-1 0 0,1 1 1 0 0,-1-1 0 0 0,0 0-1 0 0,1 1 1 0 0,-1-1-1 0 0,1 1 1 0 0,-1-1 0 0 0,1 0-1 0 0,-1 0 1 0 0,0 1-1 0 0,1-1 1 0 0,-1 0 0 0 0,1 0-1 0 0,-1 0 1 0 0,1 1-1 0 0,-1-1 1 0 0,2 0 0 0 0,18-2 1867 0 0,25-17-4507 0 0,-33 14 1210 0 0,25-8-6992 0 0,-30 13 5776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6.84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14 1 5377 0 0,'-10'10'6745'0'0,"6"11"-4144"0"0,6 22-2061 0 0,-1-37-62 0 0,0 7-483 0 0,1 0 1 0 0,0 0 0 0 0,5 17 0 0 0,2-8-2711 0 0,5-5-3945 0 0,-9-12 2327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7.20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82 0 5377 0 0,'-3'0'480'0'0,"1"1"0"0"0,-1-1 0 0 0,0 0-1 0 0,1 1 1 0 0,-1-1 0 0 0,1 1 0 0 0,-1 0 0 0 0,1 0-1 0 0,-1 0 1 0 0,1 0 0 0 0,0 0 0 0 0,-1 0 0 0 0,1 1-1 0 0,0-1 1 0 0,0 1 0 0 0,0 0 0 0 0,0 0 0 0 0,0-1-1 0 0,-2 5 1 0 0,0-1-218 0 0,1 0 0 0 0,0 1-1 0 0,0-1 1 0 0,0 1 0 0 0,1 0-1 0 0,0 0 1 0 0,0 0 0 0 0,-1 7-1 0 0,0 5-310 0 0,1 0 0 0 0,0 1 0 0 0,1-1-1 0 0,4 34 1 0 0,-3-49-114 0 0,0 1 1 0 0,1 0-1 0 0,0 0 0 0 0,-1-1 0 0 0,2 1 0 0 0,-1-1 0 0 0,0 1 0 0 0,1-1 0 0 0,-1 1 0 0 0,1-1 1 0 0,0 0-1 0 0,0 0 0 0 0,4 4 0 0 0,-5-6-190 0 0,0 0 0 0 0,1 0 1 0 0,-1 0-1 0 0,0 0 0 0 0,1 0 0 0 0,-1-1 1 0 0,1 1-1 0 0,0 0 0 0 0,-1-1 0 0 0,1 1 1 0 0,-1-1-1 0 0,1 0 0 0 0,0 0 0 0 0,-1 1 1 0 0,1-1-1 0 0,0 0 0 0 0,-1 0 1 0 0,1-1-1 0 0,0 1 0 0 0,-1 0 0 0 0,1 0 1 0 0,0-1-1 0 0,-1 1 0 0 0,1-1 0 0 0,-1 0 1 0 0,1 1-1 0 0,-1-1 0 0 0,1 0 0 0 0,-1 0 1 0 0,0 0-1 0 0,3-2 0 0 0,8-3-2441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7.59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80 14 4257 0 0,'0'-1'358'0'0,"-1"0"-1"0"0,1 1 1 0 0,-1-1-1 0 0,0 1 1 0 0,0-1 0 0 0,1 1-1 0 0,-1 0 1 0 0,0-1 0 0 0,0 1-1 0 0,1-1 1 0 0,-1 1-1 0 0,0 0 1 0 0,0 0 0 0 0,0 0-1 0 0,1-1 1 0 0,-1 1 0 0 0,0 0-1 0 0,0 0 1 0 0,0 0-1 0 0,0 0 1 0 0,0 0 0 0 0,1 1-1 0 0,-1-1 1 0 0,0 0 0 0 0,0 0-1 0 0,0 0 1 0 0,0 1-1 0 0,1-1 1 0 0,-1 0 0 0 0,-1 2-1 0 0,-23 23 1670 0 0,20-18-2178 0 0,1 0 0 0 0,0 0 0 0 0,1 0 0 0 0,0 0 0 0 0,0 0 0 0 0,0 1 0 0 0,-1 8 0 0 0,4-16 110 0 0,0 1 0 0 0,0-1 0 0 0,0 1 0 0 0,0 0 0 0 0,0-1 0 0 0,1 1 0 0 0,-1-1-1 0 0,0 1 1 0 0,0-1 0 0 0,0 1 0 0 0,1 0 0 0 0,-1-1 0 0 0,0 1 0 0 0,1-1 0 0 0,-1 1 0 0 0,0-1 0 0 0,1 0 0 0 0,-1 1 0 0 0,1-1-1 0 0,-1 1 1 0 0,1-1 0 0 0,-1 0 0 0 0,1 1 0 0 0,-1-1 0 0 0,1 0 0 0 0,-1 0 0 0 0,1 1 0 0 0,-1-1 0 0 0,1 0 0 0 0,-1 0-1 0 0,1 0 1 0 0,0 0 0 0 0,-1 1 0 0 0,1-1 0 0 0,-1 0 0 0 0,1 0 0 0 0,0 0 0 0 0,-1-1 0 0 0,1 1 0 0 0,-1 0 0 0 0,2 0 0 0 0,36-6-196 0 0,-11 2 319 0 0,-26 4-34 0 0,0 0 0 0 0,0 0 1 0 0,1 0-1 0 0,-1 0 0 0 0,0 1 0 0 0,0-1 1 0 0,1 0-1 0 0,-1 1 0 0 0,0-1 1 0 0,0 1-1 0 0,0 0 0 0 0,0-1 0 0 0,0 1 1 0 0,0 0-1 0 0,0-1 0 0 0,0 1 1 0 0,0 0-1 0 0,0 0 0 0 0,0 0 0 0 0,0 0 1 0 0,-1 0-1 0 0,1 0 0 0 0,0 0 1 0 0,-1 0-1 0 0,1 0 0 0 0,0 0 0 0 0,0 2 1 0 0,-1 1 47 0 0,1 0 1 0 0,-1-1 0 0 0,1 1-1 0 0,-1 0 1 0 0,0-1 0 0 0,-1 1-1 0 0,1 0 1 0 0,0-1 0 0 0,-3 7-1 0 0,-1 4-622 0 0,0-1-1 0 0,-1 0 0 0 0,-1 1 1 0 0,-7 11-1 0 0,8-18-2189 0 0</inkml:trace>
  <inkml:trace contextRef="#ctx0" brushRef="#br0" timeOffset="1">144 2 5177 0 0,'1'0'569'0'0,"0"-1"1"0"0,0 1-1 0 0,0 0 0 0 0,1 0 1 0 0,-1 0-1 0 0,0-1 0 0 0,0 1 0 0 0,0 0 1 0 0,0 0-1 0 0,0 1 0 0 0,0-1 1 0 0,0 0-1 0 0,0 0 0 0 0,0 0 0 0 0,0 1 1 0 0,0-1-1 0 0,2 1 0 0 0,20 13 2496 0 0,12 22-2431 0 0,-30-29-543 0 0,-1 1 0 0 0,0 1 0 0 0,0-1 0 0 0,0 1 0 0 0,-1 0 0 0 0,0 0 0 0 0,-1 0 0 0 0,0 0 0 0 0,0 0 0 0 0,0 9 0 0 0,-2-9-644 0 0,0-1 0 0 0,0 1-1 0 0,-1-1 1 0 0,-2 15 0 0 0,2-17-742 0 0,-1-1 1 0 0,0 0-1 0 0,0 0 0 0 0,0 0 1 0 0,0 0-1 0 0,-1-1 1 0 0,-5 10-1 0 0,0-4-3770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8.74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32 20 2128 0 0,'-19'55'5675'0'0,"16"-46"-5319"0"0,0 0-1 0 0,1 1 1 0 0,0-1 0 0 0,1 1 0 0 0,0 0-1 0 0,0 0 1 0 0,1 10 0 0 0,1-20-342 0 0,0-1 1 0 0,-1 1-1 0 0,1 0 1 0 0,0 0-1 0 0,-1 0 0 0 0,1-1 1 0 0,0 1-1 0 0,-1 0 0 0 0,1-1 1 0 0,-1 1-1 0 0,1 0 1 0 0,-1-1-1 0 0,1 1 0 0 0,-1-1 1 0 0,1 1-1 0 0,-1-1 1 0 0,1 1-1 0 0,-1-1 0 0 0,1 0 1 0 0,-1 1-1 0 0,0-1 1 0 0,1 1-1 0 0,-1-1 0 0 0,0 0 1 0 0,0 1-1 0 0,1-1 1 0 0,-1 0-1 0 0,0 1 0 0 0,0-1 1 0 0,0 0-1 0 0,15-27 37 0 0,-10 17 4 0 0,-5 8-58 0 0,1 1-1 0 0,0-1 1 0 0,0 1-1 0 0,0-1 1 0 0,1 1-1 0 0,-1 0 1 0 0,1-1-1 0 0,-1 1 0 0 0,1 0 1 0 0,2-2-1 0 0,5 7-8 0 0,2 17 130 0 0,-10-17-81 0 0,5 10 54 0 0,0-1 1 0 0,0 1 0 0 0,16 20-1 0 0,-21-32-37 0 0,-1 0 0 0 0,1 0 0 0 0,0 1 0 0 0,0-1 0 0 0,-1 0 0 0 0,1 0 0 0 0,0 0 0 0 0,0 0-1 0 0,0-1 1 0 0,0 1 0 0 0,0 0 0 0 0,0 0 0 0 0,0-1 0 0 0,0 1 0 0 0,0 0 0 0 0,0-1 0 0 0,1 1 0 0 0,-1-1 0 0 0,0 1 0 0 0,0-1-1 0 0,1 0 1 0 0,-1 1 0 0 0,0-1 0 0 0,0 0 0 0 0,1 0 0 0 0,-1 0 0 0 0,0 0 0 0 0,1 0 0 0 0,-1 0 0 0 0,0-1 0 0 0,0 1 0 0 0,1 0-1 0 0,-1-1 1 0 0,0 1 0 0 0,0-1 0 0 0,1 1 0 0 0,-1-1 0 0 0,0 1 0 0 0,0-1 0 0 0,0 0 0 0 0,0 0 0 0 0,0 1 0 0 0,0-1 0 0 0,0 0-1 0 0,0 0 1 0 0,0 0 0 0 0,-1 0 0 0 0,1 0 0 0 0,0 0 0 0 0,0 0 0 0 0,-1-1 0 0 0,1 1 0 0 0,-1 0 0 0 0,1 0 0 0 0,-1 0 0 0 0,1-3-1 0 0,1-3 64 0 0,1 1-1 0 0,-2-1 0 0 0,1 0 1 0 0,-1 0-1 0 0,0 0 0 0 0,0 0 0 0 0,-1 0 1 0 0,0 0-1 0 0,0 0 0 0 0,0-1 0 0 0,-1 1 1 0 0,0 0-1 0 0,-3-7 0 0 0,3 8-373 0 0,-1 0-1 0 0,0 0 1 0 0,0 0-1 0 0,-1 0 1 0 0,0 0-1 0 0,0 1 1 0 0,0-1-1 0 0,-8-9 1 0 0,11 15 180 0 0,0-1-1 0 0,-1 1 1 0 0,1 0-1 0 0,0 0 1 0 0,0 0-1 0 0,0 0 1 0 0,0 0-1 0 0,0 0 1 0 0,0-1-1 0 0,0 1 1 0 0,0 0-1 0 0,-1 0 1 0 0,1 0-1 0 0,0 0 1 0 0,0 0 0 0 0,0 0-1 0 0,0 0 1 0 0,0 0-1 0 0,0 0 1 0 0,-1-1-1 0 0,1 1 1 0 0,0 0-1 0 0,0 0 1 0 0,0 0-1 0 0,0 0 1 0 0,-1 0-1 0 0,1 0 1 0 0,0 0-1 0 0,0 0 1 0 0,0 0 0 0 0,0 0-1 0 0,-1 0 1 0 0,1 0-1 0 0,0 0 1 0 0,0 0-1 0 0,0 1 1 0 0,0-1-1 0 0,0 0 1 0 0,-1 0-1 0 0,1 0 1 0 0,0 0-1 0 0,0 0 1 0 0,0 0-1 0 0,0 0 1 0 0,0 0 0 0 0,0 0-1 0 0,-1 1 1 0 0,1-1-1 0 0,0 0 1 0 0,0 0-1 0 0,0 0 1 0 0,0 0-1 0 0,0 0 1 0 0,0 0-1 0 0,0 1 1 0 0,0-1-1 0 0,0 0 1 0 0,0 0-1 0 0,0 0 1 0 0,0 0-1 0 0,0 1 1 0 0,0-1 0 0 0,0 0-1 0 0,0 0 1 0 0,0 0-1 0 0,0 1 1 0 0,-1 12-4916 0 0,1-13 4535 0 0,1 9-2236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9.19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48 1 6145 0 0,'-5'4'1033'0'0,"1"1"-1"0"0,1 0 0 0 0,-1 0 1 0 0,1 0-1 0 0,-5 11 0 0 0,-9 35 850 0 0,16-45-1867 0 0,0 0 0 0 0,0 0 0 0 0,1 0 0 0 0,0 0 0 0 0,0 0 0 0 0,0 0 0 0 0,1 0 0 0 0,-1 0 0 0 0,2 0 0 0 0,-1 0 0 0 0,1 0 0 0 0,-1 0 0 0 0,2-1 0 0 0,4 10 0 0 0,-7-14-23 0 0,0 0 1 0 0,1 0 0 0 0,-1-1-1 0 0,1 1 1 0 0,-1 0 0 0 0,0-1-1 0 0,1 1 1 0 0,0 0 0 0 0,-1-1-1 0 0,1 1 1 0 0,-1-1 0 0 0,1 1-1 0 0,0-1 1 0 0,-1 1 0 0 0,1-1-1 0 0,0 1 1 0 0,0-1 0 0 0,-1 0-1 0 0,1 1 1 0 0,0-1 0 0 0,0 0-1 0 0,-1 0 1 0 0,1 0 0 0 0,0 1-1 0 0,0-1 1 0 0,0 0 0 0 0,0 0-1 0 0,-1 0 1 0 0,2-1 0 0 0,0 1 0 0 0,-1-1 0 0 0,0 0 0 0 0,1 0 0 0 0,-1 0 0 0 0,0 0 0 0 0,0 0 0 0 0,1 0 0 0 0,-1 0 0 0 0,0 0 0 0 0,0 0 0 0 0,0-1 0 0 0,-1 1 0 0 0,1 0 0 0 0,1-2 0 0 0,1-3 1 0 0,-1 1 0 0 0,1-1 0 0 0,-1 1 0 0 0,0-1 0 0 0,-1 0-1 0 0,1 0 1 0 0,0-7 0 0 0,-8-40-138 0 0,6 50 164 0 0,-1 0 1 0 0,1 0-1 0 0,-1 0 0 0 0,0 0 0 0 0,0 0 1 0 0,-1 0-1 0 0,1 0 0 0 0,-1 0 1 0 0,1 0-1 0 0,-1 0 0 0 0,0 1 1 0 0,0-1-1 0 0,0 1 0 0 0,-3-3 0 0 0,21 51 635 0 0,-11-35-719 0 0,26 53 584 0 0,-29-61-666 0 0,0 0 0 0 0,-1 0 0 0 0,1-1-1 0 0,0 1 1 0 0,0 0 0 0 0,1-1 0 0 0,-1 0 0 0 0,0 0 0 0 0,1 1-1 0 0,0-2 1 0 0,-1 1 0 0 0,1 0 0 0 0,0 0 0 0 0,0-1 0 0 0,0 1-1 0 0,0-1 1 0 0,6 2 0 0 0,-8-3-88 0 0,-1-1 0 0 0,1 1-1 0 0,0 0 1 0 0,-1 0 0 0 0,1 0 0 0 0,0 0 0 0 0,-1-1-1 0 0,1 1 1 0 0,0 0 0 0 0,-1 0 0 0 0,1-1-1 0 0,-1 1 1 0 0,1-1 0 0 0,-1 1 0 0 0,1 0 0 0 0,0-1-1 0 0,-1 1 1 0 0,0-1 0 0 0,1 0 0 0 0,-1 1 0 0 0,1-1-1 0 0,-1 1 1 0 0,0-1 0 0 0,1 1 0 0 0,-1-1-1 0 0,0 0 1 0 0,0 1 0 0 0,1-1 0 0 0,-1 0 0 0 0,0 1-1 0 0,0-1 1 0 0,0 0 0 0 0,0 1 0 0 0,0-1-1 0 0,0 0 1 0 0,0 0 0 0 0,0 1 0 0 0,0-1 0 0 0,0 0-1 0 0,1-8-2148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19.61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12 6097 0 0,'-1'2'3945'0'0,"1"-1"-2617"0"0,1 2-351 0 0,0-1-169 0 0,0 0-248 0 0,1-1-192 0 0,1 0-208 0 0,1 0-88 0 0,0-2-160 0 0,1-1-264 0 0,0 0-408 0 0,0-1-568 0 0,2-3-729 0 0,-2 1-1024 0 0,5-1-1536 0 0</inkml:trace>
  <inkml:trace contextRef="#ctx0" brushRef="#br0" timeOffset="1">113 55 3257 0 0,'5'83'9107'0'0,"6"-41"-9984"0"0,8-9-4735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0.07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77 5009 0 0,'41'-9'6548'0'0,"18"-22"-13047"0"0,-41 20 2785 0 0,-12 8 2642 0 0</inkml:trace>
  <inkml:trace contextRef="#ctx0" brushRef="#br0" timeOffset="1">69 1 3681 0 0,'-9'27'6374'0'0,"9"8"-3483"0"0,15 34-1560 0 0,-14-64-1134 0 0,0-1-250 0 0,0 0 0 0 0,0 0 0 0 0,0 0 1 0 0,1-1-1 0 0,-1 1 0 0 0,1-1 0 0 0,0 1 0 0 0,0-1 0 0 0,0 0 1 0 0,1 1-1 0 0,-1-1 0 0 0,5 4 0 0 0,-6-6-22 0 0,0-1 1 0 0,-1 1-1 0 0,1-1 0 0 0,0 1 0 0 0,0-1 0 0 0,0 0 1 0 0,0 1-1 0 0,0-1 0 0 0,0 0 0 0 0,0 0 0 0 0,0 0 0 0 0,0 0 1 0 0,0 1-1 0 0,0-1 0 0 0,0-1 0 0 0,0 1 0 0 0,-1 0 1 0 0,1 0-1 0 0,0 0 0 0 0,2-1 0 0 0,-1 0-117 0 0,0 0 1 0 0,0 0-1 0 0,0 0 1 0 0,1-1-1 0 0,-1 1 0 0 0,-1-1 1 0 0,1 1-1 0 0,0-1 1 0 0,0 0-1 0 0,0 0 0 0 0,1-2 1 0 0,19-33-7256 0 0,-18 30 5321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0.43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87 6 7650 0 0,'-1'-1'317'0'0,"0"1"-1"0"0,0-1 1 0 0,1 1 0 0 0,-1-1 0 0 0,0 1 0 0 0,0 0 0 0 0,0-1 0 0 0,0 1 0 0 0,0 0 0 0 0,0-1 0 0 0,0 1 0 0 0,0 0 0 0 0,0 0-1 0 0,1 0 1 0 0,-1 0 0 0 0,0 0 0 0 0,0 0 0 0 0,0 0 0 0 0,0 0 0 0 0,0 0 0 0 0,0 1 0 0 0,0-1 0 0 0,0 0 0 0 0,0 1-1 0 0,0-1 1 0 0,0 1 0 0 0,-1 0 0 0 0,-22 25 1607 0 0,19-16-1951 0 0,0 0-1 0 0,0 0 1 0 0,1 0 0 0 0,-4 14 0 0 0,5-10 91 0 0,1 1 0 0 0,0-1 1 0 0,1 1-1 0 0,1-1 0 0 0,0 1 1 0 0,1-1-1 0 0,3 19 0 0 0,-3-28-321 0 0,0 0 0 0 0,0 0-1 0 0,1-1 1 0 0,0 1-1 0 0,0-1 1 0 0,0 1 0 0 0,0-1-1 0 0,1 1 1 0 0,-1-1 0 0 0,1 0-1 0 0,4 4 1 0 0,-5-6-287 0 0,0 0 0 0 0,1-1 0 0 0,-1 1 0 0 0,1 0 1 0 0,-1-1-1 0 0,1 1 0 0 0,0-1 0 0 0,-1 0 0 0 0,1 0 0 0 0,0 0 0 0 0,0 0 1 0 0,0-1-1 0 0,0 1 0 0 0,0-1 0 0 0,0 1 0 0 0,0-1 0 0 0,0 0 0 0 0,0 0 1 0 0,5-1-1 0 0,4-1-2972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1.01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59 2 2961 0 0,'-1'-1'289'0'0,"0"1"0"0"0,-1 0-1 0 0,1 0 1 0 0,0 0 0 0 0,0 0 0 0 0,0 0 0 0 0,0 0 0 0 0,-1 0 0 0 0,1 0 0 0 0,0 0 0 0 0,0 1 0 0 0,0-1 0 0 0,0 1 0 0 0,0-1 0 0 0,0 0 0 0 0,0 1 0 0 0,0 0 0 0 0,0-1 0 0 0,0 1 0 0 0,0 0 0 0 0,0-1-1 0 0,-1 2 1 0 0,-16 28 1203 0 0,15-20-1494 0 0,-1 1 1 0 0,2-1-1 0 0,0 1 1 0 0,-1 10-1 0 0,3-10 30 0 0,0 0 0 0 0,1 0 0 0 0,0-1 0 0 0,1 1-1 0 0,0-1 1 0 0,0 1 0 0 0,9 18 0 0 0,-10-26-21 0 0,0 0 0 0 0,0-1 0 0 0,1 1 0 0 0,-1-1 1 0 0,1 1-1 0 0,0-1 0 0 0,0 1 0 0 0,0-1 0 0 0,0 0 0 0 0,0 0 0 0 0,0 0 1 0 0,1 0-1 0 0,-1 0 0 0 0,4 1 0 0 0,-4-2 27 0 0,0 0-1 0 0,0-1 1 0 0,0 0-1 0 0,0 1 1 0 0,0-1 0 0 0,0 0-1 0 0,0 0 1 0 0,0 0-1 0 0,0 0 1 0 0,0 0 0 0 0,0-1-1 0 0,0 1 1 0 0,0 0-1 0 0,0-1 1 0 0,0 0 0 0 0,0 1-1 0 0,0-1 1 0 0,0 0 0 0 0,-1 0-1 0 0,1 0 1 0 0,0 0-1 0 0,-1-1 1 0 0,3-1 0 0 0,1 0 206 0 0,-1-1-1 0 0,0 0 1 0 0,0 0 0 0 0,0 0 0 0 0,0-1 0 0 0,-1 1 0 0 0,1-1 0 0 0,-1 0 0 0 0,0 0 0 0 0,-1 0 0 0 0,1 0 0 0 0,-1 0 0 0 0,0-1 0 0 0,0 1 0 0 0,-1-1-1 0 0,0 1 1 0 0,0-1 0 0 0,0 0 0 0 0,0 0 0 0 0,-1-8 0 0 0,-1 10-210 0 0,1 0 0 0 0,-1 0 0 0 0,1 0 1 0 0,-1 0-1 0 0,0 1 0 0 0,-1-1 0 0 0,1 0 0 0 0,-1 1 0 0 0,1-1 0 0 0,-1 1 0 0 0,0 0 0 0 0,-1-1 1 0 0,1 1-1 0 0,0 0 0 0 0,-1 0 0 0 0,0 0 0 0 0,1 1 0 0 0,-1-1 0 0 0,0 1 0 0 0,-1-1 0 0 0,1 1 1 0 0,0 0-1 0 0,-1 0 0 0 0,1 1 0 0 0,-1-1 0 0 0,1 1 0 0 0,-1-1 0 0 0,0 1 0 0 0,1 0 0 0 0,-9 0 1 0 0,-13 2-3449 0 0,24-1 3070 0 0,0 1 0 0 0,0-1-1 0 0,0 0 1 0 0,0 1-1 0 0,0-1 1 0 0,1 0 0 0 0,-1 1-1 0 0,0 0 1 0 0,0-1-1 0 0,0 1 1 0 0,1-1 0 0 0,-1 1-1 0 0,0 0 1 0 0,1-1 0 0 0,-1 1-1 0 0,0 0 1 0 0,1 0-1 0 0,-1 0 1 0 0,1-1 0 0 0,-1 1-1 0 0,1 0 1 0 0,0 0-1 0 0,-1 2 1 0 0,1 5-3840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1.43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0 3545 0 0,'19'45'10440'0'0,"4"9"-7390"0"0,-20-48-3302 0 0,0 1 1 0 0,0-1 0 0 0,1 0-1 0 0,0-1 1 0 0,0 1 0 0 0,0-1 0 0 0,1 1-1 0 0,0-1 1 0 0,7 6 0 0 0,-1-6-2840 0 0,-11-5 2891 0 0,0 0 0 0 0,1 0-1 0 0,-1 0 1 0 0,0 0 0 0 0,1 0 0 0 0,-1-1 0 0 0,0 1 0 0 0,1 0 0 0 0,-1 0 0 0 0,0 0-1 0 0,0 0 1 0 0,1 0 0 0 0,-1 0 0 0 0,0 0 0 0 0,1-1 0 0 0,-1 1 0 0 0,0 0-1 0 0,0 0 1 0 0,1-1-800 0 0,0 0 800 0 0,-1 1-1 0 0,0 0 1 0 0,0 0 0 0 0,0-1 0 0 0,0 1 0 0 0,0 0 0 0 0,0-1 0 0 0,0 1 0 0 0,1 0-1 0 0,-1-1 1 0 0,1-4-3066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1.79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10 3161 0 0,'58'-9'12277'0'0,"-50"8"-11720"0"0,0 1 1 0 0,-1 1-1 0 0,1-1 1 0 0,0 1-1 0 0,10 3 1 0 0,-15-3-494 0 0,0-1 0 0 0,0 2 0 0 0,1-1 0 0 0,-1 0 0 0 0,0 1 0 0 0,0-1 1 0 0,0 1-1 0 0,-1 0 0 0 0,1 0 0 0 0,0 0 0 0 0,-1 0 0 0 0,1 0 0 0 0,-1 1 0 0 0,0-1 0 0 0,0 1 0 0 0,0 0 0 0 0,0 0 1 0 0,0-1-1 0 0,0 1 0 0 0,-1 0 0 0 0,0 0 0 0 0,1 1 0 0 0,-1-1 0 0 0,0 0 0 0 0,-1 0 0 0 0,1 1 0 0 0,0-1 0 0 0,-1 0 1 0 0,0 1-1 0 0,0-1 0 0 0,0 4 0 0 0,-1 7-54 0 0,0 0 0 0 0,0 0 0 0 0,-2 0 0 0 0,-7 24 1 0 0,-1-8-3033 0 0,-3-3-4139 0 0,7-16 236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5.63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31 1 3193 0 0,'-25'84'6213'0'0,"23"-77"-6078"0"0,1 0 0 0 0,0 0 0 0 0,0 1 1 0 0,1-1-1 0 0,0 0 0 0 0,0 1 1 0 0,1-1-1 0 0,0 0 0 0 0,3 13 0 0 0,-4-19-125 0 0,0-1-1 0 0,0 0 1 0 0,0 1-1 0 0,0-1 0 0 0,0 1 1 0 0,0-1-1 0 0,1 0 1 0 0,-1 1-1 0 0,0-1 1 0 0,0 0-1 0 0,0 0 1 0 0,1 1-1 0 0,-1-1 0 0 0,0 0 1 0 0,0 1-1 0 0,0-1 1 0 0,1 0-1 0 0,-1 0 1 0 0,0 0-1 0 0,1 1 0 0 0,-1-1 1 0 0,0 0-1 0 0,1 0 1 0 0,-1 0-1 0 0,0 0 1 0 0,1 1-1 0 0,-1-1 1 0 0,0 0-1 0 0,1 0 0 0 0,-1 0 1 0 0,0 0-1 0 0,1 0 1 0 0,-1 0-1 0 0,0 0 1 0 0,1 0-1 0 0,-1 0 0 0 0,0 0 1 0 0,1 0-1 0 0,-1 0 1 0 0,1-1-1 0 0,14-11 299 0 0,8-22 26 0 0,-13 16-75 0 0,-1-1 1 0 0,10-33-1 0 0,-17 59-262 0 0,-1 1 0 0 0,1-1 0 0 0,0 0 0 0 0,1 0 0 0 0,-1 0 0 0 0,1 0 0 0 0,1-1-1 0 0,6 11 1 0 0,-10-16 31 0 0,1 0 0 0 0,0 0 0 0 0,-1 0-1 0 0,1 0 1 0 0,0 0 0 0 0,0 0 0 0 0,0 0-1 0 0,0 0 1 0 0,0 0 0 0 0,0 0 0 0 0,0 0-1 0 0,0 0 1 0 0,0-1 0 0 0,0 1 0 0 0,0 0-1 0 0,0-1 1 0 0,0 1 0 0 0,1-1 0 0 0,-1 0-1 0 0,0 1 1 0 0,0-1 0 0 0,1 0 0 0 0,-1 0-1 0 0,0 1 1 0 0,1-1 0 0 0,-1 0 0 0 0,0-1-1 0 0,1 1 1 0 0,-1 0 0 0 0,0 0 0 0 0,0 0-1 0 0,1-1 1 0 0,-1 1 0 0 0,0-1 0 0 0,0 1-1 0 0,1-1 1 0 0,-1 1 0 0 0,0-1 0 0 0,0 0-1 0 0,0 1 1 0 0,0-1 0 0 0,0 0 0 0 0,0 0-1 0 0,0 0 1 0 0,0 0 0 0 0,0 0 0 0 0,0-1 0 0 0,1-1 44 0 0,0 1 1 0 0,0 0 0 0 0,-1-1-1 0 0,1 1 1 0 0,-1-1 0 0 0,0 0 0 0 0,0 1-1 0 0,0-1 1 0 0,0 0 0 0 0,0 0 0 0 0,-1 1-1 0 0,1-1 1 0 0,-1 0 0 0 0,1 0 0 0 0,-1 0-1 0 0,0 0 1 0 0,-1 0 0 0 0,1 0 0 0 0,0 1-1 0 0,-1-1 1 0 0,-1-5 0 0 0,-11-8 261 0 0,7 13-2235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6.06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38 1 3993 0 0,'-20'56'8752'0'0,"4"35"-6276"0"0,15-90-2469 0 0,1 1 1 0 0,-1 0 0 0 0,1 0 0 0 0,0 0-1 0 0,0 0 1 0 0,0 0 0 0 0,0 0 0 0 0,1 0-1 0 0,-1 0 1 0 0,0 0 0 0 0,1-1 0 0 0,-1 1-1 0 0,1 0 1 0 0,0 0 0 0 0,-1 0 0 0 0,1-1-1 0 0,0 1 1 0 0,0 0 0 0 0,0-1 0 0 0,0 1-1 0 0,1-1 1 0 0,-1 1 0 0 0,0-1 0 0 0,3 3-1 0 0,-2-4-3 0 0,-1 0 0 0 0,1 0-1 0 0,-1 0 1 0 0,1 0-1 0 0,0 0 1 0 0,-1 0-1 0 0,1 0 1 0 0,-1 0-1 0 0,1-1 1 0 0,-1 1-1 0 0,1-1 1 0 0,-1 1-1 0 0,1-1 1 0 0,-1 1-1 0 0,1-1 1 0 0,-1 0-1 0 0,0 0 1 0 0,1 0-1 0 0,-1 1 1 0 0,0-1-1 0 0,0-1 1 0 0,1 1-1 0 0,-1 0 1 0 0,0 0-1 0 0,0 0 1 0 0,0-1-1 0 0,-1 1 1 0 0,1 0-1 0 0,0-1 1 0 0,0-1-1 0 0,3-2 17 0 0,0 0 0 0 0,-1-1 0 0 0,0 1 0 0 0,0-1 0 0 0,-1 0-1 0 0,1 0 1 0 0,-1 0 0 0 0,0 0 0 0 0,-1 0 0 0 0,0 0 0 0 0,0-1 0 0 0,0 1-1 0 0,0 0 1 0 0,-1-1 0 0 0,0 1 0 0 0,-1 0 0 0 0,0-1 0 0 0,0 1 0 0 0,0 0-1 0 0,0 0 1 0 0,-1-1 0 0 0,0 1 0 0 0,0 0 0 0 0,-1 1 0 0 0,0-1 0 0 0,-5-9-1 0 0,12 64 132 0 0,-2-44-190 0 0,21 70 476 0 0,-21-71-572 0 0,0 0-1 0 0,-1 0 1 0 0,2 0-1 0 0,-1 0 1 0 0,0 0 0 0 0,1 0-1 0 0,-1-1 1 0 0,1 1-1 0 0,0-1 1 0 0,0 0-1 0 0,1 0 1 0 0,-1 0-1 0 0,1 0 1 0 0,6 4-1 0 0,-9-7-124 0 0,0 0-1 0 0,0 0 1 0 0,0 1-1 0 0,0-1 1 0 0,0 0-1 0 0,-1 0 1 0 0,1-1-1 0 0,0 1 0 0 0,0 0 1 0 0,0 0-1 0 0,0 0 1 0 0,0-1-1 0 0,-1 1 1 0 0,1 0-1 0 0,0-1 1 0 0,0 1-1 0 0,0 0 0 0 0,-1-1 1 0 0,1 1-1 0 0,0-1 1 0 0,-1 0-1 0 0,1 1 1 0 0,0-1-1 0 0,-1 0 1 0 0,1 1-1 0 0,-1-1 0 0 0,1 0 1 0 0,-1 1-1 0 0,1-1 1 0 0,-1 0-1 0 0,1 0 1 0 0,-1 0-1 0 0,0 1 1 0 0,1-1-1 0 0,-1 0 0 0 0,0 0 1 0 0,0 0-1 0 0,0 0 1 0 0,0 0-1 0 0,0 0 1 0 0,0 1-1 0 0,0-1 1 0 0,0 0-1 0 0,0 0 0 0 0,0 0 1 0 0,0 0-1 0 0,-1-1 1 0 0,2-5-1570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6.40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13 4977 0 0,'0'4'4201'0'0,"0"-1"-2665"0"0,0 0-239 0 0,1 0-409 0 0,-1-1-288 0 0,2 0-256 0 0,0-1-112 0 0,0-1-152 0 0,2-1-64 0 0,-2-1-160 0 0,2 0-192 0 0,2-1-312 0 0,-1 0-400 0 0,1-2-561 0 0,-1 0-1015 0 0,-1-1-497 0 0,2 2-432 0 0</inkml:trace>
  <inkml:trace contextRef="#ctx0" brushRef="#br0" timeOffset="1">80 47 2873 0 0,'-2'2'695'0'0,"1"0"1"0"0,0 1 0 0 0,0-1 0 0 0,0 1-1 0 0,0-1 1 0 0,0 1 0 0 0,0-1 0 0 0,1 1 0 0 0,-1-1-1 0 0,1 6 1 0 0,3 34 1550 0 0,-2-35-2595 0 0,1 1 0 0 0,1 0 0 0 0,-1 0 0 0 0,1-1 0 0 0,0 0 1 0 0,1 1-1 0 0,6 9 0 0 0,1-8-4896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6.78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23 6769 0 0,'1'1'290'0'0,"-1"0"0"0"0,1 0-1 0 0,0 1 1 0 0,0-1-1 0 0,-1-1 1 0 0,1 1-1 0 0,0 0 1 0 0,0 0 0 0 0,0 0-1 0 0,0 0 1 0 0,0-1-1 0 0,0 1 1 0 0,0 0-1 0 0,0-1 1 0 0,0 1 0 0 0,1-1-1 0 0,-1 1 1 0 0,0-1-1 0 0,3 1 1 0 0,28-3 443 0 0,35-25-8596 0 0,-50 20 3879 0 0,-12 5 2681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7.17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11 0 3929 0 0,'-2'2'415'0'0,"1"-1"0"0"0,0 1 0 0 0,0 0 0 0 0,0-1 0 0 0,0 1 1 0 0,1 0-1 0 0,-1 0 0 0 0,0 0 0 0 0,1 0 0 0 0,-1 0 0 0 0,1-1 0 0 0,0 1 0 0 0,-1 0 1 0 0,1 0-1 0 0,0 0 0 0 0,1 3 0 0 0,1 41 1069 0 0,0-29-516 0 0,-2-6-644 0 0,4 46 310 0 0,-4-55-656 0 0,0 0 0 0 0,1 0 1 0 0,-1 0-1 0 0,0 0 0 0 0,1-1 0 0 0,-1 1 0 0 0,1 0 0 0 0,0 0 0 0 0,0 0 0 0 0,0-1 0 0 0,0 1 1 0 0,0 0-1 0 0,0-1 0 0 0,0 1 0 0 0,0-1 0 0 0,0 1 0 0 0,1-1 0 0 0,-1 0 0 0 0,1 0 0 0 0,-1 1 1 0 0,1-1-1 0 0,-1 0 0 0 0,4 1 0 0 0,-3-2-112 0 0,0 0 1 0 0,0 0-1 0 0,0 0 0 0 0,0 0 1 0 0,-1-1-1 0 0,1 1 1 0 0,0-1-1 0 0,0 1 0 0 0,0-1 1 0 0,0 0-1 0 0,-1 0 1 0 0,1 0-1 0 0,0 0 0 0 0,-1 0 1 0 0,1 0-1 0 0,-1 0 0 0 0,1 0 1 0 0,-1-1-1 0 0,3-2 1 0 0,23-30-8584 0 0,-24 31 6627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7.56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56 0 4249 0 0,'-4'2'510'0'0,"1"0"-1"0"0,0 0 1 0 0,1 0 0 0 0,-1 0 0 0 0,0 1-1 0 0,1-1 1 0 0,-1 1 0 0 0,1 0 0 0 0,0-1-1 0 0,-1 1 1 0 0,2 0 0 0 0,-1 0 0 0 0,-2 6-1 0 0,0-1-148 0 0,1 0-1 0 0,1 0 1 0 0,0 0-1 0 0,0 0 0 0 0,-1 12 1 0 0,1 7-258 0 0,2 0 1 0 0,4 42 0 0 0,-3-56-272 0 0,1-1 0 0 0,0 1 0 0 0,1-1 0 0 0,5 17 0 0 0,-7-26-147 0 0,1 0 0 0 0,-1 0 0 0 0,1 0 0 0 0,-1 0 0 0 0,1-1 0 0 0,0 1 0 0 0,0 0 0 0 0,0-1 0 0 0,5 5 0 0 0,-5-6-53 0 0,-1 0 0 0 0,1 0 1 0 0,0 0-1 0 0,-1 0 1 0 0,1-1-1 0 0,0 1 0 0 0,0 0 1 0 0,0-1-1 0 0,-1 1 0 0 0,1-1 1 0 0,0 0-1 0 0,0 0 0 0 0,0 1 1 0 0,0-1-1 0 0,0 0 0 0 0,0-1 1 0 0,0 1-1 0 0,2-1 0 0 0,8-1-1955 0 0</inkml:trace>
  <inkml:trace contextRef="#ctx0" brushRef="#br0" timeOffset="1">194 26 3281 0 0,'-5'10'752'0'0,"1"1"1"0"0,0 0 0 0 0,1 0-1 0 0,0 0 1 0 0,1 0 0 0 0,0 1 0 0 0,0 18-1 0 0,1-25-700 0 0,1 1-1 0 0,0 0 0 0 0,0-1 1 0 0,0 1-1 0 0,1-1 0 0 0,0 1 1 0 0,0 0-1 0 0,0-1 0 0 0,1 0 1 0 0,0 1-1 0 0,0-1 0 0 0,0 0 1 0 0,1 0-1 0 0,-1 0 0 0 0,1 0 1 0 0,1 0-1 0 0,3 5 0 0 0,-5-9-22 0 0,0 1 0 0 0,-1-1-1 0 0,1 0 1 0 0,0 0 0 0 0,-1 1-1 0 0,1-1 1 0 0,0 0 0 0 0,0-1-1 0 0,0 1 1 0 0,0 0 0 0 0,0-1-1 0 0,0 1 1 0 0,0-1 0 0 0,0 1-1 0 0,0-1 1 0 0,0 0 0 0 0,1 0-1 0 0,-1 0 1 0 0,0 0 0 0 0,0 0-1 0 0,0 0 1 0 0,3-2 0 0 0,-1 1 103 0 0,-1-1 0 0 0,0 1 0 0 0,0-1 0 0 0,0 0 0 0 0,0 0 0 0 0,0 0 0 0 0,-1 0 0 0 0,1-1 0 0 0,0 1 0 0 0,-1-1 0 0 0,0 1 0 0 0,4-6 0 0 0,-3 3 226 0 0,1-1-1 0 0,-1 0 0 0 0,0 0 0 0 0,0 0 0 0 0,0 0 0 0 0,-1 0 1 0 0,0-1-1 0 0,0 1 0 0 0,-1-1 0 0 0,0 1 0 0 0,0-1 0 0 0,0 1 1 0 0,-1-1-1 0 0,0-7 0 0 0,-1 9-275 0 0,0 0 0 0 0,-1 0 0 0 0,1 1 0 0 0,-1-1 0 0 0,0 1 0 0 0,-1-1 0 0 0,1 1 0 0 0,-1 0 0 0 0,1 0 0 0 0,-1 0 0 0 0,-1 0 0 0 0,1 1 0 0 0,0-1 0 0 0,-1 1 0 0 0,0-1 0 0 0,1 1 0 0 0,-1 1 0 0 0,-1-1-1 0 0,1 0 1 0 0,-7-2 0 0 0,9 4-249 0 0,0 1-1 0 0,-1-1 0 0 0,1 0 0 0 0,-1 1 0 0 0,1-1 0 0 0,-1 1 1 0 0,1 0-1 0 0,-1 0 0 0 0,1 0 0 0 0,-1 0 0 0 0,1 1 0 0 0,-1-1 0 0 0,1 1 1 0 0,-1-1-1 0 0,1 1 0 0 0,-4 2 0 0 0,3-2-396 0 0,0 1 1 0 0,0 0-1 0 0,0 0 1 0 0,0 1-1 0 0,1-1 0 0 0,-1 0 1 0 0,1 1-1 0 0,0 0 1 0 0,0 0-1 0 0,0-1 0 0 0,0 1 1 0 0,0 0-1 0 0,0 0 0 0 0,-1 7 1 0 0,0-1-2509 0 0,2 0-734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7.96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 5777 0 0,'8'38'10196'0'0,"1"-14"-9636"0"0,24 44 0 0 0,-32-66-408 0 0,2 3-264 0 0,24 41 319 0 0,-25-43-461 0 0,0 0 1 0 0,0-1-1 0 0,0 1 0 0 0,0-1 0 0 0,0 0 0 0 0,0 1 1 0 0,1-1-1 0 0,-1 0 0 0 0,1 0 0 0 0,0-1 0 0 0,-1 1 1 0 0,1 0-1 0 0,4 1 0 0 0,-7-3 36 0 0,0-1 0 0 0,1 1-1 0 0,-1 0 1 0 0,1 0 0 0 0,-1 0 0 0 0,0-1 0 0 0,1 1-1 0 0,-1 0 1 0 0,0 0 0 0 0,0-1 0 0 0,1 1 0 0 0,-1 0-1 0 0,0-1 1 0 0,1 1 0 0 0,-1 0 0 0 0,0-1 0 0 0,0 1-1 0 0,0 0 1 0 0,0-1 0 0 0,1 1 0 0 0,-1 0 0 0 0,0-1-1 0 0,0 1 1 0 0,0-1 0 0 0,0 1 0 0 0,0 0 0 0 0,0-1-1 0 0,0 1 1 0 0,0-1 0 0 0,0 1 0 0 0,0 0 0 0 0,0-1-1 0 0,0 1 1 0 0,0-1 0 0 0,0 0-494 0 0,0-7-3182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8.30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4 2769 0 0,'4'-1'535'0'0,"-1"0"1"0"0,1 1 0 0 0,0-1-1 0 0,-1 1 1 0 0,1 0 0 0 0,0 0 0 0 0,-1 0-1 0 0,1 0 1 0 0,0 0 0 0 0,-1 1 0 0 0,1 0-1 0 0,0 0 1 0 0,-1 0 0 0 0,1 0-1 0 0,-1 0 1 0 0,0 1 0 0 0,1-1 0 0 0,-1 1-1 0 0,0 0 1 0 0,0 0 0 0 0,4 3-1 0 0,-4-1-281 0 0,0 0-1 0 0,0 1 0 0 0,0-1 1 0 0,0 1-1 0 0,-1-1 0 0 0,0 1 0 0 0,0 0 1 0 0,0 0-1 0 0,0 0 0 0 0,-1 0 1 0 0,0 0-1 0 0,0 0 0 0 0,1 7 0 0 0,-1 7-727 0 0,-1-1 0 0 0,-1 1-1 0 0,0 0 1 0 0,-1 0 0 0 0,-1-1-1 0 0,-1 1 1 0 0,-7 19 0 0 0,0-10-5215 0 0,6-16 153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9.22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32 18 3217 0 0,'-1'0'170'0'0,"0"0"0"0"0,0-1 0 0 0,0 1 1 0 0,1 0-1 0 0,-1 0 0 0 0,0 0 0 0 0,0 0 1 0 0,0 0-1 0 0,0 0 0 0 0,1 0 0 0 0,-1 0 1 0 0,0 1-1 0 0,0-1 0 0 0,0 0 0 0 0,0 0 1 0 0,1 1-1 0 0,-1-1 0 0 0,0 0 0 0 0,0 1 1 0 0,1-1-1 0 0,-1 1 0 0 0,0-1 0 0 0,1 1 1 0 0,-1-1-1 0 0,0 1 0 0 0,1 0 0 0 0,-1-1 1 0 0,1 1-1 0 0,-1 1 0 0 0,-8 28 996 0 0,12 34-753 0 0,-3-63-396 0 0,0 1 0 0 0,0 0 0 0 0,0-1 0 0 0,0 1 0 0 0,0-1 0 0 0,0 1 0 0 0,1-1 0 0 0,-1 0 0 0 0,0 1 0 0 0,1-1 0 0 0,-1 1 0 0 0,1-1 0 0 0,0 1 0 0 0,-1-1 0 0 0,1 0 0 0 0,0 0 0 0 0,0 1 0 0 0,0-1 0 0 0,0 0 0 0 0,0 0 0 0 0,0 0 1 0 0,2 1-1 0 0,-2-2-18 0 0,0-1 0 0 0,0 1 0 0 0,0-1 0 0 0,0 1 0 0 0,0-1 0 0 0,0 1 0 0 0,0-1 1 0 0,0 0-1 0 0,0 1 0 0 0,-1-1 0 0 0,1 0 0 0 0,0 0 0 0 0,0 1 0 0 0,-1-1 1 0 0,1 0-1 0 0,0 0 0 0 0,-1 0 0 0 0,1 0 0 0 0,-1 0 0 0 0,1 0 0 0 0,0-1 1 0 0,5-11-64 0 0,0 0-1 0 0,-1-1 1 0 0,4-17 0 0 0,-6 38 128 0 0,-1 0 0 0 0,1 0 0 0 0,1-1-1 0 0,-1 1 1 0 0,1-1 0 0 0,1 1 0 0 0,-1-1-1 0 0,1-1 1 0 0,0 1 0 0 0,0-1 0 0 0,0 0-1 0 0,1 0 1 0 0,0 0 0 0 0,8 4 0 0 0,-12-8 44 0 0,0 0 1 0 0,1 0 0 0 0,-1-1 0 0 0,0 1-1 0 0,1-1 1 0 0,-1 0 0 0 0,0 0 0 0 0,1 0-1 0 0,-1 0 1 0 0,1 0 0 0 0,-1 0-1 0 0,0 0 1 0 0,1-1 0 0 0,-1 1 0 0 0,0-1-1 0 0,1 0 1 0 0,-1 0 0 0 0,0 0 0 0 0,0 0-1 0 0,0 0 1 0 0,0 0 0 0 0,0-1-1 0 0,0 1 1 0 0,0 0 0 0 0,0-1 0 0 0,-1 0-1 0 0,1 1 1 0 0,0-1 0 0 0,-1 0 0 0 0,1 0-1 0 0,-1 0 1 0 0,0 0 0 0 0,0 0 0 0 0,0 0-1 0 0,0 0 1 0 0,0-1 0 0 0,0 1-1 0 0,0 0 1 0 0,0-5 0 0 0,0 3-50 0 0,-1-1 0 0 0,1 0-1 0 0,-1 1 1 0 0,0-1 0 0 0,0 1 0 0 0,0-1-1 0 0,0 0 1 0 0,-1 1 0 0 0,0-1 0 0 0,0 1 0 0 0,0-1-1 0 0,-1 1 1 0 0,1-1 0 0 0,-1 1 0 0 0,0 0 0 0 0,0 0-1 0 0,-1 0 1 0 0,1 0 0 0 0,-7-7 0 0 0,-13-6-1312 0 0,9 15-2026 0 0,7 14-4389 0 0,7-8 4503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29.65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61 1 5513 0 0,'-23'36'7558'0'0,"0"8"-4912"0"0,21-40-2615 0 0,0 1 0 0 0,0 0 0 0 0,0-1-1 0 0,0 1 1 0 0,1 0 0 0 0,0 0 0 0 0,0 0 0 0 0,1 1 0 0 0,-1-1 0 0 0,1 0 0 0 0,0 0 0 0 0,0 0 0 0 0,1 0 0 0 0,-1 0 0 0 0,3 8-1 0 0,-3-12-36 0 0,1-1 0 0 0,-1 1 0 0 0,0 0 0 0 0,0-1 0 0 0,0 1 0 0 0,1-1 0 0 0,-1 1 0 0 0,0-1 0 0 0,0 1-1 0 0,1-1 1 0 0,-1 1 0 0 0,1-1 0 0 0,-1 0 0 0 0,0 1 0 0 0,1-1 0 0 0,-1 1 0 0 0,1-1 0 0 0,-1 0 0 0 0,1 1-1 0 0,-1-1 1 0 0,1 0 0 0 0,-1 0 0 0 0,1 1 0 0 0,-1-1 0 0 0,1 0 0 0 0,-1 0 0 0 0,1 0 0 0 0,0 0 0 0 0,-1 0-1 0 0,1 0 1 0 0,-1 0 0 0 0,1 0 0 0 0,0 0 0 0 0,-1 0 0 0 0,1 0 0 0 0,20-15-68 0 0,8-30-11 0 0,-26 38 54 0 0,-1 0 1 0 0,-1-1 0 0 0,1 1 0 0 0,-1-1-1 0 0,0-13 1 0 0,-1 17 23 0 0,0 1 1 0 0,0 0-1 0 0,-1-1 1 0 0,1 1-1 0 0,-1 0 1 0 0,0-1-1 0 0,1 1 0 0 0,-2 0 1 0 0,1 0-1 0 0,0 0 1 0 0,-1 0-1 0 0,1 0 1 0 0,-1 0-1 0 0,0 0 1 0 0,-3-4-1 0 0,20 58 226 0 0,16 7-49 0 0,-30-55-412 0 0,1 0 0 0 0,0 0 1 0 0,0 0-1 0 0,0 0 1 0 0,1-1-1 0 0,-1 1 1 0 0,0-1-1 0 0,1 0 0 0 0,0 0 1 0 0,0 0-1 0 0,-1 0 1 0 0,1 0-1 0 0,0 0 1 0 0,0-1-1 0 0,1 0 0 0 0,5 2 1 0 0,-8-3-33 0 0,0 0 0 0 0,-1 0 0 0 0,1 0 0 0 0,0 0 0 0 0,0-1 0 0 0,-1 1 0 0 0,1 0 0 0 0,0-1 0 0 0,0 1 0 0 0,-1 0 0 0 0,1-1 0 0 0,0 1 0 0 0,-1-1 0 0 0,1 1 0 0 0,-1-1 0 0 0,1 0 0 0 0,-1 1 1 0 0,1-1-1 0 0,-1 0 0 0 0,1 1 0 0 0,-1-1 0 0 0,0 0 0 0 0,1 1 0 0 0,-1-1 0 0 0,0 0 0 0 0,1 0 0 0 0,-1 1 0 0 0,0-1 0 0 0,0 0 0 0 0,0 0 0 0 0,0 1 0 0 0,0-1 0 0 0,0 0 0 0 0,0-1 0 0 0,1-7-1725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30.05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 1 5553 0 0,'-1'2'3073'0'0,"-1"3"-849"0"0,1 0-599 0 0,-1-1-353 0 0,2 0-344 0 0,0-1-312 0 0,2-1-272 0 0,-1 0-192 0 0,0-1-96 0 0,2 0-152 0 0,1-1-248 0 0,0 0-328 0 0,1-1-448 0 0,1-2-512 0 0,0 0-745 0 0,-1-1-968 0 0,2 0-1120 0 0</inkml:trace>
  <inkml:trace contextRef="#ctx0" brushRef="#br0" timeOffset="1">88 63 4465 0 0,'-7'39'6631'0'0,"8"4"-4002"0"0,0-34-3000 0 0,0-1-1 0 0,0 1 0 0 0,1-1 1 0 0,0 0-1 0 0,1 0 0 0 0,0 0 0 0 0,6 13 1 0 0,-4-14-2483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30.43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92 5745 0 0,'0'1'154'0'0,"0"-1"-1"0"0,0 0 1 0 0,0 1-1 0 0,0-1 1 0 0,0 0-1 0 0,0 0 0 0 0,1 1 1 0 0,-1-1-1 0 0,0 0 1 0 0,0 0-1 0 0,0 1 1 0 0,0-1-1 0 0,0 0 1 0 0,1 0-1 0 0,-1 1 1 0 0,0-1-1 0 0,0 0 0 0 0,0 0 1 0 0,1 0-1 0 0,-1 1 1 0 0,0-1-1 0 0,0 0 1 0 0,1 0-1 0 0,-1 0 1 0 0,0 0-1 0 0,1 0 1 0 0,-1 1-1 0 0,0-1 0 0 0,0 0 1 0 0,1 0-1 0 0,-1 0 1 0 0,0 0-1 0 0,1 0 1 0 0,-1 0-1 0 0,18-2 1197 0 0,16-9-2385 0 0,-32 11 1257 0 0,32-13-2822 0 0,-1-3-4123 0 0,-27 13 4865 0 0</inkml:trace>
  <inkml:trace contextRef="#ctx0" brushRef="#br0" timeOffset="1">75 1 3273 0 0,'-1'1'387'0'0,"0"0"0"0"0,0 1 0 0 0,0-1 0 0 0,1 1 0 0 0,-1-1 1 0 0,0 1-1 0 0,1-1 0 0 0,-1 1 0 0 0,1-1 0 0 0,0 1 0 0 0,-1 0 0 0 0,1-1 0 0 0,0 1 1 0 0,0-1-1 0 0,0 1 0 0 0,0 0 0 0 0,0-1 0 0 0,1 3 0 0 0,5 38 486 0 0,-3-27-243 0 0,-1 7-420 0 0,3 32 151 0 0,-4-51-505 0 0,-1 0 1 0 0,1 0-1 0 0,0 0 0 0 0,0 0 1 0 0,0 0-1 0 0,0 0 1 0 0,1-1-1 0 0,-1 1 0 0 0,1 0 1 0 0,-1-1-1 0 0,1 1 1 0 0,0-1-1 0 0,3 4 1 0 0,-4-6 89 0 0,0 0 1 0 0,-1 1 0 0 0,1-1 0 0 0,0 0 0 0 0,0 0 0 0 0,0 1 0 0 0,0-1-1 0 0,0 0 1 0 0,0 0 0 0 0,-1 0 0 0 0,1 0 0 0 0,0 0 0 0 0,0 0-1 0 0,0 0 1 0 0,0-1 0 0 0,0 1 0 0 0,0 0 0 0 0,-1 0 0 0 0,1-1-1 0 0,0 1 1 0 0,0 0 0 0 0,0-1 0 0 0,-1 1 0 0 0,1-1 0 0 0,0 1 0 0 0,-1-1-1 0 0,1 1 1 0 0,0-1 0 0 0,-1 0 0 0 0,1 1 0 0 0,0-1 0 0 0,-1 0-1 0 0,1 0 1 0 0,21-30-3847 0 0,-17 24 1012 0 0,-1 2 1032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30.96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70 2 8706 0 0,'-1'-1'260'0'0,"0"1"0"0"0,0 0 0 0 0,0 0 0 0 0,0 0 0 0 0,0 0 0 0 0,0 0 1 0 0,0 0-1 0 0,0 0 0 0 0,0 0 0 0 0,0 0 0 0 0,0 0 0 0 0,1 1 0 0 0,-1-1 0 0 0,0 0 0 0 0,0 1 0 0 0,0-1 0 0 0,0 1 1 0 0,0-1-1 0 0,0 1 0 0 0,1-1 0 0 0,-2 2 0 0 0,-15 21 1451 0 0,-3 33-1977 0 0,19-49 647 0 0,-2 4-389 0 0,0 0 0 0 0,1 1 0 0 0,1 0-1 0 0,0-1 1 0 0,1 1 0 0 0,0 0 0 0 0,0 0-1 0 0,5 21 1 0 0,-4-27-328 0 0,1-1 1 0 0,0 1-1 0 0,0-1 0 0 0,0 1 0 0 0,0-1 1 0 0,1 0-1 0 0,0 0 0 0 0,6 8 0 0 0,-6-10-330 0 0,0 0 1 0 0,0 0-1 0 0,-1-1 0 0 0,2 1 0 0 0,-1-1 0 0 0,0 0 1 0 0,0 0-1 0 0,1 0 0 0 0,-1 0 0 0 0,1 0 0 0 0,0-1 0 0 0,0 0 1 0 0,7 2-1 0 0,2 0-2179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31.39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86 1 5761 0 0,'-2'0'614'0'0,"0"0"-1"0"0,0-1 0 0 0,0 1 0 0 0,0 0 1 0 0,1 1-1 0 0,-1-1 0 0 0,0 0 0 0 0,0 0 1 0 0,0 1-1 0 0,0-1 0 0 0,1 1 1 0 0,-4 1-1 0 0,1 0-410 0 0,0 0 1 0 0,0 0-1 0 0,0 1 1 0 0,0 0-1 0 0,0 0 0 0 0,0 0 1 0 0,1 0-1 0 0,-5 6 1 0 0,6-8-265 0 0,0 1-1 0 0,1-1 1 0 0,-1 1 0 0 0,1 0 0 0 0,0-1 0 0 0,-1 1 0 0 0,1 0 0 0 0,0 0-1 0 0,0 0 1 0 0,0 0 0 0 0,0 0 0 0 0,0 0 0 0 0,1 0 0 0 0,-1 0 0 0 0,1 0-1 0 0,-1 0 1 0 0,1 1 0 0 0,0-1 0 0 0,0 0 0 0 0,0 0 0 0 0,0 0-1 0 0,0 1 1 0 0,0-1 0 0 0,1 0 0 0 0,-1 0 0 0 0,1 0 0 0 0,-1 0 0 0 0,1 0-1 0 0,0 0 1 0 0,0 0 0 0 0,0 0 0 0 0,1 2 0 0 0,3-1 76 0 0,-1 0 0 0 0,0 0 0 0 0,1-1 0 0 0,-1 1 0 0 0,1-1 0 0 0,0 0 0 0 0,-1-1 1 0 0,1 1-1 0 0,8 1 0 0 0,-7-2 101 0 0,0 0 0 0 0,0 1 1 0 0,-1 0-1 0 0,1 0 1 0 0,-1 0-1 0 0,0 1 0 0 0,6 3 1 0 0,-9-4-27 0 0,-1-1 1 0 0,1 1-1 0 0,-1-1 1 0 0,1 1 0 0 0,-1 0-1 0 0,0 0 1 0 0,0 0-1 0 0,0-1 1 0 0,0 1-1 0 0,0 0 1 0 0,0 0 0 0 0,0 1-1 0 0,-1-1 1 0 0,1 0-1 0 0,-1 0 1 0 0,0 0-1 0 0,1 0 1 0 0,-1 0 0 0 0,0 1-1 0 0,0-1 1 0 0,0 0-1 0 0,-1 0 1 0 0,1 0-1 0 0,-1 3 1 0 0,0-1-109 0 0,-1 0 0 0 0,1-1 0 0 0,-1 1 0 0 0,0-1 1 0 0,0 1-1 0 0,0-1 0 0 0,0 0 0 0 0,-1 0 0 0 0,1 0 0 0 0,-1 0 0 0 0,0 0 0 0 0,1 0 1 0 0,-1-1-1 0 0,-1 1 0 0 0,1-1 0 0 0,0 0 0 0 0,-7 3 0 0 0,-14 3-3532 0 0,1-10-3835 0 0,17-1 3373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31.76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0 7274 0 0,'63'24'8628'0'0,"-55"-20"-8236"0"0,-1 0 0 0 0,0 1 0 0 0,0-1 0 0 0,0 1 0 0 0,7 7 0 0 0,-9-6-364 0 0,0-1 1 0 0,-1 1-1 0 0,1 0 1 0 0,-1 1-1 0 0,0-1 1 0 0,-1 1-1 0 0,1-1 1 0 0,-1 1-1 0 0,-1 0 1 0 0,1 0-1 0 0,-1 1 0 0 0,-1-1 1 0 0,1 0-1 0 0,-1 1 1 0 0,0 8-1 0 0,0 2-427 0 0,-2 0 0 0 0,0 0 0 0 0,-1 0-1 0 0,-8 30 1 0 0,2-8-7085 0 0,7-28 2200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19.2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3801 0 0,'7'9'7419'0'0,"5"6"-4204"0"0,46 56-2092 0 0,-15-23-340 0 0,-5-3-2123 0 0,-11-19-6294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19.7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327 1 3993 0 0,'-10'0'11582'0'0,"10"0"-11336"0"0,-26 15 3065 0 0,-25 20-2676 0 0,-105 109-217 0 0,77-68-1231 0 0,74-69-467 0 0,21-10-9533 0 0,-8-2 6055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15.4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 36 6241 0 0,'-3'-2'1918'0'0,"2"0"-1431"0"0,-1 1 1 0 0,0 0-1 0 0,1-1 1 0 0,-1 1-1 0 0,1-1 1 0 0,-1 0-1 0 0,1 0 1 0 0,0 1-1 0 0,-1-1 1 0 0,1 0-1 0 0,0 0 1 0 0,1 0-1 0 0,-1 0 1 0 0,0 0-1 0 0,0 0 1 0 0,0-3-1 0 0,33 40 2330 0 0,105 103-1597 0 0,3 4-901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15.8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343 2 3161 0 0,'-16'-2'9471'0'0,"-4"11"-5457"0"0,-19 19-2923 0 0,31-22-267 0 0,-22 20-621 0 0,1 2 0 0 0,2 0-1 0 0,1 1 1 0 0,-34 51-1 0 0,-23 25-2939 0 0,79-98 1589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21.3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2521 0 0,'7'18'6654'0'0,"6"19"-4260"0"0,35 90-1927 0 0,-37-105-361 0 0,-7-16-35 0 0,-1 0 0 0 0,1 0 0 0 0,-1 1 0 0 0,0 0 0 0 0,-1-1 0 0 0,0 1 0 0 0,0 0 0 0 0,0 0 0 0 0,0 13 0 0 0,-26-62 803 0 0,23 35-875 0 0,0 1 0 0 0,0 0 0 0 0,0 0 0 0 0,1-1 0 0 0,0 1 0 0 0,0 0 0 0 0,2-10 0 0 0,-2 14 20 0 0,0 1-1 0 0,0 0 0 0 0,0 0 1 0 0,0-1-1 0 0,0 1 1 0 0,0 0-1 0 0,1 0 1 0 0,-1 0-1 0 0,0-1 1 0 0,1 1-1 0 0,-1 0 1 0 0,1 0-1 0 0,-1 0 1 0 0,1 0-1 0 0,0 0 1 0 0,-1 0-1 0 0,1 0 1 0 0,0 0-1 0 0,0 0 1 0 0,0 0-1 0 0,0 0 1 0 0,0 1-1 0 0,-1-1 1 0 0,1 0-1 0 0,1 0 1 0 0,-1 1-1 0 0,0-1 1 0 0,0 1-1 0 0,0-1 1 0 0,0 1-1 0 0,0-1 1 0 0,0 1-1 0 0,1 0 1 0 0,-1 0-1 0 0,0 0 1 0 0,0-1-1 0 0,1 1 1 0 0,-1 0-1 0 0,0 0 1 0 0,0 1-1 0 0,0-1 1 0 0,1 0-1 0 0,-1 0 0 0 0,0 0 1 0 0,2 2-1 0 0,-1-1 35 0 0,0 1-1 0 0,0 0 1 0 0,0-1-1 0 0,0 1 1 0 0,0 0-1 0 0,0 1 1 0 0,-1-1-1 0 0,1 0 1 0 0,-1 0-1 0 0,1 1 1 0 0,-1-1-1 0 0,0 1 1 0 0,0-1-1 0 0,0 1 1 0 0,-1-1-1 0 0,1 1 1 0 0,0 0-1 0 0,-1-1 1 0 0,0 1-1 0 0,1 0 1 0 0,-1 3-1 0 0,-1 58-1276 0 0,-1-55-1211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21.7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1 8146 0 0,'-3'19'4388'0'0,"13"22"-4071"0"0,-8-32 56 0 0,3 9-559 0 0,3 19 394 0 0,16 39 0 0 0,-20-65-1195 0 0,1-1 0 0 0,0 1 0 0 0,1-1 0 0 0,10 14 0 0 0,-7-15-3665 0 0,-5-6 1705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22.2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0 2176 0 0,'-7'19'5159'0'0,"6"22"-3191"0"0,1-39-1955 0 0,0 0 0 0 0,0 0 0 0 0,1 0 1 0 0,-1 0-1 0 0,0 0 0 0 0,1 0 0 0 0,-1 0 1 0 0,1 0-1 0 0,-1 0 0 0 0,1 0 0 0 0,0 0 1 0 0,0 0-1 0 0,0 0 0 0 0,0-1 1 0 0,0 1-1 0 0,0 0 0 0 0,1-1 0 0 0,-1 1 1 0 0,1-1-1 0 0,-1 1 0 0 0,1-1 0 0 0,-1 0 1 0 0,1 1-1 0 0,0-1 0 0 0,3 2 0 0 0,-4-3 55 0 0,1 0-1 0 0,-1 0 1 0 0,1 0-1 0 0,-1 0 0 0 0,0 0 1 0 0,1-1-1 0 0,-1 1 0 0 0,0 0 1 0 0,1-1-1 0 0,-1 1 1 0 0,0 0-1 0 0,0-1 0 0 0,1 0 1 0 0,-1 1-1 0 0,0-1 0 0 0,0 0 1 0 0,0 0-1 0 0,0 1 1 0 0,0-1-1 0 0,0 0 0 0 0,0 0 1 0 0,0 0-1 0 0,0 0 0 0 0,0 0 1 0 0,-1-1-1 0 0,1 1 1 0 0,0 0-1 0 0,0-2 0 0 0,0 1 139 0 0,0-1 0 0 0,0-1 0 0 0,0 1 0 0 0,0 0 1 0 0,-1 0-1 0 0,1 0 0 0 0,-1 0 0 0 0,0-1 0 0 0,0 1 0 0 0,0 0 0 0 0,-1-6 0 0 0,1 7-168 0 0,-1 0 0 0 0,1 0-1 0 0,0 1 1 0 0,-1-1 0 0 0,1 0 0 0 0,-1 0 0 0 0,0 1 0 0 0,0-1 0 0 0,1 1 0 0 0,-1-1 0 0 0,0 1 0 0 0,-1-1 0 0 0,1 1 0 0 0,0-1-1 0 0,0 1 1 0 0,0 0 0 0 0,-1 0 0 0 0,1 0 0 0 0,-3-2 0 0 0,2 2-161 0 0,0 1 1 0 0,0 0-1 0 0,1 0 1 0 0,-1 0-1 0 0,0 0 0 0 0,0 0 1 0 0,1 0-1 0 0,-1 0 0 0 0,0 0 1 0 0,1 1-1 0 0,-1-1 1 0 0,0 1-1 0 0,1-1 0 0 0,-1 1 1 0 0,0 0-1 0 0,1 0 0 0 0,-1 0 1 0 0,1-1-1 0 0,-1 2 1 0 0,1-1-1 0 0,0 0 0 0 0,-1 0 1 0 0,1 0-1 0 0,0 0 0 0 0,-2 3 1 0 0,-7 7-6890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22.5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26 136 5889 0 0,'-14'14'4823'0'0,"5"11"-3758"0"0,7 23-1216 0 0,2-46 161 0 0,0 0 0 0 0,0 0 0 0 0,1-1 0 0 0,-1 1 0 0 0,1 0 0 0 0,-1-1-1 0 0,1 1 1 0 0,0-1 0 0 0,0 1 0 0 0,-1-1 0 0 0,1 1 0 0 0,0-1 0 0 0,0 1-1 0 0,1-1 1 0 0,-1 0 0 0 0,0 0 0 0 0,0 1 0 0 0,1-1 0 0 0,-1 0 0 0 0,0 0-1 0 0,1 0 1 0 0,-1-1 0 0 0,1 1 0 0 0,-1 0 0 0 0,1 0 0 0 0,0-1 0 0 0,-1 1-1 0 0,1-1 1 0 0,0 1 0 0 0,-1-1 0 0 0,1 0 0 0 0,0 0 0 0 0,0 0 0 0 0,-1 0-1 0 0,1 0 1 0 0,0 0 0 0 0,0 0 0 0 0,-1-1 0 0 0,1 1 0 0 0,0 0 0 0 0,-1-1-1 0 0,1 0 1 0 0,-1 1 0 0 0,1-1 0 0 0,0 0 0 0 0,1-1 0 0 0,1 0-171 0 0,-1 0 1 0 0,0 0 0 0 0,1 0-1 0 0,-1 0 1 0 0,0-1 0 0 0,0 1-1 0 0,0-1 1 0 0,0 0 0 0 0,3-4 0 0 0,-5 6-341 0 0,0-1 1 0 0,1 0-1 0 0,-1 0 1 0 0,0 0-1 0 0,0 0 1 0 0,0 0-1 0 0,-1 0 1 0 0,1 0 0 0 0,0 0-1 0 0,-1 0 1 0 0,1 0-1 0 0,-1 0 1 0 0,0 0-1 0 0,0 0 1 0 0,0-1 0 0 0,0-3-1 0 0,-1 0-1254 0 0</inkml:trace>
  <inkml:trace contextRef="#ctx0" brushRef="#br0" timeOffset="1">78 1 3313 0 0,'1'10'7773'0'0,"5"31"-6340"0"0,-3-23-1450 0 0,19 82 1516 0 0,-2-53-2920 0 0,8-9-3907 0 0,-21-33 1329 0 0,-3-5 1482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23.0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 96 5841 0 0,'-19'17'4866'0'0,"13"-12"-4740"0"0,0 1 0 0 0,0 1 0 0 0,1-1 0 0 0,0 1 0 0 0,-8 13-1 0 0,13-19-88 0 0,1 0-1 0 0,-1 0 1 0 0,0 0-1 0 0,0-1 0 0 0,1 1 1 0 0,-1 0-1 0 0,0 0 1 0 0,1 0-1 0 0,-1-1 0 0 0,1 1 1 0 0,-1 0-1 0 0,1-1 1 0 0,-1 1-1 0 0,1 0 0 0 0,0-1 1 0 0,-1 1-1 0 0,1-1 1 0 0,0 1-1 0 0,0-1 0 0 0,-1 1 1 0 0,1-1-1 0 0,0 1 1 0 0,0-1-1 0 0,0 0 0 0 0,-1 1 1 0 0,1-1-1 0 0,0 0 1 0 0,0 0-1 0 0,0 0 0 0 0,0 0 1 0 0,0 0-1 0 0,-1 0 1 0 0,1 0-1 0 0,2 0 0 0 0,37 5 823 0 0,-37-4-790 0 0,10 0-314 0 0,10 1 13 0 0,-8-3-9166 0 0</inkml:trace>
  <inkml:trace contextRef="#ctx0" brushRef="#br0" timeOffset="1">120 1 7154 0 0,'0'9'6115'0'0,"5"28"-5506"0"0,-4-31-1092 0 0,13 55 1495 0 0,-6-43-4296 0 0,4-3-5138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23.4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7658 0 0,'1'4'7311'0'0,"-1"0"-7001"0"0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09.11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141 95 2969 0 0,'-21'-35'9563'0'0,"-9"-3"-6285"0"0,29 37-3234 0 0,-1-1 1 0 0,1 0-1 0 0,-1 1 0 0 0,0-1 1 0 0,1 0-1 0 0,-1 1 1 0 0,0 0-1 0 0,0-1 0 0 0,0 1 1 0 0,1 0-1 0 0,-1 0 1 0 0,-1 0-1 0 0,1 0 0 0 0,0 1 1 0 0,0-1-1 0 0,0 1 1 0 0,0-1-1 0 0,-1 1 0 0 0,1-1 1 0 0,0 1-1 0 0,0 0 1 0 0,0 0-1 0 0,-1 0 0 0 0,1 1 1 0 0,0-1-1 0 0,0 0 1 0 0,-1 1-1 0 0,1 0 0 0 0,0-1 1 0 0,0 1-1 0 0,0 0 1 0 0,0 0-1 0 0,0 0 0 0 0,0 0 1 0 0,0 0-1 0 0,0 1 1 0 0,-1 1-1 0 0,2-2-49 0 0,0 0 0 0 0,0-1 0 0 0,0 1-1 0 0,0 1 1 0 0,0-1 0 0 0,0 0 0 0 0,0 0 0 0 0,1 0-1 0 0,-1 0 1 0 0,1 1 0 0 0,-1-1 0 0 0,0 0 0 0 0,1 0 0 0 0,0 1-1 0 0,-1-1 1 0 0,1 0 0 0 0,0 1 0 0 0,0-1 0 0 0,0 1 0 0 0,0-1-1 0 0,0 0 1 0 0,0 1 0 0 0,0-1 0 0 0,0 0 0 0 0,1 1 0 0 0,-1-1-1 0 0,0 0 1 0 0,1 1 0 0 0,-1-1 0 0 0,1 0 0 0 0,0 0-1 0 0,-1 1 1 0 0,1-1 0 0 0,0 0 0 0 0,0 0 0 0 0,0 1 0 0 0,6 6-27 0 0,0-1 1 0 0,0 0 0 0 0,0-1 0 0 0,12 8 0 0 0,8 8 106 0 0,-22-14 16 0 0,0-1 0 0 0,0 0 0 0 0,-1 1-1 0 0,0 0 1 0 0,0 0 0 0 0,-1 0 0 0 0,0 0 0 0 0,0 1 0 0 0,1 10-1 0 0,-3-15-55 0 0,0 0 0 0 0,0 0 0 0 0,-1 1 0 0 0,0-1 0 0 0,1 0 0 0 0,-2 1-1 0 0,1-1 1 0 0,0 0 0 0 0,-1 0 0 0 0,0 1 0 0 0,0-1 0 0 0,0 0 0 0 0,0 0-1 0 0,-1 0 1 0 0,1 0 0 0 0,-1 0 0 0 0,0 0 0 0 0,0 0 0 0 0,-1-1 0 0 0,-4 6-1 0 0,6-8-67 0 0,1 0-1 0 0,-1-1 0 0 0,1 1 1 0 0,-1-1-1 0 0,0 1 0 0 0,1-1 0 0 0,-1 1 1 0 0,0-1-1 0 0,1 0 0 0 0,-1 1 1 0 0,0-1-1 0 0,0 0 0 0 0,1 1 1 0 0,-1-1-1 0 0,0 0 0 0 0,0 0 0 0 0,0 0 1 0 0,1 0-1 0 0,-1 0 0 0 0,0 0 1 0 0,0 0-1 0 0,0 0 0 0 0,1 0 1 0 0,-1 0-1 0 0,0 0 0 0 0,0 0 0 0 0,0-1 1 0 0,1 1-1 0 0,-1 0 0 0 0,0-1 1 0 0,0 0-1 0 0,-1 0-135 0 0,0-1 0 0 0,0 0 0 0 0,0 0 0 0 0,0 0 0 0 0,0 0 0 0 0,1 0 0 0 0,-1 0 0 0 0,1 0 0 0 0,0 0 0 0 0,-2-3 0 0 0,0-2-1165 0 0,0 1 0 0 0,1-1-1 0 0,0 0 1 0 0,0 1 0 0 0,0-1-1 0 0,-1-14 1 0 0,5 11-2096 0 0,-1 0 696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09.49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 7466 0 0,'1'3'5217'0'0,"0"-3"-4873"0"0,0 1-184 0 0,0 0-80 0 0,2 0-40 0 0,-1 0-80 0 0,1 0-184 0 0,1 1-304 0 0,-1-1-473 0 0,1 0-767 0 0,0-1-1193 0 0,4 5-1375 0 0</inkml:trace>
  <inkml:trace contextRef="#ctx0" brushRef="#br0" timeOffset="1">79 177 3745 0 0,'0'8'2752'0'0,"1"1"-951"0"0,1 2-521 0 0,0-1-496 0 0,-1-2-232 0 0,1 0-240 0 0,-1 0-120 0 0,2-2-88 0 0,-1-1-152 0 0,0-1-160 0 0,1 0-272 0 0,0 0-392 0 0,0-1-448 0 0,0-2-345 0 0,0 0-479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0.00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47 6 3169 0 0,'-1'-1'304'0'0,"1"1"0"0"0,-1-1 1 0 0,1 1-1 0 0,-1 0 0 0 0,1-1 1 0 0,-1 1-1 0 0,1 0 0 0 0,-1-1 1 0 0,0 1-1 0 0,1 0 0 0 0,-1 0 0 0 0,0-1 1 0 0,1 1-1 0 0,-1 0 0 0 0,0 0 1 0 0,1 0-1 0 0,-1 0 0 0 0,1 0 1 0 0,-1 0-1 0 0,0 0 0 0 0,1 0 1 0 0,-1 0-1 0 0,0 0 0 0 0,1 0 1 0 0,-1 1-1 0 0,0-1 0 0 0,1 0 0 0 0,-1 0 1 0 0,0 1-1 0 0,1-1 0 0 0,-1 0 1 0 0,1 1-1 0 0,-1 0 0 0 0,-14 23 2068 0 0,5 34-2338 0 0,10-54-24 0 0,0 1 0 0 0,0-1 0 0 0,1 1 0 0 0,-1-1 0 0 0,1 1 1 0 0,0-1-1 0 0,1 1 0 0 0,-1-1 0 0 0,1 1 0 0 0,2 3 0 0 0,-4-7-16 0 0,1 0-1 0 0,-1-1 0 0 0,0 1 0 0 0,1 0 1 0 0,-1-1-1 0 0,1 1 0 0 0,-1-1 1 0 0,1 1-1 0 0,0-1 0 0 0,-1 1 1 0 0,1-1-1 0 0,0 0 0 0 0,-1 1 1 0 0,1-1-1 0 0,0 0 0 0 0,-1 1 1 0 0,1-1-1 0 0,0 0 0 0 0,-1 0 0 0 0,1 1 1 0 0,0-1-1 0 0,0 0 0 0 0,-1 0 1 0 0,2 0-1 0 0,0-1 1 0 0,0 1 0 0 0,0-1 1 0 0,-1 0-1 0 0,1 0 0 0 0,-1 0 0 0 0,1 0 1 0 0,-1 0-1 0 0,1 0 0 0 0,-1 0 0 0 0,0 0 1 0 0,1 0-1 0 0,-1-1 0 0 0,0 1 0 0 0,0 0 0 0 0,2-3 1 0 0,-2 2 13 0 0,1 0 0 0 0,-1 0 0 0 0,0-1 0 0 0,0 1 0 0 0,0 0 0 0 0,0-1-1 0 0,0 1 1 0 0,0 0 0 0 0,-1-1 0 0 0,1 1 0 0 0,-1-1 0 0 0,1 1 0 0 0,-1-1 0 0 0,0 1 0 0 0,0-1 0 0 0,0 1 0 0 0,-1-6 0 0 0,-17-38 220 0 0,15 41-202 0 0,18 39 96 0 0,-2-1 0 0 0,16 69 0 0 0,-27-89-87 0 0,0 0 1 0 0,-1 1-1 0 0,0 0 1 0 0,-1-1-1 0 0,0 1 1 0 0,-4 16 0 0 0,4-25-26 0 0,-1-1 0 0 0,1 1 1 0 0,-1 0-1 0 0,-1-1 0 0 0,1 1 1 0 0,0-1-1 0 0,-1 1 0 0 0,0-1 0 0 0,0 1 1 0 0,-1-1-1 0 0,1 0 0 0 0,-1 0 1 0 0,0 0-1 0 0,0-1 0 0 0,0 1 1 0 0,0-1-1 0 0,-1 1 0 0 0,1-1 1 0 0,-1 0-1 0 0,0-1 0 0 0,-4 3 1 0 0,7-4-13 0 0,0-1 1 0 0,1 1 0 0 0,-1-1 0 0 0,0 1-1 0 0,0-1 1 0 0,1 0 0 0 0,-1 1 0 0 0,0-1-1 0 0,0 0 1 0 0,0 0 0 0 0,1 0 0 0 0,-1 1 0 0 0,0-1-1 0 0,0 0 1 0 0,0 0 0 0 0,0 0 0 0 0,0-1-1 0 0,1 1 1 0 0,-1 0 0 0 0,0 0 0 0 0,0 0-1 0 0,0 0 1 0 0,0-1 0 0 0,1 1 0 0 0,-1-1-1 0 0,0 1 1 0 0,0 0 0 0 0,1-1 0 0 0,-1 1-1 0 0,0-1 1 0 0,1 1 0 0 0,-1-1 0 0 0,0 0 0 0 0,1 1-1 0 0,-1-1 1 0 0,1 0 0 0 0,-1 1 0 0 0,1-1-1 0 0,-1 0 1 0 0,1 0 0 0 0,0 1 0 0 0,-1-1-1 0 0,1 0 1 0 0,0 0 0 0 0,0 0 0 0 0,-1 1-1 0 0,1-1 1 0 0,0 0 0 0 0,0 0 0 0 0,0 0-1 0 0,0 0 1 0 0,0 0 0 0 0,0 1 0 0 0,0-1 0 0 0,1-1-1 0 0,-1-3-10 0 0,0 0 0 0 0,1 0 0 0 0,0 0 0 0 0,0 1 0 0 0,0-1-1 0 0,1 0 1 0 0,0 1 0 0 0,3-7 0 0 0,28-39-3224 0 0,5 4-5533 0 0,-26 37 5477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0.36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0 3361 0 0,'3'6'9667'0'0,"14"21"-7927"0"0,-12-17-1542 0 0,-1 1 0 0 0,0-1 0 0 0,-1 1 0 0 0,0 0 0 0 0,0 0-1 0 0,-1 0 1 0 0,-1 1 0 0 0,0-1 0 0 0,0 0 0 0 0,-1 1 0 0 0,-2 12-1 0 0,-7-96-57 0 0,8 63-131 0 0,0-39 164 0 0,1 47-161 0 0,0-1 0 0 0,0 0 0 0 0,0 1 1 0 0,0-1-1 0 0,0 1 0 0 0,1-1 0 0 0,-1 0 1 0 0,0 1-1 0 0,1-1 0 0 0,-1 1 0 0 0,1-1 0 0 0,0 1 1 0 0,-1-1-1 0 0,1 1 0 0 0,0 0 0 0 0,0-1 1 0 0,0 1-1 0 0,0 0 0 0 0,0 0 0 0 0,0 0 1 0 0,0-1-1 0 0,2 0 0 0 0,-1 2-5 0 0,-1 0 0 0 0,0 1 1 0 0,0-1-1 0 0,1 0 0 0 0,-1 1 0 0 0,0-1 0 0 0,0 1 0 0 0,1-1 0 0 0,-1 1 0 0 0,0 0 1 0 0,0 0-1 0 0,0-1 0 0 0,0 1 0 0 0,0 0 0 0 0,0 0 0 0 0,0 0 0 0 0,0 0 0 0 0,0 0 1 0 0,-1 0-1 0 0,1 0 0 0 0,0 0 0 0 0,-1 1 0 0 0,1-1 0 0 0,0 2 0 0 0,17 34-203 0 0,-17-35 139 0 0,13 36-1072 0 0,-5-11-1611 0 0,2-1-5505 0 0,-6-18 4033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0.79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35 6 4321 0 0,'0'0'136'0'0,"0"0"1"0"0,0-1 0 0 0,0 1-1 0 0,0 0 1 0 0,0 0-1 0 0,0 0 1 0 0,0-1-1 0 0,0 1 1 0 0,0 0 0 0 0,0 0-1 0 0,0 0 1 0 0,-2-3 2048 0 0,2 3-2049 0 0,0 0 1 0 0,0 0-1 0 0,0 0 1 0 0,0 0-1 0 0,-1 0 1 0 0,1 0 0 0 0,0-1-1 0 0,0 1 1 0 0,0 0-1 0 0,-1 0 1 0 0,1 0-1 0 0,0 0 1 0 0,0 0-1 0 0,0 0 1 0 0,-1 0 0 0 0,1 0-1 0 0,0 0 1 0 0,0 0-1 0 0,0 0 1 0 0,0 0-1 0 0,-1 1 1 0 0,1-1-1 0 0,0 0 1 0 0,0 0 0 0 0,-1 1 819 0 0,0-1-820 0 0,-7 17 1651 0 0,-3 22-2009 0 0,10-33 252 0 0,-4 39 162 0 0,4-43-207 0 0,1 0 0 0 0,0 0-1 0 0,0 0 1 0 0,0 0 0 0 0,0 0 0 0 0,0 0-1 0 0,1-1 1 0 0,-1 1 0 0 0,0 0-1 0 0,1 0 1 0 0,0 0 0 0 0,-1 0-1 0 0,1 0 1 0 0,0 0 0 0 0,0-1 0 0 0,0 1-1 0 0,2 2 1 0 0,-2-4 5 0 0,-1 0 1 0 0,1 0-1 0 0,0 0 1 0 0,0 0-1 0 0,-1 0 1 0 0,1 0-1 0 0,0 0 0 0 0,-1-1 1 0 0,1 1-1 0 0,0 0 1 0 0,-1 0-1 0 0,1-1 0 0 0,0 1 1 0 0,-1-1-1 0 0,1 1 1 0 0,0 0-1 0 0,-1-1 1 0 0,1 1-1 0 0,-1-1 0 0 0,1 1 1 0 0,-1-1-1 0 0,1 0 1 0 0,-1 1-1 0 0,0-1 0 0 0,1 1 1 0 0,-1-1-1 0 0,0 0 1 0 0,1 1-1 0 0,-1-1 1 0 0,0 0-1 0 0,0 0 0 0 0,1 1 1 0 0,-1-1-1 0 0,0 0 1 0 0,0 1-1 0 0,0-1 1 0 0,0-1-1 0 0,8-30-290 0 0,-14-19 1076 0 0,3 35-254 0 0,7 19-248 0 0,-4-3-282 0 0,42 73 612 0 0,-13-40-2868 0 0,-26-31 1445 0 0,0 0 1 0 0,0 0 0 0 0,0 0-1 0 0,0 0 1 0 0,0 0-1 0 0,0-1 1 0 0,1 1-1 0 0,-1-1 1 0 0,4 1-1 0 0,-2-1-1562 0 0,-1-2 24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1.23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 4881 0 0,'7'1'8979'0'0,"-7"-1"-8821"0"0,8 17 2134 0 0,4 17-2021 0 0,-3 2-472 0 0,24 75 127 0 0,-18-75-3803 0 0,3-1-3968 0 0,-14-28 4413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1.62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61 3 4513 0 0,'-1'-1'268'0'0,"0"1"0"0"0,0 0 0 0 0,1-1 0 0 0,-1 1 0 0 0,0 0 0 0 0,0 0 0 0 0,0-1 0 0 0,1 1 0 0 0,-1 0 0 0 0,0 0 0 0 0,0 0 0 0 0,0 0 0 0 0,0 0 0 0 0,0 1 0 0 0,1-1 0 0 0,-1 0 0 0 0,0 0 0 0 0,0 0 0 0 0,0 1 0 0 0,1-1 0 0 0,-1 0 0 0 0,0 1 0 0 0,0-1 0 0 0,1 1 0 0 0,-1-1 0 0 0,-1 2 0 0 0,-15 22 1718 0 0,0 32-1673 0 0,15-40-200 0 0,1 1-1 0 0,0 0 1 0 0,1 0-1 0 0,1 0 0 0 0,1-1 1 0 0,0 1-1 0 0,8 30 1 0 0,-7-37-437 0 0,0-1 0 0 0,1 0 1 0 0,0-1-1 0 0,0 1 0 0 0,1 0 1 0 0,10 12-1 0 0,-12-16-375 0 0,0-1-1 0 0,1-1 1 0 0,0 1-1 0 0,0 0 1 0 0,0-1-1 0 0,0 0 1 0 0,1 0-1 0 0,-1 0 1 0 0,1-1-1 0 0,0 1 1 0 0,0-1-1 0 0,9 3 1 0 0,0-2-2178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1.99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127 5 5593 0 0,'-4'-1'271'0'0,"1"0"0"0"0,-1 0 0 0 0,1 1 0 0 0,-1-1 0 0 0,1 1 0 0 0,-1 0 0 0 0,1 0-1 0 0,-1 0 1 0 0,0 0 0 0 0,1 1 0 0 0,-1-1 0 0 0,1 1 0 0 0,-1 0 0 0 0,1 0 0 0 0,0 1 0 0 0,-1-1 0 0 0,1 1 0 0 0,0-1 0 0 0,0 1-1 0 0,0 0 1 0 0,-3 2 0 0 0,2 1-168 0 0,0-1-1 0 0,0 0 1 0 0,0 1 0 0 0,1 0-1 0 0,-1-1 1 0 0,1 1-1 0 0,1 1 1 0 0,-1-1 0 0 0,1 0-1 0 0,-1 1 1 0 0,2-1-1 0 0,-3 8 1 0 0,2-6-139 0 0,1 1 0 0 0,-1 0-1 0 0,1-1 1 0 0,0 1 0 0 0,1 0 0 0 0,0 0-1 0 0,0 0 1 0 0,1-1 0 0 0,0 1 0 0 0,0 0 0 0 0,1-1-1 0 0,0 1 1 0 0,0-1 0 0 0,1 1 0 0 0,0-1 0 0 0,0 0-1 0 0,0 0 1 0 0,1 0 0 0 0,0-1 0 0 0,6 7 0 0 0,-7-10 72 0 0,0-1 0 0 0,0 0 1 0 0,0 0-1 0 0,0 0 1 0 0,1 0-1 0 0,-1-1 0 0 0,1 1 1 0 0,-1-1-1 0 0,1 0 1 0 0,0 0-1 0 0,-1-1 0 0 0,1 1 1 0 0,0-1-1 0 0,0 1 1 0 0,-1-1-1 0 0,1 0 0 0 0,0 0 1 0 0,0-1-1 0 0,-1 1 1 0 0,1-1-1 0 0,0 0 0 0 0,-1 0 1 0 0,1 0-1 0 0,-1-1 1 0 0,1 1-1 0 0,-1-1 0 0 0,1 0 1 0 0,-1 0-1 0 0,0 0 1 0 0,0 0-1 0 0,0 0 0 0 0,0-1 1 0 0,-1 1-1 0 0,1-1 1 0 0,2-3-1 0 0,-1 3 109 0 0,-1-1 0 0 0,0 1 0 0 0,1-1 1 0 0,-2 0-1 0 0,1 1 0 0 0,0-1 0 0 0,-1-1 0 0 0,0 1 0 0 0,1 0 1 0 0,-2 0-1 0 0,1-1 0 0 0,0 1 0 0 0,-1-1 0 0 0,0 0 0 0 0,0 1 0 0 0,-1-1 1 0 0,1 0-1 0 0,-1 0 0 0 0,0 1 0 0 0,0-1 0 0 0,0 0 0 0 0,-1 0 1 0 0,0 1-1 0 0,0-1 0 0 0,0 0 0 0 0,0 1 0 0 0,-1-1 0 0 0,-2-5 0 0 0,-2 3-22 0 0,1 0 0 0 0,-1 0 0 0 0,0 1-1 0 0,-1-1 1 0 0,0 1 0 0 0,0 1-1 0 0,0-1 1 0 0,0 1 0 0 0,-10-4-1 0 0,13 7-304 0 0,1 0 0 0 0,-1 1 0 0 0,1 0 0 0 0,-1-1 0 0 0,1 1 0 0 0,-1 1 0 0 0,0-1-1 0 0,0 0 1 0 0,1 1 0 0 0,-8 0 0 0 0,8 0-288 0 0,1 1 0 0 0,0-1 0 0 0,0 1 0 0 0,0-1 0 0 0,0 1 0 0 0,0 0 0 0 0,0 0 0 0 0,0 0 0 0 0,0 0 0 0 0,1 0 0 0 0,-1 1 0 0 0,0-1 0 0 0,1 0 0 0 0,-1 1 0 0 0,1-1 0 0 0,-1 1 0 0 0,1 0 0 0 0,0-1 0 0 0,-1 1 0 0 0,0 3 0 0 0,-2 2-4354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2.37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0 178 4873 0 0,'34'36'8486'0'0,"14"18"-5442"0"0,14 15-3750 0 0,-47-57-1490 0 0,-13-11 185 0 0,-1-1 1788 0 0,-1 0-1 0 0,0 0 1 0 0,1 1-1 0 0,-1-1 1 0 0,0 0-1 0 0,0 0 1 0 0,1 0-1 0 0,-1 0 1 0 0,0 0-1 0 0,1 0 1 0 0,-1 0-1 0 0,0-1 1 0 0,1 1-1 0 0,-1 0 1 0 0,0 0 0 0 0,0 0-1 0 0,1 0 1 0 0,-1 0-1 0 0,0 0 1 0 0,2-2-1118 0 0</inkml:trace>
  <inkml:trace contextRef="#ctx0" brushRef="#br0" timeOffset="1">123 5 5473 0 0,'15'-4'9017'0'0,"7"6"-6317"0"0,15 12-1806 0 0,-32-9-815 0 0,0 0-1 0 0,0 0 1 0 0,-1 1 0 0 0,0-1-1 0 0,0 1 1 0 0,0 0 0 0 0,0 1-1 0 0,-1-1 1 0 0,0 0 0 0 0,-1 1-1 0 0,0 0 1 0 0,0 0 0 0 0,0-1-1 0 0,-1 1 1 0 0,0 0 0 0 0,1 9-1 0 0,0 7-334 0 0,-1 1 0 0 0,-1 0 0 0 0,-5 35 0 0 0,3-46-775 0 0,-1 10-2338 0 0,-1-9-4097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4.56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92 14 6409 0 0,'-2'-1'340'0'0,"1"-1"0"0"0,-1 1 0 0 0,1 0-1 0 0,-1 0 1 0 0,1 0 0 0 0,-1 0-1 0 0,1 0 1 0 0,-1 0 0 0 0,0 1 0 0 0,0-1-1 0 0,1 0 1 0 0,-1 1 0 0 0,0-1 0 0 0,0 1-1 0 0,0 0 1 0 0,0 0 0 0 0,1 0 0 0 0,-1 0-1 0 0,-3 0 1 0 0,3 0-226 0 0,-1 1 0 0 0,0 0 0 0 0,1-1 0 0 0,-1 1 0 0 0,1 0 0 0 0,-1 0 0 0 0,1 1 0 0 0,-1-1 0 0 0,1 1 0 0 0,0-1 0 0 0,0 1 0 0 0,-4 2 0 0 0,5-2-129 0 0,-1-1-1 0 0,0 1 1 0 0,1 0-1 0 0,-1 0 1 0 0,1-1-1 0 0,-1 1 1 0 0,1 0-1 0 0,0 0 1 0 0,0 0-1 0 0,0 0 1 0 0,0 1-1 0 0,0-1 1 0 0,1 0-1 0 0,-1 0 1 0 0,0 0-1 0 0,1 1 1 0 0,0-1-1 0 0,0 0 1 0 0,-1 1-1 0 0,1-1 1 0 0,1 0-1 0 0,-1 1 1 0 0,0-1-1 0 0,0 0 1 0 0,1 0-1 0 0,-1 1 1 0 0,1-1-1 0 0,0 0 1 0 0,0 0-1 0 0,0 0 1 0 0,0 0 0 0 0,2 3-1 0 0,0-3 9 0 0,-1 0 1 0 0,1-1-1 0 0,0 1 0 0 0,0-1 1 0 0,0 0-1 0 0,0 0 0 0 0,0 0 1 0 0,0 0-1 0 0,0 0 0 0 0,0-1 1 0 0,0 0-1 0 0,0 1 0 0 0,5-1 1 0 0,28 6 422 0 0,-31-2-235 0 0,-1-1 0 0 0,1 1 0 0 0,-1 0 0 0 0,0 0 0 0 0,-1 0 0 0 0,1 0 0 0 0,-1 1 1 0 0,1 0-1 0 0,-1-1 0 0 0,-1 1 0 0 0,1 0 0 0 0,-1 1 0 0 0,0-1 0 0 0,0 0 0 0 0,2 10 0 0 0,-3-13-165 0 0,0 0-1 0 0,0 0 0 0 0,-1 1 0 0 0,1-1 1 0 0,-1 1-1 0 0,1-1 0 0 0,-1 1 0 0 0,0-1 0 0 0,0 1 1 0 0,0-1-1 0 0,0 1 0 0 0,-1-1 0 0 0,1 0 1 0 0,-1 1-1 0 0,1-1 0 0 0,-1 1 0 0 0,0-1 1 0 0,0 0-1 0 0,0 0 0 0 0,0 1 0 0 0,0-1 1 0 0,-1 0-1 0 0,1 0 0 0 0,-1 0 0 0 0,1 0 1 0 0,-1 0-1 0 0,0-1 0 0 0,1 1 0 0 0,-1 0 1 0 0,0-1-1 0 0,0 1 0 0 0,0-1 0 0 0,-1 0 1 0 0,1 0-1 0 0,0 0 0 0 0,0 0 0 0 0,-3 1 1 0 0,3-2-168 0 0,1 1 0 0 0,-1-1 0 0 0,1 0 0 0 0,0 0 0 0 0,-1 0 0 0 0,1 0 0 0 0,-1 0 0 0 0,1 0 1 0 0,0 0-1 0 0,-1-1 0 0 0,1 1 0 0 0,0 0 0 0 0,-1-1 0 0 0,1 1 0 0 0,0-1 0 0 0,-1 0 1 0 0,1 1-1 0 0,0-1 0 0 0,0 0 0 0 0,0 0 0 0 0,0 0 0 0 0,0 1 0 0 0,0-1 0 0 0,0 0 1 0 0,0-1-1 0 0,0 1 0 0 0,0 0 0 0 0,0 0 0 0 0,0-2 0 0 0,-8-25-9181 0 0,7 16 5896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4.95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0 4697 0 0,'0'1'5889'0'0,"1"1"-5433"0"0,-1-1-96 0 0,1 0-208 0 0,0 1-216 0 0,0-1-424 0 0,2 0-440 0 0,-1 1-688 0 0,1-1-865 0 0</inkml:trace>
  <inkml:trace contextRef="#ctx0" brushRef="#br0" timeOffset="1">55 139 4129 0 0,'0'5'2880'0'0,"0"3"-1343"0"0,0 2-505 0 0,1-1-448 0 0,0-2-304 0 0,0 1-152 0 0,0-1-88 0 0,1 0-104 0 0,0-1-152 0 0,1-1-336 0 0,-1 0-544 0 0,1-1-737 0 0,0-2-527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5.40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27 1 8106 0 0,'-2'2'536'0'0,"0"0"0"0"0,0 1 0 0 0,0-1 0 0 0,0 1 0 0 0,0-1 0 0 0,1 1 0 0 0,-1 0 0 0 0,1-1 0 0 0,-3 7 0 0 0,-3 33 740 0 0,7-40-1295 0 0,0 1 0 0 0,0 0 1 0 0,0 0-1 0 0,0 0 0 0 0,1 0 0 0 0,-1 0 0 0 0,1-1 1 0 0,0 1-1 0 0,0 0 0 0 0,0 0 0 0 0,0-1 1 0 0,0 1-1 0 0,0-1 0 0 0,1 1 0 0 0,-1-1 0 0 0,1 1 1 0 0,0-1-1 0 0,0 0 0 0 0,0 0 0 0 0,0 0 1 0 0,0 0-1 0 0,0 0 0 0 0,1 0 0 0 0,-1-1 1 0 0,5 3-1 0 0,-6-3 0 0 0,0-1 0 0 0,-1 0 0 0 0,1 1 0 0 0,0-1 1 0 0,0 0-1 0 0,0 1 0 0 0,0-1 0 0 0,0 0 0 0 0,0 0 1 0 0,0 0-1 0 0,0 0 0 0 0,0 0 0 0 0,0 0 0 0 0,0 0 1 0 0,0-1-1 0 0,0 1 0 0 0,0 0 0 0 0,0 0 0 0 0,0-1 0 0 0,0 1 1 0 0,0-1-1 0 0,0 1 0 0 0,0-1 0 0 0,-1 1 0 0 0,1-1 1 0 0,0 1-1 0 0,1-2 0 0 0,-1 0 5 0 0,0 1 1 0 0,0-1-1 0 0,0 0 0 0 0,0 0 1 0 0,0 0-1 0 0,0 0 0 0 0,0 0 1 0 0,0-1-1 0 0,-1 1 0 0 0,1 0 1 0 0,-1-4-1 0 0,1 0 29 0 0,-1 0 1 0 0,0 1-1 0 0,0-1 1 0 0,0 0-1 0 0,-1 1 1 0 0,0-1-1 0 0,0 0 1 0 0,0 1-1 0 0,-3-6 1 0 0,1 7 370 0 0,7 21-182 0 0,19 47-36 0 0,-7-17 91 0 0,-11-30-154 0 0,0 1 0 0 0,-1-1-1 0 0,2 37 1 0 0,-5-49-87 0 0,-1 0 1 0 0,0 1-1 0 0,0-1 1 0 0,0 0-1 0 0,-1 1 1 0 0,0-1-1 0 0,0 0 1 0 0,0 0-1 0 0,0 0 0 0 0,-1 0 1 0 0,0 0-1 0 0,0 0 1 0 0,-1 0-1 0 0,1 0 1 0 0,-1-1-1 0 0,0 1 1 0 0,-6 7-1 0 0,8-11-26 0 0,0-1 0 0 0,1 1 0 0 0,-1 0 0 0 0,0 0 0 0 0,0-1 0 0 0,1 1 0 0 0,-1 0 0 0 0,0-1 1 0 0,0 1-1 0 0,0-1 0 0 0,0 1 0 0 0,0-1 0 0 0,0 0 0 0 0,0 1 0 0 0,0-1 0 0 0,0 0 0 0 0,0 1 0 0 0,0-1 0 0 0,0 0 0 0 0,0 0 0 0 0,0 0 0 0 0,0 0 0 0 0,0 0 1 0 0,0 0-1 0 0,0 0 0 0 0,0-1 0 0 0,0 1 0 0 0,0 0 0 0 0,0 0 0 0 0,0-1 0 0 0,0 1 0 0 0,0-1 0 0 0,0 1 0 0 0,0-1 0 0 0,0 1 0 0 0,1-1 0 0 0,-1 0 0 0 0,0 1 0 0 0,0-1 1 0 0,1 0-1 0 0,-1 0 0 0 0,0 1 0 0 0,1-1 0 0 0,-1 0 0 0 0,0 0 0 0 0,1 0 0 0 0,0 0 0 0 0,-1 0 0 0 0,1 0 0 0 0,-1 0 0 0 0,1 0 0 0 0,0 0 0 0 0,-1-1 0 0 0,0-3-24 0 0,-1 0-1 0 0,1 1 0 0 0,0-1 1 0 0,0 0-1 0 0,1 0 0 0 0,0 0 1 0 0,-1 0-1 0 0,1 0 0 0 0,1 1 0 0 0,0-8 1 0 0,1 7-135 0 0,1-1-1 0 0,0 1 1 0 0,-1-1 0 0 0,2 1 0 0 0,-1 0 0 0 0,1 0 0 0 0,-1 1 0 0 0,1-1-1 0 0,0 1 1 0 0,6-5 0 0 0,18-22-8331 0 0,-21 23 5145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5.78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7 6185 0 0,'5'14'2829'0'0,"14"36"1860"0"0,-15-40-4592 0 0,-2 0 0 0 0,1 0 0 0 0,-1 1 0 0 0,0 0-1 0 0,0 15 1 0 0,-7-67-622 0 0,4 34 541 0 0,-1 0 0 0 0,1 0 0 0 0,0 0 0 0 0,0 0 1 0 0,1 0-1 0 0,0 0 0 0 0,1 0 0 0 0,-1 0 1 0 0,1 0-1 0 0,1 0 0 0 0,-1 0 0 0 0,1 0 0 0 0,3-6 1 0 0,-5 12-11 0 0,0 1 0 0 0,0 0 0 0 0,1 0 0 0 0,-1 0 1 0 0,0-1-1 0 0,0 1 0 0 0,0 0 0 0 0,1 0 0 0 0,-1 0 1 0 0,0 0-1 0 0,0 0 0 0 0,1-1 0 0 0,-1 1 0 0 0,0 0 1 0 0,0 0-1 0 0,1 0 0 0 0,-1 0 0 0 0,0 0 0 0 0,0 0 1 0 0,1 0-1 0 0,-1 0 0 0 0,0 0 0 0 0,1 0 0 0 0,-1 0 1 0 0,0 0-1 0 0,0 0 0 0 0,1 0 0 0 0,-1 0 0 0 0,0 0 1 0 0,0 0-1 0 0,1 1 0 0 0,-1-1 0 0 0,0 0 0 0 0,0 0 1 0 0,0 0-1 0 0,1 0 0 0 0,-1 0 0 0 0,0 1 0 0 0,1-1 1 0 0,10 14 124 0 0,6 15-200 0 0,-2 10-1727 0 0,-6-13-5488 0 0,-8-23 5837 0 0,1 3-1650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6.25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31 2 5809 0 0,'-1'0'248'0'0,"1"0"0"0"0,0-1-1 0 0,-1 1 1 0 0,1 0-1 0 0,-1 0 1 0 0,1 0 0 0 0,-1 0-1 0 0,1 0 1 0 0,-1 0 0 0 0,1 0-1 0 0,-1 0 1 0 0,1 0 0 0 0,-1 0-1 0 0,1 0 1 0 0,0 0 0 0 0,-1 0-1 0 0,1 0 1 0 0,-1 0-1 0 0,1 1 1 0 0,-1-1 0 0 0,1 0-1 0 0,0 0 1 0 0,-1 0 0 0 0,1 1-1 0 0,-1-1 1 0 0,1 0 0 0 0,0 1-1 0 0,-1-1 1 0 0,1 0 0 0 0,0 1-1 0 0,-1 0 1 0 0,-8 18 1308 0 0,1 22-1833 0 0,9-34 305 0 0,0 0 0 0 0,0-1 0 0 0,0 1 1 0 0,1 0-1 0 0,0-1 0 0 0,0 0 0 0 0,3 7 1 0 0,-4-12-41 0 0,-1 0 0 0 0,0 0 0 0 0,0 0 0 0 0,1 0 0 0 0,-1 0 0 0 0,0 0 0 0 0,1-1 0 0 0,-1 1 0 0 0,1 0 0 0 0,-1 0 0 0 0,1 0 0 0 0,-1-1 0 0 0,1 1 0 0 0,-1 0 0 0 0,1-1 0 0 0,0 1 0 0 0,0-1 1 0 0,-1 1-1 0 0,1 0 0 0 0,0-1 0 0 0,0 1 0 0 0,0-1 0 0 0,-1 0 0 0 0,1 1 0 0 0,0-1 0 0 0,0 0 0 0 0,0 0 0 0 0,0 1 0 0 0,0-1 0 0 0,0 0 0 0 0,0 0 0 0 0,0 0 0 0 0,-1 0 0 0 0,1 0 0 0 0,0 0 0 0 0,0 0 0 0 0,0 0 1 0 0,0-1-1 0 0,0 1 0 0 0,0 0 0 0 0,0-1 0 0 0,0 1 0 0 0,-1 0 0 0 0,1-1 0 0 0,0 1 0 0 0,0-1 0 0 0,0 1 0 0 0,-1-1 0 0 0,1 0 0 0 0,0 1 0 0 0,-1-1 0 0 0,1 0 0 0 0,0 1 0 0 0,-1-1 0 0 0,1 0 0 0 0,-1 0 1 0 0,1 1-1 0 0,-1-1 0 0 0,0 0 0 0 0,1 0 0 0 0,-1-1 0 0 0,2-1-1 0 0,-1 1 0 0 0,0-1 0 0 0,0 0 0 0 0,0 0 0 0 0,0 0 0 0 0,0 0 0 0 0,-1 0 0 0 0,1 0 0 0 0,-1 0 0 0 0,0 0 0 0 0,0 0 0 0 0,0 0 0 0 0,0 0 0 0 0,0 0 0 0 0,-1 0 0 0 0,1 0 0 0 0,-1 0 0 0 0,0 1 0 0 0,0-1 0 0 0,-2-5 0 0 0,-1 1 66 0 0,1 0 0 0 0,-1 0 1 0 0,0 0-1 0 0,-1 0 0 0 0,0 1 0 0 0,-9-10 1 0 0,66 95-485 0 0,-29-61-2623 0 0,-6-7-3774 0 0,-12-8 3487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6.63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 6249 0 0,'2'29'7732'0'0,"5"1"-4067"0"0,23 59-4240 0 0,-16-55 1225 0 0,-11-24-1138 0 0,12 27-1027 0 0,0-14-6980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7.13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75 8 6753 0 0,'-1'0'324'0'0,"0"-1"-1"0"0,0 0 1 0 0,-1 0-1 0 0,1 1 0 0 0,0-1 1 0 0,0 0-1 0 0,0 1 0 0 0,-1-1 1 0 0,1 1-1 0 0,0 0 1 0 0,-1-1-1 0 0,1 1 0 0 0,0 0 1 0 0,-1 0-1 0 0,1 0 0 0 0,0 0 1 0 0,-1 0-1 0 0,1 0 0 0 0,0 0 1 0 0,-1 0-1 0 0,1 1 1 0 0,0-1-1 0 0,-1 0 0 0 0,1 1 1 0 0,0-1-1 0 0,-3 2 0 0 0,2 0-166 0 0,0 0 0 0 0,0 0 0 0 0,-1 1 0 0 0,2-1 0 0 0,-1 0 0 0 0,0 1 0 0 0,0-1 0 0 0,1 1 0 0 0,-1 0 0 0 0,1-1 0 0 0,-2 6 0 0 0,0 3-203 0 0,0-1-1 0 0,0 1 0 0 0,1 0 0 0 0,1-1 1 0 0,0 1-1 0 0,0 12 0 0 0,2-6 63 0 0,1 0 0 0 0,1-1-1 0 0,1 1 1 0 0,0 0 0 0 0,1-1 0 0 0,8 16 0 0 0,-10-24-293 0 0,1 0 0 0 0,1 0 1 0 0,0 0-1 0 0,0-1 0 0 0,11 13 1 0 0,-13-17-191 0 0,0 0 0 0 0,1 0 0 0 0,-1 0 1 0 0,1 0-1 0 0,0-1 0 0 0,0 0 0 0 0,0 1 0 0 0,0-1 1 0 0,0-1-1 0 0,0 1 0 0 0,1-1 0 0 0,4 2 0 0 0,17-3-5219 0 0,-13-2 2661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17.52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109 68 11362 0 0,'-1'-1'346'0'0,"-1"0"0"0"0,0 0 0 0 0,1 0-1 0 0,-1 0 1 0 0,0 0 0 0 0,0 0-1 0 0,0 1 1 0 0,0-1 0 0 0,0 1-1 0 0,0-1 1 0 0,0 1 0 0 0,0-1-1 0 0,0 1 1 0 0,0 0 0 0 0,0 0 0 0 0,0 0-1 0 0,0 1 1 0 0,-3-1 0 0 0,2 1-245 0 0,-1 0-1 0 0,0 0 1 0 0,0 1 0 0 0,1-1 0 0 0,-1 1 0 0 0,1 0 0 0 0,-1 0-1 0 0,1 0 1 0 0,-5 4 0 0 0,6-4-159 0 0,-1-1 0 0 0,1 1 0 0 0,0 0 0 0 0,0-1 0 0 0,0 1-1 0 0,1 0 1 0 0,-1 0 0 0 0,0 1 0 0 0,1-1 0 0 0,-1 0 0 0 0,1 1 0 0 0,0-1 0 0 0,0 0 0 0 0,0 1-1 0 0,0-1 1 0 0,0 1 0 0 0,0 0 0 0 0,1-1 0 0 0,-1 1 0 0 0,1 0 0 0 0,0-1 0 0 0,0 1-1 0 0,0 0 1 0 0,0-1 0 0 0,0 1 0 0 0,0 0 0 0 0,1 0 0 0 0,0-1 0 0 0,1 5 0 0 0,2-3 11 0 0,0 0 0 0 0,0 0 0 0 0,1 0 0 0 0,-1-1 0 0 0,1 0 0 0 0,0 0 0 0 0,0 0 0 0 0,0 0 0 0 0,0-1 0 0 0,0 0 0 0 0,1 0 0 0 0,-1 0 0 0 0,7 0 0 0 0,-4 1 41 0 0,1 0 0 0 0,-1 0 0 0 0,0 0 1 0 0,12 8-1 0 0,-19-10 38 0 0,1 0-1 0 0,-1 0 1 0 0,0 0 0 0 0,1 1-1 0 0,-1-1 1 0 0,0 1 0 0 0,0-1 0 0 0,0 1-1 0 0,0-1 1 0 0,0 1 0 0 0,0-1-1 0 0,0 1 1 0 0,-1 0 0 0 0,1 0 0 0 0,-1-1-1 0 0,1 1 1 0 0,-1 0 0 0 0,0 0-1 0 0,1 0 1 0 0,-1-1 0 0 0,0 1-1 0 0,0 0 1 0 0,0 0 0 0 0,-1 0 0 0 0,1 0-1 0 0,0-1 1 0 0,-1 1 0 0 0,1 0-1 0 0,-1 0 1 0 0,1-1 0 0 0,-1 1 0 0 0,0 0-1 0 0,0-1 1 0 0,0 1 0 0 0,0-1-1 0 0,0 1 1 0 0,0-1 0 0 0,0 1 0 0 0,-1-1-1 0 0,1 0 1 0 0,0 1 0 0 0,-1-1-1 0 0,-1 1 1 0 0,2 0-160 0 0,-1-1-1 0 0,0 1 0 0 0,0-1 1 0 0,0 0-1 0 0,0 1 1 0 0,0-1-1 0 0,0 0 0 0 0,0 0 1 0 0,0 0-1 0 0,0 0 1 0 0,-1-1-1 0 0,1 1 0 0 0,0 0 1 0 0,0-1-1 0 0,-1 0 1 0 0,1 1-1 0 0,0-1 0 0 0,-1 0 1 0 0,1 0-1 0 0,-1-1 1 0 0,1 1-1 0 0,0 0 1 0 0,0-1-1 0 0,-1 1 0 0 0,1-1 1 0 0,0 0-1 0 0,0 0 1 0 0,-1 0-1 0 0,1 0 0 0 0,0 0 1 0 0,0 0-1 0 0,0-1 1 0 0,1 1-1 0 0,-1-1 0 0 0,-3-2 1 0 0,-12-25-8071 0 0,15 19 4371 0 0</inkml:trace>
  <inkml:trace contextRef="#ctx0" brushRef="#br0" timeOffset="0.2">141 1 8258 0 0,'4'0'539'0'0,"-1"0"1"0"0,1 0-1 0 0,0 0 1 0 0,-1 0 0 0 0,1 0-1 0 0,0 1 1 0 0,-1 0-1 0 0,1 0 1 0 0,-1 0-1 0 0,1 0 1 0 0,-1 0 0 0 0,1 1-1 0 0,2 1 1 0 0,0 1-135 0 0,-1-1-1 0 0,1 1 1 0 0,-1 0 0 0 0,0 1 0 0 0,0-1 0 0 0,7 11 0 0 0,-5-7-207 0 0,-1 1 0 0 0,-1 0 1 0 0,0 0-1 0 0,0 1 1 0 0,0-1-1 0 0,-1 1 0 0 0,-1 0 1 0 0,5 19-1 0 0,-6-12-266 0 0,0 0 1 0 0,0 0-1 0 0,-2 0 1 0 0,-2 20-1 0 0,-2-15-3604 0 0,-3-3-3400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39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144 106 2553 0 0,'-17'-41'6414'0'0,"-11"-2"-3770"0"0,27 42-2629 0 0,0-1 1 0 0,0 0-1 0 0,-1 1 1 0 0,1-1-1 0 0,0 1 0 0 0,-1 0 1 0 0,1-1-1 0 0,-1 1 0 0 0,1 0 1 0 0,-1 0-1 0 0,0 0 1 0 0,0 0-1 0 0,1 0 0 0 0,-1 1 1 0 0,0-1-1 0 0,0 0 1 0 0,0 1-1 0 0,0-1 0 0 0,0 1 1 0 0,0 0-1 0 0,0 0 0 0 0,0 0 1 0 0,0 0-1 0 0,1 0 1 0 0,-1 0-1 0 0,0 0 0 0 0,0 0 1 0 0,0 1-1 0 0,0-1 1 0 0,0 1-1 0 0,0 0 0 0 0,0-1 1 0 0,1 1-1 0 0,-1 0 0 0 0,0 0 1 0 0,0 0-1 0 0,1 0 1 0 0,-1 0-1 0 0,1 1 0 0 0,-1-1 1 0 0,1 0-1 0 0,0 1 0 0 0,-1-1 1 0 0,1 1-1 0 0,-2 3 1 0 0,1-3-26 0 0,0 0 1 0 0,0 0-1 0 0,0 0 1 0 0,1 0-1 0 0,-1 1 1 0 0,1-1-1 0 0,-1 1 1 0 0,1-1-1 0 0,0 1 1 0 0,0-1-1 0 0,0 1 1 0 0,0 0-1 0 0,1 0 1 0 0,-1-1-1 0 0,1 1 1 0 0,-1 0-1 0 0,1 0 1 0 0,0-1-1 0 0,0 1 1 0 0,0 0 0 0 0,1 0-1 0 0,-1 0 1 0 0,1-1-1 0 0,-1 1 1 0 0,1 0-1 0 0,0 0 1 0 0,0-1-1 0 0,0 1 1 0 0,1-1-1 0 0,-1 1 1 0 0,0-1-1 0 0,1 0 1 0 0,0 1-1 0 0,3 3 1 0 0,5 3 71 0 0,0-1 0 0 0,0 1 1 0 0,1-2-1 0 0,0 0 0 0 0,22 11 1 0 0,-29-16-1 0 0,-1 0 40 0 0,0 1 0 0 0,0-1 0 0 0,0 1 0 0 0,-1-1 0 0 0,1 1 0 0 0,-1 0 0 0 0,1 0-1 0 0,-1 0 1 0 0,0 1 0 0 0,0-1 0 0 0,0 0 0 0 0,0 1 0 0 0,-1-1 0 0 0,0 1 0 0 0,1 0 0 0 0,-1-1 0 0 0,-1 1 0 0 0,1 0 0 0 0,0 0 0 0 0,-1 0 0 0 0,0-1 0 0 0,0 1 0 0 0,-1 8 0 0 0,1-8-69 0 0,0 0 0 0 0,-1 1 0 0 0,1-1 0 0 0,-1 0 0 0 0,0 1 0 0 0,-1-1 0 0 0,1 0 0 0 0,-1 0 0 0 0,1 0 0 0 0,-1 0 0 0 0,0 0 0 0 0,-1 0 0 0 0,1-1 0 0 0,-1 1 0 0 0,0-1 0 0 0,0 1 0 0 0,0-1 0 0 0,0 0 0 0 0,0 0 0 0 0,-8 4 0 0 0,10-6-136 0 0,0-1 0 0 0,0 1 1 0 0,0-1-1 0 0,0 1 0 0 0,0-1 0 0 0,0 0 0 0 0,0 0 0 0 0,0 1 0 0 0,0-1 0 0 0,0 0 0 0 0,0 0 0 0 0,0 0 0 0 0,0 0 0 0 0,-1 0 1 0 0,1-1-1 0 0,0 1 0 0 0,0 0 0 0 0,0 0 0 0 0,0-1 0 0 0,0 1 0 0 0,0 0 0 0 0,0-1 0 0 0,0 1 0 0 0,0-1 0 0 0,0 0 0 0 0,-1 0 1 0 0,-15-24-6635 0 0,14 14 2561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39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1376 0 0,'7'2'11847'0'0,"7"0"-9331"0"0,25-1-3118 0 0,-33-2 715 0 0,3-2-1669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40.2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3969 0 0,'4'2'8654'0'0,"-4"-1"-8611"0"0,1-1 0 0 0,0 1 1 0 0,0-1-1 0 0,0 1 0 0 0,0 0 0 0 0,0-1 1 0 0,-1 1-1 0 0,1-1 0 0 0,0 0 1 0 0,0 1-1 0 0,0-1 0 0 0,0 0 0 0 0,1 0 1 0 0,-1 0-1 0 0,0 1 0 0 0,0-1 1 0 0,0 0-1 0 0,0 0 0 0 0,0 0 0 0 0,0-1 1 0 0,0 1-1 0 0,0 0 0 0 0,2-1 1 0 0,5-2-2354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42.5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4161 0 0,'-2'12'6118'0'0,"4"18"-4968"0"0,-1-19-695 0 0,2 47-15 0 0,1 22-120 0 0,-3-28-3522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43.1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4761 0 0,'3'2'518'0'0,"-1"0"0"0"0,0 0-1 0 0,1 0 1 0 0,-1-1 0 0 0,1 1-1 0 0,-1-1 1 0 0,1 0 0 0 0,0 1 0 0 0,0-1-1 0 0,0 0 1 0 0,0-1 0 0 0,-1 1 0 0 0,1 0-1 0 0,0-1 1 0 0,0 0 0 0 0,4 0 0 0 0,52-7 1026 0 0,-53 5-1857 0 0,1 0 0 0 0,0 1 0 0 0,1 0 0 0 0,-1 0 1 0 0,0 1-1 0 0,0 0 0 0 0,0 0 0 0 0,0 0 0 0 0,0 1 0 0 0,11 3 0 0 0,-18-4 265 0 0,7 1-3595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43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4369 0 0,'7'5'6088'0'0,"10"7"-3385"0"0,9 8-1825 0 0,-25-19-776 0 0,1 0 0 0 0,-1 0 1 0 0,1 1-1 0 0,-1-1 0 0 0,0 1 1 0 0,0-1-1 0 0,1 1 0 0 0,-1 0 1 0 0,0-1-1 0 0,0 1 0 0 0,-1 0 1 0 0,1 0-1 0 0,0 0 1 0 0,-1 0-1 0 0,1 0 0 0 0,-1 0 1 0 0,1-1-1 0 0,-1 1 0 0 0,0 0 1 0 0,0 0-1 0 0,0 0 0 0 0,0 0 1 0 0,0 0-1 0 0,-1 0 0 0 0,1 0 1 0 0,0 0-1 0 0,-1 0 0 0 0,1 0 1 0 0,-1 0-1 0 0,0 0 0 0 0,-1 2 1 0 0,-16 29-348 0 0,-3-8-4004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44.1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32 7001 0 0,'-2'0'350'0'0,"0"0"-1"0"0,0-1 1 0 0,0 1-1 0 0,0 0 1 0 0,0 1-1 0 0,0-1 0 0 0,1 0 1 0 0,-1 0-1 0 0,0 1 1 0 0,0-1-1 0 0,0 1 0 0 0,0 0 1 0 0,0-1-1 0 0,1 1 1 0 0,-1 0-1 0 0,0 0 0 0 0,-2 2 1 0 0,1 0-201 0 0,1-1 1 0 0,-1 1-1 0 0,1-1 1 0 0,0 1-1 0 0,-1 0 1 0 0,1 0-1 0 0,1 0 1 0 0,-1 0-1 0 0,-1 5 0 0 0,0-3-145 0 0,1 1-1 0 0,0 1 0 0 0,0-1 0 0 0,1 0 0 0 0,0 0 0 0 0,0 0 0 0 0,1 1 0 0 0,-1-1 0 0 0,1 1 0 0 0,2 8 0 0 0,-2-12-8 0 0,1 0 0 0 0,-1 0-1 0 0,1 0 1 0 0,0 0 0 0 0,0-1 0 0 0,0 1 0 0 0,0 0-1 0 0,1-1 1 0 0,-1 1 0 0 0,1-1 0 0 0,0 1-1 0 0,-1-1 1 0 0,1 0 0 0 0,0 0 0 0 0,4 3-1 0 0,-5-4 13 0 0,1 0 0 0 0,0 0-1 0 0,-1 0 1 0 0,1 0-1 0 0,0-1 1 0 0,0 1-1 0 0,0-1 1 0 0,0 1 0 0 0,0-1-1 0 0,-1 1 1 0 0,1-1-1 0 0,0 0 1 0 0,0 0-1 0 0,0 0 1 0 0,0 0 0 0 0,0-1-1 0 0,0 1 1 0 0,2-1-1 0 0,0 0 65 0 0,0-1 0 0 0,0 1 0 0 0,-1-1 0 0 0,1 0 0 0 0,0 0 0 0 0,-1 0 0 0 0,0-1 0 0 0,1 1 0 0 0,-1-1 0 0 0,0 0 0 0 0,0 0 0 0 0,0 0 0 0 0,-1 0 0 0 0,1-1-1 0 0,-1 1 1 0 0,0-1 0 0 0,0 1 0 0 0,0-1 0 0 0,0 0 0 0 0,1-5 0 0 0,-1 1 141 0 0,-1 0 0 0 0,0-1 0 0 0,-1 1-1 0 0,0 0 1 0 0,0-1 0 0 0,0 1 0 0 0,-1-1-1 0 0,-1 1 1 0 0,-3-13 0 0 0,5 19-206 0 0,-1-1 1 0 0,0 0-1 0 0,0 0 0 0 0,0 1 0 0 0,-1-1 1 0 0,1 1-1 0 0,-1-1 0 0 0,1 1 1 0 0,-1 0-1 0 0,0-1 0 0 0,0 1 1 0 0,0 0-1 0 0,-4-3 0 0 0,5 4-124 0 0,-1 1 0 0 0,1-1 0 0 0,-1 1 0 0 0,0-1 0 0 0,1 1 0 0 0,-1-1 0 0 0,0 1 0 0 0,1 0 0 0 0,-1 0 0 0 0,0 0 0 0 0,0 0 0 0 0,1 0 0 0 0,-1 0 0 0 0,0 0 0 0 0,1 0 0 0 0,-1 1 0 0 0,0-1 0 0 0,1 1 1 0 0,-1-1-1 0 0,1 1 0 0 0,-1 0 0 0 0,0 0 0 0 0,1-1 0 0 0,0 1 0 0 0,-2 2 0 0 0,-28 21-8651 0 0,22-14 3969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46.7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0 2120 0 0,'-1'1'295'0'0,"0"-1"-1"0"0,0 1 1 0 0,0 0-1 0 0,0-1 1 0 0,0 1-1 0 0,1 0 1 0 0,-1 0-1 0 0,0 0 1 0 0,0 0-1 0 0,1 0 1 0 0,-1 0-1 0 0,0 0 1 0 0,1 0-1 0 0,-1 0 0 0 0,1 0 1 0 0,0 0-1 0 0,-1 0 1 0 0,1 0-1 0 0,0 0 1 0 0,0 1-1 0 0,-1 1 1 0 0,-5 30 495 0 0,6-30-500 0 0,-8 85 715 0 0,3 90-1 0 0,2-30-871 0 0,-3-48 36 0 0,1-40 119 0 0,2 0 1 0 0,12 122-1 0 0,-8-177-277 0 0,0 0 0 0 0,0 0 0 0 0,1 0 0 0 0,0 0 0 0 0,0 0 1 0 0,0-1-1 0 0,6 10 0 0 0,4 6 89 0 0,-33-64-312 0 0,12 22 263 0 0,-1 0 0 0 0,-2 1 0 0 0,-23-34 0 0 0,56 133 724 0 0,-13-51-697 0 0,-7-19 48 0 0,2 1 0 0 0,-1-1 0 0 0,1 0 0 0 0,6 12 0 0 0,-8-20-111 0 0,0 0-1 0 0,0 0 1 0 0,0 0-1 0 0,-1-1 1 0 0,1 1-1 0 0,0 0 1 0 0,0 0-1 0 0,0-1 1 0 0,0 1 0 0 0,0-1-1 0 0,-1 1 1 0 0,1-1-1 0 0,0 1 1 0 0,0-1-1 0 0,-1 1 1 0 0,1-1-1 0 0,0 0 1 0 0,-1 1-1 0 0,1-1 1 0 0,-1 0-1 0 0,1 0 1 0 0,-1 0 0 0 0,2-1-1 0 0,15-20-53 0 0,-17 22 35 0 0,28-38-380 0 0,-3 19-6985 0 0,-16 17 2922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48.6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82 2457 0 0,'3'1'8035'0'0,"4"0"-3902"0"0,36 5-2804 0 0,64-4 195 0 0,-62 2-1043 0 0,79-4-1 0 0,-119 0-461 0 0,25-3 65 0 0,57 4 1 0 0,-65-1-81 0 0,1 0 0 0 0,29-5 0 0 0,23 0-91 0 0,137-3 204 0 0,-153 4-121 0 0,-9 3-57 0 0,39-4 33 0 0,84-14 289 0 0,-23 9-307 0 0,-95 7 28 0 0,43-6 98 0 0,-95 9-198 0 0,0-1-1 0 0,1 1 0 0 0,-1-1 0 0 0,0 0 1 0 0,0-1-1 0 0,0 1 0 0 0,0 0 1 0 0,6-4-1 0 0,-1-7-8896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52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75 165 1248 0 0,'29'-61'390'0'0,"-5"27"287"0"0,-5 19 2592 0 0,-21 32 4983 0 0,4 29-8282 0 0,-2-37 627 0 0,3 33-269 0 0,-1-29-73 0 0,-1 0 0 0 0,0 0-1 0 0,-2 24 1 0 0,-63-37 3368 0 0,58-2-3570 0 0,1 1-1 0 0,-1-1 1 0 0,1 0-1 0 0,0 0 0 0 0,0-1 1 0 0,0 0-1 0 0,1 0 0 0 0,-1 0 1 0 0,0 0-1 0 0,1-1 0 0 0,0 1 1 0 0,-6-8-1 0 0,7 8-52 0 0,2 1-1 0 0,-1 0 1 0 0,0-1 0 0 0,0 0 0 0 0,1 1 0 0 0,-1-1-1 0 0,1 0 1 0 0,0 0 0 0 0,0 0 0 0 0,0 0-1 0 0,0 0 1 0 0,0 0 0 0 0,1 0 0 0 0,-1 0-1 0 0,1 0 1 0 0,0 0 0 0 0,0 0 0 0 0,0-1-1 0 0,1 1 1 0 0,-1 0 0 0 0,1 0 0 0 0,-1 0 0 0 0,2-4-1 0 0,4-6 12 0 0,-1 1 0 0 0,2-1 0 0 0,0 1 0 0 0,13-17 0 0 0,-17 24-7 0 0,0 1 0 0 0,1 0 0 0 0,0 0 0 0 0,-1 1-1 0 0,1-1 1 0 0,1 1 0 0 0,-1 0 0 0 0,0 0 0 0 0,1 0-1 0 0,0 1 1 0 0,-1 0 0 0 0,1-1 0 0 0,0 2 0 0 0,0-1-1 0 0,7-1 1 0 0,-7 3 18 0 0,1-1 0 0 0,0 1 0 0 0,-1 0 0 0 0,1 1 0 0 0,0 0 0 0 0,-1 0 0 0 0,1 0-1 0 0,-1 0 1 0 0,1 1 0 0 0,-1 0 0 0 0,0 0 0 0 0,0 0 0 0 0,0 1 0 0 0,0 0 0 0 0,0 0 0 0 0,0 0 0 0 0,-1 0-1 0 0,1 1 1 0 0,-1 0 0 0 0,0 0 0 0 0,0 0 0 0 0,-1 0 0 0 0,7 10 0 0 0,-7-8 53 0 0,0 1 0 0 0,-1 0 0 0 0,0 0 1 0 0,0 0-1 0 0,-1 0 0 0 0,0 1 0 0 0,0-1 1 0 0,0 11-1 0 0,-1-15-95 0 0,0 0-1 0 0,0 0 1 0 0,-1 0-1 0 0,1 0 1 0 0,-1-1-1 0 0,0 1 1 0 0,1 0 0 0 0,-1 0-1 0 0,-1 0 1 0 0,1-1-1 0 0,0 1 1 0 0,-1-1-1 0 0,1 1 1 0 0,-1-1 0 0 0,0 1-1 0 0,1-1 1 0 0,-1 0-1 0 0,-1 0 1 0 0,1 0 0 0 0,0 0-1 0 0,0 0 1 0 0,-1-1-1 0 0,1 1 1 0 0,-5 2-1 0 0,1-3-1400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52.9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82 2136 0 0,'-6'-5'15539'0'0,"21"-2"-13323"0"0,15-10-1926 0 0,-26 16-254 0 0,1-1 0 0 0,-1 0 0 0 0,1-1 0 0 0,-1 1 0 0 0,0-1 1 0 0,0 0-1 0 0,0 0 0 0 0,0 0 0 0 0,-1-1 0 0 0,1 1 0 0 0,-1-1 0 0 0,0 0 0 0 0,0 1 0 0 0,4-9 0 0 0,-9 16-1670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04.9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10 992 0 0,'-1'-1'458'0'0,"1"1"1"0"0,0-1-1 0 0,-1 0 0 0 0,0 1 0 0 0,1-1 0 0 0,-1 0 0 0 0,1 1 1 0 0,-1-1-1 0 0,0 1 0 0 0,1-1 0 0 0,-1 1 0 0 0,0 0 0 0 0,1-1 1 0 0,-1 1-1 0 0,0 0 0 0 0,0-1 0 0 0,0 1 0 0 0,1 0 0 0 0,-1 0 1 0 0,0 0-1 0 0,0 0 0 0 0,0-1 0 0 0,1 1 0 0 0,-1 0 1 0 0,0 1-1 0 0,0-1 0 0 0,0 0 0 0 0,-1 0 0 0 0,1 1-186 0 0,0 0 0 0 0,0 0 0 0 0,1 0 0 0 0,-1 0 1 0 0,0 0-1 0 0,0 1 0 0 0,1-1 0 0 0,-1 0 0 0 0,1 0 0 0 0,-1 0 0 0 0,1 1 0 0 0,-1-1 0 0 0,1 0 0 0 0,0 1 0 0 0,-1 1 0 0 0,0 64-1138 0 0,2-57 1773 0 0,1 58-675 0 0,0-13 0 0 0,-9 110 0 0 0,6-160-252 0 0,0 0 0 0 0,0 0-1 0 0,0 0 1 0 0,0 0 0 0 0,-1-1-1 0 0,0 1 1 0 0,0 0 0 0 0,0-1-1 0 0,0 1 1 0 0,-5 4-1 0 0,6-9 4 0 0,0 0 0 0 0,0 0-1 0 0,0-1 1 0 0,0 1-1 0 0,0 0 1 0 0,1-1-1 0 0,-1 1 1 0 0,0-1-1 0 0,0 1 1 0 0,0-1-1 0 0,0 0 1 0 0,0 1 0 0 0,1-1-1 0 0,-1 0 1 0 0,0 1-1 0 0,0-1 1 0 0,1 0-1 0 0,-1 0 1 0 0,1 0-1 0 0,-1 0 1 0 0,0-1 0 0 0,-16-27 15 0 0,14 23-3 0 0,-9-18-31 0 0,10 18 47 0 0,0 1-1 0 0,0-1 1 0 0,-1 1-1 0 0,0 0 0 0 0,0 0 1 0 0,0 0-1 0 0,0 1 0 0 0,-1-1 1 0 0,0 1-1 0 0,-5-6 0 0 0,20 51 294 0 0,1 15-271 0 0,-11-44-17 0 0,1 0-1 0 0,1-1 1 0 0,-1 1-1 0 0,2-1 0 0 0,6 15 1 0 0,-10-25-15 0 0,0-1 1 0 0,1 0-1 0 0,-1 1 1 0 0,0-1-1 0 0,0 1 0 0 0,1-1 1 0 0,-1 0-1 0 0,0 0 1 0 0,0 1-1 0 0,1-1 1 0 0,-1 0-1 0 0,0 1 0 0 0,1-1 1 0 0,-1 0-1 0 0,0 0 1 0 0,1 1-1 0 0,-1-1 1 0 0,0 0-1 0 0,1 0 0 0 0,-1 0 1 0 0,1 0-1 0 0,-1 0 1 0 0,0 0-1 0 0,1 1 1 0 0,-1-1-1 0 0,1 0 1 0 0,-1 0-1 0 0,1 0 0 0 0,-1 0 1 0 0,0 0-1 0 0,1-1 1 0 0,-1 1-1 0 0,1 0 1 0 0,-1 0-1 0 0,1 0 0 0 0,15-13 205 0 0,9-25 325 0 0,-24 36-476 0 0,9-16-102 0 0,12-17 60 0 0,0 20-5726 0 0,-13 8-1436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05.7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51 7522 0 0,'0'0'161'0'0,"-1"0"-1"0"0,1 0 1 0 0,0 0 0 0 0,0 0 0 0 0,-1 0 0 0 0,1 0 0 0 0,0 0 0 0 0,0 0 0 0 0,-1 0 0 0 0,1 0 0 0 0,0 0 0 0 0,0 0 0 0 0,-1 0 0 0 0,1 0 0 0 0,0 0 0 0 0,0 0 0 0 0,-1 0 0 0 0,1-1 0 0 0,0 1-1 0 0,-1-1 645 0 0,1 1-644 0 0,0 0 0 0 0,0 0 0 0 0,0 0 0 0 0,-1-1 0 0 0,1 1 0 0 0,0 0 0 0 0,0 0 0 0 0,0 0 0 0 0,0-1 0 0 0,0 1 0 0 0,0 0-1 0 0,0 0 1 0 0,0-1 0 0 0,0 1 0 0 0,0 0 0 0 0,0 0 0 0 0,0-1 0 0 0,0 1 0 0 0,0 0 0 0 0,0-1 0 0 0,8-14 1723 0 0,17-10-1781 0 0,-25 24-91 0 0,1 1 0 0 0,0 0 1 0 0,0-1-1 0 0,0 1 0 0 0,0 0 1 0 0,-1 0-1 0 0,1-1 0 0 0,0 1 1 0 0,0 0-1 0 0,0 0 0 0 0,0 0 1 0 0,0 0-1 0 0,0 0 1 0 0,-1 0-1 0 0,1 0 0 0 0,0 0 1 0 0,0 1-1 0 0,0-1 0 0 0,0 0 1 0 0,0 0-1 0 0,-1 1 0 0 0,1-1 1 0 0,0 1-1 0 0,0-1 0 0 0,-1 1 1 0 0,1-1-1 0 0,0 1 0 0 0,0-1 1 0 0,-1 1-1 0 0,1-1 0 0 0,-1 1 1 0 0,2 1-1 0 0,-1 1 10 0 0,1-1-1 0 0,-1 1 0 0 0,0 0 0 0 0,0 0 1 0 0,-1 0-1 0 0,1 0 0 0 0,-1 0 1 0 0,1 0-1 0 0,-1 0 0 0 0,0 3 1 0 0,0 3-38 0 0,0-1 1 0 0,-1 0-1 0 0,0 0 1 0 0,0 0 0 0 0,-1 0-1 0 0,0 0 1 0 0,-4 10-1 0 0,4-17-270 0 0,3-9 138 0 0,9-13 162 0 0,-9 20 11 0 0,0-1-1 0 0,0 1 1 0 0,0-1 0 0 0,0 1-1 0 0,1 0 1 0 0,-1 0-1 0 0,0 0 1 0 0,1 0-1 0 0,-1 0 1 0 0,1 0-1 0 0,-1 0 1 0 0,1 0-1 0 0,-1 0 1 0 0,1 1 0 0 0,0-1-1 0 0,-1 1 1 0 0,1-1-1 0 0,0 1 1 0 0,-1-1-1 0 0,1 1 1 0 0,0 0-1 0 0,0 0 1 0 0,-1 0 0 0 0,1 0-1 0 0,0 0 1 0 0,0 1-1 0 0,2 0 1 0 0,-2 0 27 0 0,-1 0-1 0 0,1 0 1 0 0,0 1 0 0 0,0-1 0 0 0,-1 1 0 0 0,1 0 0 0 0,0-1-1 0 0,-1 1 1 0 0,0 0 0 0 0,1 0 0 0 0,-1 0 0 0 0,0 0 0 0 0,0 0-1 0 0,0 0 1 0 0,0 0 0 0 0,-1 0 0 0 0,2 5 0 0 0,-1-3-7 0 0,0 1 0 0 0,0-1 0 0 0,-1 1 1 0 0,1-1-1 0 0,-1 1 0 0 0,0 0 0 0 0,-1-1 0 0 0,1 1 1 0 0,-3 8-1 0 0,3-11-80 0 0,-1 0 1 0 0,1 0 0 0 0,-1 0-1 0 0,0 0 1 0 0,0 0 0 0 0,0 0-1 0 0,0 0 1 0 0,0-1-1 0 0,0 1 1 0 0,-1 0 0 0 0,1-1-1 0 0,-1 1 1 0 0,1-1 0 0 0,-1 1-1 0 0,1-1 1 0 0,-1 0-1 0 0,0 1 1 0 0,0-1 0 0 0,1 0-1 0 0,-1 0 1 0 0,-3 1 0 0 0,5-2-62 0 0,-1 0 0 0 0,1 0 0 0 0,0 0 0 0 0,-1 0 0 0 0,1 1 0 0 0,-1-1 0 0 0,1 0 0 0 0,0 0 0 0 0,-1 0 1 0 0,1 0-1 0 0,-1 0 0 0 0,1 0 0 0 0,-1 0 0 0 0,1-1 0 0 0,0 1 0 0 0,-1 0 0 0 0,1 0 0 0 0,-1 0 0 0 0,1 0 0 0 0,0 0 1 0 0,-1-1-1 0 0,1 1 0 0 0,0 0 0 0 0,-1 0 0 0 0,1-1 0 0 0,0 1 0 0 0,-1 0 0 0 0,1 0 0 0 0,0-1 0 0 0,-1 1 1 0 0,1 0-1 0 0,0-1 0 0 0,-3-13-8827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06.6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277 331 2657 0 0,'-29'22'7285'0'0,"26"-19"-7028"0"0,0-1-1 0 0,0 1 0 0 0,0-1 0 0 0,0 0 0 0 0,0 0 0 0 0,0 0 1 0 0,0 0-1 0 0,-1-1 0 0 0,1 1 0 0 0,0-1 0 0 0,-1 0 1 0 0,0 0-1 0 0,1 0 0 0 0,-1 0 0 0 0,0-1 0 0 0,1 1 0 0 0,-1-1 1 0 0,0 0-1 0 0,-6-1 0 0 0,2 1-103 0 0,1-1 1 0 0,-1 0-1 0 0,0-1 0 0 0,0 1 1 0 0,1-2-1 0 0,-1 1 1 0 0,1-1-1 0 0,0 0 1 0 0,0 0-1 0 0,0-1 0 0 0,0 0 1 0 0,1 0-1 0 0,-1-1 1 0 0,1 0-1 0 0,0 0 0 0 0,0 0 1 0 0,1-1-1 0 0,0 1 1 0 0,0-2-1 0 0,0 1 0 0 0,1 0 1 0 0,0-1-1 0 0,0 0 1 0 0,0 0-1 0 0,1 0 0 0 0,0 0 1 0 0,0-1-1 0 0,1 1 1 0 0,0-1-1 0 0,1 1 0 0 0,-1-1 1 0 0,1 0-1 0 0,1 0 1 0 0,-1 1-1 0 0,2-1 0 0 0,0-9 1 0 0,0 8-110 0 0,1-1 0 0 0,1 1 1 0 0,0 0-1 0 0,0 1 0 0 0,0-1 0 0 0,1 0 1 0 0,0 1-1 0 0,1 0 0 0 0,0 0 0 0 0,0 0 1 0 0,1 1-1 0 0,11-13 0 0 0,-12 15-34 0 0,0 0 0 0 0,1 0 0 0 0,0 1 0 0 0,-1-1 0 0 0,1 1 0 0 0,1 0-1 0 0,-1 1 1 0 0,1 0 0 0 0,-1 0 0 0 0,1 0 0 0 0,0 0 0 0 0,0 1 0 0 0,0 1 0 0 0,0-1 0 0 0,0 1-1 0 0,1 0 1 0 0,7 1 0 0 0,-6 1 26 0 0,0 0-1 0 0,0 1 0 0 0,0 0 0 0 0,0 1 1 0 0,-1 0-1 0 0,1 0 0 0 0,-1 1 0 0 0,0 0 1 0 0,0 1-1 0 0,0-1 0 0 0,-1 2 1 0 0,11 8-1 0 0,-12-9 11 0 0,0 0 1 0 0,-1 0-1 0 0,1 1 1 0 0,-1 0-1 0 0,0 0 0 0 0,-1 0 1 0 0,0 0-1 0 0,0 1 1 0 0,0 0-1 0 0,-1 0 0 0 0,0 0 1 0 0,0 0-1 0 0,0 1 1 0 0,2 13-1 0 0,-5-12 7 0 0,-1 0-1 0 0,0 1 1 0 0,0-1 0 0 0,0 0-1 0 0,-2 0 1 0 0,1 0-1 0 0,-1 0 1 0 0,0-1 0 0 0,-7 14-1 0 0,-1 5-4304 0 0,2 1-5761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6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0 4425 0 0,'-27'12'4678'0'0,"22"-9"-4388"0"0,1 2 0 0 0,-1-1 0 0 0,1 0-1 0 0,-1 1 1 0 0,1 0 0 0 0,-4 7 0 0 0,3-4-181 0 0,1-1 0 0 0,-1 1-1 0 0,2 0 1 0 0,-1 1 0 0 0,1-1 0 0 0,0 1 0 0 0,-1 10 0 0 0,3-15-55 0 0,1 0 1 0 0,-1 0 0 0 0,1 0 0 0 0,0 0 0 0 0,1 0 0 0 0,-1 1 0 0 0,1-1-1 0 0,0 0 1 0 0,0 0 0 0 0,0-1 0 0 0,0 1 0 0 0,1 0 0 0 0,0 0 0 0 0,-1-1 0 0 0,1 1-1 0 0,1-1 1 0 0,-1 1 0 0 0,0-1 0 0 0,1 0 0 0 0,0 0 0 0 0,0 0 0 0 0,0 0-1 0 0,6 5 1 0 0,-6-7-38 0 0,-1 0-1 0 0,1 0 1 0 0,-1 0-1 0 0,1 0 0 0 0,0 0 1 0 0,0 0-1 0 0,-1 0 1 0 0,1-1-1 0 0,0 0 0 0 0,0 1 1 0 0,0-1-1 0 0,0 0 1 0 0,-1-1-1 0 0,1 1 0 0 0,0 0 1 0 0,0-1-1 0 0,0 1 1 0 0,-1-1-1 0 0,1 0 1 0 0,0 0-1 0 0,-1 0 0 0 0,1 0 1 0 0,-1-1-1 0 0,1 1 1 0 0,-1-1-1 0 0,1 1 0 0 0,-1-1 1 0 0,0 0-1 0 0,0 0 1 0 0,0 0-1 0 0,0 0 0 0 0,0 0 1 0 0,-1-1-1 0 0,4-3 1 0 0,-1-1 138 0 0,0 0 1 0 0,0-1 0 0 0,-1 1 0 0 0,1-1 0 0 0,-2 0 0 0 0,1 1 0 0 0,-1-1 0 0 0,0 0-1 0 0,1-16 1 0 0,-3 22-142 0 0,1 0-1 0 0,-1 0 1 0 0,0 0 0 0 0,0 0-1 0 0,0 0 1 0 0,0 0 0 0 0,0 0-1 0 0,0 0 1 0 0,-1 0-1 0 0,1 0 1 0 0,-1 0 0 0 0,1 0-1 0 0,-1 0 1 0 0,0 0-1 0 0,0 1 1 0 0,0-1 0 0 0,0 0-1 0 0,0 0 1 0 0,0 1-1 0 0,0-1 1 0 0,0 1 0 0 0,-1-1-1 0 0,1 1 1 0 0,-1-1-1 0 0,1 1 1 0 0,-1 0 0 0 0,1 0-1 0 0,-1 0 1 0 0,0 0-1 0 0,0 0 1 0 0,1 0 0 0 0,-1 0-1 0 0,0 0 1 0 0,0 1-1 0 0,0-1 1 0 0,0 1 0 0 0,0 0-1 0 0,0-1 1 0 0,0 1-1 0 0,0 0 1 0 0,0 0 0 0 0,0 0-1 0 0,0 0 1 0 0,0 1-1 0 0,-3 0 1 0 0,2-1-354 0 0,0 1 0 0 0,1 0 1 0 0,-1-1-1 0 0,0 1 0 0 0,0 1 0 0 0,1-1 0 0 0,-1 0 0 0 0,0 1 1 0 0,1-1-1 0 0,0 1 0 0 0,-1 0 0 0 0,1 0 0 0 0,0 0 0 0 0,-3 3 1 0 0,-11 22-7747 0 0,14-18 5615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6.5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2849 0 0,'0'5'1156'0'0,"0"0"1"0"0,1 0 0 0 0,0 0 0 0 0,0 0 0 0 0,1 0 0 0 0,-1 0 0 0 0,4 6 0 0 0,23 36 1846 0 0,-19-35-2977 0 0,1 0 0 0 0,0 0 0 0 0,1-2 0 0 0,22 18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6.8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5249 0 0,'0'1'4633'0'0,"0"0"-4305"0"0,0-1-168 0 0,0 1-104 0 0,0 0-160 0 0,1 0-288 0 0,0 1-528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7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3305 0 0,'-1'1'2352'0'0,"1"2"-823"0"0,-1-1-569 0 0,1 0-296 0 0,-1-1-288 0 0,0-1-176 0 0,1 0-200 0 0,-1 0-240 0 0,1-1-368 0 0,-1-3-2465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7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18 3641 0 0,'-1'-1'276'0'0,"0"1"0"0"0,0 0 0 0 0,0-1 0 0 0,0 1 0 0 0,-1 0 0 0 0,1 0-1 0 0,0 0 1 0 0,0 0 0 0 0,0 0 0 0 0,0 0 0 0 0,0 0 0 0 0,0 1 0 0 0,0-1 0 0 0,0 0 0 0 0,0 0 0 0 0,0 1 0 0 0,0-1 0 0 0,0 1 0 0 0,0-1 0 0 0,0 1 0 0 0,0-1 0 0 0,0 1 0 0 0,0 0 0 0 0,0-1 0 0 0,0 1 0 0 0,1 0 0 0 0,-1 0 0 0 0,0 0 0 0 0,1 0 0 0 0,-2 1-1 0 0,1 1-130 0 0,0-1-1 0 0,1 1 0 0 0,-1 0 0 0 0,0 0 0 0 0,1 0 0 0 0,0 0 0 0 0,0 0 0 0 0,0 0 0 0 0,0-1 0 0 0,0 1 0 0 0,1 5 1 0 0,0-1-157 0 0,1 1 0 0 0,0 0 0 0 0,0 0 0 0 0,1-1 0 0 0,0 0 0 0 0,0 1 0 0 0,1-1 1 0 0,5 8-1 0 0,-8-14 20 0 0,-1 0-1 0 0,1 0 1 0 0,0 0 0 0 0,-1 0 0 0 0,1 0 0 0 0,0-1 0 0 0,0 1 0 0 0,0 0 0 0 0,0 0 0 0 0,0-1 0 0 0,0 1 0 0 0,0-1-1 0 0,0 1 1 0 0,0-1 0 0 0,0 1 0 0 0,0-1 0 0 0,0 0 0 0 0,0 1 0 0 0,0-1 0 0 0,1 0 0 0 0,-1 0 0 0 0,0 0 0 0 0,0 0-1 0 0,0 0 1 0 0,0 0 0 0 0,0 0 0 0 0,2 0 0 0 0,-2-1 34 0 0,0 0 1 0 0,1 0-1 0 0,-1 0 0 0 0,0 0 1 0 0,0 0-1 0 0,0-1 0 0 0,1 1 1 0 0,-1 0-1 0 0,-1-1 0 0 0,1 1 0 0 0,0 0 1 0 0,0-1-1 0 0,0 1 0 0 0,-1-1 1 0 0,1 1-1 0 0,0-3 0 0 0,1-3 161 0 0,-1 1 0 0 0,1-1-1 0 0,-1 0 1 0 0,-1 0 0 0 0,1 1-1 0 0,-1-1 1 0 0,0 0 0 0 0,-2-9-1 0 0,0 12-65 0 0,0-1-1 0 0,0 0 0 0 0,0 1 0 0 0,-1 0 1 0 0,0-1-1 0 0,0 1 0 0 0,0 0 1 0 0,0 1-1 0 0,-1-1 0 0 0,0 1 0 0 0,-5-5 1 0 0,8 7-255 0 0,0 0 0 0 0,-1 0 0 0 0,1 0 0 0 0,-1 0 0 0 0,1 1 1 0 0,-1-1-1 0 0,1 0 0 0 0,-1 1 0 0 0,1-1 0 0 0,-1 1 0 0 0,0 0 1 0 0,1-1-1 0 0,-1 1 0 0 0,0 0 0 0 0,-3 0 0 0 0,4 1-225 0 0,0-1-1 0 0,0 1 0 0 0,-1-1 1 0 0,1 1-1 0 0,0 0 1 0 0,0-1-1 0 0,0 1 0 0 0,0 0 1 0 0,0 0-1 0 0,0 0 1 0 0,0 0-1 0 0,0 0 0 0 0,0 0 1 0 0,0 0-1 0 0,1 0 1 0 0,-1 0-1 0 0,0 0 0 0 0,1 0 1 0 0,-1 0-1 0 0,0 1 1 0 0,1-1-1 0 0,0 0 0 0 0,-1 2 1 0 0,-1 4-4846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8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74 5281 0 0,'14'1'9609'0'0,"-10"-1"-9467"0"0,1 0 1 0 0,-1 1-1 0 0,1-2 0 0 0,-1 1 0 0 0,1 0 0 0 0,-1-1 0 0 0,1 0 0 0 0,6-2 0 0 0,2-2-671 0 0,20-7-917 0 0,-12 9-6363 0 0</inkml:trace>
  <inkml:trace contextRef="#ctx0" brushRef="#br0" timeOffset="1">87 0 6473 0 0,'22'45'7708'0'0,"-20"-42"-7595"0"0,0 0-1 0 0,0 0 0 0 0,0 0 0 0 0,0 0 1 0 0,-1 0-1 0 0,1 0 0 0 0,-1 0 1 0 0,0 1-1 0 0,1-1 0 0 0,-2 1 0 0 0,1-1 1 0 0,0 0-1 0 0,-1 1 0 0 0,0 0 0 0 0,1-1 1 0 0,-1 1-1 0 0,-1-1 0 0 0,1 1 1 0 0,0-1-1 0 0,-1 1 0 0 0,0-1 0 0 0,-2 6 1 0 0,-7 20-1387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8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 5409 0 0,'11'-2'10457'0'0,"34"-8"-9085"0"0,-32 7-1601 0 0,7-2-3479 0 0,-9 0-5627 0 0,-7 4 6177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9.0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1 129 4681 0 0,'-1'-37'6256'0'0,"2"30"-5967"0"0,0 0-1 0 0,0 0 1 0 0,1 0 0 0 0,0 0-1 0 0,0 1 1 0 0,1-1-1 0 0,0 1 1 0 0,0-1-1 0 0,0 1 1 0 0,1 0-1 0 0,0 0 1 0 0,6-7-1 0 0,-10 13-236 0 0,1 0 0 0 0,0 0-1 0 0,-1 0 1 0 0,1 1 0 0 0,0-1-1 0 0,-1 0 1 0 0,1 0 0 0 0,0 0-1 0 0,-1 1 1 0 0,1-1-1 0 0,-1 0 1 0 0,1 1 0 0 0,0-1-1 0 0,-1 0 1 0 0,1 1 0 0 0,-1-1-1 0 0,1 1 1 0 0,-1-1-1 0 0,1 1 1 0 0,-1-1 0 0 0,0 1-1 0 0,1-1 1 0 0,-1 1 0 0 0,1-1-1 0 0,-1 1 1 0 0,0-1 0 0 0,0 1-1 0 0,1 0 1 0 0,-1-1-1 0 0,0 1 1 0 0,0 0 0 0 0,0-1-1 0 0,0 1 1 0 0,0 0 0 0 0,0-1-1 0 0,0 1 1 0 0,0 0-1 0 0,0 0 1 0 0,7 30 515 0 0,-4 8-222 0 0,4 20 107 0 0,6-24-9928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39.4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32 6553 0 0,'0'0'188'0'0,"0"0"0"0"0,0 1 0 0 0,0-1-1 0 0,0 0 1 0 0,0 0 0 0 0,0 1 0 0 0,-1-1 0 0 0,1 0-1 0 0,0 0 1 0 0,0 1 0 0 0,0-1 0 0 0,0 0-1 0 0,0 1 1 0 0,0-1 0 0 0,1 0 0 0 0,-1 0-1 0 0,0 1 1 0 0,0-1 0 0 0,0 0 0 0 0,0 1-1 0 0,0-1 1 0 0,2 2 1690 0 0,-2-2-1690 0 0,0 0-1 0 0,0 0 1 0 0,1 1 0 0 0,-1-1 0 0 0,0 0-1 0 0,0 0 1 0 0,1 0 0 0 0,-1 0 0 0 0,0 0-1 0 0,1 0 1 0 0,-1 0 0 0 0,0 0 0 0 0,20-1 2424 0 0,15-9-1786 0 0,-13 0-1102 0 0,13-4 695 0 0,-24 10-3997 0 0,1 2-3528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57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1 2136 0 0,'0'124'9607'0'0,"0"59"-5564"0"0,7 256-4215 0 0,-6-428 315 0 0,1 0 0 0 0,0 0-1 0 0,6 18 1 0 0,-5-22-97 0 0,0 1 1 0 0,-1 0-1 0 0,0 0 0 0 0,-1 0 1 0 0,1 0-1 0 0,-2 0 1 0 0,1 0-1 0 0,-1 9 0 0 0,-4-1 52 0 0,-1-13 87 0 0,-5-24 128 0 0,3 2-371 0 0,-10-19 27 0 0,4 9 25 0 0,0 0-1 0 0,-19-28 1 0 0,39 70-5 0 0,0-1 0 0 0,-1 2 1 0 0,-1-1-1 0 0,0 0 0 0 0,-1 1 0 0 0,3 18 0 0 0,-2-13 62 0 0,0 1 0 0 0,10 23 1 0 0,-15-43-46 0 0,0 0 0 0 0,0 1 1 0 0,0-1-1 0 0,0 0 0 0 0,1 0 1 0 0,-1 0-1 0 0,0 0 1 0 0,0 0-1 0 0,0 0 0 0 0,0 0 1 0 0,0 1-1 0 0,0-1 0 0 0,0 0 1 0 0,0 0-1 0 0,0 0 0 0 0,1 0 1 0 0,-1 0-1 0 0,0 0 1 0 0,0 0-1 0 0,0 0 0 0 0,0 0 1 0 0,0 0-1 0 0,0 1 0 0 0,1-1 1 0 0,-1 0-1 0 0,0 0 0 0 0,0 0 1 0 0,0 0-1 0 0,0 0 0 0 0,0 0 1 0 0,1 0-1 0 0,-1 0 1 0 0,0 0-1 0 0,0 0 0 0 0,0 0 1 0 0,0 0-1 0 0,0 0 0 0 0,1-1 1 0 0,-1 1-1 0 0,0 0 0 0 0,0 0 1 0 0,0 0-1 0 0,0 0 0 0 0,0 0 1 0 0,0 0-1 0 0,1 0 1 0 0,-1 0-1 0 0,0 0 0 0 0,0 0 1 0 0,0 0-1 0 0,0-1 0 0 0,0 1 1 0 0,0 0-1 0 0,0 0 0 0 0,0 0 1 0 0,0 0-1 0 0,1-1 1 0 0,7-13 299 0 0,5-21 248 0 0,-12 32-468 0 0,4-11 78 0 0,1 0 1 0 0,1 1-1 0 0,0-1 1 0 0,1 1 0 0 0,12-16-1 0 0,10-9-7663 0 0,-25 31 3739 0 0,0 0-1618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57.8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12 3121 0 0,'-5'-12'14337'0'0,"33"15"-13236"0"0,-27-3-1074 0 0,0 0 0 0 0,0 0 0 0 0,0 1 1 0 0,0-1-1 0 0,0 0 0 0 0,0 1 0 0 0,-1-1 0 0 0,1 1 1 0 0,0-1-1 0 0,0 1 0 0 0,0-1 0 0 0,0 1 0 0 0,0 0 1 0 0,-1-1-1 0 0,1 1 0 0 0,0 0 0 0 0,0 0 1 0 0,-1-1-1 0 0,1 1 0 0 0,-1 0 0 0 0,1 0 0 0 0,-1 0 1 0 0,1 0-1 0 0,-1 0 0 0 0,1 0 0 0 0,-1 0 1 0 0,0 1-1 0 0,1 1 3 0 0,-1 1 0 0 0,0-1 0 0 0,0 0 0 0 0,0 0 0 0 0,0 1 0 0 0,0-1 0 0 0,-1 0 0 0 0,-1 7 0 0 0,-2 0-158 0 0,1 0 1 0 0,-1 0-1 0 0,-1 0 0 0 0,-9 15 0 0 0,11-22 91 0 0,0 0 0 0 0,0 0 0 0 0,-1 0 0 0 0,1 0 0 0 0,-1-1 0 0 0,0 1 0 0 0,-3 1 0 0 0,3-2 205 0 0,6-2 197 0 0,21-8-434 0 0,-2 0 0 0 0,29-16-1 0 0,-31 13-3966 0 0,0-2-3750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9:58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275 303 1720 0 0,'-11'8'3902'0'0,"-9"6"1182"0"0,17-12-4729 0 0,0 0 1 0 0,-1 0-1 0 0,1 0 1 0 0,-1-1-1 0 0,1 0 1 0 0,-1 0 0 0 0,0 0-1 0 0,0 0 1 0 0,1-1-1 0 0,-1 1 1 0 0,0-1-1 0 0,0 0 1 0 0,-6 0-1 0 0,1-1-122 0 0,0 1 1 0 0,0-1-1 0 0,0-1 0 0 0,0 1 0 0 0,1-1 0 0 0,-1-1 0 0 0,0 0 0 0 0,1 0 0 0 0,0-1 0 0 0,0 0 0 0 0,0 0 0 0 0,0-1 0 0 0,0 0 1 0 0,1-1-1 0 0,-8-6 0 0 0,10 7-142 0 0,1-1 1 0 0,-1 0-1 0 0,1 0 1 0 0,0 0-1 0 0,1 0 1 0 0,-1-1-1 0 0,1 0 1 0 0,1 1-1 0 0,-1-1 1 0 0,1 0-1 0 0,0 0 1 0 0,1 0 0 0 0,-1-1-1 0 0,2 1 1 0 0,-1 0-1 0 0,1 0 1 0 0,0-1-1 0 0,0 1 1 0 0,2-10-1 0 0,-1 10-78 0 0,0-1-1 0 0,1 1 1 0 0,0 0-1 0 0,0 0 0 0 0,0 0 1 0 0,1 1-1 0 0,0-1 1 0 0,0 1-1 0 0,1-1 1 0 0,0 1-1 0 0,0 0 0 0 0,0 0 1 0 0,1 1-1 0 0,0-1 1 0 0,0 1-1 0 0,7-6 1 0 0,-7 8-10 0 0,-1 0 1 0 0,1 0-1 0 0,0 1 1 0 0,0-1-1 0 0,-1 1 1 0 0,1 0-1 0 0,1 1 1 0 0,-1-1-1 0 0,0 1 1 0 0,0 0-1 0 0,1 0 1 0 0,-1 1-1 0 0,0 0 1 0 0,1-1-1 0 0,-1 2 1 0 0,0-1-1 0 0,1 1 1 0 0,-1 0-1 0 0,0 0 1 0 0,0 0-1 0 0,1 1 1 0 0,5 2-1 0 0,-4-1 53 0 0,0 0-1 0 0,0 0 1 0 0,-1 1-1 0 0,1-1 1 0 0,-1 1-1 0 0,0 1 1 0 0,0-1-1 0 0,-1 1 1 0 0,1 0-1 0 0,-1 0 0 0 0,0 1 1 0 0,-1 0-1 0 0,1 0 1 0 0,-1 0-1 0 0,0 0 1 0 0,-1 0-1 0 0,1 1 1 0 0,-1 0-1 0 0,0 0 1 0 0,2 12-1 0 0,-2-6-307 0 0,-1 1-1 0 0,-1-1 0 0 0,-1 1 1 0 0,0 0-1 0 0,0 0 1 0 0,-2-1-1 0 0,1 1 0 0 0,-2-1 1 0 0,0 1-1 0 0,-6 16 1 0 0,8-23-2040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00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39 2152 0 0,'7'0'8025'0'0,"9"-1"-5466"0"0,15-1-1131 0 0,-16 0-995 0 0,1 1-1 0 0,-1 0 1 0 0,1 1-1 0 0,19 3 1 0 0,18 0 89 0 0,51 1 198 0 0,-89-4-567 0 0,-1-1-1 0 0,1 0 1 0 0,-1-1-1 0 0,0-1 1 0 0,0 0-1 0 0,15-5 1 0 0,-13 3 10 0 0,0 1 1 0 0,1 0 0 0 0,0 2-1 0 0,18-2 1 0 0,11 2 44 0 0,-6-1-620 0 0,-15 4-2858 0 0,-5 6-1508 0 0,-12-3-1567 0 0,-4-2 2711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44.0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1 3665 0 0,'-1'0'397'0'0,"-1"1"0"0"0,0 0 0 0 0,0 0 0 0 0,0 0 0 0 0,1 0 0 0 0,-1 0 0 0 0,0 0 1 0 0,1 0-1 0 0,-1 0 0 0 0,1 1 0 0 0,0-1 0 0 0,-3 3 0 0 0,-13 26 801 0 0,-3 31-1153 0 0,18-52 132 0 0,1-1 1 0 0,0 1-1 0 0,1-1 0 0 0,0 0 0 0 0,0 1 0 0 0,1-1 0 0 0,0 1 1 0 0,0-1-1 0 0,1 0 0 0 0,5 16 0 0 0,-6-22-134 0 0,0 0 0 0 0,0 0 0 0 0,0 0 0 0 0,0 0 0 0 0,0 0 0 0 0,0 0 0 0 0,1 0 0 0 0,-1 0 0 0 0,1 0 0 0 0,-1-1 0 0 0,1 1 0 0 0,0-1 0 0 0,0 1 0 0 0,-1-1 1 0 0,1 0-1 0 0,0 1 0 0 0,0-1 0 0 0,0 0 0 0 0,1 0 0 0 0,-1-1 0 0 0,0 1 0 0 0,0 0 0 0 0,0-1 0 0 0,1 1 0 0 0,-1-1 0 0 0,0 0 0 0 0,1 0 0 0 0,-1 1 0 0 0,0-2 0 0 0,1 1 0 0 0,-1 0 0 0 0,0 0 0 0 0,0-1 0 0 0,1 1 0 0 0,-1-1 0 0 0,0 0 0 0 0,0 0 0 0 0,0 0 0 0 0,0 0 0 0 0,0 0 0 0 0,0 0 0 0 0,0 0 0 0 0,3-3 0 0 0,2-1 105 0 0,0-1 0 0 0,0 0 0 0 0,-1 0 0 0 0,0 0-1 0 0,0-1 1 0 0,-1 0 0 0 0,0 0 0 0 0,0-1 0 0 0,0 1-1 0 0,-1-1 1 0 0,0 0 0 0 0,3-11 0 0 0,-5 16-41 0 0,-1 0-1 0 0,0-1 1 0 0,-1 0-1 0 0,1 1 1 0 0,0-1 0 0 0,-1 1-1 0 0,0-1 1 0 0,0 0-1 0 0,0 1 1 0 0,0-1 0 0 0,-1 0-1 0 0,1 1 1 0 0,-3-8 0 0 0,2 9-74 0 0,0 0 1 0 0,0 0-1 0 0,-1 0 1 0 0,1 0 0 0 0,-1 0-1 0 0,0 0 1 0 0,1 0-1 0 0,-1 0 1 0 0,0 0 0 0 0,0 1-1 0 0,0-1 1 0 0,0 1 0 0 0,-1 0-1 0 0,1 0 1 0 0,0-1-1 0 0,0 1 1 0 0,-1 1 0 0 0,1-1-1 0 0,-1 0 1 0 0,1 0 0 0 0,-1 1-1 0 0,-2-1 1 0 0,1 1-199 0 0,0-1 0 0 0,1 1 0 0 0,-1 0-1 0 0,1 0 1 0 0,-1 1 0 0 0,0-1 0 0 0,1 1 0 0 0,-1-1 0 0 0,1 1 0 0 0,-1 0 0 0 0,1 0 0 0 0,0 1 0 0 0,-1-1-1 0 0,1 1 1 0 0,0 0 0 0 0,0-1 0 0 0,0 1 0 0 0,-4 4 0 0 0,4-3-772 0 0,0 0 1 0 0,0 0 0 0 0,0 0-1 0 0,0 1 1 0 0,1 0-1 0 0,-1-1 1 0 0,1 1-1 0 0,0 0 1 0 0,-2 5 0 0 0,1 0-3055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44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8474 0 0,'38'63'7307'0'0,"26"27"-7506"0"0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44.7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3513 0 0,'0'0'4057'0'0,"1"0"-3809"0"0,-1 0-208 0 0,1 0-272 0 0,0-1-352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45.0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2561 0 0,'0'2'2360'0'0,"-1"2"-320"0"0,1 1-599 0 0,0 0-361 0 0,0-1-392 0 0,1-1-232 0 0,-1 0-144 0 0,2 1-160 0 0,-1-1-40 0 0,-1 0-112 0 0,1 1-144 0 0,1-2-272 0 0,0 1-392 0 0,0-2-656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45.4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0 7026 0 0,'-3'20'2478'0'0,"1"0"0"0"0,0 30 0 0 0,2-19-2978 0 0,3 1 0 0 0,8 42 0 0 0,-11-74 415 0 0,4 14-2046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45.8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4561 0 0,'6'3'7459'0'0,"5"-2"-3567"0"0,32-1-3823 0 0,-19 0 299 0 0,-15 1-879 0 0,26 0 985 0 0,-22-5-3493 0 0,-10-6-5172 0 0</inkml:trace>
  <inkml:trace contextRef="#ctx0" brushRef="#br0" timeOffset="1">90 0 4137 0 0,'24'21'8796'0'0,"-20"-18"-8349"0"0,0 1 0 0 0,1-1 0 0 0,-2 1 0 0 0,1 0 0 0 0,0 0-1 0 0,-1 0 1 0 0,5 8 0 0 0,-7-10-423 0 0,0 0-1 0 0,-1 0 1 0 0,1 0-1 0 0,-1 0 1 0 0,1 0-1 0 0,-1 0 1 0 0,0 1 0 0 0,0-1-1 0 0,0 0 1 0 0,0 0-1 0 0,0 0 1 0 0,-1 0-1 0 0,1 1 1 0 0,-1-1-1 0 0,1 0 1 0 0,-1 0-1 0 0,0 0 1 0 0,0 0-1 0 0,0 0 1 0 0,0 0-1 0 0,0 0 1 0 0,0-1-1 0 0,-3 4 1 0 0,4-5-75 0 0,-19 25-2232 0 0,3-12-7067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46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 6425 0 0,'-7'6'7296'0'0,"-11"34"-6682"0"0,17-34-600 0 0,0 0 0 0 0,0 1 0 0 0,0-1 0 0 0,1 0 0 0 0,0 1 0 0 0,0-1 0 0 0,1 1 0 0 0,0-1 0 0 0,0 1 0 0 0,3 7 0 0 0,-4-13-14 0 0,0 1 1 0 0,1-1-1 0 0,0 0 0 0 0,-1 1 1 0 0,1-1-1 0 0,0 0 0 0 0,0 1 0 0 0,0-1 1 0 0,0 0-1 0 0,0 0 0 0 0,0 0 1 0 0,0 0-1 0 0,0 0 0 0 0,0 0 1 0 0,0 0-1 0 0,1 0 0 0 0,-1 0 1 0 0,0 0-1 0 0,2 0 0 0 0,-1-1 12 0 0,0 1 0 0 0,0-1 0 0 0,0 0 0 0 0,0 0 0 0 0,0-1 0 0 0,0 1 0 0 0,0 0 0 0 0,0-1 0 0 0,0 1 0 0 0,0-1 0 0 0,0 1 0 0 0,0-1 0 0 0,0 0 0 0 0,0 0 0 0 0,-1 0 0 0 0,1 0 0 0 0,0 0 0 0 0,-1 0 0 0 0,2-2 0 0 0,1 0 103 0 0,0-1 1 0 0,-1 0-1 0 0,0 1 0 0 0,0-1 0 0 0,0 0 0 0 0,0-1 0 0 0,-1 1 1 0 0,1 0-1 0 0,-1-1 0 0 0,0 1 0 0 0,-1-1 0 0 0,1 0 1 0 0,-1 0-1 0 0,0 1 0 0 0,1-10 0 0 0,-1 12-72 0 0,-1 0 0 0 0,0 0-1 0 0,0 0 1 0 0,0 0 0 0 0,0 0-1 0 0,0 0 1 0 0,0-1 0 0 0,0 1-1 0 0,-1 0 1 0 0,1 0 0 0 0,-1 0-1 0 0,1 0 1 0 0,-1 0 0 0 0,0 0-1 0 0,0 0 1 0 0,0 1 0 0 0,0-1-1 0 0,0 0 1 0 0,0 0 0 0 0,-1 1-1 0 0,1-1 1 0 0,-1 1 0 0 0,1-1-1 0 0,-1 1 1 0 0,1-1 0 0 0,-1 1-1 0 0,0 0 1 0 0,1 0 0 0 0,-1 0-1 0 0,0 0 1 0 0,0 0 0 0 0,0 0 0 0 0,0 1-1 0 0,0-1 1 0 0,0 1 0 0 0,0-1-1 0 0,0 1 1 0 0,0 0 0 0 0,-3-1-1 0 0,3 1-198 0 0,0 0 0 0 0,-1 1-1 0 0,1-1 1 0 0,-1 0 0 0 0,1 1-1 0 0,-1 0 1 0 0,1-1 0 0 0,0 1 0 0 0,-1 0-1 0 0,1 0 1 0 0,0 0 0 0 0,0 1-1 0 0,-2 0 1 0 0,-14 15-6020 0 0,12-7 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51.2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 42 8866 0 0,'-9'-13'6821'0'0,"-12"0"-5589"0"0,-19-1-1609 0 0,39 14 375 0 0,1-1-1 0 0,-1 1 0 0 0,0 0 0 0 0,0 0 1 0 0,0-1-1 0 0,0 1 0 0 0,0 0 1 0 0,0 0-1 0 0,0 0 0 0 0,0 0 1 0 0,0 0-1 0 0,0 0 0 0 0,1 1 0 0 0,-1-1 1 0 0,0 0-1 0 0,0 0 0 0 0,0 1 1 0 0,0-1-1 0 0,0 0 0 0 0,0 1 1 0 0,1-1-1 0 0,-1 1 0 0 0,0-1 1 0 0,0 1-1 0 0,1-1 0 0 0,-1 1 0 0 0,0 0 1 0 0,1-1-1 0 0,-1 1 0 0 0,0 0 1 0 0,1 0-1 0 0,-1-1 0 0 0,1 1 1 0 0,0 0-1 0 0,-1 0 0 0 0,1 0 1 0 0,-1 0-1 0 0,1-1 0 0 0,0 1 0 0 0,0 0 1 0 0,0 0-1 0 0,-1 0 0 0 0,1 0 1 0 0,0 0-1 0 0,0 0 0 0 0,0 0 1 0 0,0 0-1 0 0,1 0 0 0 0,-1 0 1 0 0,0 0-1 0 0,0-1 0 0 0,0 1 0 0 0,1 1 1 0 0,0 2-17 0 0,0 0 0 0 0,0-1 0 0 0,0 1-1 0 0,0-1 1 0 0,1 1 0 0 0,-1-1 0 0 0,1 0 0 0 0,0 1 0 0 0,0-1 0 0 0,0 0 0 0 0,1 0 0 0 0,3 3 0 0 0,13 7 43 0 0,26 23 740 0 0,-43-35-694 0 0,0 1-1 0 0,0 0 1 0 0,-1 0 0 0 0,1-1-1 0 0,-1 1 1 0 0,1 0-1 0 0,-1 1 1 0 0,0-1 0 0 0,0 0-1 0 0,0 0 1 0 0,0 0-1 0 0,0 1 1 0 0,-1-1 0 0 0,1 1-1 0 0,0-1 1 0 0,-1 0-1 0 0,0 1 1 0 0,0-1 0 0 0,0 4-1 0 0,0-5-62 0 0,-1 0 0 0 0,1 0-1 0 0,-1 0 1 0 0,0 1 0 0 0,1-1 0 0 0,-1 0-1 0 0,0 0 1 0 0,0 0 0 0 0,0 0 0 0 0,0 0-1 0 0,0-1 1 0 0,0 1 0 0 0,0 0 0 0 0,0 0-1 0 0,0-1 1 0 0,0 1 0 0 0,0 0 0 0 0,0-1-1 0 0,-1 1 1 0 0,1-1 0 0 0,0 0 0 0 0,0 1-1 0 0,-1-1 1 0 0,1 0 0 0 0,0 0 0 0 0,-1 0-1 0 0,1 0 1 0 0,0 0 0 0 0,-1 0 0 0 0,1 0-1 0 0,0 0 1 0 0,0 0 0 0 0,-1-1 0 0 0,1 1-1 0 0,0-1 1 0 0,0 1 0 0 0,-2-1 0 0 0,-48-18-4617 0 0,41 13 2156 0 0,2 1-3049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51.6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6833 0 0,'1'0'1993'0'0,"0"0"-1297"0"0,0 0-120 0 0,1 1-168 0 0,-1-1-248 0 0,0 1-64 0 0,0 1-136 0 0,1-1-240 0 0,-1 1-360 0 0,1 0-584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52.0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4841 0 0,'0'4'2297'0'0,"-1"1"-929"0"0,1 1-640 0 0,0-2-376 0 0,1-2-216 0 0,-1 1-168 0 0,0-2-208 0 0,-1 1-360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52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5 4049 0 0,'-2'0'198'0'0,"1"0"1"0"0,0 0-1 0 0,0-1 1 0 0,-1 1-1 0 0,1 0 1 0 0,0 0-1 0 0,-1 0 1 0 0,1 1-1 0 0,0-1 1 0 0,-1 0-1 0 0,1 0 1 0 0,0 1-1 0 0,0-1 1 0 0,-1 1-1 0 0,1-1 1 0 0,0 1-1 0 0,0-1 1 0 0,0 1-1 0 0,0 0 1 0 0,-1 0-1 0 0,1-1 1 0 0,0 1-1 0 0,1 0 1 0 0,-1 0-1 0 0,0 0 1 0 0,0 0-1 0 0,0 0 1 0 0,0 0 0 0 0,1 1-1 0 0,-1-1 1 0 0,1 0-1 0 0,-1 0 1 0 0,1 0-1 0 0,-2 3 1 0 0,2 0-65 0 0,-1 0 1 0 0,1 0-1 0 0,-1 0 1 0 0,1 1-1 0 0,1-1 1 0 0,-1 0-1 0 0,0 0 1 0 0,1 0-1 0 0,0 0 1 0 0,0 0-1 0 0,2 7 1 0 0,-2-8-155 0 0,1 0 0 0 0,-1 0 1 0 0,0 0-1 0 0,1 0 0 0 0,0 0 0 0 0,0 0 1 0 0,0 0-1 0 0,0 0 0 0 0,0-1 0 0 0,0 1 1 0 0,1-1-1 0 0,-1 0 0 0 0,6 4 0 0 0,-7-5 56 0 0,0-1-1 0 0,0 0 1 0 0,1 1-1 0 0,-1-1 1 0 0,0 0-1 0 0,1 1 0 0 0,-1-1 1 0 0,0 0-1 0 0,1 0 1 0 0,-1 0-1 0 0,0 0 0 0 0,1 0 1 0 0,-1-1-1 0 0,0 1 1 0 0,1 0-1 0 0,-1-1 1 0 0,0 1-1 0 0,1 0 0 0 0,-1-1 1 0 0,0 0-1 0 0,0 1 1 0 0,0-1-1 0 0,1 0 1 0 0,-1 1-1 0 0,0-1 0 0 0,0 0 1 0 0,0 0-1 0 0,0 0 1 0 0,0 0-1 0 0,-1 0 0 0 0,1 0 1 0 0,0 0-1 0 0,0-1 1 0 0,-1 1-1 0 0,2-1 1 0 0,-1-1 138 0 0,0 0 0 0 0,1 0 0 0 0,-1 0 0 0 0,0 0 0 0 0,0 0 0 0 0,-1 0 0 0 0,1 0 0 0 0,-1 0 1 0 0,1 0-1 0 0,-1 0 0 0 0,0-1 0 0 0,0 1 0 0 0,0 0 0 0 0,-1 0 0 0 0,1 0 0 0 0,-1 0 1 0 0,0 0-1 0 0,0 0 0 0 0,0 0 0 0 0,0 0 0 0 0,0 0 0 0 0,-1 0 0 0 0,-1-3 0 0 0,1 4-230 0 0,1-1 0 0 0,0 1 0 0 0,-1 0-1 0 0,1 0 1 0 0,-1 0 0 0 0,0 0-1 0 0,0 0 1 0 0,1 0 0 0 0,-1 1 0 0 0,-1-1-1 0 0,1 1 1 0 0,0-1 0 0 0,0 1 0 0 0,0 0-1 0 0,-1-1 1 0 0,1 1 0 0 0,-1 1 0 0 0,1-1-1 0 0,-1 0 1 0 0,1 1 0 0 0,-1-1 0 0 0,1 1-1 0 0,-1-1 1 0 0,0 1 0 0 0,1 0 0 0 0,-1 0-1 0 0,1 1 1 0 0,-4 0 0 0 0,-9 7-3643 0 0,8 0-1735 0 0,4-2 594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52.7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93 4593 0 0,'4'-5'10569'0'0,"13"0"-7034"0"0,24-4-4511 0 0,-32 8 1848 0 0,-5 0-1400 0 0,39-9 495 0 0,-25 1-4044 0 0</inkml:trace>
  <inkml:trace contextRef="#ctx0" brushRef="#br0" timeOffset="1">92 1 4881 0 0,'0'1'338'0'0,"0"-1"-1"0"0,0 1 1 0 0,0 0-1 0 0,0-1 1 0 0,0 1-1 0 0,0-1 1 0 0,1 1-1 0 0,-1 0 1 0 0,0-1-1 0 0,0 1 1 0 0,0 0-1 0 0,1-1 1 0 0,-1 1-1 0 0,0 0 1 0 0,1-1-1 0 0,-1 1 1 0 0,0-1-1 0 0,1 1 1 0 0,-1-1-1 0 0,1 1 1 0 0,-1-1-1 0 0,1 1 1 0 0,-1-1-1 0 0,1 0 1 0 0,-1 1-1 0 0,1-1 1 0 0,-1 0-1 0 0,2 1 1 0 0,24 13 1646 0 0,-1 0-733 0 0,-24-12-1158 0 0,0 1-1 0 0,0 0 1 0 0,0-1 0 0 0,-1 1-1 0 0,1 0 1 0 0,-1-1 0 0 0,0 1-1 0 0,0 0 1 0 0,0-1 0 0 0,0 1-1 0 0,0 0 1 0 0,-1 0 0 0 0,1-1-1 0 0,-1 1 1 0 0,0 0 0 0 0,0-1-1 0 0,0 1 1 0 0,0-1 0 0 0,0 1-1 0 0,-3 4 1 0 0,-14 24-959 0 0,1-9-3335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53.2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5449 0 0,'-1'5'2285'0'0,"12"-2"1427"0"0,13-1 1272 0 0,-18-3-6389 0 0,-1-1-1 0 0,0 1 1 0 0,0-1-1 0 0,0 0 1 0 0,0-1-1 0 0,0 1 1 0 0,7-6-1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53.6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94 4609 0 0,'4'-28'6401'0'0,"-3"23"-6144"0"0,0 0 1 0 0,1 0-1 0 0,0 1 1 0 0,0-1-1 0 0,0 0 1 0 0,0 1-1 0 0,1-1 1 0 0,0 1 0 0 0,0 0-1 0 0,0 0 1 0 0,0 0-1 0 0,1 0 1 0 0,4-3-1 0 0,-7 7-198 0 0,0 0-1 0 0,0 0 1 0 0,0 0-1 0 0,0 1 1 0 0,0-1 0 0 0,0 0-1 0 0,0 1 1 0 0,0-1-1 0 0,0 1 1 0 0,0-1-1 0 0,0 1 1 0 0,0 0-1 0 0,-1-1 1 0 0,1 1 0 0 0,0 0-1 0 0,0 0 1 0 0,-1-1-1 0 0,1 1 1 0 0,0 0-1 0 0,-1 0 1 0 0,1 0 0 0 0,-1 0-1 0 0,1 0 1 0 0,-1 0-1 0 0,0 0 1 0 0,1 0-1 0 0,-1 0 1 0 0,0 0 0 0 0,0 0-1 0 0,1 0 1 0 0,-1 0-1 0 0,0 0 1 0 0,0 0-1 0 0,0 2 1 0 0,5 39 698 0 0,-7-4-378 0 0,-1 14-384 0 0,11-24-2864 0 0,-5-25 418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0:54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 6161 0 0,'20'-1'8551'0'0,"3"-1"-4920"0"0,8-3-3867 0 0,12-11-4660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21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23 549 5049 0 0,'-16'3'6665'0'0,"9"1"-3946"0"0,27-12-1367 0 0,3-10-1131 0 0,-1-1 0 0 0,0-1 0 0 0,21-24 0 0 0,25-24-149 0 0,167-124 1031 0 0,-192 158-1073 0 0,8-8-176 0 0,-31 23 578 0 0,-16 12 1998 0 0,-13 7-2384 0 0,0-1 0 0 0,0 1 0 0 0,1-2 1 0 0,-1 1-1 0 0,0-1 0 0 0,-11-4 0 0 0,12 3-34 0 0,0 1-1 0 0,0 0 0 0 0,0 0 1 0 0,0 1-1 0 0,0 0 1 0 0,-1 1-1 0 0,-8 0 0 0 0,24-2-110 0 0,-1 0-1 0 0,0-1 1 0 0,0 1-1 0 0,0-1 1 0 0,0 0-1 0 0,9-7 1 0 0,39-19 46 0 0,-51 27 52 0 0,1 1 1 0 0,-1 0-1 0 0,1 0 0 0 0,-1 0 0 0 0,1 1 0 0 0,-1-1 0 0 0,1 1 0 0 0,-1 0 0 0 0,1 0 0 0 0,0 0 0 0 0,-1 0 0 0 0,1 1 0 0 0,-1 0 1 0 0,6 1-1 0 0,-7-1 4 0 0,0 0 0 0 0,-1 0 1 0 0,1 1-1 0 0,0-1 0 0 0,-1 0 1 0 0,1 1-1 0 0,-1-1 0 0 0,0 1 1 0 0,1 0-1 0 0,-1-1 1 0 0,0 1-1 0 0,0 0 0 0 0,0 0 1 0 0,0 0-1 0 0,-1 0 0 0 0,1 0 1 0 0,0 0-1 0 0,-1 0 0 0 0,1 0 1 0 0,-1 0-1 0 0,0 0 0 0 0,0 0 1 0 0,1 0-1 0 0,-2 0 0 0 0,1 0 1 0 0,0 0-1 0 0,0 0 1 0 0,0 0-1 0 0,-2 4 0 0 0,-1 11-113 0 0,-1-2 0 0 0,-9 27 0 0 0,9-31-126 0 0,-12 40-3066 0 0,11-34-494 0 0,0 0-3334 0 0,3-10 2806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23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538 591 4113 0 0,'-3'-1'9623'0'0,"-5"-4"-4647"0"0,-43-34-3242 0 0,45 34-1643 0 0,-85-72 441 0 0,5-3 1 0 0,-139-165 0 0 0,207 217-512 0 0,15 22 30 0 0,0 0 1 0 0,-1 0-1 0 0,0 0 1 0 0,-1 0 0 0 0,1 0-1 0 0,-12-9 1 0 0,16 15-38 0 0,0 0 1 0 0,0 0-1 0 0,0 0 0 0 0,0 0 1 0 0,-1 0-1 0 0,1 0 1 0 0,0 0-1 0 0,0-1 0 0 0,0 1 1 0 0,-1 0-1 0 0,1 0 0 0 0,0 0 1 0 0,0 0-1 0 0,-1 0 1 0 0,1 0-1 0 0,0 0 0 0 0,0 1 1 0 0,0-1-1 0 0,-1 0 1 0 0,1 0-1 0 0,0 0 0 0 0,0 0 1 0 0,0 0-1 0 0,-1 0 1 0 0,1 0-1 0 0,0 0 0 0 0,0 0 1 0 0,0 1-1 0 0,0-1 0 0 0,-1 0 1 0 0,1 0-1 0 0,0 0 1 0 0,0 0-1 0 0,0 0 0 0 0,0 1 1 0 0,0-1-1 0 0,0 0 1 0 0,0 0-1 0 0,-1 0 0 0 0,1 1 1 0 0,0-1-1 0 0,0 0 1 0 0,0 0-1 0 0,0 0 0 0 0,0 1 1 0 0,0-1-1 0 0,-3 18 89 0 0,2 17-163 0 0,1-13 38 0 0,2-1 1 0 0,0 0-1 0 0,1 0 0 0 0,1 0 1 0 0,10 33-1 0 0,-14-121-611 0 0,-6 15 620 0 0,1 21-3 0 0,2 0 0 0 0,2-61 1 0 0,1 92 15 0 0,0 0 0 0 0,0 0 0 0 0,0 0 1 0 0,0-1-1 0 0,0 1 0 0 0,0 0 0 0 0,0 0 0 0 0,0 0 0 0 0,1 0 1 0 0,-1 0-1 0 0,0-1 0 0 0,0 1 0 0 0,0 0 0 0 0,0 0 1 0 0,0 0-1 0 0,0 0 0 0 0,1 0 0 0 0,-1 0 0 0 0,0-1 0 0 0,0 1 1 0 0,0 0-1 0 0,0 0 0 0 0,1 0 0 0 0,-1 0 0 0 0,0 0 1 0 0,0 0-1 0 0,0 0 0 0 0,0 0 0 0 0,1 0 0 0 0,-1 0 0 0 0,0 0 1 0 0,0 0-1 0 0,0 0 0 0 0,0 0 0 0 0,1 0 0 0 0,-1 0 1 0 0,0 0-1 0 0,0 0 0 0 0,0 0 0 0 0,0 0 0 0 0,1 0 0 0 0,-1 0 1 0 0,0 0-1 0 0,0 1 0 0 0,0-1 0 0 0,0 0 0 0 0,1 0 1 0 0,13 8 19 0 0,10 11 19 0 0,-15-11 7 0 0,0-1-1 0 0,1 1 1 0 0,-1-2 0 0 0,13 7 0 0 0,12-2-2915 0 0,3-13-7430 0 0,-28 0 4190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28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 5041 0 0,'-2'1'469'0'0,"1"0"-1"0"0,-1 1 1 0 0,1-1 0 0 0,-1 0 0 0 0,1 1-1 0 0,0-1 1 0 0,0 1 0 0 0,0 0-1 0 0,0-1 1 0 0,0 1 0 0 0,0 0 0 0 0,-1 3-1 0 0,-15 50 277 0 0,13-40 16 0 0,-2 7-643 0 0,1 1 1 0 0,1-1-1 0 0,-1 28 0 0 0,4-11-2549 0 0,3 1-3431 0 0,-2-30 2741 0 0,0-7 1662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28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1848 0 0,'4'5'6372'0'0,"16"19"-4163"0"0,17 18-1211 0 0,-13-26-3274 0 0,-23-15 1811 0 0,0-1 0 0 0,1 1 0 0 0,-1-1 0 0 0,0 1 0 0 0,1-1 0 0 0,-1 0 0 0 0,0 0 0 0 0,1 1 1 0 0,-1-1-1 0 0,1 0 0 0 0,-1 0 0 0 0,0 0 0 0 0,1-1 0 0 0,-1 1 0 0 0,3-1 0 0 0,-1 0-983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29.1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76 7418 0 0,'5'2'4911'0'0,"0"4"-3446"0"0,12 8-2356 0 0,-13-14 482 0 0,0 0 0 0 0,1 0 0 0 0,-1-1 0 0 0,0 1 0 0 0,0-1 0 0 0,-1 0 0 0 0,1 0 0 0 0,0 0 0 0 0,0 0 0 0 0,0-1 0 0 0,-1 0 0 0 0,1 1 0 0 0,-1-1 0 0 0,1-1 0 0 0,-1 1 0 0 0,0 0 0 0 0,0-1 0 0 0,0 0 1 0 0,0 1-1 0 0,0-1 0 0 0,0 0 0 0 0,-1-1 0 0 0,0 1 0 0 0,1 0 0 0 0,1-5 0 0 0,-2 4-1093 0 0</inkml:trace>
  <inkml:trace contextRef="#ctx0" brushRef="#br0" timeOffset="1">79 1 1192 0 0,'-6'20'6672'0'0,"8"7"-4102"0"0,12 27-2729 0 0,-10-38 525 0 0,2 7-1110 0 0,-2-5-6035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29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3473 0 0,'5'1'6972'0'0,"20"6"-6404"0"0,-24-8-521 0 0,0 1-1 0 0,0 0 1 0 0,0-1-1 0 0,0 1 1 0 0,0 0-1 0 0,0 0 1 0 0,0 0 0 0 0,0 0-1 0 0,0 0 1 0 0,1 0-1 0 0,-1 0 1 0 0,0 1-1 0 0,0-1 1 0 0,0 0-1 0 0,0 1 1 0 0,0-1 0 0 0,0 0-1 0 0,0 1 1 0 0,0-1-1 0 0,0 1 1 0 0,0 0-1 0 0,0-1 1 0 0,0 1 0 0 0,0 0-1 0 0,-1 0 1 0 0,1-1-1 0 0,0 1 1 0 0,0 0-1 0 0,-1 0 1 0 0,1 0 0 0 0,0 2-1 0 0,-1 0 40 0 0,0 1 0 0 0,0 0 0 0 0,0 0 0 0 0,-1 0 0 0 0,0 0 0 0 0,0 0 0 0 0,0-1 0 0 0,-2 7 0 0 0,-10 21-43 0 0,9-24-63 0 0,1 0 0 0 0,0 0 1 0 0,1 1-1 0 0,-1-1 0 0 0,-1 13 0 0 0,7-20 27 0 0,0-1-1 0 0,0 1 0 0 0,0-1 0 0 0,-1 0 0 0 0,1 0 0 0 0,0 0 1 0 0,0 0-1 0 0,-1-1 0 0 0,1 1 0 0 0,-1-1 0 0 0,5-3 0 0 0,4 0 342 0 0,-10 4-314 0 0,-1 1 0 0 0,1-1 0 0 0,0 1 0 0 0,0 0 0 0 0,0-1 0 0 0,0 1 0 0 0,0 0 0 0 0,0 0 0 0 0,0-1 0 0 0,0 1 0 0 0,-1 0 0 0 0,1 0 0 0 0,0 0 0 0 0,0 0 0 0 0,0 1 0 0 0,0-1 0 0 0,0 0 0 0 0,0 0 0 0 0,0 0 0 0 0,0 1 0 0 0,0-1 0 0 0,0 0 0 0 0,-1 1 0 0 0,1-1 0 0 0,0 1 0 0 0,0-1 0 0 0,0 1 0 0 0,-1-1 0 0 0,2 2 0 0 0,-1 0 8 0 0,0 0 0 0 0,0 0 1 0 0,0 0-1 0 0,0 0 0 0 0,-1 0 0 0 0,1 0 1 0 0,-1 0-1 0 0,1 0 0 0 0,-1 0 0 0 0,0 0 1 0 0,0 1-1 0 0,0 2 0 0 0,0 3-137 0 0,-1 0 1 0 0,0 0-1 0 0,0-1 0 0 0,-1 1 0 0 0,0 0 0 0 0,-4 10 0 0 0,2-12 75 0 0,1 0-1 0 0,-1 0 0 0 0,0-1 1 0 0,0 1-1 0 0,-1-1 0 0 0,0 0 1 0 0,0 0-1 0 0,0 0 0 0 0,0 0 1 0 0,-1-1-1 0 0,0 0 0 0 0,0 0 1 0 0,-9 4-1 0 0,89-28 1748 0 0,-64 14-2433 0 0,-5 3-577 0 0,0 0-1 0 0,1 1 1 0 0,-1-1 0 0 0,1 1 0 0 0,-1 0 0 0 0,1 1 0 0 0,0-1 0 0 0,6 0-1 0 0,-7 3-1595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29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1 7530 0 0,'-5'3'5334'0'0,"2"7"-4106"0"0,4-1-4505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0.4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26 4097 0 0,'12'2'7630'0'0,"-3"3"-6064"0"0,-4 0-3991 0 0</inkml:trace>
  <inkml:trace contextRef="#ctx0" brushRef="#br0" timeOffset="1">109 0 2577 0 0,'11'9'9519'0'0,"-3"-6"-6718"0"0,-1-1-4164 0 0,0-1-4473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1.0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7 2361 0 0,'0'-1'171'0'0,"-1"1"0"0"0,1 0 0 0 0,0-1 0 0 0,0 1 1 0 0,-1 0-1 0 0,1-1 0 0 0,0 1 0 0 0,-1 0 0 0 0,1-1 1 0 0,-1 1-1 0 0,1 0 0 0 0,0 0 0 0 0,-1 0 0 0 0,1-1 1 0 0,-1 1-1 0 0,1 0 0 0 0,0 0 0 0 0,-1 0 0 0 0,1 0 1 0 0,-1 0-1 0 0,1 0 0 0 0,-1 0 0 0 0,1 0 0 0 0,0 0 1 0 0,-1 0-1 0 0,1 0 0 0 0,-1 0 0 0 0,1 0 0 0 0,-1 0 1 0 0,1 0-1 0 0,0 0 0 0 0,-1 1 0 0 0,1-1 0 0 0,-1 0 1 0 0,1 0-1 0 0,0 0 0 0 0,-1 1 0 0 0,-9 18 1146 0 0,3 23-1587 0 0,6-32 288 0 0,-1 57 83 0 0,2-62-107 0 0,0-1 0 0 0,0 1 0 0 0,1-1 0 0 0,0 1 0 0 0,0-1 0 0 0,0 1 0 0 0,0-1 1 0 0,1 1-1 0 0,-1-1 0 0 0,1 0 0 0 0,4 7 0 0 0,-5-11 10 0 0,-1 1 1 0 0,1 0-1 0 0,-1-1 0 0 0,1 1 1 0 0,-1 0-1 0 0,1-1 0 0 0,0 1 1 0 0,-1-1-1 0 0,1 1 1 0 0,0-1-1 0 0,-1 0 0 0 0,1 1 1 0 0,0-1-1 0 0,0 0 1 0 0,-1 1-1 0 0,1-1 0 0 0,0 0 1 0 0,0 0-1 0 0,0 0 0 0 0,-1 0 1 0 0,1 1-1 0 0,0-1 1 0 0,0 0-1 0 0,0 0 0 0 0,0-1 1 0 0,-1 1-1 0 0,1 0 1 0 0,1 0-1 0 0,19-19 532 0 0,-18 15-417 0 0,0-1-1 0 0,-1 0 0 0 0,1 0 1 0 0,-1 0-1 0 0,0 0 0 0 0,0-1 1 0 0,-1 1-1 0 0,2-7 0 0 0,-3 8-69 0 0,-1 1 0 0 0,1-1 0 0 0,-1 0 0 0 0,0 1 0 0 0,0-1 0 0 0,0 1 0 0 0,-1-1-1 0 0,1 1 1 0 0,-1-1 0 0 0,0 1 0 0 0,0 0 0 0 0,-5-6 0 0 0,5 6-48 0 0,0 0 0 0 0,0 1 0 0 0,0-1 0 0 0,0 0 0 0 0,1-1 0 0 0,-1 1 0 0 0,1 0 0 0 0,0 0 0 0 0,0-1 0 0 0,0 1 0 0 0,-1-6 0 0 0,4 7 24 0 0,0 0 0 0 0,1 0 0 0 0,-1 0 0 0 0,0 1 0 0 0,1-1 0 0 0,-1 1 0 0 0,1-1 0 0 0,-1 1 0 0 0,1 0 0 0 0,0 0 0 0 0,0 0 0 0 0,-1 1 0 0 0,1-1 0 0 0,5 0 0 0 0,9-4 267 0 0,-15 4-414 0 0,52-16 938 0 0,-53 17-920 0 0,0-1 1 0 0,0 1 0 0 0,0 0 0 0 0,0 0 0 0 0,0 0-1 0 0,1 0 1 0 0,-1 0 0 0 0,0 0 0 0 0,0 0-1 0 0,0 1 1 0 0,0-1 0 0 0,0 0 0 0 0,0 1 0 0 0,0-1-1 0 0,0 0 1 0 0,0 1 0 0 0,2 1 0 0 0,-2-2-168 0 0,-1 1 1 0 0,1 0 0 0 0,-1 0 0 0 0,0 0-1 0 0,1 0 1 0 0,-1 0 0 0 0,0 0-1 0 0,1 0 1 0 0,-1 0 0 0 0,0 0 0 0 0,0 0-1 0 0,0 0 1 0 0,0 0 0 0 0,0 0-1 0 0,0 0 1 0 0,0 0 0 0 0,-1 0-1 0 0,1 0 1 0 0,0 0 0 0 0,0 0 0 0 0,-1 0-1 0 0,1 0 1 0 0,-1-1 0 0 0,0 3-1 0 0,-1 4-1970 0 0,2 3-8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1.5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0 165 1536 0 0,'1'0'3529'0'0,"1"0"-2945"0"0,-1-1-8 0 0,2 0-32 0 0,1-1-159 0 0,-1 0-105 0 0,2-1-120 0 0,-1 1-104 0 0,2-1-184 0 0,0-1-232 0 0,0 0-401 0 0,1-1-495 0 0,-2 1-152 0 0,1-2-57 0 0,-2 1 345 0 0,1 0 64 0 0</inkml:trace>
  <inkml:trace contextRef="#ctx0" brushRef="#br0" timeOffset="1">93 1 1744 0 0,'-2'1'2433'0'0,"1"2"-489"0"0,0 2-591 0 0,0 2-185 0 0,0 2-288 0 0,1 1-224 0 0,0 2-192 0 0,0 3-136 0 0,0 1-168 0 0,1 0-136 0 0,0 0-240 0 0,0-2-408 0 0,1-1-560 0 0,0-2-720 0 0,-1-1-377 0 0,5 0-952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1.9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21 4321 0 0,'-3'24'4696'0'0,"6"4"-3393"0"0,-3-27-1292 0 0,0 0-1 0 0,0 0 1 0 0,1 0-1 0 0,-1 0 0 0 0,0 0 1 0 0,0 0-1 0 0,1-1 1 0 0,-1 1-1 0 0,1 0 1 0 0,-1 0-1 0 0,0 0 1 0 0,1 0-1 0 0,-1-1 1 0 0,1 1-1 0 0,0 0 1 0 0,-1-1-1 0 0,1 1 1 0 0,0 0-1 0 0,-1-1 1 0 0,1 1-1 0 0,0-1 1 0 0,0 1-1 0 0,0-1 1 0 0,-1 1-1 0 0,1-1 1 0 0,0 0-1 0 0,0 1 1 0 0,0-1-1 0 0,0 0 1 0 0,0 0-1 0 0,0 0 1 0 0,0 1-1 0 0,-1-1 1 0 0,1 0-1 0 0,0 0 0 0 0,0 0 1 0 0,0-1-1 0 0,0 1 1 0 0,0 0-1 0 0,0 0 1 0 0,0 0-1 0 0,0-1 1 0 0,0 1-1 0 0,-1 0 1 0 0,1-1-1 0 0,0 1 1 0 0,0-1-1 0 0,0 1 1 0 0,-1-1-1 0 0,1 1 1 0 0,0-1-1 0 0,1-1 1 0 0,2-2 329 0 0,0 0-1 0 0,0 0 1 0 0,-1-1 0 0 0,1 1 0 0 0,-1-1 0 0 0,5-9 0 0 0,-7 13-274 0 0,-1 0 0 0 0,1 0 0 0 0,0-1 0 0 0,0 1 0 0 0,-1 0 0 0 0,1 0 0 0 0,0-1 0 0 0,-1 1 0 0 0,0-1 0 0 0,1 1 0 0 0,-1 0 0 0 0,0-1 0 0 0,1 1 1 0 0,-1-1-1 0 0,0 1 0 0 0,0 0 0 0 0,0-1 0 0 0,0 1 0 0 0,-1-1 0 0 0,1 1 0 0 0,0 0 0 0 0,-1-1 0 0 0,1 1 0 0 0,-1-1 0 0 0,1 1 0 0 0,-1 0 0 0 0,1 0 0 0 0,-1-1 0 0 0,0 1 1 0 0,0 0-1 0 0,-1-2 0 0 0,1 3-90 0 0,-1-1 1 0 0,1 1 0 0 0,0 0-1 0 0,-1 0 1 0 0,1 0 0 0 0,0 0-1 0 0,0 0 1 0 0,-1 0 0 0 0,1 0-1 0 0,0 1 1 0 0,-1-1 0 0 0,1 0-1 0 0,0 1 1 0 0,0-1 0 0 0,0 1-1 0 0,-1-1 1 0 0,1 1 0 0 0,0-1-1 0 0,0 1 1 0 0,0 0 0 0 0,0 0-1 0 0,0 0 1 0 0,0-1 0 0 0,0 1-1 0 0,0 0 1 0 0,0 0 0 0 0,1 0-1 0 0,-2 2 1 0 0,-18 11-3808 0 0,13-23-3792 0 0,8 5 5081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2.3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25 2873 0 0,'0'0'161'0'0,"-1"-1"0"0"0,1 0 0 0 0,0 1 0 0 0,0-1 0 0 0,-1 1 0 0 0,1-1-1 0 0,0 1 1 0 0,0 0 0 0 0,-1-1 0 0 0,1 1 0 0 0,-1-1 0 0 0,1 1 0 0 0,0-1 0 0 0,-1 1 0 0 0,1 0 0 0 0,-1-1 0 0 0,1 1 0 0 0,-1 0 0 0 0,1 0 0 0 0,-1-1 0 0 0,1 1 0 0 0,-1 0 0 0 0,1 0 0 0 0,-1 0 0 0 0,1-1 0 0 0,-1 1 0 0 0,0 0 0 0 0,1 0 0 0 0,-1 0 0 0 0,1 0 0 0 0,-1 0 0 0 0,1 0 0 0 0,-1 0 0 0 0,0 0 0 0 0,1 1 0 0 0,-1-1 0 0 0,1 0 0 0 0,-1 0 0 0 0,1 0 0 0 0,-1 1 0 0 0,1-1 0 0 0,-1 0 0 0 0,1 0 0 0 0,-1 1 0 0 0,1-1 0 0 0,-1 0 0 0 0,1 1 0 0 0,-1 0 0 0 0,0 1-70 0 0,-1 0 1 0 0,1 1 0 0 0,0-1 0 0 0,0 1 0 0 0,1-1-1 0 0,-1 0 1 0 0,0 1 0 0 0,1 0 0 0 0,0-1-1 0 0,-1 1 1 0 0,1 3 0 0 0,0-5-169 0 0,0 1 0 0 0,0-1 0 0 0,0 1 0 0 0,0 0 0 0 0,0-1 0 0 0,0 1 0 0 0,1-1 0 0 0,-1 1-1 0 0,1-1 1 0 0,-1 1 0 0 0,1-1 0 0 0,-1 1 0 0 0,1-1 0 0 0,0 1 0 0 0,0-1 0 0 0,-1 0 0 0 0,3 3 0 0 0,-2-4 90 0 0,0 0 0 0 0,1 0-1 0 0,-1 0 1 0 0,0 1 0 0 0,0-1 0 0 0,0-1 0 0 0,0 1 0 0 0,0 0-1 0 0,0 0 1 0 0,0 0 0 0 0,0 0 0 0 0,1-1 0 0 0,-1 1 0 0 0,0-1-1 0 0,0 1 1 0 0,0-1 0 0 0,0 1 0 0 0,0-1 0 0 0,0 1 0 0 0,-1-1-1 0 0,1 0 1 0 0,0 1 0 0 0,0-1 0 0 0,0 0 0 0 0,-1 0 0 0 0,1 0-1 0 0,0 0 1 0 0,-1 0 0 0 0,1 0 0 0 0,-1 0 0 0 0,1 0 0 0 0,0-1-1 0 0,1-2 321 0 0,0 0-1 0 0,0-1 0 0 0,0 1 0 0 0,0-1 1 0 0,-1 0-1 0 0,1 0 0 0 0,0-8 0 0 0,-2 12-256 0 0,0 0 0 0 0,1 0-1 0 0,-1 0 1 0 0,0 0-1 0 0,0 0 1 0 0,0 0-1 0 0,0 0 1 0 0,-1 0 0 0 0,1 0-1 0 0,0 0 1 0 0,0 1-1 0 0,0-1 1 0 0,-1 0-1 0 0,1 0 1 0 0,0 0 0 0 0,-1 0-1 0 0,1 0 1 0 0,-2-1-1 0 0,2 2-151 0 0,-1 0 0 0 0,0 0 1 0 0,0 0-1 0 0,0 0 0 0 0,1-1 0 0 0,-1 1 0 0 0,0 0 0 0 0,0 0 1 0 0,0 0-1 0 0,1 0 0 0 0,-1 1 0 0 0,0-1 0 0 0,0 0 0 0 0,1 0 0 0 0,-1 0 1 0 0,0 1-1 0 0,0-1 0 0 0,1 0 0 0 0,-1 1 0 0 0,0-1 0 0 0,0 1 0 0 0,1-1 1 0 0,-1 1-1 0 0,1-1 0 0 0,-1 1 0 0 0,0 0 0 0 0,-14 17-9855 0 0,12-13 7430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2.7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71 1176 0 0,'11'-4'9787'0'0,"24"-19"-8044"0"0,-35 23-1706 0 0,58-44-1736 0 0,-62 47 1757 0 0,-1 1 0 0 0,1-1 0 0 0,0 1 0 0 0,0 0 0 0 0,0 0 0 0 0,0 0 1 0 0,1 0-1 0 0,-1 1 0 0 0,1-1 0 0 0,0 1 0 0 0,-2 6 0 0 0,3-2 172 0 0,1 1-1 0 0,0 0 1 0 0,1-1-1 0 0,1 16 0 0 0,-1-22-518 0 0,0 1-1 0 0,0 0 1 0 0,1-1-1 0 0,0 1 1 0 0,-1-1-1 0 0,1 1 0 0 0,1-1 1 0 0,-1 1-1 0 0,0-1 1 0 0,1 0-1 0 0,0 0 0 0 0,0 1 1 0 0,0-1-1 0 0,0-1 1 0 0,3 4-1 0 0,-5-5 171 0 0,0-1-1 0 0,0 0 0 0 0,1 0 1 0 0,-1 0-1 0 0,0 0 1 0 0,0 0-1 0 0,0 1 0 0 0,1-1 1 0 0,-1 0-1 0 0,0 0 1 0 0,0 0-1 0 0,1 0 1 0 0,-1 0-1 0 0,0 0 0 0 0,0 0 1 0 0,1 0-1 0 0,-1 0 1 0 0,0 0-1 0 0,0 0 0 0 0,0 0 1 0 0,1 0-1 0 0,-1 0 1 0 0,0 0-1 0 0,0 0 1 0 0,1 0-1 0 0,-1 0 0 0 0,0-1 1 0 0,0 1-1 0 0,0 0 1 0 0,1 0-1 0 0,-1 0 0 0 0,0 0 1 0 0,0 0-1 0 0,0-1 1 0 0,1 1-1 0 0,-1 0 1 0 0,0 0-1 0 0,0 0 0 0 0,0 0 1 0 0,0-1-1 0 0,0 1 1 0 0,1 0-1 0 0,-1 0 1 0 0,0 0-1 0 0,0-1 0 0 0,0 1 1 0 0,0 0-1 0 0,0 0 1 0 0,0-1-1 0 0,0 1 0 0 0,2-4-1652 0 0</inkml:trace>
  <inkml:trace contextRef="#ctx0" brushRef="#br0" timeOffset="0.98">82 105 720 0 0,'16'-18'9913'0'0,"25"-8"-9053"0"0,-26 17-588 0 0,-8 5-647 0 0,20-15-1756 0 0,-17 2-4557 0 0,-9 13 4597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3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0 1960 0 0,'1'9'8429'0'0,"-1"17"-6673"0"0,-1-4-1730 0 0,6 4-599 0 0,-1-3-1852 0 0,-4 1-3985 0 0,0-20 4223 0 0</inkml:trace>
  <inkml:trace contextRef="#ctx0" brushRef="#br0" timeOffset="1">2 192 2032 0 0,'-1'6'1089'0'0,"1"0"-1"0"0,-1 0 0 0 0,1 0 0 0 0,0 0 0 0 0,0-1 0 0 0,2 11 0 0 0,-1-16-1060 0 0,-1 1 1 0 0,0 0-1 0 0,0-1 0 0 0,0 1 1 0 0,1-1-1 0 0,-1 1 0 0 0,0 0 1 0 0,0-1-1 0 0,1 1 0 0 0,-1-1 1 0 0,1 1-1 0 0,-1-1 0 0 0,0 1 1 0 0,1-1-1 0 0,-1 1 0 0 0,1-1 1 0 0,-1 0-1 0 0,1 1 0 0 0,0-1 1 0 0,-1 0-1 0 0,1 1 0 0 0,-1-1 1 0 0,1 0-1 0 0,0 0 0 0 0,0 1 1 0 0,1-1 36 0 0,0 0 1 0 0,-1-1 0 0 0,1 1-1 0 0,-1 0 1 0 0,1-1 0 0 0,0 0-1 0 0,-1 1 1 0 0,1-1-1 0 0,-1 0 1 0 0,1 1 0 0 0,-1-1-1 0 0,1 0 1 0 0,-1 0 0 0 0,0 0-1 0 0,2-2 1 0 0,48-44 71 0 0,-36 24-8104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3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5825 0 0,'-1'0'3993'0'0,"1"1"-3073"0"0,1 1-304 0 0,-1 0-103 0 0,0 1-73 0 0,-1 1-128 0 0,1 0-120 0 0,0 1-112 0 0,1 1-152 0 0,-1-1-232 0 0,1 1-304 0 0,1 0-401 0 0,-1-1-447 0 0,-1-1-816 0 0,1 0-193 0 0,2 3-512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4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50 2449 0 0,'25'-18'9570'0'0,"49"-12"-8384"0"0,-74 30-1175 0 0,0-1-1 0 0,0 1 0 0 0,0 0 0 0 0,1 0 0 0 0,-1 0 0 0 0,0 0 0 0 0,0 0 0 0 0,1 0 0 0 0,-1 0 0 0 0,0 0 0 0 0,0 0 0 0 0,1 0 0 0 0,-1 0 1 0 0,0 0-1 0 0,0 0 0 0 0,1 0 0 0 0,-1 0 0 0 0,0 0 0 0 0,0 0 0 0 0,1 0 0 0 0,-1 0 0 0 0,0 0 0 0 0,0 0 0 0 0,0 0 0 0 0,1 0 0 0 0,-1 0 1 0 0,0 1-1 0 0,0-1 0 0 0,0 0 0 0 0,1 0 0 0 0,-1 0 0 0 0,0 0 0 0 0,0 1 0 0 0,0-1 0 0 0,1 0 0 0 0,-1 0 0 0 0,0 0 0 0 0,0 1 0 0 0,0-1 0 0 0,0 0 1 0 0,0 0-1 0 0,0 0 0 0 0,1 1 0 0 0,-4 15 243 0 0,-13 23-298 0 0,13-34-102 0 0,-1 4-134 0 0,1 0 0 0 0,0 0 0 0 0,1 0 0 0 0,0 0 0 0 0,-1 14 1 0 0,3-22 280 0 0,-1 0 0 0 0,1 0 0 0 0,0 0 0 0 0,0 1-1 0 0,0-1 1 0 0,0 0 0 0 0,0 0 0 0 0,0 0 0 0 0,0 0 0 0 0,0 0 0 0 0,0 1 0 0 0,1-1 0 0 0,-1 0 0 0 0,0 0 0 0 0,1 0 0 0 0,-1 0 0 0 0,1 0 0 0 0,-1 0 0 0 0,1 0 0 0 0,0 0 0 0 0,-1 0 0 0 0,1 0 0 0 0,0 0 0 0 0,0-1 0 0 0,-1 1 0 0 0,1 0 0 0 0,0 0 0 0 0,0-1 0 0 0,0 1 0 0 0,0 0 0 0 0,0-1-1 0 0,0 1 1 0 0,0-1 0 0 0,0 1 0 0 0,0-1 0 0 0,0 0 0 0 0,0 1 0 0 0,1-1 0 0 0,-1 0 0 0 0,0 0 0 0 0,0 0 0 0 0,0 0 0 0 0,0 0 0 0 0,1 0 0 0 0,-1 0 0 0 0,0 0 0 0 0,0 0 0 0 0,0-1 0 0 0,0 1 0 0 0,0 0 0 0 0,0-1 0 0 0,0 1 0 0 0,0-1 0 0 0,0 1 0 0 0,0-1 0 0 0,2-1 0 0 0,-1 1 158 0 0,1 0 0 0 0,-1-1 0 0 0,1 1 0 0 0,-1-1 0 0 0,1 0 1 0 0,-1 0-1 0 0,0 0 0 0 0,0 0 0 0 0,0 0 0 0 0,0 0 1 0 0,0 0-1 0 0,-1-1 0 0 0,1 1 0 0 0,-1-1 0 0 0,3-5 0 0 0,-4 7-120 0 0,1 1-1 0 0,-1-1 0 0 0,0 0 1 0 0,1 0-1 0 0,-1 0 0 0 0,0 0 0 0 0,0 0 1 0 0,0 0-1 0 0,0 0 0 0 0,0 0 1 0 0,0 0-1 0 0,0 0 0 0 0,0 0 1 0 0,0 0-1 0 0,0 0 0 0 0,-1 0 0 0 0,1 0 1 0 0,0 0-1 0 0,-1 0 0 0 0,1 0 1 0 0,-1 0-1 0 0,1 0 0 0 0,-1 1 0 0 0,1-1 1 0 0,-1 0-1 0 0,0 0 0 0 0,1 1 1 0 0,-1-1-1 0 0,0 0 0 0 0,1 1 0 0 0,-1-1 1 0 0,0 0-1 0 0,0 1 0 0 0,0-1 1 0 0,0 1-1 0 0,0 0 0 0 0,1-1 1 0 0,-1 1-1 0 0,0 0 0 0 0,0-1 0 0 0,0 1 1 0 0,0 0-1 0 0,0 0 0 0 0,0 0 1 0 0,0 0-1 0 0,0 0 0 0 0,-2 0 0 0 0,-8 0-629 0 0,-12-2-3043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4.4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7242 0 0,'7'7'5859'0'0,"-2"9"-4156"0"0,0 18-2368 0 0,-5-28 1228 0 0,2 49-207 0 0,2 17-374 0 0,10-28-9127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5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38 5009 0 0,'-19'0'6030'0'0,"31"-12"-4461"0"0,3 1-1492 0 0,-14 10-26 0 0,0-1 1 0 0,0 1-1 0 0,0 0 0 0 0,0 0 0 0 0,0 0 0 0 0,1 0 0 0 0,-1 0 0 0 0,0 1 0 0 0,1-1 0 0 0,-1 0 0 0 0,0 0 0 0 0,1 1 0 0 0,-1-1 0 0 0,1 1 0 0 0,-1-1 1 0 0,1 1-1 0 0,-1 0 0 0 0,1 0 0 0 0,-1 0 0 0 0,1-1 0 0 0,-1 1 0 0 0,1 1 0 0 0,-1-1 0 0 0,3 0 0 0 0,-3 2 5 0 0,0-1-1 0 0,0 1 1 0 0,0-1-1 0 0,-1 1 1 0 0,1-1 0 0 0,0 1-1 0 0,-1 0 1 0 0,0-1-1 0 0,1 1 1 0 0,-1 0-1 0 0,0 0 1 0 0,1-1 0 0 0,-1 1-1 0 0,0 0 1 0 0,0 0-1 0 0,-1-1 1 0 0,1 1-1 0 0,0 0 1 0 0,-1-1-1 0 0,1 1 1 0 0,-2 3 0 0 0,-15 51-74 0 0,1-4-2307 0 0,12-18-3369 0 0,8-57 3671 0 0,16-14 5443 0 0,-18 35-3176 0 0,-1 1-1 0 0,0-1 0 0 0,1 1 1 0 0,-1 0-1 0 0,0-1 1 0 0,1 1-1 0 0,0 0 0 0 0,-1 0 1 0 0,1 0-1 0 0,0 0 0 0 0,-1 0 1 0 0,1 0-1 0 0,0 1 1 0 0,0-1-1 0 0,0 0 0 0 0,0 1 1 0 0,3-1-1 0 0,-4 1-263 0 0,1 0 1 0 0,0 1-1 0 0,-1-1 0 0 0,1 0 0 0 0,0 1 1 0 0,-1-1-1 0 0,1 1 0 0 0,-1 0 1 0 0,1-1-1 0 0,-1 1 0 0 0,1 0 1 0 0,-1 0-1 0 0,1 0 0 0 0,-1 0 0 0 0,2 1 1 0 0,2 3-460 0 0,7 5-2116 0 0,-2-4-2418 0 0,-6-5 1697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5.4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0 3929 0 0,'-1'8'6798'0'0,"2"27"-6163"0"0,-1-31-708 0 0,12 76-317 0 0,3-28-8415 0 0,-13-46 7135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5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1 4489 0 0,'8'0'5333'0'0,"8"1"-4337"0"0,11 1-3251 0 0,-9 1-4666 0 0,-15-1 5479 0 0</inkml:trace>
  <inkml:trace contextRef="#ctx0" brushRef="#br0" timeOffset="1">0 205 3737 0 0,'0'7'2216'0'0,"1"1"-1512"0"0,0 3-127 0 0,1-2-129 0 0,-1-2-208 0 0,1-1-112 0 0,0-1-128 0 0,-1-1-176 0 0,0-1-208 0 0,0 0-209 0 0,0-1-335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6.2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68 2537 0 0,'10'-7'9234'0'0,"34"-24"-6939"0"0,-39 27-2117 0 0,-1 1 0 0 0,1-1 0 0 0,0 1-1 0 0,0 0 1 0 0,1 0 0 0 0,-1 1 0 0 0,1-1 0 0 0,6-1 0 0 0,-11 4-130 0 0,0 0-1 0 0,0 0 1 0 0,0-1-1 0 0,0 1 1 0 0,1 0-1 0 0,-1 1 1 0 0,0-1-1 0 0,0 0 1 0 0,0 0-1 0 0,0 0 1 0 0,0 1-1 0 0,0-1 1 0 0,0 0-1 0 0,0 1 1 0 0,0-1-1 0 0,0 1 1 0 0,-1-1-1 0 0,1 1 0 0 0,0 0 1 0 0,1 0-1 0 0,-1 1-1 0 0,1 0-1 0 0,-1 0 0 0 0,0 0 1 0 0,0 0-1 0 0,1 0 0 0 0,-2 0 0 0 0,1 0 1 0 0,0 0-1 0 0,0 0 0 0 0,-1 1 0 0 0,1-1 1 0 0,0 4-1 0 0,0 3-401 0 0,2 23-2587 0 0,-3-31 2407 0 0,0 0 1 0 0,0 0 0 0 0,0 0 0 0 0,0 0 0 0 0,0-1 0 0 0,-1 1 0 0 0,1 0 0 0 0,0 0 0 0 0,0 0-1 0 0,-1-1 1 0 0,1 1 0 0 0,-1 0 0 0 0,1-1 0 0 0,-1 1 0 0 0,1 0 0 0 0,-1-1 0 0 0,-2 3-1071 0 0</inkml:trace>
  <inkml:trace contextRef="#ctx0" brushRef="#br0" timeOffset="1">3 165 4737 0 0,'-2'5'8875'0'0,"2"-5"-8742"0"0,14-1 1772 0 0,18-8-2374 0 0,26-25-1674 0 0,-26 4-7328 0 0,-28 26 6704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6.8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34 2873 0 0,'9'-4'6197'0'0,"31"-9"-4229"0"0,-14 4-1643 0 0,-3 2 2387 0 0,-49 23-2331 0 0,21-13-610 0 0,1 0-1 0 0,0 0 0 0 0,-1 1 0 0 0,1 0 1 0 0,1 0-1 0 0,-1 0 0 0 0,1 0 0 0 0,-1 0 1 0 0,-2 7-1 0 0,4-10 231 0 0,1 1-1 0 0,0 0 1 0 0,0 0 0 0 0,0-1-1 0 0,0 1 1 0 0,0 0 0 0 0,1 0 0 0 0,-1 0-1 0 0,1 0 1 0 0,-1 0 0 0 0,1 0-1 0 0,0 0 1 0 0,-1 0 0 0 0,1 0-1 0 0,0 1 1 0 0,1-1 0 0 0,-1 0 0 0 0,0 0-1 0 0,0 0 1 0 0,1 0 0 0 0,-1 0-1 0 0,1 0 1 0 0,0 0 0 0 0,0 0 0 0 0,-1 0-1 0 0,1-1 1 0 0,2 4 0 0 0,-2-5 43 0 0,1 1 1 0 0,-1 0-1 0 0,0 0 1 0 0,0-1 0 0 0,1 1-1 0 0,-1-1 1 0 0,1 1 0 0 0,-1-1-1 0 0,0 1 1 0 0,1-1-1 0 0,-1 0 1 0 0,1 0 0 0 0,-1 0-1 0 0,1 0 1 0 0,-1 0 0 0 0,0 0-1 0 0,1 0 1 0 0,-1 0-1 0 0,1-1 1 0 0,-1 1 0 0 0,1 0-1 0 0,1-2 1 0 0,41-16 925 0 0,-20 9-1243 0 0,-23 8 23 0 0,11-2-1032 0 0,-7 4-1997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7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44 3377 0 0,'58'-8'7323'0'0,"-30"-4"-8547"0"0,-8-7-3407 0 0,-20 14 888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7.6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0 2136 0 0,'-3'4'920'0'0,"0"1"-1"0"0,0 0 1 0 0,0 0-1 0 0,1 0 0 0 0,-1 0 1 0 0,1 0-1 0 0,-1 6 1 0 0,1-6-883 0 0,1-1 0 0 0,0 1 0 0 0,0 0 0 0 0,0 0 0 0 0,0 0 0 0 0,1 0 0 0 0,0 0 0 0 0,0 0 0 0 0,1 0 0 0 0,-1 0 0 0 0,1 0 0 0 0,0 0 0 0 0,3 8 0 0 0,-4-12 23 0 0,1-1-1 0 0,0 1 1 0 0,-1-1-1 0 0,1 1 1 0 0,0-1-1 0 0,-1 0 1 0 0,1 1-1 0 0,0-1 1 0 0,0 0-1 0 0,0 1 1 0 0,-1-1-1 0 0,1 0 1 0 0,0 0-1 0 0,0 0 1 0 0,0 0-1 0 0,0 1 1 0 0,-1-1-1 0 0,1 0 1 0 0,0-1-1 0 0,0 1 1 0 0,0 0-1 0 0,0 0 1 0 0,-1 0-1 0 0,1 0 1 0 0,0-1-1 0 0,0 1 1 0 0,0 0-1 0 0,-1-1 1 0 0,1 1-1 0 0,0-1 1 0 0,-1 1 0 0 0,1-1-1 0 0,1 0 1 0 0,34-23 1836 0 0,-24 16-1660 0 0,2 0-313 0 0,15-9-542 0 0,-13 4-7280 0 0,-13 11 5901 0 0,1 3-551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8.0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25 2409 0 0,'15'-8'5172'0'0,"21"-4"-3560"0"0,-17 7-1875 0 0,-33 13 2447 0 0,12-6-2258 0 0,-1 0-1 0 0,1 1 1 0 0,-1-1-1 0 0,1 1 0 0 0,0-1 1 0 0,0 1-1 0 0,0 0 1 0 0,0 0-1 0 0,1 0 1 0 0,-1 0-1 0 0,1 0 0 0 0,0 0 1 0 0,0 0-1 0 0,0 0 1 0 0,-1 4-1 0 0,0-2 96 0 0,1 0 0 0 0,0 0 0 0 0,0 1 0 0 0,0-1 0 0 0,1 0 0 0 0,-1 0-1 0 0,1 1 1 0 0,0-1 0 0 0,1 6 0 0 0,0-10 3 0 0,-1 0 0 0 0,1-1 0 0 0,-1 1 0 0 0,1 0 0 0 0,0 0 1 0 0,-1 0-1 0 0,1-1 0 0 0,0 1 0 0 0,-1 0 0 0 0,1-1 0 0 0,0 1 0 0 0,0-1 0 0 0,0 1 0 0 0,-1-1 0 0 0,1 1 0 0 0,0-1 0 0 0,0 1 0 0 0,0-1 0 0 0,0 0 0 0 0,0 0 0 0 0,0 1 1 0 0,0-1-1 0 0,0 0 0 0 0,0 0 0 0 0,0 0 0 0 0,0 0 0 0 0,0 0 0 0 0,0 0 0 0 0,0 0 0 0 0,0-1 0 0 0,0 1 0 0 0,0 0 0 0 0,0 0 0 0 0,0-1 0 0 0,-1 1 0 0 0,1-1 0 0 0,0 1 1 0 0,0 0-1 0 0,0-1 0 0 0,1-1 0 0 0,43-25-50 0 0,-36 21-381 0 0,31-15-7851 0 0,-34 18 6216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8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 4817 0 0,'-6'5'6474'0'0,"2"12"-4671"0"0,1 13-1360 0 0,3-30-393 0 0,2 97 712 0 0,6-49-1681 0 0,10-5-3634 0 0</inkml:trace>
  <inkml:trace contextRef="#ctx0" brushRef="#br0" timeOffset="1">5 128 4201 0 0,'9'-2'8549'0'0,"12"-2"-7282"0"0,6-2-3253 0 0,-21 5 1280 0 0,37-9-7604 0 0,-37 10 5959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1:39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38 4809 0 0,'1'-5'8066'0'0,"2"0"-5464"0"0,1-1-4768 0 0</inkml:trace>
  <inkml:trace contextRef="#ctx0" brushRef="#br0" timeOffset="1">80 13 4353 0 0,'5'-2'8936'0'0,"5"-4"-4953"0"0,0 1-6426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2:48.81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164 178 840 0 0,'2'-7'-12'0'0,"0"0"0"0"0,0 0 0 0 0,1 1 0 0 0,0-1 0 0 0,0 1 0 0 0,1 0 0 0 0,-1 0 0 0 0,1 0 0 0 0,8-8 0 0 0,4-8 218 0 0,-15 20-45 0 0,0 1 0 0 0,0 0 0 0 0,0-1 0 0 0,0 1 1 0 0,0-1-1 0 0,0 1 0 0 0,0-1 0 0 0,-1 1 1 0 0,1-1-1 0 0,-1 1 0 0 0,1-1 0 0 0,-1 0 0 0 0,0 1 1 0 0,1-1-1 0 0,-1 0 0 0 0,0 1 0 0 0,0-1 1 0 0,0 0-1 0 0,0 0 0 0 0,-1-1 0 0 0,0 1 47 0 0,-1 0 1 0 0,0 0-1 0 0,1 1 0 0 0,-1-1 0 0 0,0 1 0 0 0,0-1 0 0 0,0 1 1 0 0,0 0-1 0 0,0-1 0 0 0,0 1 0 0 0,-4-1 0 0 0,1-1-592 0 0,3 3 477 0 0,0 0-1 0 0,0 1 1 0 0,0-1-1 0 0,0 0 0 0 0,0 1 1 0 0,0-1-1 0 0,1 1 1 0 0,-1 0-1 0 0,0 0 0 0 0,0-1 1 0 0,1 1-1 0 0,-1 0 1 0 0,0 0-1 0 0,1 1 0 0 0,-1-1 1 0 0,1 0-1 0 0,-3 3 1 0 0,-15 8 893 0 0,-32 11-558 0 0,44-19-326 0 0,-1 0 0 0 0,1 0 1 0 0,0-1-1 0 0,-1 0 0 0 0,0-1 1 0 0,0 0-1 0 0,1 0 0 0 0,-25-7 3923 0 0,31 5-3992 0 0,43-2 932 0 0,48-9 1 0 0,18-1-319 0 0,253 21 279 0 0,-259-4-596 0 0,66 9 19 0 0,-92-6-103 0 0,0-3 1 0 0,118-8-1 0 0,-150-1-70 0 0,0 2-1 0 0,0 2 1 0 0,64 8-1 0 0,-61-4-20 0 0,69-3-1 0 0,3 0 94 0 0,52-3-102 0 0,-141 0-110 0 0,143-11 118 0 0,-74 4-68 0 0,140 5-1 0 0,-33 0-117 0 0,0 1 211 0 0,-160 4-143 0 0,64-8 1 0 0,-77 3-1 0 0,-1 2 0 0 0,1 1 1 0 0,-1 2-1 0 0,54 7 1 0 0,-83-7-45 0 0,26 5-44 0 0,-1-1 1 0 0,39 1-1 0 0,-61-33-5507 0 0,-8-8-4 0 0,0 3-1108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3.0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605 867 2481 0 0,'0'0'114'0'0,"0"0"1"0"0,0 0-1 0 0,-1 0 1 0 0,1 0 0 0 0,0 0-1 0 0,0 0 1 0 0,0 0 0 0 0,0 0-1 0 0,0 0 1 0 0,-1 1 0 0 0,1-1-1 0 0,0 0 116 0 0,0 0-116 0 0,0 0 1 0 0,0 0 0 0 0,0 0-1 0 0,-1 1 1 0 0,1-1-1 0 0,0 0 1 0 0,0 0 0 0 0,0 0-1 0 0,0 0 1 0 0,0 1 0 0 0,0-1-1 0 0,0 0 1 0 0,0 0 0 0 0,0 0-1 0 0,0 0 1 0 0,0 1 0 0 0,0-1-1 0 0,0 0 1 0 0,0 0-1 0 0,0 0 1 0 0,0 1 0 0 0,0-1-1 0 0,0 0 1 0 0,0 0 0 0 0,0 0-1 0 0,0 0 1 0 0,0 1 0 0 0,0-1-1 0 0,0 0 1 0 0,0 0 0 0 0,1 0-1 0 0,-1 0 1 0 0,0 1 0 0 0,0-1 114 0 0,0 0-115 0 0,0 0 1 0 0,0 0 0 0 0,1 0-1 0 0,-1 0-23 0 0,-1 0 0 0 0,1 0 0 0 0,0 0 0 0 0,0 0 0 0 0,0 0 0 0 0,-1 0 0 0 0,1 0 0 0 0,0 0 0 0 0,0-1 0 0 0,0 1 0 0 0,-1 0 0 0 0,1 0 0 0 0,0 0 0 0 0,0 0 0 0 0,0 0 0 0 0,-1 0 0 0 0,1 0 0 0 0,0 0 0 0 0,0 0 0 0 0,-1 1 0 0 0,1-1 0 0 0,0 0 0 0 0,0 0 0 0 0,0 0 0 0 0,-1 0 0 0 0,1 0 0 0 0,0 0 0 0 0,0 0 0 0 0,0 0 0 0 0,0 1 0 0 0,-1-1 0 0 0,1 0 0 0 0,0 0 0 0 0,0 0 0 0 0,0 0 0 0 0,0 0 0 0 0,0 1 0 0 0,-1-1 0 0 0,1 0 0 0 0,0 0 0 0 0,0 0 0 0 0,0 1 0 0 0,0-1 0 0 0,0 0 0 0 0,0 0 0 0 0,0 0 0 0 0,0 1 0 0 0,0-1-1 0 0,0 0 1 0 0,0 0 0 0 0,0 1 0 0 0,0-1 0 0 0,0 0 0 0 0,0 0 0 0 0,0 0 0 0 0,0 1 0 0 0,0-1 0 0 0,-15-3 770 0 0,0 0-1 0 0,0 0 0 0 0,0 2 1 0 0,-1 0-1 0 0,1 0 1 0 0,-31 4-1 0 0,29-1-561 0 0,0-1-1 0 0,0-1 1 0 0,0-1 0 0 0,0 0 0 0 0,-29-6-1 0 0,34 3-152 0 0,1-1-1 0 0,-1 0 0 0 0,1 0 1 0 0,0-1-1 0 0,0-1 1 0 0,0 0-1 0 0,1 0 0 0 0,1-1 1 0 0,-1 0-1 0 0,1-1 1 0 0,-11-13-1 0 0,-9-14 228 0 0,-43-70 1 0 0,39 54-272 0 0,25 40-55 0 0,1 0-1 0 0,0-1 0 0 0,1 0 1 0 0,0 0-1 0 0,1 0 0 0 0,1-1 1 0 0,0 0-1 0 0,1 0 1 0 0,0 0-1 0 0,1 0 0 0 0,1 0 1 0 0,0-1-1 0 0,1 1 0 0 0,1 0 1 0 0,0-1-1 0 0,1 1 1 0 0,0 0-1 0 0,1 0 0 0 0,1 0 1 0 0,0 0-1 0 0,8-17 0 0 0,-1 0 70 0 0,2 1-1 0 0,33-57 0 0 0,-40 78-84 0 0,0 1 0 0 0,0-1 0 0 0,0 1 0 0 0,1 0 0 0 0,0 1 0 0 0,0-1 0 0 0,1 1 0 0 0,0 1 0 0 0,0 0-1 0 0,1 0 1 0 0,0 0 0 0 0,0 1 0 0 0,17-7 0 0 0,-18 10-21 0 0,1 1-1 0 0,-1 0 0 0 0,1 0 0 0 0,-1 0 1 0 0,1 1-1 0 0,0 1 0 0 0,-1-1 1 0 0,1 2-1 0 0,-1-1 0 0 0,0 1 1 0 0,1 0-1 0 0,-1 1 0 0 0,0 0 1 0 0,0 0-1 0 0,11 6 0 0 0,11 8 41 0 0,-1 1 0 0 0,40 32 0 0 0,-61-43-49 0 0,13 10 100 0 0,-1 1-1 0 0,0 1 1 0 0,-2 0-1 0 0,29 40 0 0 0,-37-45-38 0 0,0 1 0 0 0,-1 0-1 0 0,-1 1 1 0 0,0 0-1 0 0,-1 0 1 0 0,-1 1-1 0 0,-1 0 1 0 0,5 21 0 0 0,-9-27-21 0 0,0 0 0 0 0,-1 1 1 0 0,-1-1-1 0 0,0 0 1 0 0,0 0-1 0 0,-1 0 1 0 0,0 0-1 0 0,-1 0 0 0 0,0-1 1 0 0,-1 1-1 0 0,-8 16 1 0 0,-9 11 18 0 0,-42 61-1 0 0,21-36-62 0 0,19-22-211 0 0,-27 39-235 0 0,46-74-394 0 0,-1 0 1 0 0,0 0 0 0 0,0-1-1 0 0,-1 0 1 0 0,-9 8 0 0 0,14-13 131 0 0,1 0 474 0 0,0 0 0 0 0,0 0 0 0 0,-1 0 1 0 0,1 0-1 0 0,0 0 0 0 0,-1 0 0 0 0,1 0 0 0 0,-9-21-11570 0 0,9 20 11331 0 0,-1-12-4836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4.4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1997 1328 0 0,'-4'-2'995'0'0,"0"-1"0"0"0,0 0-1 0 0,0 0 1 0 0,0 0 0 0 0,0 0-1 0 0,1-1 1 0 0,0 1 0 0 0,-6-8-1 0 0,8 7-776 0 0,0 1 1 0 0,-1-1-1 0 0,2 1 0 0 0,-1-1 0 0 0,0 1 0 0 0,1-1 1 0 0,-1 0-1 0 0,1 1 0 0 0,0-1 0 0 0,0 0 0 0 0,1 0 0 0 0,-1 1 1 0 0,2-5-1 0 0,4-26 279 0 0,1 0 1 0 0,2 0-1 0 0,1 0 1 0 0,1 1 0 0 0,3 0-1 0 0,0 1 1 0 0,2 1-1 0 0,1 1 1 0 0,2 0-1 0 0,1 1 1 0 0,1 1-1 0 0,29-30 1 0 0,-44 51-466 0 0,1 1 1 0 0,-1 0 0 0 0,1 1-1 0 0,0-1 1 0 0,1 1-1 0 0,-1 1 1 0 0,1-1 0 0 0,0 1-1 0 0,0 1 1 0 0,0 0-1 0 0,1 0 1 0 0,-1 0 0 0 0,1 1-1 0 0,11-1 1 0 0,-11 2 2 0 0,1 1 0 0 0,0 1 0 0 0,0 0 0 0 0,0 0-1 0 0,0 1 1 0 0,-1 0 0 0 0,1 1 0 0 0,-1 0 0 0 0,0 1 0 0 0,1 0 0 0 0,-1 0 0 0 0,12 9 0 0 0,56 33 244 0 0,122 66 136 0 0,-172-100-393 0 0,0-1 0 0 0,1-1 0 0 0,0-1 0 0 0,0-2 1 0 0,56 7-1 0 0,-26-10 63 0 0,0-2 1 0 0,0-4-1 0 0,-1-1 0 0 0,1-3 1 0 0,-1-3-1 0 0,0-2 1 0 0,-1-3-1 0 0,0-2 1 0 0,78-34-1 0 0,-92 31 60 0 0,-1-1 0 0 0,0-3 0 0 0,-2-1 1 0 0,-1-2-1 0 0,0-1 0 0 0,-2-2 0 0 0,-2-2 0 0 0,-1-1 0 0 0,-1-1 0 0 0,-1-2 0 0 0,-3-1 0 0 0,34-55 0 0 0,-14-1 0 0 0,58-158-1 0 0,-72 163-71 0 0,-19 51-8 0 0,-1-1 0 0 0,-2 0 1 0 0,-2-1-1 0 0,-1 0 0 0 0,-2 0 1 0 0,-2-1-1 0 0,-1 0 0 0 0,-3-55 1 0 0,0 53-75 0 0,0 34-60 0 0,0-1 0 0 0,-1 0 0 0 0,0 1 1 0 0,0-1-1 0 0,0 0 0 0 0,-1 1 0 0 0,0-1 0 0 0,-1 1 0 0 0,0-1 0 0 0,0 1 0 0 0,0-1 0 0 0,-5-6 1 0 0,6 12 27 0 0,-1 1 0 0 0,0 0 0 0 0,1-1 0 0 0,-1 1 0 0 0,0 0 0 0 0,0 0 0 0 0,0 0 0 0 0,0 0 0 0 0,0 0 0 0 0,0 1 0 0 0,0-1 1 0 0,0 0-1 0 0,0 1 0 0 0,0 0 0 0 0,-1-1 0 0 0,1 1 0 0 0,0 0 0 0 0,-4 1 0 0 0,-48 5-494 0 0,34-2 383 0 0,-40 7-58 0 0,31-3-359 0 0,57-9 578 0 0,1-2 0 0 0,-1-1 0 0 0,0-1 0 0 0,0-1 0 0 0,31-11 0 0 0,134-60 277 0 0,-146 57-127 0 0,-23 10-65 0 0,-11 3 8 0 0,1 1 0 0 0,0 1 1 0 0,26-6-1 0 0,-40 11-90 0 0,0 0 1 0 0,1 0-1 0 0,-1 0 0 0 0,0 0 1 0 0,1 0-1 0 0,-1 0 1 0 0,0 0-1 0 0,1 0 0 0 0,-1 0 1 0 0,0 0-1 0 0,1 1 1 0 0,-1-1-1 0 0,0 0 0 0 0,1 0 1 0 0,-1 0-1 0 0,0 0 1 0 0,1 1-1 0 0,-1-1 0 0 0,0 0 1 0 0,0 0-1 0 0,1 0 0 0 0,-1 1 1 0 0,0-1-1 0 0,0 0 1 0 0,0 1-1 0 0,1-1 0 0 0,-1 0 1 0 0,0 0-1 0 0,0 1 1 0 0,0-1-1 0 0,0 0 0 0 0,0 1 1 0 0,0-1-1 0 0,0 0 1 0 0,0 1-1 0 0,1-1 0 0 0,-1 21 188 0 0,-7 17-62 0 0,-31 97-34 0 0,11-44-1422 0 0,-18 110 0 0 0,43-164-2072 0 0,2-27-2449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5.2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305 73 1552 0 0,'19'-37'10013'0'0,"-1"2"-4196"0"0,-59 53-3225 0 0,4 9-2547 0 0,1 3 0 0 0,1 0 1 0 0,2 3-1 0 0,1 0 0 0 0,2 2 1 0 0,1 1-1 0 0,-31 53 0 0 0,59-88-48 0 0,0-1-1 0 0,0 1 1 0 0,1 0-1 0 0,-1 0 1 0 0,1 0-1 0 0,-1 0 1 0 0,0 0-1 0 0,1 0 1 0 0,0 0-1 0 0,-1-1 1 0 0,1 1-1 0 0,-1 1 1 0 0,1-1-1 0 0,0 0 1 0 0,0 0-1 0 0,0 0 1 0 0,0 0-1 0 0,0 0 1 0 0,0 0-1 0 0,0 0 1 0 0,0 0-1 0 0,0 0 1 0 0,0 0-1 0 0,0 0 1 0 0,1 0-1 0 0,-1 0 0 0 0,0 0 1 0 0,1 0-1 0 0,-1 0 1 0 0,1 0-1 0 0,-1 0 1 0 0,1 0-1 0 0,-1 0 1 0 0,1 0-1 0 0,0-1 1 0 0,0 1-1 0 0,-1 0 1 0 0,1 0-1 0 0,0-1 1 0 0,0 1-1 0 0,0-1 1 0 0,0 1-1 0 0,-1 0 1 0 0,1-1-1 0 0,0 0 1 0 0,0 1-1 0 0,0-1 1 0 0,0 0-1 0 0,0 1 1 0 0,0-1-1 0 0,1 0 1 0 0,-1 0-1 0 0,1 0 1 0 0,11 2 48 0 0,0 0 1 0 0,0-2 0 0 0,23-1-1 0 0,-11 1 32 0 0,404 10 260 0 0,-421-10-380 0 0,0 1 0 0 0,-1 1 0 0 0,1-1 1 0 0,0 1-1 0 0,8 3 0 0 0,-14-4-145 0 0,-1-1-1 0 0,1 1 1 0 0,-1 0 0 0 0,0 0 0 0 0,1 0 0 0 0,-1-1-1 0 0,0 1 1 0 0,0 0 0 0 0,1 0 0 0 0,-1 1 0 0 0,0-1-1 0 0,0 0 1 0 0,0 0 0 0 0,1 3 0 0 0,-2-3-195 0 0,0 0 0 0 0,1 0 0 0 0,-1 0 0 0 0,0 0 0 0 0,0 1 0 0 0,0-1 0 0 0,0 0 0 0 0,0 0 0 0 0,0 0 0 0 0,0 1 0 0 0,0-1 0 0 0,-1 0 0 0 0,1 0 0 0 0,0 0 1 0 0,-1 0-1 0 0,1 0 0 0 0,-1 1 0 0 0,1-1 0 0 0,-1 0 0 0 0,1 0 0 0 0,-2 2 0 0 0,-10 0-5089 0 0,7-2 2706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5.6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3017 0 0,'2'81'7887'0'0,"2"-2"-4911"0"0,1 111-1109 0 0,-10-58-913 0 0,2 151-589 0 0,11-233-1493 0 0,5-20-4245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7.6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237 13 4865 0 0,'0'-1'193'0'0,"0"1"0"0"0,0-1 0 0 0,0 1 0 0 0,0 0 0 0 0,0-1 0 0 0,0 1 0 0 0,0-1 0 0 0,0 1 0 0 0,0-1 0 0 0,-1 1 0 0 0,1 0 0 0 0,0-1 0 0 0,0 1 0 0 0,0-1 0 0 0,0 1 0 0 0,-1 0 0 0 0,1-1 0 0 0,0 1 0 0 0,0-1 0 0 0,-1 1 0 0 0,1 0 0 0 0,0-1 0 0 0,0 1 0 0 0,-1 0 0 0 0,1 0 0 0 0,0-1 0 0 0,-1 1 0 0 0,1 0 0 0 0,-1 0 0 0 0,1-1 0 0 0,0 1 0 0 0,-1 0 0 0 0,1 0 0 0 0,-1 0 0 0 0,-18 5 2394 0 0,-22 21-1842 0 0,38-23-290 0 0,-12 10-329 0 0,0 0 0 0 0,1 1 0 0 0,1 1 0 0 0,1 0 1 0 0,0 1-1 0 0,1 0 0 0 0,1 1 0 0 0,0 0 0 0 0,1 1 0 0 0,1 0 0 0 0,1 0 0 0 0,0 1 0 0 0,1 0 0 0 0,2 0 0 0 0,0 0 0 0 0,-3 37 0 0 0,6-39-195 0 0,0-1 0 0 0,2 1-1 0 0,0-1 1 0 0,0 1 0 0 0,2-1 0 0 0,0 0-1 0 0,1 0 1 0 0,0 0 0 0 0,9 19 0 0 0,-8-25-191 0 0,0 1-1 0 0,1-1 1 0 0,1 0 0 0 0,-1 0 0 0 0,1 0 0 0 0,1-1-1 0 0,0 0 1 0 0,0-1 0 0 0,1 0 0 0 0,0 0-1 0 0,1-1 1 0 0,-1 0 0 0 0,18 9 0 0 0,-21-13-325 0 0,0 0-1 0 0,0 0 1 0 0,0-1 0 0 0,1 1-1 0 0,11 1 1 0 0,-15-3 16 0 0,0-1 0 0 0,0 0 1 0 0,0 0-1 0 0,0 0 0 0 0,0 0 0 0 0,0-1 0 0 0,-1 1 1 0 0,1-1-1 0 0,0 0 0 0 0,3-1 0 0 0,8-1-2221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8.0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0 5481 0 0,'8'19'6695'0'0,"-6"7"-4042"0"0,-11 30-2499 0 0,6-38 586 0 0,-17 78 36 0 0,-1 5-1657 0 0,16-32-5174 0 0,3-62 1422 0 0,4-3 1575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8.5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86 7058 0 0,'20'-7'5636'0'0,"0"1"-3721"0"0,17-5-539 0 0,4-13-42 0 0,8-4-709 0 0,-46 26-556 0 0,0 1 0 0 0,0 0 0 0 0,1-1 0 0 0,-1 2 0 0 0,0-1 0 0 0,0 0 0 0 0,0 1 0 0 0,1-1 0 0 0,-1 1 0 0 0,0 0-1 0 0,0 0 1 0 0,1 0 0 0 0,3 1 0 0 0,-6-1-25 0 0,0 1 0 0 0,0 0 0 0 0,0-1 0 0 0,0 1 0 0 0,0 0 0 0 0,0 0 0 0 0,0-1 0 0 0,0 1 0 0 0,0 0 0 0 0,0 0 0 0 0,0 0 0 0 0,0 0 0 0 0,-1 0 0 0 0,1 1 0 0 0,0-1 0 0 0,-1 0-1 0 0,1 0 1 0 0,-1 0 0 0 0,1 0 0 0 0,-1 1 0 0 0,0-1 0 0 0,1 0 0 0 0,-1 1 0 0 0,0-1 0 0 0,0 0 0 0 0,0 0 0 0 0,0 1 0 0 0,0-1 0 0 0,0 0 0 0 0,-1 3 0 0 0,-7 44 442 0 0,6-39-414 0 0,-6 23 12 0 0,-1-1 1 0 0,-17 41-1 0 0,21-59-342 0 0,-1-1 1 0 0,0 0-1 0 0,-1-1 0 0 0,-1 0 0 0 0,1 0 0 0 0,-2 0 0 0 0,0-1 1 0 0,-15 14-1 0 0,24-24 223 0 0,0 0 0 0 0,0 0 0 0 0,0 1 0 0 0,0-1 1 0 0,0 0-1 0 0,-1 0 0 0 0,1 1 0 0 0,0-1 0 0 0,0 0 1 0 0,0 0-1 0 0,0 0 0 0 0,-1 0 0 0 0,1 1 0 0 0,0-1 0 0 0,0 0 1 0 0,-1 0-1 0 0,1 0 0 0 0,0 0 0 0 0,0 0 0 0 0,0 0 1 0 0,-1 0-1 0 0,1 0 0 0 0,0 1 0 0 0,0-1 0 0 0,-1 0 0 0 0,1 0 1 0 0,0 0-1 0 0,0 0 0 0 0,-1 0 0 0 0,1 0 0 0 0,0-1 1 0 0,0 1-1 0 0,-1 0 0 0 0,1 0 0 0 0,0 0 0 0 0,0 0 1 0 0,-1 0-1 0 0,1 0 0 0 0,0 0 0 0 0,0 0 0 0 0,-1 0 0 0 0,1-1 1 0 0,0 1-1 0 0,0 0 0 0 0,0 0 0 0 0,-1 0 0 0 0,1-1 1 0 0,0 1-1 0 0,0 0 0 0 0,0 0 0 0 0,0-19-644 0 0,10-20 436 0 0,-7 31 265 0 0,1 0 1 0 0,0 1 0 0 0,0-1 0 0 0,1 1-1 0 0,0 0 1 0 0,1 0 0 0 0,8-9-1 0 0,-11 13 20 0 0,0 0-1 0 0,0 1 0 0 0,0-1 1 0 0,0 1-1 0 0,1 0 0 0 0,-1 0 1 0 0,1 0-1 0 0,-1 1 0 0 0,1-1 1 0 0,0 1-1 0 0,0 0 0 0 0,0 0 1 0 0,0 0-1 0 0,0 0 0 0 0,0 1 1 0 0,0-1-1 0 0,0 1 0 0 0,4 1 1 0 0,112 1 20 0 0,-75-3-5416 0 0,-61-4-2908 0 0,8 1 6918 0 0,2 7-470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8.9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294 0 1176 0 0,'-15'15'6241'0'0,"6"9"-3452"0"0,2 34-2146 0 0,5-28 153 0 0,-5 13-602 0 0,-20 69-1 0 0,23-99-184 0 0,-1 0-1 0 0,0-1 0 0 0,-1 1 0 0 0,0-1 0 0 0,-1 0 0 0 0,0-1 0 0 0,-1 0 0 0 0,0 0 0 0 0,-16 16 0 0 0,18-23 77 0 0,0 0 0 0 0,0 0-1 0 0,-1 0 1 0 0,1-1 0 0 0,-1 0-1 0 0,0 0 1 0 0,0-1 0 0 0,-9 2-1 0 0,13-2 47 0 0,0-1-1 0 0,-1-1 1 0 0,1 1-1 0 0,0 0 1 0 0,-1-1-1 0 0,1 0 0 0 0,-1 0 1 0 0,1 0-1 0 0,0 0 1 0 0,-1 0-1 0 0,1-1 0 0 0,0 0 1 0 0,-1 1-1 0 0,1-1 1 0 0,0 0-1 0 0,0-1 0 0 0,0 1 1 0 0,-1-1-1 0 0,1 1 1 0 0,-2-3-1 0 0,4 4-89 0 0,0-1 0 0 0,1 1-1 0 0,-1-1 1 0 0,1 1 0 0 0,0-1 0 0 0,-1 1 0 0 0,1-1-1 0 0,-1 1 1 0 0,1-1 0 0 0,0 0 0 0 0,-1 1 0 0 0,1-1 0 0 0,0 0-1 0 0,0 1 1 0 0,-1-1 0 0 0,1 0 0 0 0,0 1 0 0 0,0-1-1 0 0,0 0 1 0 0,0 1 0 0 0,0-1 0 0 0,0 0 0 0 0,0 1-1 0 0,0-1 1 0 0,0 0 0 0 0,0 1 0 0 0,0-1 0 0 0,0 0 0 0 0,1 1-1 0 0,-1-1 1 0 0,1-1 0 0 0,20-14 1046 0 0,33 1 504 0 0,22 7-1387 0 0,115 3 0 0 0,-185 5-336 0 0,37 7-3665 0 0,1 1-6328 0 0,-38-8 5925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9.3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0 7386 0 0,'-2'8'7376'0'0,"4"17"-6482"0"0,-2-20-132 0 0,6 142 882 0 0,-5-70-2195 0 0,4-1-1 0 0,2-1 0 0 0,27 114 0 0 0,-11-122-1642 0 0,-21-63 1792 0 0,0 1 0 0 0,0-1 1 0 0,0 0-1 0 0,0 0 0 0 0,1 0 1 0 0,0-1-1 0 0,0 1 0 0 0,0 0 1 0 0,0-1-1 0 0,0 0 0 0 0,1 0 1 0 0,6 5-1 0 0,-9-7 310 0 0,-1-1 0 0 0,1 0 0 0 0,-1 0 0 0 0,1 0 0 0 0,-1 0 0 0 0,1 0 0 0 0,-1 0 0 0 0,0 1 0 0 0,1-1 0 0 0,-1 0-1 0 0,1 0 1 0 0,-1 0 0 0 0,1 0 0 0 0,-1-1 0 0 0,1 1 0 0 0,-1 0 0 0 0,1 0 0 0 0,-1 0 0 0 0,1 0 0 0 0,-1 0 0 0 0,0-1 0 0 0,1 1 0 0 0,-1 0 0 0 0,1 0 0 0 0,-1-1 0 0 0,0 1 0 0 0,1 0-1 0 0,-1-1 1 0 0,1 1 0 0 0,-1 0 0 0 0,0-1 0 0 0,0 1 0 0 0,1 0 0 0 0,-1-1 0 0 0,0 1 0 0 0,0-1 0 0 0,1 1 0 0 0,-1 0 0 0 0,0-1 0 0 0,0 1 0 0 0,0-1 0 0 0,0 1 0 0 0,0-1 0 0 0,0 1-1 0 0,0-1 1 0 0,0 1 0 0 0,0-1 0 0 0,0 1 0 0 0,0-1 0 0 0,0 1 0 0 0,0-1 0 0 0,0 0 0 0 0,1-3-586 0 0,4-11-1652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29.8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68 4481 0 0,'43'10'7209'0'0,"-7"-1"-5172"0"0,-16-7-1608 0 0,0-1 0 0 0,1-1 0 0 0,-1 0 0 0 0,36-7-1 0 0,-51 9 278 0 0,-11 6-153 0 0,-15 6 13 0 0,13-12-516 0 0,0 0 0 0 0,-1 0 0 0 0,1-1 0 0 0,0 0 0 0 0,-1 0 0 0 0,-8-1 0 0 0,10 0-47 0 0,1 0 0 0 0,-1 0 0 0 0,0 1 0 0 0,0 0 0 0 0,0 0 0 0 0,1 1 0 0 0,-10 2 0 0 0,14-2-3 0 0,0-1 0 0 0,-1 1 0 0 0,1-1-1 0 0,0 1 1 0 0,0 0 0 0 0,0 0 0 0 0,0 0 0 0 0,0 0-1 0 0,1 0 1 0 0,-1 0 0 0 0,1 1 0 0 0,-1-1-1 0 0,1 0 1 0 0,0 1 0 0 0,0-1 0 0 0,0 1 0 0 0,0-1-1 0 0,0 1 1 0 0,1 0 0 0 0,-1-1 0 0 0,1 1 0 0 0,-1 0-1 0 0,1 3 1 0 0,-1 15-24 0 0,1 0 0 0 0,0 0 0 0 0,2 0 0 0 0,0 0-1 0 0,2 0 1 0 0,0-1 0 0 0,1 1 0 0 0,1-1 0 0 0,1 0-1 0 0,1-1 1 0 0,0 0 0 0 0,2 0 0 0 0,0 0 0 0 0,1-2 0 0 0,17 23-1 0 0,-26-38-25 0 0,-1 0-1 0 0,1 0 1 0 0,0 0-1 0 0,-1-1 1 0 0,1 1-1 0 0,0 0 1 0 0,0-1-1 0 0,0 1 1 0 0,0-1-1 0 0,0 1 1 0 0,0-1-1 0 0,1 0 1 0 0,-1 0-1 0 0,0 0 1 0 0,1 0-1 0 0,-1 0 1 0 0,1-1-1 0 0,-1 1 1 0 0,1-1-1 0 0,-1 0 1 0 0,1 0-1 0 0,-1 1 1 0 0,1-1-1 0 0,-1-1 1 0 0,1 1-1 0 0,3-1 1 0 0,-2-1-91 0 0,-1 0 1 0 0,0-1-1 0 0,0 1 1 0 0,0-1-1 0 0,0 0 1 0 0,-1 0-1 0 0,1 0 1 0 0,-1 0 0 0 0,1 0-1 0 0,-1 0 1 0 0,0 0-1 0 0,0-1 1 0 0,-1 1-1 0 0,1-1 1 0 0,-1 0-1 0 0,2-7 1 0 0,6-22-605 0 0,-2-1 0 0 0,-2 1 1 0 0,-1-2-1 0 0,-1 1 0 0 0,-3-46 0 0 0,-1 40 1012 0 0,2-1 0 0 0,2 1-1 0 0,10-49 1 0 0,-13 87-98 0 0,0 0 0 0 0,1 0 0 0 0,-1 0 0 0 0,1 0 0 0 0,-1 0 0 0 0,1 0 0 0 0,0 0 0 0 0,0 0 0 0 0,0 0 0 0 0,0 0 1 0 0,0 0-1 0 0,3-3 0 0 0,-4 6-95 0 0,1-1 1 0 0,-1 0 0 0 0,1 1 0 0 0,-1-1-1 0 0,1 0 1 0 0,-1 1 0 0 0,1-1-1 0 0,-1 1 1 0 0,1-1 0 0 0,-1 1 0 0 0,0-1-1 0 0,1 1 1 0 0,-1-1 0 0 0,0 1 0 0 0,1 0-1 0 0,-1-1 1 0 0,0 1 0 0 0,0-1-1 0 0,1 1 1 0 0,-1 0 0 0 0,0-1 0 0 0,0 1-1 0 0,0 0 1 0 0,0-1 0 0 0,0 1 0 0 0,0 0-1 0 0,8 71 1925 0 0,-7-62-2174 0 0,7 106 569 0 0,10 93-1290 0 0,-12-173-915 0 0,20 64 0 0 0,-26-99 1746 0 0,1 1 0 0 0,-1-1 0 0 0,0 0-1 0 0,1 0 1 0 0,-1 0 0 0 0,0 0 0 0 0,1 0 0 0 0,-1 0 0 0 0,1 0-1 0 0,0 0 1 0 0,-1 0 0 0 0,1 0 0 0 0,0 0 0 0 0,-1 0 0 0 0,1 0-1 0 0,0-1 1 0 0,0 1 0 0 0,1 1 0 0 0,5-14-742 0 0,-2-35 385 0 0,-16-22 856 0 0,8 56 34 0 0,0 0 1 0 0,1-1-1 0 0,0 1 0 0 0,1-1 0 0 0,2-26 0 0 0,1 37-388 0 0,0 1 0 0 0,0-1-1 0 0,0 0 1 0 0,0 1 0 0 0,0-1 0 0 0,1 1-1 0 0,0 0 1 0 0,-1 0 0 0 0,1 0 0 0 0,0 0-1 0 0,0 0 1 0 0,0 1 0 0 0,0-1 0 0 0,0 1-1 0 0,0 0 1 0 0,5-2 0 0 0,22-12-56 0 0,-24 10-77 0 0,0-1 0 0 0,-1 1 0 0 0,1-1 0 0 0,-1-1 0 0 0,0 1 0 0 0,-1-1-1 0 0,1 0 1 0 0,-1 0 0 0 0,-1 0 0 0 0,1-1 0 0 0,-1 1 0 0 0,3-14 0 0 0,-4 16 203 0 0,-1 0 1 0 0,0 0 0 0 0,-1 0-1 0 0,1 0 1 0 0,-1 0 0 0 0,0 1 0 0 0,0-1-1 0 0,0 0 1 0 0,-1 0 0 0 0,0 0-1 0 0,0 0 1 0 0,0 0 0 0 0,0 0-1 0 0,-1 1 1 0 0,0-1 0 0 0,0 0 0 0 0,0 1-1 0 0,-1 0 1 0 0,1-1 0 0 0,-1 1-1 0 0,0 0 1 0 0,-4-4 0 0 0,7 8-117 0 0,0 0 0 0 0,-1 0 0 0 0,1-1 0 0 0,-1 1 0 0 0,1 0 1 0 0,-1 0-1 0 0,1 0 0 0 0,-1 0 0 0 0,1 0 0 0 0,0-1 0 0 0,-1 1 0 0 0,1 0 1 0 0,-1 0-1 0 0,1 0 0 0 0,-1 0 0 0 0,1 0 0 0 0,-1 0 0 0 0,1 1 0 0 0,-1-1 1 0 0,1 0-1 0 0,-1 0 0 0 0,1 0 0 0 0,0 0 0 0 0,-1 0 0 0 0,1 1 0 0 0,-1-1 1 0 0,1 0-1 0 0,0 0 0 0 0,-1 1 0 0 0,1-1 0 0 0,0 0 0 0 0,-1 1 1 0 0,1-1-1 0 0,0 0 0 0 0,-1 1 0 0 0,1-1 0 0 0,0 1 0 0 0,0-1 0 0 0,-1 0 1 0 0,1 1-1 0 0,0-1 0 0 0,0 1 0 0 0,0-1 0 0 0,0 1 0 0 0,-1-1 0 0 0,1 1 1 0 0,0-1-1 0 0,0 0 0 0 0,0 1 0 0 0,0-1 0 0 0,0 1 0 0 0,0 0 0 0 0,-6 29 504 0 0,4 42-447 0 0,4 0 0 0 0,2 0 0 0 0,20 96 0 0 0,-24-163-118 0 0,5 22-694 0 0,0-1 0 0 0,14 41 0 0 0,-15-56-61 0 0,0-1 1 0 0,1 0-1 0 0,0 0 1 0 0,1 0 0 0 0,8 10-1 0 0,-13-19 675 0 0,-1 0-1 0 0,0-1 1 0 0,0 1 0 0 0,0-1-1 0 0,1 1 1 0 0,-1-1 0 0 0,0 1-1 0 0,1-1 1 0 0,-1 0 0 0 0,0 1-1 0 0,1-1 1 0 0,-1 1 0 0 0,1-1-1 0 0,-1 0 1 0 0,1 1 0 0 0,-1-1-1 0 0,1 0 1 0 0,-1 1 0 0 0,1-1-1 0 0,-1 0 1 0 0,1 0 0 0 0,-1 0-1 0 0,1 1 1 0 0,-1-1 0 0 0,1 0-1 0 0,-1 0 1 0 0,1 0-1 0 0,0 0 1 0 0,-1 0 0 0 0,1 0-1 0 0,-1 0 1 0 0,1 0 0 0 0,-1 0-1 0 0,1 0 1 0 0,0-1 0 0 0,0 1-1 0 0,7-18-4326 0 0,-1 2 908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0.3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158 33 1536 0 0,'-9'-17'3712'0'0,"-2"2"4183"0"0,10 15-7744 0 0,0 0-1 0 0,0 0 0 0 0,0 0 1 0 0,0 0-1 0 0,0 0 0 0 0,0 1 0 0 0,0-1 1 0 0,0 0-1 0 0,0 1 0 0 0,0-1 1 0 0,0 0-1 0 0,1 1 0 0 0,-1-1 0 0 0,0 1 1 0 0,0-1-1 0 0,0 1 0 0 0,0 0 1 0 0,1-1-1 0 0,-1 1 0 0 0,0 0 0 0 0,1 0 1 0 0,-1-1-1 0 0,0 2 0 0 0,-5 5 0 0 0,1 0-1 0 0,0 0 1 0 0,0 1-1 0 0,0-1 1 0 0,1 1-1 0 0,0 0 1 0 0,1 0-1 0 0,-4 15 1 0 0,-16 75 192 0 0,18-72-208 0 0,-10 39-152 0 0,-11 69-20 0 0,24-116-1281 0 0,1 1 0 0 0,1 33 0 0 0,5-35-2276 0 0,-4-17 3370 0 0,-1 0 0 0 0,0 0 0 0 0,1 1 0 0 0,-1-1 0 0 0,0 0 0 0 0,0 0 0 0 0,1 0 0 0 0,-1 0 0 0 0,0 1 0 0 0,1-1 0 0 0,-1 0-1 0 0,0 0 1 0 0,1 0 0 0 0,-1 0 0 0 0,1 0 0 0 0,-1 0 0 0 0,0 0 0 0 0,1 0 0 0 0,-1 0 0 0 0,0 0 0 0 0,1 0 0 0 0,-1 0 0 0 0,1 0 0 0 0,-1 0 0 0 0,0 0 0 0 0,1 0 0 0 0,-1 0 0 0 0,0-1 0 0 0,1 1 0 0 0,-1 0 0 0 0,0 0 0 0 0,1 0 0 0 0,-1-1 0 0 0,0 1 0 0 0,0 0 0 0 0,1 0 0 0 0,-1-1 0 0 0,6-2-1876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0.7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27 243 2128 0 0,'-26'-45'9085'0'0,"43"58"-5645"0"0,7 6-3023 0 0,5 10-692 0 0,49 38-1 0 0,-66-58-1030 0 0,0-1-1 0 0,0-1 1 0 0,1 0-1 0 0,20 8 1 0 0,-33-15 1129 0 0,1 0 0 0 0,-1 1 1 0 0,1-1-1 0 0,-1 0 0 0 0,1 0 0 0 0,-1 1 0 0 0,1-1 0 0 0,0 0 0 0 0,-1 0 1 0 0,1 0-1 0 0,-1 0 0 0 0,1 0 0 0 0,-1 0 0 0 0,1 0 0 0 0,0 0 1 0 0,-1 0-1 0 0,1 0 0 0 0,-1 0 0 0 0,1 0 0 0 0,0 0 0 0 0,-1 0 1 0 0,1-1-1 0 0,-1 1 0 0 0,1 0 0 0 0,-1 0 0 0 0,1-1 0 0 0,-1 1 1 0 0,1 0-1 0 0,-1-1 0 0 0,1 1 0 0 0,-1 0 0 0 0,1-1 0 0 0,-1 1 1 0 0,1-1-1 0 0,5-2-1485 0 0</inkml:trace>
  <inkml:trace contextRef="#ctx0" brushRef="#br0" timeOffset="1">286 1 3033 0 0,'-2'13'3817'0'0,"4"18"-2405"0"0,-1-19-832 0 0,37 328-108 0 0,-31-287-1490 0 0,13 39-3196 0 0,-19-91 4172 0 0,-1-1-1 0 0,0 0 1 0 0,0 1-1 0 0,0-1 0 0 0,0 1 1 0 0,0-1-1 0 0,0 1 1 0 0,0-1-1 0 0,0 0 1 0 0,0 1-1 0 0,0-1 1 0 0,0 1-1 0 0,0-1 0 0 0,0 0 1 0 0,0 1-1 0 0,0-1 1 0 0,0 1-1 0 0,0-1 1 0 0,0 0-1 0 0,-1 1 1 0 0,1-1-1 0 0,0 1 1 0 0,0-1-1 0 0,0 0 0 0 0,-1 1 1 0 0,1-1-1 0 0,0 0 1 0 0,-1 1-1 0 0,1-1 1 0 0,-2 4-1969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1.1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5 180 1664 0 0,'0'-1'184'0'0,"-4"-34"2672"0"0,4 34-2655 0 0,0 0 0 0 0,0 0 0 0 0,-1 0 0 0 0,1 0 0 0 0,0 0 0 0 0,0 0 0 0 0,1 0 0 0 0,-1 0 1 0 0,0-1-1 0 0,0 1 0 0 0,0 0 0 0 0,1 0 0 0 0,-1 1 0 0 0,0-1 0 0 0,1 0 0 0 0,-1 0 0 0 0,1 0 0 0 0,0 0 0 0 0,-1 0 0 0 0,1 0 0 0 0,-1 0 0 0 0,1 1 1 0 0,0-1-1 0 0,0 0 0 0 0,-1 1 0 0 0,2-2 0 0 0,8-1-55 0 0,-1-1 1 0 0,-1 0-1 0 0,1 0 1 0 0,9-8-1 0 0,16-7-1346 0 0,-13 11-110 0 0,-16 7 874 0 0,0 0 0 0 0,-1-1 0 0 0,1 0 1 0 0,0 0-1 0 0,-1 0 0 0 0,0-1 0 0 0,0 0 0 0 0,1 1 1 0 0,5-7-1 0 0,-4-1-370 0 0,-6 9 684 0 0,1 0-1 0 0,0 0 1 0 0,-1-1-1 0 0,1 1 1 0 0,0 0-1 0 0,0 0 1 0 0,0 0-1 0 0,0 0 1 0 0,0 0 0 0 0,0 0-1 0 0,0 0 1 0 0,0 0-1 0 0,1 0 1 0 0,-1 1-1 0 0,0-1 1 0 0,0 0-1 0 0,3 0 1 0 0,16-7-849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1.5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211 153 896 0 0,'-6'-18'2257'0'0,"0"1"1"0"0,-2 0-1 0 0,-13-23 0 0 0,18 36-1897 0 0,0-1 0 0 0,0 1 0 0 0,0-1 0 0 0,0 1 0 0 0,-1 0 0 0 0,1 1 0 0 0,-1-1 0 0 0,0 0 0 0 0,0 1 0 0 0,-1 0 0 0 0,1 0 0 0 0,-1 0 0 0 0,1 1 0 0 0,-1 0 0 0 0,0-1 0 0 0,-10-1 0 0 0,12 4-286 0 0,-1 0 1 0 0,1 0-1 0 0,0 1 1 0 0,-1-1 0 0 0,1 1-1 0 0,0 0 1 0 0,0 0-1 0 0,-1 1 1 0 0,1-1 0 0 0,0 1-1 0 0,0-1 1 0 0,0 1-1 0 0,0 0 1 0 0,1 0-1 0 0,-1 0 1 0 0,0 0 0 0 0,1 1-1 0 0,0-1 1 0 0,-1 1-1 0 0,1-1 1 0 0,0 1-1 0 0,-1 3 1 0 0,-1-2-85 0 0,2 0-1 0 0,-1 0 0 0 0,0 0 1 0 0,1 1-1 0 0,0-1 1 0 0,0 0-1 0 0,0 1 1 0 0,1 0-1 0 0,0-1 1 0 0,-1 1-1 0 0,1 0 1 0 0,1 0-1 0 0,-1 0 1 0 0,1-1-1 0 0,0 7 1 0 0,1-8-14 0 0,1-1 1 0 0,-1 1-1 0 0,0 0 1 0 0,1-1-1 0 0,0 1 1 0 0,0-1 0 0 0,0 0-1 0 0,0 1 1 0 0,0-1-1 0 0,0 0 1 0 0,0 0-1 0 0,1 0 1 0 0,-1-1-1 0 0,1 1 1 0 0,-1-1-1 0 0,1 1 1 0 0,0-1 0 0 0,-1 0-1 0 0,1 0 1 0 0,0 0-1 0 0,0 0 1 0 0,0 0-1 0 0,0-1 1 0 0,0 1-1 0 0,0-1 1 0 0,4 0-1 0 0,5 1-9 0 0,0 0-1 0 0,1-1 0 0 0,-1 0 0 0 0,0-1 0 0 0,15-3 1 0 0,-11 1 37 0 0,-10 3 4 0 0,-1-1 1 0 0,0 1-1 0 0,0-1 0 0 0,0 0 0 0 0,0-1 1 0 0,0 1-1 0 0,0-1 0 0 0,0 0 0 0 0,-1-1 1 0 0,1 1-1 0 0,-1-1 0 0 0,1 1 0 0 0,4-5 1 0 0,-9 6-5 0 0,0 0 1 0 0,0 0 0 0 0,1 0-1 0 0,-1 0 1 0 0,0 0-1 0 0,0-1 1 0 0,0 1 0 0 0,0 0-1 0 0,0 0 1 0 0,0 0 0 0 0,-1 0-1 0 0,1 0 1 0 0,0 0-1 0 0,0 0 1 0 0,-1 0 0 0 0,1 0-1 0 0,-1 0 1 0 0,1 0 0 0 0,-1 0-1 0 0,1 1 1 0 0,-1-1 0 0 0,1 0-1 0 0,-1 0 1 0 0,0 0-1 0 0,0 1 1 0 0,1-1 0 0 0,-1 0-1 0 0,0 1 1 0 0,0-1 0 0 0,0 0-1 0 0,-1 0 1 0 0,-32-22-117 0 0,31 21 74 0 0,1 0 21 0 0,0 1-1 0 0,0-1 1 0 0,0 1-1 0 0,0-1 1 0 0,-1 1-1 0 0,1 0 1 0 0,0 0-1 0 0,-1 0 1 0 0,1 0-1 0 0,-1 1 0 0 0,1-1 1 0 0,-1 0-1 0 0,1 1 1 0 0,-1 0-1 0 0,1 0 1 0 0,-1 0-1 0 0,0 0 1 0 0,1 0-1 0 0,-1 0 1 0 0,1 1-1 0 0,-1-1 1 0 0,1 1-1 0 0,-1-1 1 0 0,1 1-1 0 0,-1 0 1 0 0,1 0-1 0 0,-3 2 1 0 0,1 0 16 0 0,2 1 0 0 0,-1-1 0 0 0,0 1 1 0 0,1 0-1 0 0,-1 0 0 0 0,1 0 1 0 0,0 0-1 0 0,0 0 0 0 0,1 1 0 0 0,-1-1 1 0 0,1 0-1 0 0,0 1 0 0 0,0-1 1 0 0,0 9-1 0 0,-3 18 23 0 0,2 0 1 0 0,1 0-1 0 0,4 48 0 0 0,-2-64-482 0 0,1 0-1 0 0,1 0 0 0 0,0 0 0 0 0,1 0 0 0 0,1 0 1 0 0,0-1-1 0 0,1 1 0 0 0,1-2 0 0 0,9 16 1 0 0,5-8-2327 0 0,-20-21 2548 0 0,0 1 0 0 0,0-1 1 0 0,0 1-1 0 0,0-1 0 0 0,0 1 0 0 0,0-1 0 0 0,0 0 0 0 0,0 0 0 0 0,0 1 1 0 0,0-1-1 0 0,0 0 0 0 0,0 0 0 0 0,0 0 0 0 0,0 0 0 0 0,0 0 1 0 0,0 0-1 0 0,0-1 0 0 0,0 1 0 0 0,0 0 0 0 0,-1 0 0 0 0,1-1 0 0 0,0 1 1 0 0,0-1-1 0 0,0 1 0 0 0,0-1 0 0 0,1 0 0 0 0,8-5-2028 0 0</inkml:trace>
  <inkml:trace contextRef="#ctx0" brushRef="#br0" timeOffset="1">240 94 2769 0 0,'-1'0'279'0'0,"0"0"0"0"0,0 1 1 0 0,0-1-1 0 0,0 1 1 0 0,0-1-1 0 0,0 1 0 0 0,0-1 1 0 0,1 1-1 0 0,-1-1 1 0 0,0 1-1 0 0,0 0 0 0 0,1 0 1 0 0,-1-1-1 0 0,0 1 1 0 0,1 0-1 0 0,-1 0 1 0 0,1 0-1 0 0,-1 0 0 0 0,1 0 1 0 0,-1-1-1 0 0,1 1 1 0 0,0 0-1 0 0,0 0 0 0 0,-1 0 1 0 0,1 0-1 0 0,0 0 1 0 0,0 0-1 0 0,0 2 0 0 0,-3 37 1295 0 0,3-33-980 0 0,0 32-416 0 0,1 0 0 0 0,2-1 0 0 0,2 1 0 0 0,11 42 0 0 0,26 71-5717 0 0,-41-150 5316 0 0,0 1 0 0 0,-1-1 0 0 0,1 0 0 0 0,-1 1 0 0 0,0-1 0 0 0,1 0 0 0 0,-1 1 0 0 0,0-1 0 0 0,0 0 0 0 0,-1 5 0 0 0,0-6 124 0 0,1-1-1 0 0,0 1 1 0 0,0-1 0 0 0,-1 1-1 0 0,1-1 1 0 0,0 1 0 0 0,-1-1 0 0 0,1 1-1 0 0,-1-1 1 0 0,1 0 0 0 0,-1 1 0 0 0,1-1-1 0 0,-1 1 1 0 0,1-1 0 0 0,-1 0 0 0 0,1 0-1 0 0,-1 1 1 0 0,1-1 0 0 0,-1 0 0 0 0,1 0-1 0 0,-1 0 1 0 0,0 1 0 0 0,1-1 0 0 0,-1 0-1 0 0,1 0 1 0 0,-1 0 0 0 0,0 0-1 0 0,1 0 1 0 0,-1 0 0 0 0,1 0 0 0 0,-1 0-1 0 0,0-1 1 0 0,1 1 0 0 0,-1 0 0 0 0,1 0-1 0 0,-1 0 1 0 0,1-1 0 0 0,-1 1 0 0 0,1 0-1 0 0,-2-1 1 0 0,-9-2-1536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2.0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32 3017 0 0,'5'1'7053'0'0,"21"4"-4536"0"0,109-23 1145 0 0,11 0-7426 0 0,-125 18 1602 0 0,8-2-4886 0 0,-24 3 4509 0 0</inkml:trace>
  <inkml:trace contextRef="#ctx0" brushRef="#br0" timeOffset="1">127 198 1600 0 0,'-3'8'833'0'0,"1"0"-1"0"0,0 0 1 0 0,0 1-1 0 0,1-1 1 0 0,0 0-1 0 0,1 17 1 0 0,0-23-769 0 0,0 0 0 0 0,1 0 0 0 0,-1 0 0 0 0,1 1 0 0 0,0-1 0 0 0,0 0 0 0 0,0 0 0 0 0,0 0 0 0 0,0-1 0 0 0,0 1 0 0 0,1 0 1 0 0,-1 0-1 0 0,1-1 0 0 0,-1 1 0 0 0,1-1 0 0 0,-1 1 0 0 0,1-1 0 0 0,0 1 0 0 0,0-1 0 0 0,0 0 0 0 0,0 0 0 0 0,0 0 0 0 0,0 0 0 0 0,0 0 1 0 0,0-1-1 0 0,0 1 0 0 0,0-1 0 0 0,0 1 0 0 0,1-1 0 0 0,3 1 0 0 0,6 0 144 0 0,-1-1 0 0 0,1 0 0 0 0,-1 0 1 0 0,1-1-1 0 0,0-1 0 0 0,-1 0 0 0 0,0 0 0 0 0,16-6 0 0 0,-21 6 30 0 0,0 0-1 0 0,0-1 1 0 0,0 1-1 0 0,0-1 1 0 0,0 0-1 0 0,-1-1 1 0 0,1 1-1 0 0,-1-1 1 0 0,0 0-1 0 0,0-1 1 0 0,0 1-1 0 0,-1-1 1 0 0,1 0-1 0 0,-1 0 1 0 0,-1 0-1 0 0,5-7 1 0 0,-8 11-185 0 0,1 0 1 0 0,-1 0-1 0 0,1 0 1 0 0,-1 0-1 0 0,0-1 1 0 0,0 1-1 0 0,1 0 1 0 0,-1 0-1 0 0,0 0 1 0 0,0 0-1 0 0,0-1 1 0 0,0 1-1 0 0,0 0 1 0 0,-1 0-1 0 0,1 0 1 0 0,0 0-1 0 0,0 0 1 0 0,-1-1-1 0 0,1 1 1 0 0,-1 0-1 0 0,1 0 1 0 0,-1 0-1 0 0,1 0 1 0 0,-1 0 0 0 0,0 0-1 0 0,0 0 1 0 0,1 0-1 0 0,-1 1 1 0 0,0-1-1 0 0,0 0 1 0 0,0 0-1 0 0,0 1 1 0 0,0-1-1 0 0,0 0 1 0 0,0 1-1 0 0,0-1 1 0 0,0 1-1 0 0,0-1 1 0 0,0 1-1 0 0,0 0 1 0 0,-3-1-1 0 0,-6-2 4 0 0,-1 0-1 0 0,0 1 0 0 0,-20-1 1 0 0,10 0-106 0 0,20 3 32 0 0,-20-4-658 0 0,-1-1 0 0 0,-32-12 0 0 0,48 15 121 0 0,1-1 0 0 0,-1 0-1 0 0,1 0 1 0 0,-1 0-1 0 0,1-1 1 0 0,-6-5 0 0 0,9 8 62 0 0,1-1 1 0 0,-1 0 0 0 0,1 0-1 0 0,-1 1 1 0 0,1-1-1 0 0,0 0 1 0 0,-1 0 0 0 0,1 0-1 0 0,0-1 1 0 0,0 1 0 0 0,1 0-1 0 0,-1 0 1 0 0,0 0-1 0 0,1-1 1 0 0,-1 1 0 0 0,1 0-1 0 0,0-3 1 0 0,3-3-2051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2.8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42 6225 0 0,'-4'7'5580'0'0,"4"-6"-5523"0"0,0-1 0 0 0,0 0 0 0 0,0 1 0 0 0,-1-1 0 0 0,1 1 0 0 0,0-1 0 0 0,0 0 0 0 0,0 1 0 0 0,0-1 0 0 0,1 1 0 0 0,-1-1 0 0 0,0 0 1 0 0,0 1-1 0 0,0-1 0 0 0,0 0 0 0 0,0 1 0 0 0,0-1 0 0 0,1 1 0 0 0,-1-1 0 0 0,0 0 0 0 0,0 1 0 0 0,0-1 0 0 0,1 0 0 0 0,-1 1 0 0 0,0-1 0 0 0,1 0 0 0 0,-1 0 0 0 0,0 1 0 0 0,1-1 0 0 0,-1 0 0 0 0,0 0 0 0 0,1 0 0 0 0,-1 1 0 0 0,0-1 1 0 0,1 0-1 0 0,-1 0 0 0 0,1 0 0 0 0,-1 0 0 0 0,0 0 0 0 0,1 0 0 0 0,-1 0 0 0 0,1 0 0 0 0,-1 0 0 0 0,0 0 0 0 0,1 0 0 0 0,-1 0 0 0 0,1 0 0 0 0,18-4 275 0 0,0-1-1 0 0,0-1 1 0 0,21-9 0 0 0,-29 10-140 0 0,0 0 1 0 0,0 1 0 0 0,1 0-1 0 0,-1 1 1 0 0,1 0 0 0 0,0 0-1 0 0,0 2 1 0 0,0-1-1 0 0,0 2 1 0 0,1-1 0 0 0,22 4-1 0 0,-33-3-127 0 0,-1 1-1 0 0,1 0 1 0 0,0 0-1 0 0,-1 0 1 0 0,1 0-1 0 0,0 0 1 0 0,-1 0-1 0 0,1 0 1 0 0,-1 0-1 0 0,0 0 1 0 0,1 1-1 0 0,-1-1 1 0 0,0 1-1 0 0,0-1 1 0 0,0 1-1 0 0,0-1 1 0 0,0 1-1 0 0,0 0 1 0 0,-1-1-1 0 0,1 1 1 0 0,0 0-1 0 0,-1 0 1 0 0,1-1-1 0 0,-1 1 1 0 0,0 0-1 0 0,0 0 1 0 0,0 0-1 0 0,0 0 1 0 0,0 0-1 0 0,0-1 1 0 0,0 1-1 0 0,0 0 1 0 0,-2 3-1 0 0,0 10 56 0 0,-1 0 1 0 0,-1-1-1 0 0,-6 17 0 0 0,6-20-100 0 0,-14 35-1023 0 0,-47 85 1 0 0,7-16-7786 0 0,58-114 8647 0 0,0-1 1 0 0,0 0-1 0 0,0 1 0 0 0,-1-1 1 0 0,1 0-1 0 0,0 1 0 0 0,0-1 1 0 0,0 0-1 0 0,0 1 0 0 0,0-1 1 0 0,0 0-1 0 0,-1 1 0 0 0,1-1 1 0 0,0 0-1 0 0,0 0 0 0 0,-1 1 1 0 0,1-1-1 0 0,0 0 0 0 0,0 0 1 0 0,-1 1-1 0 0,1-1 0 0 0,0 0 1 0 0,0 0-1 0 0,-1 0 0 0 0,1 0 0 0 0,0 0 1 0 0,-1 1-1 0 0,1-1 0 0 0,0 0 1 0 0,-1 0-1 0 0,1 0 0 0 0,0 0 1 0 0,-1 0-1 0 0,1 0 0 0 0,0 0 1 0 0,-1 0-1 0 0,1 0 0 0 0,-1 0 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3.3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1 6425 0 0,'-10'131'6750'0'0,"0"6"-6928"0"0,10-121-839 0 0,1 1-1 0 0,0 0 0 0 0,1 0 0 0 0,1-1 1 0 0,10 32-1 0 0,-13-47 832 0 0,1 1 0 0 0,-1 0 1 0 0,1 0-1 0 0,-1 0 0 0 0,1 0 0 0 0,0-1 1 0 0,0 1-1 0 0,0 0 0 0 0,0-1 1 0 0,0 1-1 0 0,0-1 0 0 0,0 1 0 0 0,0-1 1 0 0,1 1-1 0 0,-1-1 0 0 0,1 0 0 0 0,-1 0 1 0 0,1 0-1 0 0,-1 0 0 0 0,1 0 1 0 0,0 0-1 0 0,-1 0 0 0 0,1 0 0 0 0,0 0 1 0 0,0-1-1 0 0,3 1 0 0 0,-3-1 230 0 0,0-1 0 0 0,-1 0 0 0 0,1 1 0 0 0,0-1 0 0 0,0 0 0 0 0,-1 0 0 0 0,1 0 0 0 0,-1-1-1 0 0,1 1 1 0 0,-1 0 0 0 0,0-1 0 0 0,1 1 0 0 0,-1 0 0 0 0,0-1 0 0 0,0 1 0 0 0,0-1 0 0 0,0 0 0 0 0,0 1 0 0 0,0-1 0 0 0,-1 0-1 0 0,1 0 1 0 0,0 0 0 0 0,-1 1 0 0 0,1-1 0 0 0,-1 0 0 0 0,0-3 0 0 0,1-1 298 0 0,0-1 1 0 0,-1 1-1 0 0,0 0 0 0 0,0 0 0 0 0,0 0 1 0 0,-2-10-1 0 0,1 12-312 0 0,0 0 1 0 0,0 0-1 0 0,1 0 1 0 0,-1 0 0 0 0,1-1-1 0 0,0 1 1 0 0,1 0-1 0 0,-1 0 1 0 0,1 0-1 0 0,0 0 1 0 0,0 0-1 0 0,0 0 1 0 0,0 0 0 0 0,1 0-1 0 0,3-7 1 0 0,-3 8-383 0 0,-1 0 1 0 0,1-1 0 0 0,-1 0 0 0 0,0 1 0 0 0,0-1 0 0 0,0 0 0 0 0,0 0-1 0 0,0 1 1 0 0,-1-8 0 0 0,2 0-1572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3.7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24 1936 0 0,'-8'-24'6285'0'0,"8"44"-868"0"0,-1 24-3558 0 0,-7-2-1349 0 0,-5 46-710 0 0,13-83 122 0 0,0 1 0 0 0,0-1-1 0 0,0 1 1 0 0,1-1 0 0 0,0 1-1 0 0,0-1 1 0 0,0 0 0 0 0,0 1 0 0 0,1-1-1 0 0,0 0 1 0 0,0 0 0 0 0,1 0-1 0 0,2 5 1 0 0,-3-9 114 0 0,-1 0-1 0 0,1 1 1 0 0,0-1-1 0 0,-1 0 1 0 0,1 0-1 0 0,0 0 1 0 0,0 0-1 0 0,-1 0 1 0 0,1 0-1 0 0,0-1 1 0 0,0 1-1 0 0,0-1 1 0 0,0 1-1 0 0,0-1 1 0 0,0 0-1 0 0,0 0 1 0 0,0 1-1 0 0,0-1 1 0 0,0-1-1 0 0,1 1 1 0 0,-1 0-1 0 0,0-1 1 0 0,0 1-1 0 0,0-1 1 0 0,2 0-1 0 0,59-22 1653 0 0,-44 15-1116 0 0,69-20 903 0 0,-82 26-1483 0 0,0 1 0 0 0,0 0-1 0 0,-1 0 1 0 0,1 1 0 0 0,0 0 0 0 0,0 0 0 0 0,0 0 0 0 0,0 1 0 0 0,-1-1-1 0 0,1 1 1 0 0,0 1 0 0 0,0-1 0 0 0,8 4 0 0 0,9 14-2117 0 0,-14-7-867 0 0,-9-12 2874 0 0,0 0 0 0 0,0 0-1 0 0,0 0 1 0 0,0 0-1 0 0,0 1 1 0 0,0-1 0 0 0,0 0-1 0 0,0 0 1 0 0,0 0 0 0 0,1 1-1 0 0,-1-1 1 0 0,0 0-1 0 0,0 0 1 0 0,0 0 0 0 0,-1 0-1 0 0,1 1 1 0 0,0-1 0 0 0,0 0-1 0 0,0 0 1 0 0,0 0 0 0 0,0 0-1 0 0,0 1 1 0 0,0-1-1 0 0,0 0 1 0 0,0 0 0 0 0,0 0-1 0 0,0 0 1 0 0,0 1 0 0 0,-1-1-1 0 0,1 0-473 0 0,0 0 474 0 0,-1 1 0 0 0,1-1-1 0 0,0 0 1 0 0,0 0-1 0 0,0 0 1 0 0,0 0 0 0 0,-1 0-1 0 0,1 0 1 0 0,0 0 0 0 0,0 0-1 0 0,0 0 1 0 0,-1 0-1 0 0,0 0-120 0 0,0 0-1 0 0,0 0 0 0 0,0 0 0 0 0,-1 0 0 0 0,1 0 0 0 0,0 0 0 0 0,0-1 0 0 0,0 1 1 0 0,0 0-1 0 0,0-1 0 0 0,0 1 0 0 0,0-1 0 0 0,0 1 0 0 0,0-1 0 0 0,0 0 0 0 0,-2-1 1 0 0,-3-1-887 0 0,-7 3-1575 0 0</inkml:trace>
  <inkml:trace contextRef="#ctx0" brushRef="#br0" timeOffset="1">68 374 3137 0 0,'6'3'1384'0'0,"1"-1"0"0"0,0 1 0 0 0,-1-1 0 0 0,1 0 0 0 0,13 2 0 0 0,31-5 3197 0 0,-31-4-4312 0 0,0 0 0 0 0,39-16 0 0 0,-41 13-1911 0 0,1 1 0 0 0,0 1 0 0 0,31-5 0 0 0,-49 11 1430 0 0,0-1 0 0 0,0 1 1 0 0,0 0-1 0 0,0 0 0 0 0,0 0 0 0 0,0 0 0 0 0,0 0 1 0 0,0 0-1 0 0,0 0 0 0 0,0 0 0 0 0,0 0 1 0 0,-1 0-1 0 0,1 1 0 0 0,0-1 0 0 0,0 0 0 0 0,0 1 1 0 0,0-1-1 0 0,0 0 0 0 0,-1 1 0 0 0,1-1 1 0 0,1 2-1 0 0,-2-1 62 0 0,0-1 1 0 0,0 1-1 0 0,0 0 0 0 0,0-1 1 0 0,0 1-1 0 0,0 0 0 0 0,0-1 1 0 0,0 1-1 0 0,0 0 0 0 0,0-1 1 0 0,-1 1-1 0 0,1 0 0 0 0,0-1 1 0 0,0 1-1 0 0,-1 0 0 0 0,1-1 1 0 0,-1 1-1 0 0,1-1 0 0 0,0 1 1 0 0,-1-1-1 0 0,1 1 0 0 0,-1-1 1 0 0,1 1-1 0 0,-1-1 0 0 0,1 1 1 0 0,-1-1-1 0 0,0 0 0 0 0,0 1 1 0 0,-5 4-1009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4.1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0 1424 0 0,'-2'2'268'0'0,"0"0"-1"0"0,0-1 1 0 0,0 1-1 0 0,0 0 1 0 0,1 0-1 0 0,-1 0 1 0 0,1 0-1 0 0,-1 1 1 0 0,1-1-1 0 0,0 0 1 0 0,0 0-1 0 0,0 1 1 0 0,0-1-1 0 0,0 1 0 0 0,1-1 1 0 0,-1 1-1 0 0,1-1 1 0 0,-1 1-1 0 0,1 0 1 0 0,0-1-1 0 0,0 1 1 0 0,0-1-1 0 0,1 1 1 0 0,-1-1-1 0 0,0 1 1 0 0,1-1-1 0 0,0 1 1 0 0,0-1-1 0 0,-1 1 1 0 0,2-1-1 0 0,-1 0 1 0 0,0 1-1 0 0,2 2 1 0 0,2 4-14 0 0,0-1 1 0 0,0 0-1 0 0,1 0 1 0 0,0 0-1 0 0,0-1 1 0 0,1 1-1 0 0,12 9 1 0 0,-9-10-25 0 0,0-1 1 0 0,0 0 0 0 0,1-1 0 0 0,0 0-1 0 0,0-1 1 0 0,0 0 0 0 0,0-1-1 0 0,1 0 1 0 0,-1-1 0 0 0,1 0 0 0 0,0 0-1 0 0,0-2 1 0 0,-1 1 0 0 0,1-2-1 0 0,0 1 1 0 0,13-3 0 0 0,-23 2-142 0 0,-1 1-1 0 0,1-1 1 0 0,0 1 0 0 0,0-1-1 0 0,-1 1 1 0 0,1-1 0 0 0,-1 0-1 0 0,1 0 1 0 0,-1 0 0 0 0,1 1-1 0 0,-1-2 1 0 0,1 1 0 0 0,-1 0-1 0 0,0 0 1 0 0,0 0 0 0 0,0-1 0 0 0,1 1-1 0 0,-1 0 1 0 0,0-1 0 0 0,-1 1-1 0 0,1-1 1 0 0,0 1 0 0 0,0-1-1 0 0,-1 0 1 0 0,1 1 0 0 0,-1-1-1 0 0,1 0 1 0 0,-1 1 0 0 0,1-4-1 0 0,-2 3-31 0 0,1 0-1 0 0,-1 0 0 0 0,0 1 1 0 0,0-1-1 0 0,0 0 0 0 0,0 0 1 0 0,0 1-1 0 0,0-1 0 0 0,0 0 1 0 0,0 1-1 0 0,-1 0 0 0 0,1-1 1 0 0,-1 1-1 0 0,1 0 0 0 0,-1-1 1 0 0,1 1-1 0 0,-1 0 0 0 0,0 0 0 0 0,0 0 1 0 0,1 1-1 0 0,-1-1 0 0 0,0 0 1 0 0,0 1-1 0 0,0-1 0 0 0,-3 0 1 0 0,-70-11-460 0 0,61 11-205 0 0,1 0 0 0 0,-1-1-1 0 0,0-1 1 0 0,0 0 0 0 0,1-1-1 0 0,-1 0 1 0 0,1-1 0 0 0,-18-10-1 0 0,27 12-278 0 0,0-1 0 0 0,0 1 0 0 0,1-1 0 0 0,-1 0 0 0 0,1 0-1 0 0,0-1 1 0 0,0 1 0 0 0,0 0 0 0 0,1-1 0 0 0,0 0 0 0 0,-1 1 0 0 0,-1-11-1 0 0,4 0-1831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4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247 1 6665 0 0,'-2'1'921'0'0,"1"0"-1"0"0,-1 1 0 0 0,0-1 0 0 0,0 1 0 0 0,0 0 0 0 0,1-1 1 0 0,-1 1-1 0 0,1 0 0 0 0,-1 0 0 0 0,1 0 0 0 0,-2 3 0 0 0,-12 32 1484 0 0,1 36-3619 0 0,13-67 1009 0 0,-5 72-4084 0 0,15-27-2800 0 0</inkml:trace>
  <inkml:trace contextRef="#ctx0" brushRef="#br0" timeOffset="1">3 224 5577 0 0,'0'0'150'0'0,"-1"0"0"0"0,1 0 0 0 0,0 0 1 0 0,0 0-1 0 0,0 0 0 0 0,0 1 0 0 0,-1-1 0 0 0,1 0 0 0 0,0 0 0 0 0,0 0 0 0 0,0 1 0 0 0,0-1 0 0 0,0 0 0 0 0,0 0 0 0 0,0 1 0 0 0,0-1 1 0 0,-1 0-1 0 0,1 0 0 0 0,0 0 0 0 0,0 1 0 0 0,0-1 0 0 0,0 0 0 0 0,0 0 0 0 0,0 1 0 0 0,0-1 0 0 0,0 0 0 0 0,0 0 0 0 0,1 1 1 0 0,-1-1-1 0 0,0 0 0 0 0,0 0 0 0 0,0 0 0 0 0,0 1 0 0 0,0-1 0 0 0,0 0 0 0 0,0 0 0 0 0,0 1 0 0 0,1-1 0 0 0,-1 0 151 0 0,0 0-151 0 0,1 1 0 0 0,12 5 2160 0 0,15-2-1214 0 0,145-28-1051 0 0,-106 13-3666 0 0,-1 2-3566 0 0,-58 4 5473 0 0,-6 1 714 0 0,6 3-640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4.9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47 1744 0 0,'-8'7'774'0'0,"0"1"0"0"0,0 1 0 0 0,1 0 0 0 0,1 0-1 0 0,-1 0 1 0 0,2 0 0 0 0,-1 1 0 0 0,1 0-1 0 0,1 0 1 0 0,-1 1 0 0 0,-2 11 0 0 0,6-19-698 0 0,0 0 0 0 0,0 1 0 0 0,0-1 1 0 0,1 0-1 0 0,-1 0 0 0 0,1 1 0 0 0,0-1 1 0 0,0 0-1 0 0,0 0 0 0 0,0 1 0 0 0,0-1 0 0 0,1 0 1 0 0,0 0-1 0 0,-1 1 0 0 0,1-1 0 0 0,0 0 1 0 0,1 0-1 0 0,-1 0 0 0 0,1 0 0 0 0,-1 0 0 0 0,1-1 1 0 0,0 1-1 0 0,0 0 0 0 0,0-1 0 0 0,0 1 1 0 0,0-1-1 0 0,1 0 0 0 0,-1 1 0 0 0,1-1 0 0 0,-1-1 1 0 0,1 1-1 0 0,0 0 0 0 0,0-1 0 0 0,0 1 1 0 0,0-1-1 0 0,0 0 0 0 0,0 0 0 0 0,0 0 0 0 0,0 0 1 0 0,1 0-1 0 0,3 0 0 0 0,4 0 139 0 0,0 0 1 0 0,0-1-1 0 0,0 0 0 0 0,-1-1 0 0 0,1 0 1 0 0,0 0-1 0 0,0-1 0 0 0,-1-1 0 0 0,17-5 1 0 0,-24 7-124 0 0,1 0 1 0 0,-1 0 0 0 0,0 0-1 0 0,0-1 1 0 0,1 0 0 0 0,-1 1-1 0 0,0-1 1 0 0,0 0 0 0 0,0-1-1 0 0,-1 1 1 0 0,1 0 0 0 0,0-1-1 0 0,-1 0 1 0 0,0 1 0 0 0,0-1-1 0 0,0 0 1 0 0,0 0 0 0 0,0 0-1 0 0,0-1 1 0 0,-1 1 0 0 0,1 0-1 0 0,-1-1 1 0 0,0 1 0 0 0,0 0-1 0 0,0-1 1 0 0,-1 0 0 0 0,1 1-1 0 0,-1-1 1 0 0,0 1-1 0 0,0-1 1 0 0,0 1 0 0 0,-1-7-1 0 0,0 8-69 0 0,1 0 0 0 0,-1 0-1 0 0,1 0 1 0 0,-1 0-1 0 0,0 0 1 0 0,0 0-1 0 0,0 0 1 0 0,0 1 0 0 0,0-1-1 0 0,0 0 1 0 0,-1 1-1 0 0,1-1 1 0 0,0 1-1 0 0,-1-1 1 0 0,1 1-1 0 0,-1 0 1 0 0,0-1 0 0 0,1 1-1 0 0,-1 0 1 0 0,0 0-1 0 0,0 0 1 0 0,0 1-1 0 0,-3-2 1 0 0,-5-1-99 0 0,0 1-1 0 0,1 1 1 0 0,-1 0 0 0 0,-11 0-1 0 0,-36-6-2114 0 0,54 6 1933 0 0,1 1-1 0 0,0-1 1 0 0,0 0 0 0 0,-1 0-1 0 0,1 0 1 0 0,0 0 0 0 0,0 0-1 0 0,0 0 1 0 0,0-1 0 0 0,0 1-1 0 0,0-1 1 0 0,1 1-1 0 0,-1-1 1 0 0,0 0 0 0 0,1 0-1 0 0,0 0 1 0 0,-1 0 0 0 0,-1-3-1 0 0,1 0-423 0 0,1 0 0 0 0,0 0 1 0 0,0 1-1 0 0,0-1 0 0 0,1 0 0 0 0,-1 0 0 0 0,1 0 0 0 0,0 0 0 0 0,1 0 0 0 0,-1 0 0 0 0,3-6 0 0 0,4-7-2500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5.3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225 1 6249 0 0,'-2'10'5671'0'0,"4"18"-3167"0"0,0-6-1438 0 0,-12 67 83 0 0,6-66-1444 0 0,0 0-1 0 0,2 0 1 0 0,1 1 0 0 0,1-1-1 0 0,0 1 1 0 0,2-1 0 0 0,9 42-1 0 0,10-28-1323 0 0,-20-35 1456 0 0,0-1 0 0 0,0 0-1 0 0,0 1 1 0 0,0-1 0 0 0,0 0-1 0 0,1 0 1 0 0,-1 0 0 0 0,0 0 0 0 0,1 0-1 0 0,-1 0 1 0 0,0 0 0 0 0,1-1 0 0 0,-1 1-1 0 0,1 0 1 0 0,-1-1 0 0 0,1 1 0 0 0,0-1-1 0 0,-1 1 1 0 0,1-1 0 0 0,0 0-1 0 0,-1 0 1 0 0,3 0 0 0 0,-3-1 27 0 0,0 1 1 0 0,-1-1-1 0 0,1 0 0 0 0,-1 1 1 0 0,1-1-1 0 0,-1 0 0 0 0,1 0 1 0 0,-1 0-1 0 0,0 1 0 0 0,1-1 1 0 0,-1 0-1 0 0,0 0 0 0 0,0 0 0 0 0,1 0 1 0 0,-1 0-1 0 0,0 0 0 0 0,0 1 1 0 0,0-1-1 0 0,0 0 0 0 0,0 0 1 0 0,-1 0-1 0 0,1 0 0 0 0,0 0 1 0 0,0 0-1 0 0,0 1 0 0 0,-1-1 1 0 0,1 0-1 0 0,0 0 0 0 0,-1 0 1 0 0,1 0-1 0 0,-1 0 0 0 0,-12-28-777 0 0,-24-38 2711 0 0,3 0 4098 0 0,33 67-5823 0 0,1-1 0 0 0,-1 0 1 0 0,1 1-1 0 0,0-1 0 0 0,-1 0 0 0 0,1 1 0 0 0,0-1 0 0 0,0 0 0 0 0,0 0 0 0 0,0 1 1 0 0,-1-1-1 0 0,1 0 0 0 0,0 0 0 0 0,0 1 0 0 0,1-1 0 0 0,-1 0 0 0 0,0 0 1 0 0,0 1-1 0 0,0-1 0 0 0,0 0 0 0 0,1 0 0 0 0,-1 1 0 0 0,0-1 0 0 0,0 0 1 0 0,1 1-1 0 0,-1-1 0 0 0,1 0 0 0 0,0 0 0 0 0,22-10 787 0 0,38 8-642 0 0,-53 3-90 0 0,27 0-165 0 0,-18-1-309 0 0,1 0-1 0 0,0 2 1 0 0,-1 0-1 0 0,1 1 1 0 0,23 6-1 0 0,-41-9 241 0 0,0 1 0 0 0,1 0 0 0 0,-1 0 1 0 0,0 0-1 0 0,1 0 0 0 0,-1 0 0 0 0,0 0 0 0 0,1 0 0 0 0,-1 1 1 0 0,1-1-1 0 0,-1 0 0 0 0,0 0 0 0 0,1 0 0 0 0,-1 0 0 0 0,0 0 1 0 0,1 0-1 0 0,-1 1 0 0 0,0-1 0 0 0,0 0 0 0 0,1 0 0 0 0,-1 1 1 0 0,0-1-1 0 0,1 0 0 0 0,-1 0 0 0 0,0 1 0 0 0,0-1 0 0 0,0 0 0 0 0,1 0 1 0 0,-1 1-1 0 0,0-1 0 0 0,0 0 0 0 0,0 1 0 0 0,0-1 0 0 0,0 1 1 0 0,1-1-1 0 0,-1 0 0 0 0,0 1 0 0 0,-13 5-5613 0 0,12-6 5534 0 0,-8 6-2121 0 0</inkml:trace>
  <inkml:trace contextRef="#ctx0" brushRef="#br0" timeOffset="1">48 464 1984 0 0,'-10'24'357'0'0,"1"1"-1"0"0,2 1 0 0 0,0-1 0 0 0,2 1 0 0 0,-4 46 0 0 0,9-70-289 0 0,0 0 1 0 0,0 0-1 0 0,0 1 1 0 0,0-1-1 0 0,0 0 1 0 0,1 0-1 0 0,-1 0 0 0 0,1 0 1 0 0,0 0-1 0 0,0 0 1 0 0,0 0-1 0 0,0 0 1 0 0,0 0-1 0 0,0 0 1 0 0,0-1-1 0 0,0 1 0 0 0,1 0 1 0 0,-1-1-1 0 0,1 1 1 0 0,2 2-1 0 0,-1-2 187 0 0,1-1-1 0 0,-1 1 0 0 0,1 0 1 0 0,-1-1-1 0 0,1 0 1 0 0,0 0-1 0 0,0 0 0 0 0,-1 0 1 0 0,1 0-1 0 0,7-1 0 0 0,9 0 1094 0 0,0-2 0 0 0,-1 0-1 0 0,34-8 1 0 0,-35 6-859 0 0,-2 1-269 0 0,62-16 1170 0 0,-74 18-1725 0 0,0-1 0 0 0,0 0 0 0 0,0 1 1 0 0,0-1-1 0 0,0 0 0 0 0,-1-1 0 0 0,1 1 1 0 0,0-1-1 0 0,-1 0 0 0 0,0 1 0 0 0,0-1 0 0 0,0-1 1 0 0,0 1-1 0 0,0 0 0 0 0,2-5 0 0 0,-5 7 62 0 0,0 0 0 0 0,1 0 0 0 0,-1 0 0 0 0,0 0 1 0 0,0 0-1 0 0,0 0 0 0 0,0 0 0 0 0,1 0 0 0 0,-2 0 0 0 0,1 0 0 0 0,0 0 0 0 0,0 0 0 0 0,0 0 0 0 0,0 0 0 0 0,-1 0 0 0 0,0-2 0 0 0,1 1-353 0 0,-3-7-3107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5.9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30 1080 0 0,'-6'-7'3137'0'0,"12"9"1292"0"0,16 5 568 0 0,-18-7-4529 0 0,1 0 0 0 0,-1 0 0 0 0,1 0 0 0 0,-1-1 0 0 0,0 0 0 0 0,0 1 0 0 0,1-2 0 0 0,-1 1 0 0 0,0 0 0 0 0,0-1 0 0 0,0 0 0 0 0,6-4 0 0 0,-5 4-351 0 0,-1-1-1 0 0,1 1 0 0 0,-1 0 0 0 0,1 1 0 0 0,0-1 0 0 0,0 1 0 0 0,5-1 0 0 0,-7 2-326 0 0,-1 0 1 0 0,0 0 0 0 0,1 0-1 0 0,-1 1 1 0 0,0-1 0 0 0,0 1-1 0 0,1 0 1 0 0,-1-1 0 0 0,0 1-1 0 0,0 0 1 0 0,0 0 0 0 0,0 1-1 0 0,0-1 1 0 0,0 0 0 0 0,0 1-1 0 0,-1-1 1 0 0,1 1 0 0 0,0-1-1 0 0,-1 1 1 0 0,3 2-1 0 0,10 9-3336 0 0,-2-8-2531 0 0,-6-5 1505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7.3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57 7266 0 0,'-22'23'6004'0'0,"24"-18"-4227"0"0,14-11-887 0 0,17-13 39 0 0,45-24 822 0 0,-72 40-1590 0 0,1 1 0 0 0,0-1 0 0 0,0 1 0 0 0,0 0 0 0 0,0 1 0 0 0,0-1 0 0 0,0 2 0 0 0,0-1 0 0 0,11 1 0 0 0,-16 0-124 0 0,0 1-1 0 0,0 0 1 0 0,0-1-1 0 0,0 1 1 0 0,-1 0-1 0 0,1 0 1 0 0,0 0-1 0 0,-1 0 1 0 0,1 1-1 0 0,-1-1 1 0 0,1 0-1 0 0,-1 1 1 0 0,0-1 0 0 0,0 1-1 0 0,1-1 1 0 0,-1 1-1 0 0,0 0 1 0 0,0-1-1 0 0,-1 1 1 0 0,1 0-1 0 0,0 0 1 0 0,0-1-1 0 0,-1 1 1 0 0,1 0-1 0 0,-1 0 1 0 0,0 0 0 0 0,1 0-1 0 0,-1 0 1 0 0,0 0-1 0 0,0 0 1 0 0,0 0-1 0 0,-1 3 1 0 0,1 9 71 0 0,-1 1 0 0 0,-6 27 0 0 0,7-40-96 0 0,-6 22-272 0 0,-1 1 1 0 0,-1-1-1 0 0,-1-1 1 0 0,-1 0-1 0 0,-1 0 1 0 0,-1-1 0 0 0,-1 0-1 0 0,-1-1 1 0 0,-1 0-1 0 0,-26 27 1 0 0,41-47 208 0 0,-1 0 0 0 0,1 0 0 0 0,-1-1 0 0 0,1 1-1 0 0,-1 0 1 0 0,1-1 0 0 0,-1 1 0 0 0,0 0 0 0 0,1-1 0 0 0,-1 1 0 0 0,0-1 0 0 0,1 1 0 0 0,-1-1 0 0 0,0 1 0 0 0,0-1 0 0 0,1 0 0 0 0,-1 1 0 0 0,0-1 0 0 0,0 0 0 0 0,0 0 0 0 0,0 1 0 0 0,1-1 0 0 0,-1 0 0 0 0,-2 0 0 0 0,7-19-621 0 0,20-30 517 0 0,-20 43 222 0 0,1-3 100 0 0,1-1 0 0 0,0 1 0 0 0,1 0 0 0 0,0 1 0 0 0,0 0-1 0 0,1 0 1 0 0,0 0 0 0 0,0 1 0 0 0,1 0 0 0 0,14-9 0 0 0,-20 16-116 0 0,-1 0 1 0 0,1-1 0 0 0,0 1-1 0 0,-1 0 1 0 0,1 0-1 0 0,0 0 1 0 0,0 1 0 0 0,-1-1-1 0 0,1 0 1 0 0,0 1 0 0 0,-1 0-1 0 0,1 0 1 0 0,-1 0-1 0 0,1 0 1 0 0,-1 0 0 0 0,1 0-1 0 0,-1 1 1 0 0,0-1 0 0 0,4 4-1 0 0,42 37 249 0 0,-46-40-285 0 0,1 1-47 0 0,83 78-167 0 0,-23-35-4367 0 0,-60-44 4001 0 0,7 4-2960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7.6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0 8994 0 0,'6'57'5730'0'0,"-4"33"-3654"0"0,-1-23-1431 0 0,2 56-260 0 0,-3-35-1655 0 0,23 157 0 0 0,-9-199-646 0 0,-14-45 1772 0 0,1 1 0 0 0,-1-1 0 0 0,0 0 0 0 0,1 1 0 0 0,-1-1 1 0 0,1 0-1 0 0,-1 0 0 0 0,1 1 0 0 0,0-1 0 0 0,-1 0 0 0 0,1 0 0 0 0,0 0 0 0 0,0 0 0 0 0,0 1 0 0 0,0-2 0 0 0,0 1 1 0 0,0 0-1 0 0,0 0 0 0 0,0 0 0 0 0,1 0 0 0 0,-1-1 0 0 0,0 1 0 0 0,0 0 0 0 0,1-1 0 0 0,-1 1 0 0 0,0-1 0 0 0,1 0 1 0 0,2 1-1 0 0,-2-2 5 0 0,-1-1 1 0 0,1 1-1 0 0,-1 0 1 0 0,1-1-1 0 0,-1 0 1 0 0,1 1-1 0 0,-1-1 1 0 0,0 0-1 0 0,0 0 1 0 0,0 0-1 0 0,0 0 1 0 0,0 0-1 0 0,0 0 1 0 0,0 0-1 0 0,-1 0 1 0 0,1 0-1 0 0,-1 0 1 0 0,0 0-1 0 0,1 0 1 0 0,-1-5-1 0 0,1-43-781 0 0,-5 24 995 0 0,-2 0 0 0 0,0 0 0 0 0,-1 1 0 0 0,-2 0 0 0 0,0 1 0 0 0,-15-26 0 0 0,9 17 1738 0 0,1-1-1 0 0,-11-41 0 0 0,52 80 1597 0 0,-4-1-3182 0 0,-6-2-499 0 0,0-2 1 0 0,0 0-1 0 0,0-2 1 0 0,0 1-1 0 0,17-6 1 0 0,-25 5-594 0 0,0 0 0 0 0,0-1 0 0 0,-1 0 0 0 0,0-1 0 0 0,0 0 0 0 0,14-9 0 0 0,-21 12 587 0 0,1 0 1 0 0,0-1 0 0 0,-1 1 0 0 0,1-1 0 0 0,-1 0 0 0 0,1 1-1 0 0,-1-1 1 0 0,0 0 0 0 0,0 0 0 0 0,0 0 0 0 0,1-2-1 0 0,2-3-620 0 0,7-7-1571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8.0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136 2 4441 0 0,'-3'-1'427'0'0,"-1"1"1"0"0,1 0 0 0 0,-1 0-1 0 0,0 0 1 0 0,1 0-1 0 0,-1 0 1 0 0,1 1-1 0 0,-1 0 1 0 0,1 0-1 0 0,-1 0 1 0 0,1 0-1 0 0,0 0 1 0 0,0 1-1 0 0,-1-1 1 0 0,1 1-1 0 0,-3 2 1 0 0,1 0-76 0 0,0 0-1 0 0,0 0 1 0 0,1 1 0 0 0,-1 0 0 0 0,1 0 0 0 0,0 0 0 0 0,0 0-1 0 0,-4 9 1 0 0,3-5-282 0 0,1 1 0 0 0,0-1 0 0 0,0 1 0 0 0,1 0-1 0 0,0 0 1 0 0,1 0 0 0 0,0 0 0 0 0,0 0 0 0 0,1 1 0 0 0,1 19-1 0 0,0-26-79 0 0,0 0-1 0 0,1-1 0 0 0,-1 1 1 0 0,1 0-1 0 0,0-1 1 0 0,1 1-1 0 0,-1-1 0 0 0,0 1 1 0 0,1-1-1 0 0,0 1 1 0 0,0-1-1 0 0,0 0 0 0 0,0 0 1 0 0,0 0-1 0 0,1 0 0 0 0,-1 0 1 0 0,1-1-1 0 0,0 1 1 0 0,5 3-1 0 0,-3-4-4 0 0,-1 1-1 0 0,1-2 1 0 0,0 1 0 0 0,0 0-1 0 0,0-1 1 0 0,0 0 0 0 0,0 0-1 0 0,0-1 1 0 0,0 1 0 0 0,0-1-1 0 0,1 0 1 0 0,8-1 0 0 0,2-2 100 0 0,0 0 1 0 0,-1-1-1 0 0,0-1 1 0 0,1 0 0 0 0,-2-1-1 0 0,1-1 1 0 0,-1 0-1 0 0,19-13 1 0 0,-24 14 171 0 0,1-1-1 0 0,-2-1 1 0 0,1 1-1 0 0,-1-1 1 0 0,10-12-1 0 0,-17 19-193 0 0,0 0-1 0 0,0-1 1 0 0,0 1 0 0 0,0 0-1 0 0,0-1 1 0 0,0 1 0 0 0,-1-1-1 0 0,1 1 1 0 0,0-1 0 0 0,-1 1-1 0 0,1-1 1 0 0,-1 1 0 0 0,1-1-1 0 0,-1 0 1 0 0,0 1 0 0 0,0-1-1 0 0,0 0 1 0 0,0 1-1 0 0,0-1 1 0 0,0 0 0 0 0,0 1-1 0 0,0-1 1 0 0,-1 0 0 0 0,1 1-1 0 0,-1-1 1 0 0,1 0 0 0 0,-1 1-1 0 0,0-1 1 0 0,1 1 0 0 0,-1-1-1 0 0,0 1 1 0 0,0 0 0 0 0,0-1-1 0 0,0 1 1 0 0,0 0-1 0 0,-1 0 1 0 0,1 0 0 0 0,0-1-1 0 0,0 1 1 0 0,-1 0 0 0 0,1 1-1 0 0,-1-1 1 0 0,1 0 0 0 0,-3-1-1 0 0,-6-2-69 0 0,0 0-1 0 0,0 0 0 0 0,0 1 0 0 0,0 1 0 0 0,-1-1 0 0 0,1 2 1 0 0,-1-1-1 0 0,-19 1 0 0 0,8 2-1660 0 0,-1 0-1 0 0,1 2 1 0 0,-25 5-1 0 0,47-8 1413 0 0,-1 0-1 0 0,1 0 1 0 0,-1 0-1 0 0,1 0 1 0 0,-1 0-1 0 0,1 0 0 0 0,-1 0 1 0 0,1 0-1 0 0,-1 0 1 0 0,1 0-1 0 0,-1 0 1 0 0,1 0-1 0 0,-1 0 1 0 0,1 1-1 0 0,-1-1 1 0 0,1 0-1 0 0,-1 0 1 0 0,1 1-1 0 0,-1-1 0 0 0,1 0 1 0 0,-1 1-1 0 0,1-1 1 0 0,0 0-1 0 0,-1 1 1 0 0,1-1-1 0 0,0 1 1 0 0,-1-1-1 0 0,1 0 1 0 0,0 1-1 0 0,0-1 1 0 0,-1 1-1 0 0,1-1 0 0 0,0 1 1 0 0,0-1-1 0 0,0 1 1 0 0,0-1-1 0 0,0 1 1 0 0,-1-1-1 0 0,1 1 1 0 0,0-1-1 0 0,0 1 1 0 0,0-1-1 0 0,1 2 0 0 0,1 1-1839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8.5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 2561 0 0,'2'2'625'0'0,"1"0"0"0"0,0 0 1 0 0,-1 0-1 0 0,1 0 0 0 0,0 0 1 0 0,0-1-1 0 0,0 1 0 0 0,1-1 1 0 0,-1 0-1 0 0,4 1 1 0 0,40 3 2184 0 0,-22-7-2193 0 0,44-9-1 0 0,-54 8-24 0 0,18-1-274 0 0,-24 4-254 0 0,0-1 0 0 0,0 0-1 0 0,-1-1 1 0 0,1 0 0 0 0,0 0 0 0 0,-1-1 0 0 0,0 0 0 0 0,1 0-1 0 0,9-6 1 0 0,-81 26-1383 0 0,38-9 1182 0 0,18-7 115 0 0,1 1 0 0 0,-1 1 0 0 0,0-1-1 0 0,1 1 1 0 0,-10 5 0 0 0,13-6 60 0 0,1 0 0 0 0,0 0-1 0 0,0 0 1 0 0,-1 1 0 0 0,1-1 0 0 0,1 0 0 0 0,-1 1-1 0 0,0 0 1 0 0,1-1 0 0 0,-1 1 0 0 0,1 0-1 0 0,0 0 1 0 0,0-1 0 0 0,0 1 0 0 0,0 0 0 0 0,-1 5-1 0 0,-3 23 432 0 0,1 0-1 0 0,-1 60 0 0 0,6-74-1057 0 0,0 0 0 0 0,0 0 0 0 0,2 0-1 0 0,0 0 1 0 0,1-1 0 0 0,1 0 0 0 0,7 17 0 0 0,-5-18-1960 0 0,-7-15 2475 0 0,0 0 0 0 0,0 0 1 0 0,0 0-1 0 0,1-1 0 0 0,-1 1 0 0 0,0 0 1 0 0,0 0-1 0 0,0 0 0 0 0,0 0 1 0 0,0 0-1 0 0,0 0 0 0 0,0 0 1 0 0,0-1-1 0 0,0 1 0 0 0,0 0 1 0 0,1 0-1 0 0,-1 0 0 0 0,0 0 1 0 0,0 0-1 0 0,0 0 0 0 0,0 0 0 0 0,0 0 1 0 0,0 0-1 0 0,1 0 0 0 0,-1 0 1 0 0,0 0-1 0 0,0 0 0 0 0,0 0 1 0 0,0 0-1 0 0,0 0 0 0 0,1 0 1 0 0,-1 0-1 0 0,0 0 0 0 0,0 0 0 0 0,0 0 1 0 0,0 0-1 0 0,0 0 0 0 0,0 0 1 0 0,1 0-1 0 0,-1 0 0 0 0,0 0 1 0 0,0 0-1 0 0,0 0 0 0 0,0 0 1 0 0,0 0-1 0 0,0 0 0 0 0,0 1 1 0 0,1-1-1 0 0,-1 0 0 0 0,0 0 0 0 0,0 0 1 0 0,0 0-1 0 0,0 0 0 0 0,0 0 1 0 0,0 0-1 0 0,0 0 0 0 0,0 1 1 0 0,0-1-1 0 0,0 0 0 0 0,0 0 1 0 0,0 0-1 0 0,0 0 0 0 0,0 0 0 0 0,0 1 1 0 0,0-1-1 0 0,0 0 0 0 0,0 0 1 0 0,0 0-1 0 0,4-3-2460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8.9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3 259 4321 0 0,'0'1'225'0'0,"0"-1"1"0"0,-1 1-1 0 0,1-1 1 0 0,0 1-1 0 0,-1-1 0 0 0,1 1 1 0 0,0-1-1 0 0,0 1 1 0 0,0 0-1 0 0,-1-1 0 0 0,1 1 1 0 0,0-1-1 0 0,0 1 1 0 0,0-1-1 0 0,0 1 1 0 0,0 0-1 0 0,0-1 0 0 0,0 1 1 0 0,0-1-1 0 0,0 1 1 0 0,1-1-1 0 0,-1 1 0 0 0,0 0 1 0 0,0-1-1 0 0,0 1 1 0 0,1-1-1 0 0,-1 1 0 0 0,0-1 1 0 0,1 1-1 0 0,-1-1 1 0 0,0 1-1 0 0,1-1 1 0 0,-1 0-1 0 0,0 1 0 0 0,2 0 1 0 0,23 3 2533 0 0,30-12-2462 0 0,-54 7-171 0 0,50-6 288 0 0,-40 7-1053 0 0,1-1 0 0 0,-1-1 0 0 0,0 0-1 0 0,0 0 1 0 0,20-8 0 0 0,-29 8 423 0 0,1 1-1 0 0,0-1 1 0 0,-1 0-1 0 0,1 1 1 0 0,-1-1-1 0 0,1 0 1 0 0,-1-1-1 0 0,0 1 1 0 0,0 0-1 0 0,0-1 1 0 0,0 1-1 0 0,0-1 1 0 0,-1 0-1 0 0,1 1 1 0 0,-1-1-1 0 0,0 0 1 0 0,1 0-1 0 0,-1 0 1 0 0,-1 0-1 0 0,1 0 1 0 0,0 0-1 0 0,-1 0 1 0 0,1 0-1 0 0,-1 0 1 0 0,0-1 0 0 0,-1-2-1 0 0,-6-84-665 0 0,-11 2 6834 0 0,24 140-1070 0 0,-8 40-3812 0 0,-1-27-794 0 0,3-38-1177 0 0,2-1-1 0 0,8 53 0 0 0,-6-64-1112 0 0,0 0 0 0 0,1 0 0 0 0,11 23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9.3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3 425 3857 0 0,'-3'46'7951'0'0,"10"4"-4270"0"0,-4-37-3564 0 0,1 0 1 0 0,0 0-1 0 0,0-1 0 0 0,2 0 1 0 0,-1 0-1 0 0,1 0 0 0 0,1 0 1 0 0,0-1-1 0 0,11 12 0 0 0,-16-20-138 0 0,1-1 1 0 0,-1 0-1 0 0,1 0 0 0 0,-1 0 0 0 0,1 0 0 0 0,0 0 1 0 0,0 0-1 0 0,0-1 0 0 0,0 1 0 0 0,0-1 0 0 0,0 0 1 0 0,0 0-1 0 0,0 0 0 0 0,0 0 0 0 0,1-1 1 0 0,-1 1-1 0 0,0-1 0 0 0,5 0 0 0 0,0-1 40 0 0,-1 0 0 0 0,0 0 0 0 0,0 0 0 0 0,-1-1 0 0 0,1 0 0 0 0,0-1 0 0 0,0 0 0 0 0,7-4 0 0 0,6-5-75 0 0,-1 0 0 0 0,-1-1 1 0 0,0-1-1 0 0,24-25 0 0 0,-37 34-149 0 0,10-11-2740 0 0,-7-6-4511 0 0,-8 15 3455 0 0</inkml:trace>
  <inkml:trace contextRef="#ctx0" brushRef="#br0" timeOffset="1">451 12 5785 0 0,'-1'-1'306'0'0,"0"0"0"0"0,0 0 0 0 0,0 0 1 0 0,0 0-1 0 0,0 0 0 0 0,0 1 0 0 0,0-1 0 0 0,-1 0 0 0 0,1 1 0 0 0,0-1 0 0 0,-1 0 0 0 0,1 1 0 0 0,0-1 0 0 0,-1 1 0 0 0,1 0 0 0 0,0 0 1 0 0,-1-1-1 0 0,1 1 0 0 0,-1 0 0 0 0,1 0 0 0 0,-1 0 0 0 0,1 0 0 0 0,0 1 0 0 0,-3-1 0 0 0,2 1-157 0 0,-1 1 1 0 0,1-1-1 0 0,0 0 0 0 0,-1 1 1 0 0,1-1-1 0 0,0 1 0 0 0,0 0 1 0 0,0-1-1 0 0,0 1 0 0 0,0 0 1 0 0,1 0-1 0 0,-3 4 1 0 0,0 0-185 0 0,0 0 1 0 0,1 1 0 0 0,-1-1 0 0 0,1 1 0 0 0,1 0 0 0 0,-1 0-1 0 0,1 1 1 0 0,-2 12 0 0 0,3-16 19 0 0,1 0-1 0 0,0 0 1 0 0,0 0 0 0 0,0 0-1 0 0,1 0 1 0 0,-1 0-1 0 0,1 0 1 0 0,0 0 0 0 0,0 0-1 0 0,1 0 1 0 0,-1-1 0 0 0,1 1-1 0 0,-1 0 1 0 0,1-1-1 0 0,0 1 1 0 0,1-1 0 0 0,-1 1-1 0 0,1-1 1 0 0,-1 0-1 0 0,6 4 1 0 0,-3-3 59 0 0,1-1 0 0 0,-1 1 0 0 0,1-1 0 0 0,0-1 0 0 0,0 1 0 0 0,0-1 0 0 0,1 0 0 0 0,-1 0 0 0 0,0-1-1 0 0,1 0 1 0 0,-1 0 0 0 0,10 0 0 0 0,-8-1 184 0 0,1 0 1 0 0,-1 0-1 0 0,1-1 0 0 0,-1 0 0 0 0,0 0 1 0 0,1-1-1 0 0,-1 0 0 0 0,0-1 0 0 0,0 0 0 0 0,0 0 1 0 0,0 0-1 0 0,10-7 0 0 0,-15 8-151 0 0,0-1-1 0 0,0 1 0 0 0,0 0 1 0 0,-1-1-1 0 0,1 1 1 0 0,-1-1-1 0 0,0 0 1 0 0,1 0-1 0 0,-1 0 1 0 0,0 0-1 0 0,-1 0 0 0 0,1 0 1 0 0,-1-1-1 0 0,1 1 1 0 0,-1 0-1 0 0,0-1 1 0 0,0 1-1 0 0,-1-1 1 0 0,1 0-1 0 0,-1 1 0 0 0,1-1 1 0 0,-1 1-1 0 0,0-1 1 0 0,-1 0-1 0 0,1 1 1 0 0,0-1-1 0 0,-1 1 1 0 0,0-1-1 0 0,0 1 1 0 0,0-1-1 0 0,-2-3 0 0 0,1 1-182 0 0,0 0 0 0 0,-1 1-1 0 0,1 0 1 0 0,-1-1-1 0 0,0 1 1 0 0,-1 0-1 0 0,1 0 1 0 0,-1 1 0 0 0,0-1-1 0 0,-8-7 1 0 0,9 11-137 0 0,1-1 1 0 0,0 1-1 0 0,-1 0 0 0 0,1 0 1 0 0,-1 0-1 0 0,1 0 1 0 0,-1 0-1 0 0,1 0 1 0 0,-1 1-1 0 0,0-1 0 0 0,1 1 1 0 0,-1 0-1 0 0,0 0 1 0 0,1 0-1 0 0,-1 0 0 0 0,0 0 1 0 0,1 1-1 0 0,-1-1 1 0 0,1 1-1 0 0,-1 0 1 0 0,0-1-1 0 0,1 1 0 0 0,-1 0 1 0 0,1 1-1 0 0,0-1 1 0 0,-4 2-1 0 0,-56 39-8397 0 0,48-29 5372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39.7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1 393 5489 0 0,'2'5'641'0'0,"0"0"0"0"0,0 0 0 0 0,0-1 0 0 0,1 1 0 0 0,-1-1 0 0 0,1 1 0 0 0,0-1 0 0 0,1 0 0 0 0,-1 0 0 0 0,1 0 0 0 0,-1-1 0 0 0,1 0 0 0 0,0 1 0 0 0,6 2 0 0 0,-3-3-289 0 0,-1 0-1 0 0,1-1 1 0 0,-1 0 0 0 0,1 0-1 0 0,0-1 1 0 0,-1 0 0 0 0,1 0-1 0 0,0-1 1 0 0,0 0-1 0 0,11-1 1 0 0,228-32 2792 0 0,-91 9-6744 0 0,-153 23 3183 0 0,1 0 0 0 0,0 0 0 0 0,-1 0 0 0 0,1 0-1 0 0,-1-1 1 0 0,1 1 0 0 0,-1-1 0 0 0,0 0 0 0 0,0 1 0 0 0,1-1 0 0 0,-1 0 0 0 0,-1 0 0 0 0,1-1 0 0 0,0 1 0 0 0,0 0-1 0 0,-1 0 1 0 0,1-1 0 0 0,-1 1 0 0 0,0-1 0 0 0,2-3 0 0 0,20-59-4888 0 0,-20 52 4606 0 0,0 2 262 0 0,6-15 830 0 0,-2-1 0 0 0,-1 0 0 0 0,3-29 0 0 0,-9 49 153 0 0,1-1 0 0 0,-1 1-1 0 0,0-1 1 0 0,-1 1 0 0 0,0 0 0 0 0,0-1-1 0 0,0 1 1 0 0,-1 0 0 0 0,0 0 0 0 0,-1 0-1 0 0,1 0 1 0 0,-1 0 0 0 0,-1 1-1 0 0,1-1 1 0 0,-1 1 0 0 0,-8-10 0 0 0,11 14-432 0 0,0 1 0 0 0,0 0 1 0 0,0-1-1 0 0,0 1 0 0 0,-1 0 1 0 0,1 0-1 0 0,0 0 0 0 0,-1 0 1 0 0,1 0-1 0 0,0 0 0 0 0,-1 0 1 0 0,1 0-1 0 0,-1 1 0 0 0,1-1 1 0 0,-1 0-1 0 0,0 1 0 0 0,1 0 1 0 0,-1-1-1 0 0,0 1 0 0 0,1 0 1 0 0,-1 0-1 0 0,0 0 0 0 0,1 0 1 0 0,-1 0-1 0 0,0 0 0 0 0,1 0 1 0 0,-1 0-1 0 0,0 1 0 0 0,1-1 1 0 0,-1 1-1 0 0,0-1 0 0 0,1 1 1 0 0,-1 0-1 0 0,1 0 0 0 0,-1-1 1 0 0,1 1-1 0 0,0 0 0 0 0,-1 0 1 0 0,1 0-1 0 0,0 1 0 0 0,0-1 1 0 0,0 0-1 0 0,0 0 0 0 0,-1 1 1 0 0,2-1-1 0 0,-1 1 0 0 0,0-1 1 0 0,0 1-1 0 0,0-1 0 0 0,1 1 1 0 0,-1-1-1 0 0,1 1 0 0 0,-1 0 1 0 0,1-1-1 0 0,0 1 1 0 0,-1 0-1 0 0,1-1 0 0 0,0 1 1 0 0,0 1-1 0 0,-3 53 392 0 0,2 0-1 0 0,11 97 1 0 0,-5-93-604 0 0,-3-33-129 0 0,7 63-797 0 0,-8-82 606 0 0,1-1 0 0 0,0 1-1 0 0,0 0 1 0 0,1-1 0 0 0,0 0 0 0 0,0 0 0 0 0,1 0 0 0 0,8 13-1 0 0,-11-19 265 0 0,-1 0-1 0 0,1 0 0 0 0,-1 0 1 0 0,1-1-1 0 0,-1 1 0 0 0,1 0 1 0 0,-1 0-1 0 0,1-1 0 0 0,0 1 1 0 0,0 0-1 0 0,-1-1 0 0 0,1 1 1 0 0,0 0-1 0 0,0-1 1 0 0,0 1-1 0 0,0-1 0 0 0,0 1 1 0 0,-1-1-1 0 0,1 0 0 0 0,0 1 1 0 0,0-1-1 0 0,0 0 0 0 0,0 0 1 0 0,0 0-1 0 0,0 0 0 0 0,0 0 1 0 0,0 0-1 0 0,0 0 0 0 0,0 0 1 0 0,0 0-1 0 0,0 0 0 0 0,0 0 1 0 0,0-1-1 0 0,0 1 0 0 0,0 0 1 0 0,2-1-1 0 0,-2-1-246 0 0,0 1 1 0 0,0 0-1 0 0,0-1 0 0 0,0 1 0 0 0,0-1 1 0 0,0 1-1 0 0,0-1 0 0 0,0 1 1 0 0,0-1-1 0 0,-1 0 0 0 0,1 1 0 0 0,-1-1 1 0 0,1 0-1 0 0,-1 0 0 0 0,0 1 0 0 0,1-4 1 0 0,4-11-3328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0.2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 4257 0 0,'19'6'7578'0'0,"8"-8"-4465"0"0,30-17-2595 0 0,-35 12 742 0 0,-8 3-966 0 0,1 0-1 0 0,0 1 0 0 0,-1 1 1 0 0,1 1-1 0 0,0 0 1 0 0,0 1-1 0 0,0 0 0 0 0,0 1 1 0 0,20 4-1 0 0,-33-4-237 0 0,0-1 1 0 0,0 1-1 0 0,0 0 0 0 0,0-1 0 0 0,-1 1 1 0 0,1 0-1 0 0,0 0 0 0 0,0 0 1 0 0,0 1-1 0 0,-1-1 0 0 0,1 0 0 0 0,-1 1 1 0 0,1-1-1 0 0,-1 1 0 0 0,1-1 0 0 0,-1 1 1 0 0,0-1-1 0 0,0 1 0 0 0,0 0 0 0 0,1 2 1 0 0,0 1 21 0 0,-1-1 0 0 0,0 0 1 0 0,0 1-1 0 0,0-1 0 0 0,0 1 1 0 0,-1-1-1 0 0,0 1 0 0 0,0 9 1 0 0,-3 5-57 0 0,-1 1 1 0 0,0-1 0 0 0,-10 26 0 0 0,11-36-134 0 0,-5 15-548 0 0,-15 61-1858 0 0,22-78 1341 0 0,0 0-1 0 0,1 0 1 0 0,0 0-1 0 0,0 1 1 0 0,0-1-1 0 0,2 7 1 0 0,9-1-7380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0.8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17 1944 0 0,'0'-14'9720'0'0,"1"35"-6504"0"0,0 39-2126 0 0,-4-13-731 0 0,0 109-599 0 0,4-138-323 0 0,1-1 0 0 0,0 0 0 0 0,1 0 0 0 0,1 1 0 0 0,1-2 0 0 0,11 28 0 0 0,-1-16-801 0 0,-15-27 1226 0 0,1 0-1 0 0,-1 0 1 0 0,1 0-1 0 0,0 0 1 0 0,-1 0 0 0 0,1 0-1 0 0,-1 0 1 0 0,1 0-1 0 0,0 0 1 0 0,0 0-1 0 0,0 0 1 0 0,0-1-1 0 0,-1 1 1 0 0,1 0 0 0 0,0-1-1 0 0,0 1 1 0 0,0 0-1 0 0,0-1 1 0 0,1 0-1 0 0,-1 1 1 0 0,0-1-1 0 0,0 1 1 0 0,1-1 0 0 0,-1-4-332 0 0,0-1 0 0 0,-1 1 0 0 0,1-1 0 0 0,-1 1 1 0 0,-1 0-1 0 0,1-1 0 0 0,0 1 0 0 0,-3-8 0 0 0,2 3 379 0 0,-15-59 1412 0 0,12 60-713 0 0,1-1-1 0 0,1 0 1 0 0,0-1 0 0 0,0 1-1 0 0,0 0 1 0 0,1-1 0 0 0,1-15 0 0 0,2 21-258 0 0,0 1 1 0 0,0-1-1 0 0,1 1 1 0 0,-1-1-1 0 0,1 1 1 0 0,0 0 0 0 0,0 0-1 0 0,0 0 1 0 0,0 0-1 0 0,0 1 1 0 0,6-4-1 0 0,13-13-290 0 0,-5 1-27 0 0,1-2-237 0 0,28-41 0 0 0,-42 55 344 0 0,0-1 0 0 0,0 0 0 0 0,-1 0 0 0 0,0 0 0 0 0,0 0 0 0 0,0-1 0 0 0,-1 1 0 0 0,-1-1 0 0 0,1 1 0 0 0,-1-1 1 0 0,0-8-1 0 0,0 3 1661 0 0,0 23 292 0 0,-1 24-229 0 0,-8 28-1709 0 0,2 0 0 0 0,5 106 1 0 0,2-151-1279 0 0,1 1 0 0 0,7 33 0 0 0,-7-45 589 0 0,-1 0 0 0 0,1 0-1 0 0,0 0 1 0 0,1 0-1 0 0,0-1 1 0 0,0 1 0 0 0,0-1-1 0 0,0 1 1 0 0,1-1 0 0 0,0 0-1 0 0,6 6 1 0 0,-10-11 395 0 0,1 1 1 0 0,-1-1-1 0 0,0 1 0 0 0,1-1 1 0 0,-1 1-1 0 0,0-1 1 0 0,1 1-1 0 0,-1-1 1 0 0,1 0-1 0 0,-1 1 1 0 0,1-1-1 0 0,-1 0 0 0 0,1 1 1 0 0,-1-1-1 0 0,1 0 1 0 0,-1 0-1 0 0,1 0 1 0 0,-1 1-1 0 0,1-1 0 0 0,0 0 1 0 0,-1 0-1 0 0,1 0 1 0 0,-1 0-1 0 0,1 0 1 0 0,0 0-1 0 0,-1 0 0 0 0,1 0 1 0 0,-1 0-1 0 0,1 0 1 0 0,-1 0-1 0 0,1-1 1 0 0,0 1-1 0 0,-1 0 0 0 0,1 0 1 0 0,-1-1-1 0 0,1 1 1 0 0,-1 0-1 0 0,1 0 1 0 0,-1-1-1 0 0,1 1 0 0 0,-1-1 1 0 0,0 1-1 0 0,1 0 1 0 0,-1-1-1 0 0,0 1 1 0 0,1-1-1 0 0,-1 1 0 0 0,0-1 1 0 0,1 1-1 0 0,-1-1 1 0 0,0 1-1 0 0,0-1 1 0 0,1 1-1 0 0,-1-1 0 0 0,0 0 1 0 0,0 1-1 0 0,0-1 1 0 0,0 0-1 0 0,0 0 29 0 0,8-9-2464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1.1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1 6393 0 0,'0'4'6523'0'0,"-4"23"-4456"0"0,-12 76 76 0 0,7-57-2560 0 0,3 0-1 0 0,-2 92 1 0 0,9-132 186 0 0,-1 0 0 0 0,1-1 0 0 0,0 1 0 0 0,1 0 0 0 0,-1 0 0 0 0,1-1 0 0 0,0 1-1 0 0,3 5 1 0 0,-4-10 162 0 0,-1 0-1 0 0,1 0 0 0 0,0 0 0 0 0,-1 1 0 0 0,1-1 0 0 0,0 0 1 0 0,0 0-1 0 0,0 0 0 0 0,0 0 0 0 0,0 0 0 0 0,0-1 0 0 0,0 1 1 0 0,0 0-1 0 0,1 0 0 0 0,-1-1 0 0 0,0 1 0 0 0,0 0 0 0 0,1-1 1 0 0,-1 0-1 0 0,0 1 0 0 0,1-1 0 0 0,-1 0 0 0 0,0 1 0 0 0,1-1 1 0 0,-1 0-1 0 0,0 0 0 0 0,1 0 0 0 0,-1 0 0 0 0,0 0 0 0 0,1-1 1 0 0,-1 1-1 0 0,0 0 0 0 0,1-1 0 0 0,-1 1 0 0 0,0-1 0 0 0,1 1 1 0 0,-1-1-1 0 0,0 1 0 0 0,2-2 0 0 0,-1-1-62 0 0,1 1 1 0 0,-1 0-1 0 0,0-1 0 0 0,0 1 0 0 0,0-1 1 0 0,0 0-1 0 0,0 0 0 0 0,0 0 1 0 0,-1 0-1 0 0,0 0 0 0 0,1 0 0 0 0,-1 0 1 0 0,0 0-1 0 0,0 0 0 0 0,-1-1 0 0 0,1 1 1 0 0,-1 0-1 0 0,0-1 0 0 0,0-6 1 0 0,0 1 152 0 0,0-1 0 0 0,0 1 0 0 0,-1-1 0 0 0,-1 1-1 0 0,-4-18 1 0 0,-18-19 1309 0 0,19 38-606 0 0,0 0 0 0 0,1-1-1 0 0,0 1 1 0 0,0-1 0 0 0,-2-11-1 0 0,25 33 3231 0 0,27 28-3215 0 0,-27-24-718 0 0,2-1-1 0 0,0-1 1 0 0,24 14-1 0 0,32 12-4709 0 0,-85-45-1132 0 0,-11-2 3008 0 0,5 1 1227 0 0,1 2-1540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1.5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33 5081 0 0,'44'1'6667'0'0,"1"2"-3482"0"0,-9 0-1966 0 0,62-4 1 0 0,73-8-184 0 0,69-8-324 0 0,-215 11-489 0 0,-39 2-114 0 0,-41 2-14 0 0,13 9-191 0 0,-77 23 0 0 0,115-29 146 0 0,0 1 1 0 0,0-1-1 0 0,0 1 1 0 0,0 0-1 0 0,1 0 1 0 0,-1 0-1 0 0,1 0 1 0 0,-1 1-1 0 0,1 0 0 0 0,0-1 1 0 0,0 1-1 0 0,0 0 1 0 0,0 1-1 0 0,1-1 1 0 0,-1 0-1 0 0,-3 8 1 0 0,3-5-14 0 0,0 1 0 0 0,1-1-1 0 0,0 1 1 0 0,0 0 0 0 0,1 0 0 0 0,0 0 0 0 0,0 0 0 0 0,1 0 0 0 0,0 9 0 0 0,2 8-314 0 0,1-1 0 0 0,1 0 0 0 0,1 0 0 0 0,1 0 0 0 0,9 22 0 0 0,-11-33-308 0 0,1 0 1 0 0,1-1-1 0 0,0 0 1 0 0,9 14-1 0 0,-13-21 210 0 0,1-1 0 0 0,0 1 0 0 0,0-1 0 0 0,0 0 0 0 0,0 0 0 0 0,0 0 0 0 0,1 0 0 0 0,0 0 0 0 0,-1-1 0 0 0,1 1 0 0 0,0-1 0 0 0,0 0 0 0 0,0 0 0 0 0,0-1 0 0 0,7 3 0 0 0,-10-4 198 0 0,0 0 1 0 0,1 0-1 0 0,-1 0 1 0 0,0 0-1 0 0,0 0 0 0 0,1 0 1 0 0,-1 0-1 0 0,0-1 1 0 0,1 1-1 0 0,-1 0 1 0 0,0-1-1 0 0,0 1 1 0 0,1-1-1 0 0,-1 1 0 0 0,0-1 1 0 0,0 0-1 0 0,0 1 1 0 0,0-1-1 0 0,0 0 1 0 0,0 0-1 0 0,0 0 1 0 0,0 0-1 0 0,0 0 0 0 0,0 0 1 0 0,0 0-1 0 0,-1 0 1 0 0,1 0-1 0 0,0 0 1 0 0,-1 0-1 0 0,2-3 1 0 0,3-4-830 0 0,8-4-1576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2.0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61 6473 0 0,'11'-27'8845'0'0,"4"6"-4758"0"0,-13 19-3961 0 0,-1 1 0 0 0,1 0 0 0 0,0-1 0 0 0,0 1-1 0 0,0 0 1 0 0,0 0 0 0 0,0 1 0 0 0,0-1 0 0 0,1 0 0 0 0,-1 1 0 0 0,0-1-1 0 0,0 1 1 0 0,0 0 0 0 0,1-1 0 0 0,-1 1 0 0 0,0 0 0 0 0,0 1 0 0 0,1-1-1 0 0,-1 0 1 0 0,0 1 0 0 0,0-1 0 0 0,0 1 0 0 0,0-1 0 0 0,3 2-1 0 0,6 3 2 0 0,-1 0 0 0 0,0 0-1 0 0,0 1 1 0 0,-1 0-1 0 0,0 0 1 0 0,0 1-1 0 0,0 0 1 0 0,-1 1-1 0 0,0 0 1 0 0,0 0-1 0 0,-1 1 1 0 0,11 16-1 0 0,-8-9-82 0 0,0 1 1 0 0,-1 0-1 0 0,-1 0 0 0 0,0 1 0 0 0,-2 0 0 0 0,8 32 0 0 0,-9-21-139 0 0,-2 0-1 0 0,0 1 0 0 0,-3-1 0 0 0,0 1 1 0 0,-2-1-1 0 0,-11 58 0 0 0,2-36-1622 0 0,-2-1 0 0 0,-3-1 0 0 0,-25 54-1 0 0,40-100 1462 0 0,-18 34-3278 0 0,18-36 3133 0 0,0 1 0 0 0,0-1 0 0 0,0 1-1 0 0,0-1 1 0 0,0 1 0 0 0,-1-1 0 0 0,1 0 0 0 0,-1 0 0 0 0,1 0 0 0 0,0 0-1 0 0,-1 0 1 0 0,0 0 0 0 0,1 0 0 0 0,-1 0 0 0 0,1-1 0 0 0,-1 1-1 0 0,0-1 1 0 0,-2 1 0 0 0,-6 1-3735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5.2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0 529 2024 0 0,'10'-41'7844'0'0,"23"-22"-5361"0"0,-14 29-1258 0 0,-12 19-909 0 0,26-52 603 0 0,3 1 0 0 0,47-65 0 0 0,-70 115-1463 0 0,21-32-1012 0 0,-20 14-5629 0 0,-20 25 3686 0 0,5 8 2768 0 0,0-2-1803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5.8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2 603 2385 0 0,'-1'-5'688'0'0,"1"0"0"0"0,-1 0 1 0 0,1 0-1 0 0,1 0 0 0 0,-1 0 1 0 0,0 1-1 0 0,1-1 1 0 0,0 0-1 0 0,0 0 0 0 0,3-5 1 0 0,21-52 856 0 0,-12 34-732 0 0,41-105 994 0 0,103-184 0 0 0,-153 313-1733 0 0,-12 10-7035 0 0,7-6 6668 0 0,1 0 0 0 0,-1 0 0 0 0,0-1 0 0 0,1 1 0 0 0,-1 0 0 0 0,0 0 0 0 0,1 0 0 0 0,-1 0 0 0 0,0 0 0 0 0,1-1 0 0 0,-1 1 1 0 0,0 0-1 0 0,1-1 0 0 0,-1 1 0 0 0,-4-1-3115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6.2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73 4745 0 0,'-7'-2'8519'0'0,"29"-3"-10677"0"0,-21 4 1899 0 0,1 0 0 0 0,-1 1 0 0 0,0-1 0 0 0,0 0 0 0 0,0 0 0 0 0,1 0 0 0 0,-1 0 0 0 0,0 0 0 0 0,0 0 0 0 0,-1 0 0 0 0,1-1 0 0 0,0 1 0 0 0,0 0 0 0 0,0 0 0 0 0,-1-1 0 0 0,1 1 0 0 0,-1-1 0 0 0,1 1 0 0 0,-1 0 0 0 0,1-1 0 0 0,-1 1 0 0 0,0-3 0 0 0,3-6-1160 0 0,6-3-1615 0 0</inkml:trace>
  <inkml:trace contextRef="#ctx0" brushRef="#br0" timeOffset="1">888 16 3361 0 0,'2'6'3761'0'0,"0"1"-1985"0"0,1 2-312 0 0,-3-3-352 0 0,0-1-311 0 0,-3-3-305 0 0,3 2-184 0 0,-2-4-128 0 0,0 0-144 0 0,-2 0-144 0 0,1 0-216 0 0,-1-4-312 0 0,0-1-465 0 0,-1-1-423 0 0,3-3-560 0 0,-7-10-569 0 0,7 8-1032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6.8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20 1296 0 0,'-1'-1'442'0'0,"1"0"0"0"0,0 1 0 0 0,-1-1 0 0 0,1 0 0 0 0,-1 0-1 0 0,1 1 1 0 0,0-1 0 0 0,-1 0 0 0 0,5-11 10384 0 0,-2 29-10919 0 0,-3 13 608 0 0,-11 55 0 0 0,3-27-1661 0 0,5 0-3454 0 0,2-55 1780 0 0,-2-8 215 0 0,1-2-1572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7.3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1 173 8130 0 0,'0'0'176'0'0,"0"1"1"0"0,-1-1 0 0 0,1 0-1 0 0,0 1 1 0 0,0-1 0 0 0,0 0-1 0 0,0 1 1 0 0,0-1 0 0 0,1 0 0 0 0,-1 1-1 0 0,0-1 1 0 0,0 0 0 0 0,0 1-1 0 0,0-1 1 0 0,0 0 0 0 0,0 1-1 0 0,0-1 1 0 0,1 0 0 0 0,-1 1-1 0 0,0-1 1 0 0,0 0 0 0 0,1 1-1 0 0,-1-1 1 0 0,0 0 0 0 0,0 0-1 0 0,1 0 1 0 0,-1 1 0 0 0,0-1-1 0 0,0 0 1 0 0,1 0 0 0 0,-1 0-1 0 0,0 1 1 0 0,1-1 0 0 0,-1 0 0 0 0,0 0-1 0 0,1 0 1 0 0,-1 0 0 0 0,1 0-1 0 0,17-6 2299 0 0,21-24-2440 0 0,-33 25 567 0 0,42-38-273 0 0,-38 32-575 0 0,1 0 0 0 0,0 1 0 0 0,0 1 0 0 0,1 0 0 0 0,0 0 0 0 0,0 2 0 0 0,1-1 0 0 0,0 1 0 0 0,1 1 0 0 0,17-6 0 0 0,-6 14-2879 0 0,-13 10-2170 0 0,-12-12 5244 0 0,0 0-1 0 0,0 0 1 0 0,0 0-1 0 0,0-1 1 0 0,0 1 0 0 0,0 0-1 0 0,0 0 1 0 0,0 0 0 0 0,0 0-1 0 0,-1 0 1 0 0,1 0 0 0 0,0 0-1 0 0,0 0 1 0 0,0 0-1 0 0,0 0 1 0 0,0 0 0 0 0,0 0-1 0 0,0 0 1 0 0,0 0 0 0 0,0 0-1 0 0,0 0 1 0 0,0 0 0 0 0,-1 0-1 0 0,1 0 1 0 0,0 0-1 0 0,0 0 1 0 0,0 0 0 0 0,0 0-1 0 0,0 0 1 0 0,0 0 0 0 0,0 0-1 0 0,0 0 1 0 0,0 0 0 0 0,0 0-1 0 0,-1 0 1 0 0,1 0 0 0 0,0 0-1 0 0,0 0 1 0 0,0 0-1 0 0,0 0 1 0 0,0 0 0 0 0,0 0-1 0 0,0 0 1 0 0,0 0 0 0 0,0 1-1 0 0,0-1 1 0 0,0 0 0 0 0,0 0-1 0 0,0 0 1 0 0,0 0-1 0 0,0 0 1 0 0,0 0 0 0 0,0 0-1 0 0,0 0 1 0 0,0 0 0 0 0,-1 0-1 0 0,1 0 1 0 0,0 1 0 0 0,0-1-1 0 0,0 0 1 0 0,0 0-1 0 0,0 0 1 0 0,0 0 0 0 0,0 0-1 0 0,0 0 1 0 0,1 0 0 0 0,-1 0-1 0 0,-2 0-920 0 0,1 3-1418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7.6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127 1 1272 0 0,'-8'3'496'0'0,"1"1"0"0"0,0 1-1 0 0,1 0 1 0 0,-1 0 0 0 0,1 0 0 0 0,0 1-1 0 0,0-1 1 0 0,0 1 0 0 0,1 1-1 0 0,0-1 1 0 0,1 1 0 0 0,-6 8 0 0 0,3-2 8 0 0,1 0 1 0 0,0 1-1 0 0,0-1 1 0 0,1 1 0 0 0,1 0-1 0 0,-3 15 1 0 0,7-27-441 0 0,-1 0-1 0 0,1 0 1 0 0,-1 0 0 0 0,1 0 0 0 0,-1-1-1 0 0,1 1 1 0 0,0 0 0 0 0,0 0-1 0 0,0 0 1 0 0,0 0 0 0 0,1 0 0 0 0,-1 0-1 0 0,0 0 1 0 0,1 0 0 0 0,-1 0-1 0 0,1 0 1 0 0,0-1 0 0 0,0 1 0 0 0,0 0-1 0 0,-1 0 1 0 0,1-1 0 0 0,1 1-1 0 0,-1-1 1 0 0,0 1 0 0 0,0-1-1 0 0,2 2 1 0 0,0-2-8 0 0,0 0 0 0 0,-1 0 0 0 0,1 0 0 0 0,0-1 0 0 0,-1 1 0 0 0,1-1 0 0 0,0 0 0 0 0,0 0 0 0 0,-1 0 0 0 0,1 0 0 0 0,0 0 0 0 0,0-1 0 0 0,-1 1 0 0 0,1-1 0 0 0,5-1 0 0 0,8-4 175 0 0,-1 0-1 0 0,0-1 1 0 0,0-1-1 0 0,26-18 1 0 0,-33 21-70 0 0,6-5 186 0 0,-1-1 1 0 0,23-21 0 0 0,-34 30-266 0 0,1-1 0 0 0,-1 0 0 0 0,0 1 0 0 0,0-1 0 0 0,0 0 0 0 0,0 0-1 0 0,0 0 1 0 0,-1 0 0 0 0,1 0 0 0 0,-1-1 0 0 0,0 1 0 0 0,0 0 0 0 0,0-1 0 0 0,0 1 0 0 0,-1-1 0 0 0,1 1 0 0 0,-1-1 0 0 0,0 1 0 0 0,0-1 0 0 0,-1-3 0 0 0,1 5-46 0 0,0 1 0 0 0,-1 0 0 0 0,1-1 0 0 0,-1 1 0 0 0,1 0 1 0 0,-1 0-1 0 0,0-1 0 0 0,1 1 0 0 0,-1 0 0 0 0,0 0 1 0 0,0 0-1 0 0,0 0 0 0 0,0 0 0 0 0,0 0 0 0 0,0 0 1 0 0,0 0-1 0 0,0 0 0 0 0,-1 0 0 0 0,1 0 0 0 0,0 1 1 0 0,0-1-1 0 0,-2 0 0 0 0,-1 0-34 0 0,1 0 1 0 0,-1 0-1 0 0,0 1 1 0 0,1 0-1 0 0,-1-1 1 0 0,1 1-1 0 0,-1 1 1 0 0,-6 0-1 0 0,-6 2-494 0 0,1 0 0 0 0,-1 2 0 0 0,-15 6-1 0 0,26-9 102 0 0,-32 19-4332 0 0,30-16 1798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8.0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173 1 2152 0 0,'-2'7'1546'0'0,"0"0"-1"0"0,1 1 1 0 0,0-1-1 0 0,0 1 1 0 0,1 9-1 0 0,3 44 1629 0 0,1-8-2386 0 0,-4-20-713 0 0,0 35-2221 0 0,0-61 1154 0 0,-1 1 0 0 0,0-1 0 0 0,-1 0 0 0 0,0 0 0 0 0,0 1 0 0 0,-5 11 0 0 0,6-18 788 0 0,0 1 0 0 0,-1-1 1 0 0,1 0-1 0 0,0 1 0 0 0,-1-1 0 0 0,1 0 0 0 0,0 0 0 0 0,-1 0 1 0 0,1 0-1 0 0,-1 0 0 0 0,0 0 0 0 0,1 0 0 0 0,-1-1 1 0 0,0 1-1 0 0,1 0 0 0 0,-4 0 0 0 0,-37 6 150 0 0,4 0 2970 0 0,1 18 2316 0 0,25-8-1867 0 0,12-17-3271 0 0,0 1 0 0 0,0-1 0 0 0,0 1 0 0 0,0-1 0 0 0,0 1-1 0 0,0-1 1 0 0,1 0 0 0 0,-1 1 0 0 0,0-1 0 0 0,0 1 0 0 0,1-1 0 0 0,-1 1 0 0 0,0-1 0 0 0,0 0 0 0 0,1 1 0 0 0,-1-1 0 0 0,0 1 0 0 0,1-1 0 0 0,-1 0 0 0 0,1 1 0 0 0,-1-1 0 0 0,0 0 0 0 0,1 0-1 0 0,-1 1 1 0 0,1-1 0 0 0,-1 0 0 0 0,1 0 0 0 0,-1 0 0 0 0,1 0 0 0 0,-1 0 0 0 0,1 0 0 0 0,-1 1 0 0 0,1-1 0 0 0,-1 0 0 0 0,2 0 0 0 0,6-1 206 0 0,0 0-1 0 0,0 0 1 0 0,0-1 0 0 0,0 0 0 0 0,0 0-1 0 0,0-1 1 0 0,-1 0 0 0 0,1-1 0 0 0,-1 1-1 0 0,11-8 1 0 0,-1 2-194 0 0,73-44 209 0 0,-7 3-1986 0 0,-22 24-5224 0 0,-60 26 6638 0 0,0 0 0 0 0,0-1 0 0 0,-1 1 0 0 0,1-1 0 0 0,0 1 0 0 0,0 0 1 0 0,0-1-1 0 0,0 0 0 0 0,-1 1 0 0 0,1-1 0 0 0,0 1 0 0 0,-1-1 0 0 0,1 0 0 0 0,0 1 0 0 0,-1-1 0 0 0,1 0 0 0 0,-1 0 0 0 0,1 0 0 0 0,-1 0 0 0 0,1 1 0 0 0,-1-1 0 0 0,0 0 1 0 0,1 0-1 0 0,-1 0 0 0 0,0-1 0 0 0,2-6-1267 0 0,6 2-2044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8.4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0 2545 0 0,'-1'75'10550'0'0,"0"-9"-6625"0"0,4 34-3771 0 0,0-76-625 0 0,0 1 0 0 0,1-1 0 0 0,2 0 0 0 0,15 44 0 0 0,-19-63 317 0 0,1 4-269 0 0,0 0 0 0 0,1 0-1 0 0,0-1 1 0 0,0 1 0 0 0,1-1 0 0 0,0 0 0 0 0,1 0-1 0 0,-1-1 1 0 0,14 14 0 0 0,-40-78-2907 0 0,6 24 3477 0 0,11 26 180 0 0,0 0 0 0 0,1-1 0 0 0,0 1-1 0 0,0-1 1 0 0,1 0 0 0 0,0 0 0 0 0,0 0 0 0 0,1 0-1 0 0,-1-13 1 0 0,2 20-192 0 0,0-1-1 0 0,1 1 0 0 0,0 0 1 0 0,-1 0-1 0 0,1-1 0 0 0,-1 1 1 0 0,1 0-1 0 0,0 0 0 0 0,0 0 1 0 0,0 0-1 0 0,0 0 0 0 0,0 0 1 0 0,0 0-1 0 0,0 0 1 0 0,0 0-1 0 0,0 0 0 0 0,0 1 1 0 0,1-1-1 0 0,-1 0 0 0 0,0 1 1 0 0,0-1-1 0 0,1 1 0 0 0,-1-1 1 0 0,0 1-1 0 0,1 0 0 0 0,-1 0 1 0 0,0 0-1 0 0,1-1 0 0 0,-1 1 1 0 0,1 0-1 0 0,-1 0 1 0 0,0 1-1 0 0,1-1 0 0 0,1 0 1 0 0,57 10 766 0 0,-47-7-854 0 0,47-1-1392 0 0,-58-2 873 0 0,1 0-1 0 0,-1-1 1 0 0,1 1-1 0 0,-1-1 1 0 0,1 1-1 0 0,-1-1 1 0 0,1 0-1 0 0,-1 0 1 0 0,0 0-1 0 0,1 0 0 0 0,3-3 1 0 0,-6 4 344 0 0,0 0 0 0 0,0 0-1 0 0,1-1 1 0 0,-1 1 0 0 0,0 0 0 0 0,0-1 0 0 0,0 1-1 0 0,0 0 1 0 0,1-1 0 0 0,-1 1 0 0 0,0 0 0 0 0,0-1 0 0 0,0 1-1 0 0,0 0 1 0 0,0-1 0 0 0,0 1 0 0 0,0 0 0 0 0,0-1-1 0 0,0 1 1 0 0,0-1 0 0 0,0 1 0 0 0,0 0 0 0 0,0-1 0 0 0,0 1-1 0 0,-1 0 1 0 0,1-1 0 0 0,0 1 0 0 0,0 0 0 0 0,0-1-1 0 0,0 1 1 0 0,-1-1 0 0 0,0-2-920 0 0,2-2-2052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8.9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7 123 2457 0 0,'0'-1'301'0'0,"-1"0"0"0"0,0 0 0 0 0,1 0 0 0 0,-1 0 1 0 0,1 0-1 0 0,-1 0 0 0 0,1 0 0 0 0,-1 0 0 0 0,1 0 1 0 0,0 0-1 0 0,-1 0 0 0 0,1-1 0 0 0,0 1 0 0 0,0 0 1 0 0,0 0-1 0 0,0 0 0 0 0,0 0 0 0 0,0 0 0 0 0,0-1 1 0 0,0 1-1 0 0,1 0 0 0 0,-1 0 0 0 0,0 0 0 0 0,1 0 1 0 0,-1 0-1 0 0,1 0 0 0 0,-1 0 0 0 0,2-2 0 0 0,0 2-45 0 0,-1 0 0 0 0,1 0 1 0 0,0 1-1 0 0,-1-1 0 0 0,1 0 0 0 0,0 1 0 0 0,0 0 0 0 0,0-1 0 0 0,0 1 0 0 0,0 0 0 0 0,-1 0 0 0 0,1 0 0 0 0,0 0 0 0 0,0 0 0 0 0,3 1 0 0 0,8 1 184 0 0,-1 1 0 0 0,0 0 1 0 0,0 1-1 0 0,16 6 0 0 0,-22-7-328 0 0,0 0 0 0 0,0 1 0 0 0,0 0 0 0 0,-1 0 0 0 0,1 0 0 0 0,-1 0 0 0 0,0 1 1 0 0,0 0-1 0 0,-1 0 0 0 0,1 0 0 0 0,-1 1 0 0 0,0-1 0 0 0,-1 1 0 0 0,1 0 0 0 0,-1 0 0 0 0,0 0 0 0 0,-1 1 0 0 0,1-1 0 0 0,-1 1 0 0 0,-1-1 0 0 0,1 1 0 0 0,0 9 0 0 0,-2-8-155 0 0,1 1-1 0 0,-2-1 1 0 0,1 1-1 0 0,-1-1 1 0 0,0 0-1 0 0,-1 1 0 0 0,0-1 1 0 0,-1 0-1 0 0,1 0 1 0 0,-1 0-1 0 0,-1-1 1 0 0,0 1-1 0 0,0-1 1 0 0,0 1-1 0 0,-1-1 0 0 0,0-1 1 0 0,0 1-1 0 0,-7 6 1 0 0,12-13 12 0 0,-1 0-1 0 0,1 1 1 0 0,0-1 0 0 0,0 0 0 0 0,0 0 0 0 0,0 0-1 0 0,0 0 1 0 0,-1 0 0 0 0,1 0 0 0 0,0 0-1 0 0,0 0 1 0 0,0 0 0 0 0,0 1 0 0 0,-1-1 0 0 0,1 0-1 0 0,0 0 1 0 0,0 0 0 0 0,0 0 0 0 0,-1 0 0 0 0,1 0-1 0 0,0 0 1 0 0,0 0 0 0 0,0 0 0 0 0,0-1-1 0 0,-1 1 1 0 0,1 0 0 0 0,0 0 0 0 0,0 0 0 0 0,0 0-1 0 0,0 0 1 0 0,-1 0 0 0 0,1 0 0 0 0,0 0 0 0 0,0 0-1 0 0,0 0 1 0 0,0-1 0 0 0,0 1 0 0 0,-1 0-1 0 0,1 0 1 0 0,0 0 0 0 0,0 0 0 0 0,0 0 0 0 0,0-1-1 0 0,0 1 1 0 0,0 0 0 0 0,0 0 0 0 0,0 0 0 0 0,0 0-1 0 0,-1-1 1 0 0,1 1 0 0 0,0 0 0 0 0,0 0-1 0 0,0 0 1 0 0,0 0 0 0 0,0-1 0 0 0,0 1 0 0 0,0 0-1 0 0,-2-21-600 0 0,1 16 625 0 0,1 0 0 0 0,0 0 0 0 0,1 0 0 0 0,-1 0 0 0 0,1 0-1 0 0,3-10 1 0 0,-3 14 57 0 0,0 0 0 0 0,0 0 0 0 0,-1 0 0 0 0,1 0 0 0 0,1 0 0 0 0,-1 0 0 0 0,0 1 0 0 0,0-1 0 0 0,0 0 0 0 0,0 0 0 0 0,0 1 0 0 0,1-1 0 0 0,-1 1 0 0 0,0-1 0 0 0,0 1 0 0 0,1 0 0 0 0,-1 0 0 0 0,0-1 0 0 0,1 1 0 0 0,-1 0 0 0 0,1 0 0 0 0,-1 0 0 0 0,0 0 0 0 0,1 0 0 0 0,0 1 0 0 0,46 10 642 0 0,-8-2-635 0 0,-32-9-530 0 0,0 0 1 0 0,0 0 0 0 0,1-1-1 0 0,-1-1 1 0 0,0 1-1 0 0,14-6 1 0 0,-20 6-3 0 0,0 0 1 0 0,1 0-1 0 0,-1 0 0 0 0,0-1 0 0 0,1 1 0 0 0,-1-1 1 0 0,0 1-1 0 0,0-1 0 0 0,0 0 0 0 0,-1 0 0 0 0,1 1 1 0 0,0-1-1 0 0,-1-1 0 0 0,1 1 0 0 0,-1 0 0 0 0,1 0 1 0 0,-1-1-1 0 0,0 1 0 0 0,0 0 0 0 0,0-1 0 0 0,-1 1 1 0 0,1-1-1 0 0,0 1 0 0 0,-1-5 0 0 0,4-4-2263 0 0</inkml:trace>
  <inkml:trace contextRef="#ctx0" brushRef="#br0" timeOffset="1">422 1 2809 0 0,'-6'4'5838'0'0,"3"11"-3658"0"0,1 17-1086 0 0,2-31-808 0 0,2 62 266 0 0,3-1 1 0 0,2 0-1 0 0,23 93 0 0 0,-26-140-1365 0 0,0-1-1 0 0,0 0 1 0 0,2 0-1 0 0,-1-1 1 0 0,11 18-1 0 0,-15-31 751 0 0,-1 0 0 0 0,0-1 0 0 0,0 1 0 0 0,0 0 1 0 0,0 0-1 0 0,0 0 0 0 0,0 0 0 0 0,0 0 0 0 0,0 0 0 0 0,0 0 0 0 0,0 0 0 0 0,1 0 0 0 0,-1 0 0 0 0,0 0 0 0 0,0 0 0 0 0,0 0 0 0 0,0 0 0 0 0,0 0 0 0 0,0 0 0 0 0,0 0 0 0 0,1 0 0 0 0,-1 0 0 0 0,0 0 0 0 0,0 0 0 0 0,0 0 0 0 0,0 0 0 0 0,0 0 0 0 0,0 0 0 0 0,0 0 0 0 0,0 0 0 0 0,1 0 0 0 0,-1 0 0 0 0,0 0 0 0 0,0 0 0 0 0,0 0 0 0 0,0 0 1 0 0,0 0-1 0 0,0 0 0 0 0,0 0 0 0 0,0 0 0 0 0,0 1 0 0 0,1-1 0 0 0,-1 0 0 0 0,0 0 0 0 0,0 0 0 0 0,0 0 0 0 0,0 0 0 0 0,0 0 0 0 0,0 0 0 0 0,0 0 0 0 0,0 1 0 0 0,-1-13-2955 0 0,0 8 2452 0 0,1-7-1631 0 0</inkml:trace>
  <inkml:trace contextRef="#ctx0" brushRef="#br0" timeOffset="2">455 261 3265 0 0,'-11'-14'5284'0'0,"25"21"-1599"0"0,16 8-2900 0 0,37 4-2085 0 0,-27-8-2935 0 0,-29-9 360 0 0,-5 1 1154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9.3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 49 2537 0 0,'1'10'451'0'0,"-1"0"1"0"0,1 0-1 0 0,1 0 1 0 0,0 0-1 0 0,0-1 1 0 0,1 1-1 0 0,0-1 1 0 0,1 1-1 0 0,0-1 1 0 0,8 12-1 0 0,-10-17-369 0 0,0-1 1 0 0,0 1-1 0 0,1-1 0 0 0,-1 0 0 0 0,1 0 0 0 0,0 0 1 0 0,0 0-1 0 0,0 0 0 0 0,1-1 0 0 0,-1 1 0 0 0,0-1 1 0 0,1 0-1 0 0,0 0 0 0 0,-1 0 0 0 0,1-1 0 0 0,0 1 1 0 0,0-1-1 0 0,0 0 0 0 0,0 0 0 0 0,0 0 0 0 0,0-1 1 0 0,1 1-1 0 0,-1-1 0 0 0,0 0 0 0 0,0 0 0 0 0,0-1 1 0 0,7 0-1 0 0,-5-2 85 0 0,-1 1 0 0 0,0-1 0 0 0,0 0 0 0 0,0 0 0 0 0,0 0 0 0 0,0-1 0 0 0,0 1 1 0 0,-1-1-1 0 0,0 0 0 0 0,1-1 0 0 0,-2 1 0 0 0,1-1 0 0 0,0 0 0 0 0,-1 0 0 0 0,0 0 0 0 0,0 0 0 0 0,4-10 0 0 0,-5 10-14 0 0,0 0 0 0 0,1 0 0 0 0,-2 0-1 0 0,1 0 1 0 0,0 0 0 0 0,-1-1-1 0 0,0 1 1 0 0,0 0 0 0 0,-1 0-1 0 0,0-1 1 0 0,0 1 0 0 0,0-1-1 0 0,0 1 1 0 0,-1 0 0 0 0,0-1-1 0 0,0 1 1 0 0,0 0 0 0 0,-1 0-1 0 0,-3-8 1 0 0,3 11-122 0 0,0 0 0 0 0,0 0-1 0 0,0 0 1 0 0,0 0 0 0 0,0 1 0 0 0,-1-1-1 0 0,1 1 1 0 0,-1 0 0 0 0,1 0 0 0 0,-1 0-1 0 0,1 0 1 0 0,-1 0 0 0 0,0 0 0 0 0,0 1 0 0 0,1-1-1 0 0,-1 1 1 0 0,0 0 0 0 0,0 0 0 0 0,1 0-1 0 0,-1 0 1 0 0,0 0 0 0 0,0 1 0 0 0,1-1-1 0 0,-1 1 1 0 0,0 0 0 0 0,-2 1 0 0 0,-12 3-434 0 0,1 0 0 0 0,-28 14 0 0 0,42-17 324 0 0,-18 7-587 0 0,-60 32-2431 0 0,36-7-2768 0 0,36-31 2483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49.7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 1 6153 0 0,'-15'39'5831'0'0,"5"30"-3258"0"0,4-16-1785 0 0,-5-3-545 0 0,5-29-466 0 0,1 1-1 0 0,1-1 1 0 0,1 1 0 0 0,1-1 0 0 0,1 31-1 0 0,1-49-57 0 0,0 0 0 0 0,1 0-1 0 0,0-1 1 0 0,-1 1-1 0 0,1 0 1 0 0,0 0 0 0 0,0-1-1 0 0,0 1 1 0 0,1-1 0 0 0,-1 1-1 0 0,3 2 1 0 0,16 11-5871 0 0,-6-7 2896 0 0</inkml:trace>
  <inkml:trace contextRef="#ctx0" brushRef="#br0" timeOffset="1">64 208 4153 0 0,'17'9'7461'0'0,"22"-3"-5148"0"0,-21-3-1504 0 0,47 11-347 0 0,2 2-2287 0 0,-1-7-4042 0 0,-35-13 778 0 0,-18 2 2936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50.1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1 3249 0 0,'-3'2'2248'0'0,"1"6"-103"0"0,0 3-265 0 0,0 5-504 0 0,0 3-287 0 0,-1 3-353 0 0,-1 2-232 0 0,2 0-136 0 0,-2 2-152 0 0,1 1-136 0 0,3-1-136 0 0,-2 0-280 0 0,2 2-440 0 0,0 1-481 0 0,0-5-407 0 0,2 0-496 0 0,-2-4-377 0 0,3-5-632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50.5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 2961 0 0,'14'3'2209'0'0,"1"-1"1"0"0,-1 0-1 0 0,22 0 1 0 0,88-11 1839 0 0,-63 3-2817 0 0,-41 7-771 0 0,-17 6 238 0 0,-26 18 440 0 0,7-10-1237 0 0,-11 14 171 0 0,-2 1-867 0 0,-45 61-1 0 0,74-91 779 0 0,0 0 0 0 0,-1 1-1 0 0,1-1 1 0 0,0 1 0 0 0,-1-1 0 0 0,1 1-1 0 0,0-1 1 0 0,-1 0 0 0 0,1 1 0 0 0,0 0-1 0 0,0-1 1 0 0,0 1 0 0 0,0-1 0 0 0,-1 1-1 0 0,1-1 1 0 0,0 1 0 0 0,0-1 0 0 0,0 1-1 0 0,0-1 1 0 0,0 1 0 0 0,0-1 0 0 0,0 1-1 0 0,1 0 1 0 0,-1-1 0 0 0,0 1 0 0 0,0-1-1 0 0,0 1 1 0 0,0-1 0 0 0,1 1-1 0 0,-1-1 1 0 0,0 1 0 0 0,0-1 0 0 0,1 0-1 0 0,-1 1 1 0 0,0-1 0 0 0,1 1 0 0 0,-1-1-1 0 0,1 0 1 0 0,0 1 0 0 0,27 6 305 0 0,33-9 560 0 0,-44 0-801 0 0,-1 0 0 0 0,0-1 0 0 0,0-1 0 0 0,-1-1 0 0 0,24-9 0 0 0,-31 10-654 0 0,0-1 0 0 0,0 1 0 0 0,-1-1 1 0 0,0 0-1 0 0,0-1 0 0 0,0 0 1 0 0,7-8-1 0 0,-1-9-5637 0 0,-1 14 1168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52.3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59 5825 0 0,'6'1'7172'0'0,"21"1"-5284"0"0,182-61 2142 0 0,-208 58-3982 0 0,1 1 0 0 0,0-1 0 0 0,0 1 0 0 0,-1 0 1 0 0,1-1-1 0 0,0 1 0 0 0,0 0 0 0 0,0 0 0 0 0,-1 0 0 0 0,1 0 0 0 0,0 1 1 0 0,0-1-1 0 0,-1 0 0 0 0,1 1 0 0 0,0-1 0 0 0,-1 1 0 0 0,1 0 1 0 0,0-1-1 0 0,-1 1 0 0 0,1 0 0 0 0,-1 0 0 0 0,1 0 0 0 0,-1 0 1 0 0,1 0-1 0 0,-1 1 0 0 0,0-1 0 0 0,0 0 0 0 0,1 1 0 0 0,-1-1 0 0 0,0 1 1 0 0,0-1-1 0 0,-1 1 0 0 0,1-1 0 0 0,0 1 0 0 0,0-1 0 0 0,-1 1 1 0 0,1 0-1 0 0,-1 0 0 0 0,1-1 0 0 0,-1 1 0 0 0,0 0 0 0 0,0 0 1 0 0,0-1-1 0 0,0 1 0 0 0,0 0 0 0 0,0 0 0 0 0,-1 3 0 0 0,0 12 147 0 0,-1-1 0 0 0,-1 1 0 0 0,-1 0 0 0 0,-6 17 0 0 0,5-17-217 0 0,-21 61 83 0 0,17-54-975 0 0,1-1 0 0 0,1 2 0 0 0,-6 38 0 0 0,21-35-2406 0 0,-1-17 611 0 0,-6-25-5154 0 0,-3 10 6913 0 0,0-3-1904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52.7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95 5257 0 0,'2'-3'707'0'0,"0"0"-1"0"0,0 1 0 0 0,0-1 1 0 0,0 1-1 0 0,1-1 1 0 0,-1 1-1 0 0,1 0 1 0 0,0 0-1 0 0,0 0 1 0 0,0 1-1 0 0,0-1 0 0 0,4-1 1 0 0,44-16 1013 0 0,-34 13-1523 0 0,-11 4-466 0 0,0 1 0 0 0,0 0 0 0 0,1 0 0 0 0,-1 1 0 0 0,0-1 1 0 0,1 1-1 0 0,9 2 0 0 0,-11-1-393 0 0,-1-1 0 0 0,0 1 1 0 0,0-1-1 0 0,1 0 0 0 0,-1 0 1 0 0,0-1-1 0 0,0 1 0 0 0,1-1 1 0 0,-1 0-1 0 0,0 0 0 0 0,0 0 1 0 0,0 0-1 0 0,0-1 0 0 0,0 0 1 0 0,0 0-1 0 0,0 0 0 0 0,5-4 0 0 0,2-2-631 0 0,4-1 322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53.1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3 2473 0 0,'0'0'197'0'0,"-1"-1"0"0"0,1 1 1 0 0,-1 0-1 0 0,1-1 0 0 0,-1 1 1 0 0,0 0-1 0 0,1 0 1 0 0,-1 0-1 0 0,1-1 0 0 0,-1 1 1 0 0,0 0-1 0 0,1 0 1 0 0,-1 0-1 0 0,0 0 0 0 0,1 0 1 0 0,-1 0-1 0 0,1 0 1 0 0,-1 0-1 0 0,0 0 0 0 0,1 1 1 0 0,-1-1-1 0 0,1 0 0 0 0,-1 0 1 0 0,0 0-1 0 0,1 1 1 0 0,-1-1-1 0 0,1 0 0 0 0,-1 1 1 0 0,1-1-1 0 0,-1 1 1 0 0,0-1-1 0 0,-6 24 2952 0 0,9 44-1378 0 0,0-47-968 0 0,-1 53 228 0 0,-1-40-1063 0 0,1 1 0 0 0,1-1 0 0 0,8 39 0 0 0,-9-69-168 0 0,0-1-1 0 0,0 0 0 0 0,0 1 0 0 0,0-1 1 0 0,1 0-1 0 0,-1 0 0 0 0,1 0 1 0 0,0 0-1 0 0,0 0 0 0 0,0 0 0 0 0,0-1 1 0 0,1 1-1 0 0,-1-1 0 0 0,5 4 1 0 0,-7-6 91 0 0,0 1 0 0 0,1-1 0 0 0,-1 0 1 0 0,1 0-1 0 0,-1 1 0 0 0,1-1 0 0 0,-1 0 1 0 0,1 0-1 0 0,0 0 0 0 0,-1 0 0 0 0,1 0 1 0 0,-1 0-1 0 0,1 0 0 0 0,-1 0 0 0 0,1 0 1 0 0,-1 0-1 0 0,1 0 0 0 0,-1 0 0 0 0,1 0 1 0 0,0 0-1 0 0,-1 0 0 0 0,1 0 0 0 0,-1-1 1 0 0,1 1-1 0 0,-1 0 0 0 0,1 0 0 0 0,-1-1 1 0 0,0 1-1 0 0,1 0 0 0 0,0-1 0 0 0,0-1-97 0 0,1 0 1 0 0,-1 0-1 0 0,0 0 0 0 0,0 0 0 0 0,0 0 0 0 0,-1-1 0 0 0,1 1 0 0 0,0 0 0 0 0,-1 0 0 0 0,0 0 0 0 0,1-1 0 0 0,-1-2 0 0 0,0-4 144 0 0,-1 1 0 0 0,1-1 0 0 0,-2 1 0 0 0,1-1 0 0 0,-1 1 0 0 0,-1 0 0 0 0,1 0 0 0 0,-1 0 0 0 0,-1 0 0 0 0,1 0-1 0 0,-9-12 1 0 0,5 8 1026 0 0,1 1 0 0 0,1-1 0 0 0,-7-20 0 0 0,13 31-819 0 0,-1 0-1 0 0,0 1 1 0 0,0-1-1 0 0,1 0 1 0 0,-1 1-1 0 0,0-1 0 0 0,1 1 1 0 0,-1-1-1 0 0,1 1 1 0 0,-1-1-1 0 0,1 1 1 0 0,-1-1-1 0 0,1 1 0 0 0,-1-1 1 0 0,1 1-1 0 0,-1 0 1 0 0,1-1-1 0 0,0 1 1 0 0,-1 0-1 0 0,1-1 1 0 0,0 1-1 0 0,-1 0 0 0 0,1 0 1 0 0,0 0-1 0 0,-1-1 1 0 0,1 1-1 0 0,0 0 1 0 0,0 0-1 0 0,30-5 908 0 0,-21 3-659 0 0,20-5-213 0 0,53-11 115 0 0,-31 18-2971 0 0,-39 3-1971 0 0,-22-3-53 0 0,6 3 2003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53.5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0 5249 0 0,'-5'82'7156'0'0,"-14"38"-6281"0"0,7-54-543 0 0,12-66-318 0 0,-1 0 0 0 0,1 1-1 0 0,0-1 1 0 0,0 0-1 0 0,0 0 1 0 0,0 0 0 0 0,0 1-1 0 0,0-1 1 0 0,0 0 0 0 0,0 0-1 0 0,0 0 1 0 0,0 1 0 0 0,0-1-1 0 0,0 0 1 0 0,0 0-1 0 0,1 0 1 0 0,-1 1 0 0 0,0-1-1 0 0,0 0 1 0 0,0 0 0 0 0,0 0-1 0 0,0 0 1 0 0,0 1 0 0 0,0-1-1 0 0,0 0 1 0 0,1 0 0 0 0,-1 0-1 0 0,0 0 1 0 0,0 0-1 0 0,0 0 1 0 0,0 1 0 0 0,0-1-1 0 0,1 0 1 0 0,-1 0 0 0 0,0 0-1 0 0,0 0 1 0 0,0 0 0 0 0,1 0-1 0 0,-1 0 1 0 0,0 0-1 0 0,0 0 1 0 0,0 0 0 0 0,0 0-1 0 0,1 0 1 0 0,-1 0 0 0 0,0 0-1 0 0,1 0 1 0 0,14-4 654 0 0,21-17 567 0 0,-29 17-887 0 0,51-27 2020 0 0,104-38 0 0 0,-161 68-2360 0 0,1 1 0 0 0,-1-1 0 0 0,1 1 0 0 0,-1 0 0 0 0,1-1 1 0 0,0 1-1 0 0,-1 0 0 0 0,1 0 0 0 0,-1 0 0 0 0,1 0 0 0 0,0 1 0 0 0,-1-1 0 0 0,1 0 1 0 0,-1 1-1 0 0,1-1 0 0 0,0 1 0 0 0,-1-1 0 0 0,1 1 0 0 0,1 1 0 0 0,12 3-5461 0 0,-14-5 5238 0 0,-1 0 0 0 0,1-1 0 0 0,-1 1 0 0 0,1 0-1 0 0,-1 0 1 0 0,1-1 0 0 0,-1 1 0 0 0,1 0 0 0 0,-1-1-1 0 0,1 1 1 0 0,-1-1 0 0 0,1 1 0 0 0,-1-1 0 0 0,0 1 0 0 0,1-1-1 0 0,-1 1 1 0 0,0-1 0 0 0,1 1 0 0 0,-1-1 0 0 0,0 1-1 0 0,0-1 1 0 0,1 0 0 0 0,-1 1 0 0 0,0-1 0 0 0,0 1-1 0 0,0-1 1 0 0,0 0 0 0 0,0 1 0 0 0,0-2 0 0 0,2-23-4356 0 0,-2 18 2648 0 0,4-7-723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53.9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 4961 0 0,'-3'47'9112'0'0,"-2"7"-4888"0"0,-2 14-3670 0 0,4-44-1621 0 0,2 0 0 0 0,1 0-1 0 0,1 0 1 0 0,7 40 0 0 0,-9-63 977 0 0,1-1 0 0 0,0 0 0 0 0,0 1 1 0 0,0-1-1 0 0,0 0 0 0 0,0 1 0 0 0,0-1 0 0 0,0 0 0 0 0,0 1 1 0 0,0-1-1 0 0,0 1 0 0 0,0-1 0 0 0,0 0 0 0 0,0 1 0 0 0,0-1 0 0 0,1 0 1 0 0,-1 1-1 0 0,0-1 0 0 0,0 0 0 0 0,0 1 0 0 0,0-1 0 0 0,1 0 1 0 0,-1 1-1 0 0,0-1 0 0 0,0 0 0 0 0,1 0 0 0 0,-1 1 0 0 0,0-1 1 0 0,0 0-1 0 0,1 0 0 0 0,-1 1 0 0 0,0-1 0 0 0,1 0 0 0 0,-1 0 1 0 0,0 0-1 0 0,1 0 0 0 0,-1 1 0 0 0,0-1 0 0 0,1 0 0 0 0,-1 0 1 0 0,0 0-1 0 0,1 0 0 0 0,-1 0 0 0 0,1 0 0 0 0,-1 0 0 0 0,0 0 1 0 0,1 0-1 0 0,-1 0 0 0 0,0 0 0 0 0,1 0 0 0 0,12-22-2190 0 0,6-35 1223 0 0,-16 44 1295 0 0,-2-1 0 0 0,0 1 0 0 0,0 0 0 0 0,-2-23 0 0 0,-12-52 4370 0 0,9 62-2358 0 0,4 26-2189 0 0,0 0-1 0 0,0 0 0 0 0,-1 0 1 0 0,1 0-1 0 0,0-1 1 0 0,0 1-1 0 0,0 0 1 0 0,0 0-1 0 0,0 0 0 0 0,0-1 1 0 0,0 1-1 0 0,0 0 1 0 0,0 0-1 0 0,0 0 0 0 0,0-1 1 0 0,0 1-1 0 0,0 0 1 0 0,0 0-1 0 0,0 0 0 0 0,0-1 1 0 0,0 1-1 0 0,0 0 1 0 0,0 0-1 0 0,0 0 0 0 0,1-1 1 0 0,-1 1-1 0 0,0 0 1 0 0,0 0-1 0 0,0 0 1 0 0,0 0-1 0 0,0-1 0 0 0,0 1 1 0 0,1 0-1 0 0,-1 0 1 0 0,0 0-1 0 0,0 0 0 0 0,0 0 1 0 0,0 0-1 0 0,1 0 1 0 0,-1-1-1 0 0,0 1 0 0 0,0 0 1 0 0,0 0-1 0 0,1 0 1 0 0,-1 0-1 0 0,0 0 0 0 0,12 6 1223 0 0,14 16-736 0 0,-23-19-359 0 0,9 8-247 0 0,2-1 0 0 0,0-1 0 0 0,0 0-1 0 0,0 0 1 0 0,1-2 0 0 0,0 1 0 0 0,1-2-1 0 0,0 0 1 0 0,0-1 0 0 0,0-1 0 0 0,21 3-1 0 0,-25-8-1893 0 0,-11 1 1664 0 0,-1-1-1 0 0,1 1 0 0 0,0 0 1 0 0,-1 0-1 0 0,1-1 0 0 0,-1 1 1 0 0,1 0-1 0 0,-1-1 0 0 0,0 1 1 0 0,1-1-1 0 0,-1 1 0 0 0,1-1 1 0 0,-1 1-1 0 0,0 0 0 0 0,1-1 1 0 0,-1 1-1 0 0,0-1 1 0 0,1 0-1 0 0,-1 1 0 0 0,0-1 1 0 0,0 1-1 0 0,0-1 0 0 0,1 1 1 0 0,-1-1-1 0 0,0 0 0 0 0,0 1 1 0 0,0-1-1 0 0,0 1 0 0 0,0-1 1 0 0,0 0-1 0 0,0 1 0 0 0,0-1 1 0 0,0 1-1 0 0,-1-1 0 0 0,1 0 1 0 0,0 1-1 0 0,-1-2 0 0 0,-3-3-3228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3:54.3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33 4289 0 0,'-1'1'241'0'0,"0"1"1"0"0,1-1-1 0 0,-1 1 0 0 0,1-1 1 0 0,0 1-1 0 0,-1-1 0 0 0,1 1 1 0 0,0 0-1 0 0,0-1 0 0 0,0 1 1 0 0,0-1-1 0 0,0 1 0 0 0,0 0 1 0 0,0-1-1 0 0,1 1 0 0 0,-1-1 1 0 0,1 1-1 0 0,-1-1 0 0 0,1 1 1 0 0,-1-1-1 0 0,1 1 0 0 0,0-1 1 0 0,0 1-1 0 0,0-1 1 0 0,0 0-1 0 0,0 0 0 0 0,0 1 1 0 0,0-1-1 0 0,0 0 0 0 0,0 0 1 0 0,0 0-1 0 0,1 0 0 0 0,-1 0 1 0 0,0 0-1 0 0,3 0 0 0 0,1 2 30 0 0,0-1 0 0 0,0 1 0 0 0,0-1-1 0 0,0-1 1 0 0,0 1 0 0 0,0-1-1 0 0,0 1 1 0 0,1-2 0 0 0,7 2 0 0 0,48-6 1216 0 0,-1-2 0 0 0,96-23 1 0 0,-85 15-845 0 0,118-34-124 0 0,-276 61-4916 0 0,52-9 4417 0 0,0 1 1 0 0,-48 13-1 0 0,80-17 55 0 0,0 1 1 0 0,1-1-1 0 0,-1 1 1 0 0,1 0-1 0 0,0 0 1 0 0,0 0-1 0 0,-1 0 0 0 0,1 0 1 0 0,0 0-1 0 0,1 1 1 0 0,-1-1-1 0 0,0 0 1 0 0,1 1-1 0 0,-1 0 1 0 0,1-1-1 0 0,0 1 0 0 0,0 0 1 0 0,0 0-1 0 0,0 0 1 0 0,0 0-1 0 0,1-1 1 0 0,0 1-1 0 0,-1 0 1 0 0,1 0-1 0 0,0 0 0 0 0,0 0 1 0 0,1 6-1 0 0,1 12 332 0 0,0 0-1 0 0,10 38 0 0 0,-8-41-188 0 0,9 58 219 0 0,-8-43-570 0 0,1 0-1 0 0,1-1 0 0 0,21 54 0 0 0,-14-67-834 0 0,-13-19 849 0 0,-1 0 0 0 0,0 0 0 0 0,1 0 0 0 0,-1 0 0 0 0,1 0 0 0 0,-1 0 1 0 0,1 0-1 0 0,-1 0 0 0 0,1 0 0 0 0,-1 0 0 0 0,1 0 0 0 0,-1 0 0 0 0,0 0 0 0 0,1 0 0 0 0,-1 0 0 0 0,1 0 0 0 0,-1 0 0 0 0,1-1 0 0 0,-1 1 1 0 0,0 0-1 0 0,1 0 0 0 0,-1-1 0 0 0,1 1 0 0 0,-1 0 0 0 0,0 0 0 0 0,1-1 0 0 0,-1 1 0 0 0,1-1 0 0 0,0-1-396 0 0,0 1 1 0 0,0-1-1 0 0,0 0 0 0 0,0 0 0 0 0,0 0 1 0 0,-1 0-1 0 0,1 0 0 0 0,0 0 0 0 0,-1 0 1 0 0,1 0-1 0 0,-1 0 0 0 0,0 0 0 0 0,0-1 0 0 0,0 1 1 0 0,0 0-1 0 0,0 0 0 0 0,-1-2 0 0 0,-1-14-4210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07.2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389 878 408 0 0,'0'3'410'0'0,"0"-1"0"0"0,0 1 0 0 0,-1 0 0 0 0,1-1 0 0 0,-1 1 1 0 0,1 0-1 0 0,-1-1 0 0 0,0 1 0 0 0,0-1 0 0 0,0 1 0 0 0,0-1 0 0 0,0 1 0 0 0,0-1 0 0 0,-1 0 0 0 0,1 0 0 0 0,-1 0 0 0 0,0 0 0 0 0,0 0 1 0 0,1 0-1 0 0,-1 0 0 0 0,-3 2 0 0 0,1-2-12 0 0,-1 1-1 0 0,1-1 1 0 0,-1 0 0 0 0,1-1-1 0 0,-1 1 1 0 0,1-1 0 0 0,-1 0 0 0 0,0 0-1 0 0,0 0 1 0 0,0-1 0 0 0,-5 0 0 0 0,-2 0-73 0 0,-1-1 0 0 0,1 0 0 0 0,0-1 0 0 0,0 0 0 0 0,0-1 1 0 0,0 0-1 0 0,1-1 0 0 0,-23-11 0 0 0,21 7-307 0 0,1-1-1 0 0,-1 0 1 0 0,1-1 0 0 0,1 0 0 0 0,0-1-1 0 0,1 0 1 0 0,0-1 0 0 0,0 0 0 0 0,1-1-1 0 0,1 0 1 0 0,0 0 0 0 0,1-1-1 0 0,0 0 1 0 0,2 0 0 0 0,-1-1 0 0 0,1 1-1 0 0,1-1 1 0 0,1 0 0 0 0,0 0-1 0 0,1-1 1 0 0,1 1 0 0 0,0 0 0 0 0,1-1-1 0 0,1 1 1 0 0,0-1 0 0 0,1 1 0 0 0,0 0-1 0 0,2 0 1 0 0,0 0 0 0 0,9-24-1 0 0,-2 11 24 0 0,-2 4-8 0 0,1 0 0 0 0,25-41 0 0 0,-33 60-4 0 0,1 1-1 0 0,0 0 0 0 0,0 0 0 0 0,0 0 0 0 0,0 0 0 0 0,1 1 0 0 0,-1-1 0 0 0,1 1 1 0 0,0 0-1 0 0,0 0 0 0 0,0 0 0 0 0,1 1 0 0 0,-1-1 0 0 0,1 1 0 0 0,-1 0 0 0 0,1 0 1 0 0,0 1-1 0 0,-1-1 0 0 0,1 1 0 0 0,0 0 0 0 0,5 0 0 0 0,-5 2 2 0 0,0 0 0 0 0,-1 0 0 0 0,1 0 0 0 0,-1 1-1 0 0,1 0 1 0 0,-1 0 0 0 0,0 0 0 0 0,1 1 0 0 0,-1-1 0 0 0,0 1-1 0 0,-1 0 1 0 0,1 0 0 0 0,0 0 0 0 0,-1 0 0 0 0,0 1 0 0 0,0 0 0 0 0,0-1-1 0 0,0 1 1 0 0,-1 0 0 0 0,4 7 0 0 0,1 1 35 0 0,0 0 1 0 0,-1 1-1 0 0,-1 0 0 0 0,0 0 1 0 0,6 25-1 0 0,-10-34-46 0 0,0 0 0 0 0,-1 1 0 0 0,1-1 1 0 0,-1 0-1 0 0,0 1 0 0 0,0-1 0 0 0,-1 0 0 0 0,1 0 0 0 0,-1 1 0 0 0,0-1 0 0 0,0 0 0 0 0,0 0 1 0 0,0 0-1 0 0,-1 0 0 0 0,0 0 0 0 0,0 0 0 0 0,0 0 0 0 0,0-1 0 0 0,-1 1 0 0 0,1-1 0 0 0,-7 7 1 0 0,6-8-24 0 0,0 1 1 0 0,0-1 0 0 0,-1 0 0 0 0,1-1 0 0 0,-1 1 0 0 0,1-1 0 0 0,-1 1 0 0 0,0-1 0 0 0,0 0-1 0 0,1 0 1 0 0,-1-1 0 0 0,0 1 0 0 0,0-1 0 0 0,0 0 0 0 0,0 0 0 0 0,0 0 0 0 0,0 0 0 0 0,0-1 0 0 0,1 1-1 0 0,-1-1 1 0 0,0 0 0 0 0,0-1 0 0 0,1 1 0 0 0,-6-3 0 0 0,3 1-23 0 0,-1 0 0 0 0,1-1 1 0 0,-1 0-1 0 0,1-1 0 0 0,0 0 0 0 0,1 0 1 0 0,-1 0-1 0 0,1 0 0 0 0,0-1 0 0 0,0 0 0 0 0,1 0 1 0 0,0 0-1 0 0,0 0 0 0 0,0-1 0 0 0,1 0 1 0 0,0 0-1 0 0,0 0 0 0 0,0 0 0 0 0,1 0 0 0 0,0 0 1 0 0,1-1-1 0 0,0 1 0 0 0,0-1 0 0 0,0 1 1 0 0,1-1-1 0 0,0 1 0 0 0,1-1 0 0 0,-1 1 1 0 0,2-1-1 0 0,-1 1 0 0 0,1 0 0 0 0,0-1 0 0 0,0 1 1 0 0,1 0-1 0 0,0 0 0 0 0,0 1 0 0 0,1-1 1 0 0,0 0-1 0 0,6-7 0 0 0,8-7 72 0 0,1 2 1 0 0,0 0-1 0 0,2 1 1 0 0,0 1-1 0 0,1 1 1 0 0,1 1-1 0 0,0 0 0 0 0,1 2 1 0 0,0 1-1 0 0,39-13 1 0 0,-63 25-42 0 0,0 1 1 0 0,0 0 0 0 0,0-1 0 0 0,0 1-1 0 0,0-1 1 0 0,-1 1 0 0 0,1-1-1 0 0,0 1 1 0 0,0-1 0 0 0,0 1-1 0 0,-1-1 1 0 0,1 1 0 0 0,0-1 0 0 0,-1 1-1 0 0,1-1 1 0 0,0 1 0 0 0,-1-1-1 0 0,1 0 1 0 0,-1 1 0 0 0,1-1-1 0 0,0 0 1 0 0,-1 1 0 0 0,1-1-1 0 0,-1 0 1 0 0,1 0 0 0 0,-1 1 0 0 0,1-1-1 0 0,-1 0 1 0 0,0 0 0 0 0,1 0-1 0 0,-1 0 1 0 0,1 0 0 0 0,-1 1-1 0 0,1-1 1 0 0,-1 0 0 0 0,1 0 0 0 0,-1 0-1 0 0,0-1 1 0 0,1 1 0 0 0,-1 0-1 0 0,1 0 1 0 0,-1 0 0 0 0,1 0-1 0 0,-1 0 1 0 0,1-1 0 0 0,-1 1-1 0 0,0-1 1 0 0,-16-6-114 0 0,-1-1 0 0 0,1 0 0 0 0,1-2-1 0 0,-19-13 1 0 0,-34-19 104 0 0,61 41-28 0 0,23 12 52 0 0,-10-7-10 0 0,1 0-1 0 0,0 0 1 0 0,0-1-1 0 0,1 0 1 0 0,9 4-1 0 0,24-2 164 0 0,0-1 1 0 0,1-2-1 0 0,78-6 1 0 0,-118 4-150 0 0,1 0 0 0 0,-1-1 0 0 0,1 1 0 0 0,-1 0 0 0 0,1 1 0 0 0,-1-1 0 0 0,1 0 0 0 0,-1 0 0 0 0,1 1 0 0 0,-1-1 0 0 0,1 1 0 0 0,-1-1 0 0 0,1 1 0 0 0,-1-1 0 0 0,1 1 0 0 0,-1 0 0 0 0,0 0 0 0 0,0 0 0 0 0,1 0 0 0 0,-1 0 0 0 0,0 0 0 0 0,0 0 0 0 0,0 0 0 0 0,0 0 0 0 0,0 0 0 0 0,0 1 0 0 0,0-1 0 0 0,-1 0 0 0 0,1 1 0 0 0,0-1 0 0 0,-1 1 1 0 0,1-1-1 0 0,-1 1 0 0 0,1-1 0 0 0,-1 1 0 0 0,0-1 0 0 0,0 1 0 0 0,0-1 0 0 0,0 1 0 0 0,0-1 0 0 0,0 1 0 0 0,0-1 0 0 0,0 1 0 0 0,-1 2 0 0 0,-1 11 55 0 0,-1 0 0 0 0,0-1-1 0 0,-10 27 1 0 0,7-23-112 0 0,-33 122-240 0 0,19-46-6433 0 0,21-94 6617 0 0,-1 0 0 0 0,0 0 0 0 0,0 0 0 0 0,0 1 1 0 0,0-1-1 0 0,0 0 0 0 0,0 0 0 0 0,0 0 0 0 0,0 0 0 0 0,0 1 0 0 0,0-1 1 0 0,0 0-1 0 0,0 0 0 0 0,0 0 0 0 0,-1 0 0 0 0,1 1 0 0 0,0-1 1 0 0,0 0-1 0 0,0 0 0 0 0,0 0 0 0 0,0 0 0 0 0,0 0 0 0 0,0 1 1 0 0,0-1-1 0 0,0 0 0 0 0,-1 0 0 0 0,1 0 0 0 0,0 0 0 0 0,0 0 1 0 0,0 0-1 0 0,0 0 0 0 0,0 1 0 0 0,-1-1 0 0 0,1 0 0 0 0,0 0 1 0 0,0 0-1 0 0,0 0 0 0 0,0 0 0 0 0,0 0 0 0 0,-1 0 0 0 0,1 0 1 0 0,0 0-1 0 0,0 0 0 0 0,0 0 0 0 0,0 0 0 0 0,-1 0 0 0 0,1 0 1 0 0,0 0-1 0 0,0 0 0 0 0,0 0 0 0 0,0 0 0 0 0,-1 0 0 0 0,1 0 1 0 0,0 0-1 0 0,0-1 0 0 0,-8-6-3782 0 0,7 5 3265 0 0,-5-4-3176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0.6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122 218 6521 0 0,'1'0'210'0'0,"0"-1"-1"0"0,0 0 0 0 0,0 0 0 0 0,-1 1 1 0 0,1-1-1 0 0,0 0 0 0 0,0 0 0 0 0,-1 0 0 0 0,1 0 1 0 0,0 0-1 0 0,-1 0 0 0 0,1 0 0 0 0,-1 0 1 0 0,1 0-1 0 0,-1 0 0 0 0,0 0 0 0 0,1 0 1 0 0,-1 0-1 0 0,0 0 0 0 0,0 0 0 0 0,0 0 0 0 0,0 0 1 0 0,0-1-1 0 0,0 1 0 0 0,0 0 0 0 0,0 0 1 0 0,0 0-1 0 0,0 0 0 0 0,-1 0 0 0 0,1 0 1 0 0,0 0-1 0 0,-1 0 0 0 0,1 0 0 0 0,-1 0 0 0 0,1 0 1 0 0,-1 0-1 0 0,-1-2 0 0 0,-29-43 1970 0 0,21 34-1469 0 0,-17-33 43 0 0,19 31-474 0 0,0 0 1 0 0,-1 1-1 0 0,-18-21 1 0 0,27 34-264 0 0,0 0 0 0 0,0 0-1 0 0,-1 0 1 0 0,1 0 0 0 0,0 0 0 0 0,0-1-1 0 0,0 1 1 0 0,0 0 0 0 0,0 0 0 0 0,0 0-1 0 0,-1 0 1 0 0,1 0 0 0 0,0 0 0 0 0,0 0 0 0 0,0 0-1 0 0,0 0 1 0 0,0 0 0 0 0,0 0 0 0 0,-1 0-1 0 0,1 0 1 0 0,0 0 0 0 0,0 0 0 0 0,0 0-1 0 0,0 0 1 0 0,0 0 0 0 0,-1 0 0 0 0,1 0-1 0 0,0 0 1 0 0,0 1 0 0 0,0-1 0 0 0,0 0-1 0 0,0 0 1 0 0,0 0 0 0 0,0 0 0 0 0,-1 0-1 0 0,1 0 1 0 0,0 0 0 0 0,0 0 0 0 0,0 0-1 0 0,0 1 1 0 0,0-1 0 0 0,0 0 0 0 0,0 0 0 0 0,0 0-1 0 0,0 0 1 0 0,0 0 0 0 0,0 0 0 0 0,0 1-1 0 0,0-1 1 0 0,0 0 0 0 0,0 0 0 0 0,0 0-1 0 0,0 0 1 0 0,0 0 0 0 0,0 1 0 0 0,0-1-1 0 0,0 0 1 0 0,-3 16 205 0 0,3 15-253 0 0,26 136-120 0 0,7 63-1472 0 0,-32-213 1184 0 0,9 64-558 0 0,-9-75 385 0 0,0 0 0 0 0,1 0 0 0 0,-1 0 0 0 0,1 0 0 0 0,1-1 0 0 0,-1 1-1 0 0,1-1 1 0 0,0 0 0 0 0,0 0 0 0 0,7 8 0 0 0,-23-30-5586 0 0,0 0 3393 0 0,5 9 1538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1.1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59 2401 0 0,'-11'-2'10541'0'0,"12"3"-10375"0"0,0 0 0 0 0,0 0 0 0 0,0-1-1 0 0,0 1 1 0 0,1 0 0 0 0,-1-1 0 0 0,0 1 0 0 0,0-1-1 0 0,0 1 1 0 0,0-1 0 0 0,1 1 0 0 0,-1-1 0 0 0,0 0-1 0 0,0 0 1 0 0,1 1 0 0 0,1-1 0 0 0,10-1 138 0 0,1 0-1 0 0,-1 0 1 0 0,0-2 0 0 0,0 1 0 0 0,0-2 0 0 0,0 0 0 0 0,-1 0 0 0 0,17-9 0 0 0,25-7-3568 0 0,2 8-7528 0 0,-48 12 7440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1.5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44 3345 0 0,'-18'-3'7959'0'0,"12"9"-4487"0"0,11 22-2665 0 0,-1-18-519 0 0,4 23-125 0 0,-6-23-152 0 0,0 0 0 0 0,1-1 0 0 0,0 1 1 0 0,0-1-1 0 0,1 1 0 0 0,0-1 1 0 0,1 0-1 0 0,0 0 0 0 0,0-1 1 0 0,12 14-1 0 0,-17-21-12 0 0,0-1 1 0 0,1 0-1 0 0,-1 1 0 0 0,1-1 1 0 0,-1 1-1 0 0,1-1 0 0 0,-1 0 0 0 0,1 0 1 0 0,-1 1-1 0 0,1-1 0 0 0,-1 0 1 0 0,1 0-1 0 0,-1 1 0 0 0,1-1 1 0 0,-1 0-1 0 0,1 0 0 0 0,0 0 0 0 0,-1 0 1 0 0,1 0-1 0 0,-1 0 0 0 0,1 0 1 0 0,0 0-1 0 0,-1 0 0 0 0,1 0 1 0 0,-1 0-1 0 0,1 0 0 0 0,-1-1 0 0 0,1 1 1 0 0,0 0-1 0 0,-1 0 0 0 0,1-1 1 0 0,-1 1-1 0 0,1-1 0 0 0,13-21 46 0 0,-1-27 69 0 0,-11-11-2 0 0,-3 50-24 0 0,1 0 0 0 0,0 0 0 0 0,1-1 0 0 0,0 1-1 0 0,1 0 1 0 0,0 0 0 0 0,0 0 0 0 0,5-11 0 0 0,-7 21-79 0 0,0 0 0 0 0,0 0 0 0 0,0 0 1 0 0,0 0-1 0 0,0 0 0 0 0,0-1 1 0 0,0 1-1 0 0,0 0 0 0 0,0 0 0 0 0,1 0 1 0 0,-1 0-1 0 0,0 0 0 0 0,0 0 0 0 0,0 0 1 0 0,0 0-1 0 0,0 0 0 0 0,0 0 0 0 0,0 0 1 0 0,1 0-1 0 0,-1 0 0 0 0,0 0 1 0 0,0 0-1 0 0,0 0 0 0 0,0 0 0 0 0,0 0 1 0 0,0 0-1 0 0,1 0 0 0 0,-1 0 0 0 0,0 0 1 0 0,0 0-1 0 0,0 0 0 0 0,0 0 0 0 0,0 0 1 0 0,0 0-1 0 0,0 0 0 0 0,1 0 1 0 0,-1 0-1 0 0,0 0 0 0 0,0 0 0 0 0,0 0 1 0 0,0 0-1 0 0,0 0 0 0 0,0 0 0 0 0,0 1 1 0 0,0-1-1 0 0,1 0 0 0 0,-1 0 1 0 0,0 0-1 0 0,0 0 0 0 0,0 0 0 0 0,0 0 1 0 0,0 0-1 0 0,0 0 0 0 0,0 1 0 0 0,0-1 1 0 0,0 0-1 0 0,0 0 0 0 0,7 13 216 0 0,2 15-71 0 0,2 27-127 0 0,12 44-1147 0 0,1-38-2371 0 0,-23-60 3325 0 0,-1 0 0 0 0,0-1-1 0 0,0 1 1 0 0,0-1-1 0 0,0 1 1 0 0,0-1 0 0 0,1 1-1 0 0,-1-1 1 0 0,0 1 0 0 0,0-1-1 0 0,1 1 1 0 0,-1-1 0 0 0,0 1-1 0 0,1-1 1 0 0,-1 0 0 0 0,1 1-1 0 0,-1-1 1 0 0,1 1 0 0 0,-1-1-1 0 0,0 0 1 0 0,1 0-1 0 0,-1 1 1 0 0,1-1 0 0 0,-1 0-1 0 0,1 0 1 0 0,0 1 0 0 0,-1-1-1 0 0,1 0 1 0 0,0 0 0 0 0,3-15-5553 0 0,-1 4 3348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1.9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22 2921 0 0,'-5'-21'6171'0'0,"12"32"-2315"0"0,13 36-1826 0 0,3 26-999 0 0,-2-9-1879 0 0,21 111-1 0 0,-41-165 1154 0 0,1 0-4030 0 0,-3-22-4221 0 0,1 4 5552 0 0</inkml:trace>
  <inkml:trace contextRef="#ctx0" brushRef="#br0" timeOffset="1">92 8 6337 0 0,'0'-1'172'0'0,"0"1"-1"0"0,0 0 0 0 0,0-1 0 0 0,0 1 1 0 0,0 0-1 0 0,0-1 0 0 0,0 1 0 0 0,1 0 1 0 0,-1 0-1 0 0,0-1 0 0 0,0 1 1 0 0,0 0-1 0 0,1-1 0 0 0,-1 1 0 0 0,0 0 1 0 0,0 0-1 0 0,1 0 0 0 0,-1-1 0 0 0,0 1 1 0 0,0 0-1 0 0,1 0 0 0 0,-1 0 0 0 0,0-1 1 0 0,1 1-1 0 0,-1 0 0 0 0,0 0 1 0 0,1 0-1 0 0,-1 0 0 0 0,0 0 0 0 0,1 0 1 0 0,-1 0-1 0 0,0 0 0 0 0,1 0 0 0 0,-1 0 1 0 0,0 0-1 0 0,1 0 0 0 0,-1 0 0 0 0,0 0 1 0 0,1 0-1 0 0,-1 0 0 0 0,0 0 1 0 0,1 1-1 0 0,-1-1 0 0 0,1 0 0 0 0,12 19 2564 0 0,9 42-3050 0 0,-16-45 1171 0 0,44 135-141 0 0,-23-49-4631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2.3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12 2825 0 0,'-1'0'299'0'0,"0"-1"0"0"0,0 1 1 0 0,0 0-1 0 0,-1-1 1 0 0,1 1-1 0 0,0 0 1 0 0,0 0-1 0 0,-1-1 1 0 0,1 1-1 0 0,0 0 1 0 0,0 0-1 0 0,-1 1 0 0 0,1-1 1 0 0,0 0-1 0 0,0 0 1 0 0,0 0-1 0 0,-1 1 1 0 0,1-1-1 0 0,0 1 1 0 0,0-1-1 0 0,0 1 0 0 0,0-1 1 0 0,0 1-1 0 0,0 0 1 0 0,0 0-1 0 0,0-1 1 0 0,0 1-1 0 0,-1 1 1 0 0,1 0-129 0 0,0 1 1 0 0,1-1 0 0 0,-1 0-1 0 0,0 0 1 0 0,1 0 0 0 0,0 0 0 0 0,0 0-1 0 0,0 1 1 0 0,0-1 0 0 0,0 0-1 0 0,0 0 1 0 0,0 0 0 0 0,1 1 0 0 0,0 2-1 0 0,2 6-113 0 0,1 0-1 0 0,0 0 1 0 0,0-1 0 0 0,1 0-1 0 0,8 13 1 0 0,-7-15-39 0 0,0-1 0 0 0,1 0 0 0 0,0 0 0 0 0,0 0 0 0 0,1-1 0 0 0,0 0 0 0 0,0-1 0 0 0,17 9 0 0 0,-24-13 24 0 0,1 0 0 0 0,0 0-1 0 0,0 0 1 0 0,-1 0-1 0 0,1 0 1 0 0,0-1-1 0 0,0 1 1 0 0,0-1 0 0 0,0 1-1 0 0,0-1 1 0 0,0 0-1 0 0,0 0 1 0 0,0 1-1 0 0,0-1 1 0 0,0-1 0 0 0,0 1-1 0 0,0 0 1 0 0,0 0-1 0 0,0-1 1 0 0,0 0-1 0 0,0 1 1 0 0,0-1 0 0 0,-1 0-1 0 0,1 0 1 0 0,0 1-1 0 0,0-2 1 0 0,-1 1 0 0 0,1 0-1 0 0,0 0 1 0 0,-1 0-1 0 0,1-1 1 0 0,-1 1-1 0 0,0-1 1 0 0,1 1 0 0 0,-1-1-1 0 0,0 1 1 0 0,0-1-1 0 0,0 0 1 0 0,0 0-1 0 0,0 0 1 0 0,-1 1 0 0 0,1-1-1 0 0,0 0 1 0 0,-1 0-1 0 0,0 0 1 0 0,1 0 0 0 0,-1 0-1 0 0,0 0 1 0 0,0-2-1 0 0,0-3 73 0 0,0 1 0 0 0,0-1 0 0 0,-1 1 0 0 0,0-1 0 0 0,0 1 1 0 0,0 0-1 0 0,-1-1 0 0 0,0 1 0 0 0,0 0 0 0 0,-1 0 0 0 0,0 0 0 0 0,0 1 0 0 0,0-1 0 0 0,0 1 0 0 0,-1-1 0 0 0,-6-5 0 0 0,8 7-289 0 0,-2 0 1 0 0,1 0-1 0 0,0 1 0 0 0,-1-1 1 0 0,1 1-1 0 0,-1 0 0 0 0,0 0 0 0 0,0 0 1 0 0,-1 0-1 0 0,1 1 0 0 0,0 0 1 0 0,-1 0-1 0 0,0 0 0 0 0,1 0 0 0 0,-1 1 1 0 0,0 0-1 0 0,0 0 0 0 0,0 0 1 0 0,1 0-1 0 0,-1 1 0 0 0,-9 0 1 0 0,-5 7-3518 0 0,10 2-1896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2.7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9010 0 0,'2'24'6094'0'0,"7"17"-5237"0"0,-1-9-397 0 0,-2 0-256 0 0,18 53 0 0 0,2-28-2200 0 0,-21-50 958 0 0,-1 0 0 0 0,1-1 0 0 0,0 1 0 0 0,1-1 0 0 0,6 6 0 0 0,-6-9-3557 0 0,-2-3 1529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3.3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59 4681 0 0,'-25'-18'6758'0'0,"24"18"-6618"0"0,0-1 0 0 0,1 1 0 0 0,-1 0 0 0 0,0 0 0 0 0,0-1 0 0 0,1 1-1 0 0,-1 0 1 0 0,0 0 0 0 0,0 0 0 0 0,1 0 0 0 0,-1 0 0 0 0,0 0 0 0 0,0 0 0 0 0,0 1 0 0 0,1-1 0 0 0,-1 0 0 0 0,0 0 0 0 0,1 0 0 0 0,-1 1 0 0 0,0-1 0 0 0,-1 1 0 0 0,1 1-100 0 0,-1 1 0 0 0,0-1 1 0 0,1 0-1 0 0,0 1 0 0 0,-1-1 1 0 0,1 1-1 0 0,0-1 0 0 0,0 1 1 0 0,0 0-1 0 0,1-1 0 0 0,-1 1 1 0 0,1 0-1 0 0,-1 0 0 0 0,1-1 1 0 0,0 1-1 0 0,1 5 0 0 0,-1 8-96 0 0,1 0 0 0 0,1-1 0 0 0,0 1 0 0 0,1 0 0 0 0,1-1 0 0 0,1 0 0 0 0,0 0 0 0 0,9 19 0 0 0,-11-28 27 0 0,-1 0 1 0 0,1 0-1 0 0,0 0 1 0 0,1-1-1 0 0,-1 1 1 0 0,1-1-1 0 0,0 0 1 0 0,1 0 0 0 0,-1 0-1 0 0,1-1 1 0 0,0 0-1 0 0,0 0 1 0 0,0 0-1 0 0,0 0 1 0 0,1-1-1 0 0,0 0 1 0 0,-1 0 0 0 0,1 0-1 0 0,0-1 1 0 0,1 0-1 0 0,-1 0 1 0 0,12 2-1 0 0,-13-4 103 0 0,0 0-1 0 0,0-1 1 0 0,-1 1-1 0 0,1-1 1 0 0,0 0-1 0 0,-1 0 0 0 0,1-1 1 0 0,-1 1-1 0 0,0-1 1 0 0,1 0-1 0 0,-1 0 1 0 0,0-1-1 0 0,0 1 1 0 0,0-1-1 0 0,0 0 0 0 0,-1 0 1 0 0,1 0-1 0 0,-1 0 1 0 0,0-1-1 0 0,0 1 1 0 0,0-1-1 0 0,0 0 1 0 0,0 0-1 0 0,-1 0 0 0 0,0 0 1 0 0,0 0-1 0 0,0-1 1 0 0,1-5-1 0 0,0 4 42 0 0,-1-1 1 0 0,0 0-1 0 0,-1-1 0 0 0,0 1 0 0 0,0 0 0 0 0,0 0 1 0 0,-1 0-1 0 0,0-1 0 0 0,-1 1 0 0 0,1 0 0 0 0,-2 0 1 0 0,1 0-1 0 0,-1 0 0 0 0,0 0 0 0 0,0 0 0 0 0,0 0 1 0 0,-7-12-1 0 0,0 6-5 0 0,-1 0 0 0 0,0 0 0 0 0,0 1 0 0 0,-2 0 0 0 0,1 1 0 0 0,-22-16 0 0 0,28 24-166 0 0,0-1 0 0 0,-1 1 1 0 0,1 0-1 0 0,-1 1 0 0 0,0-1 0 0 0,0 1 0 0 0,0 0 0 0 0,-12-2 0 0 0,15 3-91 0 0,-1 1-1 0 0,1 0 1 0 0,-1 0-1 0 0,1 0 1 0 0,0 1-1 0 0,-1-1 1 0 0,1 1-1 0 0,-1 0 1 0 0,1 0-1 0 0,0 0 1 0 0,-1 0-1 0 0,1 1 1 0 0,0-1 0 0 0,0 1-1 0 0,0 0 1 0 0,0 0-1 0 0,-3 2 1 0 0,4-2-213 0 0,1 0 0 0 0,-1 0-1 0 0,0-1 1 0 0,1 1 0 0 0,-1 1 0 0 0,1-1 0 0 0,-1 0 0 0 0,1 0 0 0 0,0 0 0 0 0,0 1 0 0 0,0-1 0 0 0,0 1 0 0 0,0 2 0 0 0,0 20-6801 0 0,6-14 4118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3.9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14 2793 0 0,'-3'-2'3801'0'0,"3"8"-1561"0"0,2 23-973 0 0,9 38-1293 0 0,-8-60 129 0 0,0 0-1 0 0,0 0 0 0 0,0 0 0 0 0,1 0 1 0 0,0-1-1 0 0,0 0 0 0 0,1 0 0 0 0,9 11 1 0 0,-12-16-48 0 0,-1 0 0 0 0,0 0 0 0 0,0 0 1 0 0,1 0-1 0 0,-1 0 0 0 0,0 0 0 0 0,1 0 1 0 0,-1 0-1 0 0,1-1 0 0 0,-1 1 0 0 0,1-1 1 0 0,-1 1-1 0 0,1-1 0 0 0,0 1 0 0 0,-1-1 1 0 0,1 0-1 0 0,0 0 0 0 0,-1 0 0 0 0,1 0 1 0 0,0 0-1 0 0,-1 0 0 0 0,1 0 0 0 0,0 0 1 0 0,-1-1-1 0 0,1 1 0 0 0,-1-1 0 0 0,1 1 1 0 0,-1-1-1 0 0,1 0 0 0 0,-1 1 0 0 0,1-1 1 0 0,-1 0-1 0 0,1 0 0 0 0,-1 0 0 0 0,0 0 1 0 0,0 0-1 0 0,1 0 0 0 0,-1-1 0 0 0,0 1 1 0 0,0 0-1 0 0,0-1 0 0 0,0 1 0 0 0,-1 0 0 0 0,1-1 1 0 0,0 1-1 0 0,0-4 0 0 0,1 3 67 0 0,-1 0-1 0 0,0-1 0 0 0,0 1 1 0 0,0-1-1 0 0,0 1 0 0 0,0-1 1 0 0,-1 0-1 0 0,1 1 1 0 0,-1-1-1 0 0,0 0 0 0 0,1 1 1 0 0,-1-1-1 0 0,-1 0 0 0 0,1 1 1 0 0,0-1-1 0 0,-1 0 0 0 0,1 1 1 0 0,-2-4-1 0 0,0 1 15 0 0,0 0 0 0 0,0 0 0 0 0,-1 0 0 0 0,0 0 0 0 0,0 0 0 0 0,-1 1 0 0 0,1-1 0 0 0,-6-4 0 0 0,-1-1-303 0 0,0 1-1 0 0,-1 0 0 0 0,0 1 1 0 0,-1 0-1 0 0,1 1 0 0 0,-18-8 1 0 0,6 13-1761 0 0,17 2-1457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4.2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 6969 0 0,'-3'5'1064'0'0,"1"1"-1"0"0,0-1 0 0 0,0 1 0 0 0,1 0 0 0 0,0 0 1 0 0,-1 7-1 0 0,2 41 1191 0 0,20 51-2496 0 0,-18-95 546 0 0,5 15-1127 0 0,0 0-1 0 0,19 39 1 0 0,-20-51-895 0 0,1 0 0 0 0,1-1 0 0 0,11 17 0 0 0,-9-21-2003 0 0,0-4 992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4.6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2841 0 0,'7'23'8762'0'0,"-3"17"-6373"0"0,1 3-2359 0 0,-4-40-128 0 0,19 67 434 0 0,-4-36-1633 0 0,5-11-3282 0 0,-20-39-1919 0 0,-1 15 6094 0 0,-1-5-910 0 0</inkml:trace>
  <inkml:trace contextRef="#ctx0" brushRef="#br0" timeOffset="1">28 85 1336 0 0,'-1'-1'223'0'0,"0"1"-1"0"0,1-1 1 0 0,-1 0-1 0 0,0 1 1 0 0,1-1 0 0 0,-1 1-1 0 0,1-1 1 0 0,-1 0-1 0 0,1 0 1 0 0,-1 1-1 0 0,1-1 1 0 0,-1 0-1 0 0,1 0 1 0 0,0 0 0 0 0,-1 1-1 0 0,1-1 1 0 0,0 0-1 0 0,0 0 1 0 0,0 0-1 0 0,-1 0 1 0 0,1 0-1 0 0,0 0 1 0 0,0 1 0 0 0,0-1-1 0 0,1 0 1 0 0,-1 0-1 0 0,0 0 1 0 0,0 0-1 0 0,0 0 1 0 0,1 1-1 0 0,-1-1 1 0 0,0 0-1 0 0,1 0 1 0 0,-1 0 0 0 0,2-1-1 0 0,30-13 6598 0 0,-14 9-6612 0 0,-15 4-41 0 0,0 1 1 0 0,1-1-1 0 0,-1 1 1 0 0,1 0 0 0 0,-1 0-1 0 0,1 1 1 0 0,-1-1 0 0 0,1 1-1 0 0,0-1 1 0 0,-1 1-1 0 0,1 0 1 0 0,0 0 0 0 0,-1 1-1 0 0,1-1 1 0 0,0 1 0 0 0,3 1-1 0 0,-4 0-183 0 0,0-1 0 0 0,-1 1 0 0 0,0 0 0 0 0,1 0 0 0 0,-1 1 0 0 0,0-1 0 0 0,0 0 0 0 0,0 1 0 0 0,0-1 0 0 0,-1 1 0 0 0,1-1 0 0 0,-1 1-1 0 0,1 0 1 0 0,-1 0 0 0 0,0-1 0 0 0,0 1 0 0 0,0 0 0 0 0,0 0 0 0 0,0 5 0 0 0,1 3-1287 0 0,-1 0-1 0 0,0 0 1 0 0,-1 0-1 0 0,-1 16 1 0 0,0 18-7795 0 0,5-32 6705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5.0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79 2056 0 0,'-1'-1'484'0'0,"0"0"0"0"0,0 0 0 0 0,0 0 0 0 0,0 0 0 0 0,0 0 1 0 0,1-1-1 0 0,-1 1 0 0 0,0 0 0 0 0,1-1 0 0 0,-1 1 0 0 0,1 0 0 0 0,-1-1 0 0 0,1 1 0 0 0,0 0 0 0 0,0-1 0 0 0,-1 1 0 0 0,1-4 0 0 0,1 4-272 0 0,-1 0 1 0 0,0 0-1 0 0,1 0 1 0 0,-1 0-1 0 0,1 0 1 0 0,0 0-1 0 0,-1 1 1 0 0,1-1-1 0 0,0 0 1 0 0,-1 0-1 0 0,1 0 1 0 0,0 0-1 0 0,0 1 0 0 0,0-1 1 0 0,-1 0-1 0 0,1 1 1 0 0,0-1-1 0 0,2 0 1 0 0,6-3-488 0 0,1 1 1 0 0,-1 0-1 0 0,1 0 0 0 0,16-1 1 0 0,16-7-4964 0 0,-31 3 1660 0 0,-1 8 441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5.4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20 4321 0 0,'8'-3'8499'0'0,"25"2"-6457"0"0,-14 1-1510 0 0,-1-5-570 0 0,24-5-2344 0 0,-41 10 2069 0 0,0 0-1 0 0,1 0 1 0 0,-1 0 0 0 0,0 0-1 0 0,0 0 1 0 0,0 0 0 0 0,0 0-1 0 0,0 0 1 0 0,0 0-1 0 0,0 0 1 0 0,0 1 0 0 0,0-1-1 0 0,0 1 1 0 0,0-1 0 0 0,0 1-1 0 0,2 0 1 0 0</inkml:trace>
  <inkml:trace contextRef="#ctx0" brushRef="#br0" timeOffset="0.9">30 128 3105 0 0,'0'1'209'0'0,"0"-1"0"0"0,0 1 0 0 0,0-1 0 0 0,0 1 0 0 0,0-1 0 0 0,0 0 0 0 0,0 1 0 0 0,0-1 0 0 0,0 1 0 0 0,0-1 0 0 0,1 0 0 0 0,-1 1 0 0 0,0-1 0 0 0,0 1 0 0 0,0-1 0 0 0,1 0 0 0 0,-1 1 0 0 0,0-1 0 0 0,1 0 0 0 0,-1 1 0 0 0,0-1 0 0 0,1 0 0 0 0,-1 0 0 0 0,0 1 0 0 0,1-1 0 0 0,-1 0 0 0 0,0 0-1 0 0,1 0 1 0 0,-1 0 0 0 0,1 1 0 0 0,18-1 2528 0 0,21-13-2291 0 0,-33 11-139 0 0,11-4-364 0 0,12-3-1412 0 0,-11 3-3663 0 0,-15 7 3089 0 0,6 5-929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5.8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130 0 5921 0 0,'6'27'7105'0'0,"1"14"-5108"0"0,16 73-3968 0 0,9-2-6475 0 0,-26-93 5096 0 0</inkml:trace>
  <inkml:trace contextRef="#ctx0" brushRef="#br0" timeOffset="1">3 368 1664 0 0,'-1'2'250'0'0,"1"1"0"0"0,-1-1 0 0 0,1 0 0 0 0,0 1 1 0 0,0-1-1 0 0,-1 1 0 0 0,2-1 0 0 0,-1 0 0 0 0,0 1 0 0 0,0-1 0 0 0,1 0 0 0 0,-1 1 0 0 0,1-1 0 0 0,0 0 0 0 0,-1 1 0 0 0,1-1 0 0 0,0 0 0 0 0,1 0 0 0 0,-1 0 0 0 0,0 0 0 0 0,0 0 0 0 0,1 0 0 0 0,0 0 0 0 0,-1-1 0 0 0,1 1 0 0 0,0 0 0 0 0,-1-1 0 0 0,1 1 0 0 0,0-1 0 0 0,0 0 0 0 0,0 0 0 0 0,1 0 0 0 0,-1 0 1 0 0,0 0-1 0 0,0 0 0 0 0,1 0 0 0 0,-1-1 0 0 0,0 1 0 0 0,1-1 0 0 0,2 1 0 0 0,15 2 877 0 0,0-1 1 0 0,0-1-1 0 0,-1-1 1 0 0,22-2-1 0 0,-9 1-724 0 0,-27 1-551 0 0,0 0 0 0 0,1 0 0 0 0,-1-1 1 0 0,1 1-1 0 0,-1-1 0 0 0,7-3 0 0 0,4-7-3882 0 0,-8-9-3959 0 0,-6 13 4319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6.9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68 3265 0 0,'4'-33'8414'0'0,"-4"33"-8364"0"0,0-1 0 0 0,0 1 0 0 0,0-1 1 0 0,0 1-1 0 0,0-1 0 0 0,0 1 0 0 0,0-1 1 0 0,0 1-1 0 0,0-1 0 0 0,0 1 0 0 0,0-1 0 0 0,0 1 1 0 0,0-1-1 0 0,0 1 0 0 0,0-1 0 0 0,0 1 1 0 0,-1-1-1 0 0,1 1 0 0 0,0-1 0 0 0,0 1 0 0 0,-1 0 1 0 0,1-1-1 0 0,0 1 0 0 0,-1-1 0 0 0,1 1 1 0 0,0 0-1 0 0,-1-1 0 0 0,1 1 0 0 0,-1 0 0 0 0,1 0 1 0 0,0-1-1 0 0,-1 1 0 0 0,1 0 0 0 0,-1 0 1 0 0,1-1-1 0 0,-1 1 0 0 0,1 0 0 0 0,-1 0 0 0 0,1 0 1 0 0,-1 0-1 0 0,1 0 0 0 0,-1 0 0 0 0,1 0 1 0 0,-1 0-1 0 0,1 0 0 0 0,-1 0 0 0 0,1 0 0 0 0,-1 0 1 0 0,1 0-1 0 0,-1 0 0 0 0,1 0 0 0 0,-1 1 1 0 0,1-1-1 0 0,-1 0 0 0 0,1 0 0 0 0,-1 1 0 0 0,1-1 1 0 0,0 0-1 0 0,-1 0 0 0 0,1 1 0 0 0,0-1 1 0 0,-1 1-1 0 0,1-1 0 0 0,-1 1 0 0 0,-1 1-19 0 0,0 0 0 0 0,0 0 0 0 0,1 0 0 0 0,-1 1 0 0 0,0-1 0 0 0,1 1 0 0 0,0-1 0 0 0,-1 1 0 0 0,1-1 0 0 0,0 1 0 0 0,0 0 0 0 0,1-1 0 0 0,-1 1 0 0 0,0 0 0 0 0,1 0 0 0 0,0 0 0 0 0,0-1 0 0 0,0 1 0 0 0,0 0 0 0 0,0 0 0 0 0,0 0 0 0 0,1 0 0 0 0,-1-1 0 0 0,1 1 0 0 0,1 3 0 0 0,-1-3-39 0 0,0 1-1 0 0,0 0 1 0 0,0-1-1 0 0,0 1 1 0 0,1-1 0 0 0,0 1-1 0 0,0-1 1 0 0,0 0 0 0 0,0 0-1 0 0,0 1 1 0 0,0-2 0 0 0,1 1-1 0 0,0 0 1 0 0,-1 0-1 0 0,1-1 1 0 0,0 0 0 0 0,0 1-1 0 0,5 1 1 0 0,-5-3 59 0 0,0 0 1 0 0,1 0-1 0 0,-1-1 0 0 0,1 0 1 0 0,-1 1-1 0 0,0-1 1 0 0,1 0-1 0 0,-1-1 0 0 0,1 1 1 0 0,-1 0-1 0 0,1-1 0 0 0,-1 0 1 0 0,0 0-1 0 0,1 0 0 0 0,-1 0 1 0 0,0-1-1 0 0,0 1 0 0 0,0-1 1 0 0,0 0-1 0 0,0 1 1 0 0,0-2-1 0 0,-1 1 0 0 0,1 0 1 0 0,-1 0-1 0 0,1-1 0 0 0,-1 1 1 0 0,0-1-1 0 0,0 0 0 0 0,3-4 1 0 0,-3 4-12 0 0,-1 1 1 0 0,0 0-1 0 0,0 0 1 0 0,0-1 0 0 0,0 1-1 0 0,0 0 1 0 0,0-1-1 0 0,0 1 1 0 0,-1-1-1 0 0,1 1 1 0 0,-1-1 0 0 0,0 0-1 0 0,0 1 1 0 0,0-1-1 0 0,0 1 1 0 0,0-1-1 0 0,0 1 1 0 0,-1-1-1 0 0,1 1 1 0 0,-1-1 0 0 0,0 1-1 0 0,1-1 1 0 0,-1 1-1 0 0,-1-1 1 0 0,1 1-1 0 0,0 0 1 0 0,0 0 0 0 0,-1 0-1 0 0,1 0 1 0 0,-1 0-1 0 0,0 0 1 0 0,0 0-1 0 0,0 0 1 0 0,0 0 0 0 0,0 1-1 0 0,0-1 1 0 0,0 1-1 0 0,0 0 1 0 0,-4-2-1 0 0,-1-1-234 0 0,-40-16 90 0 0,45 19-257 0 0,0 0 0 0 0,-1 1 0 0 0,1-1 0 0 0,-1 1 0 0 0,0-1 0 0 0,1 1 0 0 0,-1 0 0 0 0,1 0 0 0 0,-1 0 0 0 0,1 0-1 0 0,-1 0 1 0 0,1 1 0 0 0,-1-1 0 0 0,1 1 0 0 0,-1 0 0 0 0,-3 1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7.3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4241 0 0,'6'51'8678'0'0,"-3"1"-6002"0"0,-3-30-2655 0 0,1-1-1 0 0,1 1 0 0 0,10 40 1 0 0,-1-30-856 0 0,-7-25-192 0 0,-1 1 0 0 0,0-1 0 0 0,-1 1 0 0 0,0 0 0 0 0,0-1-1 0 0,0 9 1 0 0,-4-8-3047 0 0,1-4 1296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7.7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7218 0 0,'2'61'5930'0'0,"6"5"-4515"0"0,-6-50-1838 0 0,2-1 0 0 0,-1 0 0 0 0,2 0 0 0 0,0-1 0 0 0,1 1 0 0 0,8 15 0 0 0,-4-17-2425 0 0,-9-13 2734 0 0,-1 1-1 0 0,0-1 0 0 0,0 0 0 0 0,0 0 0 0 0,0 0 0 0 0,1 0 0 0 0,-1 0 0 0 0,0 0 0 0 0,0 1 0 0 0,0-1 1 0 0,1 0-1 0 0,-1 0 0 0 0,0 0 0 0 0,0 0 0 0 0,1 0 0 0 0,-1 0 0 0 0,0 0 0 0 0,0 0 0 0 0,0 0 1 0 0,1 0-1 0 0,-1 0 0 0 0,0 0 0 0 0,0 0 0 0 0,1 0 0 0 0,-1 0 0 0 0,0 0 0 0 0,0 0 0 0 0,0-1 1 0 0,1 1-1 0 0,-1 0 0 0 0,0 0 0 0 0,0 0 0 0 0,0 0 0 0 0,1 0 0 0 0,-1 0 0 0 0,0-1 0 0 0,0 1 0 0 0,0 0 1 0 0,0 0-1 0 0,1 0 0 0 0,-1 0 0 0 0,0-1 0 0 0,0 1 0 0 0,0 0 0 0 0,0 0 0 0 0,0 0 0 0 0,0-1 1 0 0,0 1-1 0 0,4-3-2378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8.0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122 0 3225 0 0,'7'12'1406'0'0,"0"1"1"0"0,-1-1 0 0 0,0 1 0 0 0,4 15-1 0 0,-6-15-802 0 0,-1 1 0 0 0,0 0 0 0 0,0 1-1 0 0,0 22 1 0 0,-3-30-569 0 0,0 0-1 0 0,0 1 1 0 0,-1-1-1 0 0,0 0 1 0 0,0 0-1 0 0,-1 0 1 0 0,0 0 0 0 0,0 0-1 0 0,-1 0 1 0 0,-3 7-1 0 0,3-10-85 0 0,1 0-1 0 0,-1-1 0 0 0,0 1 0 0 0,0 0 0 0 0,0-1 0 0 0,0 0 0 0 0,-1 0 1 0 0,1 0-1 0 0,-1 0 0 0 0,0 0 0 0 0,0-1 0 0 0,0 0 0 0 0,0 0 1 0 0,0 0-1 0 0,-1 0 0 0 0,-8 2 0 0 0,11-4 65 0 0,-1 1-1 0 0,0-1 1 0 0,0 0-1 0 0,1 0 1 0 0,-1 0 0 0 0,0-1-1 0 0,1 1 1 0 0,-1-1-1 0 0,0 1 1 0 0,1-1 0 0 0,-1 0-1 0 0,1 0 1 0 0,-1 0-1 0 0,1 0 1 0 0,-1-1-1 0 0,1 1 1 0 0,0-1 0 0 0,0 1-1 0 0,-1-1 1 0 0,1 0-1 0 0,0 0 1 0 0,1 0 0 0 0,-1 0-1 0 0,0 0 1 0 0,-2-4-1 0 0,1 2 14 0 0,0 0-1 0 0,1 0 1 0 0,0 0-1 0 0,0 0 1 0 0,0-1-1 0 0,0 1 1 0 0,0-1-1 0 0,1 1 1 0 0,0-1-1 0 0,0 1 1 0 0,0-1-1 0 0,1 0 1 0 0,0 0-1 0 0,0-7 1 0 0,0 11-18 0 0,1 0 1 0 0,0 0-1 0 0,-1 1 1 0 0,1-1-1 0 0,0 0 1 0 0,0 0-1 0 0,-1 0 1 0 0,1 0-1 0 0,0 1 1 0 0,0-1-1 0 0,0 0 1 0 0,0 1-1 0 0,0-1 1 0 0,0 1-1 0 0,0-1 0 0 0,0 1 1 0 0,0-1-1 0 0,0 1 1 0 0,0 0-1 0 0,1-1 1 0 0,-1 1-1 0 0,0 0 1 0 0,2 0-1 0 0,36-4 34 0 0,-26 3 33 0 0,28-4 77 0 0,0 0-1209 0 0,-14 1-3203 0 0,-19-3-518 0 0,-3 3 1779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8.5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0 7618 0 0,'-9'5'5767'0'0,"31"-6"-3606"0"0,34-2-2121 0 0,-54 3 29 0 0,1-1 0 0 0,0 1 0 0 0,-1 0 0 0 0,1 1 0 0 0,0-1 0 0 0,0 0 0 0 0,-1 1 0 0 0,1 0 1 0 0,0 0-1 0 0,-1 0 0 0 0,1 0 0 0 0,-1 0 0 0 0,5 3 0 0 0,-6-2-60 0 0,0 0-1 0 0,0 1 1 0 0,0 0 0 0 0,0-1-1 0 0,0 1 1 0 0,-1-1 0 0 0,1 1 0 0 0,-1 0-1 0 0,0-1 1 0 0,0 1 0 0 0,0 0-1 0 0,0-1 1 0 0,0 1 0 0 0,-1 0 0 0 0,1-1-1 0 0,-1 1 1 0 0,-1 3 0 0 0,-15 46-1222 0 0,16-49 1107 0 0,-5 12-450 0 0,2-2-408 0 0,-1 0 1 0 0,0-1 0 0 0,-1 0 0 0 0,0 0 0 0 0,0-1 0 0 0,-14 17-1 0 0,45-65 3066 0 0,-22 34-1899 0 0,0 0 0 0 0,1 1 1 0 0,-1-1-1 0 0,0 1 0 0 0,1 0 0 0 0,0 0 0 0 0,-1 0 0 0 0,1 1 1 0 0,0-1-1 0 0,0 1 0 0 0,0 0 0 0 0,0 0 0 0 0,0 0 0 0 0,0 0 0 0 0,7 1 1 0 0,-4 0-869 0 0,0 1 0 0 0,0 1 0 0 0,-1-1 0 0 0,1 1 0 0 0,8 4 0 0 0,3-6-5649 0 0,-13 0 3853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8.9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3889 0 0,'7'55'5382'0'0,"20"29"-4370"0"0,-8-26-2184 0 0,-15-47 326 0 0,4 17-5205 0 0</inkml:trace>
  <inkml:trace contextRef="#ctx0" brushRef="#br0" timeOffset="1">34 102 3425 0 0,'3'-11'8407'0'0,"11"14"-5724"0"0,7 5-2775 0 0,-10-7-106 0 0,0 0 0 0 0,0-1 0 0 0,0 0 0 0 0,20-4 0 0 0,-27 3-537 0 0,1 0 0 0 0,-1 0 0 0 0,1 0 0 0 0,-1-1 0 0 0,0 0 0 0 0,0 0 0 0 0,0 0 0 0 0,7-5-1 0 0,-10 2-2748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9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12 1944 0 0,'-2'4'254'0'0,"0"1"-1"0"0,0-1 1 0 0,1 1-1 0 0,-1 0 0 0 0,1-1 1 0 0,0 1-1 0 0,0 0 1 0 0,1 0-1 0 0,-1 0 0 0 0,1 0 1 0 0,0 0-1 0 0,0 0 1 0 0,1-1-1 0 0,0 1 1 0 0,0 0-1 0 0,0 0 0 0 0,0 0 1 0 0,1-1-1 0 0,-1 1 1 0 0,1-1-1 0 0,0 1 0 0 0,1-1 1 0 0,-1 0-1 0 0,1 0 1 0 0,5 6-1 0 0,-6-7-86 0 0,0 0 0 0 0,1-1 0 0 0,-1 1-1 0 0,1-1 1 0 0,0 0 0 0 0,-1 0 0 0 0,1 0 0 0 0,0 0 0 0 0,1 0-1 0 0,-1 0 1 0 0,0-1 0 0 0,0 0 0 0 0,1 0 0 0 0,-1 0 0 0 0,0 0-1 0 0,1 0 1 0 0,-1-1 0 0 0,1 1 0 0 0,-1-1 0 0 0,1 0 0 0 0,-1 0-1 0 0,1 0 1 0 0,-1 0 0 0 0,1-1 0 0 0,-1 0 0 0 0,1 1 0 0 0,-1-1-1 0 0,1-1 1 0 0,-1 1 0 0 0,0 0 0 0 0,0-1 0 0 0,0 0 0 0 0,0 1-1 0 0,0-1 1 0 0,5-4 0 0 0,-6 5-78 0 0,0-1-1 0 0,0 0 1 0 0,0 0-1 0 0,0 0 1 0 0,-1 0-1 0 0,1 0 1 0 0,0 0-1 0 0,-1 0 0 0 0,1-1 1 0 0,-1 1-1 0 0,0 0 1 0 0,0-1-1 0 0,0 1 1 0 0,0-1-1 0 0,0 1 1 0 0,0-1-1 0 0,-1 0 1 0 0,0 1-1 0 0,1-1 1 0 0,-1 0-1 0 0,0 1 1 0 0,0-1-1 0 0,0 0 1 0 0,0 1-1 0 0,-1-1 1 0 0,1 0-1 0 0,-1 1 1 0 0,0-1-1 0 0,0 1 1 0 0,0-1-1 0 0,0 1 1 0 0,0-1-1 0 0,0 1 1 0 0,-1 0-1 0 0,1-1 1 0 0,-1 1-1 0 0,1 0 1 0 0,-1 0-1 0 0,-3-2 1 0 0,1-2-248 0 0,-1 1 1 0 0,0 0-1 0 0,0 1 1 0 0,-1 0-1 0 0,1-1 1 0 0,-11-4-1 0 0,12 6-630 0 0,-1 1 0 0 0,1 0 0 0 0,-1 0 0 0 0,1 1 0 0 0,-1-1 0 0 0,0 1-1 0 0,0 0 1 0 0,0 0 0 0 0,-4 0 0 0 0,2 1-2138 0 0,1 0-1344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39.8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0 5881 0 0,'-3'74'9480'0'0,"-1"48"-8368"0"0,5-108-1953 0 0,0 0 0 0 0,0-1 1 0 0,2 1-1 0 0,0-1 0 0 0,0 1 0 0 0,8 19 1 0 0,-11-33 769 0 0,0 0 1 0 0,0 0 0 0 0,0 0 0 0 0,0 1-1 0 0,0-1 1 0 0,0 0 0 0 0,0 0 0 0 0,0 0-1 0 0,0 0 1 0 0,0 1 0 0 0,0-1 0 0 0,0 0 0 0 0,0 0-1 0 0,0 0 1 0 0,0 0 0 0 0,0 1 0 0 0,1-1-1 0 0,-1 0 1 0 0,0 0 0 0 0,0 0 0 0 0,0 0-1 0 0,0 0 1 0 0,0 1 0 0 0,0-1 0 0 0,0 0 0 0 0,1 0-1 0 0,-1 0 1 0 0,0 0 0 0 0,0 0 0 0 0,0 0-1 0 0,0 0 1 0 0,0 1 0 0 0,1-1 0 0 0,-1 0-1 0 0,0 0 1 0 0,0 0 0 0 0,0 0 0 0 0,0 0-1 0 0,1 0 1 0 0,-1 0 0 0 0,0 0 0 0 0,0 0 0 0 0,0 0-1 0 0,0 0 1 0 0,1 0 0 0 0,-1 0 0 0 0,0 0-1 0 0,0 0 1 0 0,0 0 0 0 0,0 0 0 0 0,1 0-1 0 0,-1-1 1 0 0,0 1 0 0 0,0 0 0 0 0,0 0 0 0 0,1 0-1 0 0,0-10-3576 0 0,-1 2 1302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40.2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0 135 3521 0 0,'0'1'281'0'0,"0"1"0"0"0,0 0 0 0 0,0 0 0 0 0,1-1 0 0 0,-1 1 0 0 0,0 0 0 0 0,1-1 0 0 0,0 1 0 0 0,-1 0 0 0 0,1-1 0 0 0,0 1 0 0 0,0-1-1 0 0,-1 1 1 0 0,1-1 0 0 0,0 0 0 0 0,0 1 0 0 0,1-1 0 0 0,-1 0 0 0 0,0 0 0 0 0,0 1 0 0 0,2 0 0 0 0,1 0-98 0 0,-1 0 0 0 0,0-1 0 0 0,1 1 0 0 0,-1-1 0 0 0,1 0 0 0 0,-1 0 0 0 0,1 0 0 0 0,0 0 0 0 0,5 0 0 0 0,-1-1-193 0 0,1 0 1 0 0,-1 0-1 0 0,0 0 0 0 0,1-1 1 0 0,-1 0-1 0 0,0-1 0 0 0,0 0 1 0 0,10-4-1 0 0,-12 3-472 0 0,0 0 0 0 0,-1 0 1 0 0,1-1-1 0 0,-1 0 0 0 0,0 0 0 0 0,0 0 0 0 0,0-1 1 0 0,-1 0-1 0 0,1 0 0 0 0,-1 0 0 0 0,0 0 0 0 0,-1-1 0 0 0,1 1 1 0 0,-1-1-1 0 0,0 0 0 0 0,-1 0 0 0 0,1 0 0 0 0,-1-1 1 0 0,-1 1-1 0 0,3-12 0 0 0,-10-11 3270 0 0,6 27-2354 0 0,-1 0 0 0 0,1 0 0 0 0,-1 0 0 0 0,0 0 0 0 0,0 1 0 0 0,0-1 0 0 0,0 0 0 0 0,0 1 0 0 0,0-1 0 0 0,-1 1 0 0 0,1-1 0 0 0,-1 1 0 0 0,-1-2 1 0 0,3 12 2390 0 0,3 32-1936 0 0,3 1-810 0 0,5 39-1354 0 0,-11-30-5030 0 0,-2-44 2690 0 0,0-4 1353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40.6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0 100 2304 0 0,'39'-19'9170'0'0,"30"0"-6940"0"0,-37 11-1888 0 0,-5 2-392 0 0,26-7-1313 0 0,-51 12 773 0 0,1 0 0 0 0,-1-1 0 0 0,0 1 0 0 0,1 0-1 0 0,-1-1 1 0 0,0 1 0 0 0,0-1 0 0 0,0 0 0 0 0,0 0 0 0 0,2-2-1 0 0,-5-8-3344 0 0,1 9 2001 0 0</inkml:trace>
  <inkml:trace contextRef="#ctx0" brushRef="#br0" timeOffset="1">30 206 4337 0 0,'2'1'233'0'0,"-1"-1"0"0"0,0 1 0 0 0,0-1 0 0 0,0 1 1 0 0,0-1-1 0 0,1 0 0 0 0,-1 1 0 0 0,0-1 0 0 0,0 0 0 0 0,1 0 0 0 0,-1 0 0 0 0,0 0 0 0 0,1 0 1 0 0,-1 0-1 0 0,0 0 0 0 0,0-1 0 0 0,1 1 0 0 0,-1 0 0 0 0,0-1 0 0 0,0 1 0 0 0,0-1 0 0 0,1 1 1 0 0,-1-1-1 0 0,1-1 0 0 0,36-20 1439 0 0,-26 14-813 0 0,8-4-60 0 0,-12 7-480 0 0,0 0-1 0 0,0 0 1 0 0,0 1-1 0 0,0 0 1 0 0,1 1 0 0 0,-1 0-1 0 0,1 0 1 0 0,0 0-1 0 0,15-1 1 0 0,-23 5-338 0 0,1 1 1 0 0,0-1-1 0 0,-1 0 0 0 0,1 1 1 0 0,-1-1-1 0 0,0 1 1 0 0,1 0-1 0 0,-1-1 0 0 0,0 1 1 0 0,0 0-1 0 0,0 0 1 0 0,0 0-1 0 0,0 0 0 0 0,0 0 1 0 0,-1 0-1 0 0,1 0 0 0 0,-1 0 1 0 0,1 0-1 0 0,-1 0 1 0 0,0 0-1 0 0,0 0 0 0 0,0 3 1 0 0,-4 24-3954 0 0,4-29 3673 0 0,0 1 0 0 0,0 0 0 0 0,-1-1 1 0 0,1 1-1 0 0,-1-1 0 0 0,1 1 0 0 0,-1-1 0 0 0,1 1 1 0 0,-1-1-1 0 0,1 1 0 0 0,-1-1 0 0 0,1 1 0 0 0,-1-1 1 0 0,1 1-1 0 0,-1-1 0 0 0,0 0 0 0 0,1 0 0 0 0,-1 1 1 0 0,0-1-1 0 0,1 0 0 0 0,-1 0 0 0 0,0 0 0 0 0,1 0 1 0 0,-1 1-1 0 0,0-1 0 0 0,1 0 0 0 0,-1 0 0 0 0,0 0 1 0 0,1-1-1 0 0,-1 1 0 0 0,-1 0 0 0 0,-3-1-1940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41.4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12 5433 0 0,'-1'0'176'0'0,"0"0"0"0"0,1 1-1 0 0,-1-1 1 0 0,1 0 0 0 0,-1 1 0 0 0,1-1-1 0 0,-1 0 1 0 0,1 1 0 0 0,-1-1-1 0 0,1 1 1 0 0,-1-1 0 0 0,1 1 0 0 0,-1-1-1 0 0,1 1 1 0 0,0-1 0 0 0,-1 1 0 0 0,1 0-1 0 0,0-1 1 0 0,0 1 0 0 0,-1-1-1 0 0,1 1 1 0 0,0 0 0 0 0,0-1 0 0 0,0 1-1 0 0,0 1 1 0 0,11 7 1073 0 0,-7-8-1186 0 0,0 0 0 0 0,0-1-1 0 0,-1 1 1 0 0,1-1 0 0 0,0 1 0 0 0,0-1-1 0 0,7-1 1 0 0,42-14 1614 0 0,-32 9-755 0 0,0 0 0 0 0,35-4-1 0 0,-56 10-890 0 0,1 0-1 0 0,0 0 1 0 0,-1 0-1 0 0,1 1 1 0 0,-1-1-1 0 0,1 0 1 0 0,0 1-1 0 0,-1-1 1 0 0,1 0-1 0 0,-1 1 1 0 0,1-1-1 0 0,-1 1 1 0 0,1-1-1 0 0,-1 1 1 0 0,0-1-1 0 0,1 1 1 0 0,-1 0-1 0 0,1-1 1 0 0,-1 1-1 0 0,0-1 1 0 0,0 1-1 0 0,1 0 1 0 0,-1-1-1 0 0,0 1 1 0 0,0 0-1 0 0,0-1 1 0 0,0 1-1 0 0,0 0 1 0 0,0-1-1 0 0,0 1 1 0 0,0 0-1 0 0,0-1 1 0 0,0 1-1 0 0,0 0 1 0 0,0-1-1 0 0,0 1 1 0 0,0 0-1 0 0,-1-1 1 0 0,1 1-1 0 0,0-1 1 0 0,0 1-1 0 0,-1 0 1 0 0,0 0-1 0 0,-11 38 105 0 0,10-33-83 0 0,-7 19-272 0 0,-18 59-683 0 0,26-78 389 0 0,-1 1 0 0 0,1-1 1 0 0,1 0-1 0 0,-1 1 0 0 0,1-1 1 0 0,0 1-1 0 0,1-1 0 0 0,0 1 1 0 0,0-1-1 0 0,3 11 0 0 0,1-9-3581 0 0,-2-15-128 0 0,-2 5 4016 0 0,2-3-1866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41.8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5281 0 0,'0'10'8165'0'0,"0"21"-7500"0"0,0-23-57 0 0,2 75-157 0 0,13 98 0 0 0,20-8-6279 0 0,-33-161 3168 0 0,-11-22-4385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42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55 4201 0 0,'7'-11'6209'0'0,"10"6"-3290"0"0,25 2-1804 0 0,-27 3-334 0 0,4-2-407 0 0,-1-1 0 0 0,27-8-1 0 0,9-8-2527 0 0,-43 18-277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50.1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54 1704 0 0,'5'9'9799'0'0,"9"-10"-5360"0"0,22-15-3451 0 0,-19 8 361 0 0,14 0-805 0 0,35-13-18 0 0,-63 20-467 0 0,0-1 0 0 0,0 1-1 0 0,0 0 1 0 0,0 0-1 0 0,0 0 1 0 0,0 1-1 0 0,0-1 1 0 0,0 1 0 0 0,0-1-1 0 0,0 1 1 0 0,0 0-1 0 0,0 0 1 0 0,0 0-1 0 0,0 1 1 0 0,6 1 0 0 0,-7-1-46 0 0,-1 0 0 0 0,0 0 0 0 0,1 0 0 0 0,-1 0 1 0 0,0 0-1 0 0,0 1 0 0 0,1-1 0 0 0,-1 0 1 0 0,0 1-1 0 0,0-1 0 0 0,-1 1 0 0 0,1-1 0 0 0,0 1 1 0 0,0 0-1 0 0,-1-1 0 0 0,1 1 0 0 0,-1 0 0 0 0,0-1 1 0 0,1 1-1 0 0,-1 0 0 0 0,0-1 0 0 0,0 1 1 0 0,0 0-1 0 0,0 0 0 0 0,0-1 0 0 0,0 1 0 0 0,-1 0 1 0 0,1 0-1 0 0,-1 2 0 0 0,-1 14 184 0 0,-4 21-4938 0 0,-4-32-241 0 0,-9-17-1746 0 0,12 5 4782 0 0,1 2-113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6:50.8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51 2144 0 0,'-2'0'455'0'0,"0"0"0"0"0,0 0 0 0 0,0 0 0 0 0,-1 1-1 0 0,1-1 1 0 0,0 1 0 0 0,0 0 0 0 0,0-1 0 0 0,0 1-1 0 0,0 0 1 0 0,-3 2 0 0 0,5-3-366 0 0,-1 0 1 0 0,1 0-1 0 0,0 0 1 0 0,-1 0-1 0 0,1 0 1 0 0,-1 0-1 0 0,1 1 1 0 0,-1-1-1 0 0,1 0 1 0 0,0 0-1 0 0,-1 0 1 0 0,1 1-1 0 0,-1-1 1 0 0,1 0-1 0 0,0 1 1 0 0,-1-1-1 0 0,1 0 1 0 0,0 1-1 0 0,-1-1 1 0 0,1 0-1 0 0,0 1 1 0 0,0-1-1 0 0,-1 1 1 0 0,1-1-1 0 0,0 0 1 0 0,0 1-1 0 0,0-1 1 0 0,0 1-1 0 0,-1-1 1 0 0,1 1-1 0 0,0-1 1 0 0,0 1-1 0 0,0-1 1 0 0,0 1-1 0 0,0-1 1 0 0,0 0-1 0 0,0 1 1 0 0,0-1-1 0 0,0 1 1 0 0,0-1-1 0 0,1 1 1 0 0,-1-1-1 0 0,0 1 1 0 0,0-1-1 0 0,0 0 1 0 0,1 1-1 0 0,-1-1 1 0 0,0 1-1 0 0,0-1 1 0 0,1 0-1 0 0,-1 1 1 0 0,3 0 115 0 0,-1 0 0 0 0,0-1 0 0 0,0 0 1 0 0,0 1-1 0 0,1-1 0 0 0,-1 0 0 0 0,0 0 0 0 0,0 0 0 0 0,1 0 1 0 0,-1-1-1 0 0,0 1 0 0 0,0-1 0 0 0,0 1 0 0 0,0-1 0 0 0,4-1 1 0 0,35-16 956 0 0,-37 16-943 0 0,20-9 408 0 0,-12 4-314 0 0,0 0 0 0 0,1 1-1 0 0,0 1 1 0 0,0 0 0 0 0,0 1 0 0 0,0 1 0 0 0,20-4 0 0 0,-101 30-329 0 0,59-21-75 0 0,0 1 0 0 0,0-1 1 0 0,0 2-1 0 0,1-1 1 0 0,-1 1-1 0 0,1 1 0 0 0,0-1 1 0 0,-11 10-1 0 0,14-11 48 0 0,1 1-1 0 0,0-1 1 0 0,0 1-1 0 0,0 0 1 0 0,1 0-1 0 0,0 0 1 0 0,-1 0-1 0 0,1 1 1 0 0,1-1-1 0 0,-1 1 1 0 0,1 0-1 0 0,0 0 1 0 0,0 0-1 0 0,0 0 1 0 0,0 0-1 0 0,0 7 1 0 0,2-11 48 0 0,0 0 1 0 0,0-1-1 0 0,0 1 1 0 0,0 0-1 0 0,0 0 1 0 0,0-1-1 0 0,0 1 1 0 0,0 0 0 0 0,0-1-1 0 0,0 1 1 0 0,0 0-1 0 0,1-1 1 0 0,-1 1-1 0 0,0 0 1 0 0,1-1-1 0 0,-1 1 1 0 0,0 0 0 0 0,1-1-1 0 0,-1 1 1 0 0,1-1-1 0 0,-1 1 1 0 0,1-1-1 0 0,-1 1 1 0 0,1-1-1 0 0,-1 1 1 0 0,1-1 0 0 0,0 0-1 0 0,1 1 1 0 0,24 3 362 0 0,31-14 306 0 0,-53 9-650 0 0,23-6 179 0 0,0 0 1 0 0,-1-2 0 0 0,0-1 0 0 0,43-23-1 0 0,-57 34-2655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2.4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148 2 5025 0 0,'-13'-1'7921'0'0,"-7"7"-4706"0"0,-11 13-1045 0 0,22-11-2043 0 0,1 1 1 0 0,1 0-1 0 0,0 0 1 0 0,0 1-1 0 0,1 0 1 0 0,0 0-1 0 0,0 0 1 0 0,1 1-1 0 0,1 0 1 0 0,0 0-1 0 0,0 0 1 0 0,1 0-1 0 0,1 1 1 0 0,0 0-1 0 0,0-1 1 0 0,1 1-1 0 0,1 0 1 0 0,0 11-1 0 0,1 7-142 0 0,1-1 0 0 0,2 0-1 0 0,0 1 1 0 0,2-2-1 0 0,1 1 1 0 0,12 30 0 0 0,-16-52-202 0 0,0 1 0 0 0,0-2 0 0 0,1 1 0 0 0,0 0 1 0 0,0-1-1 0 0,0 1 0 0 0,1-1 0 0 0,0 0 0 0 0,0-1 1 0 0,1 1-1 0 0,0-1 0 0 0,-1 0 0 0 0,2 0 0 0 0,8 5 0 0 0,-10-8-192 0 0,0 0-1 0 0,-1 0 0 0 0,1 0 1 0 0,0-1-1 0 0,0 0 0 0 0,0 0 0 0 0,0 0 1 0 0,0 0-1 0 0,0-1 0 0 0,0 0 0 0 0,0 0 1 0 0,0-1-1 0 0,0 1 0 0 0,0-1 1 0 0,0 0-1 0 0,0 0 0 0 0,0 0 0 0 0,0-1 1 0 0,-1 0-1 0 0,1 0 0 0 0,0 0 0 0 0,7-6 1 0 0,11-15-3752 0 0,-13 9 1272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3.1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 5 6593 0 0,'0'0'185'0'0,"-1"0"0"0"0,1 0-1 0 0,0-1 1 0 0,0 1 0 0 0,0 0-1 0 0,0 0 1 0 0,0-1 0 0 0,0 1-1 0 0,-1 0 1 0 0,1-1 554 0 0,-1 1-555 0 0,1 0 1 0 0,0-1 0 0 0,0 1-1 0 0,-1 0 1 0 0,1 0 0 0 0,0 0-1 0 0,0 0 1 0 0,-1 0 0 0 0,1 0-1 0 0,0-1 1 0 0,0 1 0 0 0,-1 0-1 0 0,1 0 1 0 0,0 0 0 0 0,-1 0-1 0 0,1 0 1 0 0,0 0 0 0 0,-1 0-1 0 0,1 0 1 0 0,0 0 0 0 0,0 0-1 0 0,-1 1 1 0 0,1-1 0 0 0,0 0-1 0 0,0 0 1 0 0,-1 0-1 0 0,1 0 1 0 0,-1 0 0 0 0,-10 14 2249 0 0,-4 17-1664 0 0,10 4-602 0 0,1 1-1 0 0,2-1 0 0 0,4 55 0 0 0,0-18-429 0 0,0-11-2801 0 0,-1-55-1346 0 0,-1-39 508 0 0,-3-21 1190 0 0,2 40 2963 0 0,-1-1 0 0 0,2 1 0 0 0,0 0 0 0 0,0-1 0 0 0,1 1 0 0 0,1 0 0 0 0,6-22 0 0 0,-8 35-140 0 0,0 1 0 0 0,0-1 0 0 0,1 1-1 0 0,-1-1 1 0 0,0 1 0 0 0,0-1 0 0 0,1 1-1 0 0,-1-1 1 0 0,0 1 0 0 0,1-1 0 0 0,-1 1 0 0 0,0-1-1 0 0,1 1 1 0 0,-1 0 0 0 0,1-1 0 0 0,-1 1-1 0 0,1 0 1 0 0,-1-1 0 0 0,0 1 0 0 0,1 0 0 0 0,0-1-1 0 0,-1 1 1 0 0,1 0 0 0 0,-1 0 0 0 0,1 0-1 0 0,-1 0 1 0 0,1 0 0 0 0,-1-1 0 0 0,1 1 0 0 0,0 0-1 0 0,-1 0 1 0 0,1 0 0 0 0,0 1 0 0 0,20 12 1832 0 0,13 29-662 0 0,-33-40-1178 0 0,6 8-178 0 0,27 35 591 0 0,-33-43-697 0 0,1-1 0 0 0,0 1 1 0 0,-1 0-1 0 0,1 0 0 0 0,0-1 0 0 0,0 1 0 0 0,0-1 0 0 0,0 0 1 0 0,0 0-1 0 0,1 1 0 0 0,-1-1 0 0 0,0-1 0 0 0,0 1 0 0 0,1 0 1 0 0,-1 0-1 0 0,1-1 0 0 0,-1 0 0 0 0,3 1 0 0 0,31-23-8147 0 0,-29 12 6580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3.6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1944 0 0,'6'60'9780'0'0,"6"-1"-6506"0"0,-7-41-3507 0 0,-1 1-1 0 0,-1-1 0 0 0,-1 1 1 0 0,0-1-1 0 0,-1 1 1 0 0,-3 33-1 0 0,-7-97-1338 0 0,-3-15 3839 0 0,12 58-2171 0 0,-1 0 0 0 0,1 0 1 0 0,0 0-1 0 0,1 0 0 0 0,-1 0 1 0 0,0 0-1 0 0,1 0 1 0 0,-1 0-1 0 0,1 0 0 0 0,-1 0 1 0 0,1 0-1 0 0,0 0 0 0 0,0 0 1 0 0,0 0-1 0 0,0 0 0 0 0,0 1 1 0 0,1-1-1 0 0,-1 0 0 0 0,2-1 1 0 0,0 1 96 0 0,1 0 0 0 0,-1 0 0 0 0,1 0 0 0 0,0 1-1 0 0,0-1 1 0 0,0 1 0 0 0,7-1 0 0 0,13-5-288 0 0,-22 6 90 0 0,1 0-1 0 0,0 0 1 0 0,-1 0-1 0 0,0 0 1 0 0,1-1-1 0 0,-1 1 1 0 0,1-1-1 0 0,-1 1 1 0 0,0-1-1 0 0,0 0 1 0 0,0 0-1 0 0,0 0 1 0 0,0 0 0 0 0,-1 0-1 0 0,1-1 1 0 0,-1 1-1 0 0,1 0 1 0 0,-1-1-1 0 0,0 1 1 0 0,2-5-1 0 0,-1-2 14 0 0,0 0 1 0 0,-1 0-1 0 0,0 0 0 0 0,-1 1 0 0 0,0-11 0 0 0,0 18 6 0 0,2 15 258 0 0,0 1 0 0 0,1-1-1 0 0,7 21 1 0 0,1 5-244 0 0,-5-12-423 0 0,8 32-823 0 0,-3-21-5287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4.0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 2521 0 0,'-3'8'854'0'0,"0"1"1"0"0,1-1-1 0 0,-1 1 1 0 0,2 0-1 0 0,0 0 1 0 0,0-1-1 0 0,0 1 1 0 0,1 0 0 0 0,1 9-1 0 0,-1-13-670 0 0,0 0-1 0 0,0-1 1 0 0,1 1 0 0 0,0-1-1 0 0,0 1 1 0 0,0-1 0 0 0,0 1-1 0 0,1-1 1 0 0,-1 1-1 0 0,1-1 1 0 0,0 0 0 0 0,1 0-1 0 0,-1 0 1 0 0,1 0 0 0 0,0-1-1 0 0,-1 1 1 0 0,2 0-1 0 0,5 5 1 0 0,-7-9-122 0 0,-1 1-1 0 0,0 0 1 0 0,1 0 0 0 0,-1-1-1 0 0,1 1 1 0 0,0-1-1 0 0,-1 1 1 0 0,1-1 0 0 0,-1 0-1 0 0,1 1 1 0 0,0-1-1 0 0,-1 0 1 0 0,1 0 0 0 0,0 0-1 0 0,-1 0 1 0 0,1-1-1 0 0,-1 1 1 0 0,1 0 0 0 0,0-1-1 0 0,-1 1 1 0 0,1-1-1 0 0,2-1 1 0 0,-1 0 22 0 0,0 0 1 0 0,0 0-1 0 0,-1 0 0 0 0,1 0 1 0 0,-1-1-1 0 0,1 0 1 0 0,-1 1-1 0 0,0-1 0 0 0,0 0 1 0 0,2-4-1 0 0,0 0 41 0 0,-1 1 0 0 0,0 0-1 0 0,-1-1 1 0 0,1 0 0 0 0,-2 1 0 0 0,1-1 0 0 0,0 0 0 0 0,-1 0 0 0 0,-1 0-1 0 0,1-10 1 0 0,-1 15-109 0 0,0 0 0 0 0,0 1 0 0 0,0-1 0 0 0,0 0 0 0 0,-1 0 0 0 0,1 1 0 0 0,-1-1 0 0 0,1 0 0 0 0,-1 0 0 0 0,1 1-1 0 0,-1-1 1 0 0,0 1 0 0 0,0-1 0 0 0,0 0 0 0 0,0 1 0 0 0,0 0 0 0 0,0-1 0 0 0,0 1 0 0 0,-1 0 0 0 0,1-1 0 0 0,0 1 0 0 0,-1 0 0 0 0,1 0-1 0 0,-1 0 1 0 0,1 0 0 0 0,-1 0 0 0 0,0 1 0 0 0,1-1 0 0 0,-1 0 0 0 0,0 1 0 0 0,0-1 0 0 0,1 1 0 0 0,-1 0 0 0 0,0 0 0 0 0,0-1 0 0 0,-1 1 0 0 0,-29 8-2267 0 0,3 10-4055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4.4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1 7602 0 0,'-2'53'7560'0'0,"-3"2"-4758"0"0,-20 112-5469 0 0,21-153 284 0 0,1-20-2036 0 0,2-24-999 0 0,3 15 3037 0 0</inkml:trace>
  <inkml:trace contextRef="#ctx0" brushRef="#br0" timeOffset="1">30 63 2609 0 0,'13'11'9159'0'0,"7"15"-5539"0"0,-1-2-2406 0 0,-12-17-1065 0 0,1 0 0 0 0,0-1-1 0 0,0 0 1 0 0,18 10 0 0 0,10-5-2012 0 0,-34-11 1447 0 0,0 1-1 0 0,0-1 0 0 0,0 0 0 0 0,0-1 1 0 0,0 1-1 0 0,1 0 0 0 0,-1-1 0 0 0,0 1 1 0 0,0-1-1 0 0,0 0 0 0 0,0 1 0 0 0,0-1 0 0 0,3-2 1 0 0,-4 2 243 0 0,-1 1-1 0 0,1-1 1 0 0,-1 1 0 0 0,1 0 0 0 0,-1-1 0 0 0,0 1-1 0 0,1-1 1 0 0,-1 0 0 0 0,0 1 0 0 0,1-1 0 0 0,-1 1 0 0 0,0-1-1 0 0,0 1 1 0 0,1-1 0 0 0,-1 0 0 0 0,0 1 0 0 0,0-1 0 0 0,0 0-1 0 0,0 1 1 0 0,0-1 0 0 0,0 0 0 0 0,0 1 0 0 0,0-1-1 0 0,0 1 1 0 0,0-1 0 0 0,0 0 0 0 0,0 1 0 0 0,-1-1 0 0 0,1 0-1 0 0,0 1 1 0 0,0-1 0 0 0,-1 1 0 0 0,1-1 0 0 0,-1 0 0 0 0,0-3-458 0 0,1-3-1822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4.8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4001 0 0,'16'46'7044'0'0,"16"56"-5857"0"0,-7-32-5406 0 0,-20-57 1993 0 0</inkml:trace>
  <inkml:trace contextRef="#ctx0" brushRef="#br0" timeOffset="1">65 94 3841 0 0,'0'1'330'0'0,"0"0"1"0"0,0-1 0 0 0,0 1-1 0 0,1 0 1 0 0,-1 0-1 0 0,0-1 1 0 0,0 1-1 0 0,0 0 1 0 0,1-1 0 0 0,-1 1-1 0 0,0-1 1 0 0,1 1-1 0 0,-1 0 1 0 0,1-1 0 0 0,-1 1-1 0 0,1-1 1 0 0,-1 1-1 0 0,1-1 1 0 0,-1 1-1 0 0,1-1 1 0 0,-1 1 0 0 0,1-1-1 0 0,0 0 1 0 0,-1 1-1 0 0,2-1 1 0 0,23 5 1928 0 0,23-10-2176 0 0,-38 2-147 0 0,12-4-1526 0 0,-22 7 1387 0 0,0 0 0 0 0,1 0 0 0 0,-1 0 0 0 0,1 0 0 0 0,-1 0 0 0 0,0 0 0 0 0,1-1 0 0 0,-1 1 0 0 0,0 0 0 0 0,0 0 0 0 0,1 0 0 0 0,-1-1 0 0 0,0 1 0 0 0,1 0 1 0 0,-1-1-1 0 0,0 1 0 0 0,0 0 0 0 0,0 0 0 0 0,1-1 0 0 0,-1 1 0 0 0,0 0 0 0 0,0-1 0 0 0,0 1 0 0 0,0 0 0 0 0,0-1 0 0 0,1 1 0 0 0,-1-1 0 0 0,0 1 0 0 0,0 0 0 0 0,0-1 0 0 0,0 1 0 0 0,0 0 0 0 0,0-1 0 0 0,0 1 0 0 0,0 0 0 0 0,0-1 0 0 0,-1 1 0 0 0,1-1 0 0 0,0 1 0 0 0,0-1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5.3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0 5561 0 0,'-4'27'4250'0'0,"2"18"-3035"0"0,0-13-996 0 0,2-31-205 0 0,0 0 0 0 0,0 0 0 0 0,0 0 0 0 0,0 1 0 0 0,0-1 0 0 0,0 0 0 0 0,0 0 0 0 0,0 0 0 0 0,0 0 1 0 0,1 0-1 0 0,-1 0 0 0 0,0 0 0 0 0,1 0 0 0 0,-1 0 0 0 0,1 0 0 0 0,-1 0 0 0 0,1 0 0 0 0,-1 0 0 0 0,1 0 0 0 0,0 0 0 0 0,0 0 0 0 0,-1 0 0 0 0,1-1 0 0 0,0 1 0 0 0,0 0 0 0 0,1 0 0 0 0,0 0 61 0 0,1 0-1 0 0,-1 0 1 0 0,0-1-1 0 0,1 1 0 0 0,-1-1 1 0 0,0 0-1 0 0,1 0 1 0 0,-1 0-1 0 0,0 0 1 0 0,1 0-1 0 0,-1 0 1 0 0,3-1-1 0 0,11-3 509 0 0,0 0 1 0 0,-1-1-1 0 0,17-7 0 0 0,-18 6-129 0 0,11-6 60 0 0,-21 10-578 0 0,0-1 0 0 0,1 1 0 0 0,-1-1 0 0 0,1 1 0 0 0,0 1 0 0 0,0-1 0 0 0,0 1 0 0 0,0-1 0 0 0,0 1 0 0 0,0 1 0 0 0,0-1 0 0 0,7 1 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5.7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 4129 0 0,'13'-3'8019'0'0,"23"7"-5901"0"0,-22-2-950 0 0,21-3 412 0 0,-28 0-1264 0 0,0 0 1 0 0,0 1 0 0 0,0 0 0 0 0,0 0-1 0 0,0 0 1 0 0,0 1 0 0 0,0 0-1 0 0,12 4 1 0 0,-18-4-240 0 0,0 1 0 0 0,0-1-1 0 0,0 0 1 0 0,0 1 0 0 0,0-1 0 0 0,-1 1-1 0 0,1-1 1 0 0,0 1 0 0 0,-1-1-1 0 0,1 1 1 0 0,-1-1 0 0 0,0 1 0 0 0,1 0-1 0 0,-1-1 1 0 0,0 1 0 0 0,0 0-1 0 0,0-1 1 0 0,0 1 0 0 0,0-1 0 0 0,0 1-1 0 0,-1 0 1 0 0,0 2 0 0 0,-9 44-69 0 0,8-44 4 0 0,-17 61-971 0 0,0-3-1366 0 0,6 0-3621 0 0,13-65 3636 0 0,6-32-2005 0 0,-5 30 5200 0 0,0-1-1 0 0,0 0 1 0 0,0 1-1 0 0,1-1 1 0 0,0 1-1 0 0,1 0 1 0 0,-1 0-1 0 0,6-10 1 0 0,-6 15-724 0 0,0-1 0 0 0,0 0-1 0 0,-1 1 1 0 0,1-1 0 0 0,0 1 0 0 0,0-1 0 0 0,0 1 0 0 0,0 0-1 0 0,0 0 1 0 0,0 0 0 0 0,0 0 0 0 0,0 0 0 0 0,-1 0 0 0 0,1 1-1 0 0,0-1 1 0 0,0 0 0 0 0,0 1 0 0 0,0 0 0 0 0,-1-1 0 0 0,1 1-1 0 0,0 0 1 0 0,0 0 0 0 0,1 1 0 0 0,40 24 36 0 0,-12-7-1206 0 0,-12-13-2183 0 0,-18-5 1947 0 0,-1-1 996 0 0,1 0-1 0 0,-1 0 1 0 0,0 0 0 0 0,0 0 0 0 0,1 0 0 0 0,-1 0 0 0 0,0 0-1 0 0,1 0 1 0 0,-1 0 0 0 0,0 0 0 0 0,1 0 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6.1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 2312 0 0,'2'-3'7998'0'0,"7"13"-5444"0"0,10 18-1386 0 0,-9-4-556 0 0,-2-1 0 0 0,9 47 0 0 0,-2 10-3287 0 0,-12-56 500 0 0,-10-43-3316 0 0,3 13 6448 0 0,1-1 1 0 0,0 1 0 0 0,1-1 0 0 0,0 0 0 0 0,0 1 0 0 0,0-1 0 0 0,-1-12-1 0 0,14 15 2786 0 0,22 7-2562 0 0,-14-1-923 0 0,-14-2-330 0 0,37-8-1924 0 0,-41 8 1697 0 0,0 0 1 0 0,0-1-1 0 0,0 1 1 0 0,0-1-1 0 0,0 1 1 0 0,0-1-1 0 0,-1 1 1 0 0,1-1-1 0 0,0 0 1 0 0,0 1-1 0 0,-1-1 1 0 0,1 0-1 0 0,0 0 1 0 0,-1 0-1 0 0,1 0 0 0 0,0 1 1 0 0,-1-1-1 0 0,1 0 1 0 0,-1 0-1 0 0,0 0 1 0 0,1 0-1 0 0,-1 0 1 0 0,0 0-1 0 0,0 0 1 0 0,1 0-1 0 0,-1 0 1 0 0,0 0-1 0 0,0 0 1 0 0,0 0-1 0 0,0 0 1 0 0,0 0-1 0 0,0-1 0 0 0,-1 1 1 0 0,1 0-1 0 0,-1-1 1 0 0,0-6-3762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6.5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51 5049 0 0,'41'-19'7355'0'0,"5"0"-4691"0"0,-38 16-2433 0 0,0 1 0 0 0,1 0 1 0 0,-1 0-1 0 0,1 0 0 0 0,-1 1 0 0 0,1 1 0 0 0,-1-1 0 0 0,1 1 1 0 0,9 2-1 0 0,-16-2-148 0 0,0 1 0 0 0,1 0 0 0 0,-1 0 0 0 0,0 0 0 0 0,0 0 0 0 0,0 1 0 0 0,0-1 1 0 0,0 0-1 0 0,0 1 0 0 0,-1-1 0 0 0,1 1 0 0 0,0 0 0 0 0,-1 0 0 0 0,1-1 0 0 0,-1 1 0 0 0,1 0 1 0 0,-1 0-1 0 0,0 0 0 0 0,0 1 0 0 0,0-1 0 0 0,0 0 0 0 0,0 0 0 0 0,-1 1 0 0 0,1-1 0 0 0,-1 0 0 0 0,1 4 1 0 0,1 10-23 0 0,0-1 1 0 0,-1 1 0 0 0,-2 16-1 0 0,1-9-203 0 0,0 43-1052 0 0,0-19-1286 0 0,2 0-3544 0 0,-6-38 127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6.9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 6713 0 0,'1'0'324'0'0,"1"-1"-1"0"0,-1 1 1 0 0,0 0-1 0 0,0 0 0 0 0,1 0 1 0 0,-1-1-1 0 0,0 1 0 0 0,1 0 1 0 0,-1 1-1 0 0,0-1 0 0 0,1 0 1 0 0,-1 0-1 0 0,0 0 1 0 0,0 1-1 0 0,1-1 0 0 0,-1 1 1 0 0,0-1-1 0 0,0 1 0 0 0,0-1 1 0 0,1 1-1 0 0,0 1 0 0 0,19 26 1653 0 0,-16-15-1947 0 0,0 0-1 0 0,-1 0 1 0 0,3 15-1 0 0,-7-25 190 0 0,29 143-890 0 0,-22-48-5521 0 0,-7-98 6032 0 0,0-1-1 0 0,-4-1-3548 0 0,4 2 3549 0 0,-1 0 0 0 0,1 0-1 0 0,0 0 1 0 0,0 0 0 0 0,-1 0-1 0 0,1 0 1 0 0,0 0 0 0 0,0 1-1 0 0,0-1 1 0 0,-1 0 0 0 0,1 0-1 0 0,0 0 1 0 0,-2 2-1613 0 0,1-8 472 0 0</inkml:trace>
  <inkml:trace contextRef="#ctx0" brushRef="#br0" timeOffset="1">85 254 1464 0 0,'-3'-15'2292'0'0,"-4"-28"3073"0"0,7 42-5185 0 0,0 0 1 0 0,0 1-1 0 0,1-1 1 0 0,-1 0-1 0 0,0 0 1 0 0,0 0-1 0 0,0 0 1 0 0,1 0-1 0 0,-1 1 0 0 0,0-1 1 0 0,1 0-1 0 0,-1 0 1 0 0,1 1-1 0 0,-1-1 1 0 0,1 0-1 0 0,-1 1 1 0 0,1-1-1 0 0,0 0 1 0 0,-1 1-1 0 0,1-1 1 0 0,0 1-1 0 0,-1-1 1 0 0,1 1-1 0 0,0-1 1 0 0,0 1-1 0 0,-1-1 1 0 0,1 1-1 0 0,0 0 1 0 0,0 0-1 0 0,0-1 1 0 0,0 1-1 0 0,-1 0 1 0 0,1 0-1 0 0,0 0 1 0 0,0 0-1 0 0,0 0 1 0 0,0 0-1 0 0,0 0 1 0 0,0 0-1 0 0,1 0 1 0 0,15 2 260 0 0,69 1 1313 0 0,-81-3-2049 0 0,0 0 0 0 0,0-1 0 0 0,0 0 0 0 0,0 0 0 0 0,0 0 0 0 0,0 0-1 0 0,0-1 1 0 0,0 0 0 0 0,-1 0 0 0 0,1 0 0 0 0,-1 0 0 0 0,1-1 0 0 0,7-6-1 0 0,-11 8-291 0 0,0 0 0 0 0,0 0 0 0 0,0-1-1 0 0,0 1 1 0 0,0 0 0 0 0,-1-1 0 0 0,1 1-1 0 0,0-1 1 0 0,-1 1 0 0 0,1-1 0 0 0,-1 1-1 0 0,1-1 1 0 0,-1-2 0 0 0,0-2-3808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7.3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6889 0 0,'8'7'6500'0'0,"-6"9"-4404"0"0,-4 20-2957 0 0,2-28 1460 0 0,2 58-1489 0 0,0-41-2238 0 0,-2 1-4674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7.7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91 5793 0 0,'11'4'6077'0'0,"6"-6"-3300"0"0,22-10-1882 0 0,-24 7 115 0 0,39-5-225 0 0,34-10-1818 0 0,-81 18-93 0 0,0-1-1 0 0,0 0 1 0 0,0-1 0 0 0,0 1-1 0 0,7-6 1 0 0,-9-3-3645 0 0,-4 6 2150 0 0,0 2 635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8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59 3673 0 0,'-2'2'163'0'0,"1"0"0"0"0,0-1 1 0 0,0 1-1 0 0,-1 0 0 0 0,1 0 1 0 0,0 0-1 0 0,0 0 0 0 0,1 0 1 0 0,-1 0-1 0 0,0 1 0 0 0,1-1 1 0 0,-1 0-1 0 0,1 0 0 0 0,0 0 1 0 0,0 1-1 0 0,0-1 0 0 0,0 0 0 0 0,0 0 1 0 0,0 0-1 0 0,0 1 0 0 0,1-1 1 0 0,-1 0-1 0 0,1 0 0 0 0,0 0 1 0 0,-1 0-1 0 0,1 0 0 0 0,0 0 1 0 0,0 0-1 0 0,1 0 0 0 0,-1 0 1 0 0,0 0-1 0 0,0 0 0 0 0,1-1 1 0 0,-1 1-1 0 0,1-1 0 0 0,0 1 1 0 0,-1-1-1 0 0,1 1 0 0 0,0-1 0 0 0,0 0 1 0 0,2 1-1 0 0,1 1 85 0 0,0 0-1 0 0,0-1 1 0 0,0 1-1 0 0,1-1 1 0 0,-1 0-1 0 0,0-1 1 0 0,1 0-1 0 0,-1 1 1 0 0,1-2-1 0 0,0 1 1 0 0,-1-1-1 0 0,1 1 1 0 0,0-2-1 0 0,-1 1 1 0 0,9-2-1 0 0,-9 0-47 0 0,1 0-1 0 0,0 0 0 0 0,-1 0 0 0 0,0-1 0 0 0,0 0 0 0 0,0 0 0 0 0,0-1 0 0 0,0 1 0 0 0,0-1 1 0 0,-1 0-1 0 0,0-1 0 0 0,0 1 0 0 0,0 0 0 0 0,6-11 0 0 0,-9 13-132 0 0,0 0 1 0 0,0 0-1 0 0,0 0 1 0 0,0 0-1 0 0,-1 0 0 0 0,1 0 1 0 0,-1 0-1 0 0,1 0 0 0 0,-1 0 1 0 0,0 0-1 0 0,0-1 0 0 0,0 1 1 0 0,0 0-1 0 0,0 0 1 0 0,0 0-1 0 0,-1 0 0 0 0,0-4 1 0 0,-1 3-48 0 0,1 1 0 0 0,-1-1-1 0 0,0 1 1 0 0,1-1 0 0 0,-1 1 0 0 0,0 0 0 0 0,0 0 0 0 0,0-1 0 0 0,-1 2 0 0 0,1-1 0 0 0,-1 0 0 0 0,1 0 0 0 0,-1 1 0 0 0,1-1 0 0 0,-1 1 0 0 0,-4-2 0 0 0,-2-1-429 0 0,-1 0 0 0 0,1 1 0 0 0,-1 0 0 0 0,-15-2 0 0 0,21 4-161 0 0,0 1-1 0 0,0 0 1 0 0,0 0-1 0 0,0 0 0 0 0,0 1 1 0 0,0-1-1 0 0,0 1 0 0 0,1 0 1 0 0,-1 0-1 0 0,0 0 1 0 0,0 1-1 0 0,1-1 0 0 0,-1 1 1 0 0,-5 4-1 0 0,0-3-4125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8.4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0 3721 0 0,'-1'11'9167'0'0,"2"16"-7669"0"0,0-11-934 0 0,-2 18 63 0 0,4 63 0 0 0,-1-86-1728 0 0,0 0 0 0 0,0 0 0 0 0,1 0 0 0 0,1-1 0 0 0,7 18 0 0 0,-8-23-2256 0 0,-4-13-2436 0 0</inkml:trace>
  <inkml:trace contextRef="#ctx0" brushRef="#br0" timeOffset="1">8 180 2601 0 0,'10'-9'6423'0'0,"8"5"-3358"0"0,26 5-2284 0 0,-23 0-438 0 0,-19-2-327 0 0,25-2-1665 0 0,-27 3 1516 0 0,1 0 1 0 0,-1 0 0 0 0,0 0-1 0 0,1 0 1 0 0,-1 0 0 0 0,0 0 0 0 0,1 0-1 0 0,-1 0 1 0 0,0 0 0 0 0,1 0-1 0 0,-1 0 1 0 0,0-1 0 0 0,1 1 0 0 0,-1 0-1 0 0,0 0 1 0 0,0 0 0 0 0,1 0-1 0 0,-1 0 1 0 0,0-1 0 0 0,1 1 0 0 0,-1 0-1 0 0,0 0 1 0 0,0-1 0 0 0,0 1-1 0 0,1 0 1 0 0,-1 0 0 0 0,0-1 0 0 0,0 1-1 0 0,0 0 1 0 0,0-1 0 0 0,1 1-1 0 0,-1 0 1 0 0,0 0 0 0 0,0-1 0 0 0,0 1-1 0 0,0 0 1 0 0,0-1 0 0 0,0 1-1 0 0,0 0 1 0 0,0-1 0 0 0,0 1 0 0 0,0 0-1 0 0,0-1 1 0 0,0 1 0 0 0,0 0-1 0 0,0-1 1 0 0,0 1 0 0 0,0 0 0 0 0,-1-1-1 0 0,1 1 1 0 0,0 0 0 0 0,0 0-1 0 0,0-1 1 0 0,0 1 0 0 0,-1 0-1 0 0,1 0 1 0 0,0-1 0 0 0,0 1 0 0 0,-1 0-1 0 0,1 0 1 0 0,0-1 0 0 0,0 1-1 0 0,-1 0 1 0 0,1 0 0 0 0,-1 0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8.8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0 4017 0 0,'-3'6'519'0'0,"0"0"-1"0"0,0 0 1 0 0,1 1 0 0 0,-1-1 0 0 0,2 0 0 0 0,-1 1 0 0 0,1-1-1 0 0,0 1 1 0 0,0 0 0 0 0,1-1 0 0 0,-1 1 0 0 0,2 0-1 0 0,-1-1 1 0 0,3 14 0 0 0,-3-18-409 0 0,1 0 0 0 0,-1 1 0 0 0,1-1 0 0 0,-1 0 0 0 0,1 0 0 0 0,0 1 0 0 0,0-1 0 0 0,0 0 0 0 0,0 0 0 0 0,0 0 0 0 0,1 0 1 0 0,-1 0-1 0 0,1 0 0 0 0,-1 0 0 0 0,1-1 0 0 0,0 1 0 0 0,-1-1 0 0 0,1 1 0 0 0,0-1 0 0 0,0 1 0 0 0,0-1 0 0 0,0 0 0 0 0,0 0 0 0 0,1 0 0 0 0,-1 0 0 0 0,0 0 0 0 0,0-1 0 0 0,1 1 0 0 0,-1-1 0 0 0,0 1 0 0 0,1-1 0 0 0,-1 0 0 0 0,0 0 0 0 0,1 0 1 0 0,-1 0-1 0 0,1 0 0 0 0,-1-1 0 0 0,0 1 0 0 0,1-1 0 0 0,-1 0 0 0 0,0 1 0 0 0,0-1 0 0 0,3-2 0 0 0,11-4-152 0 0,-1 0 0 0 0,-1-1 0 0 0,0-1 0 0 0,0-1 0 0 0,0 0 0 0 0,-1-1 0 0 0,20-21 0 0 0,-30 30-1689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9.2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46 3377 0 0,'-8'-1'9939'0'0,"28"-6"-8451"0"0,-12 3-885 0 0,49-24 2046 0 0,-55 27-2548 0 0,1 0 0 0 0,-1 0-1 0 0,0 1 1 0 0,1-1 0 0 0,-1 0-1 0 0,0 1 1 0 0,1 0 0 0 0,-1-1-1 0 0,1 1 1 0 0,-1 0 0 0 0,0 0-1 0 0,1 0 1 0 0,-1 0 0 0 0,1 1-1 0 0,-1-1 1 0 0,1 1 0 0 0,-1 0-1 0 0,0-1 1 0 0,0 1 0 0 0,1 0-1 0 0,1 2 1 0 0,-2-1-31 0 0,0 0-1 0 0,0 1 1 0 0,-1 0-1 0 0,1-1 1 0 0,-1 1 0 0 0,0 0-1 0 0,0-1 1 0 0,0 1 0 0 0,0 0-1 0 0,0 0 1 0 0,-1 0-1 0 0,1 0 1 0 0,-1 0 0 0 0,0 3-1 0 0,0 49 27 0 0,-1-43-144 0 0,-4 40-1057 0 0,-1-6-1333 0 0,8-3-3849 0 0,2-57-4622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09.6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0 175 2585 0 0,'6'-11'9025'0'0,"26"-11"-5836"0"0,0 0-2493 0 0,-8-11-194 0 0,-20 28-111 0 0,-1-1 1 0 0,1 0-1 0 0,1 1 0 0 0,-1 0 1 0 0,1 0-1 0 0,0 0 1 0 0,9-7-1 0 0,-15 55 1958 0 0,-1-3-2794 0 0,4 68 1 0 0,10-10-7283 0 0</inkml:trace>
  <inkml:trace contextRef="#ctx0" brushRef="#br0" timeOffset="1">233 4 4497 0 0,'0'0'118'0'0,"0"0"-1"0"0,0 0 1 0 0,0 0-1 0 0,0-1 1 0 0,0 1-1 0 0,0 0 1 0 0,1 0 0 0 0,-1 0-1 0 0,0 0 1 0 0,0-1-1 0 0,0 1 1 0 0,0 0-1 0 0,0 0 1 0 0,0 0 0 0 0,1 0-1 0 0,-1-1 1 0 0,0 1-1 0 0,0 0 1 0 0,0 0-1 0 0,0 0 1 0 0,1 0 0 0 0,-1 0-1 0 0,0 0 1 0 0,0 0-1 0 0,0 0 1 0 0,1 0-1 0 0,-1 0 1 0 0,0-1 0 0 0,0 1-1 0 0,0 0 1 0 0,1 0-1 0 0,-1 0 1 0 0,0 0-1 0 0,0 0 1 0 0,0 0 0 0 0,1 1-1 0 0,-1-1 1 0 0,0 0-1 0 0,0 0 1 0 0,0 0-1 0 0,1 0 1 0 0,-1 0 0 0 0,0 0-1 0 0,0 0 1 0 0,0 0-1 0 0,1 0 1 0 0,-1 0-1 0 0,0 1 1 0 0,9 12 2242 0 0,2 15-616 0 0,-8-13-1387 0 0,0 1 1 0 0,-1-1 0 0 0,-1 1-1 0 0,0 0 1 0 0,-1-1-1 0 0,-1 1 1 0 0,0 0-1 0 0,-6 23 1 0 0,4-21-1180 0 0,0-1-1 0 0,1 1 1 0 0,1 0-1 0 0,1 0 1 0 0,4 34-1 0 0,-1-47-3480 0 0,-1-12-618 0 0,0 1 2188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0.3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36 3185 0 0,'-15'-31'5406'0'0,"7"29"-2251"0"0,3 22-1760 0 0,5-12-1322 0 0,1 0 0 0 0,0 1-1 0 0,0-1 1 0 0,0 0 0 0 0,1 0-1 0 0,0 0 1 0 0,1-1 0 0 0,0 1-1 0 0,0 0 1 0 0,1-1-1 0 0,-1 0 1 0 0,2 0 0 0 0,-1 0-1 0 0,7 7 1 0 0,-9-11-42 0 0,-1-1 1 0 0,1 0-1 0 0,1 1 1 0 0,-1-1-1 0 0,0 0 1 0 0,1 0-1 0 0,-1 0 1 0 0,1-1-1 0 0,-1 1 1 0 0,1-1-1 0 0,0 1 0 0 0,-1-1 1 0 0,1 0-1 0 0,0 0 1 0 0,0 0-1 0 0,0-1 1 0 0,0 1-1 0 0,0-1 1 0 0,0 1-1 0 0,0-1 1 0 0,0 0-1 0 0,0 0 0 0 0,1 0 1 0 0,-1-1-1 0 0,0 1 1 0 0,0-1-1 0 0,0 1 1 0 0,0-1-1 0 0,-1 0 1 0 0,1 0-1 0 0,0-1 1 0 0,0 1-1 0 0,-1-1 0 0 0,1 1 1 0 0,0-1-1 0 0,-1 0 1 0 0,0 0-1 0 0,1 0 1 0 0,-1 0-1 0 0,3-3 1 0 0,-3 2 63 0 0,1 0 0 0 0,-1 0 0 0 0,1 0 0 0 0,-1-1 1 0 0,0 1-1 0 0,-1-1 0 0 0,1 1 0 0 0,0-1 0 0 0,-1 0 1 0 0,0 1-1 0 0,0-1 0 0 0,0 0 0 0 0,0 0 0 0 0,-1 0 0 0 0,1 0 1 0 0,-1 0-1 0 0,0 0 0 0 0,0 0 0 0 0,-1 0 0 0 0,1 0 1 0 0,-1 1-1 0 0,0-1 0 0 0,0 0 0 0 0,0 0 0 0 0,-2-4 0 0 0,2 5-179 0 0,0 0-1 0 0,0 1 0 0 0,-1-1 0 0 0,1 0 0 0 0,-1 1 0 0 0,0-1 0 0 0,0 1 0 0 0,0-1 0 0 0,0 1 0 0 0,0 0 0 0 0,0 0 0 0 0,-1 0 0 0 0,1 0 0 0 0,-1 0 0 0 0,1 0 0 0 0,-1 1 0 0 0,0-1 0 0 0,1 1 0 0 0,-1 0 0 0 0,0 0 0 0 0,0 0 0 0 0,0 0 0 0 0,0 0 0 0 0,0 1 0 0 0,0-1 0 0 0,0 1 0 0 0,0 0 0 0 0,0 0 0 0 0,0 0 0 0 0,0 0 0 0 0,-1 1 0 0 0,-3 0 0 0 0,-26 13-4196 0 0,17 0-1469 0 0,16-3 2390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0.6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59 3481 0 0,'32'8'11181'0'0,"7"-9"-7604"0"0,41-17-5187 0 0,-56 12 2454 0 0,41-13-2333 0 0,-24 7-1297 0 0,0 2-4243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1.0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225 66 1336 0 0,'-1'-3'270'0'0,"-13"-28"1709"0"0,14 29-1794 0 0,0 1-1 0 0,-1 0 0 0 0,1-1 0 0 0,0 1 0 0 0,0 0 0 0 0,-1-1 0 0 0,1 1 0 0 0,0-1 1 0 0,0 1-1 0 0,1 0 0 0 0,-1-1 0 0 0,0 1 0 0 0,0 0 0 0 0,1-1 0 0 0,-1 1 0 0 0,1 0 1 0 0,-1-1-1 0 0,1 1 0 0 0,-1 0 0 0 0,1 0 0 0 0,0 0 0 0 0,0-2 0 0 0,0 4-50 0 0,0-1 1 0 0,-1 0-1 0 0,1 0 0 0 0,0 0 0 0 0,-1 1 0 0 0,1-1 0 0 0,-1 0 0 0 0,1 1 0 0 0,-1-1 0 0 0,1 0 1 0 0,-1 1-1 0 0,1-1 0 0 0,-1 1 0 0 0,1-1 0 0 0,-1 1 0 0 0,1-1 0 0 0,-1 1 0 0 0,1-1 0 0 0,-1 1 0 0 0,0-1 1 0 0,0 1-1 0 0,1 0 0 0 0,-1-1 0 0 0,0 1 0 0 0,0-1 0 0 0,0 1 0 0 0,1 0 0 0 0,-1-1 0 0 0,0 1 1 0 0,0 0-1 0 0,0-1 0 0 0,0 2 0 0 0,7 24 916 0 0,27 164 2192 0 0,-21-62-9499 0 0,-13-128 6111 0 0,0 0 0 0 0,0 0 0 0 0,1 0 1 0 0,-1 1-1 0 0,0-1 0 0 0,0 0 0 0 0,0 0 0 0 0,0 0 0 0 0,0 1 1 0 0,0-1-1 0 0,0 0 0 0 0,0 0 0 0 0,0 1 0 0 0,0-1 0 0 0,0 0 1 0 0,0 0-1 0 0,0 0 0 0 0,0 1 0 0 0,0-1 0 0 0,0 0 1 0 0,0 0-1 0 0,0 1 0 0 0,0-1 0 0 0,0 0 0 0 0,0 0 0 0 0,-1 0 1 0 0,1 1-1 0 0,0-1 0 0 0,0 0 0 0 0,0 0 0 0 0,0 0 0 0 0,-1 1-583 0 0,1-1 583 0 0,0 0 1 0 0,-1 0-1 0 0,1 0 0 0 0,0 1 0 0 0,0-1 0 0 0,0 0 0 0 0,-1 0 1 0 0,1 0-1 0 0,0 0 0 0 0,0 0 0 0 0,-1 0 0 0 0</inkml:trace>
  <inkml:trace contextRef="#ctx0" brushRef="#br0" timeOffset="1">13 294 5929 0 0,'-3'6'781'0'0,"1"0"0"0"0,0 0 0 0 0,0 0 0 0 0,1 0 0 0 0,0 0 0 0 0,-1 10-1 0 0,4 73-330 0 0,-1-71-14 0 0,10 44-453 0 0,-10-58-423 0 0,0 0 0 0 0,1 0 1 0 0,-1 0-1 0 0,1-1 0 0 0,0 1 0 0 0,0 0 0 0 0,0-1 1 0 0,1 1-1 0 0,-1-1 0 0 0,1 0 0 0 0,-1 0 1 0 0,7 5-1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1.4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59 0 5553 0 0,'5'6'1248'0'0,"0"0"0"0"0,0 0 0 0 0,-1 0 0 0 0,0 0 0 0 0,5 11 1 0 0,12 46 823 0 0,-20-56-2113 0 0,1 0-1 0 0,-1 0 0 0 0,0 0 0 0 0,-1 0 0 0 0,0 0 1 0 0,0 0-1 0 0,0 0 0 0 0,-1 0 0 0 0,0 0 0 0 0,-1 0 1 0 0,1 0-1 0 0,-1 0 0 0 0,-1 0 0 0 0,1 0 1 0 0,-5 7-1 0 0,6-13 13 0 0,1 0 1 0 0,-1 1 0 0 0,0-1-1 0 0,0 0 1 0 0,0 0 0 0 0,0 0-1 0 0,0-1 1 0 0,0 1 0 0 0,0 0-1 0 0,0 0 1 0 0,0 0 0 0 0,0-1-1 0 0,0 1 1 0 0,0-1 0 0 0,-1 1-1 0 0,1-1 1 0 0,0 1-1 0 0,0-1 1 0 0,-1 1 0 0 0,1-1-1 0 0,0 0 1 0 0,0 0 0 0 0,-1 0-1 0 0,-2 0 1 0 0,2-1 57 0 0,-1 1 0 0 0,1-1 0 0 0,-1 0 0 0 0,1 0 0 0 0,0 0 0 0 0,-1 0 0 0 0,1 0 0 0 0,0-1 0 0 0,0 1 0 0 0,0-1 0 0 0,0 1 0 0 0,-3-4 0 0 0,2 2 76 0 0,-1-1 0 0 0,1 1 0 0 0,0-1 0 0 0,0 0 0 0 0,0 0 0 0 0,1-1 0 0 0,-1 1 1 0 0,1-1-1 0 0,0 1 0 0 0,0-1 0 0 0,1 0 0 0 0,-1 1 0 0 0,0-9 0 0 0,2 12-96 0 0,0 0 0 0 0,1 0 1 0 0,-1 0-1 0 0,0 1 1 0 0,1-1-1 0 0,-1 0 1 0 0,1 0-1 0 0,0 0 0 0 0,-1 0 1 0 0,1 0-1 0 0,0 1 1 0 0,-1-1-1 0 0,1 0 0 0 0,0 1 1 0 0,0-1-1 0 0,0 0 1 0 0,-1 1-1 0 0,1-1 1 0 0,0 1-1 0 0,0-1 0 0 0,0 1 1 0 0,0 0-1 0 0,2-1 1 0 0,31-10-826 0 0,-14 6-972 0 0,9-14-2860 0 0,-15 1-1182 0 0,-9 11 3445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1.8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0 4057 0 0,'-12'22'8228'0'0,"5"7"-5081"0"0,1 34-3301 0 0,5-43 831 0 0,2 32-1606 0 0,1-37-2307 0 0,-1-5-4376 0 0,-1-14 4378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2.2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0 4617 0 0,'-1'1'235'0'0,"0"-1"-1"0"0,0 0 1 0 0,0 0 0 0 0,-1 0-1 0 0,1 1 1 0 0,0-1 0 0 0,0 0-1 0 0,0 1 1 0 0,0-1 0 0 0,0 1-1 0 0,0-1 1 0 0,0 1 0 0 0,1-1-1 0 0,-1 1 1 0 0,0 0-1 0 0,0 0 1 0 0,0-1 0 0 0,0 1-1 0 0,1 0 1 0 0,-1 0 0 0 0,0 0-1 0 0,1 0 1 0 0,-1 0 0 0 0,1 0-1 0 0,-1 0 1 0 0,1 0 0 0 0,0 0-1 0 0,-1 1 1 0 0,1 0-88 0 0,0 0 0 0 0,1 0 0 0 0,-1 0 1 0 0,1 0-1 0 0,-1 0 0 0 0,1-1 0 0 0,0 1 0 0 0,0 0 0 0 0,0 0 0 0 0,0-1 0 0 0,0 1 1 0 0,0-1-1 0 0,0 1 0 0 0,3 2 0 0 0,3 3 24 0 0,0-1 1 0 0,1 1-1 0 0,-1-1 1 0 0,1 0-1 0 0,12 6 1 0 0,-16-11-215 0 0,62 27 289 0 0,-61-26-708 0 0,-1-1 0 0 0,1 0 0 0 0,0 0 0 0 0,-1 0 0 0 0,1-1 0 0 0,0 0 0 0 0,6 0 0 0 0,-11 0 305 0 0,1 0 0 0 0,-1 0 0 0 0,1 0 0 0 0,-1 0 0 0 0,0 0 0 0 0,1 0 0 0 0,-1 0 0 0 0,1 0 0 0 0,-1 0 0 0 0,0-1 0 0 0,1 1 0 0 0,-1 0-1 0 0,0 0 1 0 0,1 0 0 0 0,-1-1 0 0 0,0 1 0 0 0,1 0 0 0 0,-1-1 0 0 0,0 1 0 0 0,0 0 0 0 0,1 0 0 0 0,-1-1 0 0 0,0 1 0 0 0,0-1 0 0 0,1 1 0 0 0,-1 0 0 0 0,0-1 0 0 0,0 1 0 0 0,0 0 0 0 0,0-1 0 0 0,0 1 0 0 0,0-1 0 0 0,0 1 0 0 0,0 0 0 0 0,1-1 0 0 0,-1 1-1 0 0,0-1 1 0 0,-1 1 0 0 0,1 0 0 0 0,0-1 0 0 0,0 1 0 0 0,0-1 0 0 0,0 1 0 0 0,0 0 0 0 0,0-1 0 0 0,-1 0 0 0 0,1-3-796 0 0,0-2-1358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2.6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69 2737 0 0,'-6'-12'2076'0'0,"-3"-7"3671"0"0,6 21-3626 0 0,1 13-1583 0 0,3-2-444 0 0,0 1 0 0 0,1-1 0 0 0,0-1 0 0 0,1 1 0 0 0,9 25 1 0 0,-10-34-69 0 0,-1 0 1 0 0,1 1 0 0 0,0-1 0 0 0,0 0-1 0 0,0 0 1 0 0,0 0 0 0 0,1 0 0 0 0,-1-1 0 0 0,1 1-1 0 0,0-1 1 0 0,0 1 0 0 0,1-1 0 0 0,-1 0-1 0 0,1 0 1 0 0,-1-1 0 0 0,1 1 0 0 0,0-1-1 0 0,0 0 1 0 0,0 0 0 0 0,7 3 0 0 0,-9-5 45 0 0,1 0 1 0 0,-1 0-1 0 0,1 0 1 0 0,-1 0-1 0 0,1 0 1 0 0,-1 0-1 0 0,1-1 1 0 0,-1 1 0 0 0,1-1-1 0 0,-1 0 1 0 0,0 0-1 0 0,1 0 1 0 0,-1 0-1 0 0,0 0 1 0 0,0 0-1 0 0,1-1 1 0 0,-1 1-1 0 0,0-1 1 0 0,-1 1-1 0 0,1-1 1 0 0,0 0 0 0 0,0 0-1 0 0,-1 0 1 0 0,1 0-1 0 0,-1 0 1 0 0,1 0-1 0 0,-1 0 1 0 0,0 0-1 0 0,0 0 1 0 0,0-1-1 0 0,0 1 1 0 0,0 0-1 0 0,-1-1 1 0 0,1 1-1 0 0,-1-1 1 0 0,1-4 0 0 0,0 1 94 0 0,0-1 0 0 0,0 1 0 0 0,-1-1 0 0 0,0 1 0 0 0,0 0 0 0 0,0-1 0 0 0,-1 1 0 0 0,0-1 0 0 0,0 1 0 0 0,-1 0 0 0 0,0-1 0 0 0,0 1 0 0 0,-4-8 0 0 0,4 11-172 0 0,0 0 1 0 0,0 0-1 0 0,0 0 0 0 0,-1 0 1 0 0,1 0-1 0 0,-1 0 0 0 0,0 1 1 0 0,0 0-1 0 0,0-1 0 0 0,0 1 1 0 0,0 0-1 0 0,-1 0 0 0 0,1 1 1 0 0,0-1-1 0 0,-1 1 0 0 0,-7-2 1 0 0,-23 0-2748 0 0,-3 7-3580 0 0,20-5 503 0 0,10 0 2381 0 0</inkml:trace>
  <inkml:trace contextRef="#ctx0" brushRef="#br0" timeOffset="1">27 54 3889 0 0,'0'0'119'0'0,"-1"0"0"0"0,1 0-1 0 0,0 0 1 0 0,0 1 0 0 0,-1-1 0 0 0,1 0 0 0 0,0 0 0 0 0,0 0 0 0 0,0 1-1 0 0,0-1 1 0 0,0 0 0 0 0,-1 0 0 0 0,1 1 0 0 0,0-1 0 0 0,0 0-1 0 0,0 0 1 0 0,0 1 0 0 0,0-1 0 0 0,0 0 0 0 0,0 0 0 0 0,0 1 0 0 0,0-1-1 0 0,0 0 1 0 0,0 0 0 0 0,0 1 0 0 0,0-1 0 0 0,0 0 0 0 0,0 0 0 0 0,0 1-1 0 0,0-1 1 0 0,0 0 0 0 0,0 0 0 0 0,0 1 0 0 0,0-1 0 0 0,1 0 0 0 0,-1 0-1 0 0,0 1 1 0 0,0-1 0 0 0,0 0 0 0 0,1 1 0 0 0,12 5 2591 0 0,17-3-304 0 0,0-4-1624 0 0,1-1 1 0 0,-1-2 0 0 0,33-8 0 0 0,37-16-6858 0 0,-99 28 5696 0 0,0 0 0 0 0,1-1 0 0 0,-1 1 0 0 0,1-1 0 0 0,-1 0 0 0 0,0 1 0 0 0,0-1-1 0 0,1 0 1 0 0,-1 0 0 0 0,0 1 0 0 0,0-1 0 0 0,0 0 0 0 0,0 0 0 0 0,0 0 0 0 0,0-1 0 0 0,0 1-1 0 0,0 0 1 0 0,0 0 0 0 0,-1 0 0 0 0,1-1 0 0 0,1-1 0 0 0,0-1-1711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3.0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24 1536 0 0,'-22'-23'11904'0'0,"54"187"-7708"0"0,-6-46-4404 0 0,-23-98-103 0 0,-3-12-179 0 0,1 0 1 0 0,1-1-1 0 0,-1 1 1 0 0,1 0 0 0 0,1-1-1 0 0,-1 1 1 0 0,6 8-1 0 0,-8-16 402 0 0,0 0-1 0 0,0 0 0 0 0,0 1 0 0 0,0-1 0 0 0,0 0 0 0 0,0 0 0 0 0,0 0 0 0 0,0 0 0 0 0,0 1 1 0 0,0-1-1 0 0,0 0 0 0 0,1 0 0 0 0,-1 0 0 0 0,0 0 0 0 0,0 0 0 0 0,0 0 0 0 0,0 0 0 0 0,0 1 1 0 0,1-1-1 0 0,-1 0 0 0 0,0 0 0 0 0,0 0 0 0 0,0 0 0 0 0,0 0 0 0 0,0 0 0 0 0,1 0 0 0 0,-1 0 0 0 0,0 0 1 0 0,0 0-1 0 0,0 0 0 0 0,0 0 0 0 0,1 0 0 0 0,-1 0 0 0 0,0 0 0 0 0,0 0 0 0 0,0 0 0 0 0,0 0 1 0 0,1 0-1 0 0,-1 0 0 0 0,0 0 0 0 0,0 0 0 0 0,0 0 0 0 0,0 0 0 0 0,1-1 0 0 0,-1 1 0 0 0,0 0 1 0 0,0 0-1 0 0,0 0 0 0 0,0 0 0 0 0,0 0 0 0 0,0 0 0 0 0,1 0 0 0 0,-1-1 0 0 0,0 1 0 0 0,0 0 0 0 0,0 0 1 0 0,0 0-1 0 0,0 0 0 0 0,0-1 0 0 0,0 1 0 0 0,0 0 0 0 0,0 0 0 0 0,0 0 0 0 0,0 0 0 0 0,0-1 1 0 0,3-2-1830 0 0,2-1-1907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3.3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0 3193 0 0,'-2'7'10223'0'0,"1"8"-5300"0"0,1 48-5062 0 0,0-45 1138 0 0,-7 93-1043 0 0,0 16-1954 0 0,7-111 292 0 0,1 1-1 0 0,6 30 0 0 0,-3-40-1418 0 0,1-18-4835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3.8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78 2433 0 0,'5'10'7872'0'0,"-3"-5"-7545"0"0,0 0-1 0 0,0 0 1 0 0,1 0 0 0 0,0 0 0 0 0,0-1-1 0 0,5 6 1 0 0,1-1-17 0 0,1-1-1 0 0,0-1 1 0 0,1 0 0 0 0,13 7-1 0 0,-19-11-429 0 0,0-1-1 0 0,0 0 0 0 0,0 0 1 0 0,0 0-1 0 0,0 0 0 0 0,1-1 1 0 0,-1 0-1 0 0,0 0 1 0 0,1-1-1 0 0,-1 1 0 0 0,1-1 1 0 0,6-1-1 0 0,-12 1-1 0 0,1 0 0 0 0,0 0-1 0 0,-1 0 1 0 0,1 0 0 0 0,-1 0 0 0 0,1-1 0 0 0,0 1 0 0 0,-1 0-1 0 0,1 0 1 0 0,-1-1 0 0 0,1 1 0 0 0,-1 0 0 0 0,1-1-1 0 0,-1 1 1 0 0,1-1 0 0 0,-1 1 0 0 0,1-1 0 0 0,-1 1 0 0 0,1-1-1 0 0,-1 1 1 0 0,0-1 0 0 0,1 1 0 0 0,-1-1 0 0 0,0 1-1 0 0,0-1 1 0 0,1 0 0 0 0,-1 1 0 0 0,0-1 0 0 0,0 1-1 0 0,0-1 1 0 0,0 0 0 0 0,0 1 0 0 0,0-1 0 0 0,0 0 0 0 0,0 1-1 0 0,0-1 1 0 0,0 0 0 0 0,0 1 0 0 0,0-1 0 0 0,0 0-1 0 0,-11-24-4520 0 0,10 23 4145 0 0,0-1-1163 0 0</inkml:trace>
  <inkml:trace contextRef="#ctx0" brushRef="#br0" timeOffset="1">63 85 1392 0 0,'-10'-5'4341'0'0,"16"6"-658"0"0,25 5 383 0 0,-16-6-3513 0 0,-1-1 1 0 0,1-1 0 0 0,-1 0 0 0 0,18-5 0 0 0,-25 5-910 0 0,-1 0 0 0 0,0 0 0 0 0,0-1 0 0 0,0 1 1 0 0,0-1-1 0 0,0-1 0 0 0,-1 1 0 0 0,0-1 0 0 0,1 0 1 0 0,-1 0-1 0 0,-1 0 0 0 0,6-6 0 0 0,-10 9-161 0 0,1-1-1 0 0,-1 1 1 0 0,1 0-1 0 0,-1-1 1 0 0,0 1-1 0 0,1 0 1 0 0,-1-1-1 0 0,0 1 1 0 0,0-1-1 0 0,0 1 0 0 0,0 0 1 0 0,0-1-1 0 0,0 1 1 0 0,0-1-1 0 0,-1 1 1 0 0,1 0-1 0 0,-1-1 1 0 0,0-1-1 0 0,7 6-978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4.1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54 304 0 0,'-21'-16'5412'0'0,"19"15"-4884"0"0,-1-1-1 0 0,0 1 1 0 0,1-1 0 0 0,0 1 0 0 0,-1-1 0 0 0,1 0 0 0 0,0 0 0 0 0,0 0 0 0 0,0 0 0 0 0,0-1 0 0 0,0 1 0 0 0,1 0 0 0 0,-1-1 0 0 0,1 1 0 0 0,-3-6 0 0 0,15 34 4612 0 0,4 9-4629 0 0,29 146 313 0 0,-23-58-3737 0 0,-11-58-1711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7:14.5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8170 0 0,'20'5'6990'0'0,"15"14"-4993"0"0,-9-5-1042 0 0,-13-8-774 0 0,-1-1 1 0 0,0 2-1 0 0,-1-1 1 0 0,1 2-1 0 0,-1 0 0 0 0,-1 0 1 0 0,1 1-1 0 0,-1 0 1 0 0,-1 0-1 0 0,16 21 1 0 0,-19-21-144 0 0,-1 0 1 0 0,0 1 0 0 0,0-1 0 0 0,-1 1 0 0 0,0 0-1 0 0,-1 0 1 0 0,0 1 0 0 0,-1-1 0 0 0,0 1 0 0 0,0-1 0 0 0,-1 1-1 0 0,-1-1 1 0 0,0 1 0 0 0,-1 12 0 0 0,-2 7-531 0 0,-2 1 1 0 0,-1-1-1 0 0,-11 31 1 0 0,9-37-2124 0 0,-1 0 0 0 0,-13 23 1 0 0,22-46 2340 0 0,0-1 0 0 0,0 1 0 0 0,-1 0 1 0 0,1-1-1 0 0,0 1 0 0 0,-1 0 0 0 0,1-1 0 0 0,-1 1 1 0 0,1-1-1 0 0,0 1 0 0 0,-1 0 0 0 0,1-1 1 0 0,-1 1-1 0 0,0-1 0 0 0,1 0 0 0 0,-1 1 1 0 0,1-1-1 0 0,-1 1 0 0 0,0-1 0 0 0,1 0 0 0 0,-1 0 1 0 0,0 1-1 0 0,1-1 0 0 0,-1 0 0 0 0,0 0 1 0 0,1 0-1 0 0,-2 1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37.8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 4 1960 0 0,'-8'-4'4249'0'0,"5"20"-4055"0"0,0 0 0 0 0,0 0-1 0 0,2 0 1 0 0,0 0-1 0 0,0 0 1 0 0,2 0 0 0 0,4 30-1 0 0,-1-5-133 0 0,-3 4-58 0 0,-1-28 65 0 0,0 0 0 0 0,1 0 0 0 0,1 0 0 0 0,0-1-1 0 0,1 1 1 0 0,1 0 0 0 0,1-1 0 0 0,6 16 0 0 0,-10-30-52 0 0,0 0 0 0 0,1 0-1 0 0,-1 0 1 0 0,1 0 0 0 0,-1 0 0 0 0,1 0 0 0 0,0-1 0 0 0,0 1 0 0 0,0-1 0 0 0,0 0-1 0 0,0 1 1 0 0,0-1 0 0 0,0 0 0 0 0,0 0 0 0 0,0 0 0 0 0,0 0 0 0 0,1 0 0 0 0,-1-1 0 0 0,0 1-1 0 0,1-1 1 0 0,-1 0 0 0 0,1 1 0 0 0,-1-1 0 0 0,0 0 0 0 0,1 0 0 0 0,-1-1 0 0 0,0 1-1 0 0,1 0 1 0 0,-1-1 0 0 0,0 0 0 0 0,1 1 0 0 0,3-3 0 0 0,-3 2 103 0 0,0 0 1 0 0,0 0-1 0 0,0-1 0 0 0,-1 1 1 0 0,1-1-1 0 0,-1 0 0 0 0,1 0 1 0 0,-1 0-1 0 0,1 0 0 0 0,-1 0 1 0 0,0 0-1 0 0,0-1 1 0 0,0 1-1 0 0,0-1 0 0 0,0 0 1 0 0,-1 1-1 0 0,1-1 0 0 0,-1 0 1 0 0,0 0-1 0 0,0 0 0 0 0,0 0 1 0 0,0 0-1 0 0,0 0 1 0 0,0-6-1 0 0,-10-87 886 0 0,6 81-983 0 0,1-1-1 0 0,0 0 1 0 0,1 0 0 0 0,1 0 0 0 0,1-1-1 0 0,0 1 1 0 0,1 0 0 0 0,7-31 0 0 0,0 32-1975 0 0,-14 28-6444 0 0,4-10 6367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38.3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41 2064 0 0,'-13'-1'5968'0'0,"39"-1"-2931"0"0,-4 0-2664 0 0,63-5 251 0 0,37-6-4214 0 0,-122 13 3407 0 0,1 0 0 0 0,0 0 0 0 0,-1 0 0 0 0,1 0 0 0 0,0 0 0 0 0,-1 0 0 0 0,1 0-1 0 0,0 0 1 0 0,-1 0 0 0 0,1-1 0 0 0,-1 1 0 0 0,1 0 0 0 0,0 0 0 0 0,-1-1-1 0 0,1 1 1 0 0,-1-1 0 0 0,1 1 0 0 0,-1 0 0 0 0,1-1 0 0 0,-1 1 0 0 0,1-1-1 0 0,-1 1 1 0 0,0-1 0 0 0,1 1 0 0 0,-1-1 0 0 0,1 0 0 0 0,-1 1 0 0 0,0-1 0 0 0,0 1-1 0 0,1-1 1 0 0,-1 0 0 0 0,0 1 0 0 0,0-2 0 0 0,0 0-1603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38.7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1592 0 0,'3'4'478'0'0,"0"0"0"0"0,0 0 0 0 0,-1 0 0 0 0,0 0 0 0 0,0 0 0 0 0,0 1-1 0 0,0-1 1 0 0,-1 1 0 0 0,1-1 0 0 0,0 9 0 0 0,7 58 718 0 0,-5-29-540 0 0,30 224 587 0 0,-17-121-1769 0 0,-20-191-7077 0 0,2 32 6020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39.0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 2777 0 0,'12'4'3868'0'0,"13"2"-2163"0"0,-16-5-1479 0 0,0-1 0 0 0,0 0 0 0 0,0-1 1 0 0,0 0-1 0 0,15-4 0 0 0,-16 3-431 0 0,1 0 0 0 0,-1 1-1 0 0,1 0 1 0 0,0 0-1 0 0,16 2 1 0 0,-51 8-7183 0 0,14-6 6592 0 0,5-1 649 0 0,2 0 500 0 0,-1 0 1 0 0,0 0-1 0 0,1 0 0 0 0,0 1 1 0 0,-1 0-1 0 0,1 0 1 0 0,-9 7-1 0 0,12-8-135 0 0,0 1 1 0 0,1-1-1 0 0,-1 1 0 0 0,1 0 1 0 0,0-1-1 0 0,-1 1 0 0 0,1 0 1 0 0,1 0-1 0 0,-1 0 0 0 0,0 0 0 0 0,1 0 1 0 0,-1 0-1 0 0,1 0 0 0 0,0 0 1 0 0,0 0-1 0 0,0 0 0 0 0,0 0 1 0 0,2 4-1 0 0,0 28 923 0 0,2 16-1004 0 0,17 87 0 0 0,-21-137-238 0 0,0-1 0 0 0,0 1 0 0 0,0-1 0 0 0,0 0 0 0 0,0 1 0 0 0,0-1 0 0 0,0 1 0 0 0,0-1 0 0 0,0 0 0 0 0,0 1 0 0 0,0-1 0 0 0,0 1 0 0 0,0-1 0 0 0,0 0 0 0 0,0 1 0 0 0,1-1 0 0 0,-1 0 0 0 0,0 1 0 0 0,0-1 0 0 0,0 0 0 0 0,1 1 0 0 0,-1-1 0 0 0,0 0 0 0 0,0 1 0 0 0,1-1 0 0 0,-1 0 0 0 0,0 1 0 0 0,1-1 0 0 0,-1 0 0 0 0,0 0 0 0 0,1 0 0 0 0,-1 1 0 0 0,0-1 0 0 0,1 0 0 0 0,-1 0 0 0 0,1 0 1 0 0,-1 0-1 0 0,0 0 0 0 0,1 0 0 0 0,6-16-2078 0 0,0-31 207 0 0,-6 32 1636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39.4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112 0 1192 0 0,'0'1'51'0'0,"0"-1"0"0"0,0 0 0 0 0,0 0 0 0 0,0 0 0 0 0,0 0 0 0 0,0 0-1 0 0,0 0 1 0 0,0 0 0 0 0,0 0 0 0 0,0 1 0 0 0,0-1 0 0 0,0 0 0 0 0,0 0 0 0 0,0 0-1 0 0,1 0 1 0 0,-1 0 0 0 0,0 0 0 0 0,0 0 0 0 0,0 0 0 0 0,0 0 0 0 0,0 0 0 0 0,0 1-1 0 0,0-1 1 0 0,0 0 0 0 0,0 0 0 0 0,0 0 0 0 0,1 0 0 0 0,-1 0 0 0 0,0 0 0 0 0,0 0 0 0 0,0 0-1 0 0,0 0 1 0 0,0 0 0 0 0,0 0 0 0 0,0 0 0 0 0,0 0 0 0 0,1 0 0 0 0,-1 0 0 0 0,0 0-1 0 0,0 0 1 0 0,0 0 0 0 0,0 0 0 0 0,0 0 0 0 0,0 0 0 0 0,0 0 0 0 0,0 0 0 0 0,1 0-1 0 0,-1 0 1 0 0,0 0 0 0 0,0 0 0 0 0,0-1 0 0 0,0 1 0 0 0,0 0 0 0 0,0 0 0 0 0,0 0 0 0 0,0 0-1 0 0,0 0 1 0 0,0 0 0 0 0,1 0 0 0 0,-1 0 0 0 0,0 0 0 0 0,0 0 0 0 0,0-1 0 0 0,0 1-1 0 0,0 0 1 0 0,0 0 0 0 0,0 0 0 0 0,6 15 1519 0 0,3 17-66 0 0,-4-9-882 0 0,14 89 1428 0 0,-18-103-2280 0 0,-1 1 1 0 0,0-1-1 0 0,0 1 0 0 0,-1-1 0 0 0,0 1 0 0 0,0-1 1 0 0,-1 0-1 0 0,0 0 0 0 0,-6 14 0 0 0,7-21 93 0 0,0 0 0 0 0,0 1-1 0 0,0-1 1 0 0,-1 0 0 0 0,1 0 0 0 0,-1 0-1 0 0,1 0 1 0 0,-1-1 0 0 0,0 1-1 0 0,1 0 1 0 0,-1-1 0 0 0,0 1-1 0 0,0-1 1 0 0,0 0 0 0 0,0 1 0 0 0,-1-1-1 0 0,1 0 1 0 0,0 0 0 0 0,0-1-1 0 0,-1 1 1 0 0,1 0 0 0 0,-3 0-1 0 0,-3-1 121 0 0,0 1-1 0 0,0-2 1 0 0,0 1 0 0 0,0-1-1 0 0,-10-2 1 0 0,-22-2 2551 0 0,40 10 821 0 0,12 4-1941 0 0,13 7-567 0 0,-17-13-887 0 0,-1-1 0 0 0,1 1-1 0 0,0-2 1 0 0,0 1 0 0 0,0-1-1 0 0,0 0 1 0 0,0-1 0 0 0,0 0-1 0 0,-1 0 1 0 0,1-1 0 0 0,0 0-1 0 0,0 0 1 0 0,12-4 0 0 0,-16 4-353 0 0,0-1 1 0 0,0 0 0 0 0,0 1-1 0 0,-1-1 1 0 0,1-1-1 0 0,0 1 1 0 0,-1 0-1 0 0,0-1 1 0 0,0 0 0 0 0,0 0-1 0 0,0 0 1 0 0,0 0-1 0 0,0 0 1 0 0,-1 0-1 0 0,0-1 1 0 0,0 1 0 0 0,0-1-1 0 0,0 0 1 0 0,0 1-1 0 0,0-1 1 0 0,-1 0 0 0 0,0 0-1 0 0,0 0 1 0 0,0 0-1 0 0,0 0 1 0 0,-1-9-1 0 0,1 2-1171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39.8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3 181 2921 0 0,'0'0'160'0'0,"0"1"0"0"0,-1-1 1 0 0,1 1-1 0 0,0 0 1 0 0,-1-1-1 0 0,1 1 1 0 0,0-1-1 0 0,0 1 0 0 0,0 0 1 0 0,0-1-1 0 0,0 1 1 0 0,0 0-1 0 0,0-1 1 0 0,0 1-1 0 0,0 0 0 0 0,0 0 1 0 0,0-1-1 0 0,0 1 1 0 0,0-1-1 0 0,0 1 1 0 0,1 0-1 0 0,-1-1 0 0 0,0 1 1 0 0,1 0-1 0 0,-1-1 1 0 0,0 1-1 0 0,1-1 1 0 0,-1 1-1 0 0,0-1 0 0 0,1 1 1 0 0,-1-1-1 0 0,1 1 1 0 0,-1-1-1 0 0,1 1 1 0 0,-1-1-1 0 0,1 0 1 0 0,1 1-1 0 0,20 19 1544 0 0,-12-15-1809 0 0,1 0 0 0 0,-1-1 0 0 0,1 0 0 0 0,0-1 0 0 0,15 2 0 0 0,-24-4-139 0 0,1-1 0 0 0,0 1 0 0 0,-1-1 0 0 0,1 0 0 0 0,-1 0 0 0 0,1 0 0 0 0,0 0 0 0 0,-1 0 0 0 0,1 0 0 0 0,-1-1 0 0 0,1 0 0 0 0,-1 1 0 0 0,1-1-1 0 0,-1 0 1 0 0,1 0 0 0 0,-1 0 0 0 0,0-1 0 0 0,1 1 0 0 0,-1 0 0 0 0,0-1 0 0 0,0 0 0 0 0,0 1 0 0 0,0-1 0 0 0,0 0 0 0 0,-1 0 0 0 0,1 0 0 0 0,0 0 0 0 0,1-4 0 0 0,3-3-820 0 0,8 3-486 0 0</inkml:trace>
  <inkml:trace contextRef="#ctx0" brushRef="#br0" timeOffset="1">155 1 1904 0 0,'3'3'505'0'0,"-1"1"-1"0"0,1-1 0 0 0,-1 1 1 0 0,0 0-1 0 0,0 0 0 0 0,-1 0 1 0 0,1 0-1 0 0,-1 0 0 0 0,0 0 1 0 0,0 1-1 0 0,-1-1 0 0 0,1 8 0 0 0,0 60-620 0 0,-2-55 575 0 0,-11 195-2527 0 0,15-240-3809 0 0,-1 20 5027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0.2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 2737 0 0,'0'0'93'0'0,"0"0"-1"0"0,-1 1 1 0 0,1-1 0 0 0,0 1 0 0 0,0-1 0 0 0,0 1 0 0 0,0-1 0 0 0,0 1 0 0 0,0-1 0 0 0,0 1 0 0 0,1-1 0 0 0,-1 1 0 0 0,0-1 0 0 0,0 1 0 0 0,0-1 0 0 0,0 1 0 0 0,1-1 0 0 0,-1 1-1 0 0,0-1 1 0 0,0 0 0 0 0,1 1 0 0 0,-1-1 0 0 0,0 1 0 0 0,1-1 0 0 0,-1 0 0 0 0,0 1 0 0 0,1-1 0 0 0,-1 0 0 0 0,1 0 0 0 0,-1 1 0 0 0,0-1 0 0 0,1 0 0 0 0,-1 0 0 0 0,1 1-1 0 0,-1-1 1 0 0,1 0 0 0 0,-1 0 0 0 0,1 0 0 0 0,-1 0 0 0 0,1 0 0 0 0,-1 0 0 0 0,1 0 0 0 0,-1 0 0 0 0,1 0 0 0 0,25 6 1038 0 0,30-16 632 0 0,-47 7-1413 0 0,1 0 1 0 0,-1 2-1 0 0,0-1 0 0 0,1 1 1 0 0,-1 0-1 0 0,1 1 1 0 0,13 1-1 0 0,-22-1-312 0 0,0 1-1 0 0,0 0 0 0 0,0 0 1 0 0,0-1-1 0 0,0 1 1 0 0,0 0-1 0 0,0 0 1 0 0,0 0-1 0 0,0 0 1 0 0,-1 0-1 0 0,1 0 1 0 0,0 0-1 0 0,-1 0 1 0 0,1 0-1 0 0,-1 0 1 0 0,1 0-1 0 0,-1 1 1 0 0,1-1-1 0 0,-1 0 1 0 0,0 0-1 0 0,1 0 1 0 0,-1 1-1 0 0,0-1 1 0 0,0 0-1 0 0,0 0 1 0 0,0 1-1 0 0,0-1 0 0 0,-1 2 1 0 0,-4 46-260 0 0,3-38 161 0 0,-1 17-391 0 0,-10 60-1999 0 0,12-82 1651 0 0,-1 0 0 0 0,0 0-1 0 0,-1 0 1 0 0,1 0 0 0 0,-1 0 0 0 0,-5 7 0 0 0,6-11-998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0.6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2865 0 0,'3'110'2831'0'0,"11"56"-2724"0"0,-13-155-345 0 0,0 0 1 0 0,1-1 0 0 0,0 1 0 0 0,1 0-1 0 0,0 0 1 0 0,1-1 0 0 0,0 0 0 0 0,10 18-1 0 0,-14-28 216 0 0,0 0-1 0 0,0-1 0 0 0,0 1 1 0 0,0 0-1 0 0,0 0 0 0 0,0 0 1 0 0,0 0-1 0 0,0 0 0 0 0,0 0 1 0 0,0 0-1 0 0,0-1 0 0 0,0 1 1 0 0,0 0-1 0 0,0 0 0 0 0,0 0 1 0 0,0 0-1 0 0,0 0 0 0 0,0 0 0 0 0,1 0 1 0 0,-1-1-1 0 0,0 1 0 0 0,0 0 1 0 0,0 0-1 0 0,0 0 0 0 0,0 0 1 0 0,0 0-1 0 0,0 0 0 0 0,0 0 1 0 0,0 0-1 0 0,0 0 0 0 0,0-1 1 0 0,1 1-1 0 0,-1 0 0 0 0,0 0 1 0 0,0 0-1 0 0,0 0 0 0 0,0 0 1 0 0,0 0-1 0 0,0 0 0 0 0,0 0 0 0 0,1 0 1 0 0,-1 0-1 0 0,0 0 0 0 0,0 0 1 0 0,0 0-1 0 0,0 0 0 0 0,0 0 1 0 0,0 0-1 0 0,0 0 0 0 0,1 0 1 0 0,-1 0-1 0 0,0 0 0 0 0,0 0 1 0 0,0 0-1 0 0,-2-14-881 0 0,2 13 679 0 0,-2-9-874 0 0</inkml:trace>
  <inkml:trace contextRef="#ctx0" brushRef="#br0" timeOffset="1">20 206 1488 0 0,'6'-4'6066'0'0,"9"6"-3351"0"0,23 11-2211 0 0,-24-8 5 0 0,-8-3-788 0 0,1-1-1 0 0,-1 0 1 0 0,1 0 0 0 0,-1-1-1 0 0,1 1 1 0 0,-1-1-1 0 0,10-2 1 0 0,-10 2-446 0 0,0-2 0 0 0,-1 1 0 0 0,1-1 0 0 0,-1 1 0 0 0,1-1 0 0 0,-1-1 0 0 0,0 1 0 0 0,9-6 0 0 0,-3 1-1349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1.2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136 38 2401 0 0,'0'-2'288'0'0,"0"0"1"0"0,0 0 0 0 0,-1 0-1 0 0,1 0 1 0 0,-1 0 0 0 0,1 0-1 0 0,-1 0 1 0 0,0 0 0 0 0,0 0-1 0 0,1 0 1 0 0,-1 1 0 0 0,-1-1-1 0 0,1 0 1 0 0,0 0 0 0 0,0 1-1 0 0,-1-1 1 0 0,-1-1 0 0 0,1 2-192 0 0,0 1 0 0 0,1-1 1 0 0,-1 1-1 0 0,1 0 0 0 0,-1 0 1 0 0,1 0-1 0 0,-1 0 0 0 0,1 0 1 0 0,-1 0-1 0 0,0 0 0 0 0,1 0 1 0 0,-1 1-1 0 0,1-1 0 0 0,-1 1 1 0 0,1-1-1 0 0,-1 1 0 0 0,1-1 1 0 0,0 1-1 0 0,-1 0 0 0 0,1 0 1 0 0,0 0-1 0 0,-1 0 0 0 0,1 0 1 0 0,0 0-1 0 0,-1 1 0 0 0,-5 4-6 0 0,1 1-1 0 0,0-1 0 0 0,1 1 1 0 0,-1 0-1 0 0,1 1 0 0 0,1-1 1 0 0,-1 1-1 0 0,1 0 0 0 0,1 0 1 0 0,-1 0-1 0 0,2 1 0 0 0,-4 12 1 0 0,0 3-95 0 0,2 0 1 0 0,1 0 0 0 0,-1 33 0 0 0,3-48 0 0 0,1 0 0 0 0,1 0 0 0 0,0 0 1 0 0,0 0-1 0 0,1-1 0 0 0,0 1 0 0 0,0 0 0 0 0,1-1 0 0 0,0 0 0 0 0,7 14 0 0 0,-8-19 9 0 0,0 0-1 0 0,0 0 1 0 0,0-1-1 0 0,1 1 0 0 0,-1 0 1 0 0,1-1-1 0 0,0 0 1 0 0,-1 0-1 0 0,1 1 0 0 0,0-2 1 0 0,0 1-1 0 0,0 0 1 0 0,1-1-1 0 0,-1 1 1 0 0,0-1-1 0 0,0 0 0 0 0,1 0 1 0 0,-1 0-1 0 0,1 0 1 0 0,-1-1-1 0 0,1 0 0 0 0,-1 1 1 0 0,1-1-1 0 0,-1-1 1 0 0,1 1-1 0 0,0 0 1 0 0,-1-1-1 0 0,0 0 0 0 0,5-1 1 0 0,3-1 112 0 0,0-1 1 0 0,0 0-1 0 0,-1-1 1 0 0,1 0 0 0 0,-1-1-1 0 0,0 0 1 0 0,11-9-1 0 0,-18 13-71 0 0,0 0-1 0 0,0 0 1 0 0,-1 0-1 0 0,1 0 1 0 0,-1-1-1 0 0,0 1 1 0 0,1-1-1 0 0,-1 1 1 0 0,0-1-1 0 0,0 0 1 0 0,-1 0-1 0 0,1 0 1 0 0,-1 0-1 0 0,1 0 1 0 0,-1 0-1 0 0,0 0 1 0 0,0 0-1 0 0,0 0 1 0 0,-1-1-1 0 0,1 1 1 0 0,-1 0-1 0 0,0-1 1 0 0,0 1-1 0 0,0 0 1 0 0,0-1-1 0 0,0 1 0 0 0,-1 0 1 0 0,0 0-1 0 0,-1-6 1 0 0,0 6-7 0 0,0 1 0 0 0,0-1 0 0 0,0 1 0 0 0,-1-1 0 0 0,1 1 0 0 0,-1 0 0 0 0,0 0 0 0 0,0 0 0 0 0,1 0 0 0 0,-1 1 0 0 0,0-1 0 0 0,0 1 1 0 0,-1 0-1 0 0,1 0 0 0 0,0 0 0 0 0,0 0 0 0 0,-1 0 0 0 0,1 1 0 0 0,0-1 0 0 0,-1 1 0 0 0,-2 0 0 0 0,-2-1-104 0 0,1 1 1 0 0,0 0-1 0 0,0 0 0 0 0,-1 1 1 0 0,1 0-1 0 0,0 1 0 0 0,0-1 1 0 0,-13 5-1 0 0,16-3-240 0 0,0 0 1 0 0,0 0-1 0 0,0 0 1 0 0,0 1-1 0 0,0-1 0 0 0,1 1 1 0 0,-6 8-1 0 0,8-11 39 0 0,0 0-1 0 0,0 0 0 0 0,0 0 1 0 0,0 0-1 0 0,0 0 0 0 0,1 0 1 0 0,-1 1-1 0 0,0-1 1 0 0,1 0-1 0 0,-1 0 0 0 0,1 1 1 0 0,-1-1-1 0 0,1 0 1 0 0,0 1-1 0 0,0-1 0 0 0,-1 0 1 0 0,1 1-1 0 0,0-1 1 0 0,0 0-1 0 0,0 1 0 0 0,0-1 1 0 0,1 0-1 0 0,-1 1 1 0 0,0-1-1 0 0,1 0 0 0 0,-1 1 1 0 0,0-1-1 0 0,1 0 0 0 0,0 0 1 0 0,-1 1-1 0 0,1-1 1 0 0,0 0-1 0 0,-1 0 0 0 0,3 2 1 0 0,3 1-1737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2.2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42 1864 0 0,'0'-1'331'0'0,"1"1"0"0"0,0-1 0 0 0,0 0-1 0 0,-1 0 1 0 0,1 0 0 0 0,0 0 0 0 0,0 0 0 0 0,0 1-1 0 0,0-1 1 0 0,0 0 0 0 0,0 1 0 0 0,0-1-1 0 0,0 1 1 0 0,0-1 0 0 0,0 1 0 0 0,0 0 0 0 0,0-1-1 0 0,1 1 1 0 0,-1 0 0 0 0,2-1 0 0 0,24 5 2488 0 0,-24-3-2727 0 0,0 0 0 0 0,0 0 0 0 0,0-1 0 0 0,0 1 0 0 0,1-1 0 0 0,-1 0-1 0 0,0 0 1 0 0,1 0 0 0 0,-1 0 0 0 0,5-1 0 0 0,-2-2 194 0 0,-1 2-1 0 0,0-1 0 0 0,0 1 0 0 0,1-1 0 0 0,-1 2 1 0 0,1-1-1 0 0,-1 0 0 0 0,12 2 0 0 0,-16-1-234 0 0,0 0-1 0 0,0 0 1 0 0,0 1 0 0 0,0-1-1 0 0,0 1 1 0 0,0-1-1 0 0,0 1 1 0 0,0-1-1 0 0,0 1 1 0 0,0 0 0 0 0,0-1-1 0 0,0 1 1 0 0,-1 0-1 0 0,1-1 1 0 0,0 1 0 0 0,0 0-1 0 0,-1 0 1 0 0,1 0-1 0 0,0 1 1 0 0,0 1-1 0 0,0-1 1 0 0,0 1-1 0 0,-1 0 1 0 0,1-1-1 0 0,-1 1 0 0 0,0 0 1 0 0,0-1-1 0 0,0 1 1 0 0,0 0-1 0 0,0-1 1 0 0,-1 4-1 0 0,-10 46 217 0 0,-4 34-677 0 0,15-81 62 0 0,-1-1-1 0 0,1 1 0 0 0,0 0 0 0 0,1-1 0 0 0,-1 1 0 0 0,1-1 0 0 0,0 1 0 0 0,0 0 0 0 0,0-1 1 0 0,1 0-1 0 0,-1 1 0 0 0,1-1 0 0 0,0 0 0 0 0,5 7 0 0 0,-6-10 206 0 0,-1 0-1 0 0,0-1 1 0 0,1 1-1 0 0,-1-1 1 0 0,0 1-1 0 0,1-1 1 0 0,-1 0-1 0 0,0 1 1 0 0,1-1-1 0 0,-1 1 0 0 0,1-1 1 0 0,-1 0-1 0 0,1 1 1 0 0,-1-1-1 0 0,1 0 1 0 0,-1 0-1 0 0,1 1 1 0 0,0-1-1 0 0,-1 0 1 0 0,1 0-1 0 0,-1 0 1 0 0,1 0-1 0 0,-1 0 1 0 0,1 1-1 0 0,0-1 1 0 0,-1 0-1 0 0,1 0 1 0 0,-1-1-1 0 0,1 1 1 0 0,0 0-1 0 0,-1 0 1 0 0,1 0-1 0 0,-1 0 1 0 0,1 0-1 0 0,0-1 1 0 0,13-19-2309 0 0,-1-32 653 0 0,0-106 3162 0 0,-9 95 5390 0 0,5 250-5749 0 0,-4-150-2133 0 0,13 48 0 0 0,-23-133-2620 0 0,-4-41 3625 0 0,6 73 326 0 0,-1-15 1662 0 0,5 31-1821 0 0,-1-1 0 0 0,0 0 0 0 0,1 1 1 0 0,-1-1-1 0 0,1 1 0 0 0,-1-1 0 0 0,1 0 0 0 0,0 1 1 0 0,-1-1-1 0 0,1 1 0 0 0,0 0 0 0 0,-1-1 0 0 0,1 1 0 0 0,0 0 1 0 0,-1-1-1 0 0,1 1 0 0 0,0 0 0 0 0,0 0 0 0 0,-1-1 1 0 0,1 1-1 0 0,0 0 0 0 0,0 0 0 0 0,0 0 0 0 0,-1 0 0 0 0,1 0 1 0 0,0 0-1 0 0,0 0 0 0 0,-1 0 0 0 0,1 1 0 0 0,0-1 0 0 0,0 0 1 0 0,-1 0-1 0 0,1 1 0 0 0,0-1 0 0 0,0 0 0 0 0,0 2 1 0 0,4-1-2 0 0,0 0 0 0 0,-1 0 0 0 0,1-1 0 0 0,0 1 0 0 0,-1-1 0 0 0,1 0 0 0 0,0 0 0 0 0,0-1 0 0 0,-1 1 0 0 0,1-1 0 0 0,-1 0 0 0 0,1-1 0 0 0,4-1 0 0 0,-7 3-21 0 0,-1-1 1 0 0,1 0-1 0 0,-1 0 0 0 0,0 0 0 0 0,0 0 0 0 0,1 0 0 0 0,-1 0 0 0 0,0 0 0 0 0,0-1 0 0 0,0 1 0 0 0,0 0 0 0 0,0-1 0 0 0,0 1 0 0 0,-1 0 0 0 0,1-1 0 0 0,0 1 1 0 0,-1-1-1 0 0,1 1 0 0 0,-1-1 0 0 0,1 1 0 0 0,-1-1 0 0 0,0 0 0 0 0,0 1 0 0 0,0-1 0 0 0,0 1 0 0 0,0-1 0 0 0,0 0 0 0 0,0 1 0 0 0,0-1 0 0 0,-1 1 0 0 0,1-1 1 0 0,-1 1-1 0 0,1-1 0 0 0,-1 1 0 0 0,1-1 0 0 0,-1 1 0 0 0,0-1 0 0 0,0 1 0 0 0,0 0 0 0 0,0-1 0 0 0,-1 0 0 0 0,2 2 11 0 0,0 0 0 0 0,0 0 0 0 0,0 0 0 0 0,0 1 1 0 0,0-1-1 0 0,0 0 0 0 0,-1 0 0 0 0,1 0 0 0 0,0 0 0 0 0,0 0 0 0 0,0 1 0 0 0,0-1 0 0 0,0 0 0 0 0,-1 0 0 0 0,1 0 0 0 0,0 0 0 0 0,0 0 0 0 0,0 0 1 0 0,0 0-1 0 0,-1 1 0 0 0,1-1 0 0 0,0 0 0 0 0,0 0 0 0 0,0 0 0 0 0,-1 0 0 0 0,1 0 0 0 0,0 0 0 0 0,0 0 0 0 0,0 0 0 0 0,0 0 0 0 0,-1 0 0 0 0,1 0 1 0 0,0 0-1 0 0,0 0 0 0 0,0 0 0 0 0,-1 0 0 0 0,1-1 0 0 0,0 1 0 0 0,0 0 0 0 0,0 0 0 0 0,-1 0 0 0 0,1 0 0 0 0,0 0 0 0 0,0 0 0 0 0,0 0 0 0 0,0-1 1 0 0,0 1-1 0 0,-1 0 0 0 0,1 0 0 0 0,0 0 0 0 0,0 0 0 0 0,0 0 0 0 0,0-1 0 0 0,0 1 0 0 0,0 0 0 0 0,0 0 0 0 0,0 0 0 0 0,0-1 0 0 0,0 1 1 0 0,-1 0-1 0 0,1 0 0 0 0,0 0 0 0 0,0-1 0 0 0,0 1 0 0 0,0 0 0 0 0,0 0 0 0 0,0 0 0 0 0,0 0 0 0 0,1-1 0 0 0,-4 26 953 0 0,4 32-327 0 0,0-42-608 0 0,-1 8-495 0 0,2 1 0 0 0,0-1 0 0 0,2 1 0 0 0,0-1 0 0 0,14 39 0 0 0,-18-62 384 0 0,0 1 0 0 0,0-1 1 0 0,0 0-1 0 0,0 0 0 0 0,0 0 0 0 0,1 1 0 0 0,-1-1 0 0 0,0 0 0 0 0,0 0 0 0 0,0 0 0 0 0,0 1 0 0 0,0-1 0 0 0,0 0 0 0 0,0 0 0 0 0,1 0 0 0 0,-1 0 0 0 0,0 0 0 0 0,0 1 0 0 0,0-1 0 0 0,0 0 0 0 0,1 0 0 0 0,-1 0 0 0 0,0 0 0 0 0,0 0 0 0 0,0 0 0 0 0,1 0 0 0 0,-1 0 0 0 0,0 0 0 0 0,0 0 0 0 0,0 0 0 0 0,1 0 0 0 0,-1 0 0 0 0,0 0 0 0 0,0 0 0 0 0,0 0 0 0 0,1 0 0 0 0,-1 0 0 0 0,0 0 0 0 0,0 0 0 0 0,0 0 0 0 0,1 0 0 0 0,-1 0 0 0 0,0 0 0 0 0,0 0 0 0 0,0 0 0 0 0,1 0 0 0 0,-1-1 1 0 0,0 1-1 0 0,0 0 0 0 0,10-14-1916 0 0,3-19-1035 0 0,-11 20 1719 0 0,2 1-395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3.0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0 2521 0 0,'-2'13'6222'0'0,"1"50"-4475"0"0,1-12-1207 0 0,-1-36-719 0 0,0-1 0 0 0,1 1 0 0 0,1 0 0 0 0,1-1 0 0 0,6 29-1 0 0,-8-43 141 0 0,-1 0-1 0 0,1 0 0 0 0,0 0 0 0 0,0 0 1 0 0,0 1-1 0 0,0-1 0 0 0,0 0 1 0 0,0 0-1 0 0,0 0 0 0 0,0 0 0 0 0,0 0 1 0 0,1 1-1 0 0,-1-1 0 0 0,0 0 0 0 0,0 0 1 0 0,0 0-1 0 0,0 0 0 0 0,0 0 0 0 0,0 0 1 0 0,0 1-1 0 0,0-1 0 0 0,0 0 0 0 0,0 0 1 0 0,0 0-1 0 0,0 0 0 0 0,0 0 0 0 0,1 0 1 0 0,-1 0-1 0 0,0 0 0 0 0,0 0 0 0 0,0 0 1 0 0,0 1-1 0 0,0-1 0 0 0,0 0 1 0 0,1 0-1 0 0,-1 0 0 0 0,0 0 0 0 0,0 0 1 0 0,0 0-1 0 0,0 0 0 0 0,0 0 0 0 0,0 0 1 0 0,1 0-1 0 0,-1 0 0 0 0,0 0 0 0 0,0 0 1 0 0,0 0-1 0 0,0 0 0 0 0,0 0 0 0 0,1 0 1 0 0,-1 0-1 0 0,0 0 0 0 0,0 0 0 0 0,0-1 1 0 0,0 1-1 0 0,0 0 0 0 0,0 0 0 0 0,0 0 1 0 0,1 0-1 0 0,-1 0 0 0 0,0 0 1 0 0,0 0-1 0 0,0 0 0 0 0,0 0 0 0 0,0-1 1 0 0,0 1-1 0 0,6-14-1476 0 0,2-18-359 0 0,-7 19 1360 0 0,0 0 0 0 0,-1 0-1 0 0,0 0 1 0 0,-1 0 0 0 0,-5-23-1 0 0,5 29 745 0 0,0 0-1 0 0,-1 0 1 0 0,0 0-1 0 0,-1 1 1 0 0,1-1-1 0 0,-1 1 1 0 0,-1-1-1 0 0,1 1 1 0 0,-1 0-1 0 0,0 0 1 0 0,0 1-1 0 0,-6-6 1 0 0,42 16 7267 0 0,-25-5-7148 0 0,0 1 0 0 0,0-1 0 0 0,0 1 0 0 0,0 1 0 0 0,0-1 1 0 0,10 5-1 0 0,-15-5-300 0 0,0 0 0 0 0,0 0 0 0 0,0 0 0 0 0,0 1 0 0 0,0-1 0 0 0,0 1 0 0 0,0 0 0 0 0,0 0 1 0 0,0-1-1 0 0,-1 1 0 0 0,1 0 0 0 0,-1 0 0 0 0,0 1 0 0 0,1-1 0 0 0,-1 0 0 0 0,0 0 1 0 0,0 1-1 0 0,-1-1 0 0 0,1 0 0 0 0,0 1 0 0 0,-1-1 0 0 0,1 1 0 0 0,-1-1 0 0 0,0 1 0 0 0,0 2 1 0 0,1 7-62 0 0,0-3-208 0 0,0 1-1 0 0,-1-1 1 0 0,0 1 0 0 0,-1-1-1 0 0,0 1 1 0 0,-3 14 0 0 0,-10-10-8550 0 0,-12 1 5748 0 0,23-13 3262 0 0,1 0 0 0 0,-1-1 0 0 0,0 0 1 0 0,1 0-1 0 0,-1 0 0 0 0,0 0 0 0 0,0 0 0 0 0,0-1 1 0 0,0 1-1 0 0,0-1 0 0 0,0 1 0 0 0,0-1 0 0 0,0 0 0 0 0,0-1 1 0 0,-5 0-1 0 0,24-1 6102 0 0,-8 1-6314 0 0,0 1-1 0 0,0-1 1 0 0,1-1 0 0 0,14-4 0 0 0,-19 3-749 0 0,-1 0 0 0 0,1 0 0 0 0,-1 0 0 0 0,0-1 0 0 0,0 1 0 0 0,0-1 0 0 0,0 0 0 0 0,-1 0 0 0 0,1 0 0 0 0,-1 0 0 0 0,0 0 0 0 0,2-5 0 0 0,-2 3-1275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3.3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1696 0 0,'4'2'4925'0'0,"42"17"275"0"0,80-10-3733 0 0,-160-3-8010 0 0,-13 2 2813 0 0,7-3 1275 0 0,37 3 1967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3.8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7 183 1288 0 0,'-1'1'243'0'0,"1"-1"0"0"0,-1 1 0 0 0,0 0-1 0 0,1 0 1 0 0,-1 0 0 0 0,1 0 0 0 0,-1 1-1 0 0,1-1 1 0 0,-1 0 0 0 0,1 0 0 0 0,0 0-1 0 0,-1 0 1 0 0,1 0 0 0 0,0 1 0 0 0,0-1-1 0 0,0 0 1 0 0,0 0 0 0 0,0 0 0 0 0,0 0 0 0 0,0 1-1 0 0,1-1 1 0 0,-1 0 0 0 0,0 0 0 0 0,1 0-1 0 0,0 2 1 0 0,0-1-1 0 0,1 0 0 0 0,-1-1 0 0 0,1 1 0 0 0,0-1 0 0 0,-1 0 0 0 0,1 1 0 0 0,0-1 0 0 0,0 0 0 0 0,0 0 0 0 0,0 0 0 0 0,0-1-1 0 0,0 1 1 0 0,3 1 0 0 0,12 1 37 0 0,0 0 0 0 0,0 0 0 0 0,20-1-1 0 0,-15 0-798 0 0,-2-5-2611 0 0,-12-6-3226 0 0,-6 6 4519 0 0</inkml:trace>
  <inkml:trace contextRef="#ctx0" brushRef="#br0" timeOffset="1">216 6 2505 0 0,'0'0'145'0'0,"-1"0"0"0"0,1-1 0 0 0,0 1 0 0 0,0-1 0 0 0,-1 1 0 0 0,1 0 0 0 0,0 0 0 0 0,0-1 0 0 0,-1 1 1 0 0,1 0-1 0 0,0-1 0 0 0,-1 1 0 0 0,1 0 0 0 0,-1 0 0 0 0,1 0 0 0 0,0-1 0 0 0,-1 1 0 0 0,1 0 0 0 0,-1 0 1 0 0,1 0-1 0 0,0 0 0 0 0,-1 0 0 0 0,1 0 0 0 0,-1 0 0 0 0,1 0 0 0 0,-1 0 0 0 0,1 0 0 0 0,0 0 1 0 0,-1 0-1 0 0,1 0 0 0 0,-1 0 0 0 0,1 0 0 0 0,0 0 0 0 0,-1 1 0 0 0,1-1 0 0 0,-1 0 0 0 0,1 0 0 0 0,0 0 1 0 0,-1 1-1 0 0,1-1 0 0 0,-1 1 0 0 0,-7 22 2100 0 0,5 41-1622 0 0,3-58-218 0 0,2 34-173 0 0,10 56 0 0 0,-6-56-2542 0 0,2 56 0 0 0,-12-116-3088 0 0,2 14 3560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4.3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 2817 0 0,'-4'12'1086'0'0,"0"0"0"0"0,1 0 0 0 0,-2 20 0 0 0,4-26-933 0 0,0-1-1 0 0,1 0 1 0 0,0 0 0 0 0,0 1-1 0 0,0-1 1 0 0,1 0-1 0 0,-1 0 1 0 0,1 0 0 0 0,0 0-1 0 0,1 0 1 0 0,2 7 0 0 0,-3-12-66 0 0,0 1 0 0 0,0 0 1 0 0,0-1-1 0 0,0 1 0 0 0,0-1 1 0 0,0 1-1 0 0,0-1 0 0 0,0 0 1 0 0,0 1-1 0 0,0-1 0 0 0,0 0 1 0 0,0 0-1 0 0,0 0 1 0 0,0 0-1 0 0,1 0 0 0 0,-1 0 1 0 0,0 0-1 0 0,0 0 0 0 0,0 0 1 0 0,0 0-1 0 0,0-1 0 0 0,0 1 1 0 0,0 0-1 0 0,0-1 0 0 0,0 1 1 0 0,2-2-1 0 0,36-16 1197 0 0,-29 13-939 0 0,41-15 863 0 0,-47 18-1201 0 0,0 1-1 0 0,0 0 1 0 0,0 0-1 0 0,0 0 0 0 0,0 0 1 0 0,0 1-1 0 0,0 0 1 0 0,1 0-1 0 0,-1 0 1 0 0,6 1-1 0 0,-2 8-2745 0 0</inkml:trace>
  <inkml:trace contextRef="#ctx0" brushRef="#br0" timeOffset="1">380 13 3849 0 0,'7'12'4405'0'0,"4"8"-2661"0"0,-9-5-1084 0 0,-1 0 0 0 0,-1 1-1 0 0,-3 27 1 0 0,-5 16-6630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5.3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3641 0 0,'1'4'3557'0'0,"23"65"319"0"0,-19-48-3424 0 0,5 22-14 0 0,-2-1 0 0 0,-2 1 1 0 0,-2 1-1 0 0,-1 70 1 0 0,-3-184 507 0 0,2-53-616 0 0,-1 110-236 0 0,1 1 1 0 0,0-1-1 0 0,0 1 1 0 0,1 0-1 0 0,1 0 1 0 0,0 0 0 0 0,8-17-1 0 0,-11 27-64 0 0,0-1-1 0 0,0 1 0 0 0,0 0 1 0 0,1 0-1 0 0,-1-1 1 0 0,0 1-1 0 0,1 0 1 0 0,0 0-1 0 0,-1 1 1 0 0,1-1-1 0 0,0 0 1 0 0,0 1-1 0 0,0-1 1 0 0,0 1-1 0 0,0-1 1 0 0,0 1-1 0 0,1 0 1 0 0,-1 0-1 0 0,0 0 1 0 0,1 0-1 0 0,-1 0 1 0 0,0 0-1 0 0,1 1 1 0 0,-1 0-1 0 0,1-1 1 0 0,-1 1-1 0 0,1 0 1 0 0,0 0-1 0 0,-1 0 1 0 0,1 0-1 0 0,-1 1 1 0 0,1-1-1 0 0,-1 1 1 0 0,0-1-1 0 0,5 3 1 0 0,-3-1-5 0 0,0 0 1 0 0,-1 1-1 0 0,1 0 1 0 0,-1 0 0 0 0,1 0-1 0 0,-1 0 1 0 0,0 0-1 0 0,-1 1 1 0 0,1 0 0 0 0,0-1-1 0 0,-1 1 1 0 0,0 0-1 0 0,0 0 1 0 0,0 0 0 0 0,0 0-1 0 0,-1 1 1 0 0,0-1-1 0 0,0 0 1 0 0,1 7 0 0 0,2 39 150 0 0,-4-31-144 0 0,1 0 0 0 0,1 0 0 0 0,1 0 0 0 0,7 23 0 0 0,-9-39-40 0 0,0 0-1 0 0,0 1 1 0 0,0-1 0 0 0,0 0 0 0 0,1 0 0 0 0,0 0 0 0 0,-1 0 0 0 0,1 0-1 0 0,0-1 1 0 0,1 1 0 0 0,-1 0 0 0 0,0-1 0 0 0,1 0 0 0 0,-1 1 0 0 0,1-1 0 0 0,0 0-1 0 0,0 0 1 0 0,0-1 0 0 0,0 1 0 0 0,0-1 0 0 0,0 1 0 0 0,0-1 0 0 0,0 0 0 0 0,0 0-1 0 0,1 0 1 0 0,-1-1 0 0 0,0 1 0 0 0,1-1 0 0 0,3 1 0 0 0,-2-2-110 0 0,0 0 0 0 0,0 0 0 0 0,0 0 0 0 0,0 0 0 0 0,0-1 0 0 0,-1 0 0 0 0,1 0 0 0 0,0 0 0 0 0,-1 0 0 0 0,0-1 0 0 0,1 1 0 0 0,-1-1 0 0 0,0-1 0 0 0,0 1 0 0 0,5-7 0 0 0,10-14-3320 0 0,-9-2-3443 0 0,-8 18 3200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5.7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4 2857 0 0,'-4'-4'5837'0'0,"9"9"-3097"0"0,14 10-1177 0 0,-8-10-1272 0 0,1 0-1 0 0,0-1 0 0 0,0 0 0 0 0,1-1 0 0 0,-1-1 0 0 0,1 0 0 0 0,13 1 1 0 0,-17-3-402 0 0,-1 0 0 0 0,0 0 0 0 0,1-1 0 0 0,-1 0 0 0 0,9-3 0 0 0,-13 3-421 0 0,0 0-1 0 0,0-1 1 0 0,1 1 0 0 0,-1-1 0 0 0,0 0 0 0 0,0-1 0 0 0,-1 1 0 0 0,1-1-1 0 0,6-5 1 0 0,-10 7 393 0 0,1 1 0 0 0,-1 0-1 0 0,0 0 1 0 0,0 0 0 0 0,0-1-1 0 0,0 1 1 0 0,1 0-1 0 0,-1 0 1 0 0,0-1 0 0 0,0 1-1 0 0,0 0 1 0 0,0 0 0 0 0,0-1-1 0 0,0 1 1 0 0,0 0 0 0 0,0 0-1 0 0,0-1 1 0 0,0 1-1 0 0,0 0 1 0 0,0 0 0 0 0,0-1-1 0 0,0 1 1 0 0,0 0 0 0 0,0-1-1 0 0,0 1 1 0 0,0 0 0 0 0,0 0-1 0 0,0-1 1 0 0,0 1-1 0 0,0 0 1 0 0,-1 0 0 0 0,1-1-1 0 0,0 1 1 0 0,0 0 0 0 0,0 0-1 0 0,0 0 1 0 0,-1-1 0 0 0,1 1-1 0 0,0 0 1 0 0,0 0-1 0 0,0 0 1 0 0,-1 0 0 0 0,1-1-1 0 0,0 1 1 0 0,0 0 0 0 0,-1 0-1 0 0,1 0 1 0 0,0 0 0 0 0,-1 0-1 0 0,-1 0-1783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6.1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5 3249 0 0,'-23'9'5079'0'0,"35"-5"-1309"0"0,44-3-441 0 0,-50-1-3389 0 0,26 1 896 0 0,50 7-1 0 0,-8 7-2559 0 0,-74-15 1530 0 0,1 0 0 0 0,-1 0 1 0 0,0 0-1 0 0,1 0 0 0 0,-1 0 0 0 0,1-1 0 0 0,-1 1 1 0 0,0 0-1 0 0,1 0 0 0 0,-1 0 0 0 0,0-1 0 0 0,1 1 1 0 0,-1 0-1 0 0,0 0 0 0 0,1-1 0 0 0,-1 1 1 0 0,0 0-1 0 0,0 0 0 0 0,1-1 0 0 0,-1 1 0 0 0,0 0 1 0 0,0-1-1 0 0,0 1 0 0 0,1 0 0 0 0,-1-1 0 0 0,0 1 1 0 0,0 0-1 0 0,0-1 0 0 0,0 1 0 0 0,0-1 1 0 0,0 1-1 0 0,0 0 0 0 0,0-1 0 0 0,0 1 0 0 0,0-1 1 0 0,0 1-1 0 0,0 0 0 0 0,0-1 0 0 0,0 1 0 0 0,0 0 1 0 0,0-1-1 0 0,-1 0 0 0 0,-1-18-3760 0 0,2 17 3441 0 0,1-6-1617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2:47.1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140 15 2785 0 0,'0'0'218'0'0,"0"-1"1"0"0,0 0-1 0 0,-1 1 1 0 0,1-1 0 0 0,0 0-1 0 0,0 1 1 0 0,0-1 0 0 0,-1 0-1 0 0,1 1 1 0 0,0-1-1 0 0,-1 0 1 0 0,1 1 0 0 0,-1-1-1 0 0,1 1 1 0 0,-1-1-1 0 0,1 1 1 0 0,-1-1 0 0 0,1 1-1 0 0,-1-1 1 0 0,1 1 0 0 0,-1 0-1 0 0,1-1 1 0 0,-1 1-1 0 0,0 0 1 0 0,1-1 0 0 0,-1 1-1 0 0,0 0 1 0 0,1 0 0 0 0,-1-1-1 0 0,0 1 1 0 0,1 0-1 0 0,-1 0 1 0 0,0 0 0 0 0,0 0-1 0 0,1 0 1 0 0,-1 0-1 0 0,0 0 1 0 0,1 0 0 0 0,-1 1-1 0 0,0-1 1 0 0,0 0 0 0 0,-20 28 1526 0 0,4 9-1505 0 0,2 0-1 0 0,2 1 1 0 0,1 1 0 0 0,2 0-1 0 0,-8 65 1 0 0,17-98-233 0 0,0-1-1 0 0,1 1 1 0 0,0-1-1 0 0,1 1 1 0 0,-1 0 0 0 0,1-1-1 0 0,0 1 1 0 0,0-1-1 0 0,1 0 1 0 0,-1 1 0 0 0,1-1-1 0 0,0 0 1 0 0,1 0 0 0 0,-1 0-1 0 0,1 0 1 0 0,0 0-1 0 0,0-1 1 0 0,1 1 0 0 0,0-1-1 0 0,-1 0 1 0 0,1 0-1 0 0,0 0 1 0 0,1-1 0 0 0,-1 1-1 0 0,1-1 1 0 0,0 0 0 0 0,-1 0-1 0 0,1-1 1 0 0,1 1-1 0 0,-1-1 1 0 0,0 0 0 0 0,0-1-1 0 0,1 1 1 0 0,-1-1-1 0 0,1 0 1 0 0,-1 0 0 0 0,1-1-1 0 0,0 0 1 0 0,-1 0 0 0 0,1 0-1 0 0,-1 0 1 0 0,1-1-1 0 0,-1 0 1 0 0,1 0 0 0 0,-1-1-1 0 0,1 0 1 0 0,-1 0-1 0 0,0 0 1 0 0,0 0 0 0 0,6-4-1 0 0,-1 0 116 0 0,0-1 0 0 0,0-1 0 0 0,0 1 0 0 0,-1-1 0 0 0,0-1 0 0 0,14-17 0 0 0,-22 24-35 0 0,1-1-1 0 0,0 1 1 0 0,-1-1-1 0 0,0 0 1 0 0,1 1-1 0 0,-1-1 1 0 0,0 0-1 0 0,0 0 1 0 0,-1 0-1 0 0,1 0 1 0 0,-1 0-1 0 0,1 0 1 0 0,-1 0-1 0 0,0 0 1 0 0,0 0-1 0 0,0 0 1 0 0,-1 0-1 0 0,1 0 1 0 0,-1 0 0 0 0,1 0-1 0 0,-1 0 1 0 0,0 0-1 0 0,0 1 1 0 0,0-1-1 0 0,-1 0 1 0 0,1 1-1 0 0,-1-1 1 0 0,0 0-1 0 0,1 1 1 0 0,-1 0-1 0 0,0-1 1 0 0,0 1-1 0 0,-4-3 1 0 0,3 2-38 0 0,1 0 0 0 0,0 1 1 0 0,-1-1-1 0 0,0 1 0 0 0,0 0 1 0 0,1 0-1 0 0,-1 0 0 0 0,-1 0 1 0 0,1 1-1 0 0,0-1 0 0 0,0 1 1 0 0,0-1-1 0 0,-1 1 0 0 0,1 0 0 0 0,-1 1 1 0 0,1-1-1 0 0,-6 0 0 0 0,3 2-45 0 0,-1 0 0 0 0,1 1 0 0 0,0 0 0 0 0,-1 0 0 0 0,1 0 0 0 0,0 1 0 0 0,1 0 0 0 0,-11 6 0 0 0,7-3-1 0 0,-7 2-114 0 0,0 2 0 0 0,1-1 0 0 0,0 2 0 0 0,-23 21 0 0 0,15-11-516 0 0,11-15-1612 0 0,11-6 2074 0 0,1 0-1 0 0,0 0 1 0 0,0 0 0 0 0,0 0 0 0 0,-1 0-1 0 0,1 0 1 0 0,0 0 0 0 0,0 0 0 0 0,0 0 0 0 0,-2-7-5784 0 0,0-8 1258 0 0,4 8 1387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3:59.3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64 254 8 0 0,'27'8'1853'0'0,"-26"-7"-1638"0"0,0 0-1 0 0,1 0 1 0 0,-1-1 0 0 0,1 1-1 0 0,-1 0 1 0 0,1-1 0 0 0,-1 1-1 0 0,1-1 1 0 0,-1 0 0 0 0,1 1 0 0 0,0-1-1 0 0,-1 0 1 0 0,1 0 0 0 0,-1 0-1 0 0,1 0 1 0 0,0 0 0 0 0,-1 0-1 0 0,1-1 1 0 0,-1 1 0 0 0,1-1-1 0 0,0 1 1 0 0,-1-1 0 0 0,1 1 0 0 0,-1-1-1 0 0,0 0 1 0 0,3-1 0 0 0,-1 1-100 0 0,-1-1 1 0 0,1 1 0 0 0,-1-1 0 0 0,1 1 0 0 0,-1-1 0 0 0,0 0 0 0 0,1 0-1 0 0,-1 0 1 0 0,0 0 0 0 0,0 0 0 0 0,-1-1 0 0 0,1 1 0 0 0,0-1-1 0 0,-1 1 1 0 0,0-1 0 0 0,1 1 0 0 0,-1-1 0 0 0,0 0 0 0 0,0 0 0 0 0,0 1-1 0 0,-1-1 1 0 0,1 0 0 0 0,-1 0 0 0 0,0 0 0 0 0,1 0 0 0 0,-1 0 0 0 0,0 0-1 0 0,-1 0 1 0 0,1 0 0 0 0,-1 0 0 0 0,1 1 0 0 0,-1-1 0 0 0,0 0-1 0 0,0 0 1 0 0,-2-4 0 0 0,-5-9 219 0 0,-1 1-1 0 0,-1 0 0 0 0,0 1 1 0 0,-1 0-1 0 0,-13-13 1 0 0,-11-15-246 0 0,34 40-63 0 0,0 0 0 0 0,0 0 0 0 0,-1 0-1 0 0,1 1 1 0 0,-1-1 0 0 0,1 0 0 0 0,-1 1-1 0 0,0-1 1 0 0,1 1 0 0 0,-1-1 0 0 0,0 1-1 0 0,0 0 1 0 0,0 0 0 0 0,0 0 0 0 0,0 0-1 0 0,-3-1 1 0 0,5 2-23 0 0,0 0-1 0 0,-1 0 1 0 0,1 0-1 0 0,-1 1 1 0 0,1-1-1 0 0,-1 0 1 0 0,1 0-1 0 0,-1 0 1 0 0,1 0-1 0 0,0 1 1 0 0,-1-1-1 0 0,1 0 1 0 0,-1 0-1 0 0,1 1 1 0 0,0-1-1 0 0,-1 0 1 0 0,1 1-1 0 0,0-1 1 0 0,-1 0-1 0 0,1 1 1 0 0,0-1 0 0 0,0 0-1 0 0,-1 1 1 0 0,1-1-1 0 0,0 1 1 0 0,0-1-1 0 0,0 1 1 0 0,-3 24-84 0 0,8 46 55 0 0,21 94-1 0 0,5 57 163 0 0,-28-195-276 0 0,2 37 438 0 0,-5-62-435 0 0,0 0-1 0 0,0 0 1 0 0,0 0-1 0 0,0 0 1 0 0,-1 0-1 0 0,1 1 1 0 0,0-1-1 0 0,-1 0 1 0 0,0 0-1 0 0,1-1 1 0 0,-1 1-1 0 0,0 0 1 0 0,0 0-1 0 0,0 0 1 0 0,0 0-1 0 0,-1-1 1 0 0,1 1-1 0 0,0 0 1 0 0,-1-1-1 0 0,1 1 1 0 0,-1-1-1 0 0,1 0 1 0 0,-3 2-1 0 0,2-2-100 0 0,1-1-1 0 0,0 0 1 0 0,-1 1 0 0 0,1-1-1 0 0,-1 0 1 0 0,1 0 0 0 0,0 0-1 0 0,-1 0 1 0 0,1 0 0 0 0,-1 0-1 0 0,1 0 1 0 0,0-1 0 0 0,-1 1-1 0 0,1 0 1 0 0,-1-1 0 0 0,1 1-1 0 0,0-1 1 0 0,0 0 0 0 0,-1 1-1 0 0,1-1 1 0 0,-2-1 0 0 0,-21-21-3443 0 0,15 11 1760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0.0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1 161 3105 0 0,'10'-15'4728'0'0,"21"-7"-2830"0"0,-22 16-1167 0 0,0 0-479 0 0,0 1 0 0 0,0 0 0 0 0,0 0 0 0 0,1 1 0 0 0,0 1 0 0 0,0-1 0 0 0,0 2 0 0 0,1-1 0 0 0,-1 1 0 0 0,12 0 0 0 0,14 0 27 0 0,59 5 0 0 0,-16 0-876 0 0,-78-2 360 0 0,0-1 0 0 0,-1 0 0 0 0,1 0 0 0 0,0 0 0 0 0,-1 0 0 0 0,1 0 0 0 0,0 0 0 0 0,-1 0 0 0 0,1 0 0 0 0,0 0 0 0 0,-1 0 0 0 0,1 0 0 0 0,0-1 0 0 0,-1 1 0 0 0,1 0 0 0 0,0 0 0 0 0,-1-1 0 0 0,1 1 0 0 0,0 0 0 0 0,-1-1 0 0 0,1 1 0 0 0,-1-1 0 0 0,1 1 0 0 0,-1 0 0 0 0,1-1 0 0 0,-1 1 0 0 0,1-1 0 0 0,-1 0 0 0 0,1 0 0 0 0,0-15-1456 0 0,-1 7 2314 0 0,0 1-471 0 0,1 6 22 0 0,-1 0 1 0 0,0 0 0 0 0,1 0 0 0 0,-1 0-1 0 0,0 0 1 0 0,0 1 0 0 0,0-1 0 0 0,-1 0-1 0 0,1 0 1 0 0,0 0 0 0 0,-1 0-1 0 0,1 0 1 0 0,-1 0 0 0 0,1 1 0 0 0,-1-1-1 0 0,0 0 1 0 0,0 0 0 0 0,0 1-1 0 0,0-1 1 0 0,-1-1 0 0 0,1 4-57 0 0,0-1 0 0 0,1 1 1 0 0,-1 0-1 0 0,0-1 0 0 0,1 1 0 0 0,-1 0 0 0 0,1 0 1 0 0,-1-1-1 0 0,1 1 0 0 0,-1 0 0 0 0,1 0 0 0 0,0 0 1 0 0,-1 0-1 0 0,1 0 0 0 0,0 0 0 0 0,0 0 0 0 0,-1-1 1 0 0,1 1-1 0 0,0 0 0 0 0,0 0 0 0 0,0 0 1 0 0,1 2-1 0 0,-4 23 134 0 0,2 2-43 0 0,1 0 0 0 0,4 31 0 0 0,-3-52-203 0 0,0 1 1 0 0,0-1 0 0 0,1 0-1 0 0,0 1 1 0 0,0-1-1 0 0,1 0 1 0 0,-1-1-1 0 0,2 1 1 0 0,-1 0-1 0 0,1-1 1 0 0,0 0-1 0 0,0 0 1 0 0,7 8-1 0 0,-10-13-2 0 0,0 0 0 0 0,1 1-1 0 0,-1-1 1 0 0,0 0 0 0 0,1 1 0 0 0,0-1-1 0 0,-1 0 1 0 0,1 0 0 0 0,0 0 0 0 0,-1 0-1 0 0,1-1 1 0 0,0 1 0 0 0,0 0-1 0 0,0-1 1 0 0,0 0 0 0 0,-1 1 0 0 0,1-1-1 0 0,0 0 1 0 0,0 0 0 0 0,0 0-1 0 0,0 0 1 0 0,0 0 0 0 0,0 0 0 0 0,0 0-1 0 0,0-1 1 0 0,0 1 0 0 0,0-1 0 0 0,-1 0-1 0 0,1 1 1 0 0,0-1 0 0 0,0 0-1 0 0,-1 0 1 0 0,1 0 0 0 0,0 0 0 0 0,-1 0-1 0 0,1 0 1 0 0,-1-1 0 0 0,0 1-1 0 0,1-1 1 0 0,-1 1 0 0 0,0-1 0 0 0,0 1-1 0 0,0-1 1 0 0,0 1 0 0 0,0-1 0 0 0,1-3-1 0 0,4-5 74 0 0,-1-1 1 0 0,0-1-1 0 0,0 1 0 0 0,-1-1 0 0 0,4-22 0 0 0,-2-13 226 0 0,-5 32-84 0 0,1 1 0 0 0,0 0 1 0 0,1 0-1 0 0,5-15 0 0 0,-3 79 560 0 0,-2-29-712 0 0,-1 18-86 0 0,6 43-47 0 0,-7-78-210 0 0,0 0 0 0 0,0 1 0 0 0,0-1 0 0 0,1 0 0 0 0,-1 0 0 0 0,1 0 0 0 0,0 0-1 0 0,0 0 1 0 0,0-1 0 0 0,1 1 0 0 0,-1-1 0 0 0,1 1 0 0 0,0-1 0 0 0,0 0 0 0 0,4 3 0 0 0,-6-5 78 0 0,1-1 1 0 0,-1 1 0 0 0,0-1 0 0 0,1 0 0 0 0,-1 1-1 0 0,0-1 1 0 0,1 0 0 0 0,-1 0 0 0 0,1 0-1 0 0,-1 0 1 0 0,0 0 0 0 0,1 0 0 0 0,-1-1 0 0 0,0 1-1 0 0,1 0 1 0 0,-1-1 0 0 0,0 1 0 0 0,1-1-1 0 0,-1 1 1 0 0,0-1 0 0 0,0 0 0 0 0,1 1 0 0 0,-1-1-1 0 0,0 0 1 0 0,0 0 0 0 0,0 0 0 0 0,0 0 0 0 0,0 0-1 0 0,0 0 1 0 0,0 0 0 0 0,-1 0 0 0 0,1 0-1 0 0,0-1 1 0 0,-1 1 0 0 0,1 0 0 0 0,0 0 0 0 0,-1-1-1 0 0,0 1 1 0 0,1 0 0 0 0,-1-1 0 0 0,1-1-1 0 0,1-7-1556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0.5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2561 0 0,'8'10'5261'0'0,"3"33"-1863"0"0,16 237-399 0 0,-18-199-3255 0 0,8 57-536 0 0,4-52-6346 0 0,-12-81 1857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0.9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49 1408 0 0,'1'-48'3227'0'0,"-1"48"-3203"0"0,1 0-1 0 0,-1 1 1 0 0,0-1 0 0 0,0 0 0 0 0,0 0 0 0 0,0 0 0 0 0,0 0-1 0 0,0 0 1 0 0,0 0 0 0 0,0 0 0 0 0,0 0 0 0 0,0 0 0 0 0,0 0 0 0 0,1 0-1 0 0,-1 0 1 0 0,0 0 0 0 0,0 0 0 0 0,0 0 0 0 0,0 0 0 0 0,0 0-1 0 0,0 0 1 0 0,0 0 0 0 0,0 0 0 0 0,0 0 0 0 0,0 0 0 0 0,1 0 0 0 0,-1 0-1 0 0,0 0 1 0 0,0 0 0 0 0,0 0 0 0 0,0 0 0 0 0,0 0 0 0 0,0 0-1 0 0,0 0 1 0 0,0 0 0 0 0,0-1 0 0 0,0 1 0 0 0,0 0 0 0 0,0 0-1 0 0,1 0 1 0 0,-1 0 0 0 0,0 0 0 0 0,0 0 0 0 0,0 0 0 0 0,0 0 0 0 0,0 0-1 0 0,0 0 1 0 0,0-1 0 0 0,6 28 1161 0 0,36 253 2970 0 0,-15 2-6185 0 0,-25-273-1714 0 0,0-27 1031 0 0,0 3 892 0 0,1 6 994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1.4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52 3225 0 0,'0'0'241'0'0,"-1"-1"1"0"0,1 1 0 0 0,0-1-1 0 0,-1 1 1 0 0,1 0-1 0 0,0-1 1 0 0,0 1 0 0 0,-1-1-1 0 0,1 1 1 0 0,0-1-1 0 0,0 1 1 0 0,0-1 0 0 0,0 1-1 0 0,0-1 1 0 0,0 1-1 0 0,-1-1 1 0 0,1 1 0 0 0,0-1-1 0 0,0 1 1 0 0,1-1-1 0 0,-1 1 1 0 0,0-1 0 0 0,0 1-1 0 0,0-1 1 0 0,0 1-1 0 0,0-1 1 0 0,0 1 0 0 0,1-1-1 0 0,-1 1 1 0 0,1-1-1 0 0,15-16 1887 0 0,22-2-774 0 0,-32 19-1277 0 0,-1 0-1 0 0,1 0 1 0 0,-1 0-1 0 0,1 1 0 0 0,0 0 1 0 0,-1 0-1 0 0,1 0 1 0 0,-1 1-1 0 0,0-1 0 0 0,1 1 1 0 0,-1 1-1 0 0,0-1 1 0 0,0 1-1 0 0,5 4 1 0 0,23 14-1977 0 0,-16-9-734 0 0,-17-12 2511 0 0,0 0 0 0 0,-1 0 1 0 0,1 0-1 0 0,0 0 0 0 0,0 0 0 0 0,0 0 1 0 0,0 0-1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1.8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0 2641 0 0,'0'1'179'0'0,"-1"0"1"0"0,1 0-1 0 0,-1-1 1 0 0,1 1 0 0 0,0 0-1 0 0,-1 0 1 0 0,1 0-1 0 0,0 0 1 0 0,0 0 0 0 0,0 0-1 0 0,0 0 1 0 0,0 0-1 0 0,0-1 1 0 0,0 1 0 0 0,0 0-1 0 0,0 0 1 0 0,0 0-1 0 0,0 0 1 0 0,0 0 0 0 0,1 0-1 0 0,-1 0 1 0 0,0 0-1 0 0,1-1 1 0 0,-1 1 0 0 0,0 0-1 0 0,1 0 1 0 0,0 1-1 0 0,1-1 16 0 0,0 1 0 0 0,0-1 0 0 0,-1 0-1 0 0,1 0 1 0 0,0 0 0 0 0,0 0 0 0 0,0 0 0 0 0,0 0-1 0 0,0 0 1 0 0,0-1 0 0 0,4 1 0 0 0,61 4 619 0 0,-60-5-722 0 0,16-2-160 0 0,1-1-2203 0 0,-12 4-3496 0 0,-2 4 3920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2.3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44 132 2248 0 0,'-2'-1'227'0'0,"0"-1"0"0"0,0 1 0 0 0,0-1 0 0 0,0 0 0 0 0,1 1 0 0 0,-1-1 0 0 0,1 0 0 0 0,-1 0-1 0 0,1 0 1 0 0,0 0 0 0 0,0-1 0 0 0,0 1 0 0 0,0 0 0 0 0,0 0 0 0 0,0-1 0 0 0,1 1-1 0 0,-1-1 1 0 0,1 1 0 0 0,0 0 0 0 0,-1-1 0 0 0,1 1 0 0 0,0-1 0 0 0,1-3 0 0 0,-1 3 50 0 0,1-1 0 0 0,0 0 0 0 0,1 0 0 0 0,-1 0 0 0 0,1 1 0 0 0,-1-1 0 0 0,1 0 0 0 0,0 1 0 0 0,1 0 0 0 0,-1-1 0 0 0,0 1 0 0 0,1 0 0 0 0,4-4 0 0 0,-4 5-115 0 0,-1-1 0 0 0,1 1-1 0 0,0 0 1 0 0,0 0 0 0 0,0 0 0 0 0,0 0 0 0 0,1 1 0 0 0,-1-1-1 0 0,0 1 1 0 0,1 0 0 0 0,-1 0 0 0 0,1 0 0 0 0,-1 0-1 0 0,7 0 1 0 0,-7 1-116 0 0,-1 0-1 0 0,1 0 0 0 0,-1 1 1 0 0,1-1-1 0 0,-1 1 1 0 0,0 0-1 0 0,1-1 1 0 0,-1 1-1 0 0,0 0 1 0 0,1 0-1 0 0,-1 1 1 0 0,0-1-1 0 0,0 0 0 0 0,0 1 1 0 0,0-1-1 0 0,0 1 1 0 0,-1 0-1 0 0,1 0 1 0 0,0 0-1 0 0,-1 0 1 0 0,1 0-1 0 0,-1 0 0 0 0,2 3 1 0 0,2 5-66 0 0,0-1 0 0 0,-1 1 0 0 0,-1-1 0 0 0,0 1-1 0 0,0 0 1 0 0,0 0 0 0 0,-2 0 0 0 0,1 1 0 0 0,-1-1 0 0 0,-1 0 0 0 0,0 1 0 0 0,0-1 0 0 0,-1 0 0 0 0,0 1 0 0 0,-1-1-1 0 0,-4 16 1 0 0,3-19-14 0 0,1 1-1 0 0,-1-1 1 0 0,0-1-1 0 0,-1 1 1 0 0,0 0-1 0 0,0-1 0 0 0,0 1 1 0 0,-1-1-1 0 0,0-1 1 0 0,0 1-1 0 0,0-1 1 0 0,-1 1-1 0 0,0-2 1 0 0,0 1-1 0 0,0-1 0 0 0,0 1 1 0 0,-1-2-1 0 0,0 1 1 0 0,0-1-1 0 0,0 0 1 0 0,0 0-1 0 0,0-1 1 0 0,-11 2-1 0 0,-17-9 78 0 0,35 5-34 0 0,0 0 0 0 0,1 0-1 0 0,-1 0 1 0 0,1 0-1 0 0,-1 0 1 0 0,1 0-1 0 0,-1-1 1 0 0,0 1 0 0 0,1 0-1 0 0,-1 0 1 0 0,0-1-1 0 0,1 1 1 0 0,-1 0-1 0 0,0 0 1 0 0,1-1 0 0 0,-1 1-1 0 0,0-1 1 0 0,1 1-1 0 0,-1 0 1 0 0,0-1-1 0 0,0 1 1 0 0,0 0 0 0 0,1-1-1 0 0,-1 1 1 0 0,0-1-1 0 0,0 1 1 0 0,0-1-1 0 0,0 1 1 0 0,0 0-1 0 0,0-1 1 0 0,0 1 0 0 0,0-1-1 0 0,0 1 1 0 0,0-1-1 0 0,0 1 1 0 0,0 0-1 0 0,0-1 1 0 0,0 1 0 0 0,0-1-1 0 0,0 1 1 0 0,-1-1-1 0 0,1 1 1 0 0,0 0-1 0 0,0-1 1 0 0,0 1 0 0 0,-1-1-1 0 0,1 1 1 0 0,0 0-1 0 0,0-1 1 0 0,-1 1-1 0 0,1 0 1 0 0,0 0-1 0 0,-1-1 1 0 0,1 1 0 0 0,0 0-1 0 0,-1 0 1 0 0,1-1-1 0 0,-1 1 1 0 0,1 0-1 0 0,0 0 1 0 0,-1 0 0 0 0,1 0-1 0 0,-1-1 1 0 0,1 1-1 0 0,-1 0 1 0 0,0 0-1 0 0,5-2 93 0 0,0 1-1 0 0,1 0 1 0 0,-1-1-1 0 0,0 1 1 0 0,1 1-1 0 0,-1-1 1 0 0,1 1-1 0 0,-1 0 1 0 0,1-1-1 0 0,7 3 0 0 0,52 8 640 0 0,-40-5-621 0 0,13 3-183 0 0,-25-5 60 0 0,0-1 0 0 0,1 0 0 0 0,-1 0 0 0 0,0-1 0 0 0,16-1 0 0 0,-24 0-267 0 0,0-1 0 0 0,0 0 0 0 0,-1 1 1 0 0,1-2-1 0 0,0 1 0 0 0,-1 0 0 0 0,1-1 0 0 0,5-3 0 0 0,-5 3-308 0 0,-1-1-1 0 0,0 0 0 0 0,1 0 1 0 0,-1 0-1 0 0,0 0 0 0 0,-1 0 1 0 0,1-1-1 0 0,0 1 0 0 0,1-5 1 0 0,6-17-4574 0 0,-7 18 2768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3.5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48 49 1912 0 0,'-47'17'6386'0'0,"47"-17"-6325"0"0,0 0 1 0 0,0 0 0 0 0,0 0-1 0 0,0 0 1 0 0,0 0 0 0 0,0-1-1 0 0,0 1 1 0 0,1 0 0 0 0,-1 0 0 0 0,0 0-1 0 0,0 0 1 0 0,0 0 0 0 0,0 0-1 0 0,0 0 1 0 0,0 0 0 0 0,0 0-1 0 0,0-1 1 0 0,0 1 0 0 0,0 0 0 0 0,0 0-1 0 0,0 0 1 0 0,0 0 0 0 0,-1 0-1 0 0,1 0 1 0 0,0-1 679 0 0,0 1-680 0 0,0 0 1 0 0,0 0 0 0 0,0 0-1 0 0,-1 0 1 0 0,1 0 0 0 0,0 0-1 0 0,25-18 1099 0 0,-15 13-1025 0 0,-1 0-1 0 0,1 1 1 0 0,0 0 0 0 0,0 1-1 0 0,0 0 1 0 0,0 0 0 0 0,0 1-1 0 0,14-1 1 0 0,90 0 331 0 0,-14 2-450 0 0,-68-3-14 0 0,19-1-2766 0 0,-44 5 1644 0 0,1 0 1 0 0,-1 1 0 0 0,0 0-1 0 0,0 0 1 0 0,9 3 0 0 0,-15-4 1018 0 0,-1 1 32 0 0,0-1 0 0 0,1 0 0 0 0,-1 0-1 0 0,0 1 1 0 0,0-1 0 0 0,0 0 0 0 0,1 0 0 0 0,-1 0 0 0 0,0 0 0 0 0,0 1 0 0 0,1-1 0 0 0,-1 0 0 0 0,0 0 0 0 0,1 0 0 0 0,-1 0 0 0 0,0 0 0 0 0,0 0 0 0 0,1 0 0 0 0,-1 0 0 0 0,0 0 0 0 0,1 0 0 0 0,-1 0 0 0 0,0 0 0 0 0,0 0 0 0 0,1 0 0 0 0,-1 0 0 0 0,0 0 0 0 0,1 0 0 0 0,-1 0 0 0 0,0 0 0 0 0,0 0 0 0 0,1 0 0 0 0,-1-1 0 0 0,0 1-1 0 0,1 0 1 0 0,-1 0 0 0 0,0 0 0 0 0,0 0 0 0 0,0-1 0 0 0,1 1 0 0 0,-1 0 0 0 0,0 0 0 0 0,0-1 0 0 0,0 1 0 0 0,1 0 0 0 0,-1 0 0 0 0,0-1 0 0 0,0 1 0 0 0,0 0 0 0 0,0 0 0 0 0,0-1 0 0 0,0 1 0 0 0,0 0 0 0 0,0-1 0 0 0,0 1 0 0 0,0 0 0 0 0,0-1 0 0 0,1 1-206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4.0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 1008 0 0,'0'0'102'0'0,"0"0"-1"0"0,0 0 1 0 0,0 0-1 0 0,0 0 1 0 0,1-2 1623 0 0,-1 2-1624 0 0,0 0 1 0 0,1-1-1 0 0,-1 1 1 0 0,0 0-1 0 0,0 0 1 0 0,0 0-1 0 0,0 0 1 0 0,0 0-1 0 0,0 0 1 0 0,1 0-1 0 0,-1 0 1 0 0,0 0-1 0 0,0 0 1 0 0,0 0-1 0 0,0 0 1 0 0,0 0-1 0 0,1 0 1 0 0,-1 0-1 0 0,2 1 1624 0 0,-2 0-1623 0 0,0-1-1 0 0,0 0 1 0 0,0 0-1 0 0,0 0 1 0 0,0 0-1 0 0,0 0 1 0 0,0 0-1 0 0,0 1 1 0 0,21 9 2489 0 0,21 19-1047 0 0,-38-25-1455 0 0,1 0 0 0 0,-1 1 0 0 0,0 0 0 0 0,-1 0 0 0 0,1 0 0 0 0,-1 1 0 0 0,0-1 0 0 0,0 1 0 0 0,-1-1 0 0 0,1 1 0 0 0,-1 0 0 0 0,-1 0 0 0 0,1 0 0 0 0,-1 0 0 0 0,0 0 0 0 0,0 1 0 0 0,-1-1 0 0 0,0 0 0 0 0,0 0 0 0 0,0 0 0 0 0,-3 12 0 0 0,1-11-215 0 0,0 1 0 0 0,0-1 0 0 0,-1 1 0 0 0,0-1 0 0 0,-1 0 0 0 0,1 0 0 0 0,-1 0 0 0 0,-1-1-1 0 0,1 0 1 0 0,-1 1 0 0 0,0-1 0 0 0,-1-1 0 0 0,0 1 0 0 0,1-1 0 0 0,-2 0 0 0 0,1 0 0 0 0,-8 4 0 0 0,13-9 43 0 0,1 1-1 0 0,0-1 1 0 0,-1 0 0 0 0,1 0 0 0 0,0 1 0 0 0,-1-1 0 0 0,1 0 0 0 0,0 0-1 0 0,-1 1 1 0 0,1-1 0 0 0,0 0 0 0 0,-1 0 0 0 0,1 0 0 0 0,-1 0-1 0 0,1 0 1 0 0,-1 1 0 0 0,1-1 0 0 0,0 0 0 0 0,-1 0 0 0 0,1 0-1 0 0,-1 0 1 0 0,1 0 0 0 0,-1 0 0 0 0,1 0 0 0 0,0-1 0 0 0,-1 1-1 0 0,1 0 1 0 0,-1 0 0 0 0,1 0 0 0 0,0 0 0 0 0,-1 0 0 0 0,1-1-1 0 0,-1 1 1 0 0,1 0 0 0 0,0 0 0 0 0,-1-1 0 0 0,1 1 0 0 0,0 0-1 0 0,-1-1 1 0 0,1 1 0 0 0,0-1 0 0 0,0-21-2220 0 0,15-25-1559 0 0,-4 31 2144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4.9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6 209 3305 0 0,'-1'1'168'0'0,"0"1"1"0"0,0 0 0 0 0,1-1-1 0 0,-1 1 1 0 0,0 0 0 0 0,1 0-1 0 0,0 0 1 0 0,-1 0 0 0 0,1-1-1 0 0,0 1 1 0 0,0 0-1 0 0,0 0 1 0 0,0 0 0 0 0,1 0-1 0 0,-1 0 1 0 0,0-1 0 0 0,1 1-1 0 0,0 0 1 0 0,-1 0 0 0 0,1-1-1 0 0,0 1 1 0 0,0 0 0 0 0,1 2-1 0 0,0-3-59 0 0,-1 0-1 0 0,1 0 0 0 0,0 0 1 0 0,0 0-1 0 0,0 0 0 0 0,0 0 1 0 0,0-1-1 0 0,-1 1 0 0 0,1-1 1 0 0,0 1-1 0 0,1-1 0 0 0,-1 0 1 0 0,0 1-1 0 0,0-1 0 0 0,0 0 1 0 0,0-1-1 0 0,3 1 1 0 0,5-2 57 0 0,0 0 1 0 0,0-1 0 0 0,-1 1 0 0 0,1-2 0 0 0,-1 1-1 0 0,0-2 1 0 0,14-7 0 0 0,-18 9-72 0 0,0-1 0 0 0,0 0 0 0 0,0-1 0 0 0,-1 1 0 0 0,1-1 0 0 0,-1 0 0 0 0,0 0 0 0 0,-1 0 0 0 0,1 0 0 0 0,-1-1 0 0 0,0 0-1 0 0,0 1 1 0 0,-1-1 0 0 0,1 0 0 0 0,-1 0 0 0 0,-1-1 0 0 0,1 1 0 0 0,0-7 0 0 0,-2 9-52 0 0,0 0 0 0 0,0 0-1 0 0,-1 0 1 0 0,1 0-1 0 0,-1 0 1 0 0,0 0 0 0 0,0 0-1 0 0,0 0 1 0 0,0 1 0 0 0,-1-1-1 0 0,1 0 1 0 0,-1 1 0 0 0,0-1-1 0 0,0 1 1 0 0,-1 0-1 0 0,1 0 1 0 0,-1 0 0 0 0,1 0-1 0 0,-1 0 1 0 0,0 0 0 0 0,0 1-1 0 0,0-1 1 0 0,0 1-1 0 0,-1 0 1 0 0,1 0 0 0 0,-1 0-1 0 0,1 0 1 0 0,-1 1 0 0 0,0-1-1 0 0,-5 0 1 0 0,7 1-43 0 0,0 0 0 0 0,0 0 0 0 0,0 1 0 0 0,0-1 0 0 0,-1 1 0 0 0,1 0 0 0 0,0-1 0 0 0,0 1 0 0 0,0 0 0 0 0,-1 0 0 0 0,1 1 0 0 0,0-1 0 0 0,0 0 0 0 0,0 1 0 0 0,0-1 0 0 0,0 1 0 0 0,0 0 0 0 0,0 0-1 0 0,0-1 1 0 0,0 1 0 0 0,0 1 0 0 0,0-1 0 0 0,-3 3 0 0 0,2-1-12 0 0,0 0 0 0 0,1 1-1 0 0,-1-1 1 0 0,1 1-1 0 0,0-1 1 0 0,0 1 0 0 0,0 0-1 0 0,1 0 1 0 0,-1 0-1 0 0,1 0 1 0 0,-2 8 0 0 0,1 1-28 0 0,1 1 1 0 0,0-1 0 0 0,0 1 0 0 0,1 0 0 0 0,1-1 0 0 0,5 27 0 0 0,-5-36 25 0 0,-1-1-1 0 0,1 0 1 0 0,0 0-1 0 0,0 0 1 0 0,1 0 0 0 0,-1 0-1 0 0,1 0 1 0 0,-1 0-1 0 0,1-1 1 0 0,0 1-1 0 0,0 0 1 0 0,0-1 0 0 0,0 0-1 0 0,1 1 1 0 0,-1-1-1 0 0,1 0 1 0 0,-1 0-1 0 0,1 0 1 0 0,0-1 0 0 0,0 1-1 0 0,3 1 1 0 0,-2-2-57 0 0,1 0 0 0 0,-1 0 1 0 0,1 0-1 0 0,-1-1 0 0 0,1 1 1 0 0,-1-1-1 0 0,1 0 0 0 0,-1-1 0 0 0,1 1 1 0 0,-1-1-1 0 0,1 0 0 0 0,-1 0 1 0 0,8-3-1 0 0,-5 2-78 0 0,0-1 1 0 0,-1 0-1 0 0,1 0 1 0 0,-1-1-1 0 0,1 0 1 0 0,-1 0-1 0 0,-1 0 0 0 0,1-1 1 0 0,0 0-1 0 0,-1 0 1 0 0,0 0-1 0 0,0-1 0 0 0,-1 1 1 0 0,0-1-1 0 0,0 0 1 0 0,0-1-1 0 0,0 1 1 0 0,4-14-1 0 0,-3-48 129 0 0,-5 58 285 0 0,0-1-1 0 0,1 1 0 0 0,0 0 1 0 0,0-1-1 0 0,1 1 1 0 0,6-18-1 0 0,-8 28-246 0 0,0 0 1 0 0,0-1-1 0 0,0 1 0 0 0,0 0 1 0 0,0 0-1 0 0,0 0 0 0 0,0 0 1 0 0,0 0-1 0 0,0 0 0 0 0,0 0 1 0 0,0-1-1 0 0,0 1 0 0 0,0 0 1 0 0,0 0-1 0 0,0 0 0 0 0,1 0 1 0 0,-1 0-1 0 0,0 0 0 0 0,0 0 1 0 0,0 0-1 0 0,0 0 0 0 0,0 0 1 0 0,0 0-1 0 0,0 0 0 0 0,1 0 1 0 0,-1 0-1 0 0,0-1 0 0 0,0 1 1 0 0,0 0-1 0 0,0 0 0 0 0,0 0 1 0 0,0 0-1 0 0,0 0 0 0 0,1 0 1 0 0,-1 0-1 0 0,0 0 0 0 0,0 0 1 0 0,0 1-1 0 0,0-1 0 0 0,0 0 1 0 0,0 0-1 0 0,0 0 0 0 0,1 0 1 0 0,-1 0-1 0 0,0 0 0 0 0,0 0 1 0 0,0 0-1 0 0,0 0 0 0 0,0 0 1 0 0,0 0-1 0 0,0 0 0 0 0,0 0 1 0 0,0 1-1 0 0,1-1 0 0 0,-1 0 1 0 0,0 0-1 0 0,0 0 0 0 0,0 0 1 0 0,0 0-1 0 0,0 0 0 0 0,0 0 1 0 0,0 0-1 0 0,0 1 0 0 0,0-1 1 0 0,0 0-1 0 0,6 15 556 0 0,2 15-190 0 0,27 208-33 0 0,-35-238-352 0 0,0 0 0 0 0,0 0 0 0 0,0 0 0 0 0,0 0 0 0 0,0 0 0 0 0,0 0 0 0 0,0 0 1 0 0,0-1-1 0 0,0 1 0 0 0,0 0 0 0 0,0 0 0 0 0,0 0 0 0 0,0 0 0 0 0,0 0 0 0 0,0 0 0 0 0,0 0 0 0 0,0 0 0 0 0,0 0 0 0 0,1-1 0 0 0,-1 1 0 0 0,0 0 0 0 0,0 0 0 0 0,0 0 0 0 0,0 0 0 0 0,0 0 0 0 0,0 0 0 0 0,0 0 0 0 0,0 0 0 0 0,1 0 0 0 0,-1 0 0 0 0,0 0 0 0 0,0 0 0 0 0,0 0 0 0 0,0 0 0 0 0,0 0 1 0 0,0 0-1 0 0,0 0 0 0 0,0 0 0 0 0,1 0 0 0 0,-1 0 0 0 0,0 0 0 0 0,0 0 0 0 0,0 0 0 0 0,0 0 0 0 0,0 0 0 0 0,0 0 0 0 0,0 0 0 0 0,0 0 0 0 0,1 0 0 0 0,-1 1 0 0 0,0-1 0 0 0,0 0 0 0 0,0 0 0 0 0,0 0 0 0 0,0 0 0 0 0,0 0 0 0 0,0 0 0 0 0,0 0 0 0 0,0 0 0 0 0,0 0 0 0 0,0 1 0 0 0,8-19 6 0 0,4-21 52 0 0,-6 7-14 0 0,-6 25 34 0 0,1 1 1 0 0,0-1 0 0 0,0 1-1 0 0,1 0 1 0 0,-1-1 0 0 0,1 1-1 0 0,1 0 1 0 0,-1 0 0 0 0,1 0-1 0 0,0 0 1 0 0,8-10-1 0 0,-11 16-69 0 0,0 0 1 0 0,0-1-1 0 0,1 1 0 0 0,-1 0 0 0 0,0 0 0 0 0,0 0 0 0 0,1 0 0 0 0,-1 0 0 0 0,0 0 0 0 0,1 0 0 0 0,-1 0 0 0 0,0 0 0 0 0,1 0 0 0 0,-1 0 0 0 0,0 0 0 0 0,0 0 0 0 0,1 0 0 0 0,-1 0 0 0 0,0 0 0 0 0,1 0 0 0 0,-1 0 0 0 0,0 1 0 0 0,0-1 0 0 0,1 0 0 0 0,-1 0 0 0 0,0 0 0 0 0,0 0 0 0 0,1 0 0 0 0,-1 1 0 0 0,0-1 0 0 0,0 0 0 0 0,0 0 0 0 0,1 1 1 0 0,-1-1-1 0 0,0 0 0 0 0,0 0 0 0 0,0 1 0 0 0,0-1 0 0 0,0 0 0 0 0,1 1 0 0 0,8 19 92 0 0,2 19-64 0 0,8 64-1032 0 0,7-159-170 0 0,-19 28 1248 0 0,-6 19 15 0 0,1 1 1 0 0,0-1-1 0 0,1 0 0 0 0,0 1 0 0 0,0 0 1 0 0,1 0-1 0 0,0 0 0 0 0,8-11 1 0 0,-11 21 7 0 0,1 0-1 0 0,-1 1 1 0 0,0-1 0 0 0,1 1 0 0 0,-1 0 0 0 0,-1-1 0 0 0,1 1 0 0 0,0 0 0 0 0,-1 0 0 0 0,1-1 0 0 0,-1 7 0 0 0,1-8-77 0 0,3 97-642 0 0,-2-26-1093 0 0,0-59 459 0 0,-1 0-1 0 0,1-1 0 0 0,6 19 1 0 0,-8-30 1163 0 0,0-1 0 0 0,0 0 0 0 0,0 0 0 0 0,0 0 0 0 0,0 1 0 0 0,0-1 0 0 0,0 0 0 0 0,0 0 0 0 0,0 0 0 0 0,0 1 0 0 0,0-1 0 0 0,0 0 0 0 0,0 0 0 0 0,0 0 0 0 0,0 1 0 0 0,0-1 0 0 0,0 0 0 0 0,1 0 0 0 0,-1 0 0 0 0,0 1 0 0 0,0-1 0 0 0,0 0 0 0 0,0 0 0 0 0,0 0 0 0 0,0 0 0 0 0,1 0 0 0 0,-1 1 0 0 0,0-1 0 0 0,0 0 0 0 0,0 0 0 0 0,0 0 0 0 0,1 0 0 0 0,-1 0 0 0 0,0 0 0 0 0,0 0 0 0 0,0 0 0 0 0,1 1 0 0 0,-1-1 0 0 0,0 0 0 0 0,0 0 0 0 0,0 0 0 0 0,1 0 0 0 0,-1 0 0 0 0,0 0 0 0 0,0 0 0 0 0,0 0 0 0 0,1 0 0 0 0,-1 0 0 0 0,0 0 0 0 0,0-1 0 0 0,0 1 0 0 0,0 0 0 0 0,1 0 0 0 0,-1 0 0 0 0,0 0 0 0 0,0 0 0 0 0,0 0 0 0 0,1 0-1 0 0,-1 0 1 0 0,0-1 0 0 0,0 1 0 0 0,0 0 0 0 0,0 0 0 0 0,1 0 0 0 0,2-4-1679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5.3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51 2401 0 0,'0'-15'2768'0'0,"10"28"-1525"0"0,9 27-499 0 0,67 201 524 0 0,-73-194-2249 0 0,8 74-1 0 0,-20-120 912 0 0,-1 1 0 0 0,0 0 1 0 0,0 0-1 0 0,0-1 0 0 0,0 1 0 0 0,0 0 0 0 0,0 0 0 0 0,0-1 0 0 0,0 1 0 0 0,-1 0 0 0 0,1 0 0 0 0,-1-1 0 0 0,1 1 0 0 0,-1 0 0 0 0,-1 2 0 0 0,-6-5-797 0 0,-2-16 85 0 0,-8-37 697 0 0,-20-97 0 0 0,20 69 1204 0 0,14 67-678 0 0,2 1-1 0 0,-1-1 1 0 0,2 0-1 0 0,0 0 1 0 0,1 1-1 0 0,0-1 1 0 0,5-25-1 0 0,-5 36-294 0 0,1 0 0 0 0,0 1 0 0 0,0-1 1 0 0,0 0-1 0 0,0 1 0 0 0,0-1 0 0 0,1 1 0 0 0,0-1 0 0 0,0 1 0 0 0,0 0 0 0 0,0 0 1 0 0,0-1-1 0 0,0 2 0 0 0,1-1 0 0 0,0 0 0 0 0,-1 0 0 0 0,1 1 0 0 0,0-1 0 0 0,0 1 0 0 0,1 0 1 0 0,-1 0-1 0 0,0 0 0 0 0,1 1 0 0 0,-1-1 0 0 0,1 1 0 0 0,0 0 0 0 0,-1 0 0 0 0,1 0 0 0 0,0 0 1 0 0,-1 1-1 0 0,1-1 0 0 0,0 1 0 0 0,0 0 0 0 0,7 1 0 0 0,-8-1-52 0 0,1 0-1 0 0,-1 1 1 0 0,0-1 0 0 0,1 1-1 0 0,-1 0 1 0 0,0 0 0 0 0,0 0-1 0 0,0 1 1 0 0,0-1 0 0 0,0 1-1 0 0,0-1 1 0 0,0 1 0 0 0,0 0-1 0 0,-1 0 1 0 0,1 0 0 0 0,-1 1-1 0 0,1-1 1 0 0,-1 1 0 0 0,2 3-1 0 0,-1-2-17 0 0,0 2-1 0 0,0-1 1 0 0,-1 0-1 0 0,0 1 1 0 0,0-1-1 0 0,-1 1 1 0 0,1-1-1 0 0,-1 1 1 0 0,0 0-1 0 0,0 8 1 0 0,-1-1-117 0 0,0 1 1 0 0,-1-1-1 0 0,-1 0 1 0 0,0 0-1 0 0,0 0 1 0 0,-2 0 0 0 0,1 0-1 0 0,-2-1 1 0 0,-6 15-1 0 0,6-17-227 0 0,-2 0 0 0 0,1 0 0 0 0,-2-1 0 0 0,-13 15 0 0 0,19-22 62 0 0,0 1 1 0 0,0-1-1 0 0,0 0 0 0 0,0-1 1 0 0,0 1-1 0 0,0 0 0 0 0,0-1 1 0 0,-1 1-1 0 0,1-1 0 0 0,-1 0 1 0 0,1 1-1 0 0,-1-1 0 0 0,1 0 1 0 0,-1-1-1 0 0,1 1 0 0 0,-1 0 1 0 0,0-1-1 0 0,0 0 0 0 0,1 1 1 0 0,-1-1-1 0 0,0 0 0 0 0,0 0 1 0 0,1-1-1 0 0,-1 1 0 0 0,0 0 1 0 0,-3-2-1 0 0,4 0-30 0 0,1 1 0 0 0,-1-1 0 0 0,0 0-1 0 0,1 0 1 0 0,0 0 0 0 0,-1 0 0 0 0,1 0 0 0 0,0 0 0 0 0,0-1 0 0 0,0 1 0 0 0,0 0 0 0 0,0-1 0 0 0,1 1-1 0 0,-1 0 1 0 0,1-1 0 0 0,0 1 0 0 0,-1-1 0 0 0,1 1 0 0 0,0-1 0 0 0,0 1 0 0 0,1-1 0 0 0,-1 1 0 0 0,0 0-1 0 0,1-1 1 0 0,0 1 0 0 0,1-4 0 0 0,2-8-1619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5.7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47 3521 0 0,'1'-1'300'0'0,"0"0"0"0"0,0 0 0 0 0,0 0 1 0 0,0 1-1 0 0,0-1 0 0 0,0 0 0 0 0,0 0 0 0 0,1 1 1 0 0,-1-1-1 0 0,0 1 0 0 0,0-1 0 0 0,0 1 0 0 0,1 0 1 0 0,-1-1-1 0 0,0 1 0 0 0,0 0 0 0 0,1 0 1 0 0,-1 0-1 0 0,0 0 0 0 0,3 0 0 0 0,35 3 1147 0 0,-24-1-780 0 0,46 4-62 0 0,29 0-818 0 0,-35-12-2839 0 0,-54 5 2932 0 0,-1 1 1 0 0,1 0-1 0 0,0 0 0 0 0,-1-1 0 0 0,1 1 0 0 0,-1 0 0 0 0,1-1 0 0 0,-1 1 0 0 0,1 0 0 0 0,-1-1 0 0 0,1 1 0 0 0,-1-1 1 0 0,1 1-1 0 0,-1-1 0 0 0,0 1 0 0 0,1-1 0 0 0,-1 1 0 0 0,0-1 0 0 0,1 0 0 0 0,-1 1 0 0 0,0-1 0 0 0,0 1 1 0 0,1-1-1 0 0,-1 0 0 0 0,0 1 0 0 0,0-1 0 0 0,0 0 0 0 0,0 1 0 0 0,0-1 0 0 0,0 1 0 0 0,0-1 0 0 0,0 0 0 0 0,0 1 1 0 0,-1-2-1 0 0,-8-19-3708 0 0,4 14 2653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6.0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3297 0 0,'2'16'7418'0'0,"4"55"-6204"0"0,-5 5-876 0 0,5 83-411 0 0,-4-134-1622 0 0,2 0 0 0 0,9 28 1 0 0,-13-52 1446 0 0,0 1 1 0 0,0-1-1 0 0,1 1 1 0 0,-1-1-1 0 0,1 1 1 0 0,0-1 0 0 0,-1 0-1 0 0,1 1 1 0 0,0-1-1 0 0,0 0 1 0 0,-1 1 0 0 0,1-1-1 0 0,0 0 1 0 0,0 0-1 0 0,1 0 1 0 0,-1 0-1 0 0,0 0 1 0 0,0 0 0 0 0,0 0-1 0 0,3 1 1 0 0,9 2-1323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6.6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19 3809 0 0,'0'0'103'0'0,"0"-1"-1"0"0,0 1 1 0 0,0 0 0 0 0,0-1 0 0 0,1 1 0 0 0,-1-1-1 0 0,0 1 1 0 0,0-1 0 0 0,0 1 0 0 0,0 0 0 0 0,0-1-1 0 0,1 1 1 0 0,-1-1 0 0 0,0 1 0 0 0,0 0 0 0 0,1-1 0 0 0,-1 1-1 0 0,0 0 1 0 0,0-1 0 0 0,1 1 0 0 0,-1 0 0 0 0,0 0-1 0 0,1-1 1 0 0,-1 1 0 0 0,0 0 0 0 0,1 0 0 0 0,-1 0-1 0 0,1-1 1 0 0,-1 1 0 0 0,0 0 0 0 0,1 0 0 0 0,-1 0-1 0 0,1 0 1 0 0,-1 0 0 0 0,1 0 0 0 0,-1 0 0 0 0,0 0-1 0 0,1 0 1 0 0,-1 0 0 0 0,2 0 0 0 0,12 16 1523 0 0,4 27-764 0 0,6 39-890 0 0,-17-51-2777 0 0,2-1 1 0 0,24 54-1 0 0,-28-75 1143 0 0</inkml:trace>
  <inkml:trace contextRef="#ctx0" brushRef="#br0" timeOffset="1">187 1 3449 0 0,'-5'39'6457'0'0,"-16"34"-4642"0"0,1-3-1060 0 0,17-57-745 0 0,-27 143 91 0 0,25-77-2552 0 0,12-2-3759 0 0,-6-69 4742 0 0,3-2-478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7.0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4681 0 0,'6'4'4187'0'0,"21"9"-2049"0"0,47-15-834 0 0,-62 0-1713 0 0,1 1-1 0 0,-1 1 1 0 0,1 0 0 0 0,-1 1-1 0 0,19 3 1 0 0,-31-4 307 0 0,1 0-1 0 0,-1 0 1 0 0,1 0 0 0 0,-1 0-1 0 0,1 0 1 0 0,-1 1 0 0 0,1-1 0 0 0,-1 0-1 0 0,1 0 1 0 0,-1 1 0 0 0,1-1-1 0 0,-1 0 1 0 0,0 1 0 0 0,1-1-1 0 0,-1 0 1 0 0,0 1 0 0 0,1-1-1 0 0,-1 1 1 0 0,0-1 0 0 0,1 1-1 0 0,-1-1 1 0 0,0 1 0 0 0,0-1-1 0 0,0 1 1 0 0,1-1 0 0 0,-1 1-1 0 0,0-1 1 0 0,0 1 0 0 0,0-1-1 0 0,0 1 1 0 0,0-1 0 0 0,0 1-1 0 0,0-1 1 0 0,0 1 0 0 0,0-1 0 0 0,0 1-1 0 0,0-1 1 0 0,0 1 0 0 0,0-1-1 0 0,-1 1 1 0 0,1-1 0 0 0,0 1-1 0 0,0-1 1 0 0,-1 1 0 0 0,1-1-1 0 0,0 1 1 0 0,0-1 0 0 0,-1 0-1 0 0,1 1 1 0 0,-1-1 0 0 0,1 1-1 0 0,0-1 1 0 0,-1 0 0 0 0,1 0-1 0 0,-1 1 1 0 0,1-1 0 0 0,-1 0-1 0 0,0 1 1 0 0,-4 7-2323 0 0,8 3 1193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7.3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0 2288 0 0,'0'1'122'0'0,"-1"-1"-1"0"0,0 0 1 0 0,0 1-1 0 0,0-1 1 0 0,0 1-1 0 0,1-1 1 0 0,-1 1-1 0 0,0 0 1 0 0,0-1-1 0 0,1 1 1 0 0,-1 0-1 0 0,0-1 1 0 0,1 1-1 0 0,-1 0 1 0 0,1 0-1 0 0,-1 0 1 0 0,1-1-1 0 0,0 1 1 0 0,-1 0-1 0 0,1 0 1 0 0,0 0-1 0 0,-1 0 1 0 0,1 0-1 0 0,0 0 1 0 0,0 0-1 0 0,0 0 1 0 0,0 0-1 0 0,0 0 1 0 0,0 0-1 0 0,0 0 1 0 0,0 0-1 0 0,0-1 1 0 0,0 1-1 0 0,1 0 1 0 0,-1 0-1 0 0,0 0 1 0 0,1 0-1 0 0,-1 0 1 0 0,1 0-1 0 0,-1 0 1 0 0,1-1-1 0 0,-1 1 1 0 0,1 0-1 0 0,-1 0 1 0 0,1-1-1 0 0,0 1 1 0 0,0 0-1 0 0,1 1-61 0 0,0 0 0 0 0,0-1-1 0 0,1 0 1 0 0,-1 1 0 0 0,0-1 0 0 0,0 0-1 0 0,0 0 1 0 0,1 0 0 0 0,-1 0-1 0 0,1-1 1 0 0,-1 1 0 0 0,1-1 0 0 0,-1 0-1 0 0,1 1 1 0 0,-1-1 0 0 0,1 0 0 0 0,3-1-1 0 0,47-14 102 0 0,3 0-974 0 0,-16 14-3284 0 0,-31 1 1409 0 0,-4 1 1162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7.8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152 9 2793 0 0,'4'-8'3989'0'0,"-5"12"-1739"0"0,-6 18-1126 0 0,-54 76-932 0 0,-22 41-1311 0 0,83-138 1112 0 0,-1-1 1 0 0,1 1 0 0 0,0-1-1 0 0,-1 1 1 0 0,1-1-1 0 0,0 1 1 0 0,0-1 0 0 0,-1 1-1 0 0,1-1 1 0 0,0 1 0 0 0,0-1-1 0 0,0 1 1 0 0,0-1-1 0 0,0 1 1 0 0,0-1 0 0 0,0 1-1 0 0,0 0 1 0 0,0-1 0 0 0,0 1-1 0 0,0-1 1 0 0,0 1-1 0 0,0-1 1 0 0,0 1 0 0 0,1-1-1 0 0,-1 1 1 0 0,0 0 0 0 0,0-1-1 0 0,1 1 1 0 0,-1-1-1 0 0,0 0 1 0 0,1 1 0 0 0,-1-1-1 0 0,0 1 1 0 0,1-1 0 0 0,-1 1-1 0 0,1-1 1 0 0,-1 0-1 0 0,0 1 1 0 0,1-1 0 0 0,-1 0-1 0 0,1 0 1 0 0,-1 1 0 0 0,1-1-1 0 0,-1 0 1 0 0,1 0-1 0 0,0 0 1 0 0,-1 1 0 0 0,1-1-1 0 0,-1 0 1 0 0,1 0 0 0 0,-1 0-1 0 0,1 0 1 0 0,0 0 0 0 0,-1 0-1 0 0,1 0 1 0 0,-1 0-1 0 0,1-1 1 0 0,-1 1 0 0 0,1 0-1 0 0,-1 0 1 0 0,1 0 0 0 0,-1 0-1 0 0,2-1 1 0 0,51-12 133 0 0,-33 8-122 0 0,1 1-185 0 0,82-12 616 0 0,-95 16-652 0 0,0-1 0 0 0,0 1 0 0 0,0 0 0 0 0,-1 1 0 0 0,1 0 0 0 0,0 0 0 0 0,0 1-1 0 0,-1 0 1 0 0,1 0 0 0 0,10 5 0 0 0,-17-6-62 0 0,0 0 0 0 0,0-1-1 0 0,1 1 1 0 0,-1 0 0 0 0,0 0 0 0 0,0 0-1 0 0,0 0 1 0 0,0 0 0 0 0,0 0 0 0 0,0 0-1 0 0,0 0 1 0 0,0 1 0 0 0,-1-1-1 0 0,1 0 1 0 0,0 1 0 0 0,-1-1 0 0 0,1 0-1 0 0,-1 1 1 0 0,1 1 0 0 0,-1 2-877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08.2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2985 0 0,'0'12'773'0'0,"0"0"1"0"0,0 0-1 0 0,1 0 1 0 0,0 0-1 0 0,6 20 1 0 0,1 13 293 0 0,4 85-292 0 0,-3-42-2337 0 0,1-1-5218 0 0,-9-82 5758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11.7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1 776 0 0,'-2'2'367'0'0,"1"0"0"0"0,0-1-1 0 0,-1 1 1 0 0,1 0 0 0 0,0 1-1 0 0,0-1 1 0 0,1 0 0 0 0,-1 0 0 0 0,0 0-1 0 0,1 0 1 0 0,-1 1 0 0 0,1-1-1 0 0,0 0 1 0 0,0 1 0 0 0,0-1 0 0 0,0 4-1 0 0,0 59-778 0 0,1-32 837 0 0,0 131-580 0 0,38 293 0 0 0,-39-453 83 0 0,1 6-237 0 0,1 0 1 0 0,0 0-1 0 0,0 0 1 0 0,1 0-1 0 0,0 0 1 0 0,0 0-1 0 0,7 11 1 0 0,-10-21 259 0 0,0 0 0 0 0,0-1 0 0 0,0 1 0 0 0,0 0 0 0 0,0 0 0 0 0,0 0 0 0 0,0 0 0 0 0,0 0 0 0 0,0 0 0 0 0,0 0 0 0 0,0 0 0 0 0,0 0 0 0 0,0 0 0 0 0,1 0 0 0 0,-1 0-49 0 0,0-1 49 0 0,0 1 0 0 0,0 0 0 0 0,0 0 0 0 0,0 0 0 0 0,0 0 0 0 0,0 0 0 0 0,0 0 0 0 0,0 0 0 0 0,0 0 0 0 0,0 0 0 0 0,0 0 0 0 0,1 0 0 0 0,-1 0 0 0 0,0 0 0 0 0,0 0 0 0 0,0 0 0 0 0,0 0 0 0 0,0 0 0 0 0,0 0 0 0 0,0 0 0 0 0,0 0 0 0 0,0 0 0 0 0,0 0 0 0 0,0 0 0 0 0,1 0 0 0 0,-1 0 0 0 0,0 0-152 0 0,0-5-1271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15.2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69 289 848 0 0,'-1'0'103'0'0,"1"0"0"0"0,-1 0 1 0 0,1-1-1 0 0,-1 1 0 0 0,1 0 0 0 0,-1 0 0 0 0,1-1 0 0 0,-1 1 0 0 0,1 0 0 0 0,0-1 1 0 0,-1 1-1 0 0,1 0 0 0 0,-1-1 0 0 0,1 1 0 0 0,0-1 0 0 0,-1 1 0 0 0,1-1 1 0 0,0 1-1 0 0,0-1 0 0 0,-1 1 0 0 0,1-1 0 0 0,0 1 0 0 0,0-1 0 0 0,0 1 0 0 0,0-1 1 0 0,0 1-1 0 0,-1-1 0 0 0,1 1 0 0 0,0-1 0 0 0,0 0 0 0 0,0 1 0 0 0,1-1 0 0 0,-1 1 1 0 0,0-1-1 0 0,0 1 0 0 0,0-1 0 0 0,0 1 0 0 0,0-1 0 0 0,1 1 0 0 0,-1-1 0 0 0,0 1 1 0 0,0-1-1 0 0,1 0 0 0 0,30-16 1328 0 0,56-5-1621 0 0,-78 20 447 0 0,61-10 198 0 0,119-5 0 0 0,-128 11 122 0 0,69-15 0 0 0,-72 9-573 0 0,81-4 1 0 0,2 2 268 0 0,33-1 72 0 0,-56 9-309 0 0,-66 2 0 0 0,51 4 0 0 0,-5-5-15 0 0,-18-1 400 0 0,152-13-98 0 0,-154 15-314 0 0,-51 2-2 0 0,0 1 0 0 0,1 1 0 0 0,29 4 0 0 0,-15 0 35 0 0,0-3 0 0 0,1-1 0 0 0,-1-2 0 0 0,62-11 1 0 0,207-18 813 0 0,-254 22-746 0 0,-11 0 124 0 0,85-3 1 0 0,-128 12-210 0 0,-1 0 0 0 0,1 0 1 0 0,-1 0-1 0 0,1 0 0 0 0,0 1 1 0 0,-1-1-1 0 0,1 1 1 0 0,-1-1-1 0 0,1 1 0 0 0,-1 0 1 0 0,1 0-1 0 0,-1 0 1 0 0,0 1-1 0 0,1-1 0 0 0,-1 0 1 0 0,0 1-1 0 0,0 0 0 0 0,0-1 1 0 0,3 4-1 0 0,-3-1 5 0 0,1 0 0 0 0,-1 1 1 0 0,1 0-1 0 0,-1-1 0 0 0,0 1 0 0 0,-1 0 0 0 0,1 0 0 0 0,0 9 0 0 0,20 126-250 0 0,4 178 0 0 0,-20-218-254 0 0,-1-68 327 0 0,-3-28 150 0 0,-1 1 1 0 0,0 0 0 0 0,0 0 0 0 0,0-1 0 0 0,-1 1-1 0 0,1 0 1 0 0,-1 0 0 0 0,0 0 0 0 0,-1 0 0 0 0,1-1-1 0 0,-3 9 1 0 0,2-11 14 0 0,0-1-1 0 0,0 0 0 0 0,0 0 0 0 0,0 0 1 0 0,0 0-1 0 0,-1 0 0 0 0,1 0 1 0 0,-1 0-1 0 0,1-1 0 0 0,0 1 1 0 0,-1 0-1 0 0,1-1 0 0 0,-1 1 0 0 0,1-1 1 0 0,-1 1-1 0 0,0-1 0 0 0,1 0 1 0 0,-1 0-1 0 0,1 0 0 0 0,-1 0 1 0 0,0 0-1 0 0,1 0 0 0 0,-1 0 0 0 0,-2-1 1 0 0,-49-10 285 0 0,35 7-220 0 0,-33-5 122 0 0,-95-6-1 0 0,105 17-184 0 0,-72 14-1 0 0,84-11-31 0 0,-134 34 86 0 0,28-6-13 0 0,-173 41 211 0 0,-87-8 144 0 0,327-56-283 0 0,0-4 0 0 0,-91-2 0 0 0,-25-9-19 0 0,-105 2-31 0 0,192 4-5 0 0,-169-21-1 0 0,222 15-68 0 0,42 5-9 0 0,-59-7-32 0 0,-2 3 1 0 0,-91 4-1 0 0,99 10-1008 0 0,59-19-4143 0 0,13-12 940 0 0,-7 19 1441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16.4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41 59 32 0 0,'-4'-4'670'0'0,"-1"0"0"0"0,1-1 0 0 0,0 0 0 0 0,0 0 0 0 0,1 0 0 0 0,-1 0 0 0 0,1-1 0 0 0,0 1 0 0 0,-3-9 0 0 0,8 27-342 0 0,0 1 0 0 0,-1-1-1 0 0,0 1 1 0 0,-1-1 0 0 0,-3 19 0 0 0,2 28-337 0 0,10 35-826 0 0,40 175 0 0 0,-26-158-2005 0 0,-19-106-353 0 0,-2-7 2246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17.0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0 1000 0 0,'-1'2'251'0'0,"0"-1"1"0"0,0 0-1 0 0,0 1 0 0 0,0-1 0 0 0,1 1 1 0 0,-1-1-1 0 0,1 1 0 0 0,-1-1 0 0 0,1 1 1 0 0,-1-1-1 0 0,1 1 0 0 0,0 0 0 0 0,0-1 1 0 0,0 1-1 0 0,0-1 0 0 0,0 1 0 0 0,0 0 1 0 0,0-1-1 0 0,1 3 0 0 0,6 33 683 0 0,30 90-840 0 0,-16-62-43 0 0,23 128 0 0 0,-39-159-160 0 0,3 26-1443 0 0,1 67-1 0 0,-9-134-1414 0 0,8 5 2153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18.4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0 464 0 0,'5'7'4686'0'0,"5"11"-3672"0"0,25 189 1125 0 0,-11-53-1619 0 0,-12-97-450 0 0,-3-19-351 0 0,-2 1 0 0 0,4 72 0 0 0,-11-111 100 0 0,0 0 0 0 0,0 1 0 0 0,0-1 0 0 0,0 0 0 0 0,0 1 0 0 0,0-1 0 0 0,0 0 0 0 0,0 0 0 0 0,-1 1 0 0 0,1-1 0 0 0,0 0 0 0 0,0 1 0 0 0,0-1 0 0 0,0 0 0 0 0,-1 0 0 0 0,1 0 0 0 0,0 1 0 0 0,0-1 0 0 0,0 0 0 0 0,-1 0 0 0 0,1 0 0 0 0,0 1 0 0 0,0-1 0 0 0,-1 0 0 0 0,1 0 0 0 0,0 0 0 0 0,-1 0 0 0 0,1 0 0 0 0,0 0 0 0 0,0 1 0 0 0,-1-1 1 0 0,1 0-1 0 0,0 0 0 0 0,-1 0 0 0 0,1 0 0 0 0,-1 0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19.1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10 696 0 0,'0'0'80'0'0,"0"-1"-1"0"0,0 1 0 0 0,0 0 1 0 0,0-1-1 0 0,0 1 0 0 0,0 0 1 0 0,0-1-1 0 0,0 1 1 0 0,0 0-1 0 0,0-1 0 0 0,0 1 1 0 0,0 0-1 0 0,0 0 1 0 0,0-1-1 0 0,1 1 0 0 0,-1 0 1 0 0,0-1-1 0 0,0 1 0 0 0,0 0 1 0 0,0 0-1 0 0,1-1 1 0 0,-1 1-1 0 0,0 0 0 0 0,0 0 1 0 0,0-1-1 0 0,1 1 1 0 0,-1 0-1 0 0,0 0 0 0 0,0 0 1 0 0,1-1-1 0 0,-1 1 0 0 0,0 0 1 0 0,1 0-1 0 0,-1 0 1 0 0,0 0-1 0 0,0 0 0 0 0,1-1 1 0 0,-1 1-1 0 0,0 0 1 0 0,1 0-1 0 0,-1 0 0 0 0,0 0 1 0 0,1 0-1 0 0,-1 0 1 0 0,0 0-1 0 0,1 0 0 0 0,-1 0 1 0 0,0 1-1 0 0,1-1 0 0 0,-1 0 1 0 0,0 0-1 0 0,0 0 1 0 0,1 0-1 0 0,-1 0 0 0 0,0 0 1 0 0,1 1-1 0 0,0-1-11 0 0,0 1-1 0 0,0 0 1 0 0,0 0-1 0 0,0-1 0 0 0,0 1 1 0 0,0 0-1 0 0,0 0 1 0 0,0 0-1 0 0,-1 0 1 0 0,1 0-1 0 0,0 0 1 0 0,-1 0-1 0 0,1 0 1 0 0,-1 0-1 0 0,1 1 1 0 0,0 1-1 0 0,91 507 173 0 0,-88-442-1156 0 0,-2-78-2706 0 0,-1 4 1944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19.9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1 432 0 0,'0'14'6106'0'0,"17"59"-5397"0"0,7 9-944 0 0,-2 0-1 0 0,-5 1 1 0 0,-3 1 0 0 0,5 130 0 0 0,-15-228-3514 0 0,-3 5 1923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20.9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114 36 544 0 0,'-2'-20'2806'0'0,"0"5"909"0"0,-12 31-2051 0 0,-4 18-1841 0 0,1 0 1 0 0,2 0 0 0 0,1 2-1 0 0,-16 66 1 0 0,28-83-2037 0 0,9-25 103 0 0,14-29-631 0 0,-18 28 2575 0 0,13-23-343 0 0,-5 13 409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21.6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126 4 8 0 0,'0'-1'95'0'0,"1"1"0"0"0,-1 0 0 0 0,0-1 1 0 0,1 1-1 0 0,-1 0 0 0 0,0 0 0 0 0,1 0 0 0 0,-1-1 0 0 0,1 1 1 0 0,-1 0-1 0 0,1 0 0 0 0,-1 0 0 0 0,0 0 0 0 0,1-1 0 0 0,-1 1 0 0 0,1 0 1 0 0,-1 0-1 0 0,1 0 0 0 0,-1 0 0 0 0,1 0 0 0 0,-1 0 0 0 0,0 0 1 0 0,1 1-1 0 0,-1-1 0 0 0,1 0 0 0 0,-1 0 0 0 0,1 0 0 0 0,-1 0 0 0 0,0 0 1 0 0,1 1-1 0 0,-1-1 0 0 0,1 1 0 0 0,-3 15 1566 0 0,-26 35-704 0 0,17-33-659 0 0,-85 219-150 0 0,96-237-157 0 0,-1 0 1 0 0,1 0-1 0 0,0 0 0 0 0,0 0 0 0 0,0 0 1 0 0,0 1-1 0 0,0-1 0 0 0,0 0 1 0 0,-1 0-1 0 0,1 0 0 0 0,0 0 0 0 0,0 0 1 0 0,0 0-1 0 0,0 0 0 0 0,0 0 1 0 0,0 1-1 0 0,0-1 0 0 0,0 0 0 0 0,0 0 1 0 0,-1 0-1 0 0,1 0 0 0 0,0 0 1 0 0,0 0-1 0 0,0 1 0 0 0,0-1 0 0 0,0 0 1 0 0,0 0-1 0 0,0 0 0 0 0,0 0 1 0 0,0 0-1 0 0,0 1 0 0 0,0-1 0 0 0,0 0 1 0 0,0 0-1 0 0,0 0 0 0 0,0 0 1 0 0,0 0-1 0 0,0 1 0 0 0,0-1 0 0 0,1 0 1 0 0,-1 0-1 0 0,0 0 0 0 0,0 0 1 0 0,0 0-1 0 0,0 1 0 0 0,0-1 0 0 0,0 0 1 0 0,0 0-1 0 0,0 0 0 0 0,0 0 1 0 0,1 0-1 0 0,-1 0 0 0 0,0 0 0 0 0,0 0 1 0 0,0 0-1 0 0,0 0 0 0 0,0 1 1 0 0,0-1-1 0 0,1 0 0 0 0,-1 0 0 0 0,0 0 1 0 0,0 0-1 0 0,0 0 0 0 0,0 0 1 0 0,0 0-1 0 0,1 0 0 0 0,-1 0 0 0 0,12-11-192 0 0,20-23 219 0 0,-27 29-62 0 0,59-74 59 0 0,28-29 773 0 0,-111 175 299 0 0,-32 53-1016 0 0,-2 6-939 0 0,53-126 855 0 0,0 0 0 0 0,0 0 0 0 0,-1 0 0 0 0,1 0 0 0 0,0 1 0 0 0,0-1 0 0 0,0 0-1 0 0,0 0 1 0 0,-1 0 0 0 0,1 0 0 0 0,0 0 0 0 0,0 1 0 0 0,0-1 0 0 0,0 0 0 0 0,0 0-1 0 0,0 0 1 0 0,0 0 0 0 0,0 1 0 0 0,-1-1 0 0 0,1 0 0 0 0,0 0 0 0 0,0 0 0 0 0,0 1-1 0 0,0-1 1 0 0,0 0 0 0 0,0 0 0 0 0,0 0 0 0 0,0 0 0 0 0,0 1 0 0 0,0-1 0 0 0,0 0-1 0 0,0 0 1 0 0,0 0 0 0 0,1 1 0 0 0,-1-1 0 0 0,0 0 0 0 0,0 0 0 0 0,0 0 0 0 0,0 1-1 0 0,0-1 1 0 0,0 0 0 0 0,0 0 0 0 0,0 0 0 0 0,1 0 0 0 0,-1 0 0 0 0,0 1 0 0 0,0-1-1 0 0,0 0 1 0 0,0 0 0 0 0,0 0 0 0 0,1 0 0 0 0,-1 0 0 0 0,0 0 0 0 0,0 0 0 0 0,0 0-1 0 0,1 0 1 0 0,-1 1 0 0 0,0-1 0 0 0,0 0 0 0 0,0 0 0 0 0,1 0 0 0 0,-1 0 0 0 0,0 0-1 0 0,0 0 1 0 0,1 0 0 0 0,16-13-292 0 0,28-34 334 0 0,-37 37-107 0 0,81-70 1321 0 0,-94 87-1100 0 0,1 1-1 0 0,0 0 1 0 0,0 0 0 0 0,1 0-1 0 0,0 1 1 0 0,-3 15-1 0 0,0-2-92 0 0,-15 29-60 0 0,15-38-88 0 0,0 0-1 0 0,1 1 1 0 0,0-1 0 0 0,1 1-1 0 0,1 0 1 0 0,-3 23-1 0 0,23-67-3869 0 0,-14 18 2534 0 0,4 0 107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14:23.1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121 0 1376 0 0,'-1'8'621'0'0,"-1"-1"-1"0"0,-1 0 0 0 0,0 0 1 0 0,0 0-1 0 0,0 0 0 0 0,0 0 1 0 0,-1 0-1 0 0,-8 9 0 0 0,-10 22 327 0 0,9-9-853 0 0,1 0 1 0 0,1 1-1 0 0,1 1 0 0 0,-9 57 1 0 0,19-88-99 0 0,0 0-1 0 0,0 0 1 0 0,0 0 0 0 0,0 0 0 0 0,0 0 0 0 0,0-1 0 0 0,0 1-1 0 0,1 0 1 0 0,-1 0 0 0 0,0 0 0 0 0,0 0 0 0 0,0 0 0 0 0,0 0-1 0 0,0 0 1 0 0,0 0 0 0 0,0 0 0 0 0,0 0 0 0 0,0 0 0 0 0,0 0-1 0 0,0 0 1 0 0,0 0 0 0 0,1 0 0 0 0,-1 0 0 0 0,0 0 0 0 0,0 0-1 0 0,0 0 1 0 0,0 0 0 0 0,0 0 0 0 0,0 0 0 0 0,0 0-1 0 0,0 0 1 0 0,1 0 0 0 0,-1 0 0 0 0,0 0 0 0 0,0 0 0 0 0,0 0-1 0 0,0 0 1 0 0,0 0 0 0 0,0 0 0 0 0,0 0 0 0 0,0 0 0 0 0,0 0-1 0 0,0 0 1 0 0,1 0 0 0 0,-1 0 0 0 0,0 0 0 0 0,0 0 0 0 0,0 0-1 0 0,0 0 1 0 0,0 0 0 0 0,0 0 0 0 0,0 1 0 0 0,0-1 0 0 0,0 0-1 0 0,0 0 1 0 0,0 0 0 0 0,0 0 0 0 0,0 0 0 0 0,0 0 0 0 0,0 0-1 0 0,0 0 1 0 0,12-13-85 0 0,18-29 117 0 0,-21 29-51 0 0,20-31 56 0 0,-20 30 151 0 0,0 0 0 0 0,0 1-1 0 0,15-16 1 0 0,-30 38-67 0 0,1 0 0 0 0,0 0 1 0 0,0 1-1 0 0,1-1 0 0 0,0 1 0 0 0,1 0 0 0 0,0 0 0 0 0,-2 11 0 0 0,-6 18-44 0 0,-1-8-32 0 0,8-24-117 0 0,0 0-1 0 0,1 0 0 0 0,0 0 0 0 0,1 0 1 0 0,0 1-1 0 0,0-1 0 0 0,0 1 0 0 0,1 0 1 0 0,0-1-1 0 0,0 16 0 0 0,2-23 54 0 0,0 0 0 0 0,0 0 0 0 0,0 0 0 0 0,-1 0 0 0 0,1 0 0 0 0,0 0 0 0 0,0 0 0 0 0,0 0 0 0 0,-1 0 0 0 0,1 0 0 0 0,0-1 0 0 0,0 1 0 0 0,0 0 0 0 0,-1-1 0 0 0,1 1 0 0 0,0 0 0 0 0,-1-1 0 0 0,1 1 0 0 0,0-1 0 0 0,-1 1 0 0 0,1-1 0 0 0,-1 1 0 0 0,1-1 0 0 0,0 0 0 0 0,-1 1 0 0 0,1-1 0 0 0,-1 1 0 0 0,0-1 0 0 0,1 0 0 0 0,0-1 0 0 0,21-23-69 0 0,-10 8 55 0 0,17-25 279 0 0,-28 40-201 0 0,1 0-1 0 0,-1 0 1 0 0,0 1 0 0 0,1-1-1 0 0,0 0 1 0 0,0 1-1 0 0,-1 0 1 0 0,1-1-1 0 0,0 1 1 0 0,0 0-1 0 0,0 0 1 0 0,0 0-1 0 0,0 0 1 0 0,0 0 0 0 0,0 1-1 0 0,4-2 1 0 0,-5 3-18 0 0,-1-1 1 0 0,1 1-1 0 0,-1 0 0 0 0,0-1 1 0 0,1 1-1 0 0,-1-1 1 0 0,0 1-1 0 0,1 0 1 0 0,-1 0-1 0 0,0-1 1 0 0,0 1-1 0 0,0 0 0 0 0,0-1 1 0 0,1 1-1 0 0,-1 0 1 0 0,0 0-1 0 0,0-1 1 0 0,-1 1-1 0 0,1 0 1 0 0,0-1-1 0 0,0 1 0 0 0,0 0 1 0 0,0 0-1 0 0,-1-1 1 0 0,1 1-1 0 0,0 0 1 0 0,0-1-1 0 0,-1 1 1 0 0,0 0-1 0 0,-9 29 112 0 0,9-27-107 0 0,-14 36 68 0 0,2-7-80 0 0,2 1 0 0 0,-11 47 1 0 0,30-97-37 0 0,1 0 0 0 0,1 0 0 0 0,22-29 0 0 0,-26 38 61 0 0,-2 1-16 0 0,1 0-1 0 0,0 1 1 0 0,1 0-1 0 0,0 0 1 0 0,0 0-1 0 0,0 0 1 0 0,0 1-1 0 0,1 0 1 0 0,12-7-1 0 0,-19 18 41 0 0,0-1 0 0 0,0 0 0 0 0,0 1-1 0 0,-1-1 1 0 0,0 0 0 0 0,-2 11 0 0 0,-8 16-46 0 0,7-22-21 0 0,0 0 0 0 0,0 1 1 0 0,2-1-1 0 0,-1 1 0 0 0,1-1 0 0 0,1 1 1 0 0,-1 16-1 0 0,2-27-11 0 0,0 1 1 0 0,1-1-1 0 0,-1 1 1 0 0,1-1-1 0 0,-1 1 1 0 0,0-1-1 0 0,1 1 1 0 0,-1-1-1 0 0,1 1 1 0 0,-1-1-1 0 0,1 0 1 0 0,-1 1-1 0 0,1-1 1 0 0,0 0-1 0 0,-1 1 1 0 0,1-1-1 0 0,-1 0 1 0 0,1 0-1 0 0,0 1 1 0 0,-1-1-1 0 0,1 0 1 0 0,-1 0-1 0 0,1 0 1 0 0,0 0-1 0 0,-1 0 1 0 0,1 0-1 0 0,0 0 1 0 0,-1 0-1 0 0,1 0 1 0 0,0 0-1 0 0,-1 0 1 0 0,1-1-1 0 0,0 1 1 0 0,-1 0-1 0 0,1 0 1 0 0,-1-1-1 0 0,1 1 1 0 0,-1 0-1 0 0,2-1 1 0 0,35-14-493 0 0,-25 9-1117 0 0,4-4-3058 0 0,-12 7 2102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8:51.57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718 921 2465 0 0,'-6'6'612'0'0,"-1"0"1"0"0,2-1 0 0 0,-1 2 0 0 0,1-1 0 0 0,0 1 0 0 0,0 0 0 0 0,1 0 0 0 0,-5 10 0 0 0,-26 69-322 0 0,20-45 54 0 0,-235 609 1674 0 0,54-84-1487 0 0,157-417-387 0 0,-40 291 0 0 0,44-30-202 0 0,19 1-1 0 0,17 1 0 0 0,75 569 1 0 0,-30-668-28 0 0,14-3 1 0 0,136 416-1 0 0,3-220 23 0 0,-141-385 92 0 0,5-4 0 0 0,82 116 0 0 0,-93-160-24 0 0,4-2-1 0 0,2-3 0 0 0,4-2 1 0 0,2-2-1 0 0,91 68 0 0 0,-107-97 11 0 0,2-2 0 0 0,0-3-1 0 0,3-1 1 0 0,0-3 0 0 0,1-2 0 0 0,2-3-1 0 0,0-2 1 0 0,115 22 0 0 0,-109-32-13 0 0,0-2 0 0 0,1-4 0 0 0,-1-2 0 0 0,1-3 1 0 0,-1-3-1 0 0,1-3 0 0 0,-2-2 0 0 0,1-3 0 0 0,63-22 1 0 0,-53 9-6 0 0,-1-2 1 0 0,-2-4-1 0 0,-1-3 1 0 0,-1-3-1 0 0,-2-2 1 0 0,-2-4-1 0 0,62-55 1 0 0,0-17 168 0 0,-5-6 0 0 0,-6-4 0 0 0,-5-6 0 0 0,165-262 0 0 0,-148 178 73 0 0,-9-4 0 0 0,-10-5 0 0 0,149-461 1 0 0,-177 405 25 0 0,-12-2 1 0 0,-13-4-1 0 0,18-315 1 0 0,-59 369-9 0 0,-11 0 0 0 0,-10 0 0 0 0,-9 1 0 0 0,-11 1 1 0 0,-10 1-1 0 0,-10 2 0 0 0,-10 2 0 0 0,-10 3 0 0 0,-107-238 1 0 0,-71-53 273 0 0,191 417-370 0 0,-4 2 0 0 0,-5 2 1 0 0,-79-88-1 0 0,87 120-55 0 0,-3 3-1 0 0,-2 2 1 0 0,-3 2-1 0 0,-2 4 1 0 0,-138-80 0 0 0,146 100-106 0 0,-1 2 1 0 0,-1 2 0 0 0,-2 4 0 0 0,0 2 0 0 0,-1 2 0 0 0,-1 4 0 0 0,0 2-1 0 0,-68-3 1 0 0,-4 11-346 0 0,0 7-1 0 0,0 5 1 0 0,-239 46-1 0 0,-385 151-1693 0 0,402-75-659 0 0,131-20-3102 0 0,138-52 1218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8:53.05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1787 356 2000 0 0,'-10'2'409'0'0,"0"0"0"0"0,0 1-1 0 0,0 0 1 0 0,1 1-1 0 0,-1 0 1 0 0,1 1-1 0 0,0 0 1 0 0,0 0-1 0 0,0 1 1 0 0,1 0 0 0 0,0 1-1 0 0,0 0 1 0 0,-11 12-1 0 0,-6 11-526 0 0,0 1-1 0 0,-26 44 1 0 0,-5 8 433 0 0,-53 49-22 0 0,51-63-171 0 0,-61 91 1 0 0,-28 86 98 0 0,-117 271 0 0 0,-67 286 653 0 0,240-538-872 0 0,-64 310 0 0 0,8 288-43 0 0,106-471-32 0 0,18 0 0 0 0,16 1 0 0 0,87 760 0 0 0,-56-988 126 0 0,8-2-1 0 0,7-1 1 0 0,7-3 0 0 0,67 156 0 0 0,-76-229-105 0 0,4-2 0 0 0,3-3-1 0 0,4-1 1 0 0,4-2 0 0 0,2-3 0 0 0,4-2 0 0 0,4-3-1 0 0,118 106 1 0 0,-119-125-89 0 0,2-4 1 0 0,3-2-1 0 0,1-3 0 0 0,2-3 0 0 0,129 53 0 0 0,-146-73 67 0 0,1-2 0 0 0,0-3-1 0 0,1-1 1 0 0,1-3 0 0 0,-1-3-1 0 0,2-2 1 0 0,-1-2 0 0 0,0-3-1 0 0,60-7 1 0 0,-33-5 71 0 0,-2-3 0 0 0,0-4 1 0 0,-1-4-1 0 0,-1-3 0 0 0,-1-3 0 0 0,-2-3 1 0 0,116-69-1 0 0,-92 37-36 0 0,-3-3-1 0 0,-3-5 1 0 0,-3-3 0 0 0,138-151-1 0 0,-53 20-11 0 0,-8-7 0 0 0,205-345 0 0 0,-278 392 177 0 0,-7-4 1 0 0,94-263-1 0 0,55-386 51 0 0,-170 500 10 0 0,-13-3-1 0 0,12-399 1 0 0,-60 470-8 0 0,-10-1 0 0 0,-12 2 0 0 0,-71-367 0 0 0,29 347 104 0 0,-11 3 0 0 0,-12 4-1 0 0,-118-258 1 0 0,153 423-121 0 0,-4 1 1 0 0,-4 2-1 0 0,-4 3 0 0 0,-5 3 0 0 0,-3 3 1 0 0,-3 2-1 0 0,-130-117 0 0 0,129 140-94 0 0,-3 3 0 0 0,-2 3 0 0 0,-2 3 0 0 0,-3 4-1 0 0,-2 4 1 0 0,-1 3 0 0 0,-2 4 0 0 0,-2 3 0 0 0,-108-25 0 0 0,90 36-238 0 0,-1 5 1 0 0,0 5 0 0 0,-207 0 0 0 0,155 20-1433 0 0,0 7 1 0 0,-160 35-1 0 0,170-14-2607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02.4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1409 1531 1864 0 0,'-9'7'79'0'0,"1"1"-1"0"0,0 0 0 0 0,0 0 0 0 0,1 1 1 0 0,0-1-1 0 0,1 2 0 0 0,-8 14 0 0 0,-17 21-70 0 0,-87 124 141 0 0,24-32-3 0 0,11-24-288 0 0,5 4 1 0 0,5 3 0 0 0,6 3 0 0 0,-83 207 0 0 0,-115 453-109 0 0,70 20 77 0 0,72-23 465 0 0,59 6 3 0 0,94 44-662 0 0,-9-480 190 0 0,65 937 193 0 0,106-12 15 0 0,107-130 100 0 0,-176-774 101 0 0,176 362 0 0 0,-25-216 38 0 0,33-18-162 0 0,-192-322-40 0 0,7-5 0 0 0,8-5 0 0 0,7-6 0 0 0,7-7 0 0 0,245 205 0 0 0,-216-216-27 0 0,-28-21-58 0 0,224 144 0 0 0,-173-154 278 0 0,301 125 0 0 0,236 26 319 0 0,34-78-553 0 0,14-71-130 0 0,-32-43 88 0 0,-62-7-134 0 0,697 48 95 0 0,-66-143 252 0 0,-682-16 167 0 0,-3-27-1 0 0,913-228 1 0 0,-953 144-96 0 0,-11-36-224 0 0,-48-33 370 0 0,511-301 1 0 0,-526 217-331 0 0,-379 215-90 0 0,198-177-1 0 0,364-425-180 0 0,-648 637 161 0 0,231-265-150 0 0,-25-20 111 0 0,419-823-66 0 0,-525 844 299 0 0,-15-6 0 0 0,101-365 0 0 0,-117 243-987 0 0,71-513 0 0 0,-155 673 703 0 0,-14-2 1 0 0,-17-426 0 0 0,-102-354 43 0 0,-43 341 120 0 0,101 596-45 0 0,-6 2 0 0 0,-6 2 0 0 0,-80-158 1 0 0,13 82 109 0 0,-8 5 0 0 0,-10 5 0 0 0,-162-186 0 0 0,-65-35 167 0 0,242 295-202 0 0,-162-132 1 0 0,-327-181 180 0 0,-43 63-99 0 0,-183 5-204 0 0,568 263 58 0 0,-359-130-13 0 0,-789-190-1 0 0,294 151-8 0 0,-69 72-262 0 0,-15 121 161 0 0,792 69-12 0 0,-543-12-4 0 0,1 72 597 0 0,-422 140-292 0 0,1025-134-16 0 0,-68 22 230 0 0,3 18 1 0 0,-677 242 0 0 0,728-196-16 0 0,-557 293 0 0 0,851-392-241 0 0,-224 130 265 0 0,207-113-341 0 0,-103 85 0 0 0,-244 275 66 0 0,43 42-118 0 0,242-276-1211 0 0,45-64-2561 0 0,74-86 1087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08.88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119 237 1744 0 0,'-2'-1'231'0'0,"-1"0"1"0"0,1 1-1 0 0,-1-1 0 0 0,1 1 0 0 0,-1-1 0 0 0,1 1 0 0 0,-1 0 0 0 0,0 0 0 0 0,1 0 1 0 0,-1 0-1 0 0,1 0 0 0 0,-1 1 0 0 0,1-1 0 0 0,-5 3 0 0 0,-40 15 2650 0 0,18-5-545 0 0,47-17-1590 0 0,0 2 1 0 0,1 0 0 0 0,-1 0 0 0 0,34 3 0 0 0,-26 0-659 0 0,0-1-1 0 0,0-1 1 0 0,44-8-1 0 0,-23 0 245 0 0,-1 3 0 0 0,1 1 0 0 0,61 2-1 0 0,77-7 511 0 0,-139 1-676 0 0,58-18 1 0 0,-69 16-66 0 0,2 1-1 0 0,0 2 1 0 0,42-3 0 0 0,339 4 879 0 0,-356 10-881 0 0,0-4 0 0 0,0-2 0 0 0,88-15 0 0 0,-83 10 74 0 0,-1 3 0 0 0,78 3 0 0 0,-72 3-142 0 0,112-13 1 0 0,13-8 68 0 0,316 8 1 0 0,-114 9 106 0 0,82-39 188 0 0,-461 39-751 0 0,0 0 562 0 0,1 0 0 0 0,0 1-1 0 0,21 2 1 0 0,7 10-2631 0 0,-43-8 1290 0 0,0 1 0 0 0,0 0 0 0 0,0 0 0 0 0,-1 1 0 0 0,1 0 0 0 0,5 4 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0.25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42 282 1784 0 0,'-16'-15'3289'0'0,"15"13"-3054"0"0,0 1 0 0 0,0 0 0 0 0,0-1 0 0 0,0 1 0 0 0,0 0 0 0 0,0 0 0 0 0,0 0 0 0 0,0 0 0 0 0,-1 0 0 0 0,1 0 0 0 0,0 0 0 0 0,-1 1 0 0 0,1-1 0 0 0,-1 0 0 0 0,1 1 0 0 0,0-1 0 0 0,-1 1 0 0 0,-1-1 0 0 0,41-1 3280 0 0,22 0-3016 0 0,-33 0-243 0 0,0-1 1 0 0,-1 0-1 0 0,29-9 0 0 0,-25 5 50 0 0,58-6 0 0 0,-2 5 197 0 0,156-34 0 0 0,-187 29-294 0 0,250-44 596 0 0,-82 33-440 0 0,-194 21-310 0 0,43-5 170 0 0,1 2 1 0 0,0 4-1 0 0,108 10 1 0 0,-96 0-52 0 0,95-4 0 0 0,-106-5 96 0 0,148 19 1 0 0,-188-14-233 0 0,0-1 0 0 0,-1-1 0 0 0,50-5 0 0 0,104-18 138 0 0,-103 9 27 0 0,45-5-322 0 0,88-11 728 0 0,-71 21-6180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2.22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49 9 3777 0 0,'-8'-8'7202'0'0,"5"21"-2786"0"0,1 2-4398 0 0,-10 33 291 0 0,3 1 0 0 0,3 0 0 0 0,1 0 1 0 0,2 59-1 0 0,27 197-2982 0 0,-14-261-748 0 0,-15-62-2365 0 0,-2-21 3663 0 0,4 22 1065 0 0,-3-15-520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2.62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1 186 1520 0 0,'2'8'7100'0'0,"14"19"-4675"0"0,26 32-1511 0 0,-29-44-909 0 0,1-1 1 0 0,1-1-1 0 0,0 0 1 0 0,0-1 0 0 0,30 17-1 0 0,-39-25-275 0 0,0 0 0 0 0,0-1 0 0 0,1 0 0 0 0,-1-1 0 0 0,1 1-1 0 0,-1-1 1 0 0,1-1 0 0 0,0 1 0 0 0,0-1 0 0 0,-1 0 0 0 0,1 0 0 0 0,0-1-1 0 0,0 0 1 0 0,0 0 0 0 0,0-1 0 0 0,0 0 0 0 0,0 0 0 0 0,-1-1 0 0 0,12-3-1 0 0,-16 4-98 0 0,1-1 0 0 0,-1 1-1 0 0,0-1 1 0 0,0 0 0 0 0,1 0-1 0 0,-1 0 1 0 0,0 0-1 0 0,0 0 1 0 0,-1 0 0 0 0,4-5-1 0 0,-5 7 351 0 0,11-14-2152 0 0</inkml:trace>
  <inkml:trace contextRef="#ctx0" brushRef="#br0" timeOffset="1">309 0 1632 0 0,'0'18'1273'0'0,"4"10"-105"0"0,3 9-160 0 0,1-2-456 0 0,-1 0-248 0 0,2 0-192 0 0,-3-2-40 0 0,3 0-104 0 0,-2-5-120 0 0,-3-4-224 0 0,3-2-184 0 0,-3-2-224 0 0,-2-7-232 0 0,-2-2-225 0 0,0-3-391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3.04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59 2449 0 0,'11'-6'4500'0'0,"26"2"-2470"0"0,-22 3-1651 0 0,2-4-452 0 0,0 0 0 0 0,30-15-1 0 0,-30 13-1266 0 0,-1-4-4342 0 0,-12 13 3766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3.55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27 714 2000 0 0,'-2'28'1751'0'0,"0"-1"0"0"0,4 51 0 0 0,-2-70-1599 0 0,1 0 1 0 0,0-1-1 0 0,1 1 1 0 0,0 0-1 0 0,0 0 0 0 0,0-1 1 0 0,1 1-1 0 0,0-1 1 0 0,1 0-1 0 0,-1 0 1 0 0,1 0-1 0 0,1 0 1 0 0,-1-1-1 0 0,8 8 0 0 0,-10-12-99 0 0,-1-1 0 0 0,1 1 0 0 0,-1-1 0 0 0,1 0-1 0 0,-1 0 1 0 0,1 0 0 0 0,0 0 0 0 0,0 0 0 0 0,-1 0-1 0 0,1-1 1 0 0,0 1 0 0 0,0 0 0 0 0,0-1 0 0 0,0 0-1 0 0,0 1 1 0 0,0-1 0 0 0,0 0 0 0 0,0 0 0 0 0,0 0-1 0 0,0 0 1 0 0,0 0 0 0 0,2-1 0 0 0,-1 0 38 0 0,0 0 0 0 0,0-1 0 0 0,0 1 0 0 0,0-1 0 0 0,0 0 0 0 0,-1 0 0 0 0,1 0 0 0 0,-1 0-1 0 0,1 0 1 0 0,-1-1 0 0 0,0 1 0 0 0,3-4 0 0 0,1-3 110 0 0,0 0 0 0 0,-1-1 0 0 0,0 0 0 0 0,0 0-1 0 0,-1 0 1 0 0,0 0 0 0 0,2-11 0 0 0,-2-1 76 0 0,0 1 0 0 0,-2-1 0 0 0,0-32-1 0 0,-2 49-213 0 0,0-1 0 0 0,0 1 0 0 0,0-1 0 0 0,-1 1 0 0 0,0-1 0 0 0,0 1-1 0 0,-1-1 1 0 0,1 1 0 0 0,-1 0 0 0 0,0-1 0 0 0,-1 1 0 0 0,1 0 0 0 0,-1 0-1 0 0,0 1 1 0 0,0-1 0 0 0,-1 1 0 0 0,1-1 0 0 0,-8-6 0 0 0,7 9-29 0 0,1 1-1 0 0,-1-1 1 0 0,0 1 0 0 0,0 0 0 0 0,0 0 0 0 0,1 0-1 0 0,-1 0 1 0 0,0 0 0 0 0,0 1 0 0 0,0 0-1 0 0,-1 0 1 0 0,1 0 0 0 0,0 1 0 0 0,0-1 0 0 0,0 1-1 0 0,1 0 1 0 0,-1 0 0 0 0,0 0 0 0 0,0 0 0 0 0,0 1-1 0 0,1 0 1 0 0,-1-1 0 0 0,-6 6 0 0 0,5-4-183 0 0,0 0 0 0 0,0 0 0 0 0,1 0 0 0 0,-1 1 0 0 0,1 0 0 0 0,0 0 0 0 0,0 0 1 0 0,0 0-1 0 0,1 1 0 0 0,-1-1 0 0 0,1 1 0 0 0,0 0 0 0 0,0 0 0 0 0,1 1 0 0 0,-1-1 0 0 0,-1 6 0 0 0,4-6-227 0 0,0-1 0 0 0,0 1 0 0 0,0 0 0 0 0,0-1 0 0 0,0 1 0 0 0,1 0 0 0 0,0-1 0 0 0,0 1 0 0 0,0-1 0 0 0,1 1 0 0 0,3 7 0 0 0,-3-9-75 0 0,-1-1 0 0 0,0 1 0 0 0,1-1 1 0 0,0 1-1 0 0,-1-1 0 0 0,1 0 0 0 0,0 0 0 0 0,0 0 1 0 0,0 0-1 0 0,1 0 0 0 0,-1-1 0 0 0,0 1 1 0 0,4 1-1 0 0,10 4-2242 0 0</inkml:trace>
  <inkml:trace contextRef="#ctx0" brushRef="#br0" timeOffset="0.29">490 0 3297 0 0,'-2'5'7358'0'0,"2"20"-4503"0"0,3 47-3142 0 0,-1-40 1064 0 0,9 49-564 0 0,1 0-1886 0 0,-14-31-2719 0 0,-8-33-893 0 0,7-11 2798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3.91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8 182 3833 0 0,'-1'0'203'0'0,"1"1"-1"0"0,-1-1 1 0 0,1 0 0 0 0,-1 1 0 0 0,1-1-1 0 0,-1 0 1 0 0,1 1 0 0 0,0-1 0 0 0,-1 1-1 0 0,1-1 1 0 0,-1 1 0 0 0,1-1 0 0 0,0 1-1 0 0,0-1 1 0 0,-1 1 0 0 0,1-1 0 0 0,0 1-1 0 0,0-1 1 0 0,0 1 0 0 0,-1-1 0 0 0,1 1-1 0 0,0-1 1 0 0,0 1 0 0 0,0 0 0 0 0,0-1-1 0 0,0 1 1 0 0,0-1 0 0 0,0 1 0 0 0,0-1-1 0 0,0 1 1 0 0,0-1 0 0 0,1 1 0 0 0,-1 0-1 0 0,20 5 2438 0 0,28-14-1962 0 0,4-15-639 0 0,64-39 0 0 0,-82 40-2558 0 0,34-28-1 0 0,-39 21-2125 0 0,-14 19 1359 0 0</inkml:trace>
  <inkml:trace contextRef="#ctx0" brushRef="#br0" timeOffset="1">283 226 1432 0 0,'-6'4'359'0'0,"1"0"0"0"0,0 0 0 0 0,0 1 0 0 0,0 0 0 0 0,1 0 0 0 0,0 0 0 0 0,0 1 0 0 0,0-1 0 0 0,0 1 0 0 0,1 0-1 0 0,0 0 1 0 0,0 0 0 0 0,1 0 0 0 0,-1 1 0 0 0,-1 9 0 0 0,3-9-240 0 0,-1 1 1 0 0,1-1-1 0 0,1 0 0 0 0,-1 1 1 0 0,1 0-1 0 0,1-1 0 0 0,-1 1 0 0 0,1-1 1 0 0,1 0-1 0 0,-1 1 0 0 0,1-1 1 0 0,1 0-1 0 0,-1 0 0 0 0,1 0 0 0 0,0 0 1 0 0,1 0-1 0 0,0-1 0 0 0,0 0 1 0 0,0 1-1 0 0,1-2 0 0 0,8 10 0 0 0,-11-13-39 0 0,1 0-1 0 0,-1 0 1 0 0,1 0-1 0 0,0 0 1 0 0,-1 0-1 0 0,1-1 0 0 0,0 1 1 0 0,0-1-1 0 0,0 0 1 0 0,1 0-1 0 0,-1 0 1 0 0,0 0-1 0 0,0-1 0 0 0,0 1 1 0 0,1-1-1 0 0,-1 0 1 0 0,0 0-1 0 0,0 0 1 0 0,1 0-1 0 0,-1 0 0 0 0,5-2 1 0 0,-2 0 51 0 0,0 0 1 0 0,-1 0 0 0 0,1-1-1 0 0,-1 1 1 0 0,1-2 0 0 0,-1 1-1 0 0,0 0 1 0 0,0-1 0 0 0,-1 0-1 0 0,1 0 1 0 0,5-7-1 0 0,-5 5 23 0 0,0 0-1 0 0,0 0 0 0 0,0-1 1 0 0,-1 0-1 0 0,0 0 0 0 0,-1 0 1 0 0,1-1-1 0 0,3-12 0 0 0,-6 16-85 0 0,0 0-1 0 0,0 0 1 0 0,0-1-1 0 0,-1 1 1 0 0,0 0-1 0 0,0 0 1 0 0,0 0-1 0 0,0 0 1 0 0,0-1-1 0 0,-1 1 1 0 0,0 0-1 0 0,0 0 1 0 0,0 0-1 0 0,0 0 1 0 0,-1 0-1 0 0,-2-5 1 0 0,3 7-89 0 0,0-1 0 0 0,-1 1 0 0 0,1 0 1 0 0,-1 0-1 0 0,0 0 0 0 0,1 0 0 0 0,-1 0 0 0 0,0 0 0 0 0,0 1 0 0 0,0-1 0 0 0,-1 0 1 0 0,1 1-1 0 0,0 0 0 0 0,0-1 0 0 0,-1 1 0 0 0,1 0 0 0 0,-1 0 0 0 0,1 1 0 0 0,-1-1 1 0 0,1 0-1 0 0,-1 1 0 0 0,0 0 0 0 0,-2-1 0 0 0,-3 2-879 0 0,0 0 0 0 0,0 0-1 0 0,0 1 1 0 0,0 0 0 0 0,0 0 0 0 0,-7 4-1 0 0,-19 5-4988 0 0,22-5 3359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4.34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217 0 976 0 0,'52'105'5984'0'0,"-25"-52"-5438"0"0,-29-55-933 0 0,0 0 1 0 0,0 0-1 0 0,-1 1 1 0 0,1-1-1 0 0,0 1 1 0 0,-1 0 0 0 0,1 0-1 0 0,-1 0 1 0 0,0 0-1 0 0,1 0 1 0 0,-1 0-1 0 0,-3 0 1 0 0,-9 0-1312 0 0</inkml:trace>
  <inkml:trace contextRef="#ctx0" brushRef="#br0" timeOffset="1">8 332 1200 0 0,'-2'3'457'0'0,"1"0"0"0"0,0 0-1 0 0,0 0 1 0 0,1 0 0 0 0,-1 0 0 0 0,0 0-1 0 0,1 0 1 0 0,0 0 0 0 0,0 0-1 0 0,0 1 1 0 0,0-1 0 0 0,0 0 0 0 0,1 0-1 0 0,-1 0 1 0 0,1 0 0 0 0,0 0-1 0 0,1 4 1 0 0,-1-7-323 0 0,0 1 0 0 0,-1 0 0 0 0,1-1 0 0 0,-1 1 0 0 0,1-1 0 0 0,0 1 0 0 0,-1-1 0 0 0,1 1 0 0 0,0-1 0 0 0,0 1 0 0 0,0-1 0 0 0,-1 1 0 0 0,1-1 0 0 0,0 0 0 0 0,0 0 0 0 0,0 1 0 0 0,0-1 0 0 0,0 0 0 0 0,-1 0 0 0 0,1 0 0 0 0,0 0 0 0 0,1 0 0 0 0,1-1 59 0 0,1 1 0 0 0,-1-1 1 0 0,0 0-1 0 0,0 0 1 0 0,0 0-1 0 0,0 0 0 0 0,0 0 1 0 0,0-1-1 0 0,2-1 0 0 0,42-28 712 0 0,52-46 1 0 0,-70 52-390 0 0,1 2 1 0 0,1 1 0 0 0,0 1 0 0 0,69-33 0 0 0,-93 52-1007 0 0,0 0 0 0 0,1 1 0 0 0,-1-1 0 0 0,1 1-1 0 0,-1 1 1 0 0,1-1 0 0 0,-1 1 0 0 0,1 1 0 0 0,0-1 0 0 0,10 3 0 0 0,44 1-3705 0 0,-53-7 945 0 0,2 0-1001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4.69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20 1 1872 0 0,'-1'0'255'0'0,"0"0"0"0"0,1 0 0 0 0,-1 0 1 0 0,0 0-1 0 0,0 0 0 0 0,1 0 0 0 0,-1 1 0 0 0,0-1 0 0 0,1 0 0 0 0,-1 0 0 0 0,0 1 0 0 0,1-1 0 0 0,-1 0 0 0 0,1 1 0 0 0,-1-1 0 0 0,0 1 0 0 0,1-1 0 0 0,-1 1 0 0 0,1-1 0 0 0,-1 1 0 0 0,1-1 0 0 0,-1 1 0 0 0,1-1 0 0 0,0 1 0 0 0,-1 0 0 0 0,1 0 0 0 0,-4 25 2138 0 0,17 38-2909 0 0,-8-45 1181 0 0,39 179-464 0 0,-10-66-4366 0 0,-32-102 64 0 0,1-18 1530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5.11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135 18 2296 0 0,'6'34'1936'0'0,"1"0"-1"0"0,19 51 0 0 0,5 24-855 0 0,-28-92-895 0 0,12 55 414 0 0,7 79-1 0 0,-21-132-544 0 0,0 1-1 0 0,-1 0 0 0 0,-1 0 0 0 0,0 0 1 0 0,-2-1-1 0 0,0 1 0 0 0,-1-1 1 0 0,-1 0-1 0 0,-9 21 0 0 0,13-37-40 0 0,0 0 0 0 0,0 0 0 0 0,-1 0 1 0 0,1 0-1 0 0,-1 0 0 0 0,1 0 0 0 0,-1 0 0 0 0,0-1 0 0 0,0 1 0 0 0,-1-1 0 0 0,1 0 1 0 0,0 1-1 0 0,-1-1 0 0 0,1 0 0 0 0,-1 0 0 0 0,0-1 0 0 0,0 1 0 0 0,1-1 1 0 0,-1 1-1 0 0,0-1 0 0 0,0 0 0 0 0,-1 0 0 0 0,1 0 0 0 0,0 0 0 0 0,0-1 0 0 0,0 1 1 0 0,-1-1-1 0 0,1 0 0 0 0,0 0 0 0 0,0 0 0 0 0,-1 0 0 0 0,-3-1 0 0 0,1-1 5 0 0,-1 0-1 0 0,1-1 0 0 0,-1 0 0 0 0,1 0 0 0 0,0 0 0 0 0,0-1 1 0 0,1 0-1 0 0,-1 0 0 0 0,1-1 0 0 0,0 1 0 0 0,0-1 0 0 0,0 0 1 0 0,1 0-1 0 0,-6-9 0 0 0,5 7 21 0 0,0 0 1 0 0,1 0-1 0 0,0-1 0 0 0,0 0 1 0 0,1 0-1 0 0,0 0 0 0 0,0 0 1 0 0,1-1-1 0 0,0 1 0 0 0,0-1 1 0 0,1 1-1 0 0,0-1 0 0 0,1 1 1 0 0,-1-1-1 0 0,2 0 0 0 0,-1 1 1 0 0,2-1-1 0 0,-1 0 0 0 0,1 1 1 0 0,0 0-1 0 0,1-1 0 0 0,-1 1 1 0 0,2 0-1 0 0,-1 0 0 0 0,1 1 1 0 0,0-1-1 0 0,1 1 0 0 0,0-1 1 0 0,0 2-1 0 0,1-1 0 0 0,8-8 1 0 0,42-30-736 0 0,-38 31-1635 0 0,0 1 0 0 0,30-33 0 0 0,-35 30-1374 0 0</inkml:trace>
  <inkml:trace contextRef="#ctx0" brushRef="#br0" timeOffset="1">386 1 2841 0 0,'0'57'4921'0'0,"18"33"-3266"0"0,-5-34-1067 0 0,14 63-154 0 0,7 50-2437 0 0,-33-143 551 0 0,-1-25 1357 0 0,0-1 0 0 0,0 1-1 0 0,0-1 1 0 0,0 1 0 0 0,0-1 0 0 0,0 1 0 0 0,0-1 0 0 0,0 0-1 0 0,0 1 1 0 0,0-1 0 0 0,0 1 0 0 0,0-1 0 0 0,0 1-1 0 0,0-1 1 0 0,0 0 0 0 0,0 1 0 0 0,-1-1 0 0 0,1 1-1 0 0,0-1 1 0 0,0 0 0 0 0,-1 1 0 0 0,1-1 0 0 0,0 1-1 0 0,0-1 1 0 0,-1 0 0 0 0,1 1 0 0 0,0-1 0 0 0,-1 0-1 0 0,1 0 1 0 0,0 1 0 0 0,-1-1 0 0 0,1 0 0 0 0,-1 0 0 0 0,1 0-1 0 0,0 1 1 0 0,-1-1 0 0 0,1 0 0 0 0,-1 0 0 0 0,1 0-1 0 0,-1 0 1 0 0,1 0 0 0 0,0 0 0 0 0,-1 0 0 0 0,1 0-1 0 0,-1 0 1 0 0,1 0 0 0 0,-1 0 0 0 0,1 0 0 0 0,-1 0-1 0 0,-2-3-1760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5.55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1 281 1208 0 0,'1'-8'664'0'0,"1"1"0"0"0,1-1-1 0 0,-1 1 1 0 0,1 0 0 0 0,1 0 0 0 0,-1 0-1 0 0,1 0 1 0 0,9-12 0 0 0,9-18 334 0 0,-4-7 184 0 0,-13 29-754 0 0,1 0 1 0 0,1 1-1 0 0,0-1 0 0 0,1 1 0 0 0,0 1 1 0 0,16-20-1 0 0,-24 33-400 0 0,1-1-1 0 0,-1 1 1 0 0,0 0 0 0 0,0 0-1 0 0,1-1 1 0 0,-1 1 0 0 0,0 0-1 0 0,1 0 1 0 0,-1 0 0 0 0,0-1-1 0 0,1 1 1 0 0,-1 0 0 0 0,0 0-1 0 0,1 0 1 0 0,-1 0 0 0 0,0 0-1 0 0,1 0 1 0 0,-1 0 0 0 0,1 0 0 0 0,-1 0-1 0 0,0 0 1 0 0,1 0 0 0 0,-1 0-1 0 0,1 0 1 0 0,-1 0 0 0 0,0 0-1 0 0,1 0 1 0 0,-1 0 0 0 0,0 0-1 0 0,1 0 1 0 0,-1 1 0 0 0,0-1-1 0 0,1 0 1 0 0,-1 0 0 0 0,11 15 571 0 0,4 25-19 0 0,-14-36-500 0 0,25 84 358 0 0,-5 1-1 0 0,14 126 0 0 0,-19 51-5603 0 0,-16-264 4886 0 0,0-1-1 0 0,0 1 1 0 0,1 0-1 0 0,-1-1 1 0 0,0 1-1 0 0,0 0 1 0 0,-1-1-1 0 0,1 1 1 0 0,0-1-1 0 0,0 1 1 0 0,-1 0-1 0 0,1-1 1 0 0,-1 1-1 0 0,0-1 1 0 0,1 1 0 0 0,-1-1-1 0 0,0 1 1 0 0,0-1-1 0 0,0 0 1 0 0,0 1-1 0 0,0-1 1 0 0,0 0-1 0 0,0 0 1 0 0,-2 2-1 0 0,0 1-2737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5.95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66 1736 0 0,'14'-7'5078'0'0,"17"2"-2969"0"0,-6 1-1141 0 0,14-16 103 0 0,9-4 152 0 0,-46 23-1142 0 0,0 0 1 0 0,0 1-1 0 0,0-1 1 0 0,0 0 0 0 0,0 1-1 0 0,0-1 1 0 0,0 1-1 0 0,1 0 1 0 0,-1 0 0 0 0,0 0-1 0 0,0 0 1 0 0,0 0 0 0 0,0 1-1 0 0,1-1 1 0 0,-1 0-1 0 0,0 1 1 0 0,4 1 0 0 0,-4 0-28 0 0,0 0 0 0 0,1 0 0 0 0,-1 1 0 0 0,0-1 0 0 0,0 1 1 0 0,-1-1-1 0 0,1 1 0 0 0,0-1 0 0 0,-1 1 0 0 0,0 0 0 0 0,1 0 0 0 0,-1 0 1 0 0,-1 0-1 0 0,1 0 0 0 0,0 0 0 0 0,-1 0 0 0 0,1 0 0 0 0,-1 0 1 0 0,0 0-1 0 0,0 6 0 0 0,-7 69 102 0 0,5-70-117 0 0,-35 168-213 0 0,30-150-20 0 0,-2 0 1 0 0,0 0-1 0 0,-2-1 1 0 0,-22 37-1 0 0,32-60 181 0 0,1-1 0 0 0,-1 0 0 0 0,1 0 0 0 0,-1 0-1 0 0,0 1 1 0 0,1-1 0 0 0,-1 0 0 0 0,0 0 0 0 0,0 0 0 0 0,0 0 0 0 0,0-1-1 0 0,0 1 1 0 0,0 0 0 0 0,0 0 0 0 0,0 0 0 0 0,-1-1 0 0 0,0 1-1 0 0,-1-15-152 0 0,14-37 416 0 0,-8 42-167 0 0,1 1-1 0 0,0 0 1 0 0,0 0-1 0 0,1 0 1 0 0,0 1-1 0 0,1 0 1 0 0,9-11 0 0 0,-13 16-72 0 0,0 0 1 0 0,0 1-1 0 0,1-1 1 0 0,-1 1 0 0 0,1-1-1 0 0,-1 1 1 0 0,1 0-1 0 0,-1 0 1 0 0,1 0 0 0 0,-1 0-1 0 0,1 0 1 0 0,0 1 0 0 0,-1-1-1 0 0,1 1 1 0 0,0 0-1 0 0,0-1 1 0 0,0 1 0 0 0,-1 1-1 0 0,1-1 1 0 0,0 0 0 0 0,0 1-1 0 0,-1-1 1 0 0,1 1-1 0 0,0 0 1 0 0,-1 0 0 0 0,1 0-1 0 0,-1 0 1 0 0,5 3-1 0 0,11 7 21 0 0,0 1-1 0 0,27 23 1 0 0,-32-23-637 0 0,0-1 1 0 0,1-1 0 0 0,1 0 0 0 0,0-1-1 0 0,17 8 1 0 0,-32-17 500 0 0,0 0-1 0 0,-1-1 1 0 0,1 1 0 0 0,0 0-1 0 0,0-1 1 0 0,0 1 0 0 0,0 0-1 0 0,0-1 1 0 0,0 1 0 0 0,0 0-1 0 0,0-1 1 0 0,0 1 0 0 0,0 0-1 0 0,0-1 1 0 0,0 1 0 0 0,0 0-1 0 0,0-1 1 0 0,0 1-1 0 0,0 0 1 0 0,0-1 0 0 0,0 1-1 0 0,1 0 1 0 0,-1-1 0 0 0,0 1-1 0 0,0 0 1 0 0,0 0 0 0 0,0-1-1 0 0,1 1 1 0 0,-1 0 0 0 0,0 0-1 0 0,0-1 1 0 0,1 1 0 0 0,-1 0-1 0 0,0 0 1 0 0,0 0 0 0 0,1-1-1 0 0,-1 1 1 0 0,0 0 0 0 0,1 0-1 0 0,-1 0 1 0 0,0 0-1 0 0,1 0 1 0 0,-1 0 0 0 0,0 0-1 0 0,1 0 1 0 0,-1-1 0 0 0,0 1-1 0 0,1 0 1 0 0,-1 0 0 0 0,0 1-1 0 0,1-1 1 0 0,-1 0 0 0 0,0 0-1 0 0,1 0 1 0 0,-1 0 0 0 0,0 0-1 0 0,0 0 1 0 0,1 0 0 0 0,-1 0-1 0 0,0 1 1 0 0,1-1 0 0 0,-1 0-1 0 0,0 0 1 0 0,0 0 0 0 0,1 1-1 0 0,-2-6-1216 0 0,1-2-1196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6.36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0 319 1816 0 0,'4'-3'3751'0'0,"12"-14"-2881"0"0,6-18 289 0 0,-2-1 0 0 0,19-46 0 0 0,15-28 53 0 0,-54 109-1201 0 0,0 1 0 0 0,0 0 0 0 0,0 0 0 0 0,1-1 0 0 0,-1 1-1 0 0,0 0 1 0 0,0 0 0 0 0,0-1 0 0 0,0 1 0 0 0,0 0-1 0 0,0 0 1 0 0,0-1 0 0 0,1 1 0 0 0,-1 0 0 0 0,0 0 0 0 0,0 0-1 0 0,0 0 1 0 0,1-1 0 0 0,-1 1 0 0 0,0 0 0 0 0,0 0 0 0 0,0 0-1 0 0,1 0 1 0 0,-1 0 0 0 0,0-1 0 0 0,0 1 0 0 0,1 0 0 0 0,-1 0-1 0 0,0 0 1 0 0,0 0 0 0 0,1 0 0 0 0,-1 0 0 0 0,0 0 0 0 0,0 0-1 0 0,1 0 1 0 0,-1 0 0 0 0,0 0 0 0 0,1 0 0 0 0,-1 0 0 0 0,0 0-1 0 0,0 0 1 0 0,1 0 0 0 0,-1 1 0 0 0,0-1 0 0 0,0 0-1 0 0,1 0 1 0 0,-1 0 0 0 0,0 0 0 0 0,0 0 0 0 0,1 1 0 0 0,7 17 442 0 0,0 23 34 0 0,32 290 330 0 0,-10-87-5969 0 0,-30-236 1743 0 0,-2-16-216 0 0,1 0 2399 0 0</inkml:trace>
  <inkml:trace contextRef="#ctx0" brushRef="#br0" timeOffset="1">332 0 2497 0 0,'2'1'368'0'0,"-1"1"0"0"0,1-1 0 0 0,-1 0 1 0 0,0 0-1 0 0,1 1 0 0 0,-1-1 1 0 0,0 1-1 0 0,0-1 0 0 0,0 1 1 0 0,0 0-1 0 0,0-1 0 0 0,-1 1 0 0 0,2 2 1 0 0,12 46 953 0 0,-12-41-859 0 0,11 68 831 0 0,6 114 0 0 0,-1-8-1008 0 0,-9-119-787 0 0,4 31-4072 0 0,-12-91 4070 0 0,-4 8-2691 0 0,1-8 517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6.81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0 4401 0 0,'0'4'266'0'0,"1"0"1"0"0,0 0-1 0 0,0 0 1 0 0,0 0-1 0 0,0-1 1 0 0,1 1-1 0 0,-1-1 0 0 0,1 1 1 0 0,0-1-1 0 0,0 1 1 0 0,0-1-1 0 0,0 0 1 0 0,1 0-1 0 0,-1 0 1 0 0,1 0-1 0 0,0-1 0 0 0,0 1 1 0 0,0-1-1 0 0,0 1 1 0 0,5 1-1 0 0,-2-1-187 0 0,1-1 1 0 0,0-1-1 0 0,-1 1 0 0 0,1-1 0 0 0,0 0 1 0 0,0-1-1 0 0,0 0 0 0 0,0 0 0 0 0,0 0 0 0 0,13-3 1 0 0,-3 0-70 0 0,-12 1-67 0 0,0 1 0 0 0,1 0 1 0 0,-1 0-1 0 0,1 0 0 0 0,-1 1 0 0 0,1 0 0 0 0,-1 0 0 0 0,1 0 0 0 0,-1 1 1 0 0,1-1-1 0 0,-1 1 0 0 0,1 1 0 0 0,5 1 0 0 0,-11-3-40 0 0,1 1 0 0 0,-1-1 1 0 0,0 1-1 0 0,0-1 0 0 0,0 0 0 0 0,0 1 0 0 0,1-1 0 0 0,-1 1 0 0 0,0-1 1 0 0,0 0-1 0 0,0 1 0 0 0,0-1 0 0 0,0 1 0 0 0,0-1 0 0 0,0 1 0 0 0,0-1 0 0 0,0 0 1 0 0,0 1-1 0 0,0-1 0 0 0,0 1 0 0 0,0-1 0 0 0,0 0 0 0 0,-1 1 0 0 0,1-1 1 0 0,0 1-1 0 0,0-1 0 0 0,0 0 0 0 0,-1 1 0 0 0,1-1 0 0 0,0 0 0 0 0,0 1 1 0 0,-1-1-1 0 0,1 0 0 0 0,0 1 0 0 0,-1-1 0 0 0,1 0 0 0 0,0 0 0 0 0,-1 1 0 0 0,1-1 1 0 0,-1 0-1 0 0,1 0 0 0 0,0 0 0 0 0,-1 1 0 0 0,1-1 0 0 0,-1 0 0 0 0,-26 16-3059 0 0,15-10 1706 0 0,1 6 582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7.21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41 80 680 0 0,'-1'6'525'0'0,"0"0"-1"0"0,1 0 1 0 0,0 1-1 0 0,0-1 1 0 0,0 0-1 0 0,0 0 1 0 0,1 0-1 0 0,0 0 1 0 0,0 0-1 0 0,3 7 1 0 0,-3-12-397 0 0,-1 0 1 0 0,1 0-1 0 0,-1 0 1 0 0,1 1-1 0 0,-1-1 1 0 0,1 0-1 0 0,0 0 1 0 0,0 0-1 0 0,0 0 1 0 0,0 0-1 0 0,0 0 1 0 0,0 0-1 0 0,0 0 1 0 0,0-1-1 0 0,0 1 1 0 0,0 0-1 0 0,0-1 0 0 0,0 1 1 0 0,1-1-1 0 0,0 1 1 0 0,0 0-37 0 0,0-1 1 0 0,0 0-1 0 0,0-1 1 0 0,0 1-1 0 0,0 0 1 0 0,0 0-1 0 0,0-1 1 0 0,0 1-1 0 0,0-1 1 0 0,0 0-1 0 0,0 0 1 0 0,0 1-1 0 0,-1-1 1 0 0,1 0-1 0 0,0-1 1 0 0,-1 1-1 0 0,4-2 1 0 0,10-11 408 0 0,-1 0 1 0 0,0-1-1 0 0,-1 0 0 0 0,-1-1 1 0 0,0 0-1 0 0,18-36 0 0 0,-18 34-225 0 0,-35 93 984 0 0,-9-3-1432 0 0,-20 49-868 0 0,47-105 927 0 0,0 0-1 0 0,1 0 1 0 0,0 1 0 0 0,1-1-1 0 0,0 29 1 0 0,3-44 104 0 0,0-1 1 0 0,0 1 0 0 0,-1 0-1 0 0,1-1 1 0 0,0 1 0 0 0,0 0-1 0 0,1-1 1 0 0,-1 1 0 0 0,0 0-1 0 0,0-1 1 0 0,0 1 0 0 0,0 0-1 0 0,1-1 1 0 0,-1 1-1 0 0,0 0 1 0 0,1-1 0 0 0,-1 1-1 0 0,0-1 1 0 0,1 1 0 0 0,-1 0-1 0 0,1-1 1 0 0,-1 1 0 0 0,1-1-1 0 0,-1 1 1 0 0,1-1 0 0 0,-1 0-1 0 0,1 1 1 0 0,-1-1 0 0 0,2 1-1 0 0,20-6-71 0 0,32-33 150 0 0,-38 26-55 0 0,5-3 146 0 0,2 2 0 0 0,43-20 0 0 0,-59 30-128 0 0,0 0 0 0 0,0 1-1 0 0,0 0 1 0 0,0 0 0 0 0,0 1-1 0 0,0-1 1 0 0,0 2 0 0 0,1-1-1 0 0,-1 1 1 0 0,0 0 0 0 0,1 0-1 0 0,-1 1 1 0 0,0 0-1 0 0,0 1 1 0 0,8 2 0 0 0,-13-4-19 0 0,0 1 1 0 0,-1 0-1 0 0,1 0 1 0 0,-1 0-1 0 0,1 0 1 0 0,-1 0-1 0 0,0 0 1 0 0,1 0-1 0 0,-1 0 0 0 0,0 1 1 0 0,0-1-1 0 0,1 0 1 0 0,-1 1-1 0 0,0-1 1 0 0,-1 1-1 0 0,1-1 1 0 0,0 1-1 0 0,0 0 1 0 0,-1-1-1 0 0,1 1 1 0 0,0 2-1 0 0,0 1 4 0 0,-1 0 0 0 0,0-1 0 0 0,0 1 0 0 0,0 0 0 0 0,0-1 0 0 0,-1 1-1 0 0,1-1 1 0 0,-3 6 0 0 0,-1 5-134 0 0,-1 0-1 0 0,-1-1 1 0 0,-14 27-1 0 0,10-25-186 0 0,0 0 0 0 0,-1-1 0 0 0,-1 0 0 0 0,0-1 0 0 0,-1-1 0 0 0,-1 0 1 0 0,0 0-1 0 0,0-2 0 0 0,-1 0 0 0 0,-20 11 0 0 0,-12 3-168 0 0,-1-3 0 0 0,-62 21 1 0 0,61-25 528 0 0,208-67 5416 0 0,17 7-3746 0 0,-65 18-1059 0 0,103-1-293 0 0,-195 22 908 0 0,-6-4-6114 0 0,-13 5 4338 0 0,0 1 1 0 0,0 0-1 0 0,0 0 0 0 0,0 0 0 0 0,-1-1 1 0 0,1 1-1 0 0,0 0 0 0 0,-1 0 0 0 0,1 0 1 0 0,-1 0-1 0 0,1-1 0 0 0,-1 1 0 0 0,1 0 1 0 0,-1 0-1 0 0,0 0 0 0 0,0 0 1 0 0,1 0-1 0 0,-1 1 0 0 0,0-1 0 0 0,-2-2 1 0 0,-3-3-3105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7.71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56 29 64 0 0,'-32'-6'2173'0'0,"31"5"-2003"0"0,0 1 0 0 0,-1 0 0 0 0,1 0 0 0 0,0-1 0 0 0,0 1 0 0 0,0-1 0 0 0,0 1 0 0 0,0-1 0 0 0,0 0 0 0 0,-1 1-1 0 0,1-1 1 0 0,0 0 0 0 0,1 1 0 0 0,-1-1 0 0 0,0 0 0 0 0,0 0 0 0 0,0 0 0 0 0,0 0 0 0 0,1 0 0 0 0,-1 0-1 0 0,0 0 1 0 0,0-2 0 0 0,1 2-113 0 0,0 1 0 0 0,0 0 0 0 0,0 0-1 0 0,0 0 1 0 0,0 0 0 0 0,0-1 0 0 0,0 1 0 0 0,0 0-1 0 0,0 0 1 0 0,0 0 0 0 0,0 0 0 0 0,0-1-1 0 0,0 1 1 0 0,0 0 0 0 0,1 0 0 0 0,-1 0 0 0 0,0 0-1 0 0,0-1 1 0 0,0 1 0 0 0,0 0 0 0 0,0 0-1 0 0,0 0 1 0 0,1 0 0 0 0,-1 0 0 0 0,0 0 0 0 0,0 0-1 0 0,0-1 1 0 0,0 1 0 0 0,0 0 0 0 0,1 0-1 0 0,-1 0 1 0 0,0 0 0 0 0,0 0 0 0 0,0 0 0 0 0,0 0-1 0 0,1 0 1 0 0,-1 0 0 0 0,0 0 0 0 0,0 0-1 0 0,0 0 1 0 0,1 0 0 0 0,-1 0 0 0 0,0 0 0 0 0,0 0-1 0 0,0 0 1 0 0,0 0 0 0 0,1 0 0 0 0,-1 1-1 0 0,13 5 1266 0 0,10 12-338 0 0,-16-9-877 0 0,0 1 0 0 0,-1 1 0 0 0,0-1-1 0 0,0 1 1 0 0,-1 0 0 0 0,-1 1 0 0 0,0-1 0 0 0,0 1 0 0 0,-1-1-1 0 0,3 23 1 0 0,-5-25-430 0 0,0 0 0 0 0,-1 0 0 0 0,0 0 0 0 0,0 0 0 0 0,-1 0 0 0 0,0-1 0 0 0,-1 1 0 0 0,1 0 0 0 0,-5 10 0 0 0,-5-8-3013 0 0,8-10 2136 0 0,-4 5-2242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9.02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28 32 2921 0 0,'-2'-1'587'0'0,"0"-1"1"0"0,-1 0 0 0 0,1 1-1 0 0,0-1 1 0 0,0 0 0 0 0,1 0-1 0 0,-1 0 1 0 0,0 0 0 0 0,1 0-1 0 0,-1 0 1 0 0,1-1 0 0 0,-2-3-1 0 0,1 3 1726 0 0,5 15-1435 0 0,-2-9-921 0 0,76 202 1227 0 0,-11-39-4020 0 0,-64-155 934 0 0,-10-25-6544 0 0,3-1 6842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9.46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1 129 2080 0 0,'7'21'6283'0'0,"-6"-18"-6121"0"0,-1-1-1 0 0,0 0 1 0 0,0 0-1 0 0,1 1 1 0 0,0-1-1 0 0,-1 0 1 0 0,1 0-1 0 0,0 1 1 0 0,0-1-1 0 0,0 0 1 0 0,0 0-1 0 0,1 0 1 0 0,-1 0-1 0 0,0-1 1 0 0,1 1-1 0 0,0 0 0 0 0,-1-1 1 0 0,1 1-1 0 0,0-1 1 0 0,0 1-1 0 0,-1-1 1 0 0,5 2-1 0 0,-3-2-58 0 0,-1-1-1 0 0,1 0 1 0 0,-1 1-1 0 0,1-1 1 0 0,0 0-1 0 0,-1-1 1 0 0,1 1-1 0 0,-1 0 1 0 0,1-1-1 0 0,-1 0 1 0 0,1 1-1 0 0,-1-1 0 0 0,1 0 1 0 0,-1 0-1 0 0,0-1 1 0 0,1 1-1 0 0,-1 0 1 0 0,0-1-1 0 0,3-2 1 0 0,43-39 582 0 0,-37 33-462 0 0,-6 5-138 0 0,18-17 272 0 0,1 1 0 0 0,41-28-1 0 0,-59 45-310 0 0,0 0 0 0 0,0 1 0 0 0,0 0-1 0 0,0 0 1 0 0,0 0 0 0 0,1 0 0 0 0,-1 1-1 0 0,1 0 1 0 0,-1 1 0 0 0,1-1 0 0 0,0 1-1 0 0,0 1 1 0 0,0-1 0 0 0,-1 1 0 0 0,1 0-1 0 0,0 1 1 0 0,0-1 0 0 0,11 4 0 0 0,-14-2-16 0 0,1 1 1 0 0,-1 0 0 0 0,1 0 0 0 0,-1 0 0 0 0,0 0 0 0 0,0 1 0 0 0,0 0-1 0 0,-1 0 1 0 0,1 0 0 0 0,-1 0 0 0 0,0 0 0 0 0,0 1 0 0 0,0-1-1 0 0,-1 1 1 0 0,1 0 0 0 0,-1 0 0 0 0,-1 0 0 0 0,3 6 0 0 0,3 14-67 0 0,0 2 1 0 0,3 32-1 0 0,-8-46-61 0 0,2 10-912 0 0,0 1-1 0 0,-2 0 1 0 0,-1 0-1 0 0,0 0 1 0 0,-6 44-1 0 0,4-67 811 0 0,1 0 1 0 0,0 1-1 0 0,0-1 0 0 0,0 0 0 0 0,-1 0 0 0 0,1 1 1 0 0,-1-1-1 0 0,1 0 0 0 0,-1 0 0 0 0,1 0 0 0 0,-1 0 1 0 0,0 0-1 0 0,1 0 0 0 0,-1 0 0 0 0,0 0 1 0 0,0 0-1 0 0,0 0 0 0 0,0 0 0 0 0,0-1 0 0 0,0 1 1 0 0,0 0-1 0 0,0 0 0 0 0,0-1 0 0 0,0 1 1 0 0,0-1-1 0 0,0 1 0 0 0,0-1 0 0 0,-1 0 0 0 0,1 1 1 0 0,0-1-1 0 0,0 0 0 0 0,-1 0 0 0 0,1 0 0 0 0,0 0 1 0 0,-2 0-1 0 0,-7 0-2886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19.85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0 730 4553 0 0,'1'-8'6696'0'0,"13"-29"-4447"0"0,2-6-1817 0 0,-12 32-408 0 0,0 0 1 0 0,0 1 0 0 0,1-1-1 0 0,1 1 1 0 0,0 0 0 0 0,0 0-1 0 0,1 1 1 0 0,0 0 0 0 0,13-13-1 0 0,-6 10-847 0 0,0 0 0 0 0,1 1 0 0 0,0 0-1 0 0,1 1 1 0 0,20-9 0 0 0,4-5-3838 0 0,-17 16 1269 0 0</inkml:trace>
  <inkml:trace contextRef="#ctx0" brushRef="#br0" timeOffset="1">470 0 4761 0 0,'-1'0'164'0'0,"0"1"0"0"0,1-1-1 0 0,-1 0 1 0 0,1 0 0 0 0,-1 1 0 0 0,0-1-1 0 0,1 1 1 0 0,-1-1 0 0 0,1 0 0 0 0,-1 1-1 0 0,1-1 1 0 0,-1 1 0 0 0,1-1 0 0 0,0 1 0 0 0,-1-1-1 0 0,1 1 1 0 0,0 0 0 0 0,-1-1 0 0 0,1 1-1 0 0,0-1 1 0 0,-1 1 0 0 0,1 0 0 0 0,0-1-1 0 0,0 1 1 0 0,0 0 0 0 0,0-1 0 0 0,0 1-1 0 0,0 0 1 0 0,0-1 0 0 0,0 1 0 0 0,0 0 0 0 0,0-1-1 0 0,0 1 1 0 0,0 0 0 0 0,0-1 0 0 0,1 1-1 0 0,-1 1 1 0 0,7 30-210 0 0,-6-28 374 0 0,36 148 214 0 0,17 60-893 0 0,-40-172-2308 0 0,27 57 0 0 0,-34-81-938 0 0,-1-12 1503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0.28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267 106 1120 0 0,'-9'-12'4356'0'0,"9"8"-1568"0"0,22 7-360 0 0,-18-2-2387 0 0,0 0-1 0 0,0 0 0 0 0,0-1 0 0 0,0 1 0 0 0,0-1 1 0 0,0 0-1 0 0,0 0 0 0 0,6-1 0 0 0,0-2-332 0 0,-1-2 0 0 0,0 1-1 0 0,0-1 1 0 0,0 0 0 0 0,-1-1-1 0 0,0 0 1 0 0,0-1-1 0 0,13-12 1 0 0,-21 18 76 0 0,1 0 0 0 0,-1 0-1 0 0,1 0 1 0 0,-1 0 0 0 0,1 0 0 0 0,-1 0-1 0 0,0 0 1 0 0,1 0 0 0 0,-1 0 0 0 0,0-1-1 0 0,0 1 1 0 0,0 0 0 0 0,0 0 0 0 0,0 0-1 0 0,0 0 1 0 0,0 0 0 0 0,-1 0 0 0 0,1 0-1 0 0,0-1 1 0 0,0 1 0 0 0,-1 0 0 0 0,1 0-1 0 0,-1 0 1 0 0,1 0 0 0 0,-2-1 0 0 0,-1-4-2161 0 0</inkml:trace>
  <inkml:trace contextRef="#ctx0" brushRef="#br0" timeOffset="1">1 682 2192 0 0,'0'-3'434'0'0,"1"0"-1"0"0,0-1 0 0 0,0 1 0 0 0,0 0 0 0 0,0-1 0 0 0,0 1 0 0 0,1 0 0 0 0,0 0 1 0 0,-1 0-1 0 0,1 0 0 0 0,0 0 0 0 0,1 1 0 0 0,-1-1 0 0 0,5-4 0 0 0,45-36 1065 0 0,-37 32-804 0 0,13-13 16 0 0,56-41 712 0 0,-74 59-1287 0 0,0-1-1 0 0,0 2 1 0 0,0-1 0 0 0,1 1 0 0 0,0 1 0 0 0,17-5-1 0 0,-25 8-111 0 0,1 1-1 0 0,-1-1 1 0 0,1 1 0 0 0,-1 0-1 0 0,0 0 1 0 0,1 0-1 0 0,-1 1 1 0 0,0-1 0 0 0,1 1-1 0 0,-1 0 1 0 0,0 0-1 0 0,1 0 1 0 0,-1 0 0 0 0,0 0-1 0 0,0 1 1 0 0,6 3-1 0 0,-4-1 17 0 0,1 1-1 0 0,-1 0 1 0 0,0-1-1 0 0,0 2 0 0 0,-1-1 1 0 0,1 1-1 0 0,6 10 1 0 0,0 6-426 0 0,0 0 0 0 0,-2 1 0 0 0,12 39 0 0 0,-5 4-2671 0 0,-12-22-2206 0 0,-4-34 1894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0.80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 25 3249 0 0,'-1'-1'266'0'0,"1"0"1"0"0,0 0-1 0 0,0 0 1 0 0,-1 0-1 0 0,1 0 1 0 0,0 0-1 0 0,0 0 1 0 0,0 0-1 0 0,0-1 1 0 0,0 1-1 0 0,1 0 1 0 0,-1 0 0 0 0,0 0-1 0 0,0 0 1 0 0,1 0-1 0 0,-1 0 1 0 0,1 0-1 0 0,-1 0 1 0 0,2-2-1 0 0,-2 3-243 0 0,0 0 1 0 0,1 0-1 0 0,-1 0 0 0 0,0-1 1 0 0,1 1-1 0 0,-1 0 0 0 0,1 0 0 0 0,-1 0 1 0 0,1 0-1 0 0,-1 0 0 0 0,0 0 0 0 0,1 0 1 0 0,-1 0-1 0 0,1 0 0 0 0,-1 0 0 0 0,0 0 1 0 0,1 0-1 0 0,-1 0 0 0 0,1 0 0 0 0,-1 0 1 0 0,0 0-1 0 0,1 1 0 0 0,-1-1 1 0 0,1 0-1 0 0,-1 0 0 0 0,0 0 0 0 0,1 1 1 0 0,-1-1-1 0 0,0 0 0 0 0,1 0 0 0 0,-1 1 1 0 0,0-1-1 0 0,0 0 0 0 0,1 1 0 0 0,-1-1 1 0 0,0 0-1 0 0,0 1 0 0 0,1-1 0 0 0,-1 0 1 0 0,0 1-1 0 0,0-1 0 0 0,0 1 1 0 0,0-1-1 0 0,0 0 0 0 0,0 1 0 0 0,0-1 1 0 0,0 1-1 0 0,1-1 0 0 0,-1 1 0 0 0,-1-1 1 0 0,1 0-1 0 0,0 1 0 0 0,0 0 0 0 0,9 29-69 0 0,-2 1 0 0 0,-2 0 0 0 0,0 0 0 0 0,0 53 0 0 0,1 5-1285 0 0,1 25-74 0 0,41-145 3091 0 0,18-3-102 0 0,-53 29-1619 0 0,0 0-1 0 0,0-1 1 0 0,-1-1 0 0 0,0 0 0 0 0,0-1 0 0 0,-1 0 0 0 0,0-1 0 0 0,-1 0 0 0 0,1-1 0 0 0,12-15 0 0 0,-22 22-290 0 0,1 0 0 0 0,-1 0 1 0 0,0-1-1 0 0,0 1 0 0 0,0 0 0 0 0,0 0 1 0 0,0-1-1 0 0,-1 1 0 0 0,1-4 1 0 0,-1 6 164 0 0,0 0-1 0 0,0 0 1 0 0,0 0 0 0 0,0 0 0 0 0,0 0 0 0 0,0 0 0 0 0,0 0 0 0 0,0 0 0 0 0,0 0-1 0 0,0 0 1 0 0,0 0 0 0 0,-1 0 0 0 0,1 0 0 0 0,0 0 0 0 0,-1 0 0 0 0,1 0 0 0 0,-1 0-1 0 0,1 1 1 0 0,-1-1 0 0 0,0 0 0 0 0,1 0 0 0 0,-1 0 0 0 0,0 1 0 0 0,1-1 0 0 0,-1 0-1 0 0,0 1 1 0 0,0-1 0 0 0,0 1 0 0 0,1-1 0 0 0,-1 1 0 0 0,0-1 0 0 0,-1 0 0 0 0,-3 4-982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1.19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0 202 1560 0 0,'4'-1'4439'0'0,"19"-3"-1835"0"0,12-8-1734 0 0,-1-2-1 0 0,0-1 1 0 0,0-2-1 0 0,49-34 1 0 0,36-18-2753 0 0,-106 60-438 0 0,-13 9 2224 0 0,0 0 0 0 0,0 0 0 0 0,1-1 0 0 0,-1 1 0 0 0,0 0 0 0 0,0 0-1 0 0,0-1 1 0 0,0 1 0 0 0,0 0 0 0 0,0 0 0 0 0,0-1 0 0 0,0 1-1 0 0,0 0 1 0 0,0 0 0 0 0,0-1 0 0 0,0 1 0 0 0,0 0 0 0 0,0 0-1 0 0,0-1 1 0 0,0 1 0 0 0,0 0 0 0 0,0 0 0 0 0,0-1 0 0 0,-1 1-1 0 0,1 0 1 0 0,0 0 0 0 0,0-1 0 0 0,0 1 0 0 0,0 0 0 0 0,0 0-1 0 0,-1 0 1 0 0,1-1 0 0 0,0 1 0 0 0,0 0 0 0 0,0 0 0 0 0,-1 0 0 0 0,1 0-1 0 0,0-1 1 0 0,0 1 0 0 0,-1 0 0 0 0,1 0 0 0 0,0 0 0 0 0,0 0-1 0 0,-1 0 1 0 0,1 0 0 0 0,0 0 0 0 0,0 0 0 0 0,-1 0 0 0 0,1 0-1 0 0,0 0 1 0 0,0 0 0 0 0,-1 0 0 0 0,1 0 0 0 0,-6-1-1460 0 0,6 6 37 0 0</inkml:trace>
  <inkml:trace contextRef="#ctx0" brushRef="#br0" timeOffset="1">179 139 264 0 0,'-5'6'507'0'0,"-1"1"1"0"0,1 0-1 0 0,1 1 1 0 0,-1-1-1 0 0,1 1 0 0 0,1 0 1 0 0,-1 0-1 0 0,2 0 1 0 0,-1 0-1 0 0,1 0 1 0 0,0 1-1 0 0,0-1 0 0 0,1 1 1 0 0,0 14-1 0 0,1 1-245 0 0,1 0-1 0 0,0 0 0 0 0,2-1 1 0 0,6 27-1 0 0,-8-48-274 0 0,-1 0 1 0 0,1 0-1 0 0,-1 0 1 0 0,1 0-1 0 0,0 0 1 0 0,0 0-1 0 0,0 0 1 0 0,0 0-1 0 0,0 0 0 0 0,0 0 1 0 0,0 0-1 0 0,1 0 1 0 0,-1-1-1 0 0,1 1 1 0 0,-1-1-1 0 0,1 1 1 0 0,0-1-1 0 0,0 0 0 0 0,0 1 1 0 0,-1-1-1 0 0,1 0 1 0 0,0 0-1 0 0,3 1 1 0 0,0-1 43 0 0,0 0 1 0 0,-1-1-1 0 0,1 1 1 0 0,-1-1-1 0 0,1 0 1 0 0,0 0-1 0 0,-1-1 1 0 0,1 1-1 0 0,0-1 1 0 0,7-2-1 0 0,8-4 332 0 0,0-1 0 0 0,-1 0 0 0 0,32-19-1 0 0,-34 17-240 0 0,0-1 1 0 0,-1 0-1 0 0,-1-1 0 0 0,0-1 0 0 0,24-25 0 0 0,-33 31-395 0 0,-1-1-1 0 0,1 0 0 0 0,-1 0 0 0 0,0 0 0 0 0,5-15 0 0 0,-7 16-496 0 0,-1 0 0 0 0,0 0 0 0 0,0 0 0 0 0,-1 0 1 0 0,0-1-1 0 0,0 1 0 0 0,-1 0 0 0 0,-1-9 0 0 0,3 4-1613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1.68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36 3969 0 0,'3'3'436'0'0,"0"0"0"0"0,0-1 0 0 0,1 1 0 0 0,-1-1 0 0 0,1 0 0 0 0,0 0 0 0 0,0 0 0 0 0,0-1 0 0 0,0 1 0 0 0,0-1 0 0 0,0 0-1 0 0,5 1 1 0 0,1-1-119 0 0,-1 0-1 0 0,1-1 0 0 0,-1 0 0 0 0,1 0 0 0 0,10-3 0 0 0,4-1-67 0 0,1-2 0 0 0,-1-1 0 0 0,28-12 0 0 0,7-5 318 0 0,-130 55-26 0 0,-40 20-503 0 0,100-46-27 0 0,1 2-1 0 0,0-1 1 0 0,0 1 0 0 0,1 1-1 0 0,0-1 1 0 0,0 2 0 0 0,-13 16-1 0 0,17-17-10 0 0,1 0 0 0 0,0 0-1 0 0,1 1 1 0 0,-1-1 0 0 0,2 1 0 0 0,-1 0-1 0 0,1 0 1 0 0,1 0 0 0 0,-1 1-1 0 0,2-1 1 0 0,-1 12 0 0 0,2 19-3 0 0,6 46 0 0 0,-6-76-4 0 0,0 0-7 0 0,1 1 0 0 0,0 0 0 0 0,0-1 0 0 0,1 0 0 0 0,0 1 0 0 0,1-1 0 0 0,0 0 0 0 0,1 0 0 0 0,6 10 0 0 0,-9-17-1 0 0,1 0 0 0 0,-1 0 0 0 0,1 0 0 0 0,-1 0 1 0 0,1-1-1 0 0,0 1 0 0 0,0-1 0 0 0,0 0 0 0 0,1 0 0 0 0,-1 0 1 0 0,0 0-1 0 0,1-1 0 0 0,-1 1 0 0 0,1-1 0 0 0,0 0 0 0 0,-1 0 1 0 0,1 0-1 0 0,0 0 0 0 0,0-1 0 0 0,-1 0 0 0 0,1 1 0 0 0,0-1 1 0 0,0-1-1 0 0,0 1 0 0 0,-1 0 0 0 0,1-1 0 0 0,0 0 0 0 0,0 0 1 0 0,3-1-1 0 0,20-8 175 0 0,0 0 1 0 0,0-1-1 0 0,-2-2 1 0 0,1 0-1 0 0,27-21 0 0 0,-34 21-467 0 0,-1-2 0 0 0,26-26-1 0 0,-34 30-902 0 0,0 0-1 0 0,-1 0 1 0 0,-1-1-1 0 0,13-23 1 0 0,-17 27-1397 0 0,2 5-749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2.14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11 1 4161 0 0,'0'0'139'0'0,"0"0"0"0"0,0 0 0 0 0,-1 0 0 0 0,1 0 0 0 0,0 0 0 0 0,0 0 0 0 0,-1 0 0 0 0,1 0 0 0 0,0 0-1 0 0,0 0 1 0 0,-1 0 0 0 0,1 0 0 0 0,0 0 0 0 0,0 0 0 0 0,-1 0 0 0 0,1 0 0 0 0,0 0 0 0 0,0 0 0 0 0,0 0 0 0 0,-1 1 0 0 0,1-1 0 0 0,0 0 0 0 0,0 0 0 0 0,0 0 0 0 0,-1 0 0 0 0,1 0 0 0 0,0 1 0 0 0,0-1 0 0 0,0 0 0 0 0,-1 0 0 0 0,1 0 0 0 0,0 1 0 0 0,0-1 0 0 0,0 0-1 0 0,0 0 1 0 0,0 0 0 0 0,0 1 0 0 0,0-1 0 0 0,0 0 0 0 0,-1 0 0 0 0,1 1 0 0 0,0-1 0 0 0,0 0 0 0 0,-3 21 1930 0 0,5 30-2254 0 0,-2-42 809 0 0,37 481 689 0 0,16-167-7461 0 0,-42-259 547 0 0,0-42 3742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2.51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0 179 3433 0 0,'3'-5'6547'0'0,"14"-2"-3980"0"0,29-6-1816 0 0,-37 10 97 0 0,36-12-369 0 0,0-3 1 0 0,47-25-1 0 0,42-18-4826 0 0,-115 48-3193 0 0,-11 14 4467 0 0</inkml:trace>
  <inkml:trace contextRef="#ctx0" brushRef="#br0" timeOffset="1">553 273 3521 0 0,'0'2'2752'0'0,"0"5"-1047"0"0,2-3-441 0 0,-2 1-432 0 0,0-3-360 0 0,-2 0-120 0 0,2 0-192 0 0,-2-2-448 0 0,13 7-8298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5.59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262 19 2304 0 0,'-6'-19'9417'0'0,"5"23"-7983"0"0,-3 17-1133 0 0,-31 180 770 0 0,-11 42-600 0 0,-67 114-2730 0 0,111-352 2107 0 0,-13 26-2057 0 0,15-30 2117 0 0,-1-1 0 0 0,1 1 0 0 0,0-1 0 0 0,-1 0 0 0 0,1 1 0 0 0,-1-1 0 0 0,1 0 0 0 0,-1 1 0 0 0,1-1 0 0 0,-1 0 0 0 0,1 1 0 0 0,-1-1 0 0 0,1 0 0 0 0,-1 0 0 0 0,1 0 0 0 0,-1 0 0 0 0,1 0 0 0 0,-1 1 0 0 0,1-1 0 0 0,-1 0 0 0 0,1 0 0 0 0,-1 0 0 0 0,0 0 0 0 0,1 0 0 0 0,-1-1 0 0 0,1 1 0 0 0,-1 0 0 0 0,1 0 0 0 0,-1 0 0 0 0,1 0 0 0 0,-1-1 0 0 0,1 1 0 0 0,-1 0 0 0 0,1 0 0 0 0,-1-1 0 0 0,1 1 0 0 0,-1 0 0 0 0,1-1 0 0 0,0 1 0 0 0,-1-1 0 0 0,1 1 0 0 0,0 0 0 0 0,-1-1 0 0 0,1 1 0 0 0,0-1 0 0 0,-1 1 0 0 0,1-1 0 0 0,0 1 0 0 0,0-1 0 0 0,0 1 0 0 0,0-1 0 0 0,-1 1 0 0 0,1-1 0 0 0,0 0 0 0 0,-10-22-2140 0 0,3-2-262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5.99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1 179 4081 0 0,'10'3'506'0'0,"-1"-1"0"0"0,1 2-1 0 0,-1-1 1 0 0,1 1 0 0 0,-1 1 0 0 0,0-1 0 0 0,-1 2-1 0 0,1-1 1 0 0,-1 1 0 0 0,0 0 0 0 0,0 1 0 0 0,10 12 0 0 0,4 7-321 0 0,-1 1 0 0 0,24 43 0 0 0,-26-39-41 0 0,35 43 1 0 0,-48-67-208 0 0,0 2-156 0 0,1-1 1 0 0,0-1-1 0 0,0 1 1 0 0,0-1 0 0 0,1 0-1 0 0,0-1 1 0 0,1 1-1 0 0,-1-2 1 0 0,1 1 0 0 0,13 5-1 0 0,-21-11 89 0 0,0 1-1 0 0,0-1 0 0 0,0 0 1 0 0,0 0-1 0 0,0 0 1 0 0,-1 0-1 0 0,1 0 0 0 0,0 0 1 0 0,0 0-1 0 0,0 0 1 0 0,0 0-1 0 0,0 0 1 0 0,-1 0-1 0 0,1 0 0 0 0,0-1 1 0 0,0 1-1 0 0,0 0 1 0 0,0-1-1 0 0,-1 1 0 0 0,1 0 1 0 0,0-1-1 0 0,0 1 1 0 0,-1-1-1 0 0,1 1 0 0 0,0-1 1 0 0,-1 0-1 0 0,1 1 1 0 0,-1-1-1 0 0,1 0 0 0 0,-1 1 1 0 0,1-1-1 0 0,-1 0 1 0 0,1 0-1 0 0,-1 1 0 0 0,0-1 1 0 0,1 0-1 0 0,-1 0 1 0 0,0 0-1 0 0,0 0 0 0 0,1-1 1 0 0,5-13-2679 0 0</inkml:trace>
  <inkml:trace contextRef="#ctx0" brushRef="#br0" timeOffset="1">392 0 3953 0 0,'14'152'2288'0'0,"11"220"-3597"0"0,-25-370 1213 0 0,-2 24-689 0 0,2-26 750 0 0,0 0-1 0 0,0 0 1 0 0,0-1 0 0 0,0 1 0 0 0,0 0-1 0 0,0 0 1 0 0,0-1 0 0 0,-1 1-1 0 0,1 0 1 0 0,0 0 0 0 0,0-1 0 0 0,0 1-1 0 0,-1 0 1 0 0,1 0 0 0 0,0 0-1 0 0,0-1 1 0 0,-1 1 0 0 0,1 0 0 0 0,0 0-1 0 0,0 0 1 0 0,-1 0 0 0 0,1 0-1 0 0,0 0 1 0 0,0 0 0 0 0,-1 0 0 0 0,1-1-1 0 0,0 1 1 0 0,-1 0 0 0 0,1 0-1 0 0,0 0 1 0 0,0 0 0 0 0,-1 0 0 0 0,1 1-1 0 0,0-1 1 0 0,-1 0 0 0 0,1 0-1 0 0,0 0 1 0 0,0 0 0 0 0,-1 0 0 0 0,1 0-1 0 0,0 0 1 0 0,0 0 0 0 0,-1 1-1 0 0,1-1 1 0 0,0 0 0 0 0,0 0 0 0 0,-1 0-1 0 0,1 1 1 0 0,0-1 0 0 0,0 0-1 0 0,0 0 1 0 0,0 0 0 0 0,-1 1 0 0 0,1-1-1 0 0,0 0 1 0 0,0 0 0 0 0,0 1-1 0 0,0-1 1 0 0,0 0 0 0 0,0 1 0 0 0,0-1-1 0 0,0 0 1 0 0,0 0 0 0 0,-1 1-1 0 0,1-1 1 0 0,0 0 0 0 0,1 1 0 0 0,-1-1-1 0 0,-3-5-1316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6.49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4 297 1016 0 0,'-1'-1'132'0'0,"1"0"0"0"0,0 0 0 0 0,-1 0 0 0 0,1 0-1 0 0,-1 0 1 0 0,1 0 0 0 0,0 0 0 0 0,0 0 0 0 0,0 0-1 0 0,0 0 1 0 0,0 0 0 0 0,0 0 0 0 0,0 0 0 0 0,0 0 0 0 0,0 0-1 0 0,0 0 1 0 0,0 0 0 0 0,1 0 0 0 0,-1 0 0 0 0,0 0 0 0 0,1 1-1 0 0,-1-1 1 0 0,1 0 0 0 0,-1 0 0 0 0,1 0 0 0 0,-1 0 0 0 0,1 0-1 0 0,-1 1 1 0 0,1-1 0 0 0,0 0 0 0 0,0 0 0 0 0,-1 1 0 0 0,1-1-1 0 0,0 1 1 0 0,0-1 0 0 0,0 1 0 0 0,0-1 0 0 0,0 1 0 0 0,0-1-1 0 0,-1 1 1 0 0,1 0 0 0 0,0-1 0 0 0,0 1 0 0 0,0 0-1 0 0,0 0 1 0 0,0 0 0 0 0,0 0 0 0 0,0 0 0 0 0,2 0 0 0 0,9 0 90 0 0,-1 1-1 0 0,1 0 1 0 0,21 5 0 0 0,-2-2 1 0 0,-25-3-223 0 0,-1-1 1 0 0,1-1-1 0 0,-1 1 0 0 0,1-1 1 0 0,-1 0-1 0 0,1 0 0 0 0,-1-1 1 0 0,0 1-1 0 0,0-1 0 0 0,1 0 1 0 0,-1-1-1 0 0,-1 1 1 0 0,1-1-1 0 0,0 0 0 0 0,-1 0 1 0 0,5-5-1 0 0,-5 5-28 0 0,-1-1 0 0 0,0 0 0 0 0,0-1 0 0 0,-1 1 0 0 0,1 0 0 0 0,-1-1 0 0 0,0 0 0 0 0,0 1 0 0 0,0-1 0 0 0,-1 0 0 0 0,0 0 0 0 0,0 0 0 0 0,0 0 0 0 0,0 0 0 0 0,-1 0 0 0 0,0 0 0 0 0,-1-9 0 0 0,1-3 20 0 0,-1 0-1 0 0,-1 0 1 0 0,0 0-1 0 0,-1 0 1 0 0,-1 0-1 0 0,-11-30 0 0 0,12 90 630 0 0,8 46-343 0 0,4-1 0 0 0,26 108 0 0 0,-29-164-563 0 0,-1-10-331 0 0,3 39-5251 0 0,-6-56 3652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6.92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36 638 3577 0 0,'-7'16'538'0'0,"1"1"1"0"0,1-1 0 0 0,0 1-1 0 0,1 0 1 0 0,1 0 0 0 0,1 0-1 0 0,-1 28 1 0 0,3-20-177 0 0,0 1 0 0 0,2-1 0 0 0,1 1 0 0 0,10 37-1 0 0,-13-60-318 0 0,1 0-1 0 0,0 0 0 0 0,0 0 1 0 0,0 0-1 0 0,0 0 1 0 0,0-1-1 0 0,0 1 0 0 0,1 0 1 0 0,0-1-1 0 0,-1 1 0 0 0,1-1 1 0 0,0 1-1 0 0,0-1 0 0 0,0 0 1 0 0,0 0-1 0 0,1 0 1 0 0,-1 0-1 0 0,1 0 0 0 0,4 2 1 0 0,-4-3 31 0 0,0 0 1 0 0,0-1-1 0 0,0 1 0 0 0,0-1 1 0 0,0 0-1 0 0,0 0 1 0 0,0 0-1 0 0,-1 0 1 0 0,1-1-1 0 0,0 1 1 0 0,0-1-1 0 0,0 0 1 0 0,0 0-1 0 0,-1 0 1 0 0,1 0-1 0 0,4-3 1 0 0,7-4 172 0 0,-1 0 0 0 0,-1-2 0 0 0,1 0 0 0 0,-1 0 0 0 0,-1-1 0 0 0,11-13 0 0 0,-7 6-157 0 0,-1 0 0 0 0,0 0 1 0 0,-2-1-1 0 0,0-1 1 0 0,-2 0-1 0 0,14-33 1 0 0,-22 47-68 0 0,0-1 0 0 0,0 1 1 0 0,-1-1-1 0 0,0 0 0 0 0,0 0 1 0 0,-1 0-1 0 0,1 0 0 0 0,-1 1 1 0 0,-1-1-1 0 0,1 0 0 0 0,-3-9 1 0 0,1 11-3 0 0,0 1 0 0 0,1-1 0 0 0,-1 1 1 0 0,-1 0-1 0 0,1 0 0 0 0,-1 0 1 0 0,0 0-1 0 0,1 0 0 0 0,-2 1 1 0 0,1-1-1 0 0,0 1 0 0 0,-1 0 0 0 0,1 0 1 0 0,-1 0-1 0 0,0 0 0 0 0,0 1 1 0 0,0 0-1 0 0,-7-3 0 0 0,4 3-102 0 0,0 0 1 0 0,0 0-1 0 0,0 0 0 0 0,0 1 0 0 0,-1 1 1 0 0,1-1-1 0 0,0 1 0 0 0,-1 0 0 0 0,1 1 0 0 0,0 0 1 0 0,-1 0-1 0 0,1 0 0 0 0,0 1 0 0 0,0 0 1 0 0,0 1-1 0 0,-9 4 0 0 0,10-5-227 0 0,0 0-1 0 0,0 1 1 0 0,0 0-1 0 0,1 0 1 0 0,0 1-1 0 0,-1 0 1 0 0,1 0-1 0 0,1 0 1 0 0,-1 0 0 0 0,0 1-1 0 0,1 0 1 0 0,0 0-1 0 0,0 0 1 0 0,1 0-1 0 0,-1 0 1 0 0,1 1 0 0 0,0 0-1 0 0,-4 11 1 0 0,7-15 56 0 0,-1-1 1 0 0,1 1 0 0 0,0 0 0 0 0,0 0-1 0 0,0 0 1 0 0,0 0 0 0 0,0 0-1 0 0,0 0 1 0 0,0 0 0 0 0,1 0 0 0 0,-1 0-1 0 0,1 0 1 0 0,-1 0 0 0 0,1 0-1 0 0,0 0 1 0 0,0-1 0 0 0,0 1 0 0 0,2 2-1 0 0,6 3-1955 0 0</inkml:trace>
  <inkml:trace contextRef="#ctx0" brushRef="#br0" timeOffset="1">625 0 3337 0 0,'-16'22'4337'0'0,"0"24"-2801"0"0,7-18-721 0 0,-1-3-414 0 0,-81 200 1807 0 0,39-73-5557 0 0,52-153 3239 0 0,0 1 1 0 0,0-1 0 0 0,0 1 0 0 0,0 0-1 0 0,-1-1 1 0 0,1 1 0 0 0,0 0 0 0 0,0-1-1 0 0,-1 1 1 0 0,1 0 0 0 0,0 0 0 0 0,0-1-1 0 0,-1 1 1 0 0,1 0 0 0 0,0 0 0 0 0,-1-1 0 0 0,1 1-1 0 0,0 0 1 0 0,-1 0 0 0 0,1 0 0 0 0,0 0-1 0 0,-1-1 1 0 0,1 1 0 0 0,-1 0 0 0 0,1 0-1 0 0,0 0 1 0 0,-1 0 0 0 0,1 0 0 0 0,-1 0-1 0 0,1 0 1 0 0,0 0 0 0 0,-1 0 0 0 0,1 0-1 0 0,0 0 1 0 0,-1 1 0 0 0,1-1 0 0 0,-1 0-1 0 0,1 0 1 0 0,0 0 0 0 0,-1 0 0 0 0,1 0-1 0 0,0 1 1 0 0,-1-1 0 0 0,1 0 0 0 0,0 0-1 0 0,-1 1 1 0 0,1-1 0 0 0,0 0 0 0 0,0 1-1 0 0,-1-1 1 0 0,1 0 0 0 0,0 1 0 0 0,0-1-1 0 0,0 0 1 0 0,-1 1 0 0 0,1-1 0 0 0,0 0 0 0 0,0 1-1 0 0,-3-12-2129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7.31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0 274 720 0 0,'49'42'7242'0'0,"-38"-34"-7106"0"0,0-1 0 0 0,1 0 0 0 0,0-1 0 0 0,0 0 0 0 0,1-1 0 0 0,0-1 0 0 0,-1 0 0 0 0,1 0 0 0 0,17 1 0 0 0,-1-2-897 0 0,1-1 1 0 0,-1-1-1 0 0,36-5 0 0 0,-64 4 538 0 0,1 0 1 0 0,0-1 0 0 0,-1 1 0 0 0,1-1-1 0 0,0 1 1 0 0,-1-1 0 0 0,1 1-1 0 0,-1-1 1 0 0,1 0 0 0 0,-1 0-1 0 0,0 0 1 0 0,1 1 0 0 0,-1-2 0 0 0,0 1-1 0 0,1 0 1 0 0,-1 0 0 0 0,0 0-1 0 0,2-3 1 0 0,3-3-1537 0 0</inkml:trace>
  <inkml:trace contextRef="#ctx0" brushRef="#br0" timeOffset="1">400 1 3385 0 0,'12'158'4342'0'0,"-10"-104"-4647"0"0,2-1 0 0 0,3 1 0 0 0,16 63 0 0 0,-19-102-198 0 0,-3-10 171 0 0,0 0 0 0 0,0 0-1 0 0,1 0 1 0 0,0 0 0 0 0,0 0 0 0 0,0 0 0 0 0,0-1-1 0 0,1 1 1 0 0,3 4 0 0 0,-5-9-562 0 0,3-2-262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7.70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281 86 584 0 0,'-5'-13'2146'0'0,"7"10"-195"0"0,16 15 956 0 0,13 5-2507 0 0,-22-16-399 0 0,1 0 1 0 0,0 0-1 0 0,-1-1 0 0 0,1-1 0 0 0,-1 0 0 0 0,1 0 0 0 0,17-5 0 0 0,-21 4-154 0 0,0 1 0 0 0,0-1 0 0 0,0-1 0 0 0,0 1-1 0 0,0-1 1 0 0,-1 0 0 0 0,1-1 0 0 0,-1 1 0 0 0,0-1 0 0 0,0 0 0 0 0,0 0 0 0 0,8-10 0 0 0,-12 13-59 0 0,-1-1 1 0 0,1 1-1 0 0,0-1 1 0 0,0 1-1 0 0,0-1 1 0 0,-1 0 0 0 0,1 1-1 0 0,-1-1 1 0 0,1 0-1 0 0,-1 1 1 0 0,0-1-1 0 0,0 0 1 0 0,0 0-1 0 0,0 1 1 0 0,0-1-1 0 0,0 0 1 0 0,0 1 0 0 0,0-1-1 0 0,-2-3 1 0 0,2-2-1343 0 0</inkml:trace>
  <inkml:trace contextRef="#ctx0" brushRef="#br0" timeOffset="1">49 357 2561 0 0,'-22'122'5904'0'0,"-2"11"-4039"0"0,24-128-1879 0 0,-1-2 53 0 0,0 1-1 0 0,1 0 1 0 0,-1 0 0 0 0,1 0 0 0 0,0 0-1 0 0,1-1 1 0 0,-1 1 0 0 0,2 7 0 0 0,-2-11-27 0 0,0 0 0 0 0,0 0 0 0 0,1 1 0 0 0,-1-1 1 0 0,0 0-1 0 0,0 0 0 0 0,1 1 0 0 0,-1-1 0 0 0,0 0 1 0 0,1 0-1 0 0,-1 0 0 0 0,0 0 0 0 0,0 1 0 0 0,1-1 1 0 0,-1 0-1 0 0,0 0 0 0 0,1 0 0 0 0,-1 0 0 0 0,0 0 1 0 0,1 0-1 0 0,-1 0 0 0 0,1 0 0 0 0,-1 0 0 0 0,0 0 1 0 0,1 0-1 0 0,-1 0 0 0 0,0 0 0 0 0,1 0 0 0 0,-1 0 1 0 0,0-1-1 0 0,1 1 0 0 0,-1 0 0 0 0,1 0 0 0 0,22-16 467 0 0,8-6-173 0 0,1 1-1 0 0,2 1 1 0 0,0 2-1 0 0,0 2 1 0 0,2 0-1 0 0,41-10 1 0 0,15-9-127 0 0,-51 13-1224 0 0,-39 20 629 0 0,0 1 0 0 0,-1 0 0 0 0,1-1 0 0 0,-1 1 0 0 0,1-1-1 0 0,-1 0 1 0 0,0 0 0 0 0,0 1 0 0 0,0-1 0 0 0,0 0-1 0 0,0 0 1 0 0,0 0 0 0 0,0 0 0 0 0,-1 0 0 0 0,1 0-1 0 0,0 0 1 0 0,-1 0 0 0 0,0 0 0 0 0,1-3 0 0 0,-1-6-2836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8.23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34 3057 0 0,'3'3'435'0'0,"0"0"0"0"0,1-1 0 0 0,-1 1 0 0 0,0-1 0 0 0,1 0 0 0 0,-1 0 0 0 0,1 0 0 0 0,0-1 0 0 0,-1 1 0 0 0,1-1 0 0 0,0 0 0 0 0,0 0 0 0 0,5 1 0 0 0,-2-2-60 0 0,1 1 1 0 0,0-1 0 0 0,0-1-1 0 0,-1 1 1 0 0,1-1 0 0 0,10-3-1 0 0,6-3 142 0 0,-1-2 0 0 0,0 0-1 0 0,25-14 1 0 0,-45 22-396 0 0,-2 0-78 0 0,0 0 1 0 0,0 1-1 0 0,0-1 0 0 0,0 0 0 0 0,1 1 0 0 0,-1-1 0 0 0,0 1 0 0 0,0 0 0 0 0,1-1 0 0 0,-1 1 0 0 0,0 0 1 0 0,0 0-1 0 0,1 0 0 0 0,-1 0 0 0 0,0 0 0 0 0,0 0 0 0 0,1 0 0 0 0,-1 0 0 0 0,0 0 0 0 0,1 1 0 0 0,0-1 0 0 0,-1 1-4 0 0,-1 0-1 0 0,1 0 0 0 0,-1-1 0 0 0,1 1 0 0 0,-1 0 0 0 0,1 0 1 0 0,-1 0-1 0 0,1 0 0 0 0,-1-1 0 0 0,0 1 0 0 0,1 0 0 0 0,-1 0 1 0 0,0 0-1 0 0,0 0 0 0 0,0 0 0 0 0,0 0 0 0 0,0 0 0 0 0,0 0 0 0 0,0 0 1 0 0,0 0-1 0 0,-1 1 0 0 0,-1 10 163 0 0,-1 0 0 0 0,-1 0 1 0 0,-6 16-1 0 0,5-16-285 0 0,-105 239-69 0 0,17-46-1367 0 0,99-220 1210 0 0,34-74 169 0 0,-37 83 245 0 0,1-1 1 0 0,0 1-1 0 0,0 0 0 0 0,1 0 0 0 0,0 0 0 0 0,0 1 0 0 0,0-1 1 0 0,0 1-1 0 0,1 0 0 0 0,0 1 0 0 0,7-5 0 0 0,-12 9-64 0 0,0 0-1 0 0,0-1 0 0 0,1 1 0 0 0,-1 0 1 0 0,0 0-1 0 0,0 1 0 0 0,0-1 1 0 0,0 0-1 0 0,0 0 0 0 0,0 0 0 0 0,1 1 1 0 0,-1-1-1 0 0,0 1 0 0 0,0-1 1 0 0,0 1-1 0 0,0-1 0 0 0,0 1 1 0 0,0-1-1 0 0,0 1 0 0 0,-1 0 0 0 0,1 0 1 0 0,0-1-1 0 0,0 1 0 0 0,0 0 1 0 0,-1 0-1 0 0,2 1 0 0 0,24 32 404 0 0,-17-21-298 0 0,6 6-142 0 0,1-1 1 0 0,1 0-1 0 0,30 23 0 0 0,-37-34-966 0 0,0 0 0 0 0,0 0-1 0 0,0-1 1 0 0,1-1-1 0 0,17 6 1 0 0,-27-10 724 0 0,0-1 0 0 0,0 0 0 0 0,-1 0 0 0 0,1 1 0 0 0,0-1 0 0 0,0 0 0 0 0,0 0 0 0 0,0 0 0 0 0,0 0 0 0 0,0-1-1 0 0,0 1 1 0 0,0 0 0 0 0,0 0 0 0 0,0 0 0 0 0,0-1 0 0 0,0 1 0 0 0,0 0 0 0 0,0-1 0 0 0,0 1 0 0 0,0-1 0 0 0,-1 1 0 0 0,1-1 0 0 0,0 0 0 0 0,0 1 0 0 0,0-1 0 0 0,-1 0-1 0 0,1 1 1 0 0,-1-1 0 0 0,1 0 0 0 0,0 0 0 0 0,-1 0 0 0 0,1 0 0 0 0,-1 1 0 0 0,1-3 0 0 0,5-5-2211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28.70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 1 3873 0 0,'-2'8'5216'0'0,"9"16"-4218"0"0,-5-19-431 0 0,63 322 3912 0 0,-13-52-5421 0 0,-48-258 445 0 0,8 29-1889 0 0,-12-37-695 0 0,-9-24-2059 0 0,5 2 2701 0 0</inkml:trace>
  <inkml:trace contextRef="#ctx0" brushRef="#br0" timeOffset="1">44 306 3713 0 0,'0'0'120'0'0,"-1"0"0"0"0,1 0 0 0 0,0-1 1 0 0,0 1-1 0 0,0 0 0 0 0,0 0 0 0 0,0 0 1 0 0,0-1-1 0 0,1 1 0 0 0,-1 0 0 0 0,0 0 1 0 0,0-1-1 0 0,0 1 0 0 0,0 0 0 0 0,0 0 0 0 0,0 0 1 0 0,0-1-1 0 0,0 1 0 0 0,0 0 0 0 0,1 0 1 0 0,-1 0-1 0 0,0-1 0 0 0,0 1 0 0 0,0 0 0 0 0,0 0 1 0 0,1 0-1 0 0,-1 0 0 0 0,0 0 0 0 0,0-1 1 0 0,0 1-1 0 0,1 0 0 0 0,-1 0 0 0 0,0 0 0 0 0,0 0 1 0 0,0 0-1 0 0,1 0 0 0 0,-1 0 0 0 0,0 0 1 0 0,0 0-1 0 0,1 0 0 0 0,-1 0 0 0 0,14 5 2660 0 0,23 22-941 0 0,-20-13-890 0 0,-9-10-873 0 0,0 0 0 0 0,0 0 1 0 0,1 0-1 0 0,-1-1 0 0 0,1 0 1 0 0,-1-1-1 0 0,1 0 1 0 0,0 0-1 0 0,0-1 0 0 0,16 0 1 0 0,0-2-483 0 0,1-1 1 0 0,35-8-1 0 0,-25 3-574 0 0,-34 7 695 0 0,0 0-1 0 0,0 0 0 0 0,0-1 0 0 0,0 1 1 0 0,-1 0-1 0 0,1-1 0 0 0,0 0 0 0 0,0 1 1 0 0,0-1-1 0 0,0 0 0 0 0,-1 0 0 0 0,1 0 1 0 0,-1 0-1 0 0,1 0 0 0 0,0-1 0 0 0,-1 1 0 0 0,0 0 1 0 0,1-1-1 0 0,-1 1 0 0 0,0-1 0 0 0,0 1 1 0 0,0-1-1 0 0,0 0 0 0 0,0 1 0 0 0,0-1 1 0 0,0 0-1 0 0,0 0 0 0 0,0-2 0 0 0,5-9-3296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0.74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198 0 4233 0 0,'-3'3'199'0'0,"0"-1"0"0"0,0 1-1 0 0,1 0 1 0 0,-1 0 0 0 0,1 0 0 0 0,0 0 0 0 0,0 0-1 0 0,0 0 1 0 0,0 1 0 0 0,0-1 0 0 0,1 1 0 0 0,-1-1 0 0 0,1 1-1 0 0,0 0 1 0 0,0-1 0 0 0,0 5 0 0 0,-3 6 286 0 0,-97 299 3149 0 0,65-154-4770 0 0,14 5-3377 0 0,21-158 4011 0 0,1 1-803 0 0,5-12-2691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1.13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 1 2248 0 0,'-1'2'278'0'0,"0"1"-1"0"0,1 0 1 0 0,0 0-1 0 0,-1 0 0 0 0,1 0 1 0 0,0-1-1 0 0,0 1 1 0 0,1 0-1 0 0,-1 0 0 0 0,1 0 1 0 0,-1-1-1 0 0,1 1 1 0 0,0 0-1 0 0,0 0 0 0 0,1 2 1 0 0,21 44 1384 0 0,-19-43-1245 0 0,0 0-297 0 0,0 0 0 0 0,0 0 0 0 0,1 0 0 0 0,0-1 1 0 0,0 0-1 0 0,0 0 0 0 0,1 0 0 0 0,0 0 0 0 0,0-1 0 0 0,0 0 1 0 0,0-1-1 0 0,1 1 0 0 0,12 4 0 0 0,11 3-70 0 0,61 13 1 0 0,-21-6-172 0 0,-16-2-595 0 0,44 16-4858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1.61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265 0 1816 0 0,'-1'9'723'0'0,"1"1"-1"0"0,0-1 1 0 0,1 0-1 0 0,0 0 1 0 0,0 0-1 0 0,1 0 0 0 0,4 14 1 0 0,6 34 1054 0 0,-12-50-1774 0 0,1 0 1 0 0,-1 0 0 0 0,0 0-1 0 0,-1 0 1 0 0,0 0 0 0 0,0 0-1 0 0,-1 0 1 0 0,1-1 0 0 0,-1 1-1 0 0,-1 0 1 0 0,1-1-1 0 0,-1 0 1 0 0,-1 1 0 0 0,1-1-1 0 0,-1 0 1 0 0,0-1 0 0 0,0 1-1 0 0,0-1 1 0 0,-1 0 0 0 0,0 0-1 0 0,0 0 1 0 0,-1 0 0 0 0,1-1-1 0 0,-1 0 1 0 0,0 0 0 0 0,0-1-1 0 0,0 0 1 0 0,0 0-1 0 0,-1 0 1 0 0,1-1 0 0 0,-1 1-1 0 0,0-2 1 0 0,-13 3 0 0 0,11-3 179 0 0,-1-1 0 0 0,0 0 1 0 0,1 0-1 0 0,-1-1 0 0 0,0 0 0 0 0,1-1 1 0 0,0 0-1 0 0,-1-1 0 0 0,1 0 1 0 0,-14-6-1 0 0,-4-1 1099 0 0,56 23 494 0 0,-18-7-1495 0 0,1-1-1 0 0,-1-1 1 0 0,1 0-1 0 0,22 5 1 0 0,4-7 39 0 0,0-1 0 0 0,0-2 0 0 0,0-1 0 0 0,0-2 0 0 0,42-11 0 0 0,-38 7-206 0 0,1 2 0 0 0,0 1-1 0 0,70 2 1 0 0,-44 12-1571 0 0,-68-10 1305 0 0,-1 1 0 0 0,0-1 1 0 0,0 1-1 0 0,1-1 0 0 0,-1 1 1 0 0,0 0-1 0 0,0-1 1 0 0,1 1-1 0 0,-1-1 0 0 0,0 1 1 0 0,0-1-1 0 0,0 0 0 0 0,0 1 1 0 0,0-1-1 0 0,0 1 0 0 0,0-1 1 0 0,0 1-1 0 0,0-1 1 0 0,0 1-1 0 0,0-1 0 0 0,0 1 1 0 0,0-1-1 0 0,-1 1 0 0 0,1-1 1 0 0,0 1-1 0 0,0-1 1 0 0,0 1-1 0 0,-1-1 0 0 0,1 1 1 0 0,0 0-1 0 0,-1-1 0 0 0,1 1 1 0 0,0-1-1 0 0,-1 0 0 0 0,-11-20-3850 0 0,4 8 1413 0 0,1 1-1012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2.01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13 1 2240 0 0,'-4'10'5395'0'0,"0"36"-3753"0"0,-1 107-1280 0 0,16 157 1 0 0,-10-303-713 0 0,-1-2-167 0 0,0 1 0 0 0,1-1-1 0 0,0 0 1 0 0,-1 0 0 0 0,2 0 0 0 0,-1 0 0 0 0,4 8 0 0 0,0-20-3058 0 0,-1 0 1843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2.50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197 1 1768 0 0,'15'86'3854'0'0,"11"73"-782"0"0,-6-21-1428 0 0,3 27-840 0 0,-22-158-787 0 0,-1 1 0 0 0,0-1 0 0 0,0 0 0 0 0,-1 1 0 0 0,0-1 0 0 0,0 0 0 0 0,-1 1 0 0 0,0-1-1 0 0,0 0 1 0 0,-1 0 0 0 0,1 0 0 0 0,-2-1 0 0 0,1 1 0 0 0,-1-1 0 0 0,0 1 0 0 0,0-1 0 0 0,0-1-1 0 0,-1 1 1 0 0,-9 8 0 0 0,10-11-51 0 0,-1 1-1 0 0,0-1 1 0 0,0 0-1 0 0,0 0 1 0 0,-1-1-1 0 0,1 1 1 0 0,-1-1-1 0 0,1 0 1 0 0,-1-1-1 0 0,0 1 1 0 0,0-1 0 0 0,1-1-1 0 0,-1 1 1 0 0,0-1-1 0 0,0 0 1 0 0,0 0-1 0 0,0 0 1 0 0,0-1-1 0 0,1 0 1 0 0,-1 0-1 0 0,0-1 1 0 0,0 1-1 0 0,1-1 1 0 0,-11-6-1 0 0,10 5 38 0 0,0 0 0 0 0,1-1 0 0 0,0 0 0 0 0,-1 0 0 0 0,1-1 0 0 0,1 0 1 0 0,-1 1-1 0 0,-6-11 0 0 0,8 12 23 0 0,0-1 1 0 0,1 1 0 0 0,0-1 0 0 0,0 0 0 0 0,0 0-1 0 0,0 0 1 0 0,0 0 0 0 0,1 0 0 0 0,0 0 0 0 0,0 0-1 0 0,0 0 1 0 0,0-1 0 0 0,1 1 0 0 0,-1-6 0 0 0,2 7-9 0 0,0 0 0 0 0,0 1 0 0 0,1-1 0 0 0,-1 0 1 0 0,1 0-1 0 0,-1 1 0 0 0,1-1 0 0 0,0 1 0 0 0,0-1 0 0 0,0 1 1 0 0,0 0-1 0 0,0 0 0 0 0,1 0 0 0 0,-1 0 0 0 0,1 0 0 0 0,-1 0 1 0 0,6-2-1 0 0,53-24-68 0 0,-51 24 61 0 0,12-5-489 0 0,-1 0 1 0 0,1-2-1 0 0,34-24 1 0 0,-46 28-511 0 0,0-1 0 0 0,-1 0-1 0 0,0-1 1 0 0,-1 0 0 0 0,11-14 0 0 0,-5 5-1709 0 0</inkml:trace>
  <inkml:trace contextRef="#ctx0" brushRef="#br0" timeOffset="1">518 46 2889 0 0,'-3'10'825'0'0,"1"-1"1"0"0,0 1-1 0 0,0 0 1 0 0,1 12 0 0 0,5 76 654 0 0,0-53-919 0 0,23 261 218 0 0,14-107-5195 0 0,-35-188 1424 0 0,5-5 1219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2.91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23 25 1632 0 0,'4'2'331'0'0,"0"1"1"0"0,0-1-1 0 0,0-1 0 0 0,0 1 0 0 0,0 0 0 0 0,0-1 0 0 0,1 0 0 0 0,-1 0 0 0 0,0-1 0 0 0,1 1 0 0 0,-1-1 1 0 0,1 0-1 0 0,-1 0 0 0 0,1 0 0 0 0,5-1 0 0 0,77-20 1639 0 0,-20 5-484 0 0,-65 16-1395 0 0,1-1-1 0 0,-1 1 1 0 0,0-1-1 0 0,0 1 1 0 0,1 0-1 0 0,-1 0 1 0 0,0 0-1 0 0,0 0 1 0 0,1 0-1 0 0,-1 1 1 0 0,0-1-1 0 0,0 0 1 0 0,0 1-1 0 0,0 0 1 0 0,1 0-1 0 0,-1-1 1 0 0,0 1-1 0 0,0 0 1 0 0,0 1-1 0 0,-1-1 1 0 0,1 0-1 0 0,0 1 1 0 0,0-1-1 0 0,-1 1 1 0 0,1-1-1 0 0,2 4 1 0 0,-3-1-8 0 0,0 0 0 0 0,0-1 1 0 0,-1 1-1 0 0,1 0 0 0 0,-1 0 1 0 0,0 0-1 0 0,0 0 0 0 0,-1 0 1 0 0,1 0-1 0 0,-1-1 0 0 0,1 1 1 0 0,-1 0-1 0 0,0 0 0 0 0,-1-1 1 0 0,-1 5-1 0 0,-7 16-8 0 0,0 0-1 0 0,-2-1 1 0 0,0 0-1 0 0,-2-1 1 0 0,-17 21 0 0 0,-90 99-794 0 0,74-90-77 0 0,47-52 795 0 0,-4 6-133 0 0,-2 0 0 0 0,1-1-1 0 0,-1 0 1 0 0,1 0-1 0 0,-1 0 1 0 0,-7 4 0 0 0,13-9 128 0 0,-1-1 1 0 0,1 1 0 0 0,0-1 0 0 0,0 1 0 0 0,0-1 0 0 0,0 1-1 0 0,-1-1 1 0 0,1 1 0 0 0,0 0 0 0 0,0-1 0 0 0,0 1-1 0 0,0-1 1 0 0,0 1 0 0 0,0-1 0 0 0,0 1 0 0 0,0-1 0 0 0,0 1-1 0 0,0-1 1 0 0,1 1 0 0 0,-1-1 0 0 0,0 1 0 0 0,0-1-1 0 0,0 1 1 0 0,1 0 0 0 0,-1-1 0 0 0,0 1 0 0 0,0-1 0 0 0,1 1-1 0 0,-1 0 1 0 0,0-1 0 0 0,1 1 0 0 0,-1 0 0 0 0,1-1-1 0 0,11-20 169 0 0,-3 11 44 0 0,0 0-1 0 0,1 1 1 0 0,1 0-1 0 0,-1 1 1 0 0,1 0-1 0 0,1 1 1 0 0,-1 0-1 0 0,1 1 1 0 0,0 0 0 0 0,1 1-1 0 0,24-7 1 0 0,-29 10-145 0 0,0 1 1 0 0,0 0 0 0 0,1 0-1 0 0,-1 0 1 0 0,1 1 0 0 0,-1 1 0 0 0,0 0-1 0 0,1 0 1 0 0,-1 0 0 0 0,0 1 0 0 0,0 0-1 0 0,0 1 1 0 0,0-1 0 0 0,0 2-1 0 0,0-1 1 0 0,-1 1 0 0 0,0 0 0 0 0,0 1-1 0 0,13 10 1 0 0,16 17-189 0 0,39 31-729 0 0,-68-59 247 0 0,0 1-1 0 0,1-1 1 0 0,-1 0-1 0 0,1-1 1 0 0,10 4-1 0 0,-18-7 465 0 0,1 0 0 0 0,-1 0 0 0 0,1 0 0 0 0,-1 0 0 0 0,1 0 0 0 0,-1 0 0 0 0,1 0-1 0 0,-1 0 1 0 0,1 0 0 0 0,-1 0 0 0 0,1 0 0 0 0,-1 0 0 0 0,1 0 0 0 0,-1 0 0 0 0,1 0 0 0 0,-1-1-1 0 0,1 1 1 0 0,-1 0 0 0 0,1 0 0 0 0,-1-1 0 0 0,1 1 0 0 0,-1 0 0 0 0,0 0 0 0 0,1-1-1 0 0,-1 1 1 0 0,1-1 0 0 0,-1 1 0 0 0,0 0 0 0 0,1-1 0 0 0,-1 1 0 0 0,0-1 0 0 0,0 1 0 0 0,1 0-1 0 0,-1-1 1 0 0,0 1 0 0 0,0-1 0 0 0,0 1 0 0 0,0-1 0 0 0,0 1 0 0 0,1-1 0 0 0,-1 1-1 0 0,0-1 1 0 0,0 1 0 0 0,0-1 0 0 0,0 1 0 0 0,0-1 0 0 0,0 1 0 0 0,-1-1 0 0 0,1 1 0 0 0,0-1-1 0 0,0 1 1 0 0,0-1 0 0 0,-1 0 0 0 0,1-2-341 0 0,2-7-2050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3.31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 3889 0 0,'2'220'6740'0'0,"20"108"-6160"0"0,-1-203-1195 0 0,-1-3-3882 0 0,-19-116 706 0 0,-1-10 1797 0 0</inkml:trace>
  <inkml:trace contextRef="#ctx0" brushRef="#br0" timeOffset="1">40 269 1648 0 0,'11'15'6113'0'0,"46"29"-3085"0"0,-42-36-2848 0 0,0-1 0 0 0,1 0-1 0 0,-1-1 1 0 0,1-1 0 0 0,1-1 0 0 0,-1 0-1 0 0,1-1 1 0 0,-1-1 0 0 0,1-1 0 0 0,0 0-1 0 0,30-3 1 0 0,3-2-553 0 0,0-3 1 0 0,81-22-1 0 0,-109 23-407 0 0,1 0 1 0 0,37-18-1 0 0,-52 20 12 0 0,0-1 1 0 0,0 0 0 0 0,0 0-1 0 0,-1-1 1 0 0,0 1-1 0 0,7-9 1 0 0,1-1-2318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5.14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39 45 2497 0 0,'6'51'1341'0'0,"-2"0"1"0"0,-1 1 0 0 0,-9 82-1 0 0,-32 152 747 0 0,30-256-616 0 0,14-54-134 0 0,15-45-1122 0 0,3 0-1 0 0,52-103 0 0 0,-57 135-184 0 0,2 1 1 0 0,2 1 0 0 0,1 1-1 0 0,1 1 1 0 0,60-59-1 0 0,-79 87-6 0 0,1 0 0 0 0,-1-1 0 0 0,1 2-1 0 0,0-1 1 0 0,0 1 0 0 0,1 0 0 0 0,-1 1 0 0 0,1 0-1 0 0,14-4 1 0 0,-20 6-7 0 0,0 1 1 0 0,0 0-1 0 0,0 0 0 0 0,0-1 1 0 0,-1 1-1 0 0,1 1 0 0 0,0-1 0 0 0,0 0 1 0 0,0 0-1 0 0,0 1 0 0 0,0-1 1 0 0,0 1-1 0 0,0-1 0 0 0,-1 1 1 0 0,1 0-1 0 0,0 0 0 0 0,0 0 0 0 0,2 2 1 0 0,-3-1 14 0 0,1 0 1 0 0,0 0-1 0 0,-1 0 1 0 0,1 1-1 0 0,-1-1 0 0 0,1 1 1 0 0,-1-1-1 0 0,0 1 1 0 0,0-1-1 0 0,0 1 1 0 0,-1 0-1 0 0,1-1 1 0 0,-1 1-1 0 0,1 0 1 0 0,-1 0-1 0 0,0 4 0 0 0,-1 34 125 0 0,-1-1 0 0 0,-2 0 0 0 0,-14 58-1 0 0,10-63-141 0 0,2 0 0 0 0,1 0 0 0 0,2 0 0 0 0,1 0 0 0 0,4 46 0 0 0,-1-74-22 0 0,0 1 0 0 0,1-1-1 0 0,0 0 1 0 0,0 1 0 0 0,1-1-1 0 0,0 0 1 0 0,0 0 0 0 0,0-1-1 0 0,1 1 1 0 0,0-1 0 0 0,1 1 0 0 0,-1-1-1 0 0,1 0 1 0 0,0-1 0 0 0,1 1-1 0 0,0-1 1 0 0,-1 0 0 0 0,1-1-1 0 0,10 6 1 0 0,-12-8-57 0 0,0 0 1 0 0,1 0-1 0 0,-1 0 0 0 0,1-1 1 0 0,0 0-1 0 0,0 0 0 0 0,-1 0 1 0 0,1 0-1 0 0,0-1 1 0 0,0 0-1 0 0,0 0 0 0 0,-1 0 1 0 0,1 0-1 0 0,0-1 0 0 0,0 0 1 0 0,0 0-1 0 0,-1 0 0 0 0,1-1 1 0 0,-1 1-1 0 0,1-1 0 0 0,-1 0 1 0 0,0-1-1 0 0,1 1 0 0 0,-1-1 1 0 0,0 0-1 0 0,-1 0 0 0 0,1 0 1 0 0,0 0-1 0 0,-1 0 1 0 0,0-1-1 0 0,3-4 0 0 0,4-3-1073 0 0,-2-1-1 0 0,0 0 1 0 0,0-1-1 0 0,-1 1 1 0 0,-1-2 0 0 0,10-25-1 0 0,-8 19-1960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5.55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1 128 5425 0 0,'0'2'179'0'0,"0"0"0"0"0,0-1 0 0 0,0 1 0 0 0,0 0 0 0 0,0 0 0 0 0,0 0 0 0 0,1 0 0 0 0,-1 0 0 0 0,1-1 0 0 0,-1 1 0 0 0,1 0 0 0 0,0 0 0 0 0,0-1 0 0 0,-1 1 0 0 0,1 0 0 0 0,0-1 0 0 0,0 1 0 0 0,1-1 0 0 0,-1 1 0 0 0,0-1 0 0 0,0 0 0 0 0,1 1 0 0 0,-1-1 0 0 0,1 0 0 0 0,2 2 0 0 0,-1-2-72 0 0,1 0-1 0 0,-1-1 1 0 0,0 1 0 0 0,1 0 0 0 0,-1-1-1 0 0,1 0 1 0 0,-1 0 0 0 0,0 0-1 0 0,1 0 1 0 0,-1-1 0 0 0,1 1 0 0 0,-1-1-1 0 0,4-1 1 0 0,9-3-104 0 0,-1-1 0 0 0,1-1 0 0 0,-1 0 0 0 0,25-17 0 0 0,-17 10-310 0 0,55-41-1013 0 0,-71 49 429 0 0,0-1 1 0 0,-1 1 0 0 0,1-1 0 0 0,6-11-1 0 0,-13 18 771 0 0,0-1 1 0 0,0 1-1 0 0,0 0 0 0 0,0-1 1 0 0,0 1-1 0 0,0-1 0 0 0,0 1 0 0 0,0 0 1 0 0,0-1-1 0 0,-1 1 0 0 0,1-1 1 0 0,0 1-1 0 0,0 0 0 0 0,0-1 0 0 0,-1 1 1 0 0,1 0-1 0 0,0-1 0 0 0,0 1 0 0 0,-1 0 1 0 0,1 0-1 0 0,0-1 0 0 0,-1 1 1 0 0,1 0-1 0 0,0 0 0 0 0,-1-1 0 0 0,1 1 1 0 0,0 0-1 0 0,-1 0 0 0 0,1 0 1 0 0,-1 0-1 0 0,1 0 0 0 0,0 0 0 0 0,-1-1 1 0 0,0 1-1 0 0,-2 3-1111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5.89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27 2120 0 0,'6'5'1128'0'0,"1"1"0"0"0,-1-1-1 0 0,1 0 1 0 0,0-1 0 0 0,0 0-1 0 0,1 0 1 0 0,11 4 0 0 0,-7-3-568 0 0,0-2 1 0 0,0 0 0 0 0,0 0 0 0 0,22 1 0 0 0,-21-3-650 0 0,0-1 0 0 0,0 0-1 0 0,0-1 1 0 0,0 0 0 0 0,0-1 0 0 0,0-1 0 0 0,-1 0 0 0 0,1-1 0 0 0,-1 0 0 0 0,21-10-1 0 0,-7-6-2529 0 0,-7-6-3626 0 0,-11 17 3120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6.34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236 0 8066 0 0,'-14'17'3638'0'0,"1"23"-3071"0"0,7-22-289 0 0,-47 133 255 0 0,15-40-528 0 0,-54 106 0 0 0,85-204-22 0 0,5-11 6 0 0,1 1 1 0 0,-1-1-1 0 0,1 1 0 0 0,0 0 1 0 0,0-1-1 0 0,0 1 0 0 0,0 0 0 0 0,0 0 1 0 0,-1 4-1 0 0,47-6-1 0 0,323-30 1175 0 0,-150 6-2741 0 0,-191 22-371 0 0,-15 2-5789 0 0,-7 9 5452 0 0</inkml:trace>
  <inkml:trace contextRef="#ctx0" brushRef="#br0" timeOffset="1">477 79 4241 0 0,'-1'0'176'0'0,"1"0"1"0"0,-1 0-1 0 0,1 0 0 0 0,-1 1 0 0 0,1-1 1 0 0,-1 0-1 0 0,1 0 0 0 0,-1 0 1 0 0,1 1-1 0 0,-1-1 0 0 0,1 0 1 0 0,-1 0-1 0 0,1 1 0 0 0,0-1 0 0 0,-1 1 1 0 0,1-1-1 0 0,0 0 0 0 0,-1 1 1 0 0,1-1-1 0 0,0 1 0 0 0,-1-1 1 0 0,1 0-1 0 0,0 1 0 0 0,0-1 0 0 0,0 1 1 0 0,0-1-1 0 0,-1 1 0 0 0,1-1 1 0 0,0 1-1 0 0,0-1 0 0 0,0 1 1 0 0,0-1-1 0 0,0 1 0 0 0,0-1 0 0 0,0 2 1 0 0,-9 31 225 0 0,6-22 246 0 0,-166 635 2807 0 0,164-624-3605 0 0,-18 87-72 0 0,22-99-524 0 0,0 0-1 0 0,1 0 0 0 0,0 0 0 0 0,3 19 1 0 0,0-55-7051 0 0,1 11 5182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8.46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16 69 960 0 0,'0'-8'975'0'0,"1"1"-308"0"0,-1 1 0 0 0,-1-1-1 0 0,1 0 1 0 0,-1 1 0 0 0,0-1 0 0 0,0 1 0 0 0,-3-8 0 0 0,-1 29 1421 0 0,2 11-1676 0 0,11 1044 1682 0 0,-8-969-2177 0 0,-2-10-750 0 0,4 1 0 0 0,14 91 0 0 0,-10-169-1871 0 0,1-22 729 0 0,6-29-858 0 0,-12 31 2294 0 0,5-21-620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39.56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20 180 1192 0 0,'-1'-4'757'0'0,"-2"0"-193"0"0,1 0 0 0 0,0 0 0 0 0,0-1 0 0 0,0 1-1 0 0,0 0 1 0 0,1-1 0 0 0,0 0 0 0 0,0 1-1 0 0,0-1 1 0 0,0-6 0 0 0,5 14-286 0 0,1 0 0 0 0,-1 0 0 0 0,1 0 0 0 0,0 0 0 0 0,0-1 0 0 0,0 0 0 0 0,0 0 0 0 0,1 0-1 0 0,5 1 1 0 0,-3-1-8 0 0,41 13 232 0 0,1-3 0 0 0,1-2 0 0 0,56 4 0 0 0,160 0 138 0 0,-123-9-501 0 0,43 4 85 0 0,258-20 0 0 0,-180-23 81 0 0,53-4-82 0 0,-249 33-90 0 0,0 4 0 0 0,112 11 0 0 0,509 47 615 0 0,-349-44-382 0 0,-158-4-309 0 0,-122-10-26 0 0,0-3-1 0 0,92-16 1 0 0,23-3-20 0 0,367-64 111 0 0,-335 47-32 0 0,35-10 154 0 0,-243 50-234 0 0,1-1 0 0 0,-1 1 1 0 0,1 0-1 0 0,-1 0 0 0 0,1-1 1 0 0,0 1-1 0 0,-1 0 0 0 0,1 0 1 0 0,0 0-1 0 0,-1 0 0 0 0,1 0 1 0 0,0 0-1 0 0,-1 0 0 0 0,1 0 1 0 0,0 0-1 0 0,-1 0 0 0 0,1 0 1 0 0,0 0-1 0 0,-1 0 0 0 0,1 1 1 0 0,-1-1-1 0 0,1 0 0 0 0,0 0 1 0 0,-1 1-1 0 0,1-1 0 0 0,-1 0 1 0 0,1 1-1 0 0,-1-1 1 0 0,1 1-1 0 0,-1-1 0 0 0,1 1 1 0 0,-1-1-1 0 0,1 1 0 0 0,-1-1 1 0 0,1 2-1 0 0,-6 24 449 0 0,-1-1-529 0 0,-1 55 90 0 0,5 143 1 0 0,5-105-21 0 0,-7 358 118 0 0,1 0-3715 0 0,3-471 3350 0 0,-4 43-2497 0 0,4-47 2588 0 0,0 0 0 0 0,-1 0 1 0 0,1 0-1 0 0,0 0 0 0 0,0 0 0 0 0,-1 0 0 0 0,1 0 0 0 0,-1-1 0 0 0,1 1 0 0 0,-1 0 1 0 0,1 0-1 0 0,-1 0 0 0 0,1 0 0 0 0,-1 0 0 0 0,0-1 0 0 0,1 1 0 0 0,-1 0 0 0 0,0-1 0 0 0,0 1 1 0 0,0 0-1 0 0,0-1 0 0 0,0 1 0 0 0,1-1 0 0 0,-1 1 0 0 0,0-1 0 0 0,0 0 0 0 0,0 1 1 0 0,0-1-1 0 0,0 0 0 0 0,0 0 0 0 0,0 0 0 0 0,0 1 0 0 0,0-1 0 0 0,-1 0 0 0 0,1 0 0 0 0,0-1 1 0 0,0 1-1 0 0,0 0 0 0 0,0 0 0 0 0,-1-1 0 0 0,-14-5-1920 0 0,2 3-297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40.87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98 485 8 0 0,'-38'-15'1714'0'0,"34"14"-1287"0"0,0 0 0 0 0,-1 0-1 0 0,1 0 1 0 0,0-1 0 0 0,0 1 0 0 0,0-1-1 0 0,0 0 1 0 0,1 0 0 0 0,-1-1-1 0 0,0 1 1 0 0,1-1 0 0 0,0 0 0 0 0,-7-6-1 0 0,11 8-288 0 0,-1 0-1 0 0,0 0 1 0 0,1 0-1 0 0,-1 0 1 0 0,1 0-1 0 0,-1 1 1 0 0,1-1-1 0 0,0 0 0 0 0,-1 0 1 0 0,1 0-1 0 0,0 1 1 0 0,-1-1-1 0 0,1 0 1 0 0,0 1-1 0 0,0-1 1 0 0,0 0-1 0 0,0 1 1 0 0,-1-1-1 0 0,1 1 0 0 0,0 0 1 0 0,0-1-1 0 0,0 1 1 0 0,0 0-1 0 0,0-1 1 0 0,0 1-1 0 0,0 0 1 0 0,0 0-1 0 0,0 0 1 0 0,0 0-1 0 0,2 0 0 0 0,37-7 450 0 0,641-45 1708 0 0,125-16-1389 0 0,-175 21-429 0 0,-365 33-450 0 0,13 16 178 0 0,-203 3-83 0 0,0-4 0 0 0,0-3-1 0 0,102-15 1 0 0,46-36 121 0 0,-151 33-90 0 0,0 2 0 0 0,2 4 0 0 0,142-8 0 0 0,-73 19-107 0 0,176-28 0 0 0,-274 26-12 0 0,91 5 1 0 0,-9 0 45 0 0,55-4 79 0 0,-170 4 2 0 0,19-1-946 0 0,-27-8-2135 0 0,-14-9-3011 0 0,-1 5 2709 0 0,-1 3-789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42.71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1 229 8 0 0,'15'-98'2573'0'0,"-15"82"-875"0"0,-1 5-1070 0 0,1 1 0 0 0,0-1-1 0 0,1 0 1 0 0,0 1 0 0 0,1-1 0 0 0,0 0-1 0 0,0 1 1 0 0,8-20 0 0 0,-9 114 1791 0 0,53 1065-1880 0 0,-51-1052-509 0 0,-3-69-187 0 0,0 0 0 0 0,2 0 0 0 0,8 43 0 0 0,-10-70 89 0 0,0-1 1 0 0,0 1-1 0 0,0 0 0 0 0,1 0 0 0 0,-1 0 1 0 0,0 0-1 0 0,0 0 0 0 0,1 0 0 0 0,-1 0 0 0 0,0-1 1 0 0,1 1-1 0 0,-1 0 0 0 0,1 0 0 0 0,-1-1 0 0 0,1 1 1 0 0,-1 0-1 0 0,1 0 0 0 0,0-1 0 0 0,-1 1 0 0 0,1-1 1 0 0,0 1-1 0 0,-1 0 0 0 0,1-1 0 0 0,1 1 0 0 0,-1-1-56 0 0,0 0 0 0 0,-1-1-1 0 0,1 1 1 0 0,0-1 0 0 0,0 1 0 0 0,-1 0-1 0 0,1-1 1 0 0,0 1 0 0 0,-1-1-1 0 0,1 0 1 0 0,0 1 0 0 0,-1-1 0 0 0,1 1-1 0 0,-1-1 1 0 0,1 0 0 0 0,-1 0-1 0 0,1 1 1 0 0,-1-1 0 0 0,1-1 0 0 0,15-45-3619 0 0,-12 15 1815 0 0,4 0-102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43.59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21 17 560 0 0,'-1'-1'183'0'0,"1"0"1"0"0,0 0-1 0 0,0 1 0 0 0,-1-1 0 0 0,1 0 1 0 0,0 0-1 0 0,-1 0 0 0 0,1 0 0 0 0,-1 1 1 0 0,1-1-1 0 0,-1 0 0 0 0,1 1 0 0 0,-1-1 1 0 0,0 0-1 0 0,1 1 0 0 0,-1-1 0 0 0,0 1 0 0 0,0-1 1 0 0,1 1-1 0 0,-1-1 0 0 0,0 1 0 0 0,0-1 1 0 0,-1 1-1 0 0,-3 16 2505 0 0,8 35-1023 0 0,17 62-632 0 0,8 149 0 0 0,-12-89-619 0 0,13 180-38 0 0,8 68-307 0 0,-36-411-144 0 0,7 37-130 0 0,-8-45 106 0 0,1 1 0 0 0,-1-1 0 0 0,1 0 0 0 0,0 0 0 0 0,-1 0 0 0 0,1 0 0 0 0,0 0 0 0 0,1 0 0 0 0,-1 0 0 0 0,0 0 0 0 0,0 0 1 0 0,1 0-1 0 0,-1 0 0 0 0,1-1 0 0 0,3 4 0 0 0,-4-5 8 0 0,0 0 0 0 0,0 0 0 0 0,0 0-1 0 0,-1-1 1 0 0,1 1 0 0 0,0 0 0 0 0,0 0 0 0 0,0 0 0 0 0,0-1 0 0 0,0 1-1 0 0,0 0 1 0 0,0-1 0 0 0,0 1 0 0 0,0-1 0 0 0,-1 1 0 0 0,1-1 0 0 0,0 0 0 0 0,0 1-1 0 0,-1-1 1 0 0,1 0 0 0 0,0 1 0 0 0,-1-1 0 0 0,1 0 0 0 0,-1 0 0 0 0,1 0 0 0 0,-1 1-1 0 0,1-1 1 0 0,-1 0 0 0 0,0 0 0 0 0,1 0 0 0 0,-1 0 0 0 0,0 0 0 0 0,0 0 0 0 0,1-1-1 0 0,10-36-1843 0 0,-2-25-950 0 0,-5 26 978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44.36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83 48 248 0 0,'-3'-4'457'0'0,"0"-2"279"0"0,-1 1 0 0 0,0-1 1 0 0,-1 1-1 0 0,1 0 0 0 0,-8-7 0 0 0,11 11-619 0 0,0 1 1 0 0,1-1-1 0 0,-1 1 0 0 0,0-1 0 0 0,1 1 1 0 0,-1 0-1 0 0,0-1 0 0 0,0 1 0 0 0,1 0 1 0 0,-1 0-1 0 0,0-1 0 0 0,0 1 0 0 0,0 0 1 0 0,1 0-1 0 0,-1 0 0 0 0,0 0 0 0 0,0 0 1 0 0,0 0-1 0 0,0 0 0 0 0,1 0 0 0 0,-1 1 1 0 0,-1-1-1 0 0,1 1 38 0 0,0 0 0 0 0,0 0 1 0 0,-1 0-1 0 0,1 0 0 0 0,0 0 1 0 0,0 0-1 0 0,0 0 0 0 0,0 0 1 0 0,0 1-1 0 0,1-1 1 0 0,-1 0-1 0 0,0 1 0 0 0,1-1 1 0 0,-1 1-1 0 0,0-1 0 0 0,0 3 1 0 0,-2 12 232 0 0,0 0-1 0 0,1 0 1 0 0,0 0 0 0 0,2 0 0 0 0,-1 0 0 0 0,4 22 0 0 0,-1 27-173 0 0,-9 869 175 0 0,8-915-495 0 0,-2-7-144 0 0,1 0-1 0 0,1 0 0 0 0,0 0 0 0 0,1 0 1 0 0,0 0-1 0 0,1 0 0 0 0,5 16 0 0 0,-7-27 191 0 0,-1-1-1 0 0,0 0 1 0 0,1 0-1 0 0,-1 0 1 0 0,0 1 0 0 0,1-1-1 0 0,-1 0 1 0 0,0 0-1 0 0,1 0 1 0 0,-1 0-1 0 0,0 0 1 0 0,1 0-1 0 0,-1 1 1 0 0,1-1 0 0 0,-1 0-1 0 0,0 0 1 0 0,1 0-1 0 0,-1 0 1 0 0,0 0-1 0 0,1-1 1 0 0,-1 1-1 0 0,1 0 1 0 0,-1 0 0 0 0,0 0-1 0 0,1 0 1 0 0,-1 0-1 0 0,0 0 1 0 0,1-1-1 0 0,-1 1 1 0 0,0 0-1 0 0,1 0 1 0 0,-1 0 0 0 0,0-1-1 0 0,0 1 1 0 0,1 0-1 0 0,-1-1 1 0 0,0 1-1 0 0,0 0 1 0 0,1 0 0 0 0,-1-1-1 0 0,0 1 1 0 0,0 0-1 0 0,0-1 1 0 0,0 1-1 0 0,1-1 1 0 0,-1 1-1 0 0,0 0 1 0 0,0-1 0 0 0,0 1-1 0 0,0 0 1 0 0,0-2-1 0 0,12-20-1620 0 0,-12 21 1509 0 0,2-5-331 0 0,1-1 0 0 0,-2 1 1 0 0,1-1-1 0 0,-1 0 0 0 0,0 0 0 0 0,0 1 1 0 0,-1-10-1 0 0,1 5-173 0 0,2-9-1027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47.06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17 466 2433 0 0,'-2'-2'207'0'0,"1"0"0"0"0,-1 0 0 0 0,0 0 0 0 0,1 0 0 0 0,0 0 1 0 0,0 0-1 0 0,-1-1 0 0 0,1 1 0 0 0,1-1 0 0 0,-1 1 1 0 0,0 0-1 0 0,0-1 0 0 0,1 1 0 0 0,0-1 0 0 0,-1 0 1 0 0,1 1-1 0 0,0-1 0 0 0,0 1 0 0 0,1-4 0 0 0,0-1 1 0 0,0 0-1 0 0,1 1 0 0 0,0-1 0 0 0,1 1 1 0 0,-1-1-1 0 0,1 1 0 0 0,4-7 1 0 0,4-3-50 0 0,-1 0 0 0 0,2 1 0 0 0,0 1 1 0 0,24-23-1 0 0,-20 24-35 0 0,1 0 0 0 0,0 1 0 0 0,1 1 0 0 0,1 0 0 0 0,36-14 0 0 0,107-28 572 0 0,-73 27-348 0 0,-13 2-110 0 0,1 3-1 0 0,1 4 0 0 0,118-11 0 0 0,-144 24-218 0 0,0 3-1 0 0,1 3 1 0 0,-1 1-1 0 0,0 3 0 0 0,-1 2 1 0 0,70 20-1 0 0,-14 7 72 0 0,203 97 0 0 0,81 89 69 0 0,-329-180-151 0 0,-1 2 0 0 0,-2 3 0 0 0,82 82 0 0 0,-111-97-57 0 0,-1 2-1 0 0,-2 0 1 0 0,-1 2 0 0 0,-2 1-1 0 0,-2 1 1 0 0,-1 1 0 0 0,25 61 0 0 0,-31-43 0 0 0,-14-54 48 0 0,0 0 1 0 0,-1 0-1 0 0,1 0 1 0 0,-1 0-1 0 0,0 0 1 0 0,0-1-1 0 0,0 1 1 0 0,0 0-1 0 0,0 0 1 0 0,0 0 0 0 0,0 0-1 0 0,-1 0 1 0 0,1 0-1 0 0,-1 0 1 0 0,1 0-1 0 0,-1-1 1 0 0,0 1-1 0 0,0 0 1 0 0,1 0-1 0 0,-1-1 1 0 0,0 1-1 0 0,-1-1 1 0 0,1 1 0 0 0,0-1-1 0 0,0 1 1 0 0,-2 1-1 0 0,0-3 4 0 0,1 1 1 0 0,0-1-1 0 0,-1 0 0 0 0,1 1 0 0 0,0-1 0 0 0,-1 0 0 0 0,1 0 1 0 0,0-1-1 0 0,-1 1 0 0 0,1 0 0 0 0,0-1 0 0 0,0 1 1 0 0,-1-1-1 0 0,1 0 0 0 0,0 0 0 0 0,0 0 0 0 0,0 0 0 0 0,0 0 1 0 0,0 0-1 0 0,0-1 0 0 0,0 1 0 0 0,-2-3 0 0 0,-41-37 3 0 0,44 39-9 0 0,-68-75-9 0 0,-36-38 187 0 0,88 99-130 0 0,0 2-1 0 0,-1-1 0 0 0,-1 2 0 0 0,-37-20 0 0 0,52 30 78 0 0,5 4-11 0 0,16 7 74 0 0,29 19 8 0 0,-2 10-97 0 0,-1 3-1 0 0,54 63 1 0 0,-79-81-66 0 0,-1 1 1 0 0,-2 1 0 0 0,0 0 0 0 0,-2 1 0 0 0,-1 0 0 0 0,0 1 0 0 0,8 32 0 0 0,-15-35-1 0 0,2 4 127 0 0,-3-29 10 0 0,0-18 80 0 0,59-335 191 0 0,-4 121-3657 0 0,-24 130-4463 0 0,-30 68 4713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48.34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64 864 0 0,'16'-10'356'0'0,"1"2"0"0"0,-1 0 0 0 0,2 0 0 0 0,-1 2 0 0 0,1 0 0 0 0,0 1 0 0 0,0 1 0 0 0,1 1 0 0 0,-1 0 0 0 0,1 2 0 0 0,0 0 0 0 0,-1 0 0 0 0,1 2 0 0 0,0 1 0 0 0,24 4 0 0 0,25 9 153 0 0,-1 2 0 0 0,111 46 0 0 0,-167-59-393 0 0,406 120 1600 0 0,-31-10-737 0 0,-311-84-904 0 0,-1 4 0 0 0,-2 3-1 0 0,-2 3 1 0 0,-1 4 0 0 0,122 100-1 0 0,-76-51-32 0 0,-4 4 0 0 0,144 163 0 0 0,-226-225-21 0 0,160 200 148 0 0,-143-171-51 0 0,69 126 1 0 0,-102-165-92 0 0,92 195 175 0 0,-90-183-158 0 0,-1 1 0 0 0,-3 0 0 0 0,-1 1 0 0 0,5 43 0 0 0,-18-81-65 0 0,-8-11 8 0 0,-23-28-47 0 0,-11-12-234 0 0,16 22 376 0 0,2-1-1 0 0,1-2 1 0 0,1-1 0 0 0,2 0 0 0 0,1-2-1 0 0,-27-59 1 0 0,39 79 121 0 0,14 35-200 0 0,15 34-40 0 0,-19-54 37 0 0,24 52 5 0 0,37 65-1 0 0,-53-104-3 0 0,1 0-1 0 0,1-1 0 0 0,0 0 1 0 0,1-1-1 0 0,0 0 1 0 0,1-1-1 0 0,0 0 1 0 0,1 0-1 0 0,22 13 1 0 0,-33-23 0 0 0,0 0 0 0 0,0 0 1 0 0,0 0-1 0 0,0 0 1 0 0,1-1-1 0 0,-1 1 0 0 0,0-1 1 0 0,0 1-1 0 0,1-1 1 0 0,-1 0-1 0 0,0 0 0 0 0,0 0 1 0 0,1 0-1 0 0,-1 0 0 0 0,0-1 1 0 0,1 1-1 0 0,-1-1 1 0 0,0 1-1 0 0,4-2 0 0 0,-1-1 6 0 0,-1 0 0 0 0,1 1 0 0 0,0-2 0 0 0,-1 1 0 0 0,0 0 0 0 0,0-1 0 0 0,0 0 0 0 0,4-4 0 0 0,6-10 19 0 0,-1 0 1 0 0,-1-1-1 0 0,11-22 1 0 0,-21 37-26 0 0,50-103 44 0 0,-36 69-606 0 0,2 0-1 0 0,2 2 1 0 0,36-50 0 0 0,-52 80-324 0 0,1 0 0 0 0,-1 0 0 0 0,-1-1 0 0 0,1 1 0 0 0,-1-1-1 0 0,0 0 1 0 0,2-8 0 0 0,1-2-2114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49.30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2 1536 0 0,'3'-1'400'0'0,"0"1"0"0"0,0 0-1 0 0,-1 0 1 0 0,1 0 0 0 0,0 0-1 0 0,0 0 1 0 0,0 0-1 0 0,0 1 1 0 0,0-1 0 0 0,-1 1-1 0 0,6 2 1 0 0,72 27 1009 0 0,-2 3-1 0 0,-1 4 1 0 0,73 47 0 0 0,203 156-696 0 0,-266-178-666 0 0,178 140 296 0 0,-221-164-261 0 0,-2 1 0 0 0,-2 3 1 0 0,62 82-1 0 0,-27-6-174 0 0,-6 3 1 0 0,77 181-1 0 0,-141-287-36 0 0,-8-10 29 0 0,-18-15-39 0 0,9 2 90 0 0,-24-11-106 0 0,1-2 1 0 0,1-2-1 0 0,1 0 0 0 0,1-3 1 0 0,1 0-1 0 0,-38-43 1 0 0,-81-93 1558 0 0,206 254-462 0 0,-24-50-908 0 0,1-2 0 0 0,48 43 0 0 0,-64-68 3 0 0,-1-1 0 0 0,2-1 1 0 0,0 0-1 0 0,1-2 0 0 0,0 0 1 0 0,0-1-1 0 0,1 0 0 0 0,21 6 1 0 0,-38-16-20 0 0,0 0 1 0 0,-1 1 0 0 0,1-1 0 0 0,-1 0-1 0 0,1 0 1 0 0,-1 0 0 0 0,1-1-1 0 0,0 1 1 0 0,-1 0 0 0 0,1-1-1 0 0,-1 0 1 0 0,0 0 0 0 0,1 0-1 0 0,-1 0 1 0 0,1 0 0 0 0,-1 0-1 0 0,0 0 1 0 0,0-1 0 0 0,0 1 0 0 0,0-1-1 0 0,0 0 1 0 0,0 1 0 0 0,0-1-1 0 0,0 0 1 0 0,-1 0 0 0 0,1 0-1 0 0,-1 0 1 0 0,0 0 0 0 0,1-1-1 0 0,-1 1 1 0 0,0 0 0 0 0,1-4-1 0 0,6-12 84 0 0,-1-1-1 0 0,-1 1 0 0 0,6-25 0 0 0,-7 22-61 0 0,-3 16-27 0 0,8-36-209 0 0,3 1 0 0 0,1 1 0 0 0,21-42 0 0 0,-9 36-2001 0 0,57-79 0 0 0,4 24-5004 0 0,-60 70 4505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49.82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38 85 2136 0 0,'-3'-1'408'0'0,"-1"-1"0"0"0,1 0 0 0 0,-1 0 0 0 0,1 0 0 0 0,-1 0 0 0 0,1-1 0 0 0,0 1 0 0 0,0-1 0 0 0,-3-3 0 0 0,6 5-336 0 0,0-1 0 0 0,-1 1 0 0 0,1 0 0 0 0,0 0-1 0 0,0 0 1 0 0,-1 0 0 0 0,1 0 0 0 0,0 0 0 0 0,0-1-1 0 0,1 1 1 0 0,-1 0 0 0 0,0 0 0 0 0,0 0-1 0 0,0 0 1 0 0,1 0 0 0 0,-1 0 0 0 0,0-1 0 0 0,1 1-1 0 0,-1 0 1 0 0,1 0 0 0 0,0 0 0 0 0,-1 0 0 0 0,1 1-1 0 0,0-1 1 0 0,-1 0 0 0 0,1 0 0 0 0,0 0-1 0 0,0 0 1 0 0,0 1 0 0 0,0-1 0 0 0,0 0 0 0 0,0 1-1 0 0,0-1 1 0 0,0 1 0 0 0,0-1 0 0 0,1 0 0 0 0,5-2 116 0 0,-1-1 0 0 0,1 1 0 0 0,0 0 0 0 0,0 1 0 0 0,0 0 0 0 0,0 0 0 0 0,1 0 1 0 0,-1 1-1 0 0,0 0 0 0 0,1 0 0 0 0,14 1 0 0 0,10 2 244 0 0,45 8 0 0 0,-56-6-270 0 0,35 5 156 0 0,0 2 1 0 0,-1 3 0 0 0,94 36-1 0 0,-118-36-251 0 0,-1 1 0 0 0,0 1 0 0 0,-1 1 1 0 0,-1 2-1 0 0,0 1 0 0 0,-2 2 0 0 0,40 39 0 0 0,-27-17-9 0 0,-1 2 0 0 0,-3 1 0 0 0,-1 2-1 0 0,-3 1 1 0 0,-2 2 0 0 0,-2 1 0 0 0,24 67 0 0 0,-43-94-52 0 0,-1 0 0 0 0,0 0 0 0 0,3 42 0 0 0,-9-52-277 0 0,0-1 0 0 0,-1 0 0 0 0,0 1 0 0 0,-2-1 0 0 0,1 1 0 0 0,-2-1 1 0 0,-8 26-1 0 0,11-40 98 0 0,0 1 0 0 0,-1 0 1 0 0,1-1-1 0 0,-1 1 0 0 0,0-1 1 0 0,1 1-1 0 0,-1-1 1 0 0,0 1-1 0 0,0-1 0 0 0,0 1 1 0 0,0-1-1 0 0,0 0 0 0 0,-1 1 1 0 0,1-1-1 0 0,0 0 0 0 0,0 0 1 0 0,-1 0-1 0 0,1 0 0 0 0,-1 0 1 0 0,1 0-1 0 0,-1-1 1 0 0,1 1-1 0 0,-1 0 0 0 0,1-1 1 0 0,-1 1-1 0 0,-3 0 0 0 0,3-2-145 0 0,-1 1 0 0 0,0-1-1 0 0,1 1 1 0 0,-1-1 0 0 0,0 0 0 0 0,1 0-1 0 0,-1 0 1 0 0,1 0 0 0 0,-1 0-1 0 0,1-1 1 0 0,0 1 0 0 0,-1-1-1 0 0,1 1 1 0 0,0-1 0 0 0,-3-3 0 0 0,-7-6-1663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0.30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15 217 1456 0 0,'0'0'104'0'0,"-1"0"-1"0"0,1 0 1 0 0,-1-1-1 0 0,1 1 1 0 0,-1 0-1 0 0,1 0 0 0 0,-1 0 1 0 0,1 0-1 0 0,-1 0 1 0 0,1 1-1 0 0,-1-1 1 0 0,1 0-1 0 0,-1 0 1 0 0,1 0-1 0 0,-1 0 0 0 0,1 0 1 0 0,0 1-1 0 0,-1-1 1 0 0,1 0-1 0 0,-1 0 1 0 0,1 1-1 0 0,0-1 1 0 0,-1 0-1 0 0,1 1 0 0 0,0-1 1 0 0,-1 0-1 0 0,1 1 1 0 0,0-1-1 0 0,-1 1 1 0 0,1-1-1 0 0,0 0 0 0 0,0 1 1 0 0,0-1-1 0 0,-1 1 1 0 0,1-1-1 0 0,0 1 1 0 0,0-1-1 0 0,0 1 1 0 0,0-1-1 0 0,0 1 0 0 0,0-1 1 0 0,0 1-1 0 0,0-1 1 0 0,0 1-1 0 0,0-1 1 0 0,0 0-1 0 0,0 1 1 0 0,0-1-1 0 0,0 1 0 0 0,0-1 1 0 0,1 1-1 0 0,-1-1 1 0 0,0 1-1 0 0,0-1 1 0 0,1 0-1 0 0,-1 1 1 0 0,0-1-1 0 0,0 1 0 0 0,1-1 1 0 0,-1 0-1 0 0,1 1 1 0 0,21 27 1824 0 0,-21-26-1929 0 0,39 37 650 0 0,2-2 1 0 0,57 39-1 0 0,-42-33-522 0 0,32 25 1118 0 0,-88-68-1212 0 0,0 0 0 0 0,0 0-1 0 0,0-1 1 0 0,0 1-1 0 0,0 0 1 0 0,0-1-1 0 0,-1 1 1 0 0,1-1-1 0 0,0 1 1 0 0,0-1-1 0 0,-1 1 1 0 0,1-1-1 0 0,0 0 1 0 0,0 1-1 0 0,-1-1 1 0 0,1 0-1 0 0,-1 1 1 0 0,1-1-1 0 0,-1 0 1 0 0,1 0-1 0 0,-1 0 1 0 0,1 1-1 0 0,-1-1 1 0 0,1-1-1 0 0,13-25 190 0 0,18-33-113 0 0,2 1 0 0 0,80-100 0 0 0,-8 14-3978 0 0,-85 102-838 0 0,-12 23 628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1.35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36 751 2312 0 0,'-2'0'269'0'0,"-1"1"-1"0"0,1-1 0 0 0,-1 1 0 0 0,1-1 0 0 0,-1 1 0 0 0,1 0 1 0 0,0 0-1 0 0,-1 0 0 0 0,1 0 0 0 0,0 1 0 0 0,0-1 0 0 0,-3 3 1 0 0,4-3-223 0 0,1 0 0 0 0,-1 0 0 0 0,1 0 0 0 0,0 0 0 0 0,0 1 0 0 0,-1-1 0 0 0,1 0 0 0 0,0 0 0 0 0,0 0 0 0 0,0 0 0 0 0,0 0 0 0 0,0 0 0 0 0,1 0 0 0 0,-1 1 0 0 0,0-1 0 0 0,0 0 0 0 0,1 0 0 0 0,-1 0 0 0 0,1 0 0 0 0,-1 0 0 0 0,1 0 0 0 0,-1 0 0 0 0,1 0 0 0 0,0 0 0 0 0,-1 0 0 0 0,1-1 0 0 0,0 1 0 0 0,0 0 0 0 0,-1 0 1 0 0,2 0-1 0 0,23 30 102 0 0,2-1 1 0 0,1-1 0 0 0,1-2-1 0 0,1-1 1 0 0,1-1 0 0 0,2-1-1 0 0,0-2 1 0 0,1-2 0 0 0,1-1 0 0 0,1-2-1 0 0,1-1 1 0 0,0-1 0 0 0,1-3-1 0 0,0-1 1 0 0,63 10 0 0 0,-6-9 25 0 0,0-4 1 0 0,1-4-1 0 0,-1-4 1 0 0,1-4-1 0 0,-1-4 0 0 0,0-5 1 0 0,98-25-1 0 0,-134 22-92 0 0,0-2 0 0 0,-1-3 0 0 0,-1-3-1 0 0,-1-1 1 0 0,-1-4 0 0 0,-1-1 0 0 0,-2-3-1 0 0,-1-2 1 0 0,-2-2 0 0 0,-2-3 0 0 0,83-89-1 0 0,-106 102-29 0 0,110-140 365 0 0,-122 149-328 0 0,-1 0-1 0 0,0 0 1 0 0,-1-2 0 0 0,-1 1-1 0 0,-1-1 1 0 0,0 0-1 0 0,6-34 1 0 0,-13 50-49 0 0,0 1-1 0 0,0 0 1 0 0,-1-1 0 0 0,0 1-1 0 0,1-1 1 0 0,-1 1 0 0 0,-1 0 0 0 0,1-1-1 0 0,0 1 1 0 0,-1-1 0 0 0,0 1 0 0 0,0 0-1 0 0,0-1 1 0 0,0 1 0 0 0,0 0 0 0 0,-1 0-1 0 0,1 0 1 0 0,-3-3 0 0 0,2 4-7 0 0,0 1 0 0 0,0-1 0 0 0,0 1 0 0 0,-1-1 1 0 0,1 1-1 0 0,0 0 0 0 0,-1 0 0 0 0,1 0 0 0 0,-1 0 0 0 0,1 0 1 0 0,-1 1-1 0 0,0-1 0 0 0,1 1 0 0 0,-1 0 0 0 0,0 0 0 0 0,1-1 1 0 0,-1 2-1 0 0,0-1 0 0 0,1 0 0 0 0,-1 1 0 0 0,1-1 0 0 0,-1 1 1 0 0,-3 1-1 0 0,-39 10-355 0 0,-47 21 0 0 0,65-22 200 0 0,0 0 0 0 0,-1-2 0 0 0,0-2 1 0 0,-1 0-1 0 0,-50 4 0 0 0,-98-17-98 0 0,197 6 108 0 0,0 0 1 0 0,0-2-1 0 0,-1 0 1 0 0,29-7-1 0 0,-26 2 180 0 0,-1-1-1 0 0,0 0 0 0 0,0-2 0 0 0,0-1 1 0 0,-1 0-1 0 0,23-19 0 0 0,97-93 638 0 0,-92 78-391 0 0,-42 40-254 0 0,-1 0 0 0 0,1 0 1 0 0,0 1-1 0 0,1 0 0 0 0,8-5 0 0 0,-14 8-52 0 0,0 1-1 0 0,0-1 1 0 0,0 1-1 0 0,0-1 1 0 0,0 1-1 0 0,0 0 1 0 0,0-1-1 0 0,0 1 0 0 0,0 0 1 0 0,0 0-1 0 0,1 0 1 0 0,-1 0-1 0 0,0 0 1 0 0,0 0-1 0 0,0 0 1 0 0,0 0-1 0 0,0 1 1 0 0,0-1-1 0 0,0 0 1 0 0,0 1-1 0 0,0-1 1 0 0,0 0-1 0 0,0 1 1 0 0,0-1-1 0 0,0 1 1 0 0,0 0-1 0 0,0-1 1 0 0,-1 1-1 0 0,1 0 1 0 0,0-1-1 0 0,0 1 0 0 0,-1 0 1 0 0,1 0-1 0 0,0 0 1 0 0,-1 0-1 0 0,1 0 1 0 0,-1 0-1 0 0,1 0 1 0 0,-1 0-1 0 0,1 0 1 0 0,-1 0-1 0 0,0 0 1 0 0,0 0-1 0 0,1 0 1 0 0,-1 0-1 0 0,0 0 1 0 0,0 2-1 0 0,5 29 76 0 0,-1 1 0 0 0,-2 0 0 0 0,-3 55 1 0 0,-18 102-220 0 0,11-131 21 0 0,-4 67-853 0 0,8-43-4286 0 0,-1-88 816 0 0,6-2 1313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2.37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1506 384 0 0,'24'1'1625'0'0,"-16"0"-1331"0"0,-1-1 1 0 0,1 0-1 0 0,-1 0 0 0 0,1-1 1 0 0,11-2-1 0 0,8-6 217 0 0,0 0-1 0 0,0-2 1 0 0,-1 0-1 0 0,-1-2 1 0 0,0-1-1 0 0,-1-1 0 0 0,30-24 1 0 0,148-143 717 0 0,-115 99-928 0 0,-5 7-91 0 0,37-32 226 0 0,195-227-1 0 0,-288 300-202 0 0,0-1-1 0 0,-3-1 1 0 0,-1-1-1 0 0,-1-1 1 0 0,-3-1 0 0 0,-1-1-1 0 0,-2 0 1 0 0,-2-1-1 0 0,-1-1 1 0 0,-3 0 0 0 0,5-50-1 0 0,-14 89-189 0 0,1 0 0 0 0,-2-1 0 0 0,1 1 0 0 0,0-1 0 0 0,-1 1 0 0 0,1 0 0 0 0,-1-1 0 0 0,-1 1 0 0 0,1 0 0 0 0,0 0 0 0 0,-3-5 0 0 0,3 8-36 0 0,0 0 0 0 0,1 0 0 0 0,-1 0 0 0 0,0 0 0 0 0,0 0 0 0 0,0 0 0 0 0,0 0 0 0 0,0 0 0 0 0,0 1 0 0 0,0-1 0 0 0,-1 0 1 0 0,1 1-1 0 0,0-1 0 0 0,0 1 0 0 0,0-1 0 0 0,-1 1 0 0 0,1-1 0 0 0,0 1 0 0 0,-1 0 0 0 0,1 0 0 0 0,0-1 0 0 0,-1 1 0 0 0,1 0 0 0 0,0 0 0 0 0,-1 1 0 0 0,1-1 0 0 0,0 0 0 0 0,-1 0 0 0 0,1 1 0 0 0,0-1 0 0 0,-1 0 0 0 0,1 1 0 0 0,0 0 0 0 0,0-1 0 0 0,0 1 0 0 0,0 0 0 0 0,-1-1 0 0 0,0 2 0 0 0,-31 14-285 0 0,0-2 0 0 0,-1-1 0 0 0,-55 13 0 0 0,9-4 85 0 0,70-18 169 0 0,0 1 0 0 0,0 0 0 0 0,1 0 0 0 0,-1 1 0 0 0,1 0-1 0 0,0 0 1 0 0,0 1 0 0 0,1 1 0 0 0,0-1 0 0 0,0 1 0 0 0,1 0-1 0 0,0 1 1 0 0,1 0 0 0 0,0 0 0 0 0,0 1 0 0 0,1-1 0 0 0,0 1-1 0 0,0 0 1 0 0,1 1 0 0 0,1-1 0 0 0,0 1 0 0 0,-3 12 0 0 0,6-22 25 0 0,0 0 1 0 0,0 0 0 0 0,0 0 0 0 0,0 0 0 0 0,0 0-1 0 0,0 0 1 0 0,0 0 0 0 0,0 0 0 0 0,0 0 0 0 0,0-1-1 0 0,0 1 1 0 0,1 0 0 0 0,-1 0 0 0 0,0 0 0 0 0,1 0-1 0 0,-1 0 1 0 0,0-1 0 0 0,1 1 0 0 0,-1 0 0 0 0,1 0-1 0 0,0 0 1 0 0,-1-1 0 0 0,1 1 0 0 0,0 0 0 0 0,-1-1-1 0 0,1 1 1 0 0,0-1 0 0 0,-1 1 0 0 0,1-1 0 0 0,1 1-1 0 0,0 0 15 0 0,1-1 0 0 0,-1 1 0 0 0,1-1 0 0 0,-1 0 0 0 0,1 1-1 0 0,0-1 1 0 0,-1-1 0 0 0,1 1 0 0 0,-1 0 0 0 0,1-1 0 0 0,2 0-1 0 0,10-3 139 0 0,1-1 0 0 0,24-13 0 0 0,-35 16-113 0 0,73-36 393 0 0,-1-3 0 0 0,-2-4 0 0 0,76-59 0 0 0,-150 103-422 0 0,-1 0 0 0 0,1 1 0 0 0,0-1-1 0 0,0 0 1 0 0,-1 1 0 0 0,1-1-1 0 0,0 1 1 0 0,0-1 0 0 0,0 1-1 0 0,0 0 1 0 0,-1-1 0 0 0,1 1 0 0 0,0 0-1 0 0,0-1 1 0 0,0 1 0 0 0,0 0-1 0 0,0 0 1 0 0,0 0 0 0 0,0 0-1 0 0,0 0 1 0 0,0 0 0 0 0,0 0 0 0 0,0 0-1 0 0,0 0 1 0 0,0 1 0 0 0,0-1-1 0 0,0 0 1 0 0,-1 1 0 0 0,1-1 0 0 0,0 0-1 0 0,1 1 1 0 0,0 1 10 0 0,-1 0 0 0 0,1 0-1 0 0,-1 0 1 0 0,1 0 0 0 0,-1 0 0 0 0,0 0-1 0 0,0 1 1 0 0,0-1 0 0 0,0 0 0 0 0,0 0 0 0 0,-1 1-1 0 0,1 2 1 0 0,3 13 56 0 0,-2 0 0 0 0,0 29 0 0 0,-2-40-87 0 0,0 65-102 0 0,-4 0 1 0 0,-19 108-1 0 0,3-73-2485 0 0,-2-3-3532 0 0,22-103 6064 0 0,0-1-1 0 0,0 0 1 0 0,0 0-1 0 0,0 0 1 0 0,0 1-1 0 0,0-1 1 0 0,0 0-1 0 0,0 0 1 0 0,0 0-1 0 0,0 1 1 0 0,0-1-1 0 0,0 0 1 0 0,0 0-1 0 0,0 0 1 0 0,-1 1-1 0 0,1-1 1 0 0,0 0-1 0 0,0 0 1 0 0,0 0-1 0 0,0 1 1 0 0,0-1-1 0 0,-1 0 1 0 0,1 0-1 0 0,0 0 1 0 0,0 0 0 0 0,0 0-1 0 0,0 0 1 0 0,-1 1-1 0 0,1-1 1 0 0,0 0-1 0 0,0 0 1 0 0,0 0-1 0 0,-1 0 1 0 0,1 0-1 0 0,0 0 1 0 0,0 0-1 0 0,0 0 1 0 0,-1 0-1 0 0,1 0 1 0 0,0 0-1 0 0,0 0 1 0 0,0 0-1 0 0,-1 0 1 0 0,1 0-1 0 0,0 0 1 0 0,0 0-1 0 0,-1 0 1 0 0,1 0-1 0 0,0 0 1 0 0,0 0-1 0 0,0 0 1 0 0,0-1-1 0 0,-1 1 1 0 0,0 0-440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3.30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1598 40 0 0,'21'5'318'0'0,"0"-1"0"0"0,0-1 0 0 0,1 0 0 0 0,-1-2-1 0 0,1-1 1 0 0,-1 0 0 0 0,1-1 0 0 0,-1-2 0 0 0,1 0 0 0 0,-1-1 0 0 0,0-1 0 0 0,0-2-1 0 0,23-9 1 0 0,15-11 209 0 0,-2-2-1 0 0,0-3 0 0 0,-3-2 0 0 0,81-67 0 0 0,-33 14 403 0 0,106-120 0 0 0,-168 160-658 0 0,-1-1-1 0 0,-4-2 0 0 0,-1-1 1 0 0,35-73-1 0 0,86-232 1760 0 0,-141 320-1932 0 0,28-79 101 0 0,-38 101-132 0 0,0-1 0 0 0,-2 1 0 0 0,1-1 0 0 0,-1 0 0 0 0,-1-28 0 0 0,-1 41-48 0 0,0 0 0 0 0,-1 1 0 0 0,1-1 0 0 0,0 0 0 0 0,0 1 0 0 0,-1-1-1 0 0,1 1 1 0 0,-1-1 0 0 0,0 0 0 0 0,1 1 0 0 0,-1-1 0 0 0,0 1 0 0 0,0-1 0 0 0,0 1 0 0 0,0 0 0 0 0,0-1-1 0 0,0 1 1 0 0,0 0 0 0 0,-1 0 0 0 0,1 0 0 0 0,0 0 0 0 0,-1 0 0 0 0,1 0 0 0 0,-1 0 0 0 0,1 0 0 0 0,-1 1-1 0 0,1-1 1 0 0,-1 0 0 0 0,0 1 0 0 0,1 0 0 0 0,-3-1 0 0 0,-7 0-178 0 0,1 0 0 0 0,0 1 0 0 0,0 0-1 0 0,-17 3 1 0 0,20-2-55 0 0,-1 0-1 0 0,1 0 1 0 0,-1-1-1 0 0,1 0 1 0 0,-1 0-1 0 0,-11-3 1 0 0,15 3 117 0 0,0-1 0 0 0,0 1 1 0 0,0 0-1 0 0,0 0 0 0 0,0 0 1 0 0,0 0-1 0 0,-1 1 0 0 0,1 0 1 0 0,0 0-1 0 0,1 0 0 0 0,-1 0 1 0 0,0 1-1 0 0,0-1 0 0 0,0 1 1 0 0,-6 4-1 0 0,-56 39-349 0 0,56-37 484 0 0,-18 11-31 0 0,-31 24 135 0 0,56-41-87 0 0,1 0 1 0 0,-1 0 0 0 0,1 1-1 0 0,0-1 1 0 0,-1 1 0 0 0,1 0 0 0 0,0-1-1 0 0,1 1 1 0 0,-1 0 0 0 0,1 0 0 0 0,-1 0-1 0 0,1 0 1 0 0,0 1 0 0 0,0-1-1 0 0,0 0 1 0 0,0 6 0 0 0,1-8-38 0 0,0-1-1 0 0,1 1 1 0 0,-1 0-1 0 0,1-1 1 0 0,-1 1 0 0 0,1-1-1 0 0,-1 1 1 0 0,1-1 0 0 0,-1 1-1 0 0,1-1 1 0 0,0 0 0 0 0,-1 1-1 0 0,1-1 1 0 0,0 0 0 0 0,-1 1-1 0 0,1-1 1 0 0,0 0-1 0 0,-1 0 1 0 0,1 0 0 0 0,0 1-1 0 0,0-1 1 0 0,-1 0 0 0 0,1 0-1 0 0,0 0 1 0 0,-1 0 0 0 0,1 0-1 0 0,0 0 1 0 0,0-1 0 0 0,-1 1-1 0 0,1 0 1 0 0,0 0-1 0 0,-1 0 1 0 0,1-1 0 0 0,0 1-1 0 0,-1 0 1 0 0,2-1 0 0 0,28-9 420 0 0,13-10-111 0 0,-1-3 1 0 0,0-2-1 0 0,-2-1 0 0 0,50-42 1 0 0,4-3-143 0 0,-91 69-135 0 0,0-1 0 0 0,0 1 0 0 0,0 0 0 0 0,1 0 0 0 0,-1 0 0 0 0,1 0 0 0 0,0 1 0 0 0,-1-1 0 0 0,1 1 0 0 0,0 0 0 0 0,0 0 0 0 0,6 0 0 0 0,-8 1-19 0 0,0 1-1 0 0,0-1 0 0 0,0 1 1 0 0,-1 0-1 0 0,1 0 1 0 0,0 0-1 0 0,-1 0 1 0 0,1 0-1 0 0,-1 1 0 0 0,1-1 1 0 0,-1 0-1 0 0,1 1 1 0 0,-1-1-1 0 0,0 1 1 0 0,0-1-1 0 0,0 1 1 0 0,0-1-1 0 0,0 1 0 0 0,0 0 1 0 0,0 0-1 0 0,0-1 1 0 0,-1 1-1 0 0,1 0 1 0 0,-1 0-1 0 0,1 0 0 0 0,-1 3 1 0 0,9 31-95 0 0,-2 1 0 0 0,-1-1 0 0 0,-2 1 0 0 0,-2 0-1 0 0,-1 0 1 0 0,-4 40 0 0 0,-1-41-1157 0 0,-1 0 0 0 0,-2 0 0 0 0,-15 49 0 0 0,20-80 536 0 0,0 0 0 0 0,0 0 0 0 0,0 0 0 0 0,-1 0 0 0 0,0-1 0 0 0,0 1 1 0 0,0-1-1 0 0,-6 7 0 0 0,0 0-2032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4.12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11 1941 2449 0 0,'-2'4'359'0'0,"0"-1"0"0"0,1 1 0 0 0,0 0 0 0 0,0 0 0 0 0,0 0 0 0 0,0 0 0 0 0,0 0 0 0 0,1 0 0 0 0,0 0 0 0 0,0 0 0 0 0,0 4 0 0 0,0-7-307 0 0,0 0 1 0 0,0-1-1 0 0,1 1 0 0 0,-1 0 1 0 0,0 0-1 0 0,0-1 1 0 0,1 1-1 0 0,-1 0 1 0 0,0-1-1 0 0,1 1 1 0 0,-1-1-1 0 0,0 1 1 0 0,1 0-1 0 0,-1-1 1 0 0,1 1-1 0 0,-1-1 0 0 0,1 1 1 0 0,0-1-1 0 0,-1 1 1 0 0,1-1-1 0 0,-1 1 1 0 0,1-1-1 0 0,0 0 1 0 0,0 1-1 0 0,1-1 13 0 0,-1 0 0 0 0,1 0 1 0 0,0 0-1 0 0,-1 0 0 0 0,1 0 0 0 0,0 0 0 0 0,-1-1 1 0 0,1 1-1 0 0,-1 0 0 0 0,1-1 0 0 0,-1 0 0 0 0,1 1 1 0 0,-1-1-1 0 0,1 0 0 0 0,2-1 0 0 0,30-22 460 0 0,-1-1-1 0 0,-1-1 0 0 0,-2-2 1 0 0,48-56-1 0 0,14-12-124 0 0,303-320 1472 0 0,-331 337-1457 0 0,-4-2 1 0 0,-3-3 0 0 0,76-152-1 0 0,-106 174-383 0 0,-3-1-1 0 0,-2 0 1 0 0,-4-2-1 0 0,-2 0 0 0 0,-3-2 1 0 0,-3 1-1 0 0,-2-1 1 0 0,-4-129-1 0 0,-4 194-66 0 0,1 0 0 0 0,-1 0 0 0 0,0 1 0 0 0,0-1 0 0 0,0 0 0 0 0,0 0 0 0 0,-1 0 0 0 0,1 0 0 0 0,-1 0 0 0 0,1 0 0 0 0,-1 0 0 0 0,1 0-1 0 0,-1 1 1 0 0,0-1 0 0 0,0 0 0 0 0,0 1 0 0 0,0-1 0 0 0,0 0 0 0 0,0 1 0 0 0,0-1 0 0 0,-1 1 0 0 0,1 0 0 0 0,-1-1 0 0 0,1 1 0 0 0,-1 0 0 0 0,-1-2 0 0 0,0 3-148 0 0,0 0 0 0 0,1 1 1 0 0,-1-1-1 0 0,1 0 0 0 0,-1 1 0 0 0,0 0 1 0 0,1-1-1 0 0,-1 1 0 0 0,1 0 0 0 0,0 0 1 0 0,-1 1-1 0 0,1-1 0 0 0,0 0 1 0 0,0 1-1 0 0,0-1 0 0 0,0 1 0 0 0,0 0 1 0 0,-4 4-1 0 0,-40 32-4372 0 0,-72 44 0 0 0,53-38 3619 0 0,25-20 894 0 0,-24 16 799 0 0,60-38-510 0 0,1 1 0 0 0,0 0 0 0 0,0-1-1 0 0,0 1 1 0 0,1 0 0 0 0,-1 1 0 0 0,1-1-1 0 0,0 0 1 0 0,0 1 0 0 0,0-1 0 0 0,0 1-1 0 0,0 0 1 0 0,1-1 0 0 0,-3 8 0 0 0,4-11-222 0 0,0 1 0 0 0,0-1 0 0 0,0 0 0 0 0,0 0 0 0 0,0 1 0 0 0,0-1 0 0 0,0 0 0 0 0,0 0 0 0 0,0 1 0 0 0,0-1 0 0 0,0 0 0 0 0,0 0 0 0 0,0 0 0 0 0,0 1 0 0 0,0-1 0 0 0,1 0 0 0 0,-1 0 0 0 0,0 1 0 0 0,0-1 0 0 0,0 0 0 0 0,0 0 0 0 0,0 0 0 0 0,0 1 0 0 0,1-1 1 0 0,-1 0-1 0 0,0 0 0 0 0,0 0 0 0 0,0 1 0 0 0,0-1 0 0 0,1 0 0 0 0,-1 0 0 0 0,0 0 0 0 0,0 0 0 0 0,1 0 0 0 0,-1 0 0 0 0,0 0 0 0 0,0 1 0 0 0,0-1 0 0 0,1 0 0 0 0,-1 0 0 0 0,0 0 0 0 0,1 0 0 0 0,15-3 647 0 0,18-13 229 0 0,-30 14-680 0 0,80-37 1448 0 0,-59 30-1518 0 0,-1-2 0 0 0,0-1 1 0 0,0 0-1 0 0,-1-2 0 0 0,-1-1 1 0 0,-1 0-1 0 0,0-2 1 0 0,22-22-1 0 0,-21 13 447 0 0,-2-1 0 0 0,-1-1-1 0 0,18-37 1 0 0,-28 49-250 0 0,-8 16-335 0 0,-1-1-1 0 0,0 1 1 0 0,0 0-1 0 0,0-1 1 0 0,0 1-1 0 0,0-1 1 0 0,1 1 0 0 0,-1 0-1 0 0,0-1 1 0 0,0 1-1 0 0,1 0 1 0 0,-1-1-1 0 0,0 1 1 0 0,0 0-1 0 0,1-1 1 0 0,-1 1 0 0 0,0 0-1 0 0,1 0 1 0 0,-1-1-1 0 0,0 1 1 0 0,1 0-1 0 0,-1 0 1 0 0,1 0-1 0 0,-1 0 1 0 0,0-1 0 0 0,1 1-1 0 0,-1 0 1 0 0,1 0-1 0 0,-1 0 1 0 0,1 0-1 0 0,-1 0 1 0 0,0 0-1 0 0,1 0 1 0 0,-1 0-1 0 0,1 0 1 0 0,-1 0 0 0 0,1 1-1 0 0,9 15 247 0 0,3 40-77 0 0,-11-48-150 0 0,9 71-5 0 0,-3 0 0 0 0,-3 119 1 0 0,-5-104-2141 0 0,15 112 0 0 0,-12-191-422 0 0,-1-23-2133 0 0,-1-5 1602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4.97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28 230 1096 0 0,'-4'2'586'0'0,"1"1"0"0"0,0-1 0 0 0,0 1-1 0 0,0 0 1 0 0,1 0 0 0 0,-1 1 0 0 0,-3 8 2423 0 0,18-32-1170 0 0,4-10-969 0 0,3-6-402 0 0,1 1 0 0 0,2 0 0 0 0,1 1 0 0 0,36-38 0 0 0,-58 75-423 0 0,0 0 0 0 0,-1 0-1 0 0,1 0 1 0 0,-1 0 0 0 0,0 0 0 0 0,1 1 0 0 0,-1-1 0 0 0,-1 0 0 0 0,1 0-1 0 0,-1 5 1 0 0,-15 519 309 0 0,17-399-509 0 0,-1-120 76 0 0,2 42-342 0 0,-1-48 293 0 0,-1 1 1 0 0,0 0 0 0 0,1-1 0 0 0,0 0 0 0 0,0 1 0 0 0,0-1 0 0 0,0 1 0 0 0,0-1 0 0 0,0 0 0 0 0,0 0 0 0 0,1 1 0 0 0,-1-1 0 0 0,1 0 0 0 0,-1 0 0 0 0,1-1-1 0 0,3 3 1 0 0,-5-3 23 0 0,1-1 0 0 0,0 0 0 0 0,0 0 0 0 0,-1 1 0 0 0,1-1 0 0 0,0 0 0 0 0,0 0 0 0 0,0 0 0 0 0,-1 0 0 0 0,1 0 0 0 0,0 0 0 0 0,0 0 0 0 0,-1-1 0 0 0,1 1 0 0 0,0 0 0 0 0,0 0 0 0 0,-1-1 0 0 0,1 1 0 0 0,0 0 0 0 0,0-1 0 0 0,-1 1 0 0 0,1 0 0 0 0,0-1 0 0 0,-1 1 0 0 0,1-1 0 0 0,-1 1 0 0 0,1-1 0 0 0,-1 0 0 0 0,1 1-1 0 0,-1-1 1 0 0,1 1 0 0 0,-1-1 0 0 0,1 0 0 0 0,-1 0 0 0 0,0 1 0 0 0,1-1 0 0 0,-1 0 0 0 0,0 1 0 0 0,0-1 0 0 0,0 0 0 0 0,0 0 0 0 0,1 0 0 0 0,-1 1 0 0 0,0-3 0 0 0,9-42-2611 0 0,-8 39 2076 0 0,5-24-1820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5.52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21 75 1816 0 0,'-21'-4'5743'0'0,"32"14"-2019"0"0,-5-6-3418 0 0,0-1-1 0 0,1 1 1 0 0,0-1-1 0 0,0 0 1 0 0,8 2-1 0 0,6-2-231 0 0,1-2-1 0 0,-1 0 1 0 0,1-2-1 0 0,-1 0 1 0 0,34-6-1 0 0,105-34-109 0 0,-68 16-1110 0 0,-87 24 427 0 0,-1 0 1 0 0,1-1 0 0 0,-1 1-1 0 0,0-1 1 0 0,1 0 0 0 0,-1 0 0 0 0,0 0-1 0 0,0-1 1 0 0,6-4 0 0 0,3-3-2938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6.19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24 94 848 0 0,'-2'-2'234'0'0,"0"0"0"0"0,0 0 0 0 0,0 0 0 0 0,1 0 0 0 0,-1 0 0 0 0,0 0 0 0 0,1-1 0 0 0,-1 1 0 0 0,1 0-1 0 0,0-1 1 0 0,0 0 0 0 0,0 1 0 0 0,0-1 0 0 0,0 1 0 0 0,1-1 0 0 0,-1 0 0 0 0,1-5 0 0 0,0 6-42 0 0,1 1-1 0 0,-1-1 1 0 0,1 0-1 0 0,0 1 1 0 0,0-1 0 0 0,0 0-1 0 0,0 1 1 0 0,0-1 0 0 0,0 1-1 0 0,0 0 1 0 0,0-1 0 0 0,1 1-1 0 0,-1 0 1 0 0,0 0 0 0 0,1 0-1 0 0,-1 0 1 0 0,1 0-1 0 0,0 0 1 0 0,-1 0 0 0 0,1 0-1 0 0,0 1 1 0 0,-1-1 0 0 0,1 1-1 0 0,0-1 1 0 0,0 1 0 0 0,-1 0-1 0 0,4-1 1 0 0,15-3 130 0 0,-1 0 1 0 0,1 1 0 0 0,-1 1-1 0 0,1 1 1 0 0,0 0-1 0 0,0 2 1 0 0,0 0 0 0 0,26 6-1 0 0,-44-7-302 0 0,0 1-1 0 0,0 0 1 0 0,1-1-1 0 0,-2 1 1 0 0,1 0-1 0 0,0 0 1 0 0,0 1-1 0 0,0-1 1 0 0,0 0 0 0 0,-1 0-1 0 0,1 1 1 0 0,0-1-1 0 0,-1 1 1 0 0,1 0-1 0 0,-1-1 1 0 0,0 1-1 0 0,0 0 1 0 0,0 0-1 0 0,0 0 1 0 0,0 0-1 0 0,2 3 1 0 0,-2 0-3 0 0,-1-1 1 0 0,1 1-1 0 0,0-1 1 0 0,-1 1-1 0 0,0-1 1 0 0,0 1-1 0 0,-1-1 1 0 0,1 1-1 0 0,-1-1 1 0 0,-1 5-1 0 0,-1 4-46 0 0,-1-1 0 0 0,-1 0-1 0 0,0 0 1 0 0,-1 0 0 0 0,0 0 0 0 0,-11 15 0 0 0,12-21-9 0 0,1-1 1 0 0,-2 0 0 0 0,1 0 0 0 0,0 0 0 0 0,-1-1 0 0 0,0 1 0 0 0,-10 4-1 0 0,13-7 35 0 0,0-1 0 0 0,0 1-1 0 0,0-1 1 0 0,0 1-1 0 0,0-1 1 0 0,-1 0 0 0 0,1-1-1 0 0,-1 1 1 0 0,1 0-1 0 0,0-1 1 0 0,-1 0-1 0 0,1 0 1 0 0,-1 0 0 0 0,1 0-1 0 0,-1 0 1 0 0,1-1-1 0 0,-6-1 1 0 0,10 2 3 0 0,-1 0 1 0 0,0 0-1 0 0,0 0 0 0 0,0 0 1 0 0,0 0-1 0 0,0 0 0 0 0,0 0 1 0 0,0 0-1 0 0,0 0 0 0 0,0 0 1 0 0,0 0-1 0 0,0-1 0 0 0,1 1 1 0 0,-1 0-1 0 0,0 0 0 0 0,0 0 1 0 0,0 0-1 0 0,0 0 0 0 0,0 0 1 0 0,0 0-1 0 0,0 0 0 0 0,0 0 1 0 0,0 0-1 0 0,0-1 0 0 0,0 1 1 0 0,0 0-1 0 0,0 0 0 0 0,0 0 1 0 0,0 0-1 0 0,0 0 0 0 0,0 0 1 0 0,0 0-1 0 0,0 0 0 0 0,0 0 1 0 0,0-1-1 0 0,0 1 0 0 0,0 0 1 0 0,0 0-1 0 0,0 0 0 0 0,0 0 1 0 0,0 0-1 0 0,0 0 0 0 0,0 0 1 0 0,-1 0-1 0 0,1 0 0 0 0,0 0 1 0 0,0 0-1 0 0,0-1 0 0 0,0 1 1 0 0,0 0-1 0 0,0 0 0 0 0,0 0 1 0 0,0 0-1 0 0,0 0 0 0 0,0 0 1 0 0,-1 0-1 0 0,17-3 148 0 0,19 1 165 0 0,70 7 131 0 0,-67-2-524 0 0,0-1 1 0 0,75-7-1 0 0,-107 3-459 0 0,-1 1-1 0 0,1-1 0 0 0,0 0 0 0 0,-1 0 0 0 0,0-1 0 0 0,1 0 0 0 0,-1 0 1 0 0,0 0-1 0 0,-1 0 0 0 0,1-1 0 0 0,0 0 0 0 0,-1 0 0 0 0,0 0 1 0 0,0-1-1 0 0,0 1 0 0 0,-1-1 0 0 0,1 0 0 0 0,2-6 0 0 0,9-9-2419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6.87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52 59 728 0 0,'-8'-15'1375'0'0,"7"12"-1019"0"0,0 0-1 0 0,-1 0 1 0 0,1 0-1 0 0,-1 1 0 0 0,1-1 1 0 0,-1 0-1 0 0,0 0 1 0 0,0 1-1 0 0,0-1 0 0 0,0 1 1 0 0,-1 0-1 0 0,1 0 0 0 0,-1 0 1 0 0,1 0-1 0 0,-1 0 1 0 0,0 0-1 0 0,-6 0 2523 0 0,16 6-1825 0 0,11 3-520 0 0,-3-6-399 0 0,-1 1-1 0 0,0 1 1 0 0,-1 0 0 0 0,1 1-1 0 0,0 0 1 0 0,23 12-1 0 0,-34-15-113 0 0,-1 1-1 0 0,1-1 0 0 0,-1 1 0 0 0,1 0 1 0 0,-1 0-1 0 0,0 0 0 0 0,0 0 1 0 0,0 1-1 0 0,0-1 0 0 0,0 0 1 0 0,0 1-1 0 0,-1-1 0 0 0,1 1 0 0 0,-1 0 1 0 0,2 5-1 0 0,-2-5-14 0 0,-1 1 0 0 0,0-1 0 0 0,0 1 0 0 0,0-1 0 0 0,0 1 0 0 0,0-1 0 0 0,-1 0-1 0 0,1 1 1 0 0,-1-1 0 0 0,0 0 0 0 0,0 1 0 0 0,-1-1 0 0 0,1 0 0 0 0,0 0 0 0 0,-1 0 0 0 0,0 0 0 0 0,-2 4 0 0 0,-4 4-127 0 0,0 1 1 0 0,0-1 0 0 0,-1-1 0 0 0,0 1-1 0 0,-1-2 1 0 0,0 1 0 0 0,0-1 0 0 0,-1-1-1 0 0,-1 0 1 0 0,1 0 0 0 0,-16 6 0 0 0,35-24 1033 0 0,19-4-391 0 0,-20 12-472 0 0,0 2 0 0 0,1-1 0 0 0,-1 1 0 0 0,0 0-1 0 0,1 1 1 0 0,-1-1 0 0 0,0 2 0 0 0,1-1 0 0 0,-1 1 0 0 0,0 0 0 0 0,0 0-1 0 0,0 1 1 0 0,0 0 0 0 0,-1 0 0 0 0,1 1 0 0 0,-1-1 0 0 0,0 2-1 0 0,0-1 1 0 0,0 1 0 0 0,-1-1 0 0 0,1 2 0 0 0,4 5 0 0 0,-7-7-30 0 0,1 1 1 0 0,-1-1-1 0 0,-1 1 1 0 0,1 0-1 0 0,-1 0 1 0 0,1 0-1 0 0,-1 0 1 0 0,-1 1-1 0 0,1-1 1 0 0,-1 0 0 0 0,0 1-1 0 0,0-1 1 0 0,-1 1-1 0 0,1 0 1 0 0,-1-1-1 0 0,-1 1 1 0 0,1-1-1 0 0,-1 1 1 0 0,0-1 0 0 0,0 1-1 0 0,0-1 1 0 0,-1 0-1 0 0,0 1 1 0 0,0-1-1 0 0,0 0 1 0 0,-1 0-1 0 0,1 0 1 0 0,-1 0-1 0 0,-5 5 1 0 0,0 0-80 0 0,1-1-1 0 0,-1 0 1 0 0,-1 0-1 0 0,0-1 1 0 0,-10 7 0 0 0,14-11-197 0 0,1-1 0 0 0,-1 1 1 0 0,-1-1-1 0 0,1-1 0 0 0,0 1 0 0 0,-1-1 1 0 0,0 0-1 0 0,1 0 0 0 0,-1-1 1 0 0,0 1-1 0 0,0-1 0 0 0,-6 0 1 0 0,11-2 83 0 0,0 1 1 0 0,1-1 0 0 0,-1 1 0 0 0,1-1-1 0 0,-1 1 1 0 0,1-1 0 0 0,-1 0 0 0 0,1 0 0 0 0,-1 1-1 0 0,1-1 1 0 0,-1 0 0 0 0,1 0 0 0 0,0 1 0 0 0,0-1-1 0 0,-1 0 1 0 0,1 0 0 0 0,0 0 0 0 0,0 1 0 0 0,0-1-1 0 0,0 0 1 0 0,0 0 0 0 0,0 0 0 0 0,0 0-1 0 0,0 0 1 0 0,0 1 0 0 0,0-1 0 0 0,1 0 0 0 0,-1 0-1 0 0,0 0 1 0 0,0 1 0 0 0,1-1 0 0 0,-1 0 0 0 0,1 0-1 0 0,0 0 1 0 0,11-35-3232 0 0,1 14 1297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7.33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316 0 3377 0 0,'-2'0'357'0'0,"1"1"1"0"0,0-1-1 0 0,-1 0 1 0 0,1 1-1 0 0,0 0 0 0 0,0-1 1 0 0,-1 1-1 0 0,1 0 1 0 0,0-1-1 0 0,0 1 1 0 0,0 0-1 0 0,0 0 1 0 0,0 0-1 0 0,0 0 1 0 0,0 0-1 0 0,0 0 0 0 0,0 0 1 0 0,0 0-1 0 0,1 0 1 0 0,-1 1-1 0 0,0-1 1 0 0,0 2-1 0 0,-15 38 366 0 0,8-17-289 0 0,-99 180 104 0 0,91-177-553 0 0,-2-1 1 0 0,0-1-1 0 0,-2-1 1 0 0,-1-1-1 0 0,-31 29 0 0 0,38-38-42 0 0,19-11 83 0 0,32-15 131 0 0,-20 5-97 0 0,233-57 449 0 0,-210 57-1020 0 0,0 2 0 0 0,1 2 0 0 0,-1 2 0 0 0,55 5 0 0 0,-94-4 339 0 0,0 0 0 0 0,1 0 0 0 0,-1 1 0 0 0,0-1 0 0 0,0 0 0 0 0,0 0-1 0 0,1 0 1 0 0,-1 0 0 0 0,0 0 0 0 0,0-1 0 0 0,0 1 0 0 0,1 0 0 0 0,-1 0 0 0 0,0-1 0 0 0,0 1 0 0 0,0-1 0 0 0,0 1-1 0 0,0-1 1 0 0,0 1 0 0 0,0-1 0 0 0,0 0 0 0 0,0 1 0 0 0,0-1 0 0 0,0 0 0 0 0,0 0 0 0 0,0 0 0 0 0,-1 0-1 0 0,1 0 1 0 0,0 0 0 0 0,-1 0 0 0 0,1 0 0 0 0,-1 0 0 0 0,1 0 0 0 0,-1 0 0 0 0,1 0 0 0 0,-1 0 0 0 0,0 0 0 0 0,1-1-1 0 0,-1 1 1 0 0,0 0 0 0 0,0 0 0 0 0,0 0 0 0 0,0-1 0 0 0,0 1 0 0 0,0 0 0 0 0,0-1 0 0 0,0-5-244 0 0,4-7-1721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7.76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63 63 1536 0 0,'-63'-63'5959'0'0,"66"78"-2392"0"0,3 27-2479 0 0,-4-26-642 0 0,24 146 586 0 0,-10-75-1088 0 0,5 97 0 0 0,-15 58-3835 0 0,-10-218 111 0 0,2-19 1553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8.45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11 0 2585 0 0,'-1'2'310'0'0,"-1"0"1"0"0,1 1 0 0 0,0-1 0 0 0,0 0 0 0 0,0 0-1 0 0,0 1 1 0 0,0-1 0 0 0,1 1 0 0 0,-1-1 0 0 0,1 0-1 0 0,-1 1 1 0 0,1-1 0 0 0,0 1 0 0 0,0-1-1 0 0,0 1 1 0 0,0-1 0 0 0,1 4 0 0 0,10 46-174 0 0,-9-44 145 0 0,26 123-77 0 0,18 61-38 0 0,-46-190-163 0 0,0-1 0 0 0,0 0 1 0 0,1 0-1 0 0,-1 0 0 0 0,0 0 0 0 0,1 0 1 0 0,-1 0-1 0 0,1 0 0 0 0,0 0 1 0 0,-1-1-1 0 0,1 1 0 0 0,0 0 0 0 0,-1 0 1 0 0,1 0-1 0 0,0-1 0 0 0,0 1 0 0 0,1 1 1 0 0,-1-2 8 0 0,0 0 1 0 0,-1 0 0 0 0,1 0 0 0 0,0 0 0 0 0,-1 0 0 0 0,1 0 0 0 0,0 0 0 0 0,-1 0 0 0 0,1 0 0 0 0,-1 0 0 0 0,1 0 0 0 0,0 0 0 0 0,-1-1-1 0 0,1 1 1 0 0,0 0 0 0 0,-1-1 0 0 0,1 1 0 0 0,-1 0 0 0 0,1-1 0 0 0,-1 1 0 0 0,1-1 0 0 0,0 0 0 0 0,32-43 1001 0 0,-5 7-119 0 0,-26 36-853 0 0,-1 1-1 0 0,0-1 0 0 0,0 0 0 0 0,1 0 0 0 0,-1 1 0 0 0,0-1 0 0 0,1 0 0 0 0,-1 1 0 0 0,0 0 0 0 0,1-1 1 0 0,-1 1-1 0 0,1 0 0 0 0,-1-1 0 0 0,1 1 0 0 0,-1 0 0 0 0,1 0 0 0 0,-1 0 0 0 0,1 1 0 0 0,-1-1 0 0 0,1 0 1 0 0,-1 0-1 0 0,0 1 0 0 0,1-1 0 0 0,-1 1 0 0 0,1-1 0 0 0,0 2 0 0 0,1 0-1 0 0,-1 0-1 0 0,1 0 1 0 0,-1 0-1 0 0,0 1 1 0 0,0-1 0 0 0,0 1-1 0 0,0 0 1 0 0,0 0-1 0 0,0-1 1 0 0,-1 1-1 0 0,2 5 1 0 0,2 6-31 0 0,0 0 1 0 0,-1 0 0 0 0,-1 1-1 0 0,2 18 1 0 0,-3-15-238 0 0,-1 0 0 0 0,0 0 0 0 0,-1 0 0 0 0,-1 0 0 0 0,-5 24 0 0 0,5-36-100 0 0,-1 0 0 0 0,0 0 1 0 0,0 0-1 0 0,-1-1 0 0 0,1 1 1 0 0,-1 0-1 0 0,0-1 0 0 0,-5 6 1 0 0,5-8-130 0 0,0 0 0 0 0,0 1 0 0 0,0-2 0 0 0,0 1 0 0 0,0 0 0 0 0,-1-1 0 0 0,0 1 0 0 0,1-1 0 0 0,-1 0 0 0 0,0 0 0 0 0,0-1 0 0 0,0 1 0 0 0,-4 0-1 0 0,-12 4-1523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8.83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6 311 1344 0 0,'-2'-4'346'0'0,"1"0"0"0"0,0-1 0 0 0,0 1 0 0 0,1 0 0 0 0,-1-1 0 0 0,1 1 0 0 0,0 0 0 0 0,0-1 0 0 0,1 1 0 0 0,-1 0 0 0 0,1-1 0 0 0,0 1 0 0 0,0 0-1 0 0,0 0 1 0 0,1 0 0 0 0,-1 0 0 0 0,1 0 0 0 0,0 0 0 0 0,3-4 0 0 0,0 1-81 0 0,1 1-1 0 0,0 0 1 0 0,0 0-1 0 0,1 0 1 0 0,0 0-1 0 0,0 1 1 0 0,0 0-1 0 0,14-6 1 0 0,12-5-174 0 0,2 2-1 0 0,0 2 1 0 0,0 1 0 0 0,1 2 0 0 0,50-6 0 0 0,-39 7-2282 0 0,-1-3 0 0 0,71-24 0 0 0,-77 20-331 0 0,-2-3 604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1:59:59.23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66 4 1968 0 0,'0'0'50'0'0,"0"0"0"0"0,0 0-1 0 0,0 0 1 0 0,0 0-1 0 0,0 0 1 0 0,0 0 0 0 0,0-1-1 0 0,0 1 1 0 0,0 0 0 0 0,0 0-1 0 0,0 0 1 0 0,0 0-1 0 0,-1 0 1 0 0,1 0 0 0 0,0-1-1 0 0,0 1 1 0 0,0 0-1 0 0,0 0 1 0 0,0 0 0 0 0,0 0-1 0 0,0 0 1 0 0,0 0 0 0 0,0 0-1 0 0,-1 0 1 0 0,1-1-1 0 0,0 1 1 0 0,0 0 0 0 0,0 0-1 0 0,0 0 1 0 0,0 0-1 0 0,0 0 1 0 0,-1 0 0 0 0,1 0-1 0 0,0 0 1 0 0,0 0-1 0 0,0 0 1 0 0,0 0 0 0 0,0 0-1 0 0,0 0 1 0 0,-1 0 0 0 0,1 0-1 0 0,0 0 1 0 0,0 0-1 0 0,0 0 1 0 0,0 0 0 0 0,0 0-1 0 0,-1 0 1 0 0,1 0-1 0 0,0 0 1 0 0,0 0 0 0 0,0 0-1 0 0,0 0 1 0 0,0 1 0 0 0,0-1-1 0 0,0 0 1 0 0,-1 0-1 0 0,1 0 1 0 0,0 0 0 0 0,0 0-1 0 0,0 0 1 0 0,0 0-1 0 0,0 0 1 0 0,0 1 0 0 0,0-1-1 0 0,0 0 1 0 0,0 0-1 0 0,0 0 1 0 0,0 1 0 0 0,-2 17 1271 0 0,6 41-1396 0 0,-2-38 433 0 0,3 100-334 0 0,8 101-32 0 0,-8-176-12 0 0,3 0 0 0 0,22 78 0 0 0,-28-116 20 0 0,1-1 0 0 0,0 1 0 0 0,0-1 0 0 0,1 1 0 0 0,0-1 0 0 0,0 0 0 0 0,1-1 0 0 0,-1 1 0 0 0,2-1 0 0 0,5 7 0 0 0,-9-12 35 0 0,0 1 0 0 0,0-1 0 0 0,1 0 1 0 0,-1 1-1 0 0,0-1 0 0 0,0 0 1 0 0,0 0-1 0 0,1-1 0 0 0,-1 1 1 0 0,1 0-1 0 0,-1-1 0 0 0,0 1 1 0 0,1-1-1 0 0,-1 0 0 0 0,1 0 0 0 0,-1 0 1 0 0,1 0-1 0 0,-1 0 0 0 0,1-1 1 0 0,-1 1-1 0 0,0-1 0 0 0,1 1 1 0 0,-1-1-1 0 0,1 0 0 0 0,-1 0 0 0 0,0 0 1 0 0,0 0-1 0 0,0-1 0 0 0,0 1 1 0 0,0 0-1 0 0,0-1 0 0 0,0 0 1 0 0,0 1-1 0 0,0-1 0 0 0,-1 0 0 0 0,3-3 1 0 0,4-3 151 0 0,-1 0 0 0 0,0-1 0 0 0,-1 0 0 0 0,0 0-1 0 0,0-1 1 0 0,-1 0 0 0 0,-1 0 0 0 0,1 0 0 0 0,-1-1 0 0 0,-1 1 0 0 0,4-21 0 0 0,-6 28-124 0 0,-1-1-1 0 0,1 0 1 0 0,-1 0 0 0 0,0 0-1 0 0,0 0 1 0 0,0 0 0 0 0,0 1-1 0 0,-1-1 1 0 0,0 0-1 0 0,1 0 1 0 0,-1 0 0 0 0,-1 1-1 0 0,1-1 1 0 0,-1 0 0 0 0,1 1-1 0 0,-1 0 1 0 0,0-1 0 0 0,0 1-1 0 0,0 0 1 0 0,-1 0-1 0 0,1 0 1 0 0,-1 0 0 0 0,0 0-1 0 0,0 1 1 0 0,0-1 0 0 0,0 1-1 0 0,0 0 1 0 0,0 0 0 0 0,-1 0-1 0 0,1 0 1 0 0,-1 0 0 0 0,1 1-1 0 0,-1 0 1 0 0,0-1-1 0 0,1 1 1 0 0,-7 0 0 0 0,-2-1-67 0 0,0 0 0 0 0,-1 2 0 0 0,1-1 1 0 0,-1 1-1 0 0,1 1 0 0 0,0 0 0 0 0,-1 1 0 0 0,1 1 0 0 0,0 0 1 0 0,-15 5-1 0 0,21-6-256 0 0,0 0 0 0 0,1 0 1 0 0,-1 1-1 0 0,1-1 0 0 0,-1 1 1 0 0,1 1-1 0 0,0-1 0 0 0,1 1 1 0 0,-1-1-1 0 0,0 1 0 0 0,1 1 0 0 0,0-1 1 0 0,0 1-1 0 0,0-1 0 0 0,1 1 1 0 0,-1 0-1 0 0,1 0 0 0 0,0 1 1 0 0,1-1-1 0 0,-1 1 0 0 0,1-1 0 0 0,0 1 1 0 0,-1 7-1 0 0,3-11-45 0 0,-1 0 1 0 0,1 1-1 0 0,0-1 0 0 0,0 0 0 0 0,0 0 1 0 0,0 0-1 0 0,1 0 0 0 0,-1 0 0 0 0,0 1 1 0 0,1-1-1 0 0,1 3 0 0 0,7 8-1974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00.04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4 2785 0 0,'4'18'5562'0'0,"12"53"-4137"0"0,2 6-1098 0 0,-3 9-198 0 0,4 103 0 0 0,-14-131-471 0 0,12-199-3977 0 0,-14 97 4392 0 0,-3 0 0 0 0,-2 0 0 0 0,-2 0 0 0 0,-1 0 1 0 0,-20-73-1 0 0,25 116-8 0 0,0-1 0 0 0,0 1-1 0 0,0 0 1 0 0,0 0 0 0 0,-1 0 0 0 0,1 0 0 0 0,0 0 0 0 0,-1 0 0 0 0,1 0 0 0 0,-1 0 0 0 0,1 0 0 0 0,-1 0 0 0 0,1 0 0 0 0,-1 0 0 0 0,0 0 0 0 0,1 0-1 0 0,-1 0 1 0 0,0 0 0 0 0,0 1 0 0 0,0-1 0 0 0,0 0 0 0 0,0 1 0 0 0,0-1 0 0 0,0 0 0 0 0,-1 0 0 0 0,1 2-5 0 0,0-1 0 0 0,0 1 0 0 0,0 0 0 0 0,0-1 0 0 0,0 1 1 0 0,0 0-1 0 0,0 0 0 0 0,0 0 0 0 0,0-1 0 0 0,1 1 0 0 0,-1 0 0 0 0,0 0 0 0 0,1 0 1 0 0,-1 0-1 0 0,1 0 0 0 0,-1 1 0 0 0,1-1 0 0 0,-1 2 0 0 0,-17 61 1066 0 0,17-59-1044 0 0,0-1 0 0 0,1 1 0 0 0,0-1 0 0 0,0 1-1 0 0,0 0 1 0 0,0-1 0 0 0,0 1 0 0 0,1 0-1 0 0,0-1 1 0 0,0 1 0 0 0,0-1 0 0 0,1 0 0 0 0,1 5-1 0 0,-1-7-46 0 0,-1-1 0 0 0,1 1-1 0 0,-1-1 1 0 0,1 0-1 0 0,0 1 1 0 0,-1-1-1 0 0,1 0 1 0 0,0 0-1 0 0,0 0 1 0 0,0 0 0 0 0,0-1-1 0 0,0 1 1 0 0,0 0-1 0 0,0-1 1 0 0,0 0-1 0 0,0 1 1 0 0,0-1 0 0 0,0 0-1 0 0,0 0 1 0 0,0 0-1 0 0,0 0 1 0 0,0 0-1 0 0,0-1 1 0 0,1 1 0 0 0,-1-1-1 0 0,0 1 1 0 0,0-1-1 0 0,-1 0 1 0 0,1 0-1 0 0,4-1 1 0 0,19-9 379 0 0,0-1 0 0 0,28-17 1 0 0,-37 18-226 0 0,1 2 0 0 0,0 0 0 0 0,0 0 0 0 0,1 2 0 0 0,0 0 0 0 0,31-6 0 0 0,-49 13-156 0 0,1 0 0 0 0,0 0 0 0 0,0 0 0 0 0,0 0 0 0 0,0 1 0 0 0,0-1 0 0 0,-1 0 0 0 0,1 1 0 0 0,0-1 0 0 0,0 1 0 0 0,0-1 0 0 0,-1 1 0 0 0,1-1 0 0 0,0 1 0 0 0,-1-1 0 0 0,1 1 0 0 0,0 0 0 0 0,-1-1 0 0 0,1 1 0 0 0,-1 0 0 0 0,1 0 0 0 0,-1-1 0 0 0,1 1 0 0 0,-1 0 0 0 0,0 0 0 0 0,1 0 0 0 0,-1 0 0 0 0,0-1 0 0 0,0 1 0 0 0,1 0 0 0 0,-1 0 0 0 0,0 0 0 0 0,0 0 0 0 0,0 0 0 0 0,0 1 0 0 0,1 44 173 0 0,-1-32-128 0 0,19 634-915 0 0,-18-629 643 0 0,13 175-1757 0 0,-10-169 881 0 0,1 0 0 0 0,1-1 0 0 0,10 24 1 0 0,-16-48 1062 0 0,8 18-2450 0 0,-8-18 2376 0 0,0 1-1 0 0,1-1 0 0 0,-1 0 1 0 0,0 0-1 0 0,0 1 1 0 0,0-1-1 0 0,0 0 0 0 0,1 0 1 0 0,-1 1-1 0 0,0-1 1 0 0,0 0-1 0 0,1 0 0 0 0,-1 0 1 0 0,0 0-1 0 0,0 1 0 0 0,1-1 1 0 0,-1 0-1 0 0,0 0 1 0 0,0 0-1 0 0,1 0 0 0 0,-1 0 1 0 0,0 0-1 0 0,0 0 1 0 0,1 0-1 0 0,-1 0 0 0 0,0 0 1 0 0,1 0-1 0 0,-1 0 0 0 0,0 0 1 0 0,0 0-1 0 0,1 0 1 0 0,-1 0-1 0 0,0 0 0 0 0,1 0 1 0 0,-1 0-1 0 0,0 0 1 0 0,0 0-1 0 0,1-1 0 0 0,-1 1 1 0 0,0 0-1 0 0,0 0 0 0 0,1 0 1 0 0,-1 0-1 0 0,0-1 1 0 0,0 1-1 0 0,0 0 0 0 0,1 0 1 0 0,-1 0-1 0 0,0-1 1 0 0,6-6-1972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00.84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176 30 3449 0 0,'-4'-1'286'0'0,"0"1"1"0"0,0-1-1 0 0,0 1 1 0 0,0 0-1 0 0,0 0 0 0 0,0 0 1 0 0,0 1-1 0 0,0-1 1 0 0,0 1-1 0 0,0 0 1 0 0,0 0-1 0 0,0 0 1 0 0,0 1-1 0 0,1 0 1 0 0,-1-1-1 0 0,0 1 1 0 0,-6 5-1 0 0,5-2-183 0 0,0-1 0 0 0,0 1 0 0 0,0 1 0 0 0,0-1 1 0 0,1 1-1 0 0,0-1 0 0 0,0 1 0 0 0,1 1 0 0 0,-6 11 0 0 0,5-7-116 0 0,0 0 1 0 0,0 1-1 0 0,1-1 1 0 0,1 1-1 0 0,0 0 1 0 0,0 0-1 0 0,2 0 1 0 0,-1 0-1 0 0,1 0 0 0 0,1 0 1 0 0,0 0-1 0 0,3 14 1 0 0,-3-24 23 0 0,-1 0-1 0 0,1 0 1 0 0,0 0 0 0 0,0 0 0 0 0,0 0 0 0 0,0 0 0 0 0,0 0 0 0 0,0 0 0 0 0,0 0 0 0 0,0 0 0 0 0,1-1-1 0 0,-1 1 1 0 0,1 0 0 0 0,-1-1 0 0 0,1 0 0 0 0,0 1 0 0 0,0-1 0 0 0,-1 0 0 0 0,1 0 0 0 0,0 0 0 0 0,4 2-1 0 0,-3-2 38 0 0,1-1 0 0 0,-1 0-1 0 0,0 1 1 0 0,1-1-1 0 0,-1 0 1 0 0,1-1 0 0 0,-1 1-1 0 0,0 0 1 0 0,0-1 0 0 0,1 0-1 0 0,-1 0 1 0 0,6-2-1 0 0,2-3 140 0 0,0 1-1 0 0,0-1 0 0 0,-1-1 1 0 0,0 0-1 0 0,0 0 0 0 0,15-16 1 0 0,-9 6-41 0 0,0 0 1 0 0,-2 0-1 0 0,0-1 0 0 0,-2-1 1 0 0,0 0-1 0 0,0-1 0 0 0,12-32 1 0 0,-23 50-130 0 0,0 0 0 0 0,0 0-1 0 0,-1 0 1 0 0,1 0 0 0 0,-1 0 0 0 0,1-1 0 0 0,-1 1 0 0 0,0 0 0 0 0,0 0 0 0 0,0-1 0 0 0,0 1 0 0 0,0 0 0 0 0,0 0 0 0 0,0 0 0 0 0,-1-1-1 0 0,1 1 1 0 0,-1 0 0 0 0,0 0 0 0 0,0 0 0 0 0,0 0 0 0 0,0 0 0 0 0,-2-4 0 0 0,1 4-32 0 0,0 0 0 0 0,-1 1 0 0 0,1-1-1 0 0,-1 0 1 0 0,1 1 0 0 0,-1-1 0 0 0,0 1 0 0 0,1 0 0 0 0,-1 0 0 0 0,0 0 0 0 0,0 0-1 0 0,0 0 1 0 0,0 1 0 0 0,-5-1 0 0 0,-2 0-367 0 0,0 1 1 0 0,0 0-1 0 0,0 1 0 0 0,0 0 0 0 0,0 1 0 0 0,0 0 1 0 0,1 0-1 0 0,-1 1 0 0 0,-11 5 0 0 0,16-6 226 0 0,0 0 0 0 0,1 1 0 0 0,-1 0 0 0 0,1 0 0 0 0,0 1 0 0 0,-1-1 0 0 0,1 1 0 0 0,1 0 0 0 0,-1 0 0 0 0,1 0 0 0 0,-1 0 0 0 0,1 1-1 0 0,0 0 1 0 0,1-1 0 0 0,-1 1 0 0 0,1 0 0 0 0,0 0 0 0 0,0 0 0 0 0,1 0 0 0 0,-1 1 0 0 0,1-1 0 0 0,0 0 0 0 0,1 1 0 0 0,-1-1 0 0 0,1 11 0 0 0,3 8 783 0 0,0 1 0 0 0,2-1 0 0 0,0 0 0 0 0,15 39 0 0 0,-11-37-240 0 0,10 52-1 0 0,-13-26-260 0 0,-5-28-124 0 0,2 0-1 0 0,1-1 1 0 0,0 1-1 0 0,2 0 0 0 0,12 32 1 0 0,-17-54 3 0 0,0 1 0 0 0,0 0 0 0 0,0-1 0 0 0,1 1-1 0 0,-1-1 1 0 0,0 1 0 0 0,1-1 0 0 0,0 0 0 0 0,0 0 0 0 0,-1 1 0 0 0,1-1 0 0 0,1 0 0 0 0,-1-1 0 0 0,0 1 0 0 0,0 0 0 0 0,1-1 0 0 0,-1 1 0 0 0,1-1 0 0 0,-1 0 0 0 0,1 1 0 0 0,-1-1 0 0 0,1-1 0 0 0,0 1 0 0 0,0 0 0 0 0,-1-1 0 0 0,1 1 0 0 0,0-1 0 0 0,0 0 0 0 0,0 0 0 0 0,0 0 0 0 0,-1 0 0 0 0,1 0 0 0 0,0-1 0 0 0,0 1 0 0 0,0-1 0 0 0,-1 0 0 0 0,1 0 0 0 0,0 0 0 0 0,3-2-1 0 0,2-1 167 0 0,-1-1 0 0 0,1 0-1 0 0,-1 0 1 0 0,0-1-1 0 0,0 0 1 0 0,-1 0 0 0 0,0-1-1 0 0,0 0 1 0 0,0 0-1 0 0,-1 0 1 0 0,6-11-1 0 0,-4 5 169 0 0,0-2 1 0 0,-1 1-1 0 0,-1-1 0 0 0,0 1 0 0 0,5-32 0 0 0,-9 41-238 0 0,0-1 0 0 0,-1 0 0 0 0,1 1 1 0 0,-1-1-1 0 0,0 0 0 0 0,-1 0 0 0 0,1 1 0 0 0,-1-1 1 0 0,0 1-1 0 0,-1-1 0 0 0,1 0 0 0 0,-1 1 0 0 0,0 0 0 0 0,-1-1 1 0 0,1 1-1 0 0,-1 0 0 0 0,0 0 0 0 0,0 1 0 0 0,-5-7 1 0 0,6 10-74 0 0,1 0 0 0 0,-1 0 0 0 0,1 0 1 0 0,-1 1-1 0 0,0-1 0 0 0,1 0 0 0 0,-1 0 1 0 0,0 1-1 0 0,0-1 0 0 0,0 1 1 0 0,1 0-1 0 0,-1-1 0 0 0,0 1 0 0 0,0 0 1 0 0,0 0-1 0 0,0 0 0 0 0,0 0 0 0 0,1 1 1 0 0,-1-1-1 0 0,0 0 0 0 0,0 1 0 0 0,0 0 1 0 0,1-1-1 0 0,-1 1 0 0 0,0 0 1 0 0,-2 1-1 0 0,-45 28 41 0 0,42-25-76 0 0,-43 33-916 0 0,-74 71 0 0 0,20 2-6139 0 0,101-106 4510 0 0,8-4-894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07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2802 288 0 0,'-2'-3'631'0'0,"1"-1"1"0"0,0 0-1 0 0,0 1 1 0 0,0-1-1 0 0,0 0 0 0 0,0 0 1 0 0,1 1-1 0 0,0-1 1 0 0,0-5-1 0 0,8-39 1797 0 0,2 19-2374 0 0,19-39 1 0 0,-15 37 593 0 0,9-23-377 0 0,2 1 0 0 0,2 1 0 0 0,3 2-1 0 0,2 1 1 0 0,2 1 0 0 0,2 2-1 0 0,78-77 1 0 0,11 13-127 0 0,223-152 0 0 0,170-47 258 0 0,-448 271-331 0 0,693-337-21 0 0,-157 164 35 0 0,-360 130-90 0 0,91-26 32 0 0,6 14 1 0 0,2 16-1 0 0,361-32 0 0 0,39 64 1186 0 0,-729 45-1049 0 0,-9 0-57 0 0,-1 1-1 0 0,1-1 1 0 0,0 0 0 0 0,0-1 0 0 0,0 0 0 0 0,-1 0-1 0 0,1 0 1 0 0,0-1 0 0 0,-1 0 0 0 0,0 0 0 0 0,12-6-1 0 0,-46-20 721 0 0,-1 10-720 0 0,0 2 0 0 0,0 1 0 0 0,-1 1 0 0 0,-44-13 0 0 0,31 12-58 0 0,-55-29-1 0 0,70 29-39 0 0,4 1-72 0 0,-1 0 0 0 0,0 2 0 0 0,0 1 0 0 0,-1 1 0 0 0,-39-9 0 0 0,63 18 54 0 0,0 1 0 0 0,1-1 0 0 0,-1 1 0 0 0,1 0 0 0 0,-1 0-1 0 0,0 0 1 0 0,1 0 0 0 0,-1 0 0 0 0,0 0 0 0 0,1 0 0 0 0,-1 0 0 0 0,1 1 0 0 0,-1-1 0 0 0,0 0 0 0 0,1 1 0 0 0,-1 0 0 0 0,1-1 0 0 0,-1 1 0 0 0,1 0 0 0 0,0 0-1 0 0,-2 1 1 0 0,2-1-3 0 0,0 0-1 0 0,1 0 0 0 0,-1 0 0 0 0,1 1 0 0 0,-1-1 0 0 0,1 0 0 0 0,0 0 1 0 0,0 1-1 0 0,-1-1 0 0 0,1 0 0 0 0,0 1 0 0 0,0-1 0 0 0,0 0 0 0 0,0 0 1 0 0,0 1-1 0 0,0-1 0 0 0,1 0 0 0 0,-1 1 0 0 0,0-1 0 0 0,1 2 1 0 0,2 4-20 0 0,0 0 0 0 0,0-1 1 0 0,1 1-1 0 0,-1 0 1 0 0,1-1-1 0 0,1 0 1 0 0,9 11-1 0 0,-3-6 15 0 0,1-1-1 0 0,0-1 0 0 0,1 0 0 0 0,-1-1 1 0 0,2 0-1 0 0,-1-1 0 0 0,18 7 0 0 0,10 1-23 0 0,50 11 0 0 0,-57-18 47 0 0,-1 2 0 0 0,-1 1 0 0 0,39 18 0 0 0,-68-27-2 0 0,0 0 0 0 0,0 0-1 0 0,0 0 1 0 0,0 0 0 0 0,0 0-1 0 0,0 1 1 0 0,-1-1-1 0 0,0 1 1 0 0,1-1 0 0 0,-1 1-1 0 0,0 0 1 0 0,0 0 0 0 0,0 0-1 0 0,-1 0 1 0 0,1 1 0 0 0,-1-1-1 0 0,2 4 1 0 0,-2-1 6 0 0,0 0 0 0 0,0 1 0 0 0,0-1 0 0 0,-1 1 0 0 0,0-1 1 0 0,0 0-1 0 0,-1 1 0 0 0,-2 11 0 0 0,-3 7-166 0 0,-2 0 1 0 0,-1-1-1 0 0,-21 40 1 0 0,27-57 52 0 0,-76 138-3388 0 0,18-53-1726 0 0,36-55 850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0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2257 2048 0 0,'51'-91'5218'0'0,"40"-39"-3390"0"0,-14 19-1107 0 0,-55 80-488 0 0,1 1-1 0 0,2 1 0 0 0,1 1 0 0 0,55-44 0 0 0,132-84 0 0 0,-162 121-235 0 0,375-218 165 0 0,23 34-108 0 0,-221 110-59 0 0,837-330 27 0 0,-917 383-20 0 0,458-134 29 0 0,13 55 363 0 0,-582 128-344 0 0,6 0 75 0 0,0-3 0 0 0,44-15 1 0 0,-86 25-116 0 0,-1 0-1 0 0,0 0 1 0 0,0 0 0 0 0,1 0 0 0 0,-1 0 0 0 0,0 0 0 0 0,0 0 0 0 0,1 0 0 0 0,-1 0 0 0 0,0 0-1 0 0,0 0 1 0 0,1 0 0 0 0,-1-1 0 0 0,0 1 0 0 0,0 0 0 0 0,1 0 0 0 0,-1 0 0 0 0,0 0 0 0 0,0 0 0 0 0,1-1-1 0 0,-1 1 1 0 0,0 0 0 0 0,0 0 0 0 0,0 0 0 0 0,0-1 0 0 0,1 1 0 0 0,-1 0 0 0 0,0 0 0 0 0,0 0 0 0 0,0-1-1 0 0,0 1 1 0 0,0 0 0 0 0,0 0 0 0 0,0-1 0 0 0,0 1 0 0 0,0 0 0 0 0,1-1 0 0 0,-1 1 0 0 0,0 0 0 0 0,0 0-1 0 0,0-1 1 0 0,0 1 0 0 0,-1 0 0 0 0,1 0 0 0 0,0-1 0 0 0,0 1 0 0 0,0 0 0 0 0,0 0 0 0 0,0-1-1 0 0,-16-8 323 0 0,-25-1-105 0 0,-22 3-414 0 0,-110 1 0 0 0,110 6 42 0 0,-108-13-1 0 0,31-26-384 0 0,160 57 872 0 0,16 7-270 0 0,-6-11-66 0 0,0-1 1 0 0,0-2-1 0 0,1-1 1 0 0,36 7-1 0 0,-32-9 24 0 0,-1 1 0 0 0,0 2 0 0 0,35 17 0 0 0,-64-26-10 0 0,0 1 0 0 0,-1 0 0 0 0,1 0 0 0 0,0 1 0 0 0,-1-1-1 0 0,0 1 1 0 0,0 0 0 0 0,0 0 0 0 0,0 0 0 0 0,-1 1 0 0 0,1-1 0 0 0,-1 1 0 0 0,0 0 0 0 0,-1 0 0 0 0,5 11 0 0 0,-4-7 22 0 0,-1 1-1 0 0,0 0 1 0 0,0 0 0 0 0,-1 0-1 0 0,0 0 1 0 0,-1 1-1 0 0,0-1 1 0 0,-2 13 0 0 0,-4 14-28 0 0,-3 0 1 0 0,0 0-1 0 0,-25 59 0 0 0,32-92-34 0 0,-14 37-758 0 0,-26 49 0 0 0,36-78 50 0 0,-2 1 0 0 0,1-2 1 0 0,-2 1-1 0 0,0-1 1 0 0,0 0-1 0 0,-1-1 0 0 0,0 0 1 0 0,-12 8-1 0 0,-4 1-3053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09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1562 392 0 0,'-1'1'271'0'0,"-1"0"-1"0"0,1 0 0 0 0,-1 0 1 0 0,1 0-1 0 0,0 0 1 0 0,0 0-1 0 0,-1 0 0 0 0,1 0 1 0 0,0 1-1 0 0,0-1 1 0 0,0 0-1 0 0,0 1 1 0 0,0-1-1 0 0,0 1 0 0 0,1-1 1 0 0,-1 1-1 0 0,0-1 1 0 0,0 4-1 0 0,1-5-219 0 0,0 0-1 0 0,0 0 1 0 0,0 0-1 0 0,0 0 1 0 0,0 1 0 0 0,0-1-1 0 0,0 0 1 0 0,0 0-1 0 0,0 0 1 0 0,0 0 0 0 0,0 1-1 0 0,0-1 1 0 0,0 0-1 0 0,0 0 1 0 0,0 0 0 0 0,0 0-1 0 0,0 1 1 0 0,0-1-1 0 0,0 0 1 0 0,1 0 0 0 0,-1 0-1 0 0,0 0 1 0 0,0 0-1 0 0,0 0 1 0 0,0 1-1 0 0,0-1 1 0 0,0 0 0 0 0,0 0-1 0 0,1 0 1 0 0,-1 0-1 0 0,0 0 1 0 0,0 0 0 0 0,0 0-1 0 0,0 0 1 0 0,1 0-1 0 0,-1 0 1 0 0,0 0 0 0 0,0 0-1 0 0,0 1 1 0 0,0-1-1 0 0,1 0 1 0 0,-1 0-1 0 0,0 0 1 0 0,0 0 0 0 0,0-1-1 0 0,0 1 1 0 0,1 0-1 0 0,-1 0 1 0 0,0 0 0 0 0,0 0-1 0 0,0 0 1 0 0,19-14 1214 0 0,163-143 1517 0 0,-28 27-2421 0 0,-67 53-221 0 0,183-121-1 0 0,117-34-172 0 0,581-227 39 0 0,-757 376 116 0 0,3 10 0 0 0,299-63 0 0 0,-488 131 133 0 0,0 2 1 0 0,45-1 0 0 0,-68 1-13 0 0,-9-4-62 0 0,-17-4-20 0 0,-135 23-1355 0 0,16 0 449 0 0,-39-12 209 0 0,65-1 719 0 0,-122 15 1 0 0,235-14-168 0 0,-1 1 1 0 0,1 0-1 0 0,0 0 1 0 0,0 1 0 0 0,0-1-1 0 0,0 1 1 0 0,0 0-1 0 0,0 0 1 0 0,-6 5-1 0 0,9-7-16 0 0,1 1 0 0 0,-1-1 0 0 0,0 1 0 0 0,1-1-1 0 0,-1 1 1 0 0,1-1 0 0 0,0 1 0 0 0,-1 0 0 0 0,1-1 0 0 0,-1 1-1 0 0,1 0 1 0 0,0-1 0 0 0,0 1 0 0 0,-1 0 0 0 0,1-1-1 0 0,0 1 1 0 0,0 0 0 0 0,0-1 0 0 0,0 1 0 0 0,0 0 0 0 0,0-1-1 0 0,0 1 1 0 0,0 0 0 0 0,0 1 0 0 0,1-1-5 0 0,-1 1 0 0 0,1-1-1 0 0,0 0 1 0 0,0 0 0 0 0,0 1 0 0 0,0-1 0 0 0,0 0 0 0 0,0 0-1 0 0,1 0 1 0 0,-1 0 0 0 0,0 0 0 0 0,1 0 0 0 0,-1-1 0 0 0,0 1-1 0 0,1 0 1 0 0,2 0 0 0 0,7 4-8 0 0,0-2 1 0 0,0 0-1 0 0,1 0 0 0 0,0-1 1 0 0,-1 0-1 0 0,1-1 0 0 0,0 0 1 0 0,0-1-1 0 0,0 0 0 0 0,18-4 1 0 0,15-3 80 0 0,61-19 0 0 0,-73 17-37 0 0,30-10 48 0 0,-39 11-20 0 0,1 0 0 0 0,-1 2 0 0 0,1 1 0 0 0,0 1 0 0 0,42-2 0 0 0,-65 6-38 0 0,1 0-1 0 0,-1 1 0 0 0,0-1 0 0 0,1 0 1 0 0,-1 1-1 0 0,0-1 0 0 0,1 1 0 0 0,-1 0 0 0 0,0 0 1 0 0,1-1-1 0 0,-1 2 0 0 0,0-1 0 0 0,0 0 1 0 0,0 0-1 0 0,0 1 0 0 0,0-1 0 0 0,-1 1 0 0 0,1-1 1 0 0,0 1-1 0 0,-1 0 0 0 0,4 4 0 0 0,-4-3 16 0 0,1 1 0 0 0,-1 0-1 0 0,1 0 1 0 0,-1 0 0 0 0,0 0-1 0 0,-1 0 1 0 0,1 0 0 0 0,-1 0-1 0 0,1 0 1 0 0,-1 0 0 0 0,-1 8 0 0 0,-2 6-9 0 0,-1 0 0 0 0,0 0 0 0 0,-1-1 1 0 0,-13 29-1 0 0,6-18-712 0 0,-1-1-1 0 0,-19 28 1 0 0,25-43-304 0 0,-2-1 1 0 0,0 0-1 0 0,0 0 0 0 0,0-1 1 0 0,-2 0-1 0 0,-18 14 0 0 0,6-7-2545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10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5 850 1656 0 0,'-5'-1'3065'0'0,"9"0"-1978"0"0,24-7-600 0 0,146-85 1992 0 0,128-77-1144 0 0,-166 82-702 0 0,3 7 1 0 0,4 5-1 0 0,2 7 1 0 0,282-91-1 0 0,-413 156-647 0 0,1 0-1 0 0,0 1 0 0 0,-1 1 0 0 0,25-1 1 0 0,-98 16-556 0 0,15-15 489 0 0,0-2-1 0 0,-65-16 1 0 0,66 11-94 0 0,-1 2 0 0 0,-67-3 0 0 0,73 8-242 0 0,29-3-26 0 0,26-3 444 0 0,20 0 281 0 0,0 1 1 0 0,0 3-1 0 0,49-1 1 0 0,-42 2-63 0 0,21-1 111 0 0,-1 2 1 0 0,78 9 0 0 0,-140-7-310 0 0,0 0 0 0 0,1 0 0 0 0,-1 0 0 0 0,0 0 0 0 0,0 1 0 0 0,0-1 0 0 0,0 1 1 0 0,1-1-1 0 0,-1 1 0 0 0,0 0 0 0 0,0 0 0 0 0,0 0 0 0 0,0 0 0 0 0,-1 0 1 0 0,1 0-1 0 0,0 1 0 0 0,0-1 0 0 0,-1 1 0 0 0,1-1 0 0 0,-1 1 0 0 0,1-1 0 0 0,-1 1 1 0 0,0 0-1 0 0,1 0 0 0 0,-1 0 0 0 0,1 3 0 0 0,-2-1 38 0 0,1 0 0 0 0,-1 0 0 0 0,0 1 0 0 0,-1-1 0 0 0,1 0 0 0 0,-1 0-1 0 0,0 0 1 0 0,0 1 0 0 0,0-1 0 0 0,0 0 0 0 0,-1 0 0 0 0,-4 7 0 0 0,-11 23-114 0 0,-2 0 0 0 0,-2-2-1 0 0,-44 56 1 0 0,-35 24-3241 0 0,81-96 998 0 0,19-16 2178 0 0,0 1-1 0 0,-1-1 1 0 0,1 0 0 0 0,-1 0 0 0 0,1 1-1 0 0,-1-1 1 0 0,1 0 0 0 0,0 0-1 0 0,-1 0 1 0 0,1 0 0 0 0,-1 0 0 0 0,1 1-1 0 0,-1-1 1 0 0,1 0 0 0 0,-1 0-1 0 0,1 0 1 0 0,-1 0 0 0 0,1 0 0 0 0,-1-1-1 0 0,1 1 1 0 0,-1 0 0 0 0,1 0-1 0 0,-1 0 1 0 0,1 0 0 0 0,-1 0-1 0 0,1-1 1 0 0,0 1 0 0 0,-1 0 0 0 0,1 0-1 0 0,-1-1 1 0 0,1 1 0 0 0,0 0-1 0 0,-1-1 1 0 0,1 1 0 0 0,0 0 0 0 0,-1-1-1 0 0,1 1 1 0 0,0 0 0 0 0,-1-1-1 0 0,1 1 1 0 0,0-1 0 0 0,0 0-1 0 0,-3-9-2787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12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32 300 2761 0 0,'-6'15'5219'0'0,"19"-31"-4906"0"0,-1-1 0 0 0,0 0 0 0 0,-1-1 0 0 0,12-26 0 0 0,-5 10-91 0 0,6-13-25 0 0,-16 29 19 0 0,0 2 1 0 0,1-1-1 0 0,1 1 1 0 0,1 1-1 0 0,15-19 0 0 0,-26 34-186 0 0,1 0 0 0 0,-1-1 0 0 0,0 1 0 0 0,1-1 0 0 0,-1 1 0 0 0,0 0 0 0 0,1-1 0 0 0,-1 1 0 0 0,0 0 0 0 0,1-1 0 0 0,-1 1 0 0 0,1 0 0 0 0,-1 0 0 0 0,1-1 0 0 0,-1 1 0 0 0,1 0 0 0 0,-1 0 0 0 0,1 0 0 0 0,-1 0 0 0 0,1-1 0 0 0,-1 1 0 0 0,1 0 0 0 0,-1 0 0 0 0,1 0 0 0 0,-1 0 0 0 0,1 0 0 0 0,-1 0 0 0 0,1 1 0 0 0,-1-1 0 0 0,2 0 0 0 0,4 15 502 0 0,-4 34-105 0 0,-3-40-338 0 0,-3 75 315 0 0,-24 138 0 0 0,0-11-534 0 0,22-187-63 0 0,-7-28-589 0 0,3-1 596 0 0,3 2 127 0 0,1 1-1 0 0,-1 0 0 0 0,0 0 0 0 0,0 1 1 0 0,0-1-1 0 0,0 2 0 0 0,-10-1 0 0 0,11 1 71 0 0,0 0 0 0 0,0-1-1 0 0,0 1 1 0 0,0-1-1 0 0,0-1 1 0 0,0 1 0 0 0,0-1-1 0 0,1 0 1 0 0,-1 0-1 0 0,-8-5 1 0 0,14 7 2 0 0,0 0-1 0 0,0 0 1 0 0,-1 0-1 0 0,1 0 1 0 0,0 0-1 0 0,0 0 1 0 0,-1 0-1 0 0,1 0 1 0 0,0 0 0 0 0,0 0-1 0 0,0 0 1 0 0,-1-1-1 0 0,1 1 1 0 0,0 0-1 0 0,0 0 1 0 0,0 0-1 0 0,-1 0 1 0 0,1-1 0 0 0,0 1-1 0 0,0 0 1 0 0,0 0-1 0 0,0 0 1 0 0,-1-1-1 0 0,1 1 1 0 0,0 0-1 0 0,0 0 1 0 0,0-1-1 0 0,0 1 1 0 0,0 0 0 0 0,0 0-1 0 0,0-1 1 0 0,0 1-1 0 0,0 0 1 0 0,0 0-1 0 0,0-1 1 0 0,0 1-1 0 0,0 0 1 0 0,0 0 0 0 0,0-1-1 0 0,0 1 1 0 0,0 0-1 0 0,0 0 1 0 0,0-1-1 0 0,0 1 1 0 0,0 0-1 0 0,1 0 1 0 0,-1-1 0 0 0,15-3 354 0 0,20 5-31 0 0,-9 1-355 0 0,1-1 1 0 0,0-1 0 0 0,-1-1 0 0 0,1-2-1 0 0,-1 0 1 0 0,0-2 0 0 0,0-1 0 0 0,0-1 0 0 0,-1-1-1 0 0,0-1 1 0 0,29-16 0 0 0,-49 22-1607 0 0,-18 7-6738 0 0,8-1 5548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13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2385 0 0,'-2'0'270'0'0,"1"0"0"0"0,-1 0 1 0 0,1 0-1 0 0,-1 0 1 0 0,1 0-1 0 0,-1 0 1 0 0,1 1-1 0 0,-1-1 1 0 0,1 0-1 0 0,-1 1 0 0 0,1-1 1 0 0,0 1-1 0 0,-1 0 1 0 0,1-1-1 0 0,0 1 1 0 0,0 0-1 0 0,-1 0 1 0 0,1 0-1 0 0,0 0 1 0 0,-2 2-1 0 0,7 5 1565 0 0,16-2-846 0 0,46-7 665 0 0,-56 0-1526 0 0,1 0-1 0 0,-1 1 0 0 0,1 0 1 0 0,-1 1-1 0 0,1 0 0 0 0,-1 0 1 0 0,1 1-1 0 0,15 5 0 0 0,-25-6-113 0 0,0 0 0 0 0,0 0 0 0 0,-1 0 1 0 0,1 0-1 0 0,0 0 0 0 0,0 0 0 0 0,-1 0 0 0 0,1 0 0 0 0,0 0 0 0 0,-1 0 0 0 0,1 0 0 0 0,-1 0 0 0 0,0 1 0 0 0,1-1 0 0 0,-1 0 1 0 0,0 0-1 0 0,0 1 0 0 0,0-1 0 0 0,0 0 0 0 0,0 0 0 0 0,0 1 0 0 0,0-1 0 0 0,0 0 0 0 0,0 0 0 0 0,0 1 0 0 0,-1-1 0 0 0,1 0 0 0 0,-1 0 1 0 0,1 0-1 0 0,-1 1 0 0 0,1-1 0 0 0,-1 0 0 0 0,0 0 0 0 0,1 0 0 0 0,-2 1 0 0 0,-27 45 131 0 0,27-44-138 0 0,-27 33-17 0 0,20-26-15 0 0,1 0 0 0 0,0 0 1 0 0,0 0-1 0 0,1 1 1 0 0,1 0-1 0 0,0 1 1 0 0,-6 15-1 0 0,12-27 23 0 0,0 1-1 0 0,0-1 0 0 0,1 1 1 0 0,-1-1-1 0 0,0 1 1 0 0,0-1-1 0 0,1 1 0 0 0,-1-1 1 0 0,0 1-1 0 0,1-1 0 0 0,-1 1 1 0 0,1-1-1 0 0,-1 1 1 0 0,0-1-1 0 0,1 0 0 0 0,-1 1 1 0 0,1-1-1 0 0,-1 0 0 0 0,1 1 1 0 0,-1-1-1 0 0,1 0 0 0 0,0 0 1 0 0,-1 0-1 0 0,1 1 1 0 0,-1-1-1 0 0,1 0 0 0 0,-1 0 1 0 0,1 0-1 0 0,0 0 0 0 0,-1 0 1 0 0,1 0-1 0 0,-1 0 1 0 0,1 0-1 0 0,-1 0 0 0 0,2-1 1 0 0,24 1 137 0 0,-25 0-130 0 0,0 0-5 0 0,80-6-354 0 0,146-29 1 0 0,-227 35 239 0 0,1 0 0 0 0,-1 0 0 0 0,1 0 1 0 0,-1 0-1 0 0,1 0 0 0 0,-1 0 0 0 0,1 0 0 0 0,-1 0 0 0 0,1 0 0 0 0,-1-1 1 0 0,1 1-1 0 0,-1 0 0 0 0,0 0 0 0 0,1 0 0 0 0,-1 0 0 0 0,1-1 1 0 0,-1 1-1 0 0,1 0 0 0 0,-1 0 0 0 0,0-1 0 0 0,1 1 0 0 0,-1 0 1 0 0,0-1-1 0 0,1 1 0 0 0,-1-1 0 0 0,0 1 0 0 0,1 0 0 0 0,-1-1 1 0 0,0 1-1 0 0,0-1 0 0 0,1 1 0 0 0,-1-1 0 0 0,0 1 0 0 0,0-1 1 0 0,0 1-1 0 0,0 0 0 0 0,0-1 0 0 0,0 1 0 0 0,0-1 0 0 0,0 1 1 0 0,0-1-1 0 0,0 1 0 0 0,0-1 0 0 0,0 1 0 0 0,0-1 0 0 0,0 1 0 0 0,0-1 1 0 0,0 1-1 0 0,-1-1 0 0 0,1 1 0 0 0,0-1 0 0 0,0 1 0 0 0,0 0 1 0 0,-1-1-1 0 0,1 1 0 0 0,0-1 0 0 0,-1 1 0 0 0,1 0 0 0 0,-1-1 1 0 0,-21-16-3665 0 0,22 16 4052 0 0,-11-1-2747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13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4977 0 0,'-25'5'4355'0'0,"26"1"-2756"0"0,12 1-958 0 0,35 6 91 0 0,-40-12-677 0 0,0 1 0 0 0,0-1 0 0 0,0 1 0 0 0,-1 1-1 0 0,1 0 1 0 0,0 0 0 0 0,-1 0 0 0 0,1 1 0 0 0,-1 0 0 0 0,0 0 0 0 0,10 9 0 0 0,-17-11-37 0 0,1-1 0 0 0,-1 0 0 0 0,1 0 0 0 0,-1 0 0 0 0,1 1 0 0 0,-1-1 0 0 0,0 0 0 0 0,0 1 0 0 0,1-1 0 0 0,-1 0 0 0 0,0 1 0 0 0,0-1 0 0 0,0 0 0 0 0,-1 1 0 0 0,1-1 0 0 0,0 0 0 0 0,0 0 0 0 0,-1 1 0 0 0,1-1 0 0 0,-1 0 0 0 0,1 0 0 0 0,-1 1 0 0 0,1-1 0 0 0,-1 0 0 0 0,0 0 0 0 0,-1 2 0 0 0,-28 33-309 0 0,18-22-66 0 0,-18 19-86 0 0,23-27 466 0 0,1 0-1 0 0,0 0 1 0 0,0 1-1 0 0,0-1 1 0 0,1 1 0 0 0,0 0-1 0 0,1 1 1 0 0,-1-1-1 0 0,1 1 1 0 0,-3 11 0 0 0,7-18-7 0 0,0 0 0 0 0,0 1 0 0 0,0-1 0 0 0,1 0 0 0 0,-1 1 0 0 0,0-1 0 0 0,1 0 0 0 0,-1 1 0 0 0,1-1 0 0 0,0 0 0 0 0,-1 0 0 0 0,1 1 0 0 0,0-1 0 0 0,0 0 0 0 0,0 0 0 0 0,0 0 0 0 0,0 0 0 0 0,0 0 0 0 0,0 0 0 0 0,0-1 0 0 0,0 1 0 0 0,0 0 0 0 0,0 0 0 0 0,1-1 0 0 0,-1 1 0 0 0,0-1 0 0 0,1 1 0 0 0,1 0 0 0 0,49 13 478 0 0,-34-10-280 0 0,-15-3-185 0 0,1 0 1 0 0,-1 0-1 0 0,0 0 1 0 0,1 0-1 0 0,-1 1 1 0 0,0-1-1 0 0,0 1 1 0 0,0 0 0 0 0,0 0-1 0 0,0 0 1 0 0,0 0-1 0 0,-1 0 1 0 0,1 1-1 0 0,-1-1 1 0 0,4 6-1 0 0,-5-6-17 0 0,0 1 0 0 0,0 0-1 0 0,-1 0 1 0 0,1 0 0 0 0,-1-1 0 0 0,0 1 0 0 0,0 0-1 0 0,0 0 1 0 0,0 0 0 0 0,-1 0 0 0 0,1 0 0 0 0,-1-1-1 0 0,1 1 1 0 0,-1 0 0 0 0,0 0 0 0 0,0-1 0 0 0,0 1-1 0 0,0 0 1 0 0,-4 4 0 0 0,-7 15-344 0 0,-1-1 0 0 0,-1 0 0 0 0,-1 0 0 0 0,-33 34 0 0 0,30-37-1632 0 0,0-2-1 0 0,-35 25 0 0 0,51-40 1777 0 0,1 0 0 0 0,0-1 0 0 0,-1 1 0 0 0,1 0 0 0 0,-1-1 0 0 0,1 1-1 0 0,-1-1 1 0 0,1 0 0 0 0,-1 1 0 0 0,1-1 0 0 0,-1 0 0 0 0,1 0-1 0 0,-1 0 1 0 0,-1 0 0 0 0,-2 0-418 0 0,-1 3-2003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14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4 7258 0 0,'0'-1'143'0'0,"-1"1"1"0"0,1-1 0 0 0,-1 1-1 0 0,1 0 1 0 0,-1 0 0 0 0,0-1-1 0 0,1 1 1 0 0,-1 0 0 0 0,1 0 0 0 0,-1 0-1 0 0,0 0 1 0 0,1 0 0 0 0,-1 0-1 0 0,0 0 1 0 0,1 0 0 0 0,-1 0-1 0 0,1 0 1 0 0,-1 0 0 0 0,0 0 0 0 0,1 0-1 0 0,-1 0 1 0 0,0 0 0 0 0,1 1-1 0 0,-1-1 1 0 0,1 0 0 0 0,-1 0-1 0 0,0 1 1 0 0,-23 17 1041 0 0,-26 35-2099 0 0,36-38 1182 0 0,1-1-368 0 0,8-10 61 0 0,0 0 0 0 0,0 0 0 0 0,1 1 1 0 0,-1 0-1 0 0,1 0 0 0 0,0 0 0 0 0,1 1 0 0 0,-1-1 1 0 0,1 1-1 0 0,0 0 0 0 0,-4 12 0 0 0,8-17 46 0 0,-1 0 0 0 0,1 0-1 0 0,0 0 1 0 0,0 0-1 0 0,0 1 1 0 0,0-2-1 0 0,0 1 1 0 0,0 0 0 0 0,0 0-1 0 0,0 0 1 0 0,0 0-1 0 0,0-1 1 0 0,1 1-1 0 0,-1 0 1 0 0,0-1-1 0 0,0 1 1 0 0,1-1 0 0 0,-1 1-1 0 0,1-1 1 0 0,-1 0-1 0 0,0 0 1 0 0,3 1-1 0 0,37 6 58 0 0,-38-7-56 0 0,54 4 71 0 0,-1-2 1 0 0,1-3-1 0 0,72-11 0 0 0,65-1-811 0 0,-191 14 608 0 0,0-1-1 0 0,1-1 0 0 0,-1 1 1 0 0,0 0-1 0 0,1-1 0 0 0,-1 0 1 0 0,0 1-1 0 0,0-1 0 0 0,0-1 0 0 0,0 1 1 0 0,0 0-1 0 0,0-1 0 0 0,4-2 1 0 0,-7 4 38 0 0,1-1 0 0 0,-1 1 0 0 0,1-1 0 0 0,-1 1 0 0 0,1-1 0 0 0,-1 1 1 0 0,0-1-1 0 0,1 0 0 0 0,-1 1 0 0 0,0-1 0 0 0,1 1 0 0 0,-1-1 0 0 0,0 0 0 0 0,0 1 0 0 0,0-1 1 0 0,0 0-1 0 0,1 1 0 0 0,-1-1 0 0 0,0 0 0 0 0,0 0 0 0 0,0 1 0 0 0,-1-1 0 0 0,1 0 1 0 0,0 0-1 0 0,-1-1-141 0 0,0 0 1 0 0,0 0-1 0 0,0 0 1 0 0,0 0 0 0 0,0 1-1 0 0,0-1 1 0 0,-1 0-1 0 0,1 1 1 0 0,-1-1-1 0 0,1 1 1 0 0,-1 0 0 0 0,-1-2-1 0 0,-11-6-1165 0 0,-4 1-402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14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29 2216 0 0,'-15'-29'7990'0'0,"15"51"-7019"0"0,-3 369 128 0 0,-9-130-6319 0 0,3-211 907 0 0,5-31 1994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26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1 360 0 0,'0'5'8901'0'0,"-1"-4"-8727"0"0,0 0 1 0 0,1 0-1 0 0,-1 0 0 0 0,0 0 0 0 0,1 0 0 0 0,0 0 0 0 0,-1 0 0 0 0,1 0 0 0 0,0 0 1 0 0,-1 0-1 0 0,1 0 0 0 0,0 1 0 0 0,0-1 0 0 0,0 0 0 0 0,0 0 0 0 0,0 0 0 0 0,0 0 0 0 0,0 0 1 0 0,0 0-1 0 0,0 0 0 0 0,1 1 0 0 0,-1-1 0 0 0,1 1 0 0 0,17 20 943 0 0,-15-20-1015 0 0,0 0-1 0 0,-1 1 0 0 0,0-1 1 0 0,0 1-1 0 0,0-1 0 0 0,0 1 0 0 0,0 0 1 0 0,0 0-1 0 0,-1 0 0 0 0,3 5 0 0 0,14 8 983 0 0,-17-15-1045 0 0,0-1 1 0 0,1 1-1 0 0,-1 0 1 0 0,0-1-1 0 0,0 1 1 0 0,0 0-1 0 0,0 0 1 0 0,0 0-1 0 0,0 0 1 0 0,0 0-1 0 0,0 0 1 0 0,-1 0-1 0 0,1 0 1 0 0,0 0-1 0 0,-1 0 1 0 0,2 3-1 0 0,-2-4-23 0 0,29 35 363 0 0,-2 1-378 0 0,3 0 0 0 0,1-2-1 0 0,1-2 1 0 0,2-1 0 0 0,1-1 0 0 0,53 34-1 0 0,55 32 1 0 0,269 135 0 0 0,-351-200-2 0 0,680 301-69 0 0,361 2-66 0 0,513 4 29 0 0,-1182-268 124 0 0,5-39 541 0 0,-419-31-519 0 0,-9 1 24 0 0,-1-1-1 0 0,1 0 1 0 0,0-1-1 0 0,-1 0 0 0 0,13-3 1 0 0,-26-1 12 0 0,0 0 0 0 0,-1 0 0 0 0,0 0 0 0 0,0 1 0 0 0,-11-7 0 0 0,-278-185-116 0 0,125 85-3 0 0,169 110 41 0 0,-1 0-1 0 0,0 1 1 0 0,1-1-1 0 0,-1 0 1 0 0,0 1-1 0 0,0-1 1 0 0,0 1-1 0 0,1-1 1 0 0,-1 1-1 0 0,0-1 1 0 0,0 1 0 0 0,0 0-1 0 0,0 0 1 0 0,0-1-1 0 0,0 1 1 0 0,0 0-1 0 0,0 0 1 0 0,0 0-1 0 0,0 0 1 0 0,0 0-1 0 0,0 0 1 0 0,0 0 0 0 0,0 0-1 0 0,0 0 1 0 0,0 1-1 0 0,0-1 1 0 0,-1 1-1 0 0,2 0-6 0 0,0 0 0 0 0,0 0-1 0 0,0 0 1 0 0,0 1 0 0 0,0-1 0 0 0,1 0-1 0 0,-1 0 1 0 0,0 0 0 0 0,1 0-1 0 0,-1 1 1 0 0,0-1 0 0 0,1 0 0 0 0,-1 0-1 0 0,1 0 1 0 0,0 0 0 0 0,-1 0-1 0 0,1 0 1 0 0,0 0 0 0 0,0 0-1 0 0,-1-1 1 0 0,1 1 0 0 0,1 1 0 0 0,10 10-22 0 0,-1-1 1 0 0,1 0 0 0 0,1-1 0 0 0,0 0-1 0 0,0-1 1 0 0,27 14 0 0 0,92 30-20 0 0,-88-37 76 0 0,49 25 0 0 0,-89-39-18 0 0,0 0 0 0 0,0 1 0 0 0,-1-1 0 0 0,0 1 0 0 0,1 0 0 0 0,-1-1 0 0 0,0 1 0 0 0,0 1 0 0 0,-1-1 0 0 0,1 0 0 0 0,0 1 0 0 0,-1 0 0 0 0,0-1 0 0 0,0 1 0 0 0,0 0 0 0 0,-1 0 0 0 0,1 0 0 0 0,-1 0 0 0 0,0 0 0 0 0,0 0 0 0 0,0 1 0 0 0,-1-1 0 0 0,1 0 0 0 0,-1 0 0 0 0,0 1 0 0 0,0-1 0 0 0,-1 0 0 0 0,1 1 0 0 0,-1-1 0 0 0,0 0 0 0 0,0 0 0 0 0,-2 4 0 0 0,-5 15-138 0 0,-1-1-1 0 0,0 0 1 0 0,-2-1-1 0 0,-19 30 0 0 0,22-38-40 0 0,-10 17-610 0 0,-2-1 1 0 0,-25 29-1 0 0,36-48 56 0 0,0-1-1 0 0,-1 0 1 0 0,0 0-1 0 0,0-1 0 0 0,-14 8 1 0 0,21-14 401 0 0,0-1 1 0 0,0 0 0 0 0,0 1 0 0 0,0-1 0 0 0,0-1-1 0 0,0 1 1 0 0,-1 0 0 0 0,1-1 0 0 0,0 1-1 0 0,0-1 1 0 0,-1 0 0 0 0,1 0 0 0 0,0-1-1 0 0,-5 0 1 0 0,-1 0-682 0 0,-17 4-2864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27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2921 0 0,'-1'-2'320'0'0,"1"0"1"0"0,0 0 0 0 0,1 0-1 0 0,-1 0 1 0 0,0 0 0 0 0,0 1 0 0 0,1-1-1 0 0,-1 0 1 0 0,1 0 0 0 0,0 0-1 0 0,-1 1 1 0 0,3-4 0 0 0,-2 4-191 0 0,-1 0 0 0 0,1 1 0 0 0,-1-1 0 0 0,1 1 1 0 0,-1 0-1 0 0,1-1 0 0 0,0 1 0 0 0,-1-1 0 0 0,1 1 1 0 0,0 0-1 0 0,-1-1 0 0 0,1 1 0 0 0,0 0 0 0 0,-1 0 1 0 0,1 0-1 0 0,0 0 0 0 0,0-1 0 0 0,-1 1 0 0 0,1 0 1 0 0,0 0-1 0 0,0 0 0 0 0,0 1 0 0 0,3 0 99 0 0,-1 0-1 0 0,1 0 0 0 0,-1 0 1 0 0,0 1-1 0 0,1 0 0 0 0,-1 0 0 0 0,0 0 1 0 0,0 0-1 0 0,-1 0 0 0 0,1 0 1 0 0,3 4-1 0 0,35 32 7 0 0,1-2 0 0 0,92 59-1 0 0,106 39-270 0 0,-140-86 59 0 0,118 37 0 0 0,113 20 6 0 0,1 0-69 0 0,-278-86 11 0 0,1065 336 31 0 0,-311-157 1137 0 0,-729-171-465 0 0,-171-54 790 0 0,14-9-1400 0 0,1-3 0 0 0,3-3 0 0 0,-92-69 0 0 0,150 99-57 0 0,-1-2-3 0 0,-1 0 0 0 0,0 2 0 0 0,-1 0 0 0 0,-1 1 0 0 0,1 1 0 0 0,-34-12 0 0 0,35 20-85 0 0,16 9-209 0 0,4-5 260 0 0,0 0 0 0 0,0-1 0 0 0,0 1-1 0 0,0 0 1 0 0,0-1 0 0 0,0 1 0 0 0,1-1 0 0 0,-1 1 0 0 0,0-1 0 0 0,4 1 0 0 0,105 34-134 0 0,-75-26 139 0 0,-1 1 0 0 0,-1 2 1 0 0,0 1-1 0 0,47 27 0 0 0,-72-36 42 0 0,-1 1 0 0 0,0 1 0 0 0,0-1 0 0 0,0 1 0 0 0,-1 0 0 0 0,0 1 0 0 0,0 0 0 0 0,-1 0 0 0 0,0 0 0 0 0,-1 1 0 0 0,0 0 0 0 0,0 0 0 0 0,-1 0 0 0 0,0 1 0 0 0,0-1 0 0 0,-1 1 0 0 0,0 0 0 0 0,-1 0 0 0 0,0 0 0 0 0,0 17 1 0 0,-2-9-100 0 0,0 0 1 0 0,-2 0 0 0 0,0 0-1 0 0,-1 0 1 0 0,-1-1 0 0 0,0 1 0 0 0,-1-1-1 0 0,-1 0 1 0 0,-16 30 0 0 0,17-36-265 0 0,-1-1 1 0 0,-1 0-1 0 0,0-1 0 0 0,0 0 1 0 0,-1 0-1 0 0,0 0 1 0 0,-11 8-1 0 0,14-13-134 0 0,-1 1 0 0 0,0-2 0 0 0,0 1 1 0 0,0-1-1 0 0,0 0 0 0 0,0 0 0 0 0,-1 0 0 0 0,1-1 0 0 0,-1 0 1 0 0,0-1-1 0 0,0 1 0 0 0,-12 0 0 0 0,-7-4-2094 0 0,0-4-512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27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1800 0 0,'-1'0'230'0'0,"-1"0"0"0"0,0 0 0 0 0,1 0 0 0 0,-1 1 0 0 0,1-1 0 0 0,-1 1 0 0 0,0-1-1 0 0,1 1 1 0 0,-1 0 0 0 0,1-1 0 0 0,0 1 0 0 0,-1 0 0 0 0,1 0 0 0 0,0 0 0 0 0,-1 0 0 0 0,1 0-1 0 0,0 0 1 0 0,0 1 0 0 0,0-1 0 0 0,0 0 0 0 0,0 1 0 0 0,-1 2 0 0 0,2-3-124 0 0,0 1 0 0 0,0-1 0 0 0,0 0 0 0 0,1 1 0 0 0,-1-1 0 0 0,0 1 0 0 0,1-1 0 0 0,-1 0 0 0 0,1 1 0 0 0,0-1 0 0 0,-1 0 0 0 0,1 0 0 0 0,0 1 0 0 0,0-1 0 0 0,0 0 0 0 0,0 0 0 0 0,0 0 0 0 0,0 0 0 0 0,0 0 0 0 0,1 1 0 0 0,12 9 201 0 0,1-2-1 0 0,-1 1 0 0 0,21 9 0 0 0,-24-14 253 0 0,68 35-128 0 0,2-4-1 0 0,120 37 0 0 0,180 30-420 0 0,-289-80 254 0 0,503 104 156 0 0,-298-70-180 0 0,295 98 0 0 0,-592-155-239 0 0,32 11 180 0 0,65 13 0 0 0,-154-61 864 0 0,-444-186-678 0 0,492 219-372 0 0,-47-17 63 0 0,53 20-66 0 0,-1 0 1 0 0,1 0 0 0 0,0 0-1 0 0,-1 1 1 0 0,1-1 0 0 0,0 1 0 0 0,-1 0-1 0 0,1 0 1 0 0,-1 0 0 0 0,1 1-1 0 0,0-1 1 0 0,-1 1 0 0 0,-5 1 0 0 0,42 16-355 0 0,84 15 218 0 0,-83-25 178 0 0,1 2 0 0 0,-1 1-1 0 0,51 25 1 0 0,-81-34-15 0 0,1 1-1 0 0,0 0 1 0 0,-1 0 0 0 0,1 1-1 0 0,-1-1 1 0 0,0 1 0 0 0,0 0-1 0 0,-1 0 1 0 0,1 0 0 0 0,-1 1-1 0 0,0-1 1 0 0,0 1 0 0 0,0 0-1 0 0,-1-1 1 0 0,1 1 0 0 0,1 8 0 0 0,-2-5-20 0 0,0 1 1 0 0,-1-1-1 0 0,0 1 1 0 0,0-1-1 0 0,-1 1 1 0 0,-1 0-1 0 0,1-1 1 0 0,-1 1-1 0 0,-4 13 1 0 0,-1 2-217 0 0,-2-1 1 0 0,-1-1 0 0 0,0 1 0 0 0,-2-2 0 0 0,-1 1 0 0 0,-22 31 0 0 0,33-52 194 0 0,-69 88-1966 0 0,63-81 1511 0 0,-1 0-1 0 0,0 0 0 0 0,0-1 0 0 0,-1 0 0 0 0,0 0 1 0 0,0-1-1 0 0,-1-1 0 0 0,-10 6 0 0 0,18-11 264 0 0,0 1 0 0 0,0-1-1 0 0,0 1 1 0 0,0-1 0 0 0,-1 0 0 0 0,1 0-1 0 0,0 0 1 0 0,0 0 0 0 0,0 0 0 0 0,0 0-1 0 0,0 0 1 0 0,0-1 0 0 0,-1 1-1 0 0,1-1 1 0 0,0 0 0 0 0,0 1 0 0 0,0-1-1 0 0,1 0 1 0 0,-1 0 0 0 0,0 0 0 0 0,0-1-1 0 0,0 1 1 0 0,-1-2 0 0 0,-13-10-1740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28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 2208 0 0,'-3'-1'501'0'0,"-1"0"-1"0"0,1 0 1 0 0,0 0-1 0 0,0 1 1 0 0,0-1-1 0 0,0 1 0 0 0,-1 0 1 0 0,1 0-1 0 0,0 0 1 0 0,0 0-1 0 0,-1 1 1 0 0,1-1-1 0 0,-5 2 0 0 0,8-2-438 0 0,-1 1-1 0 0,1-1 0 0 0,-1 0 0 0 0,1 1 1 0 0,-1-1-1 0 0,1 0 0 0 0,0 1 0 0 0,-1-1 0 0 0,1 0 1 0 0,-1 1-1 0 0,1-1 0 0 0,0 1 0 0 0,-1-1 1 0 0,1 0-1 0 0,0 1 0 0 0,0-1 0 0 0,-1 1 0 0 0,1-1 1 0 0,0 1-1 0 0,0-1 0 0 0,0 1 0 0 0,0-1 1 0 0,0 1-1 0 0,-1-1 0 0 0,1 1 0 0 0,0 0 0 0 0,0-1 1 0 0,0 1-1 0 0,1 0 0 0 0,-1 1 14 0 0,1 0-1 0 0,0 0 0 0 0,0 0 1 0 0,0 0-1 0 0,0 0 0 0 0,0 0 1 0 0,0-1-1 0 0,0 1 1 0 0,1 0-1 0 0,-1 0 0 0 0,4 2 1 0 0,14 12 103 0 0,2 0 1 0 0,0-2-1 0 0,1-1 0 0 0,0 0 0 0 0,42 17 1 0 0,-10-5-9 0 0,-9-4-123 0 0,1-1-1 0 0,1-3 1 0 0,1-1-1 0 0,0-3 1 0 0,70 10-1 0 0,-47-15 65 0 0,0-3-1 0 0,0-4 0 0 0,86-8 0 0 0,18-10 51 0 0,138-9 120 0 0,-255 25-212 0 0,-1 2 1 0 0,1 2-1 0 0,77 16 0 0 0,-97-9-34 0 0,0 1-1 0 0,-1 2 1 0 0,69 35 0 0 0,-247-129 644 0 0,93 51-582 0 0,-102-48-1 0 0,90 55-96 0 0,-1 3 1 0 0,-1 2-1 0 0,-98-15 0 0 0,111 27-153 0 0,38 6-117 0 0,33 6 15 0 0,69 11 87 0 0,-38-8 195 0 0,0 2 0 0 0,0 2 0 0 0,58 24 0 0 0,-99-32-18 0 0,1 0 0 0 0,-1 1-1 0 0,0 1 1 0 0,-1 0 0 0 0,1 0 0 0 0,-1 1-1 0 0,-1 1 1 0 0,1 0 0 0 0,-1 0-1 0 0,-1 1 1 0 0,0 0 0 0 0,-1 1-1 0 0,0 0 1 0 0,0 0 0 0 0,-1 1-1 0 0,0 0 1 0 0,7 20 0 0 0,-12-26-170 0 0,0 0 0 0 0,0 0 0 0 0,-1 0 0 0 0,0 0 0 0 0,0 0 0 0 0,-1 1 0 0 0,0-1 0 0 0,0 0 0 0 0,0 0 0 0 0,-1 0 0 0 0,0 0 0 0 0,0 0-1 0 0,0 0 1 0 0,-1 0 0 0 0,0 0 0 0 0,0 0 0 0 0,-1 0 0 0 0,-3 5 0 0 0,-5 6-1319 0 0,0-1 0 0 0,-1 0 0 0 0,-1-1 0 0 0,-18 17 0 0 0,20-21 369 0 0,-18 25-1772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29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7426 0 0,'14'63'3731'0'0,"-7"-32"-4064"0"0,0 1 1 0 0,-2-1-1 0 0,1 45 0 0 0,-6-70 192 0 0,0-1 1 0 0,0 1-1 0 0,1-1 0 0 0,-1 0 0 0 0,1 0 1 0 0,3 9-1 0 0,-4-13 158 0 0,1 0 1 0 0,-1 0-1 0 0,1 0 0 0 0,-1-1 1 0 0,1 1-1 0 0,0 0 0 0 0,-1 0 1 0 0,1-1-1 0 0,0 1 0 0 0,-1 0 1 0 0,1-1-1 0 0,0 1 1 0 0,0-1-1 0 0,0 1 0 0 0,0-1 1 0 0,0 1-1 0 0,0-1 0 0 0,-1 0 1 0 0,1 1-1 0 0,0-1 0 0 0,0 0 1 0 0,0 0-1 0 0,0 0 1 0 0,0 1-1 0 0,0-1 0 0 0,0 0 1 0 0,0-1-1 0 0,0 1 0 0 0,0 0 1 0 0,0 0-1 0 0,0 0 0 0 0,0 0 1 0 0,0-1-1 0 0,0 1 0 0 0,0-1 1 0 0,0 1-1 0 0,0 0 1 0 0,0-1-1 0 0,-1 1 0 0 0,1-1 1 0 0,1-1-1 0 0,3 0 113 0 0,1 0 0 0 0,-1 0 0 0 0,1 0 0 0 0,-1 0 1 0 0,1 1-1 0 0,-1 0 0 0 0,1 0 0 0 0,0 1 0 0 0,-1-1 0 0 0,1 1 0 0 0,0 0 0 0 0,0 1 0 0 0,-1 0 1 0 0,1 0-1 0 0,-1 0 0 0 0,1 0 0 0 0,0 1 0 0 0,-1 0 0 0 0,0 0 0 0 0,0 0 0 0 0,1 1 0 0 0,-1 0 1 0 0,-1 0-1 0 0,1 0 0 0 0,0 1 0 0 0,5 4 0 0 0,-7-4-146 0 0,1-1 0 0 0,-1 1 0 0 0,0 0 0 0 0,0 0 1 0 0,0 0-1 0 0,-1 0 0 0 0,0 0 0 0 0,1 1 0 0 0,-1-1 0 0 0,-1 1 0 0 0,1 0 0 0 0,-1-1 1 0 0,0 1-1 0 0,0 0 0 0 0,0 0 0 0 0,0 0 0 0 0,-1 0 0 0 0,0-1 0 0 0,0 1 0 0 0,0 0 1 0 0,-1 0-1 0 0,0 0 0 0 0,0 0 0 0 0,0 0 0 0 0,0-1 0 0 0,-1 1 0 0 0,0 0 0 0 0,0-1 0 0 0,0 0 1 0 0,-5 8-1 0 0,3-6-410 0 0,0 0 0 0 0,-1 0 1 0 0,1-1-1 0 0,-1 1 0 0 0,-1-1 1 0 0,1 0-1 0 0,-1-1 1 0 0,1 1-1 0 0,-1-1 0 0 0,-1-1 1 0 0,1 1-1 0 0,0-1 0 0 0,-1 0 1 0 0,0 0-1 0 0,0-1 0 0 0,0 0 1 0 0,-13 3-1 0 0,-13-1-3103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29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4433 0 0,'2'-2'259'0'0,"-1"-1"-1"0"0,1 1 1 0 0,0 0 0 0 0,0 0-1 0 0,0 0 1 0 0,0 0 0 0 0,1 0-1 0 0,-1 0 1 0 0,0 0 0 0 0,1 1-1 0 0,-1-1 1 0 0,1 1 0 0 0,0 0 0 0 0,-1 0-1 0 0,1 0 1 0 0,0 0 0 0 0,0 0-1 0 0,0 1 1 0 0,0-1 0 0 0,-1 1-1 0 0,1 0 1 0 0,0-1 0 0 0,0 2-1 0 0,6-1 1 0 0,8 2 101 0 0,1 0-1 0 0,34 10 1 0 0,-26-6-42 0 0,22 4-379 0 0,-22-3-18 0 0,1-2 0 0 0,52 4 1 0 0,-69-9-573 0 0,-1 0 1 0 0,1-1 0 0 0,-1-1 0 0 0,17-3-1 0 0,-19 2-428 0 0,1 0 0 0 0,-1 0 0 0 0,1 0-1 0 0,-1-1 1 0 0,0 0 0 0 0,9-7 0 0 0,-1 0-91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0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71 352 0 0,'0'-5'430'0'0,"-1"1"1"0"0,1-1-1 0 0,-1 1 0 0 0,0-1 1 0 0,0 1-1 0 0,0-1 0 0 0,0 1 0 0 0,-1 0 1 0 0,0 0-1 0 0,0 0 0 0 0,-3-5 1 0 0,5 8-296 0 0,-1 0 0 0 0,0 0 1 0 0,0 0-1 0 0,0 0 1 0 0,0 0-1 0 0,0 0 0 0 0,0 0 1 0 0,0 1-1 0 0,0-1 1 0 0,-1 0-1 0 0,1 1 1 0 0,0-1-1 0 0,0 1 0 0 0,-1-1 1 0 0,1 1-1 0 0,0-1 1 0 0,-1 1-1 0 0,1 0 0 0 0,0 0 1 0 0,-1 0-1 0 0,1 0 1 0 0,0 0-1 0 0,-1 0 1 0 0,1 0-1 0 0,0 0 0 0 0,-1 0 1 0 0,1 1-1 0 0,0-1 1 0 0,-1 1-1 0 0,1-1 0 0 0,0 1 1 0 0,0-1-1 0 0,-1 1 1 0 0,1 0-1 0 0,0-1 1 0 0,0 1-1 0 0,0 0 0 0 0,0 0 1 0 0,0 0-1 0 0,0 0 1 0 0,0 0-1 0 0,-1 2 0 0 0,-2 1-92 0 0,0 0-1 0 0,0 1 0 0 0,1 0 0 0 0,0 0 0 0 0,0 0 0 0 0,0 0 0 0 0,1 0 0 0 0,-1 1 0 0 0,1-1 1 0 0,-1 7-1 0 0,-14 64 403 0 0,12-49-388 0 0,-4 20-160 0 0,2 0 0 0 0,2 1 0 0 0,3 69 1 0 0,3-89 43 0 0,1 0 0 0 0,2 0 0 0 0,0-1 0 0 0,2 1 0 0 0,1-1 0 0 0,1-1 0 0 0,15 34 0 0 0,-20-54 71 0 0,0 1-1 0 0,0-1 1 0 0,1-1-1 0 0,0 1 1 0 0,0 0-1 0 0,0-1 1 0 0,1 0 0 0 0,0 0-1 0 0,0 0 1 0 0,0-1-1 0 0,0 0 1 0 0,1 1-1 0 0,-1-2 1 0 0,1 1-1 0 0,9 3 1 0 0,-10-5 43 0 0,0-1 1 0 0,0 0-1 0 0,0 0 1 0 0,0 0-1 0 0,0-1 0 0 0,1 0 1 0 0,-1 0-1 0 0,0 0 1 0 0,0 0-1 0 0,0-1 1 0 0,0 0-1 0 0,0 0 1 0 0,0-1-1 0 0,0 1 0 0 0,0-1 1 0 0,0 0-1 0 0,-1 0 1 0 0,1-1-1 0 0,-1 1 1 0 0,1-1-1 0 0,4-4 0 0 0,3-2 83 0 0,-1-1 0 0 0,0 0 0 0 0,0 0 0 0 0,-1-1 0 0 0,13-18 0 0 0,-21 27-104 0 0,1-1 0 0 0,-1 0 0 0 0,0 0 0 0 0,0 0 0 0 0,0 0 0 0 0,-1-1 0 0 0,1 1 1 0 0,-1 0-1 0 0,0-1 0 0 0,0 1 0 0 0,0-1 0 0 0,0 1 0 0 0,0-1 0 0 0,-1 1 0 0 0,1-1 0 0 0,-1 0 0 0 0,0 1 0 0 0,0-1 0 0 0,-1 1 0 0 0,1-1 0 0 0,-1 0 0 0 0,0 1 0 0 0,0-1 0 0 0,0 1 0 0 0,0 0 0 0 0,0-1 0 0 0,-1 1 0 0 0,-2-4 0 0 0,1 3-7 0 0,-1 1-1 0 0,0 0 1 0 0,0 0-1 0 0,0 0 1 0 0,0 0-1 0 0,-1 1 1 0 0,1-1-1 0 0,-1 1 1 0 0,1 0-1 0 0,-1 1 1 0 0,0-1-1 0 0,-9-1 1 0 0,-67-8-187 0 0,59 10-62 0 0,-1 0-503 0 0,0 1-1 0 0,1 1 1 0 0,-1 1-1 0 0,-28 7 0 0 0,17-4-2286 0 0,9-6-1913 0 0,21-2 2375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0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0 5705 0 0,'-17'54'3712'0'0,"0"29"-2761"0"0,3-10-1070 0 0,0 0-288 0 0,10-42-1111 0 0,-16 50 1 0 0,24-95 899 0 0,0 0 0 0 0,-1-1 0 0 0,-1 1 0 0 0,1-28 0 0 0,-3 18 1426 0 0,-1 1-1 0 0,-2-1 1 0 0,0 1-1 0 0,-12-41 1 0 0,39 54 12 0 0,0 1-1 0 0,0 0 1 0 0,27-4 0 0 0,-47 12-676 0 0,36-10 633 0 0,2 2 0 0 0,0 1 0 0 0,71-3 0 0 0,-112 11-739 0 0,-1 0 1 0 0,1 0 0 0 0,-1 1-1 0 0,1-1 1 0 0,-1 0 0 0 0,0 0-1 0 0,1 1 1 0 0,-1-1-1 0 0,1 0 1 0 0,-1 1 0 0 0,0-1-1 0 0,1 0 1 0 0,-1 1 0 0 0,0-1-1 0 0,1 1 1 0 0,-1-1 0 0 0,0 0-1 0 0,0 1 1 0 0,0-1-1 0 0,1 1 1 0 0,-1-1 0 0 0,0 1-1 0 0,0-1 1 0 0,0 1 0 0 0,0-1-1 0 0,0 1 1 0 0,0-1-1 0 0,0 1 1 0 0,0-1 0 0 0,0 1-1 0 0,0-1 1 0 0,0 1 0 0 0,0-1-1 0 0,0 1 1 0 0,0-1 0 0 0,0 1-1 0 0,0-1 1 0 0,-1 1-1 0 0,1-1 1 0 0,0 0 0 0 0,0 1-1 0 0,-1-1 1 0 0,1 1 0 0 0,-1-1-1 0 0,-13 36 230 0 0,6-17-142 0 0,-25 109-2002 0 0,-31 256-1 0 0,52-297-559 0 0,4-41-461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1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98 4545 0 0,'-4'-6'886'0'0,"-4"-5"-168"0"0,0 0 1 0 0,-1 0-1 0 0,-1 1 0 0 0,1 0 1 0 0,-17-13-1 0 0,24 22-702 0 0,0 0-1 0 0,0-1 1 0 0,0 1-1 0 0,0 0 1 0 0,-1 0-1 0 0,1 0 1 0 0,0 0-1 0 0,0 1 1 0 0,-1-1-1 0 0,1 0 1 0 0,0 1-1 0 0,-1 0 1 0 0,1-1-1 0 0,0 1 1 0 0,-1 0-1 0 0,1 0 1 0 0,-1 1-1 0 0,1-1 1 0 0,0 0-1 0 0,-1 1 1 0 0,1-1-1 0 0,0 1 1 0 0,0 0-1 0 0,-1 0 1 0 0,1 0-1 0 0,0 0 1 0 0,0 0-1 0 0,0 0 1 0 0,0 1-1 0 0,0-1 1 0 0,0 1-1 0 0,0-1 1 0 0,1 1-1 0 0,-1 0 1 0 0,1 0-1 0 0,-1 0 1 0 0,1-1-1 0 0,-1 1 1 0 0,1 1-1 0 0,-1 1 1 0 0,-1 1-26 0 0,0 0-1 0 0,0 0 1 0 0,1 0 0 0 0,0 0 0 0 0,0 1 0 0 0,0-1-1 0 0,1 1 1 0 0,0-1 0 0 0,0 1 0 0 0,0 0 0 0 0,1-1-1 0 0,-1 1 1 0 0,1 0 0 0 0,1 0 0 0 0,-1-1 0 0 0,1 1-1 0 0,0 0 1 0 0,0-1 0 0 0,1 1 0 0 0,-1-1 0 0 0,1 0-1 0 0,1 1 1 0 0,-1-1 0 0 0,1 0 0 0 0,0 0-1 0 0,4 6 1 0 0,-3-6 31 0 0,0 0 1 0 0,0 1-1 0 0,1-1 0 0 0,0-1 0 0 0,0 1 0 0 0,0-1 1 0 0,0 0-1 0 0,1 0 0 0 0,0 0 0 0 0,0-1 0 0 0,0 0 1 0 0,0 0-1 0 0,0-1 0 0 0,1 1 0 0 0,-1-1 0 0 0,1-1 1 0 0,-1 1-1 0 0,1-1 0 0 0,0 0 0 0 0,-1-1 0 0 0,14 0 1 0 0,-13-1 78 0 0,0 0 0 0 0,0 0 0 0 0,0-1 0 0 0,0 0 1 0 0,0-1-1 0 0,0 1 0 0 0,-1-1 0 0 0,1-1 0 0 0,-1 1 0 0 0,0-1 1 0 0,0 0-1 0 0,0-1 0 0 0,-1 1 0 0 0,1-1 0 0 0,-1 0 1 0 0,0 0-1 0 0,-1-1 0 0 0,1 0 0 0 0,-1 0 0 0 0,3-6 0 0 0,-4 7-52 0 0,0-1 0 0 0,0 1 0 0 0,-1-1 0 0 0,0 0 0 0 0,-1 1-1 0 0,1-1 1 0 0,-1 0 0 0 0,0 0 0 0 0,0 0 0 0 0,-1 0-1 0 0,0 0 1 0 0,0 0 0 0 0,0-1 0 0 0,-1 1 0 0 0,0 0 0 0 0,0 0-1 0 0,-1 1 1 0 0,1-1 0 0 0,-1 0 0 0 0,0 0 0 0 0,-1 1 0 0 0,1-1-1 0 0,-1 1 1 0 0,-5-7 0 0 0,7 11-100 0 0,0-1 0 0 0,0 1 0 0 0,0-1 0 0 0,0 1 0 0 0,0 0 0 0 0,0 0 0 0 0,-1-1 0 0 0,1 1 1 0 0,0 0-1 0 0,-1 0 0 0 0,1 0 0 0 0,-1 1 0 0 0,1-1 0 0 0,-1 0 0 0 0,1 0 0 0 0,-1 1 0 0 0,0-1 0 0 0,1 1 0 0 0,-1 0 0 0 0,0-1 0 0 0,1 1 0 0 0,-1 0 0 0 0,0 0 1 0 0,-2 0-1 0 0,0 1-64 0 0,1 0 1 0 0,-1 0-1 0 0,1 0 1 0 0,0 1 0 0 0,-1-1-1 0 0,1 1 1 0 0,0 0-1 0 0,0 0 1 0 0,0 0 0 0 0,0 0-1 0 0,-3 4 1 0 0,-8 8-298 0 0,1 1 1 0 0,1 0-1 0 0,-16 24 1 0 0,23-31 420 0 0,-4 7-43 0 0,0 0 0 0 0,1 0 0 0 0,1 1 0 0 0,1 0 0 0 0,0 0 0 0 0,1 1 0 0 0,1 0 0 0 0,0-1 1 0 0,1 2-1 0 0,1-1 0 0 0,1 0 0 0 0,0 0 0 0 0,3 29 0 0 0,5 7-59 0 0,2-1 0 0 0,2-1 1 0 0,20 59-1 0 0,-29-104 147 0 0,0 0 1 0 0,1 0-1 0 0,-1 0 0 0 0,1 0 1 0 0,0 0-1 0 0,1-1 0 0 0,-1 1 1 0 0,1-1-1 0 0,0 0 0 0 0,1 0 1 0 0,-1-1-1 0 0,1 1 0 0 0,0-1 1 0 0,0 0-1 0 0,0 0 0 0 0,1 0 1 0 0,8 3-1 0 0,-10-5 17 0 0,0 0 0 0 0,0-1 0 0 0,0 0 0 0 0,0 0 0 0 0,1-1 0 0 0,-1 1-1 0 0,0-1 1 0 0,0 0 0 0 0,1 0 0 0 0,-1 0 0 0 0,0 0 0 0 0,1-1 0 0 0,-1 0 0 0 0,0 0 0 0 0,0 0 0 0 0,0 0 0 0 0,0-1 0 0 0,0 0 0 0 0,0 1 0 0 0,0-1 0 0 0,0-1 0 0 0,-1 1 0 0 0,1-1 0 0 0,-1 1 0 0 0,0-1 0 0 0,6-6-1 0 0,-3 3 59 0 0,-1 0 0 0 0,0 0 0 0 0,0 0 0 0 0,-1-1 0 0 0,0 0 1 0 0,0 0-1 0 0,0 0 0 0 0,-1 0 0 0 0,0-1 0 0 0,-1 1 0 0 0,1-1 0 0 0,-1 0 0 0 0,-1 1 0 0 0,0-1 0 0 0,0 0 0 0 0,0 0 0 0 0,-1 0 0 0 0,-1-16 0 0 0,0 19-35 0 0,0 0 1 0 0,-1 0 0 0 0,1 0-1 0 0,-1 0 1 0 0,0 0 0 0 0,0 0 0 0 0,0 0-1 0 0,-1 1 1 0 0,0-1 0 0 0,0 1 0 0 0,0-1-1 0 0,0 1 1 0 0,-1 0 0 0 0,1 0-1 0 0,-1 1 1 0 0,0-1 0 0 0,0 1 0 0 0,-1 0-1 0 0,1 0 1 0 0,-1 0 0 0 0,1 1-1 0 0,-1-1 1 0 0,0 1 0 0 0,0 0 0 0 0,0 1-1 0 0,0-1 1 0 0,0 1 0 0 0,0 0 0 0 0,-7 0-1 0 0,-1 0-107 0 0,0 0 0 0 0,0 1-1 0 0,0 1 1 0 0,0 0 0 0 0,0 1-1 0 0,1 1 1 0 0,-1 0 0 0 0,1 0-1 0 0,-1 1 1 0 0,1 1 0 0 0,0 0-1 0 0,1 0 1 0 0,-12 8 0 0 0,-1 2-788 0 0,1 1 0 0 0,0 1 1 0 0,1 1-1 0 0,-37 40 0 0 0,44-36-1165 0 0,11-16-1009 0 0,10-14-1961 0 0,4-3 2616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5.48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109 0 2401 0 0,'0'28'1843'0'0,"-2"0"1"0"0,-10 49-1 0 0,-44 111-3114 0 0,17-67-2082 0 0,73-262 1523 0 0,-19 69 3967 0 0,41-116 0 0 0,-56 186-2055 0 0,1 0 1 0 0,-1 1-1 0 0,1-1 1 0 0,0 1-1 0 0,0 0 1 0 0,-1-1-1 0 0,1 1 1 0 0,0 0-1 0 0,0-1 1 0 0,0 1-1 0 0,0 0 1 0 0,0 0-1 0 0,1 0 1 0 0,-1 0-1 0 0,0 0 1 0 0,0 0-1 0 0,2-1 1 0 0,-2 2-38 0 0,0 0 1 0 0,0 0-1 0 0,0 0 1 0 0,0 0-1 0 0,0 0 1 0 0,0 0-1 0 0,-1 0 1 0 0,1 0-1 0 0,0 0 1 0 0,0 0 0 0 0,0 0-1 0 0,0 1 1 0 0,0-1-1 0 0,-1 0 1 0 0,1 1-1 0 0,0-1 1 0 0,0 1-1 0 0,0-1 1 0 0,-1 1-1 0 0,1-1 1 0 0,0 1 0 0 0,0 0-1 0 0,5 6 145 0 0,0 1 0 0 0,0-1 0 0 0,0 1-1 0 0,7 15 1 0 0,-1-2-193 0 0,-3-8 39 0 0,1-1-1 0 0,0 1 1 0 0,0-2 0 0 0,1 1 0 0 0,1-1 0 0 0,18 13 0 0 0,-24-20-134 0 0,-1-1 0 0 0,1 0 0 0 0,-1 0-1 0 0,1-1 1 0 0,0 0 0 0 0,0 0 0 0 0,0 0 0 0 0,0 0 0 0 0,0-1 0 0 0,1 0 0 0 0,-1-1 0 0 0,0 1-1 0 0,0-1 1 0 0,1 0 0 0 0,-1-1 0 0 0,0 1 0 0 0,0-1 0 0 0,1-1 0 0 0,6-1 0 0 0,-10 2-98 0 0,-1 0 0 0 0,0 0 1 0 0,0 0-1 0 0,1 0 0 0 0,-1 0 1 0 0,0 0-1 0 0,0-1 0 0 0,0 1 1 0 0,0-1-1 0 0,0 1 0 0 0,-1-1 0 0 0,1 0 1 0 0,0 1-1 0 0,-1-1 0 0 0,1 0 1 0 0,-1 0-1 0 0,0 0 0 0 0,1-1 1 0 0,-1 1-1 0 0,0 0 0 0 0,-1 0 1 0 0,1-1-1 0 0,0 1 0 0 0,0 0 1 0 0,-1-1-1 0 0,0 1 0 0 0,1 0 1 0 0,-1-1-1 0 0,0 1 0 0 0,0-1 1 0 0,0 1-1 0 0,-1-5 0 0 0,0-3-808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5.83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16 62 5033 0 0,'-1'1'151'0'0,"0"0"-1"0"0,0 0 1 0 0,-1 0-1 0 0,1 0 1 0 0,0 0-1 0 0,0 0 1 0 0,0 0-1 0 0,1 0 1 0 0,-1 1-1 0 0,0-1 1 0 0,0 0-1 0 0,1 0 1 0 0,-1 1-1 0 0,1-1 1 0 0,-1 1 0 0 0,1-1-1 0 0,-1 0 1 0 0,1 1-1 0 0,0-1 1 0 0,0 1-1 0 0,0-1 1 0 0,0 1-1 0 0,0-1 1 0 0,0 3-1 0 0,1-3-57 0 0,0 1-1 0 0,0-1 0 0 0,0 0 1 0 0,0 0-1 0 0,0 0 1 0 0,1 0-1 0 0,-1 0 1 0 0,0 0-1 0 0,0 0 0 0 0,1 0 1 0 0,-1 0-1 0 0,1 0 1 0 0,-1-1-1 0 0,1 1 0 0 0,-1-1 1 0 0,1 1-1 0 0,-1-1 1 0 0,3 1-1 0 0,9 1 231 0 0,1 0 0 0 0,0 0 1 0 0,0-2-1 0 0,13 0 0 0 0,-1-2-9 0 0,-1-1 1 0 0,0-1-1 0 0,0-1 0 0 0,0-1 1 0 0,28-12-1 0 0,114-58 1185 0 0,-164 75-1453 0 0,-2 0-28 0 0,-1 1 0 0 0,1-1 0 0 0,0 1 0 0 0,0 0-1 0 0,0 0 1 0 0,0-1 0 0 0,0 1 0 0 0,0 0 0 0 0,0 0-1 0 0,-1 0 1 0 0,1 0 0 0 0,0 0 0 0 0,0 0 0 0 0,0 0-1 0 0,0 0 1 0 0,0 0 0 0 0,0 1 0 0 0,0-1 0 0 0,0 0-1 0 0,0 1 1 0 0,-1-1 0 0 0,1 0 0 0 0,0 1 0 0 0,0-1-1 0 0,0 1 1 0 0,-1-1 0 0 0,1 1 0 0 0,0 0 0 0 0,-1-1-1 0 0,1 1 1 0 0,0 0 0 0 0,-1-1 0 0 0,1 1 0 0 0,-1 0 0 0 0,1 0-1 0 0,-1-1 1 0 0,1 1 0 0 0,-1 0 0 0 0,0 0 0 0 0,1 0-1 0 0,-1 0 1 0 0,0 0 0 0 0,0 0 0 0 0,0 0 0 0 0,0-1-1 0 0,0 1 1 0 0,1 0 0 0 0,-2 0 0 0 0,1 0 0 0 0,0 1-1 0 0,1 65-57 0 0,-2-45-12 0 0,4 24-473 0 0,0-20-925 0 0,-2 0 1 0 0,-1 0-1 0 0,-5 46 0 0 0,-5-53-3797 0 0,9-9 2267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6.22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76 0 3209 0 0,'-3'0'205'0'0,"0"1"0"0"0,0-1 0 0 0,-1 1 0 0 0,1 0 1 0 0,0-1-1 0 0,0 1 0 0 0,0 1 0 0 0,0-1 0 0 0,0 0 0 0 0,0 1 1 0 0,0 0-1 0 0,0-1 0 0 0,1 1 0 0 0,-1 0 0 0 0,1 1 0 0 0,-1-1 1 0 0,1 0-1 0 0,0 1 0 0 0,0-1 0 0 0,0 1 0 0 0,0 0 0 0 0,0-1 1 0 0,1 1-1 0 0,-1 0 0 0 0,1 0 0 0 0,0 0 0 0 0,-1 0 0 0 0,2 1 1 0 0,-1-1-1 0 0,0 0 0 0 0,1 0 0 0 0,-1 6 0 0 0,-1 4-107 0 0,1 0-1 0 0,0 1 0 0 0,1-1 0 0 0,1 0 0 0 0,0 0 0 0 0,6 26 1 0 0,-6-38-50 0 0,-1 0 0 0 0,1 0 0 0 0,-1 0 1 0 0,1 0-1 0 0,-1 0 0 0 0,1 0 1 0 0,0 0-1 0 0,0-1 0 0 0,-1 1 0 0 0,1 0 1 0 0,0 0-1 0 0,0-1 0 0 0,0 1 1 0 0,0-1-1 0 0,0 1 0 0 0,0-1 0 0 0,0 1 1 0 0,0-1-1 0 0,0 1 0 0 0,0-1 1 0 0,0 0-1 0 0,0 0 0 0 0,0 0 0 0 0,0 1 1 0 0,0-1-1 0 0,0 0 0 0 0,0 0 1 0 0,1 0-1 0 0,-1-1 0 0 0,1 1 1 0 0,42-7 803 0 0,-28 4-705 0 0,50-3 219 0 0,55-7 145 0 0,-108 10-667 0 0,1 0 0 0 0,-1 0 0 0 0,0-2 0 0 0,0 1 0 0 0,-1-2 0 0 0,20-10 0 0 0,-15-1-2028 0 0,-16 15 1630 0 0,0 0 0 0 0,0 0 1 0 0,0 0-1 0 0,-1 0 0 0 0,1 0 0 0 0,-1-1 1 0 0,1 1-1 0 0,-1 0 0 0 0,0 0 1 0 0,0 0-1 0 0,0 0 0 0 0,0-1 0 0 0,0-2 1 0 0,-1-2-1900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6.59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10 0 4889 0 0,'-5'114'7807'0'0,"1"-55"-8495"0"0,3 1 0 0 0,11 104 0 0 0,-9-158-1665 0 0,-2-10-860 0 0,-2-4 585 0 0,10 10 814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7.01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1 190 2136 0 0,'4'2'4858'0'0,"27"-4"-3167"0"0,0-9-1076 0 0,0-1 0 0 0,0-2 1 0 0,-2-1-1 0 0,45-29 1 0 0,46-23-2612 0 0,-94 53-329 0 0,-12 2-2106 0 0,-10 11 1957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7.47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91 129 552 0 0,'-2'7'264'0'0,"0"-1"0"0"0,1 1-1 0 0,0 0 1 0 0,0 0 0 0 0,1-1 0 0 0,0 1 0 0 0,0 0-1 0 0,1 0 1 0 0,-1-1 0 0 0,4 12 0 0 0,-4-16-192 0 0,1-1 0 0 0,0 1 0 0 0,-1 0 1 0 0,1 0-1 0 0,0 0 0 0 0,0-1 0 0 0,0 1 0 0 0,1 0 1 0 0,-1-1-1 0 0,0 1 0 0 0,0-1 0 0 0,1 0 1 0 0,-1 1-1 0 0,1-1 0 0 0,0 0 0 0 0,-1 0 1 0 0,1 0-1 0 0,0 0 0 0 0,-1 0 0 0 0,1 0 0 0 0,0 0 1 0 0,0-1-1 0 0,0 1 0 0 0,0-1 0 0 0,0 1 1 0 0,0-1-1 0 0,0 0 0 0 0,0 1 0 0 0,0-1 0 0 0,0 0 1 0 0,0-1-1 0 0,0 1 0 0 0,-1 0 0 0 0,1 0 1 0 0,0-1-1 0 0,0 1 0 0 0,0-1 0 0 0,0 0 0 0 0,2-1 1 0 0,5-1 209 0 0,-1-1 1 0 0,1 0-1 0 0,-1 0 0 0 0,0-1 1 0 0,0 0-1 0 0,0-1 1 0 0,-1 0-1 0 0,0 0 1 0 0,0-1-1 0 0,-1 1 1 0 0,9-12-1 0 0,-5 4 62 0 0,0 0 0 0 0,-1 0 0 0 0,-1-1 0 0 0,0 0 0 0 0,8-23 0 0 0,-15 36-318 0 0,0 0 1 0 0,0 0-1 0 0,-1 0 1 0 0,1 0-1 0 0,0 0 1 0 0,-1 0-1 0 0,1 0 0 0 0,-1 0 1 0 0,0 0-1 0 0,0 0 1 0 0,0 0-1 0 0,0 0 1 0 0,0-1-1 0 0,0 1 1 0 0,0 0-1 0 0,-1 0 0 0 0,1 0 1 0 0,-1 0-1 0 0,1 0 1 0 0,-1 0-1 0 0,0 0 1 0 0,-1-2-1 0 0,0 3-57 0 0,1 0 1 0 0,-1 0-1 0 0,1 0 0 0 0,-1 0 0 0 0,1 1 1 0 0,-1-1-1 0 0,0 0 0 0 0,1 1 0 0 0,-1-1 1 0 0,0 1-1 0 0,0 0 0 0 0,0 0 0 0 0,1-1 1 0 0,-1 1-1 0 0,0 0 0 0 0,0 0 0 0 0,1 1 1 0 0,-1-1-1 0 0,-3 1 0 0 0,-7 2-258 0 0,1 0 0 0 0,0 1 0 0 0,0 0-1 0 0,0 1 1 0 0,1 0 0 0 0,-15 9 0 0 0,9-3 37 0 0,7-6 30 0 0,1 0 0 0 0,-1 0 0 0 0,1 1 0 0 0,0 1 0 0 0,1-1 0 0 0,0 1 0 0 0,0 0 0 0 0,0 1-1 0 0,1 0 1 0 0,0 0 0 0 0,-5 9 0 0 0,10-15 196 0 0,1-1-1 0 0,0 1 1 0 0,0 0-1 0 0,0-1 0 0 0,0 1 1 0 0,0 0-1 0 0,0-1 1 0 0,0 1-1 0 0,1 0 1 0 0,-1-1-1 0 0,1 1 1 0 0,-1-1-1 0 0,1 1 1 0 0,-1-1-1 0 0,1 1 1 0 0,0-1-1 0 0,0 1 1 0 0,0-1-1 0 0,0 1 1 0 0,0-1-1 0 0,0 0 1 0 0,0 0-1 0 0,0 0 0 0 0,0 1 1 0 0,2 0-1 0 0,44 32 1212 0 0,-18-14-168 0 0,-24-15-889 0 0,0-1 0 0 0,0 1 0 0 0,-1 0-1 0 0,0 1 1 0 0,0-1 0 0 0,0 1 0 0 0,0 0-1 0 0,-1 0 1 0 0,0 0 0 0 0,0 0 0 0 0,-1 0 0 0 0,1 1-1 0 0,-2 0 1 0 0,1-1 0 0 0,-1 1 0 0 0,0 0-1 0 0,1 11 1 0 0,-3-13-199 0 0,1 1-1 0 0,-1-1 1 0 0,0 1-1 0 0,-1-1 1 0 0,1 0-1 0 0,-1 0 1 0 0,0 0-1 0 0,0 0 1 0 0,-1 0-1 0 0,1 0 1 0 0,-1 0 0 0 0,0-1-1 0 0,-1 1 1 0 0,1-1-1 0 0,-1 0 1 0 0,0 0-1 0 0,0 0 1 0 0,0-1-1 0 0,0 1 1 0 0,-1-1 0 0 0,1 0-1 0 0,-8 4 1 0 0,2-3-32 0 0,0 0 1 0 0,0-1 0 0 0,0 0 0 0 0,0 0 0 0 0,0-1-1 0 0,-1 0 1 0 0,-12 0 0 0 0,-33 6 1546 0 0,53-5 22 0 0,10 0-593 0 0,10-1 149 0 0,11-8-282 0 0,0-2 0 0 0,-1-1-1 0 0,41-20 1 0 0,-62 27-684 0 0,118-59 268 0 0,-76 35-1935 0 0,90-34 0 0 0,-131 58 1378 0 0,-1 1-419 0 0,1-1 1 0 0,0-1 0 0 0,-1 1-1 0 0,0-1 1 0 0,0 0 0 0 0,1-1 0 0 0,-2 1-1 0 0,1-1 1 0 0,8-8 0 0 0,2 1-1490 0 0,9 7-877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7.83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30 0 3169 0 0,'-3'3'361'0'0,"1"1"1"0"0,-1-1-1 0 0,0 1 1 0 0,1-1-1 0 0,0 1 1 0 0,0 0 0 0 0,0 0-1 0 0,1 0 1 0 0,-1 0-1 0 0,1 0 1 0 0,-1 6-1 0 0,0 0-152 0 0,1 0 0 0 0,0 0 0 0 0,1 0 0 0 0,1 15 0 0 0,1-2-168 0 0,2 0 0 0 0,1 0-1 0 0,10 30 1 0 0,-10-33-169 0 0,8 20-267 0 0,-9-34-1751 0 0,-2-20-2492 0 0,-2 4 4954 0 0,1 0 1 0 0,0 0-1 0 0,1 0 0 0 0,0 1 0 0 0,0-1 0 0 0,1 1 1 0 0,1-1-1 0 0,8-17 0 0 0,-10 23-172 0 0,0 1 0 0 0,-1 0 1 0 0,2-1-1 0 0,-1 1 0 0 0,0 0 0 0 0,1 0 0 0 0,-1 0 1 0 0,1 0-1 0 0,0 1 0 0 0,0-1 0 0 0,0 1 0 0 0,0-1 0 0 0,1 1 1 0 0,-1 0-1 0 0,1 1 0 0 0,-1-1 0 0 0,1 0 0 0 0,0 1 1 0 0,-1 0-1 0 0,1 0 0 0 0,0 0 0 0 0,0 0 0 0 0,0 1 1 0 0,0 0-1 0 0,6-1 0 0 0,-3 2-189 0 0,-1-2-1 0 0,1 1 1 0 0,-1-1 0 0 0,1 0 0 0 0,-1 0-1 0 0,1-1 1 0 0,-1 1 0 0 0,8-5-1 0 0,-11 5-168 0 0,1 0-1 0 0,-1 0 0 0 0,0-1 0 0 0,0 0 0 0 0,0 0 0 0 0,0 0 0 0 0,0 0 0 0 0,0 0 0 0 0,-1 0 0 0 0,1-1 0 0 0,-1 1 0 0 0,1-1 0 0 0,-1 0 0 0 0,0 0 0 0 0,0 0 0 0 0,3-6 0 0 0,-6-5-1931 0 0,0 9 655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8.19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50 2817 0 0,'0'7'324'0'0,"1"-1"0"0"0,-1 1 0 0 0,1 0 1 0 0,1-1-1 0 0,-1 0 0 0 0,1 1 0 0 0,0-1 1 0 0,1 0-1 0 0,3 7 0 0 0,-5-10-299 0 0,1-1 1 0 0,-1 1-1 0 0,1-1 1 0 0,0 1-1 0 0,0-1 0 0 0,0 0 1 0 0,0 0-1 0 0,0 0 0 0 0,0 0 1 0 0,0 0-1 0 0,1 0 1 0 0,-1-1-1 0 0,0 1 0 0 0,1-1 1 0 0,0 0-1 0 0,-1 1 0 0 0,1-1 1 0 0,0 0-1 0 0,0-1 1 0 0,-1 1-1 0 0,1 0 0 0 0,0-1 1 0 0,3 1-1 0 0,21 6 667 0 0,-26-6-574 0 0,1 0 0 0 0,-1 0 0 0 0,1 0 0 0 0,-1-1 0 0 0,1 1 0 0 0,-1-1 0 0 0,1 1-1 0 0,0-1 1 0 0,-1 0 0 0 0,1 1 0 0 0,0-1 0 0 0,-1 0 0 0 0,1 0 0 0 0,0 0 0 0 0,0 0 0 0 0,-1-1 0 0 0,1 1-1 0 0,0 0 1 0 0,-1-1 0 0 0,1 1 0 0 0,2-2 0 0 0,137-49 3542 0 0,92-41-2343 0 0,-220 86-1054 0 0,-12 6-439 0 0,-1 0 0 0 0,0 0 0 0 0,1 0 0 0 0,-1 0 0 0 0,0 0 0 0 0,1 0 0 0 0,-1 0 0 0 0,0-1 0 0 0,1 1 1 0 0,-1 0-1 0 0,0 0 0 0 0,1 0 0 0 0,-1 0 0 0 0,0 0 0 0 0,0-1 0 0 0,1 1 0 0 0,-1 0 0 0 0,0 0 0 0 0,0 0 0 0 0,1-1 1 0 0,-1 1-1 0 0,0 0 0 0 0,0-1 0 0 0,1 1 0 0 0,-1 0 0 0 0,0 0 0 0 0,0-1 0 0 0,0 1 0 0 0,0 0 0 0 0,0-1 0 0 0,0 1 0 0 0,0 0 1 0 0,1-1-1 0 0,-1 1 0 0 0,0 0 0 0 0,0-1 0 0 0,0 1 0 0 0,0 0 0 0 0,0-1 0 0 0,0 1 0 0 0,0 0 0 0 0,-1-1 0 0 0,1 1 1 0 0,0 0-1 0 0,0-1 0 0 0,0 1 0 0 0,0 0 0 0 0,0 0 0 0 0,0-1 0 0 0,-1 1 0 0 0,1 0 0 0 0,0-1 0 0 0,0 1 0 0 0,0 0 0 0 0,-1 0 1 0 0,1-1-1 0 0,0 1 0 0 0,0 0 0 0 0,-1 0 0 0 0,1 0 0 0 0,0 0 0 0 0,-1-1 0 0 0,1 1 0 0 0,-1 0 0 0 0,0-2 106 0 0,0-2-2843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0:38.67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 4249 0 0,'1'6'5741'0'0,"2"8"-3677"0"0,2 14-1161 0 0,-2 64 539 0 0,7 67-278 0 0,-8-142-1123 0 0,1 0 0 0 0,1 0 0 0 0,1 0 0 0 0,0-1 0 0 0,1 1 0 0 0,15 28 0 0 0,1-17-567 0 0,-19-25-14 0 0,1 1 0 0 0,-1-1 0 0 0,0 1 0 0 0,0 0 0 0 0,-1 0 0 0 0,1 0 0 0 0,-1 0 0 0 0,0 0 0 0 0,0 1 0 0 0,0-1 0 0 0,0 1 0 0 0,1 8 0 0 0,-9-5-3230 0 0,1-5 2182 0 0,1 8-950 0 0</inkml:trace>
  <inkml:trace contextRef="#ctx0" brushRef="#br0" timeOffset="1">177 756 5601 0 0,'1'1'531'0'0,"0"-1"-1"0"0,0 0 1 0 0,0 1-1 0 0,0-1 0 0 0,0 1 1 0 0,0-1-1 0 0,0 1 1 0 0,0 0-1 0 0,0-1 1 0 0,0 1-1 0 0,0 0 1 0 0,0 0-1 0 0,0 0 1 0 0,-1-1-1 0 0,1 1 0 0 0,0 2 1 0 0,12 7 3894 0 0,-12-11-4484 0 0,0 1 1 0 0,0-1-1 0 0,0 1 1 0 0,0-1-1 0 0,0 0 0 0 0,0 1 1 0 0,-1-1-1 0 0,1 0 1 0 0,0 0-1 0 0,-1 1 1 0 0,1-1-1 0 0,0 0 1 0 0,-1 0-1 0 0,1 0 0 0 0,-1 0 1 0 0,1 0-1 0 0,-1 0 1 0 0,0 0-1 0 0,1 0 1 0 0,-1 0-1 0 0,0 0 1 0 0,0-2-1 0 0,-7-28-10510 0 0,8 25 5842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1:21.01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289 1 344 0 0,'-24'16'12016'0'0,"-23"0"-8070"0"0,32-11-3467 0 0,5-1-429 0 0,-1 1 0 0 0,0 0-1 0 0,1 1 1 0 0,0 0 0 0 0,1 0 0 0 0,-1 1-1 0 0,1 0 1 0 0,0 1 0 0 0,1 0 0 0 0,0 1 0 0 0,0 0-1 0 0,1 0 1 0 0,0 0 0 0 0,1 1 0 0 0,0 0 0 0 0,0 0-1 0 0,1 1 1 0 0,-6 17 0 0 0,2-4-82 0 0,1 1 1 0 0,1 0-1 0 0,1 0 0 0 0,2 1 0 0 0,0-1 1 0 0,2 1-1 0 0,1 37 0 0 0,1-50-11 0 0,2 0-1 0 0,-1 0 1 0 0,2 0 0 0 0,-1-1-1 0 0,2 1 1 0 0,0-1 0 0 0,0 0-1 0 0,1 0 1 0 0,1 0 0 0 0,0 0-1 0 0,8 10 1 0 0,-10-16 14 0 0,-1-1-1 0 0,2-1 1 0 0,-1 1-1 0 0,0 0 1 0 0,1-1-1 0 0,0 0 1 0 0,0 0-1 0 0,0 0 1 0 0,0-1 0 0 0,1 0-1 0 0,-1 0 1 0 0,1 0-1 0 0,0-1 1 0 0,0 0-1 0 0,0 0 1 0 0,0 0-1 0 0,0-1 1 0 0,0 1-1 0 0,1-2 1 0 0,-1 1 0 0 0,0-1-1 0 0,1 0 1 0 0,-1 0-1 0 0,7-1 1 0 0,-1-1-78 0 0,0-1 0 0 0,0 0 0 0 0,0-1 0 0 0,0 0 0 0 0,0-1 0 0 0,-1 0 0 0 0,0 0 0 0 0,0-2 0 0 0,19-13 0 0 0,-24 15-264 0 0,0 0 0 0 0,0-1 0 0 0,-1 1 1 0 0,0-1-1 0 0,0 0 0 0 0,0-1 0 0 0,4-8 1 0 0,-6 10-298 0 0,-1 0 0 0 0,0 0 1 0 0,0 0-1 0 0,-1 0 0 0 0,1-1 1 0 0,-1 1-1 0 0,0 0 0 0 0,-1-1 1 0 0,1 1-1 0 0,-1-1 1 0 0,0-6-1 0 0,-1 0-1434 0 0,1 0 255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1:21.39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7 7 1864 0 0,'0'0'118'0'0,"0"0"-1"0"0,-1 0 0 0 0,1 0 1 0 0,0 0-1 0 0,0 0 0 0 0,-1 0 1 0 0,1 0-1 0 0,0 0 0 0 0,0 0 1 0 0,0 0-1 0 0,-1 0 0 0 0,1 0 1 0 0,0 0-1 0 0,0 0 0 0 0,-1 0 1 0 0,1 1-1 0 0,0-1 0 0 0,0 0 1 0 0,0 0-1 0 0,0 0 0 0 0,-1 0 1 0 0,1 0-1 0 0,0 0 0 0 0,0 1 1 0 0,0-1-1 0 0,0 0 0 0 0,-1 0 1 0 0,1 0-1 0 0,0 1 0 0 0,0-1 1 0 0,0 0-1 0 0,0 0 0 0 0,0 0 1 0 0,0 1-1 0 0,0-1 0 0 0,0 0 1 0 0,0 0-1 0 0,0 0 0 0 0,0 1 1 0 0,0-1-1 0 0,-1 0 0 0 0,2 1 1 0 0,4 11 2275 0 0,-3-10-2201 0 0,-1 0-1 0 0,1-1 1 0 0,-1 1 0 0 0,1 0 0 0 0,0-1-1 0 0,0 1 1 0 0,0-1 0 0 0,0 1-1 0 0,0-1 1 0 0,3 2 0 0 0,-2-3-236 0 0,-1 0 0 0 0,1 1 1 0 0,-1-2-1 0 0,1 1 0 0 0,-1 0 1 0 0,1 0-1 0 0,-1-1 0 0 0,0 1 1 0 0,1-1-1 0 0,-1 0 0 0 0,0 0 1 0 0,1 0-1 0 0,-1 0 0 0 0,0 0 1 0 0,0 0-1 0 0,0-1 0 0 0,4-2 1 0 0,-4 2-689 0 0,0 1 0 0 0,0-1 0 0 0,-1 0 0 0 0,1 0 0 0 0,-1 0 1 0 0,1 0-1 0 0,-1 0 0 0 0,0 0 0 0 0,1 0 0 0 0,0-3 0 0 0,1 0-1459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1:21.81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23 1 2184 0 0,'-8'81'3640'0'0,"-6"124"1408"0"0,14-178-4781 0 0,1-1 0 0 0,1 0 1 0 0,2-1-1 0 0,0 1 1 0 0,14 42-1 0 0,-15-60-256 0 0,0-1 1 0 0,1 1-1 0 0,0-1 1 0 0,0 0-1 0 0,1 0 1 0 0,0 0-1 0 0,6 6 1 0 0,-10-12-118 0 0,0 0 0 0 0,0 0 1 0 0,0 0-1 0 0,0 0 1 0 0,-1 0-1 0 0,1 0 0 0 0,0 0 1 0 0,0 0-1 0 0,1-1 0 0 0,-1 1 1 0 0,0 0-1 0 0,0-1 1 0 0,0 1-1 0 0,0-1 0 0 0,1 1 1 0 0,-1-1-1 0 0,0 1 0 0 0,1-1 1 0 0,-1 0-1 0 0,0 0 0 0 0,0 0 1 0 0,1 1-1 0 0,-1-1 1 0 0,0-1-1 0 0,1 1 0 0 0,-1 0 1 0 0,0 0-1 0 0,1 0 0 0 0,-1-1 1 0 0,0 1-1 0 0,1-1 1 0 0,-1 1-1 0 0,0-1 0 0 0,0 1 1 0 0,0-1-1 0 0,0 0 0 0 0,0 1 1 0 0,1-1-1 0 0,-1 0 0 0 0,0 0 1 0 0,-1 0-1 0 0,1 0 1 0 0,0 0-1 0 0,0 0 0 0 0,0 0 1 0 0,-1 0-1 0 0,1 0 0 0 0,0 0 1 0 0,-1-1-1 0 0,1 1 0 0 0,0-3 1 0 0,6-26-4132 0 0,-6 19 3110 0 0,2-4-424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1:22.22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1 226 4617 0 0,'3'14'4232'0'0,"9"14"-3035"0"0,-3-9-807 0 0,35 88 680 0 0,-30-78-937 0 0,-1 1 0 0 0,-1 1 0 0 0,-2 0 1 0 0,12 64-1 0 0,-23-77-87 0 0,-7-26 58 0 0,-8-29 242 0 0,7 6 74 0 0,1-1 0 0 0,2 0 0 0 0,1 0 0 0 0,-1-53 0 0 0,6 74-336 0 0,0 0 0 0 0,1 1 0 0 0,0-1 0 0 0,1 0 0 0 0,0 0 0 0 0,0 1 0 0 0,1-1 0 0 0,1 1 0 0 0,-1 0 0 0 0,2 0 1 0 0,0 0-1 0 0,0 1 0 0 0,0 0 0 0 0,1 0 0 0 0,1 0 0 0 0,0 0 0 0 0,13-12 0 0 0,-16 17-74 0 0,0 1 0 0 0,1-1 0 0 0,-1 1 1 0 0,1 0-1 0 0,0 1 0 0 0,0-1 0 0 0,0 1 1 0 0,0 0-1 0 0,0 1 0 0 0,0-1 0 0 0,0 1 1 0 0,1 0-1 0 0,-1 0 0 0 0,0 0 0 0 0,10 1 0 0 0,-1 1-526 0 0,-1 1-1 0 0,1 1 1 0 0,0 0-1 0 0,19 7 1 0 0,19 5-4280 0 0,-34-13 82 0 0,-9-2 1450 0 0</inkml:trace>
  <inkml:trace contextRef="#ctx0" brushRef="#br0" timeOffset="1">584 1 2088 0 0,'-9'11'7492'0'0,"1"2"-4836"0"0,-14 18-1450 0 0,8-18-1053 0 0,0 1 1 0 0,2 0-1 0 0,-1 1 1 0 0,2 1 0 0 0,0 0-1 0 0,1 0 1 0 0,1 1 0 0 0,0 0-1 0 0,1 1 1 0 0,-6 22 0 0 0,9-26-161 0 0,2 0 0 0 0,0 0 0 0 0,0 0 1 0 0,2 1-1 0 0,-1-1 0 0 0,2 1 1 0 0,0 0-1 0 0,1-1 0 0 0,0 1 1 0 0,1-1-1 0 0,1 1 0 0 0,0-1 1 0 0,1 0-1 0 0,6 14 0 0 0,-8-23-15 0 0,0 1 0 0 0,1-1 0 0 0,-1 0 0 0 0,1-1 0 0 0,0 1 0 0 0,1 0 0 0 0,-1-1 0 0 0,1 0 0 0 0,0 1 0 0 0,0-2 0 0 0,0 1 0 0 0,0 0 0 0 0,1-1 0 0 0,0 0 0 0 0,-1 0 0 0 0,1 0 0 0 0,0 0 0 0 0,8 2 0 0 0,-6-3-11 0 0,0-1 0 0 0,0 0 0 0 0,0 0 0 0 0,0-1-1 0 0,0 1 1 0 0,1-1 0 0 0,-1-1 0 0 0,0 0 0 0 0,0 0 0 0 0,0 0 0 0 0,0-1-1 0 0,-1 0 1 0 0,9-3 0 0 0,-3 0-312 0 0,-1 0-1 0 0,0 0 1 0 0,-1-1 0 0 0,0-1-1 0 0,1 0 1 0 0,-2 0-1 0 0,16-16 1 0 0,-18 17-387 0 0,-1-1 1 0 0,0-1-1 0 0,0 1 1 0 0,0-1-1 0 0,-1 0 0 0 0,-1 0 1 0 0,1-1-1 0 0,-1 0 1 0 0,5-16-1 0 0,-3-2-933 0 0,0 3-308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1:23.04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11 0 1992 0 0,'-8'7'6607'0'0,"6"10"-3637"0"0,5 24-1882 0 0,-2-31-399 0 0,8 61-223 0 0,3 0 0 0 0,3-1 0 0 0,3 0 0 0 0,3-2 0 0 0,46 103 0 0 0,-59-152-365 0 0,-4-8 35 0 0,0 0 1 0 0,0-1-1 0 0,2 0 0 0 0,-1 0 1 0 0,10 13-1 0 0,-14-26-30 0 0,1 1 0 0 0,0 0-1 0 0,0 0 1 0 0,0 0 0 0 0,0 0 0 0 0,1 0 0 0 0,-1 0-1 0 0,1 0 1 0 0,-1 1 0 0 0,1-1 0 0 0,-1 1 0 0 0,1 0-1 0 0,0 0 1 0 0,4-1 0 0 0,31 13-82 0 0,-2 0 64 0 0,-34-11-91 0 0,0-1 1 0 0,0 0-1 0 0,-1 1 0 0 0,1-1 1 0 0,0 0-1 0 0,-1 0 0 0 0,1 0 1 0 0,-1 0-1 0 0,1 0 1 0 0,-1 0-1 0 0,1-1 0 0 0,-1 1 1 0 0,0 0-1 0 0,0-1 0 0 0,1 1 1 0 0,-1-1-1 0 0,0 0 0 0 0,-1 1 1 0 0,1-1-1 0 0,1-2 0 0 0,14-36 50 0 0,-11 16 68 0 0,-1 0 1 0 0,-1 0-1 0 0,-1 0 1 0 0,-1 0 0 0 0,-1-1-1 0 0,-7-46 1 0 0,-38-144 755 0 0,38 187-826 0 0,30 95-55 0 0,57 115 0 0 0,-71-165-34 0 0,0-1 0 0 0,1 0-1 0 0,16 19 1 0 0,-21-29 18 0 0,0-1-1 0 0,0 1 1 0 0,0-1-1 0 0,1 0 1 0 0,-1-1-1 0 0,1 1 1 0 0,0-1-1 0 0,1 0 1 0 0,-1-1 0 0 0,1 1-1 0 0,10 2 1 0 0,-14-5-18 0 0,0-1 1 0 0,-1 0-1 0 0,1 0 0 0 0,0 0 1 0 0,0 0-1 0 0,0 0 1 0 0,0-1-1 0 0,0 1 1 0 0,0-1-1 0 0,0 0 1 0 0,-1 0-1 0 0,1 0 1 0 0,0 0-1 0 0,0 0 1 0 0,-1-1-1 0 0,1 1 1 0 0,-1-1-1 0 0,0 0 0 0 0,1 0 1 0 0,-1 1-1 0 0,0-2 1 0 0,0 1-1 0 0,0 0 1 0 0,0 0-1 0 0,0-1 1 0 0,-1 1-1 0 0,3-5 1 0 0,0 0-306 0 0,0 1 1 0 0,-1-1 0 0 0,0 0-1 0 0,0 0 1 0 0,0 0 0 0 0,-1 0-1 0 0,0 0 1 0 0,-1 0 0 0 0,2-15-1 0 0,-13-141-11799 0 0,11 140 9653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1:23.43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60 49 1720 0 0,'-7'-11'2882'0'0,"-12"-18"1250"0"0,19 29-3986 0 0,-1-1 0 0 0,1 0 0 0 0,-1 1 1 0 0,1-1-1 0 0,-1 1 0 0 0,1-1 0 0 0,-1 1 0 0 0,0-1 1 0 0,1 1-1 0 0,-1-1 0 0 0,0 1 0 0 0,1 0 1 0 0,-1-1-1 0 0,0 1 0 0 0,1 0 0 0 0,-1 0 1 0 0,0-1-1 0 0,0 1 0 0 0,1 0 0 0 0,-1 0 1 0 0,0 0-1 0 0,0 0 0 0 0,0 0 0 0 0,1 0 0 0 0,-1 0 1 0 0,0 0-1 0 0,0 0 0 0 0,1 0 0 0 0,-1 1 1 0 0,0-1-1 0 0,0 0 0 0 0,1 0 0 0 0,-2 1 1 0 0,1 0-40 0 0,0 0 1 0 0,0 0 0 0 0,1 1 0 0 0,-1-1-1 0 0,0 0 1 0 0,0 0 0 0 0,1 1 0 0 0,-1-1-1 0 0,1 0 1 0 0,-1 1 0 0 0,1-1 0 0 0,0 1-1 0 0,-1-1 1 0 0,1 1 0 0 0,0-1 0 0 0,0 1-1 0 0,0-1 1 0 0,0 0 0 0 0,0 1 0 0 0,0-1 0 0 0,0 1-1 0 0,1 2 1 0 0,11 38 622 0 0,-9-30-399 0 0,37 118-160 0 0,94 204 1 0 0,-128-320-508 0 0,-4-6-104 0 0,1-1 1 0 0,0 1-1 0 0,1-1 1 0 0,-1 0 0 0 0,1 0-1 0 0,1-1 1 0 0,-1 1-1 0 0,1-1 1 0 0,11 11-1 0 0,-16-17 331 0 0,1 0-1 0 0,-1 0 0 0 0,0 0 0 0 0,1 1 0 0 0,-1-1 0 0 0,1 0 0 0 0,-1 0 0 0 0,0 0 0 0 0,1 0 1 0 0,-1 0-1 0 0,1 0 0 0 0,-1 0 0 0 0,1 1 0 0 0,-1-1 0 0 0,1-1 0 0 0,-1 1 0 0 0,0 0 1 0 0,1 0-1 0 0,-1 0 0 0 0,1 0 0 0 0,-1 0 0 0 0,1 0 0 0 0,-1 0 0 0 0,0-1 0 0 0,1 1 0 0 0,-1 0 1 0 0,1 0-1 0 0,-1-1 0 0 0,0 1 0 0 0,1 0 0 0 0,-1 0 0 0 0,0-1 0 0 0,1 1 0 0 0,-1 0 0 0 0,0-1 1 0 0,0 1-1 0 0,1 0 0 0 0,-1-1 0 0 0,0 1 0 0 0,0-1 0 0 0,0 1 0 0 0,1-1 0 0 0,-1 1 1 0 0,0-1-1 0 0,6-7-2463 0 0,7 8-679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1:23.91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172 59 4729 0 0,'-2'5'5382'0'0,"-10"-2"-3040"0"0,-15-2-319 0 0,23-2-1821 0 0,-1 0 0 0 0,1 0-1 0 0,-1 1 1 0 0,0 0-1 0 0,0 0 1 0 0,1 0 0 0 0,-1 0-1 0 0,0 1 1 0 0,1 0-1 0 0,-1-1 1 0 0,0 2 0 0 0,-4 1-1 0 0,6-1-188 0 0,0 0 0 0 0,0 0 0 0 0,0 1 0 0 0,0-1 0 0 0,0 1 0 0 0,0 0 0 0 0,1-1 0 0 0,-1 1 0 0 0,1 1 0 0 0,0-1 0 0 0,0 0 0 0 0,0 0 0 0 0,0 1 0 0 0,1-1 0 0 0,-3 8 0 0 0,-2 7-187 0 0,1 0 0 0 0,1 0 0 0 0,0 1 0 0 0,1-1 0 0 0,2 1 0 0 0,-1 0 0 0 0,2-1 0 0 0,3 32 0 0 0,-2-42 98 0 0,1 0-1 0 0,0 0 0 0 0,0-1 1 0 0,0 1-1 0 0,1-1 0 0 0,0 0 1 0 0,0 1-1 0 0,1-1 1 0 0,0 0-1 0 0,6 8 0 0 0,-6-12 47 0 0,-1 1-1 0 0,1 0 1 0 0,0-1-1 0 0,0 0 1 0 0,0 0-1 0 0,0 0 1 0 0,1 0-1 0 0,-1-1 1 0 0,1 1-1 0 0,-1-1 1 0 0,1 0-1 0 0,0-1 1 0 0,0 1-1 0 0,0-1 1 0 0,0 0-1 0 0,0 0 1 0 0,7 0-1 0 0,-8-1 33 0 0,1 0 1 0 0,0 0-1 0 0,-1 0 0 0 0,1 0 1 0 0,0-1-1 0 0,-1 1 0 0 0,1-1 0 0 0,-1-1 1 0 0,1 1-1 0 0,-1 0 0 0 0,1-1 1 0 0,-1 0-1 0 0,0 0 0 0 0,0-1 1 0 0,0 1-1 0 0,0-1 0 0 0,5-4 1 0 0,-4 2 16 0 0,-1-1 1 0 0,1 1 0 0 0,-1-1 0 0 0,0 0 0 0 0,-1 0 0 0 0,1 0 0 0 0,-1 0 0 0 0,0-1 0 0 0,-1 0 0 0 0,3-10 0 0 0,0-7 133 0 0,-1 0 1 0 0,-1 0-1 0 0,-1-1 1 0 0,-2 0-1 0 0,-3-35 1 0 0,3 42 85 0 0,-1 1 1 0 0,-1 0-1 0 0,-1-1 1 0 0,0 1-1 0 0,-2 0 1 0 0,0 1 0 0 0,-13-31-1 0 0,34 97 428 0 0,-8-18-639 0 0,-1-14-276 0 0,0 0 1 0 0,2-1 0 0 0,0 0-1 0 0,0 0 1 0 0,2-1 0 0 0,0 0-1 0 0,1-1 1 0 0,0 0-1 0 0,1-1 1 0 0,1-1 0 0 0,0 0-1 0 0,1 0 1 0 0,17 9-1 0 0,-26-18-169 0 0,0-2 0 0 0,1 1 0 0 0,0-1 0 0 0,-1 1 0 0 0,1-2 0 0 0,0 1 0 0 0,9 0 0 0 0,-14-2 193 0 0,0 1 1 0 0,0-1-1 0 0,0 0 0 0 0,0 0 0 0 0,0 0 1 0 0,0 0-1 0 0,0 0 0 0 0,0-1 1 0 0,0 1-1 0 0,0-1 0 0 0,0 1 0 0 0,0-1 1 0 0,0 0-1 0 0,0 1 0 0 0,0-1 0 0 0,0 0 1 0 0,-1 0-1 0 0,1-1 0 0 0,0 1 0 0 0,-1 0 1 0 0,1 0-1 0 0,-1-1 0 0 0,1 1 0 0 0,-1-1 1 0 0,0 0-1 0 0,1 1 0 0 0,-1-1 0 0 0,2-3 1 0 0,2-11-1454 0 0,6 3-434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01:24.26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38 118 2441 0 0,'-37'-105'7881'0'0,"47"148"-3907"0"0,-2-5-3591 0 0,14 22 85 0 0,38 74 1 0 0,19 49-240 0 0,-78-181-220 0 0,0-1 1 0 0,-1 1 0 0 0,1-1 0 0 0,0 1-1 0 0,-1-1 1 0 0,0 1 0 0 0,1-1-1 0 0,-1 1 1 0 0,0 0 0 0 0,0-1-1 0 0,0 1 1 0 0,0-1 0 0 0,0 1 0 0 0,0 0-1 0 0,-1-1 1 0 0,1 1 0 0 0,0-1-1 0 0,-1 1 1 0 0,0-1 0 0 0,0 3-1 0 0,-8-7 195 0 0,-2-18-47 0 0,5 0 65 0 0,1 1 0 0 0,1-1 0 0 0,0 0 0 0 0,2 0 0 0 0,1 0 0 0 0,0 0 0 0 0,2-1-1 0 0,0 1 1 0 0,1 0 0 0 0,2 0 0 0 0,0 1 0 0 0,1-1 0 0 0,14-36 0 0 0,-15 50-149 0 0,1 0 0 0 0,-1 1 0 0 0,1-1 0 0 0,1 1-1 0 0,-1 0 1 0 0,1 0 0 0 0,0 1 0 0 0,1 0 0 0 0,-1 0 0 0 0,1 1 0 0 0,0-1-1 0 0,13-5 1 0 0,11-4 41 0 0,53-16 0 0 0,-80 28-107 0 0,18-4-240 0 0,-1 0 0 0 0,1 1-1 0 0,0 1 1 0 0,0 1 0 0 0,0 1 0 0 0,0 1 0 0 0,0 1 0 0 0,0 1 0 0 0,34 5 0 0 0,-32 3-2895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3T02:24:49.99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54,'1903'0,"-1657"-14,10 1,18 0,0 0,562 14,-808-1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3T02:25:15.90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1 110,'662'0,"-618"-3,1-2,-1-2,0-2,60-20,-50 13,1 3,58-7,327 12,-238 12,157 9,11 1,270-15,-587-4,-31-1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2:14.3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0 300 3585 0 0,'27'-13'933'0'0,"0"0"0"0"0,1 2 0 0 0,1 2 1 0 0,29-7-1 0 0,5-3-459 0 0,84-21 98 0 0,45-16-2098 0 0,-165 46 971 0 0,0-1 0 0 0,-1-1 0 0 0,0-1 0 0 0,43-32 0 0 0,-68 45 499 0 0,-1 0 1 0 0,1 0 0 0 0,0-1 0 0 0,-1 1-1 0 0,1 0 1 0 0,-1-1 0 0 0,1 1 0 0 0,-1 0-1 0 0,1-1 1 0 0,-1 1 0 0 0,1-1 0 0 0,-1 1-1 0 0,1-1 1 0 0,-1 1 0 0 0,1-1 0 0 0,-1 1-1 0 0,0-1 1 0 0,1 0 0 0 0,-1 1 0 0 0,0-1-1 0 0,0 1 1 0 0,1-1 0 0 0,-1 0 0 0 0,0 1-1 0 0,0-1 1 0 0,0 0 0 0 0,0 1 0 0 0,0-1-1 0 0,0 0 1 0 0,0 1 0 0 0,0-1 0 0 0,0 0-1 0 0,0 1 1 0 0,0-1 0 0 0,-1 0 0 0 0,1 1-1 0 0,0-1 1 0 0,0 0 0 0 0,-1 1 0 0 0,1-1-1 0 0,0 1 1 0 0,-1-1 0 0 0,1 1 0 0 0,0-1-1 0 0,-1 0 1 0 0,1 1 0 0 0,-1 0 0 0 0,0-2-1 0 0,-6-2-1648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2:14.6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163 1 2977 0 0,'27'39'4462'0'0,"3"6"-3111"0"0,6 38-756 0 0,-3 2 0 0 0,-4 1 0 0 0,24 125 0 0 0,-34-87 540 0 0,-18-111-942 0 0,0 0-1 0 0,-1 0 0 0 0,0 0 1 0 0,-2 0-1 0 0,1 0 1 0 0,-1 0-1 0 0,-7 19 0 0 0,9-30-139 0 0,-1 1 1 0 0,0-1-1 0 0,0 1 0 0 0,0-1 0 0 0,0 0 0 0 0,-1 0 0 0 0,1 1 1 0 0,-1-1-1 0 0,1 0 0 0 0,-1 0 0 0 0,0 0 0 0 0,0-1 0 0 0,0 1 1 0 0,0 0-1 0 0,0-1 0 0 0,0 1 0 0 0,0-1 0 0 0,0 0 1 0 0,-1 1-1 0 0,1-1 0 0 0,-4 1 0 0 0,2-2-36 0 0,0 1 1 0 0,0-1-1 0 0,0 0 0 0 0,0 0 0 0 0,0 0 1 0 0,0-1-1 0 0,0 1 0 0 0,0-1 1 0 0,0 0-1 0 0,1 0 0 0 0,-1 0 1 0 0,-5-3-1 0 0,-10-6-138 0 0,0-1 0 0 0,1 0-1 0 0,1-1 1 0 0,-19-16 0 0 0,29 22 87 0 0,-16-13-401 0 0,1-1 0 0 0,-32-38-1 0 0,45 47-74 0 0,1 1-1 0 0,1-1 0 0 0,0 0 1 0 0,0 0-1 0 0,1-1 1 0 0,1 0-1 0 0,0 0 0 0 0,-6-21 1 0 0,11 31 154 0 0,-1-1 0 0 0,1 0 0 0 0,-1 0 1 0 0,1 0-1 0 0,0 0 0 0 0,0 1 0 0 0,1-1 0 0 0,-1 0 1 0 0,1 0-1 0 0,-1 0 0 0 0,1 0 0 0 0,0 1 0 0 0,0-1 1 0 0,1-3-1 0 0,5-7-2053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2:15.3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71 729 1136 0 0,'0'2'191'0'0,"-1"-1"0"0"0,1 1 0 0 0,0-1 0 0 0,-1 1-1 0 0,1-1 1 0 0,0 0 0 0 0,0 1 0 0 0,0-1 0 0 0,1 1 0 0 0,-1-1 0 0 0,0 1-1 0 0,0-1 1 0 0,1 1 0 0 0,-1-1 0 0 0,1 2 0 0 0,-4-25 3766 0 0,-12-25-3114 0 0,2 0 0 0 0,2-2 0 0 0,-8-84 0 0 0,9-150-599 0 0,10 267-183 0 0,2-61 222 0 0,-1 70-249 0 0,0 1 0 0 0,0 0 1 0 0,0 0-1 0 0,1 0 0 0 0,0 0 0 0 0,0 0 0 0 0,0 0 0 0 0,1 1 0 0 0,5-10 0 0 0,-7 14-31 0 0,0 0-1 0 0,0 0 1 0 0,0 0 0 0 0,0 1 0 0 0,0-1-1 0 0,0 0 1 0 0,1 1 0 0 0,-1-1-1 0 0,0 0 1 0 0,0 1 0 0 0,1-1 0 0 0,-1 1-1 0 0,0 0 1 0 0,0-1 0 0 0,1 1-1 0 0,-1 0 1 0 0,0 0 0 0 0,1 0 0 0 0,-1 0-1 0 0,0 0 1 0 0,1 0 0 0 0,-1 0-1 0 0,0 0 1 0 0,1 1 0 0 0,-1-1 0 0 0,0 1-1 0 0,0-1 1 0 0,1 1 0 0 0,-1-1-1 0 0,0 1 1 0 0,0-1 0 0 0,0 1-1 0 0,0 0 1 0 0,0 0 0 0 0,0 0 0 0 0,0-1-1 0 0,2 3 1 0 0,35 36 210 0 0,-10 5-11 0 0,-2 0 1 0 0,-2 2-1 0 0,-2 1 0 0 0,28 83 0 0 0,-21-52-53 0 0,-16-47-197 0 0,20 58 333 0 0,-31-83-508 0 0,0 1 0 0 0,0-1 0 0 0,-1 1-1 0 0,0 0 1 0 0,-1-1 0 0 0,1 1-1 0 0,-1 0 1 0 0,-1 0 0 0 0,1-1-1 0 0,-3 12 1 0 0,2-16 35 0 0,1 0-1 0 0,-1-1 1 0 0,0 1-1 0 0,0 0 1 0 0,0-1 0 0 0,0 1-1 0 0,0-1 1 0 0,0 1-1 0 0,0-1 1 0 0,0 0-1 0 0,-1 1 1 0 0,1-1-1 0 0,-1 0 1 0 0,1 0 0 0 0,-1 0-1 0 0,1 0 1 0 0,-1 0-1 0 0,1 0 1 0 0,-1-1-1 0 0,0 1 1 0 0,1 0 0 0 0,-1-1-1 0 0,0 1 1 0 0,0-1-1 0 0,0 0 1 0 0,1 1-1 0 0,-1-1 1 0 0,0 0 0 0 0,0 0-1 0 0,0 0 1 0 0,1-1-1 0 0,-1 1 1 0 0,0 0-1 0 0,0-1 1 0 0,0 1-1 0 0,-3-2 1 0 0,-4-2-1119 0 0,10 10-887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2:15.7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0 225 4689 0 0,'33'-4'3370'0'0,"-19"3"-2770"0"0,-11 0-530 0 0,228-41 1735 0 0,-201 34-2604 0 0,0 0 0 0 0,0-3 0 0 0,-1 0-1 0 0,0-2 1 0 0,38-23 0 0 0,-61 32 518 0 0,0-1-1 0 0,0 1 1 0 0,0-1 0 0 0,-1 0 0 0 0,0-1 0 0 0,0 1 0 0 0,0-1 0 0 0,0 0 0 0 0,-1 0 0 0 0,0-1 0 0 0,4-9 0 0 0,0 1-1445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2:16.1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1 139 3665 0 0,'11'18'3952'0'0,"9"14"-2708"0"0,-7-4-479 0 0,114 235 2580 0 0,-109-234-2969 0 0,0 0 1 0 0,2-1-1 0 0,1-1 1 0 0,1-1-1 0 0,2-1 1 0 0,39 33-1 0 0,-60-56-271 0 0,-1 1 0 0 0,0-1 0 0 0,1-1 0 0 0,0 1 0 0 0,-1 0 0 0 0,1-1 0 0 0,0 1 0 0 0,0-1 0 0 0,0 0 0 0 0,0 0 0 0 0,0 0 0 0 0,0 0 0 0 0,0-1 0 0 0,0 1 0 0 0,0-1 0 0 0,4 0 0 0 0,-5 0-35 0 0,-1-1-1 0 0,1 0 1 0 0,-1 0-1 0 0,1 0 0 0 0,-1 0 1 0 0,1 0-1 0 0,-1 0 1 0 0,1 0-1 0 0,-1 0 1 0 0,0-1-1 0 0,0 1 1 0 0,0 0-1 0 0,0-1 1 0 0,0 1-1 0 0,0-1 1 0 0,0 1-1 0 0,0-1 0 0 0,0 0 1 0 0,-1 1-1 0 0,1-1 1 0 0,-1 0-1 0 0,1 0 1 0 0,-1 1-1 0 0,0-1 1 0 0,1 0-1 0 0,-1 0 1 0 0,0 0-1 0 0,-1-2 0 0 0,3-49 110 0 0,-2-1-1 0 0,-3 1 0 0 0,-2-1 0 0 0,-19-80 1 0 0,8 41-169 0 0,9 45-159 0 0,1 6-749 0 0,-1 1-1 0 0,-21-66 0 0 0,33 139-9543 0 0,14 2 7124 0 0,-6-15 664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2:16.5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154 944 4697 0 0,'-2'2'169'0'0,"1"0"0"0"0,-1-1 0 0 0,1 1 0 0 0,-1 0 0 0 0,0-1 0 0 0,0 1 0 0 0,1-1 0 0 0,-1 0 0 0 0,0 0 0 0 0,0 0 0 0 0,0 0 0 0 0,-1 0 0 0 0,1 0 0 0 0,0 0 0 0 0,0 0 0 0 0,0-1 0 0 0,-1 0 0 0 0,1 1 0 0 0,0-1 0 0 0,-1 0 0 0 0,1 0 0 0 0,0 0 0 0 0,-1 0 0 0 0,1 0 0 0 0,0-1 0 0 0,0 1 0 0 0,-1-1 0 0 0,1 1 0 0 0,0-1 0 0 0,0 0-1 0 0,0 0 1 0 0,0 0 0 0 0,0 0 0 0 0,0 0 0 0 0,0-1 0 0 0,0 1 0 0 0,-3-4 0 0 0,-2-2-42 0 0,1 0 0 0 0,1-1 0 0 0,-1 0 0 0 0,1 0 0 0 0,0-1 0 0 0,1 1 0 0 0,0-1 0 0 0,1 0-1 0 0,0 0 1 0 0,0 0 0 0 0,0 0 0 0 0,0-12 0 0 0,-3-18 42 0 0,-1-61-1 0 0,4-3 150 0 0,4-1-1 0 0,23-157 1 0 0,-20 235-183 0 0,2 0 0 0 0,16-40 0 0 0,-19 57-120 0 0,0 1-1 0 0,1-1 1 0 0,0 1 0 0 0,1 0 0 0 0,0 0 0 0 0,0 0 0 0 0,1 1-1 0 0,0 0 1 0 0,0 0 0 0 0,14-12 0 0 0,-18 18-12 0 0,-1 0 0 0 0,1 1 0 0 0,-1-1 0 0 0,1 1 1 0 0,0-1-1 0 0,-1 1 0 0 0,1-1 0 0 0,-1 1 0 0 0,1 0 0 0 0,0 0 1 0 0,-1 0-1 0 0,1 0 0 0 0,0 0 0 0 0,-1 0 0 0 0,1 0 0 0 0,0 1 0 0 0,-1-1 1 0 0,1 1-1 0 0,-1-1 0 0 0,1 1 0 0 0,0-1 0 0 0,-1 1 0 0 0,0 0 1 0 0,1 0-1 0 0,-1 0 0 0 0,1 0 0 0 0,-1 0 0 0 0,0 0 0 0 0,0 0 1 0 0,1 0-1 0 0,-1 0 0 0 0,0 1 0 0 0,0-1 0 0 0,0 0 0 0 0,0 2 1 0 0,7 9 42 0 0,0-1 0 0 0,-1 1 1 0 0,7 15-1 0 0,-8-16-17 0 0,153 351 341 0 0,-72-113 87 0 0,-55-138-65 0 0,-30-99-580 0 0,0 0 1 0 0,0 1 0 0 0,-1-1 0 0 0,-1 1 0 0 0,0-1 0 0 0,-1 0-1 0 0,-2 16 1 0 0,3-27 81 0 0,0-1 0 0 0,0 1 0 0 0,0 0 0 0 0,-1 0 0 0 0,1 0 0 0 0,0 0 0 0 0,-1 0 0 0 0,1 0 0 0 0,0 0 0 0 0,-1-1 0 0 0,1 1-1 0 0,-1 0 1 0 0,1 0 0 0 0,-1 0 0 0 0,0-1 0 0 0,1 1 0 0 0,-1 0 0 0 0,0-1 0 0 0,1 1 0 0 0,-1-1 0 0 0,0 1 0 0 0,0-1 0 0 0,1 1 0 0 0,-1-1 0 0 0,0 1 0 0 0,0-1 0 0 0,0 0 0 0 0,0 1 0 0 0,0-1 0 0 0,0 0-1 0 0,0 0 1 0 0,-1 0 0 0 0,-1 0-151 0 0,0 0 0 0 0,1-1 0 0 0,-1 0 0 0 0,0 0 0 0 0,0 1 0 0 0,0-2-1 0 0,1 1 1 0 0,-1 0 0 0 0,0-1 0 0 0,-3-2 0 0 0,-6-4-627 0 0,1-1 0 0 0,0 0-1 0 0,-12-13 1 0 0,-23-30-1339 0 0,23 24 300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2:16.9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69 3969 0 0,'5'5'337'0'0,"-1"0"1"0"0,2 0 0 0 0,-1-1-1 0 0,0 0 1 0 0,1 0 0 0 0,0-1-1 0 0,-1 1 1 0 0,2-1 0 0 0,-1-1-1 0 0,0 1 1 0 0,0-1 0 0 0,1 0-1 0 0,-1 0 1 0 0,1-1-1 0 0,0 0 1 0 0,-1 0 0 0 0,1 0-1 0 0,0-1 1 0 0,0 0 0 0 0,9-2-1 0 0,17-1 522 0 0,-1-1 0 0 0,58-17 0 0 0,-80 19-725 0 0,35-8-22 0 0,54-17-440 0 0,-92 25-562 0 0,0-1 0 0 0,0-1 0 0 0,0 1 1 0 0,0-1-1 0 0,11-9 0 0 0,-10-1-2873 0 0,-7 5 599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18.3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1 5505 0 0,'0'7'1272'0'0,"-2"1"-127"0"0,2 4 15 0 0,-1 2-40 0 0,-1 0-256 0 0,4 2-183 0 0,-1 1-249 0 0,1 0-136 0 0,0 2-120 0 0,0 0-96 0 0,-2 2-128 0 0,1-4-240 0 0,1 1-352 0 0,0-3-393 0 0,-2-1-375 0 0,1-2-264 0 0,-2-3-305 0 0,15 15-1720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18.7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1 115 5001 0 0,'8'-1'1589'0'0,"0"1"1"0"0,0-1-1 0 0,-1-1 1 0 0,16-4-1 0 0,61-29-596 0 0,-30 11-1251 0 0,-49 22 130 0 0,16-7-1771 0 0,0 2 1 0 0,35-8-1 0 0,-43 8-797 0 0,-8 3 1183 0 0,3 3-1249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19.1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46 3905 0 0,'-3'5'561'0'0,"0"0"1"0"0,0 1 0 0 0,1 0-1 0 0,0-1 1 0 0,0 1-1 0 0,0 0 1 0 0,1 0 0 0 0,0 0-1 0 0,0 0 1 0 0,0 12-1 0 0,1-15-446 0 0,1-1-1 0 0,-1 0 0 0 0,0 0 0 0 0,1 1 1 0 0,-1-1-1 0 0,1 0 0 0 0,0 0 1 0 0,0 0-1 0 0,0 0 0 0 0,0 0 0 0 0,0 0 1 0 0,0 0-1 0 0,1 0 0 0 0,-1 0 0 0 0,1 0 1 0 0,-1-1-1 0 0,1 1 0 0 0,0-1 0 0 0,-1 1 1 0 0,1-1-1 0 0,0 0 0 0 0,0 1 1 0 0,0-1-1 0 0,0 0 0 0 0,0 0 0 0 0,0-1 1 0 0,0 1-1 0 0,1 0 0 0 0,-1-1 0 0 0,0 1 1 0 0,4 0-1 0 0,6 0 57 0 0,-1 0 1 0 0,1 0-1 0 0,0-1 0 0 0,-1-1 1 0 0,1 0-1 0 0,0 0 0 0 0,18-6 1 0 0,-23 6-81 0 0,-1-1 1 0 0,0 0 0 0 0,0-1-1 0 0,0 1 1 0 0,0-1 0 0 0,-1 0 0 0 0,1 0-1 0 0,-1-1 1 0 0,0 0 0 0 0,0 0-1 0 0,0 0 1 0 0,0-1 0 0 0,-1 1-1 0 0,0-1 1 0 0,6-8 0 0 0,-9 12-63 0 0,-1 0 1 0 0,1-1 0 0 0,0 1-1 0 0,-1 0 1 0 0,1 0-1 0 0,-1 0 1 0 0,1-1 0 0 0,-1 1-1 0 0,0 0 1 0 0,0 0-1 0 0,1-1 1 0 0,-1 1-1 0 0,0 0 1 0 0,0-1 0 0 0,0 1-1 0 0,-1 0 1 0 0,1-1-1 0 0,0 1 1 0 0,0 0-1 0 0,-1 0 1 0 0,1-1 0 0 0,0 1-1 0 0,-1 0 1 0 0,-1-2-1 0 0,0 0-7 0 0,1 1-1 0 0,-1 0 0 0 0,0 0 0 0 0,0 0 0 0 0,-1 0 0 0 0,1 1 0 0 0,0-1 1 0 0,-1 1-1 0 0,1-1 0 0 0,-1 1 0 0 0,-2-1 0 0 0,-4-2-196 0 0,1 2-1 0 0,0-1 1 0 0,-1 1-1 0 0,0 1 1 0 0,1-1 0 0 0,-16 1-1 0 0,-49 14-3767 0 0,24-2-3138 0 0,39-8 3347 0 0</inkml:trace>
  <inkml:trace contextRef="#ctx0" brushRef="#br0" timeOffset="1">157 1 5689 0 0,'-3'12'1982'0'0,"1"0"0"0"0,1 0 0 0 0,-1 21 1 0 0,9 30 918 0 0,2-32-4451 0 0,1 0-1 0 0,16 32 1 0 0,-25-61 1425 0 0,-1-2 14 0 0,0 0 0 0 0,0 1 0 0 0,1-1 1 0 0,-1 0-1 0 0,0 0 0 0 0,0 1 1 0 0,0-1-1 0 0,0 0 0 0 0,0 0 0 0 0,0 1 1 0 0,0-1-1 0 0,1 0 0 0 0,-1 1 1 0 0,0-1-1 0 0,0 0 0 0 0,0 1 1 0 0,0-1-1 0 0,0 0 0 0 0,-1 1 0 0 0,1-1 1 0 0,0 0-1 0 0,0 0 0 0 0,0 1 1 0 0,0-1-1 0 0,0 0 0 0 0,0 1 0 0 0,0-1 1 0 0,0 0-1 0 0,-1 0 0 0 0,1 1 1 0 0,0-1-1 0 0,0 0 0 0 0,0 0 1 0 0,-1 0-1 0 0,1 1 0 0 0,0-1 0 0 0,0 0 1 0 0,-1 0-1 0 0,1 0 0 0 0,0 1 1 0 0,-1-1-1 0 0,-3 4-2277 0 0,6 2-837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19.5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18 303 2545 0 0,'-1'0'377'0'0,"0"1"0"0"0,0-1 0 0 0,0 1 0 0 0,0 0 0 0 0,0-1 1 0 0,0 1-1 0 0,0 0 0 0 0,0-1 0 0 0,1 1 0 0 0,-1 0 0 0 0,0 0 1 0 0,0 0-1 0 0,1 0 0 0 0,-1 0 0 0 0,0 0 0 0 0,1 0 0 0 0,-1 0 1 0 0,1 0-1 0 0,-1 0 0 0 0,1 0 0 0 0,0 0 0 0 0,-1 1 0 0 0,1-1 1 0 0,0 0-1 0 0,0 0 0 0 0,0 0 0 0 0,0 0 0 0 0,0 1 1 0 0,0 1-1 0 0,1-2-122 0 0,1 0 1 0 0,-1 1-1 0 0,1-1 0 0 0,-1 0 1 0 0,1 0-1 0 0,0-1 1 0 0,-1 1-1 0 0,1 0 0 0 0,0 0 1 0 0,0-1-1 0 0,-1 1 1 0 0,1-1-1 0 0,0 0 1 0 0,0 1-1 0 0,0-1 0 0 0,0 0 1 0 0,0 0-1 0 0,-1 0 1 0 0,4-1-1 0 0,16 0 319 0 0,0-2-1 0 0,0 0 1 0 0,-1-2-1 0 0,1 0 1 0 0,34-15-1 0 0,24-5-2397 0 0,-65 21-80 0 0,0 1 0 0 0,0 1 0 0 0,27-1 0 0 0,-41 3 1625 0 0,1 0 0 0 0,0 0 0 0 0,0 1 0 0 0,0-1 0 0 0,-1 0-1 0 0,1 0 1 0 0,0 0 0 0 0,0-1 0 0 0,0 1 0 0 0,-1 0 0 0 0,1 0-1 0 0,0 0 1 0 0,0-1 0 0 0,-1 1 0 0 0,1 0 0 0 0,0-1 0 0 0,0 1-1 0 0,-1 0 1 0 0,1-1 0 0 0,0 1 0 0 0,-1-1 0 0 0,1 1-1 0 0,0-2 1 0 0,2-1-1672 0 0,6 2-1407 0 0</inkml:trace>
  <inkml:trace contextRef="#ctx0" brushRef="#br0" timeOffset="1">354 0 5249 0 0,'-1'1'417'0'0,"0"-1"-1"0"0,0 1 1 0 0,0 0 0 0 0,1-1-1 0 0,-1 1 1 0 0,0 0 0 0 0,0 0-1 0 0,1-1 1 0 0,-1 1-1 0 0,0 0 1 0 0,1 0 0 0 0,-1 0-1 0 0,1 0 1 0 0,-1 0 0 0 0,1 0-1 0 0,0 0 1 0 0,-1 2-1 0 0,-1 23 2550 0 0,11 26-1751 0 0,-8-48-816 0 0,7 21-186 0 0,0 0-1 0 0,1 0 1 0 0,13 23 0 0 0,3 3-2841 0 0,-8-18-1638 0 0,-17-33 4126 0 0,-1 0 1 0 0,1 0-1 0 0,0 0 1 0 0,0 0-1 0 0,0 0 0 0 0,-1 0 1 0 0,1 0-1 0 0,0 0 0 0 0,0 0 1 0 0,0 0-1 0 0,0 0 0 0 0,-1 0 1 0 0,1 0-1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19.9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56 4865 0 0,'3'0'1432'0'0,"3"0"-207"0"0,1 0 7 0 0,0 3-88 0 0,1-1-272 0 0,1 0-296 0 0,1-1-232 0 0,4 1-143 0 0,0-2-57 0 0,0 0-80 0 0,3-2-104 0 0,0-1-256 0 0,1-2-393 0 0,-5-2-439 0 0,1 0-368 0 0,-3-2-313 0 0,-17-13-359 0 0,12 11-1129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0.3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1 141 5057 0 0,'32'-24'8144'0'0,"12"4"-4671"0"0,-40 18-3291 0 0,1 0 0 0 0,0 1 0 0 0,-1-1 0 0 0,1 1 0 0 0,0 1 0 0 0,-1-1 0 0 0,1 0 0 0 0,0 1 0 0 0,0 0 0 0 0,0 0 0 0 0,0 1 0 0 0,-1-1 0 0 0,1 1 0 0 0,0 0 0 0 0,8 3 0 0 0,-11-3-153 0 0,-1 0 0 0 0,0 0 0 0 0,1 0 0 0 0,-1 0 0 0 0,0 0 0 0 0,0 0 0 0 0,0 0 0 0 0,0 0 0 0 0,0 0 0 0 0,0 1 0 0 0,0-1 0 0 0,0 0 0 0 0,-1 1 0 0 0,1-1 0 0 0,0 0 0 0 0,-1 1 0 0 0,1-1 0 0 0,-1 1 0 0 0,0-1 1 0 0,1 1-1 0 0,-1-1 0 0 0,0 3 0 0 0,0 1-9 0 0,0-1 0 0 0,-1 1 1 0 0,1-1-1 0 0,-1 1 0 0 0,0-1 1 0 0,-1 0-1 0 0,-2 8 0 0 0,-3 3-241 0 0,-1-1-1 0 0,0 0 0 0 0,-13 17 1 0 0,8-11-389 0 0,9-14 225 0 0,0 1 0 0 0,0-1 0 0 0,-1 0-1 0 0,0 0 1 0 0,0-1 0 0 0,0 1-1 0 0,-10 7 1 0 0,24-25-1011 0 0,13-12 1944 0 0,-14 21-302 0 0,1 0 1 0 0,-1 0-1 0 0,1 1 0 0 0,0 0 0 0 0,0 1 1 0 0,0 0-1 0 0,0 0 0 0 0,0 1 1 0 0,0 0-1 0 0,0 1 0 0 0,0 0 1 0 0,0 0-1 0 0,12 4 0 0 0,50 3-2950 0 0,-69-8 2310 0 0,0 0 0 0 0,0 0 0 0 0,0 0 0 0 0,0 0 0 0 0,0 0-1 0 0,0-1 1 0 0,0 1 0 0 0,0 0 0 0 0,-1-1 0 0 0,1 0 0 0 0,0 1 0 0 0,0-1 0 0 0,0 0 0 0 0,-1 0-1 0 0,1 0 1 0 0,0 0 0 0 0,-1 0 0 0 0,1 0 0 0 0,-1-1 0 0 0,1 1 0 0 0,-1 0 0 0 0,1-1 0 0 0,-1 1 0 0 0,0-1-1 0 0,0 0 1 0 0,0 1 0 0 0,0-1 0 0 0,0 0 0 0 0,0 0 0 0 0,-1 1 0 0 0,1-1 0 0 0,0-3 0 0 0,3-4-1911 0 0</inkml:trace>
  <inkml:trace contextRef="#ctx0" brushRef="#br0" timeOffset="1">349 1 4273 0 0,'12'86'6715'0'0,"13"62"-1930"0"0,-19-122-5473 0 0,0-1-1 0 0,3 0 1 0 0,17 39 0 0 0,-42-90-10322 0 0,-5-9 9095 0 0,13 23 2790 0 0,1 0 0 0 0,0-1-1 0 0,1 0 1 0 0,-7-25 0 0 0,12 36-669 0 0,1 0 0 0 0,0 0 1 0 0,-1 0-1 0 0,1 0 0 0 0,0 0 1 0 0,0 0-1 0 0,0 1 0 0 0,1-1 0 0 0,-1 0 1 0 0,0 0-1 0 0,1 0 0 0 0,-1 0 0 0 0,1 0 1 0 0,0 1-1 0 0,-1-1 0 0 0,1 0 1 0 0,0 1-1 0 0,0-1 0 0 0,0 0 0 0 0,0 1 1 0 0,1-1-1 0 0,-1 1 0 0 0,0 0 0 0 0,1-1 1 0 0,-1 1-1 0 0,1 0 0 0 0,-1 0 0 0 0,1 0 1 0 0,-1 0-1 0 0,1 0 0 0 0,0 0 1 0 0,-1 0-1 0 0,1 1 0 0 0,0-1 0 0 0,0 1 1 0 0,0-1-1 0 0,2 0 0 0 0,11-1-164 0 0,-1 0 0 0 0,1 0 0 0 0,0 1 0 0 0,16 2 1 0 0,2-1-2555 0 0,-32 0 2141 0 0,0 0 0 0 0,0 0 0 0 0,1-1 0 0 0,-1 1 0 0 0,0 0 0 0 0,1 0 0 0 0,-1 0 0 0 0,0-1 0 0 0,0 1 0 0 0,1-1 0 0 0,-1 1 1 0 0,0-1-1 0 0,0 0 0 0 0,0 1 0 0 0,0-1 0 0 0,0 0 0 0 0,2-1 0 0 0,3 0-2334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0.7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11 4465 0 0,'-2'4'348'0'0,"0"1"0"0"0,0-1 0 0 0,0 0 0 0 0,1 1 0 0 0,0 0 0 0 0,0-1 0 0 0,0 1 0 0 0,1 0 0 0 0,0-1 0 0 0,-1 1 0 0 0,2 0 0 0 0,-1 0 0 0 0,0-1 0 0 0,1 1 0 0 0,0 0 0 0 0,0-1 0 0 0,0 1 0 0 0,1-1 1 0 0,0 1-1 0 0,0-1 0 0 0,0 0 0 0 0,0 0 0 0 0,4 6 0 0 0,-2-5-181 0 0,1-1 0 0 0,-1 0 1 0 0,1 0-1 0 0,0 0 0 0 0,0-1 1 0 0,0 1-1 0 0,0-1 1 0 0,1 0-1 0 0,-1-1 0 0 0,1 1 1 0 0,0-1-1 0 0,0 0 0 0 0,0-1 1 0 0,0 1-1 0 0,0-1 0 0 0,0-1 1 0 0,11 1-1 0 0,-10-1-82 0 0,0 0 0 0 0,0-1-1 0 0,1 0 1 0 0,-1-1 0 0 0,0 0 0 0 0,0 0 0 0 0,0 0 0 0 0,0-1-1 0 0,-1 0 1 0 0,1 0 0 0 0,-1-1 0 0 0,1 0 0 0 0,6-5-1 0 0,-11 7-59 0 0,0 1-1 0 0,-1 0 1 0 0,1-1-1 0 0,-1 0 1 0 0,1 1-1 0 0,-1-1 0 0 0,0 0 1 0 0,1 0-1 0 0,-1 0 1 0 0,0 0-1 0 0,0 0 0 0 0,-1 0 1 0 0,1 0-1 0 0,0 0 1 0 0,0 0-1 0 0,-1 0 1 0 0,0-1-1 0 0,1-3 0 0 0,-2 3-12 0 0,1 1 0 0 0,-1-1 0 0 0,0 0 0 0 0,0 1 0 0 0,0-1 0 0 0,0 1 0 0 0,0-1 0 0 0,-1 1 0 0 0,1 0 0 0 0,-1-1-1 0 0,0 1 1 0 0,1 0 0 0 0,-1 0 0 0 0,0 0 0 0 0,0 0 0 0 0,0 1 0 0 0,-1-1 0 0 0,1 0 0 0 0,-3-1 0 0 0,-8-5 8 0 0,1 1 0 0 0,-1 1 1 0 0,0 0-1 0 0,0 1 1 0 0,-19-6-1 0 0,26 9-289 0 0,0 1-1 0 0,0-1 1 0 0,0 1-1 0 0,0 0 1 0 0,-1 1 0 0 0,1-1-1 0 0,0 1 1 0 0,0 0 0 0 0,-1 1-1 0 0,1 0 1 0 0,0 0 0 0 0,0 0-1 0 0,0 1 1 0 0,-10 3 0 0 0,3 10-2612 0 0,11-4-2475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1.1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1 7858 0 0,'-20'33'7921'0'0,"2"30"-5485"0"0,16-53-1983 0 0,-3 8-553 0 0,0 1 452 0 0,1 0 1 0 0,-4 32 0 0 0,13-9-2560 0 0,-5-39 1726 0 0,1-1 1 0 0,0 0-1 0 0,0 1 0 0 0,0-1 0 0 0,1 0 0 0 0,-1 0 0 0 0,0 0 1 0 0,1 0-1 0 0,-1 0 0 0 0,1 0 0 0 0,0-1 0 0 0,0 1 0 0 0,3 2 1 0 0,-5-4 341 0 0,1 1 1 0 0,-1-1-1 0 0,0 0 1 0 0,0 0 0 0 0,1 0-1 0 0,-1 1 1 0 0,0-1 0 0 0,1 0-1 0 0,-1 0 1 0 0,0 0-1 0 0,1 0 1 0 0,-1 0 0 0 0,0 0-1 0 0,1 0 1 0 0,-1 0-1 0 0,0 0 1 0 0,1 0 0 0 0,-1 0-1 0 0,0 0 1 0 0,1 0-1 0 0,-1 0 1 0 0,0 0 0 0 0,1 0-1 0 0,-1 0 1 0 0,0 0 0 0 0,1 0-1 0 0,-1 0 1 0 0,0 0-1 0 0,0-1 1 0 0,1 1 0 0 0,-1 0-1 0 0,0 0 1 0 0,1 0-1 0 0,-1-1 1 0 0,0 1 0 0 0,0 0-1 0 0,0 0 1 0 0,1-1-1 0 0,-1 1 1 0 0,0 0 0 0 0,0-1-1 0 0,0 1 1 0 0,1 0 0 0 0,-1 0-1 0 0,0-1 1 0 0,0 1-1 0 0,0 0 1 0 0,0-1 0 0 0,0 1-1 0 0,0 0 1 0 0,0-1-1 0 0,0 1 1 0 0,0 0 0 0 0,0-1-1 0 0,0 1 1 0 0,0 0-1 0 0,0-1 1 0 0,0 1 0 0 0,0 0-1 0 0,0-1 1 0 0,0 1 0 0 0,-1-1-1 0 0,1 1 56 0 0,2-6-1579 0 0</inkml:trace>
  <inkml:trace contextRef="#ctx0" brushRef="#br0" timeOffset="0.99">18 212 3377 0 0,'6'2'7584'0'0,"11"7"-4203"0"0,-6-4-3072 0 0,0-1 0 0 0,1 0-1 0 0,-1 0 1 0 0,22 3 0 0 0,-20-5-439 0 0,1-1-1 0 0,-1-1 0 0 0,1-1 1 0 0,-1 0-1 0 0,18-3 1 0 0,-26 3-308 0 0,-1-1 0 0 0,0 1 1 0 0,0-1-1 0 0,0 0 1 0 0,0 0-1 0 0,0 0 0 0 0,0 0 1 0 0,5-4-1 0 0,-7 3-187 0 0,1 1 1 0 0,-1 0 0 0 0,0-1-1 0 0,0 1 1 0 0,0-1-1 0 0,0 0 1 0 0,0 0-1 0 0,-1 0 1 0 0,1 0-1 0 0,-1 0 1 0 0,0 0-1 0 0,2-5 1 0 0,1-5-1902 0 0</inkml:trace>
  <inkml:trace contextRef="#ctx0" brushRef="#br0" timeOffset="1.99">304 39 5513 0 0,'2'5'7383'0'0,"6"21"-4198"0"0,10 69 526 0 0,-6-36-4326 0 0,-4-1-3536 0 0,-12-36-3025 0 0,12-4 2839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1.6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14 5289 0 0,'41'-10'7573'0'0,"27"6"-4031"0"0,-67 4-3532 0 0,0 0 1 0 0,0 0-1 0 0,0 1 1 0 0,1-1 0 0 0,-1 0-1 0 0,0 1 1 0 0,0-1-1 0 0,0 0 1 0 0,0 1 0 0 0,0-1-1 0 0,0 1 1 0 0,0 0-1 0 0,0-1 1 0 0,0 1 0 0 0,0 0-1 0 0,0 0 1 0 0,0-1-1 0 0,0 1 1 0 0,0 0 0 0 0,-1 0-1 0 0,1 0 1 0 0,0 0-1 0 0,-1 0 1 0 0,1 0 0 0 0,-1 0-1 0 0,1 0 1 0 0,-1 0-1 0 0,1 1 1 0 0,-1-1 0 0 0,0 0-1 0 0,0 0 1 0 0,1 0-1 0 0,-1 0 1 0 0,0 1 0 0 0,0-1-1 0 0,0 0 1 0 0,0 0-1 0 0,0 0 1 0 0,-1 0 0 0 0,1 1-1 0 0,0-1 1 0 0,-1 0-1 0 0,0 2 1 0 0,-2 8 33 0 0,0 0 1 0 0,-2 0-1 0 0,-9 18 0 0 0,3-4 325 0 0,10-23-320 0 0,1-1 0 0 0,-1 0 0 0 0,1 1 0 0 0,-1-1 1 0 0,1 1-1 0 0,0-1 0 0 0,-1 1 0 0 0,1-1 0 0 0,0 1 1 0 0,0-1-1 0 0,0 1 0 0 0,0 0 0 0 0,0-1 0 0 0,1 1 0 0 0,-1-1 1 0 0,0 1-1 0 0,1-1 0 0 0,-1 0 0 0 0,1 1 0 0 0,-1-1 0 0 0,1 1 1 0 0,0-1-1 0 0,0 0 0 0 0,0 1 0 0 0,-1-1 0 0 0,1 0 1 0 0,0 0-1 0 0,2 2 0 0 0,-1-2 6 0 0,1 0 1 0 0,0 0-1 0 0,0 0 1 0 0,0 0-1 0 0,0 0 1 0 0,0 0-1 0 0,0-1 0 0 0,0 1 1 0 0,0-1-1 0 0,0 0 1 0 0,0 0-1 0 0,0 0 1 0 0,4-1-1 0 0,6 0 71 0 0,0-2 0 0 0,0 0 1 0 0,0 0-1 0 0,-1-1 0 0 0,21-9 0 0 0,-23 7-567 0 0,0 1-1 0 0,0-1 1 0 0,-1-1 0 0 0,1 0 0 0 0,8-9-1 0 0,-14 13-368 0 0,-1-1-1 0 0,0 0 1 0 0,0 0-1 0 0,-1 0 1 0 0,1 0-1 0 0,-1 0 0 0 0,0-1 1 0 0,0 1-1 0 0,0-1 1 0 0,-1 1-1 0 0,0-1 1 0 0,1 0-1 0 0,-2 1 1 0 0,2-7-1 0 0,3-6-3270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2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0 4097 0 0,'-3'5'733'0'0,"1"0"0"0"0,0 0-1 0 0,0 0 1 0 0,0 0 0 0 0,1 1 0 0 0,-1-1 0 0 0,1 0 0 0 0,0 1-1 0 0,1 10 1 0 0,2 55 834 0 0,0-53-920 0 0,4 43-282 0 0,2-2 1 0 0,4 1-1 0 0,34 106 1 0 0,-43-167-240 0 0,-1 0 0 0 0,0 0 0 0 0,0 0 0 0 0,0 0 0 0 0,0-1 0 0 0,0 1 0 0 0,0-1 0 0 0,0 0 0 0 0,0 1 0 0 0,-1-1 0 0 0,1 0 0 0 0,1-3 0 0 0,30-25 463 0 0,253-132 507 0 0,-249 153-3043 0 0,-17 11-6943 0 0,-30-5 6072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2.6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5745 0 0,'27'124'10767'0'0,"-5"0"-7584"0"0,27 123-3267 0 0,-49-246-8 0 0,0 0 0 0 0,0-1 0 0 0,0 1 0 0 0,0-1 0 0 0,0 1 1 0 0,0-1-1 0 0,0 1 0 0 0,0 0 0 0 0,0-1 0 0 0,1 1 0 0 0,-1-1 0 0 0,0 1 0 0 0,0-1 0 0 0,0 1 0 0 0,1-1 1 0 0,-1 1-1 0 0,0-1 0 0 0,1 1 0 0 0,-1-1 0 0 0,0 1 0 0 0,1-1 0 0 0,-1 1 0 0 0,0-1 0 0 0,1 0 1 0 0,-1 1-1 0 0,1-1 0 0 0,-1 0 0 0 0,1 1 0 0 0,-1-1 0 0 0,1 0 0 0 0,-1 0 0 0 0,1 1 0 0 0,0-1 1 0 0,7-18-3921 0 0,1-33-2982 0 0,-8 31 3217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3.0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87 5905 0 0,'85'-39'8209'0'0,"-68"29"-7750"0"0,1 2 0 0 0,-1 0 1 0 0,2 0-1 0 0,24-5 0 0 0,-41 13-370 0 0,-1-1 1 0 0,1 1-1 0 0,0 0 0 0 0,-1 0 0 0 0,1 0 1 0 0,0 0-1 0 0,-1 1 0 0 0,1-1 0 0 0,0 0 1 0 0,-1 1-1 0 0,1-1 0 0 0,0 1 1 0 0,-1 0-1 0 0,1-1 0 0 0,-1 1 0 0 0,1 0 1 0 0,-1 0-1 0 0,0 0 0 0 0,1 0 0 0 0,-1 0 1 0 0,0 0-1 0 0,0 0 0 0 0,1 1 0 0 0,-1-1 1 0 0,0 0-1 0 0,0 1 0 0 0,-1-1 0 0 0,1 1 1 0 0,0-1-1 0 0,0 1 0 0 0,-1-1 0 0 0,1 1 1 0 0,-1-1-1 0 0,1 1 0 0 0,-1 0 0 0 0,1-1 1 0 0,-1 4-1 0 0,2 9 238 0 0,0 1 1 0 0,0 0-1 0 0,-2 23 1 0 0,0-11-227 0 0,0-24-157 0 0,8 97 339 0 0,1-34-5049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3.4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1 163 7290 0 0,'-1'0'165'0'0,"1"1"1"0"0,1-1 0 0 0,-1 1 0 0 0,0-1 0 0 0,0 1-1 0 0,0-1 1 0 0,0 1 0 0 0,0-1 0 0 0,0 1 0 0 0,0-1-1 0 0,1 0 1 0 0,-1 1 0 0 0,0-1 0 0 0,0 1 0 0 0,1-1-1 0 0,-1 1 1 0 0,0-1 0 0 0,1 0 0 0 0,-1 1 0 0 0,0-1 0 0 0,1 0-1 0 0,-1 1 1 0 0,1-1 0 0 0,-1 0 0 0 0,0 0 0 0 0,1 1-1 0 0,-1-1 1 0 0,1 0 0 0 0,-1 0 0 0 0,1 0 0 0 0,-1 1-1 0 0,2-1 1 0 0,21-2 1406 0 0,18-12-1353 0 0,-35 11-170 0 0,111-56-1785 0 0,-103 51 37 0 0,0-1 1 0 0,-1-1-1 0 0,0 0 1 0 0,-1-1-1 0 0,22-24 1 0 0,-22 21-584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3.8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219 0 3961 0 0,'-5'45'7737'0'0,"9"29"-3656"0"0,-2-46-3162 0 0,1 6-434 0 0,9 45 0 0 0,9-5-4081 0 0,-29-90-8131 0 0,-7-24 10232 0 0,14 37 1829 0 0,0-1-1 0 0,0 1 1 0 0,1 0-1 0 0,0-1 0 0 0,-1 1 1 0 0,1 0-1 0 0,0-1 1 0 0,1 1-1 0 0,-1 0 1 0 0,1 0-1 0 0,0-4 1 0 0,0 5-151 0 0,0 1 0 0 0,-1-1 0 0 0,1 1 0 0 0,0-1 0 0 0,0 1 1 0 0,0 0-1 0 0,0-1 0 0 0,0 1 0 0 0,0 0 0 0 0,1 0 0 0 0,-1 0 1 0 0,0 0-1 0 0,1 0 0 0 0,-1 0 0 0 0,0 0 0 0 0,1 1 0 0 0,-1-1 1 0 0,1 0-1 0 0,0 1 0 0 0,-1-1 0 0 0,1 1 0 0 0,-1-1 1 0 0,1 1-1 0 0,0 0 0 0 0,1 0 0 0 0,0 0-111 0 0,63-11 1796 0 0,-63 10-2221 0 0,1 0 0 0 0,-1 0 0 0 0,1 0 0 0 0,-1 0-1 0 0,1-1 1 0 0,-1 0 0 0 0,0 1 0 0 0,0-1 0 0 0,3-3 0 0 0,-6 1-3108 0 0,2 14 371 0 0</inkml:trace>
  <inkml:trace contextRef="#ctx0" brushRef="#br0" timeOffset="1">37 441 3913 0 0,'-6'10'818'0'0,"1"0"1"0"0,1 1 0 0 0,-1-1-1 0 0,2 1 1 0 0,-1 0-1 0 0,1 0 1 0 0,1 0 0 0 0,0 1-1 0 0,0 19 1 0 0,2-26-675 0 0,0 0 0 0 0,0 1 0 0 0,1-1 0 0 0,0 0 0 0 0,0 0 1 0 0,0 0-1 0 0,1 0 0 0 0,-1 0 0 0 0,1 0 0 0 0,1 0 0 0 0,-1 0 0 0 0,1-1 1 0 0,-1 1-1 0 0,1-1 0 0 0,0 1 0 0 0,1-1 0 0 0,-1 0 0 0 0,1-1 0 0 0,0 1 0 0 0,0-1 1 0 0,0 1-1 0 0,0-1 0 0 0,8 4 0 0 0,-9-6-50 0 0,1 0 0 0 0,-1 0 0 0 0,1 0 0 0 0,-1-1 0 0 0,1 0 0 0 0,-1 1 0 0 0,1-1 0 0 0,-1 0-1 0 0,1 0 1 0 0,-1-1 0 0 0,1 1 0 0 0,-1-1 0 0 0,1 0 0 0 0,-1 0 0 0 0,0 0 0 0 0,1 0 0 0 0,-1 0 0 0 0,4-3 0 0 0,63-37 767 0 0,-54 31-686 0 0,-2 1-459 0 0,37-27 9 0 0,-38 21-3152 0 0,-6-2-3486 0 0,-5 7 1930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8.8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0 3337 0 0,'-3'9'7352'0'0,"-3"39"-5354"0"0,6-47-1840 0 0,-5 142 2104 0 0,5-122-2092 0 0,1-1-1 0 0,2 0 1 0 0,0 0 0 0 0,0 0-1 0 0,8 20 1 0 0,-11-39-136 0 0,1 1 0 0 0,-1-1 0 0 0,0 0 0 0 0,1 1 0 0 0,-1-1 0 0 0,1 0 0 0 0,-1 0-1 0 0,1 0 1 0 0,-1 1 0 0 0,1-1 0 0 0,0 0 0 0 0,0 0 0 0 0,0 0 0 0 0,0 0 0 0 0,-1 0 0 0 0,1-1 0 0 0,0 1 0 0 0,1 0 0 0 0,-1 0 0 0 0,0 0 0 0 0,0-1 0 0 0,0 1 0 0 0,0-1 0 0 0,1 1 0 0 0,-1-1 0 0 0,0 1 0 0 0,0-1 0 0 0,1 0 0 0 0,-1 0 0 0 0,0 1 0 0 0,1-1 0 0 0,-1 0 0 0 0,0 0 0 0 0,1 0 0 0 0,-1 0-1 0 0,0-1 1 0 0,0 1 0 0 0,1 0 0 0 0,-1-1 0 0 0,0 1 0 0 0,0 0 0 0 0,1-1 0 0 0,1-1 0 0 0,7-3 209 0 0,-1-1 0 0 0,0-1 0 0 0,-1 0 0 0 0,14-13 0 0 0,12-8-608 0 0,-15 18-3305 0 0,0 0 0 0 0,33-25 0 0 0,-52 34 3520 0 0,1 1-1 0 0,0-1 1 0 0,-1 1-1 0 0,1-1 1 0 0,-1 0 0 0 0,1 1-1 0 0,-1-1 1 0 0,1 0 0 0 0,-1 1-1 0 0,1-1 1 0 0,-1 0 0 0 0,0 0-1 0 0,1 1 1 0 0,-1-1 0 0 0,0 0-1 0 0,0 0 1 0 0,0 0-1 0 0,1 0 1 0 0,-1 1 0 0 0,0-3-1 0 0,0-2-671 0 0,4-3-1801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9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 1872 0 0,'2'3'1149'0'0,"-1"0"-1"0"0,1 0 0 0 0,0 0 0 0 0,-1 0 0 0 0,0 0 0 0 0,0 1 0 0 0,0-1 0 0 0,1 6 0 0 0,11 69 949 0 0,-10-55-1013 0 0,23 122-239 0 0,-9-85-4425 0 0,-29-87-3572 0 0,-3 1 3654 0 0,10 19 3498 0 0,1-1 0 0 0,-1 0 0 0 0,1 0 0 0 0,1 0 0 0 0,0 0 0 0 0,0-1 0 0 0,0 1 0 0 0,1-1-1 0 0,-1-11 1 0 0,2 17 287 0 0,1 1 0 0 0,0-1 0 0 0,0 1 0 0 0,0-1 0 0 0,0 1-1 0 0,0 0 1 0 0,0-1 0 0 0,1 1 0 0 0,-1-1 0 0 0,1 1 0 0 0,0 0 0 0 0,0-1-1 0 0,0 1 1 0 0,0 0 0 0 0,0 0 0 0 0,0 0 0 0 0,2-3 0 0 0,0 2 424 0 0,0 1 0 0 0,1 0-1 0 0,-1 0 1 0 0,0 0 0 0 0,1 0 0 0 0,-1 1 0 0 0,1-1 0 0 0,6-1 0 0 0,10-4-294 0 0,10-7 321 0 0,-26 13-1143 0 0,-1-2 0 0 0,1 1 0 0 0,-1 0 1 0 0,1-1-1 0 0,-1 1 0 0 0,0-1 0 0 0,4-5 0 0 0,-5 6 249 0 0,0-1 0 0 0,0 0 0 0 0,-1 0 0 0 0,0 0 0 0 0,1 0 0 0 0,-1 0 0 0 0,0-1 0 0 0,-1 1 0 0 0,1 0 1 0 0,0 0-1 0 0,-1-1 0 0 0,0 1 0 0 0,0 0 0 0 0,0 0 0 0 0,0-1 0 0 0,0 1 0 0 0,-1 0 0 0 0,1-1 0 0 0,-3-4 0 0 0,-2-17 2537 0 0,9 40 1084 0 0,9 42-334 0 0,-5-16-2614 0 0,14 50 0 0 0,-17-78-1987 0 0,0 1 0 0 0,1-1 0 0 0,0 0 0 0 0,10 14 0 0 0,-9-19-3345 0 0,2-1 2016 0 0,-8-6 2415 0 0,3-1-2230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29.7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48 4633 0 0,'2'-2'510'0'0,"0"-1"0"0"0,0 1 0 0 0,0 0 0 0 0,0 0 0 0 0,1 0-1 0 0,-1 1 1 0 0,0-1 0 0 0,1 0 0 0 0,-1 1 0 0 0,1 0 0 0 0,0-1 0 0 0,-1 1 0 0 0,7-1 0 0 0,44-12 2378 0 0,-37 10-1915 0 0,-14 3-820 0 0,0 0-1 0 0,0 1 1 0 0,1-1 0 0 0,-1 1 0 0 0,0-1 0 0 0,1 1 0 0 0,-1 0-1 0 0,0 0 1 0 0,1 0 0 0 0,-1 0 0 0 0,0 0 0 0 0,1 1 0 0 0,-1-1 0 0 0,0 1-1 0 0,0-1 1 0 0,1 1 0 0 0,-1 0 0 0 0,0 0 0 0 0,0 0 0 0 0,0 0-1 0 0,0 0 1 0 0,0 0 0 0 0,0 1 0 0 0,0-1 0 0 0,0 1 0 0 0,-1-1-1 0 0,1 1 1 0 0,2 3 0 0 0,0 3-184 0 0,0 0-1 0 0,-1 0 1 0 0,0 0-1 0 0,0 1 1 0 0,-1-1-1 0 0,2 15 0 0 0,-3-22-17 0 0,0 13-745 0 0,3 10-1848 0 0,3-12-2115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0.1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 5201 0 0,'-2'2'706'0'0,"1"0"-1"0"0,0 0 0 0 0,0 0 1 0 0,0 0-1 0 0,0 0 1 0 0,0 0-1 0 0,0 0 1 0 0,0 1-1 0 0,1-1 1 0 0,-1 0-1 0 0,0 5 1 0 0,0 53 1258 0 0,2-44-970 0 0,-1 8-589 0 0,2 0 1 0 0,0 0-1 0 0,8 31 0 0 0,12 7-1596 0 0,-19-56 517 0 0,1 0 0 0 0,-1 0 0 0 0,1 0 0 0 0,0-1 0 0 0,1 1 0 0 0,8 8 0 0 0,-3-8-3190 0 0,-11-14-393 0 0</inkml:trace>
  <inkml:trace contextRef="#ctx0" brushRef="#br0" timeOffset="1">40 233 5369 0 0,'10'0'6992'0'0,"1"1"-3488"0"0,38-1-2257 0 0,6-15-3436 0 0,-51 13 1189 0 0,0 0-1 0 0,1 0 1 0 0,-1 0-1 0 0,0-1 1 0 0,0 0-1 0 0,-1 1 1 0 0,1-1-1 0 0,0-1 1 0 0,5-6-1 0 0,-2 3-2549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0.5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19 5449 0 0,'-2'10'7557'0'0,"-1"11"-5728"0"0,6-20-1734 0 0,0 0 1 0 0,-1 0-1 0 0,1-1 0 0 0,0 1 1 0 0,0-1-1 0 0,-1 1 0 0 0,1-1 1 0 0,0 0-1 0 0,0 0 0 0 0,0 0 0 0 0,0 0 1 0 0,0-1-1 0 0,0 1 0 0 0,-1-1 1 0 0,1 1-1 0 0,0-1 0 0 0,0 0 1 0 0,-1 0-1 0 0,5-3 0 0 0,49-25 1503 0 0,-42 19-1357 0 0,-3 4 1019 0 0,-26 20-821 0 0,-24 16-829 0 0,24-20 28 0 0,1 2 0 0 0,-25 23 0 0 0,36-32 307 0 0,0 0 0 0 0,1 0 0 0 0,-1 0 0 0 0,1 1-1 0 0,-1-1 1 0 0,1 1 0 0 0,0 0 0 0 0,1 0 0 0 0,-1 0 0 0 0,1 0 0 0 0,-1 0-1 0 0,1 0 1 0 0,1 0 0 0 0,-1 0 0 0 0,0 0 0 0 0,1 0 0 0 0,0 7-1 0 0,0-9 55 0 0,0-1 0 0 0,0 1 0 0 0,1-1 0 0 0,-1 1 0 0 0,0-1 0 0 0,1 0 0 0 0,-1 1-1 0 0,1-1 1 0 0,-1 1 0 0 0,1-1 0 0 0,0 0 0 0 0,-1 0 0 0 0,1 1 0 0 0,0-1 0 0 0,0 0-1 0 0,0 0 1 0 0,0 0 0 0 0,0 0 0 0 0,0 0 0 0 0,0 0 0 0 0,1 0 0 0 0,-1 0 0 0 0,2 1-1 0 0,0-1 27 0 0,0 0-1 0 0,0-1 0 0 0,0 1 0 0 0,0-1 0 0 0,0 0 0 0 0,0 1 0 0 0,0-1 0 0 0,0 0 0 0 0,0-1 0 0 0,0 1 0 0 0,4-1 1 0 0,9-4 184 0 0,1 0 0 0 0,-1-1 0 0 0,22-11 0 0 0,-25 11-73 0 0,7-4-155 0 0,-13 6-143 0 0,1 0 0 0 0,-1 1-1 0 0,1-1 1 0 0,0 1-1 0 0,0 1 1 0 0,0-1-1 0 0,1 2 1 0 0,-1-1 0 0 0,0 1-1 0 0,10 0 1 0 0,-18 0 54 0 0,0 1 0 0 0,1 0 0 0 0,-1 0 0 0 0,0 0 0 0 0,0 0 0 0 0,0 0 0 0 0,0 0 1 0 0,0 0-1 0 0,1 0 0 0 0,-1 0 0 0 0,0 0 0 0 0,0 0 0 0 0,0 0 0 0 0,0 0 0 0 0,1 0 1 0 0,-1 0-1 0 0,0 0 0 0 0,0 0 0 0 0,0 0 0 0 0,0 0 0 0 0,1 0 0 0 0,-1 0 0 0 0,0 0 0 0 0,0 0 1 0 0,0 0-1 0 0,0 0 0 0 0,0 0 0 0 0,1 0 0 0 0,-1 0 0 0 0,0 0 0 0 0,0 0 0 0 0,0 1 0 0 0,1-1-539 0 0,-1 0 539 0 0,0 1 0 0 0,0-1 0 0 0,0 0 1 0 0,0 0-1 0 0,0 0 0 0 0,0 0 0 0 0,0 1 0 0 0,0-1 0 0 0,0 0 0 0 0,0 0 0 0 0,0 0 0 0 0,0 0 1 0 0,0 0-1 0 0,0 1 0 0 0,0-1 0 0 0,0 0 0 0 0,0 0 0 0 0,0 0 0 0 0,0 0 0 0 0,0 1 1 0 0,0-1-1 0 0,0 0 0 0 0,0 0 0 0 0,-10 2-6437 0 0,4-2 3351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0.9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79 7410 0 0,'1'5'5258'0'0,"-1"-5"-5169"0"0,0 0 0 0 0,0 0 0 0 0,0 0 0 0 0,0 0 0 0 0,13 0 2492 0 0,10-3-566 0 0,111-33 1287 0 0,-47 7-5710 0 0,-88 29 2186 0 0,1 0 1 0 0,0-1 0 0 0,-1 1-1 0 0,1 0 1 0 0,0 0 0 0 0,-1 0-1 0 0,1 0 1 0 0,0-1 0 0 0,-1 1 0 0 0,1 0-1 0 0,0 0 1 0 0,-1-1-886 0 0,1 0 886 0 0,-1 1 0 0 0,1 0-1 0 0,0-1 1 0 0,0 1 0 0 0,0 0-1 0 0,0-1 1 0 0,0 1 0 0 0,0 0 0 0 0,0-1-1 0 0,-1 1 1 0 0,1 0 0 0 0,0-1-1 0 0,0 1 1 0 0,0 0 0 0 0,0-1-1 0 0,0 1 1 0 0,1 0 0 0 0,-1-1-1 0 0,0 1 1 0 0,0 0 0 0 0,0-1-1 0 0,0 1 1 0 0,0 0 0 0 0,0-1 0 0 0,0 1-1 0 0,1 0 1 0 0,-1 0 0 0 0,0-1-1 0 0,0 1 1 0 0,0 0 0 0 0,2-1-886 0 0,-2 1 886 0 0,0-1 0 0 0,1 1-1 0 0,-1 0 1 0 0,1 0 0 0 0,-9 1-3810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1.3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 4073 0 0,'2'2'357'0'0,"-1"0"0"0"0,1-1 0 0 0,0 0 0 0 0,0 1 0 0 0,0-1 0 0 0,-1 0 0 0 0,1 0 0 0 0,0 0 0 0 0,1 0 0 0 0,-1-1 0 0 0,0 1 0 0 0,0-1 0 0 0,0 1 0 0 0,0-1-1 0 0,1 1 1 0 0,-1-1 0 0 0,4 0 0 0 0,39-10 2788 0 0,-41 8-2876 0 0,1 1 0 0 0,-1-1 1 0 0,1 1-1 0 0,0 0 0 0 0,-1 0 1 0 0,1 1-1 0 0,0-1 0 0 0,-1 1 0 0 0,1 0 1 0 0,0 0-1 0 0,7 2 0 0 0,-12 2-180 0 0,0 1 0 0 0,-1-1 0 0 0,0 0 0 0 0,0 0-1 0 0,0 0 1 0 0,-1 0 0 0 0,1 0 0 0 0,-1 0 0 0 0,-2 4-1 0 0,-5 8-55 0 0,5-9-19 0 0,-1 0 1 0 0,1 1-1 0 0,1 0 0 0 0,-1 0 0 0 0,2 0 1 0 0,-1 0-1 0 0,1 0 0 0 0,0 1 0 0 0,0-1 1 0 0,0 18-1 0 0,2-26-37 0 0,0 1 0 0 0,0-1 0 0 0,0 0 0 0 0,1 1 0 0 0,-1-1 0 0 0,0 1 0 0 0,0-1 0 0 0,0 0 0 0 0,1 1 0 0 0,-1-1 0 0 0,0 1 0 0 0,0-1 0 0 0,1 0 1 0 0,-1 1-1 0 0,0-1 0 0 0,1 0 0 0 0,-1 0 0 0 0,0 1 0 0 0,1-1 0 0 0,-1 0 0 0 0,0 0 0 0 0,1 1 0 0 0,-1-1 0 0 0,1 0 0 0 0,-1 0 0 0 0,1 0 0 0 0,-1 0 0 0 0,0 0 0 0 0,1 0 0 0 0,-1 0 0 0 0,1 0 0 0 0,-1 0 0 0 0,1 0 0 0 0,-1 0 1 0 0,0 0-1 0 0,1 0 0 0 0,23-7-1852 0 0,17-19-3103 0 0,-34 20 3804 0 0,-1-1 1 0 0,0 0-1 0 0,0-1 0 0 0,8-13 0 0 0,-8 13 347 0 0,7-9-1783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1.7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111 74 4297 0 0,'-2'-1'309'0'0,"1"0"0"0"0,0 0 0 0 0,-1 0 0 0 0,1 0 0 0 0,-1 1 0 0 0,1-1 0 0 0,-1 0 0 0 0,1 1 0 0 0,-1-1 0 0 0,0 1 0 0 0,1 0 0 0 0,-1-1 1 0 0,0 1-1 0 0,1 0 0 0 0,-1 0 0 0 0,0 0 0 0 0,1 0 0 0 0,-1 0 0 0 0,1 1 0 0 0,-1-1 0 0 0,0 0 0 0 0,1 1 0 0 0,-4 1 0 0 0,2 0 62 0 0,-1 0-1 0 0,1 0 1 0 0,0 0 0 0 0,-1 1 0 0 0,1-1-1 0 0,0 1 1 0 0,1 0 0 0 0,-1 0-1 0 0,-4 6 1 0 0,2-2-152 0 0,1-1 1 0 0,0 1-1 0 0,0 0 1 0 0,1 0-1 0 0,0 0 0 0 0,0 1 1 0 0,1-1-1 0 0,-1 1 1 0 0,2 0-1 0 0,-2 8 0 0 0,3-13-201 0 0,1 0 0 0 0,-1 1 0 0 0,0-1 0 0 0,1 0 0 0 0,0 0 0 0 0,0 1 0 0 0,0-1-1 0 0,0 0 1 0 0,1 0 0 0 0,-1 0 0 0 0,1 0 0 0 0,0-1 0 0 0,0 1 0 0 0,0 0-1 0 0,0-1 1 0 0,0 1 0 0 0,0-1 0 0 0,1 1 0 0 0,-1-1 0 0 0,1 0 0 0 0,0 0-1 0 0,-1-1 1 0 0,1 1 0 0 0,0 0 0 0 0,0-1 0 0 0,0 0 0 0 0,0 1 0 0 0,4 0-1 0 0,-3-1-2 0 0,0 0-1 0 0,1 0 0 0 0,-1 0 1 0 0,0-1-1 0 0,1 1 0 0 0,-1-1 0 0 0,0 0 1 0 0,1 0-1 0 0,-1-1 0 0 0,0 1 1 0 0,1-1-1 0 0,-1 0 0 0 0,0 0 0 0 0,0-1 1 0 0,0 1-1 0 0,0-1 0 0 0,0 0 1 0 0,0 0-1 0 0,0 0 0 0 0,0 0 0 0 0,3-4 1 0 0,-5 5-18 0 0,-1-1 1 0 0,0 1 0 0 0,1-1-1 0 0,-1 1 1 0 0,0-1 0 0 0,0 1-1 0 0,0-1 1 0 0,-1 0 0 0 0,1 1-1 0 0,0-1 1 0 0,0 0 0 0 0,-1 0-1 0 0,1 0 1 0 0,-1 1 0 0 0,0-1-1 0 0,0 0 1 0 0,1 0 0 0 0,-1 0-1 0 0,0 0 1 0 0,-1-3 0 0 0,0 0-69 0 0,0 0 0 0 0,-1 0 0 0 0,1 0 1 0 0,-1 0-1 0 0,0 0 0 0 0,0 1 1 0 0,-1-1-1 0 0,-2-4 0 0 0,1 3-329 0 0,-1-1 1 0 0,0 1-1 0 0,0 0 0 0 0,0 0 1 0 0,-1 1-1 0 0,1 0 0 0 0,-1 0 0 0 0,-1 0 1 0 0,1 0-1 0 0,-12-5 0 0 0,15 10 162 0 0,0-1 0 0 0,-1 1-1 0 0,1 0 1 0 0,0 0-1 0 0,0 0 1 0 0,0 1 0 0 0,-1-1-1 0 0,1 1 1 0 0,0 0 0 0 0,0-1-1 0 0,0 2 1 0 0,-6 1 0 0 0,8-2 234 0 0,0-1 0 0 0,0 0 1 0 0,0 1-1 0 0,0-1 0 0 0,0 0 1 0 0,0 1-1 0 0,0-1 0 0 0,0 1 1 0 0,0 0-1 0 0,0-1 0 0 0,1 1 1 0 0,-1 0-1 0 0,0-1 0 0 0,0 1 1 0 0,0 0-1 0 0,1 0 1 0 0,-1 0-1 0 0,1 0 0 0 0,-1 0 1 0 0,0 0-1 0 0,1 0 0 0 0,0 0 1 0 0,-1 0-1 0 0,1 0 0 0 0,-1 0 1 0 0,1 0-1 0 0,0 0 0 0 0,0 0 1 0 0,0 0-1 0 0,0 0 0 0 0,0 0 1 0 0,0 0-1 0 0,0 1 0 0 0,0-1 1 0 0,0 0-1 0 0,0 0 1 0 0,1 0-1 0 0,-1 0 0 0 0,1 1 1 0 0,0 0 70 0 0,0-1 0 0 0,1 0 0 0 0,-1 0 0 0 0,0 0 0 0 0,1 0 0 0 0,-1 0 1 0 0,1 0-1 0 0,-1 0 0 0 0,1-1 0 0 0,0 1 0 0 0,-1 0 0 0 0,1-1 1 0 0,0 1-1 0 0,0-1 0 0 0,-1 0 0 0 0,1 0 0 0 0,0 1 0 0 0,0-1 0 0 0,-1 0 1 0 0,1-1-1 0 0,0 1 0 0 0,0 0 0 0 0,-1 0 0 0 0,1-1 0 0 0,2 0 0 0 0,50-16 610 0 0,-43 13-568 0 0,105-43 131 0 0,-69 21-3003 0 0,-36 3-3655 0 0,-3 4 4469 0 0,-8 19 2012 0 0,0-1-1 0 0,0 1 1 0 0,0 0-1 0 0,0 0 1 0 0,0-1-1 0 0,0 1 0 0 0,0 0 1 0 0,0 0-1 0 0,0-1 1 0 0,1 1-1 0 0,-1 0 1 0 0,0 0-1 0 0,0 0 0 0 0,0-1 1 0 0,0 1-1 0 0,0 0 1 0 0,0 0-1 0 0,1 0 1 0 0,-1-1-1 0 0,0 1 1 0 0,0 0-1 0 0,0 0 0 0 0,1 0 1 0 0,-1 0-1 0 0,0 0 1 0 0,0 0-1 0 0,0-1 1 0 0,1 1-1 0 0,-1 0 0 0 0,0 0 1 0 0,0 0-1 0 0,1 0 1 0 0,-1 0-1 0 0,0 0 1 0 0,0 0-1 0 0,1 0 0 0 0,-1 0 1 0 0,0 0-1 0 0,0 0 1 0 0,1 0-1 0 0,-1 0 1 0 0,6 20 7074 0 0,-7 23-3064 0 0,0-24-2502 0 0,12 93 2060 0 0,-7-89-3626 0 0,0-1 0 0 0,2-1 0 0 0,0 1 1 0 0,1-1-1 0 0,17 34 0 0 0,-14-41-1393 0 0,-11-43-12307 0 0,-4 16 9571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2.1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0 113 5761 0 0,'21'-12'3020'0'0,"37"-28"1"0"0,-42 28-2040 0 0,-1 1 1 0 0,2 0-1 0 0,33-15 0 0 0,-49 26-896 0 0,0 0 0 0 0,0 0 0 0 0,0 0 0 0 0,0 0 0 0 0,0 0 0 0 0,0 0 0 0 0,0 0-1 0 0,0 0 1 0 0,0 1 0 0 0,0-1 0 0 0,0 0 0 0 0,0 1 0 0 0,0-1 0 0 0,0 0 0 0 0,0 1 0 0 0,0 0-1 0 0,0-1 1 0 0,-1 1 0 0 0,1-1 0 0 0,0 1 0 0 0,0 0 0 0 0,-1 0 0 0 0,1-1 0 0 0,0 1 0 0 0,-1 0-1 0 0,1 0 1 0 0,0 0 0 0 0,-1 0 0 0 0,1 0 0 0 0,-1 0 0 0 0,0 0 0 0 0,1 0 0 0 0,-1 0 0 0 0,0 0 0 0 0,0 0-1 0 0,1 0 1 0 0,-1 0 0 0 0,0 0 0 0 0,0 0 0 0 0,0 1 0 0 0,7 56 723 0 0,-6-45-702 0 0,2 24-130 0 0,2 28-121 0 0,-4-61-179 0 0,-1 0-1 0 0,1 0 1 0 0,1 1-1 0 0,-1-1 1 0 0,0 0-1 0 0,1 0 1 0 0,0 0-1 0 0,0-1 1 0 0,0 1-1 0 0,1 0 1 0 0,3 5-1 0 0,-5-9 209 0 0,-1 0 0 0 0,0 1-1 0 0,1-1 1 0 0,-1 0-1 0 0,0 0 1 0 0,1 1-1 0 0,-1-1 1 0 0,0 0 0 0 0,1 0-1 0 0,-1 1 1 0 0,1-1-1 0 0,-1 0 1 0 0,1 0-1 0 0,-1 0 1 0 0,0 0 0 0 0,1 0-1 0 0,-1 0 1 0 0,1 0-1 0 0,-1 0 1 0 0,1 0 0 0 0,-1 0-1 0 0,1 0 1 0 0,-1 0-1 0 0,1 0 1 0 0,-1 0-1 0 0,0 0 1 0 0,1 0 0 0 0,-1 0-1 0 0,1-1 1 0 0,-1 1-1 0 0,1 0 1 0 0,-1 0-1 0 0,0-1 1 0 0,1 1 0 0 0,-1 0-1 0 0,0 0 1 0 0,1-1-1 0 0,-1 1 1 0 0,0 0-1 0 0,1-1 1 0 0,-1 1 0 0 0,0 0-1 0 0,0-1 1 0 0,1 1-1 0 0,-1-1 1 0 0,0 1-1 0 0,0 0 1 0 0,0-1 0 0 0,0 1-1 0 0,1-1 1 0 0,-1 1-1 0 0,0-1 1 0 0,0 1 0 0 0,0-1-1 0 0,0 1 1 0 0,0 0-1 0 0,0-1 1 0 0,0 1-1 0 0,-1-2 1 0 0,5-27-4077 0 0,-4 29 4038 0 0,4-16-3243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2.5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1 6577 0 0,'-3'83'8915'0'0,"0"-11"-6258"0"0,2-55-2653 0 0,1 1 0 0 0,1 0 0 0 0,1-1 0 0 0,0 0 0 0 0,1 1 0 0 0,1-1 0 0 0,9 23 0 0 0,8-8-1764 0 0,-20-31 1544 0 0,0 0-1 0 0,0-1 1 0 0,0 1 0 0 0,0 0 0 0 0,0 0 0 0 0,0 0 0 0 0,0 0 0 0 0,0-1 0 0 0,0 1 0 0 0,0-1 0 0 0,0 1 0 0 0,1-1-1 0 0,-1 1 1 0 0,0-1 0 0 0,0 1 0 0 0,0-1 0 0 0,1 0 0 0 0,-1 0 0 0 0,0 0 0 0 0,0 0 0 0 0,1 0 0 0 0,-1 0 0 0 0,0 0 0 0 0,1 0-1 0 0,-1 0 1 0 0,2-1 0 0 0,-2 0 25 0 0,-1 1 0 0 0,0-1 0 0 0,1 1 0 0 0,-1-1 0 0 0,0 0 0 0 0,1 1 0 0 0,-1-1 0 0 0,0 0 0 0 0,0 1 0 0 0,1-1 0 0 0,-1 0 0 0 0,0 1-1 0 0,0-1 1 0 0,0 0 0 0 0,0 0 0 0 0,0 1 0 0 0,0-1 0 0 0,0 0 0 0 0,0 1 0 0 0,0-1 0 0 0,0 0 0 0 0,-1 1 0 0 0,1-1 0 0 0,0 0 0 0 0,0 1 0 0 0,-1-1 0 0 0,1 0 0 0 0,0 1-1 0 0,-1-1 1 0 0,1 1 0 0 0,-1-1 0 0 0,1 0 0 0 0,0 1 0 0 0,-1-1 0 0 0,0 0 0 0 0,-1 0-194 0 0,-2-8-2106 0 0</inkml:trace>
  <inkml:trace contextRef="#ctx0" brushRef="#br0" timeOffset="1">54 237 1952 0 0,'0'0'404'0'0,"0"-1"-1"0"0,1 1 1 0 0,-1-1-1 0 0,0 0 0 0 0,1 1 1 0 0,-1-1-1 0 0,1 1 0 0 0,-1-1 1 0 0,0 1-1 0 0,1-1 0 0 0,-1 1 1 0 0,1-1-1 0 0,0 1 1 0 0,-1 0-1 0 0,1-1 0 0 0,-1 1 1 0 0,1 0-1 0 0,-1-1 0 0 0,1 1 1 0 0,0 0-1 0 0,-1 0 1 0 0,1 0-1 0 0,0-1 0 0 0,-1 1 1 0 0,1 0-1 0 0,0 0 0 0 0,0 0 1 0 0,30-3 1800 0 0,-8 1-1745 0 0,-13-1-259 0 0,49-20-3796 0 0,-56 21 3003 0 0,-1 0 0 0 0,1 0 1 0 0,0 0-1 0 0,-1 0 0 0 0,1 0 0 0 0,-1 0 0 0 0,0-1 1 0 0,0 1-1 0 0,0-1 0 0 0,0 1 0 0 0,0-1 0 0 0,0 0 1 0 0,-1 0-1 0 0,1 0 0 0 0,-1 0 0 0 0,2-6 1 0 0,0 0-1509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2.9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45 5193 0 0,'-1'0'216'0'0,"0"0"0"0"0,1 1 0 0 0,-1-1 0 0 0,1 0 0 0 0,0 1 0 0 0,-1-1 0 0 0,1 0 0 0 0,-1 1 0 0 0,1-1 0 0 0,-1 1 0 0 0,1-1 0 0 0,0 1 0 0 0,-1-1 0 0 0,1 1 0 0 0,0-1 0 0 0,0 1 0 0 0,-1-1 0 0 0,1 1 0 0 0,0 0 0 0 0,0-1 0 0 0,0 1 0 0 0,0-1 0 0 0,0 1 0 0 0,0 0 0 0 0,0-1 0 0 0,0 2 0 0 0,16-3 2284 0 0,42-19-1833 0 0,-39 13 182 0 0,-14 5-722 0 0,18-6 588 0 0,46-9-1 0 0,-64 16-561 0 0,-1 0 1 0 0,1 1-1 0 0,0-1 0 0 0,-1 1 0 0 0,1 0 0 0 0,0 0 1 0 0,-1 0-1 0 0,1 1 0 0 0,0 0 0 0 0,-1 0 0 0 0,1 0 1 0 0,-1 0-1 0 0,1 1 0 0 0,-1 0 0 0 0,0-1 0 0 0,0 2 1 0 0,6 2-1 0 0,-4 3-72 0 0,-1 0 0 0 0,0 0 0 0 0,-1 0 0 0 0,1 1 1 0 0,-2 0-1 0 0,1-1 0 0 0,-1 1 0 0 0,0 0 0 0 0,-1 1 0 0 0,2 13 1 0 0,2 6-1065 0 0,-5-25 642 0 0,7 28-1986 0 0,-8-11-2689 0 0,-1-21 4828 0 0,1 0 0 0 0,-1 1-1 0 0,1-1 1 0 0,-1 0 0 0 0,1 0 0 0 0,-1 0 0 0 0,0 0-1 0 0,1 0 1 0 0,-1 0 0 0 0,1 0 0 0 0,-1 0-1 0 0,1 0 1 0 0,-1 0 0 0 0,1 0 0 0 0,-1-1-1 0 0,1 1 1 0 0,-1 0 0 0 0,0 0 0 0 0,1 0 0 0 0,-1-1-1 0 0,1 1 1 0 0,0 0 0 0 0,-1-1 0 0 0,1 1-1 0 0,-1 0 1 0 0,1-1 0 0 0,-1 1 0 0 0,1 0 0 0 0,0-1-1 0 0,-1 1 1 0 0,1-1 0 0 0,-1 0 0 0 0,0 0-493 0 0,-7-2-2736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3.4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71 1 5825 0 0,'-4'2'564'0'0,"1"1"-1"0"0,0 0 0 0 0,0 0 0 0 0,0 1 1 0 0,1-1-1 0 0,-1 0 0 0 0,1 1 0 0 0,-1 0 1 0 0,1 0-1 0 0,-2 4 0 0 0,2 0-91 0 0,-1 0 1 0 0,1-1-1 0 0,0 1 0 0 0,-2 16 0 0 0,4-6-362 0 0,-1-1 1 0 0,2 1-1 0 0,0-1 1 0 0,5 22-1 0 0,-4-27 381 0 0,-1-8-790 0 0,0 0 0 0 0,0-1 0 0 0,0 1 0 0 0,-1 0 0 0 0,0 0 1 0 0,0 0-1 0 0,0-1 0 0 0,0 1 0 0 0,-1 4 0 0 0,0-7 245 0 0,1 1-1 0 0,-1-1 1 0 0,0 0-1 0 0,0 0 0 0 0,0 0 1 0 0,0 0-1 0 0,0 0 1 0 0,0 0-1 0 0,0 0 0 0 0,-1 0 1 0 0,1 0-1 0 0,0 0 1 0 0,0-1-1 0 0,-1 1 0 0 0,1 0 1 0 0,0-1-1 0 0,-1 1 1 0 0,1-1-1 0 0,-1 0 0 0 0,1 1 1 0 0,-1-1-1 0 0,1 0 1 0 0,0 0-1 0 0,-1 0 0 0 0,1 0 1 0 0,-1 0-1 0 0,1 0 1 0 0,-3-1-1 0 0,23 2 5881 0 0,7-1-2776 0 0,-16 0-2799 0 0,0 0-1 0 0,-1-1 0 0 0,1 0 1 0 0,0-1-1 0 0,12-3 0 0 0,5-5 194 0 0,-1 0-1 0 0,39-22 1 0 0,-11-7-2311 0 0,-48 34 353 0 0,0-1-1 0 0,0 0 0 0 0,-1-1 1 0 0,0 1-1 0 0,7-12 1 0 0,-12 17 1285 0 0,1 0 0 0 0,-1 0 0 0 0,0-1 1 0 0,1 1-1 0 0,-1 0 0 0 0,0 0 0 0 0,0 0 0 0 0,0 0 1 0 0,0 0-1 0 0,0-1 0 0 0,0 1 0 0 0,0 0 0 0 0,-1 0 1 0 0,1 0-1 0 0,0 0 0 0 0,-1 0 0 0 0,1 0 0 0 0,-1 0 1 0 0,1 0-1 0 0,-1 0 0 0 0,0-2 0 0 0,-2-2-1097 0 0,4-5-2586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4.0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78 5521 0 0,'0'-2'519'0'0,"0"0"1"0"0,0 0-1 0 0,1 0 0 0 0,-1 0 0 0 0,1 0 1 0 0,-1 0-1 0 0,1 0 0 0 0,0 0 0 0 0,0 0 0 0 0,0 0 1 0 0,0 0-1 0 0,0 0 0 0 0,0 0 0 0 0,0 1 1 0 0,1-1-1 0 0,-1 1 0 0 0,3-4 0 0 0,1 2-67 0 0,-1 0 0 0 0,1 0-1 0 0,0 0 1 0 0,0 0 0 0 0,-1 1-1 0 0,11-4 1 0 0,-1 2-260 0 0,0 0 0 0 0,1 1-1 0 0,0 0 1 0 0,19 0 0 0 0,-27 2-151 0 0,0 1-1 0 0,1 0 1 0 0,-1 1-1 0 0,0 0 1 0 0,0 0-1 0 0,0 0 1 0 0,0 1 0 0 0,0 0-1 0 0,0 0 1 0 0,-1 1-1 0 0,1-1 1 0 0,-1 2-1 0 0,0-1 1 0 0,1 1-1 0 0,-1 0 1 0 0,-1 0 0 0 0,11 9-1 0 0,-12-8-26 0 0,0 0 1 0 0,-1 1-1 0 0,1-1 0 0 0,-1 0 0 0 0,0 1 1 0 0,0 0-1 0 0,-1 0 0 0 0,1 0 1 0 0,-1 0-1 0 0,-1 0 0 0 0,1 1 0 0 0,-1-1 1 0 0,0 0-1 0 0,-1 1 0 0 0,0-1 0 0 0,1 1 1 0 0,-2-1-1 0 0,1 0 0 0 0,-1 1 0 0 0,-2 6 1 0 0,-1 5-226 0 0,0-1 1 0 0,-1-1-1 0 0,-12 26 1 0 0,15-36 70 0 0,-1 0-1 0 0,0 0 1 0 0,-1 0 0 0 0,1-1 0 0 0,-1 1 0 0 0,0-1-1 0 0,-1 0 1 0 0,1 0 0 0 0,-1 0 0 0 0,0-1-1 0 0,0 0 1 0 0,-9 6 0 0 0,42-47 275 0 0,-16 19 78 0 0,-6 9-89 0 0,0 1 0 0 0,1 1 0 0 0,0-1 0 0 0,0 1 0 0 0,1 0 0 0 0,0 1 0 0 0,0 0 0 0 0,0 0 0 0 0,1 1 0 0 0,15-8 0 0 0,-20 12-73 0 0,-1 0 1 0 0,1 0 0 0 0,0 0-1 0 0,0 0 1 0 0,-1 0-1 0 0,1 1 1 0 0,0 0 0 0 0,0 0-1 0 0,0 0 1 0 0,0 0-1 0 0,0 1 1 0 0,-1-1 0 0 0,1 1-1 0 0,0 0 1 0 0,0 0-1 0 0,-1 1 1 0 0,1-1 0 0 0,0 1-1 0 0,-1-1 1 0 0,0 1-1 0 0,1 0 1 0 0,-1 0 0 0 0,0 1-1 0 0,0-1 1 0 0,0 1-1 0 0,0 0 1 0 0,-1-1 0 0 0,1 1-1 0 0,-1 0 1 0 0,5 7-1 0 0,-2-1 60 0 0,-1 0 0 0 0,1 1 0 0 0,-1-1-1 0 0,-1 1 1 0 0,0 0 0 0 0,0 0-1 0 0,-1 0 1 0 0,0 0 0 0 0,-1 0 0 0 0,0 0-1 0 0,0 1 1 0 0,-1-1 0 0 0,-1 0-1 0 0,0 1 1 0 0,-2 10 0 0 0,2-15-159 0 0,0 0 1 0 0,0 0-1 0 0,0 0 1 0 0,-1 0-1 0 0,0 0 1 0 0,0 0-1 0 0,-1-1 1 0 0,1 1-1 0 0,-1-1 1 0 0,-1 1-1 0 0,1-1 1 0 0,-1 0-1 0 0,1 0 0 0 0,-1-1 1 0 0,-1 1-1 0 0,1-1 1 0 0,-1 0-1 0 0,0 0 1 0 0,1 0-1 0 0,-2-1 1 0 0,1 1-1 0 0,0-1 1 0 0,-1-1-1 0 0,1 1 1 0 0,-1-1-1 0 0,-7 2 1 0 0,11-3-173 0 0,0-1 1 0 0,0 1 0 0 0,0-1 0 0 0,0 0 0 0 0,0 0 0 0 0,0 0 0 0 0,0 0 0 0 0,0 0 0 0 0,0 0 0 0 0,0 0 0 0 0,0-1 0 0 0,0 1 0 0 0,0-1 0 0 0,0 1 0 0 0,0-1 0 0 0,1 0 0 0 0,-1 0 0 0 0,0 0 0 0 0,0 0 0 0 0,1 0 0 0 0,-1 0 0 0 0,0 0 0 0 0,1-1 0 0 0,-1 1 0 0 0,1 0-1 0 0,0-1 1 0 0,0 1 0 0 0,-1-1 0 0 0,1 0 0 0 0,0 1 0 0 0,0-1 0 0 0,0 0 0 0 0,1 0 0 0 0,-1 0 0 0 0,0 0 0 0 0,0-2 0 0 0,-1-4-939 0 0,1 0 0 0 0,0-1 0 0 0,0 1 0 0 0,1 0 1 0 0,0-1-1 0 0,0 1 0 0 0,3-10 0 0 0,2-5-1747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4.5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55 6265 0 0,'51'-8'7127'0'0,"1"-11"-4056"0"0,-44 14-2908 0 0,0 1 0 0 0,1 1-1 0 0,0-1 1 0 0,0 2 0 0 0,0-1-1 0 0,0 1 1 0 0,0 0-1 0 0,1 1 1 0 0,-1 0 0 0 0,0 1-1 0 0,1 0 1 0 0,-1 0-1 0 0,0 1 1 0 0,14 2 0 0 0,-19-1-65 0 0,1 1 1 0 0,-1-1-1 0 0,0 1 1 0 0,0 0-1 0 0,0 0 1 0 0,-1 0-1 0 0,1 0 1 0 0,-1 1-1 0 0,1-1 1 0 0,-1 1-1 0 0,0 0 1 0 0,0 0-1 0 0,-1 0 1 0 0,1 0-1 0 0,-1 1 1 0 0,0-1-1 0 0,0 1 1 0 0,-1-1-1 0 0,1 1 0 0 0,-1 0 1 0 0,0-1-1 0 0,0 1 1 0 0,0 0-1 0 0,-1 0 1 0 0,0 7-1 0 0,1 10-643 0 0,-1 1 0 0 0,-2-1 0 0 0,0 0 0 0 0,-6 26-1 0 0,4-31-478 0 0,-5-6-4727 0 0,8-11 5304 0 0,0 0 0 0 0,-1 0 0 0 0,1 0 0 0 0,-1 0 0 0 0,1-1 1 0 0,0 1-1 0 0,-1 0 0 0 0,1-1 0 0 0,0 1 0 0 0,-1-1 0 0 0,1 0 0 0 0,0 1 1 0 0,0-1-1 0 0,0 0 0 0 0,-1 0 0 0 0,1 1 0 0 0,0-1 0 0 0,-1-2 0 0 0,-6-3-2384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4.9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4 170 5657 0 0,'0'0'168'0'0,"0"0"0"0"0,0 0 0 0 0,-1 1 0 0 0,1-1 0 0 0,0 0-1 0 0,0 0 1 0 0,-1 0 0 0 0,1 1 0 0 0,0-1 0 0 0,0 0 0 0 0,0 0 0 0 0,-1 1-1 0 0,1-1 1 0 0,0 0 0 0 0,0 0 0 0 0,0 1 0 0 0,0-1 0 0 0,0 0 0 0 0,0 1-1 0 0,-1-1 1 0 0,1 0 0 0 0,0 0 0 0 0,0 1 0 0 0,0-1 0 0 0,0 0 0 0 0,0 1-1 0 0,0-1 1 0 0,0 0 0 0 0,0 1 0 0 0,0-1 0 0 0,1 0 0 0 0,-1 0 0 0 0,0 1-1 0 0,0-1 1 0 0,0 0 0 0 0,0 1 0 0 0,0-1 0 0 0,13 4 2656 0 0,16-4-1831 0 0,34-12-687 0 0,-2 0-2002 0 0,-4-4-3514 0 0,-31-4 537 0 0,-12 9 1333 0 0</inkml:trace>
  <inkml:trace contextRef="#ctx0" brushRef="#br0" timeOffset="1">419 1 6985 0 0,'-2'2'863'0'0,"0"1"-1"0"0,0 0 0 0 0,0 0 0 0 0,0 0 0 0 0,0 0 1 0 0,1 0-1 0 0,-1 0 0 0 0,1 0 0 0 0,-2 7 0 0 0,-2 38 2567 0 0,5-36-3281 0 0,1-1 1 0 0,0 0 0 0 0,1 1 0 0 0,0-1 0 0 0,1 0 0 0 0,4 11 0 0 0,0-3-306 0 0,14 29-976 0 0,-3-19-2849 0 0,-24-49-6424 0 0,2-13 8117 0 0,-4-22 7296 0 0,21 49 1468 0 0,22 0-5505 0 0,-32 6-538 0 0,68-13 342 0 0,-26-3-4539 0 0,-45 16 3644 0 0,0 0 0 0 0,0 0 0 0 0,1-1 0 0 0,-1 1 0 0 0,0 0 0 0 0,0 0 0 0 0,1 0 0 0 0,-1 0 0 0 0,0-1 1 0 0,0 1-1 0 0,1 0 0 0 0,-1 0 0 0 0,0 0 0 0 0,0-1 0 0 0,0 1 0 0 0,0 0 0 0 0,1 0 0 0 0,-1-1 0 0 0,0 1 0 0 0,0 0 0 0 0,0 0 0 0 0,0-1 0 0 0,0 1 0 0 0,0 0 0 0 0,0-1 1 0 0,0 1-1 0 0,0 0 0 0 0,0-1 0 0 0,0 1 0 0 0,0 0 0 0 0,0 0 0 0 0,0-1 0 0 0,0 1 0 0 0,0 0 0 0 0,0-1 0 0 0,0 1 0 0 0,0 0 0 0 0,0 0 0 0 0,0-1 0 0 0,0 1 0 0 0,-1 0 1 0 0,1 0-1 0 0,0-1 0 0 0,0 1 0 0 0,0 0 0 0 0,-1 0 0 0 0,1-1 0 0 0,0 1 0 0 0,0 0 0 0 0,0 0 0 0 0,-1 0 0 0 0,1 0 0 0 0,0-1 0 0 0,0 1 0 0 0,-1 0 0 0 0,1 0 0 0 0,0 0 1 0 0,-1 0-1 0 0,1 0 0 0 0,0 0 0 0 0,-1 0 0 0 0,0-1-63 0 0,-3-3-2962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5.4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 6121 0 0,'-4'8'628'0'0,"1"0"0"0"0,0 0-1 0 0,1 0 1 0 0,0 1 0 0 0,0-1-1 0 0,1 1 1 0 0,0-1 0 0 0,1 1 0 0 0,-1-1-1 0 0,2 1 1 0 0,1 11 0 0 0,-2-17-540 0 0,1 0 0 0 0,0 0 0 0 0,0 0 0 0 0,0 0 0 0 0,1 0 0 0 0,-1 0-1 0 0,1-1 1 0 0,-1 1 0 0 0,1 0 0 0 0,0-1 0 0 0,0 0 0 0 0,0 1 0 0 0,0-1 0 0 0,1 0 0 0 0,-1 0 0 0 0,0 0 0 0 0,1 0 0 0 0,0 0 0 0 0,-1-1 0 0 0,1 1 0 0 0,0-1 0 0 0,0 0 0 0 0,0 0 0 0 0,0 0 0 0 0,0 0 0 0 0,0 0 0 0 0,0-1 0 0 0,0 1 0 0 0,0-1 0 0 0,0 0 0 0 0,1 0 0 0 0,-1 0 0 0 0,0 0 0 0 0,4-1 0 0 0,6-1 158 0 0,-1 0-1 0 0,1-1 1 0 0,0 0 0 0 0,-1-1-1 0 0,0 0 1 0 0,0-1 0 0 0,0 0-1 0 0,17-11 1 0 0,-18 9-657 0 0,-1 0 0 0 0,0 0-1 0 0,0-1 1 0 0,-1 0 0 0 0,10-11 0 0 0,-18 17-243 0 0,1 0 0 0 0,-1 0-1 0 0,0 0 1 0 0,0 0 0 0 0,0 0 0 0 0,0 0 0 0 0,-1 0 0 0 0,1 0 0 0 0,0 0-1 0 0,-1 0 1 0 0,1-1 0 0 0,-1 1 0 0 0,0 0 0 0 0,0 0 0 0 0,0-3 0 0 0,1-4-3557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5.8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 7578 0 0,'0'0'150'0'0,"0"0"1"0"0,0 0 0 0 0,-1 0-1 0 0,1 0 1 0 0,0 0 0 0 0,0 0-1 0 0,-1 0 1 0 0,1 0 0 0 0,0 0 0 0 0,0 0-1 0 0,0 0 1 0 0,-1 0 0 0 0,1 0-1 0 0,0 0 1 0 0,0 0 0 0 0,-1 1-1 0 0,1-1 1 0 0,0 0 0 0 0,0 0 0 0 0,0 0 150 0 0,-1 1-150 0 0,1-1-1 0 0,0 0 1 0 0,0 0 0 0 0,0 0-1 0 0,0 1 1 0 0,0-1 0 0 0,-1 0 0 0 0,1 0-1 0 0,0 0 1 0 0,0 1 0 0 0,0-1-1 0 0,0 0 1 0 0,0 0 0 0 0,0 1-1 0 0,0-1 1 0 0,0 0 0 0 0,0 0-1 0 0,0 1 1 0 0,0-1 0 0 0,-2 21 1973 0 0,2 18-882 0 0,10 69 666 0 0,-8-99-1877 0 0,0 0 0 0 0,0 1 1 0 0,1-1-1 0 0,0 0 1 0 0,0 0-1 0 0,1-1 1 0 0,0 1-1 0 0,1-1 0 0 0,7 11 1 0 0,-10-17-42 0 0,-1-1-1 0 0,1 1 1 0 0,0 0 0 0 0,0-1 0 0 0,0 1 0 0 0,0-1-1 0 0,0 1 1 0 0,0-1 0 0 0,0 0 0 0 0,1 0 0 0 0,-1 0-1 0 0,0 0 1 0 0,1 0 0 0 0,-1-1 0 0 0,1 1-1 0 0,-1-1 1 0 0,1 1 0 0 0,3-1 0 0 0,0 0-112 0 0,0-1 0 0 0,-1 0 0 0 0,1 0-1 0 0,-1 0 1 0 0,1 0 0 0 0,-1-1 0 0 0,0 0 0 0 0,6-3 0 0 0,42-28-3298 0 0,-16-2-3738 0 0,-26 10 2545 0 0,-3 14 2146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6.2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 1 5313 0 0,'-2'3'580'0'0,"-1"1"1"0"0,1-1-1 0 0,0 1 0 0 0,0 0 0 0 0,1 0 1 0 0,-1 0-1 0 0,1 0 0 0 0,0 0 0 0 0,0 0 1 0 0,0 0-1 0 0,0 8 0 0 0,-2 51 763 0 0,3-57-1084 0 0,0 7-181 0 0,1 1 0 0 0,1-1 1 0 0,0 0-1 0 0,7 25 1 0 0,-8-34-341 0 0,1 0 0 0 0,-1 1 0 0 0,1-1 0 0 0,0 0 0 0 0,0 0 0 0 0,0 0 0 0 0,0 0 1 0 0,1 0-1 0 0,-1-1 0 0 0,1 1 0 0 0,0-1 0 0 0,0 0 0 0 0,1 1 0 0 0,-1-1 0 0 0,1-1 1 0 0,-1 1-1 0 0,1 0 0 0 0,4 1 0 0 0,-8-4 172 0 0,0 0 0 0 0,-1 0 0 0 0,1-1 0 0 0,0 1 0 0 0,0 0 0 0 0,-1 0 0 0 0,1-1 0 0 0,0 1 0 0 0,0 0 0 0 0,0-1-1 0 0,-1 1 1 0 0,1 0 0 0 0,0-1 0 0 0,0 1 0 0 0,0 0 0 0 0,0-1 0 0 0,0 1 0 0 0,0 0 0 0 0,0-1 0 0 0,0 1 0 0 0,0 0 0 0 0,0-1 0 0 0,0 1 0 0 0,0 0 0 0 0,0-1 0 0 0,0 1 0 0 0,0 0 0 0 0,0-1 0 0 0,0 1 0 0 0,0 0 0 0 0,0-1 0 0 0,0 1 0 0 0,0 0-1 0 0,1-1 1 0 0,-1 1 0 0 0,0 0 0 0 0,0 0 0 0 0,0-1 0 0 0,1 1 0 0 0,-1 0 0 0 0,0-1 0 0 0,0 1 0 0 0,1 0 0 0 0,-1 0 0 0 0,0 0 0 0 0,1-1 0 0 0,-1 1 0 0 0,0 0 0 0 0,1 0 0 0 0,-1 0 0 0 0,0 0 0 0 0,1 0 0 0 0,-1 0 0 0 0,0 0 0 0 0,1 0-1 0 0,-1 0 1 0 0,0-1 0 0 0,1 1 0 0 0,-1 1 0 0 0,0-1 0 0 0,1 0 0 0 0,-1 0 0 0 0,0 0 0 0 0,1 0 0 0 0,-1 0 0 0 0,0 0 0 0 0,1 0 0 0 0,0 1 0 0 0,-2-3-266 0 0,2-5-1865 0 0</inkml:trace>
  <inkml:trace contextRef="#ctx0" brushRef="#br0" timeOffset="1">39 150 4009 0 0,'12'-3'5717'0'0,"23"11"-2830"0"0,-27-7-2377 0 0,15 2-540 0 0,0-1 0 0 0,25-1 0 0 0,-35-1-928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6.7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57 7258 0 0,'-4'11'807'0'0,"1"1"1"0"0,0-1-1 0 0,1 0 1 0 0,1 1 0 0 0,0-1-1 0 0,0 1 1 0 0,2 18-1 0 0,-1-27-781 0 0,1 1-1 0 0,-1-1 0 0 0,1 0 1 0 0,0 0-1 0 0,0 0 0 0 0,0 1 1 0 0,0-1-1 0 0,0 0 0 0 0,1-1 1 0 0,-1 1-1 0 0,1 0 0 0 0,0 0 1 0 0,4 4-1 0 0,-4-6-149 0 0,-1 1 0 0 0,1-1 0 0 0,0 0 0 0 0,1 0-1 0 0,-1 0 1 0 0,0 0 0 0 0,0 0 0 0 0,0 0 0 0 0,1-1 0 0 0,-1 1 0 0 0,0-1 0 0 0,0 1-1 0 0,1-1 1 0 0,-1 0 0 0 0,1 0 0 0 0,-1 0 0 0 0,0 0 0 0 0,1 0 0 0 0,-1-1 0 0 0,0 1 0 0 0,5-2-1 0 0,-6 1-200 0 0,1 1-1 0 0,-1-1 0 0 0,1 0 0 0 0,-1 0 1 0 0,1 0-1 0 0,-1 0 0 0 0,0 0 0 0 0,1 0 1 0 0,-1 0-1 0 0,0 0 0 0 0,0 0 0 0 0,0-1 1 0 0,0 1-1 0 0,0 0 0 0 0,0-1 0 0 0,0 1 1 0 0,0-1-1 0 0,-1 1 0 0 0,1-1 0 0 0,0 1 1 0 0,-1-1-1 0 0,1-2 0 0 0,1-5-2476 0 0</inkml:trace>
  <inkml:trace contextRef="#ctx0" brushRef="#br0" timeOffset="1">16 45 5233 0 0,'2'2'557'0'0,"-1"-1"-1"0"0,1 0 1 0 0,0 0-1 0 0,-1 0 0 0 0,1 0 1 0 0,0 0-1 0 0,0 0 1 0 0,-1 0-1 0 0,1-1 1 0 0,0 1-1 0 0,0-1 1 0 0,4 1-1 0 0,28-2 2983 0 0,38-20-1635 0 0,-46 12-755 0 0,-4 2-658 0 0,-11 3-158 0 0,1 0 0 0 0,0 1 0 0 0,0 0 0 0 0,18-1 0 0 0,-27 4-312 0 0,-1 0 0 0 0,1 0 0 0 0,-1 0 0 0 0,1 0 0 0 0,-1 0 0 0 0,1 1 0 0 0,-1-1 0 0 0,0 1 0 0 0,1 0 0 0 0,-1-1-1 0 0,0 1 1 0 0,0 0 0 0 0,1 0 0 0 0,-1 1 0 0 0,0-1 0 0 0,0 0 0 0 0,0 1 0 0 0,0-1 0 0 0,-1 1 0 0 0,1 0 0 0 0,0 0 0 0 0,-1-1-1 0 0,1 1 1 0 0,-1 0 0 0 0,1 0 0 0 0,-1 1 0 0 0,0-1 0 0 0,1 3 0 0 0,1 2-523 0 0,0 1-1 0 0,-1 0 1 0 0,0 1 0 0 0,0-1-1 0 0,0 9 1 0 0,-2-15 249 0 0,1-1 0 0 0,-1 0 0 0 0,0 0 0 0 0,0 0 0 0 0,0 1 0 0 0,0-1 1 0 0,0 0-1 0 0,0 0 0 0 0,0 0 0 0 0,0 1 0 0 0,0-1 0 0 0,-1 0 0 0 0,1 0 0 0 0,0 0 0 0 0,-1 0 0 0 0,1 1 1 0 0,-1-1-1 0 0,1 0 0 0 0,-1 0 0 0 0,1 0 0 0 0,-1 0 0 0 0,0 0 0 0 0,0 0 0 0 0,0 0 0 0 0,1-1 0 0 0,-1 1 1 0 0,0 0-1 0 0,0 0 0 0 0,0-1 0 0 0,0 1 0 0 0,0 0 0 0 0,0-1 0 0 0,0 1 0 0 0,-1-1 0 0 0,1 1 0 0 0,0-1 0 0 0,0 0 1 0 0,0 1-1 0 0,0-1 0 0 0,-1 0 0 0 0,1 0 0 0 0,0 0 0 0 0,0 0 0 0 0,-1 0 0 0 0,1 0 0 0 0,-2-1 0 0 0,-15-3-2442 0 0,3 5-499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7.2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0 343 5793 0 0,'0'1'333'0'0,"0"-1"1"0"0,0 1-1 0 0,0 0 0 0 0,1 0 0 0 0,-1 0 1 0 0,0-1-1 0 0,0 1 0 0 0,0 0 0 0 0,1-1 0 0 0,-1 1 1 0 0,0 0-1 0 0,1-1 0 0 0,-1 1 0 0 0,0 0 1 0 0,1-1-1 0 0,-1 1 0 0 0,1 0 0 0 0,-1-1 0 0 0,1 1 1 0 0,-1-1-1 0 0,1 1 0 0 0,0-1 0 0 0,0 1 1 0 0,20 4 2981 0 0,27-11-2307 0 0,-41 5-515 0 0,28-6-224 0 0,63-20 0 0 0,-36-1-2640 0 0,-6-12-4393 0 0,-39 15 1723 0 0,-8 13 1456 0 0</inkml:trace>
  <inkml:trace contextRef="#ctx0" brushRef="#br0" timeOffset="1">412 13 3377 0 0,'-6'-2'708'0'0,"0"1"-1"0"0,0 0 1 0 0,0 1 0 0 0,0-1 0 0 0,1 1 0 0 0,-1 1 0 0 0,0-1 0 0 0,0 1-1 0 0,-8 1 1 0 0,13-1-627 0 0,0-1 0 0 0,0 1 0 0 0,0-1 0 0 0,0 1 0 0 0,0-1 0 0 0,0 1 0 0 0,0-1 0 0 0,0 1 0 0 0,0 0 0 0 0,0 0 0 0 0,1 0-1 0 0,-1-1 1 0 0,0 1 0 0 0,0 0 0 0 0,1 0 0 0 0,-1 0 0 0 0,0 0 0 0 0,1 0 0 0 0,-1 0 0 0 0,0 2 0 0 0,1 0-53 0 0,0-1-1 0 0,0 1 1 0 0,0-1 0 0 0,0 1 0 0 0,0-1 0 0 0,0 1-1 0 0,1-1 1 0 0,-1 1 0 0 0,1-1 0 0 0,0 0 0 0 0,-1 1-1 0 0,1-1 1 0 0,2 4 0 0 0,2 3-18 0 0,1 0-1 0 0,0-1 1 0 0,0 1-1 0 0,0-1 1 0 0,1-1-1 0 0,0 1 1 0 0,1-1-1 0 0,-1-1 1 0 0,1 1 0 0 0,1-1-1 0 0,-1-1 1 0 0,1 0-1 0 0,0 0 1 0 0,13 5-1 0 0,-18-8 16 0 0,0 0-1 0 0,1-1 0 0 0,-1 1 1 0 0,0-1-1 0 0,1 0 0 0 0,0 0 0 0 0,-1 0 1 0 0,1-1-1 0 0,-1 0 0 0 0,1 0 1 0 0,0 0-1 0 0,-1 0 0 0 0,1-1 1 0 0,-1 1-1 0 0,1-1 0 0 0,-1-1 0 0 0,1 1 1 0 0,-1 0-1 0 0,0-1 0 0 0,1 0 1 0 0,-1 0-1 0 0,0 0 0 0 0,0-1 1 0 0,0 0-1 0 0,-1 1 0 0 0,1-1 0 0 0,-1 0 1 0 0,1-1-1 0 0,-1 1 0 0 0,0 0 1 0 0,0-1-1 0 0,-1 0 0 0 0,4-6 1 0 0,-4 7-8 0 0,0 1 1 0 0,0-1 0 0 0,-1 0 0 0 0,1 0 0 0 0,-1 0-1 0 0,0 0 1 0 0,0 0 0 0 0,0 0 0 0 0,0-1-1 0 0,-1 1 1 0 0,1 0 0 0 0,-1 0 0 0 0,0 0 0 0 0,0-1-1 0 0,0 1 1 0 0,0 0 0 0 0,0-1 0 0 0,-1 1 0 0 0,0 0-1 0 0,1 0 1 0 0,-1 0 0 0 0,0 0 0 0 0,-1 0 0 0 0,1 0-1 0 0,0 0 1 0 0,-1 0 0 0 0,0 0 0 0 0,0 0-1 0 0,0 1 1 0 0,0-1 0 0 0,0 1 0 0 0,0 0 0 0 0,0-1-1 0 0,-1 1 1 0 0,1 0 0 0 0,-1 0 0 0 0,-5-3 0 0 0,2 2-190 0 0,-1 0 1 0 0,1 0 0 0 0,-1 1 0 0 0,1 0 0 0 0,-1 0 0 0 0,0 0 0 0 0,0 1 0 0 0,0 0 0 0 0,0 1 0 0 0,0-1 0 0 0,0 1 0 0 0,0 0-1 0 0,0 1 1 0 0,0 0 0 0 0,0 0 0 0 0,-12 4 0 0 0,-20 14-1958 0 0,-6 2-4494 0 0,39-18 4454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7.7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6441 0 0,'17'53'6273'0'0,"-9"35"-4421"0"0,-3-24-1359 0 0,-3-49-459 0 0,0 0-1 0 0,1 1 1 0 0,6 14 0 0 0,-8-26-355 0 0,1 0 1 0 0,0 0 0 0 0,-1 0 0 0 0,1-1 0 0 0,0 1-1 0 0,1-1 1 0 0,-1 1 0 0 0,0-1 0 0 0,1 0 0 0 0,0 0-1 0 0,0 0 1 0 0,0 0 0 0 0,0-1 0 0 0,0 1 0 0 0,1-1-1 0 0,6 4 1 0 0,5-6-4760 0 0,1 12 2082 0 0</inkml:trace>
  <inkml:trace contextRef="#ctx0" brushRef="#br0" timeOffset="1">111 168 3313 0 0,'0'0'992'0'0,"0"2"-248"0"0,0 0-256 0 0,2-1-96 0 0,1-1-120 0 0,-1 0-144 0 0,3 0-72 0 0,2 0-40 0 0,0-1 8 0 0,1-1-16 0 0,3-3-80 0 0,-1-2-88 0 0,2 0-128 0 0,0 0-144 0 0,-1-2-208 0 0,-1 1-168 0 0,-3-4-152 0 0,12 13-1321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8.1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37 4601 0 0,'47'5'8263'0'0,"11"1"-6101"0"0,15-17-994 0 0,-67 10-1032 0 0,0-1 0 0 0,0 0 0 0 0,0 0 0 0 0,0 0 0 0 0,0-1 0 0 0,-1 1 0 0 0,1-2 0 0 0,-1 1 0 0 0,9-7 0 0 0,-15 5 622 0 0,-10 4-418 0 0,-12 4-129 0 0,5 3-229 0 0,1 0 0 0 0,0 1 0 0 0,0 1 0 0 0,-25 15 0 0 0,36-19 10 0 0,-1 1-1 0 0,1-1 0 0 0,0 1 1 0 0,0 0-1 0 0,0 0 0 0 0,1 1 1 0 0,-1 0-1 0 0,1 0 0 0 0,1 0 1 0 0,-1 1-1 0 0,1-1 0 0 0,0 1 1 0 0,-4 12-1 0 0,7-18 5 0 0,1 0-1 0 0,0 0 1 0 0,-1 0 0 0 0,1 1 0 0 0,0-1-1 0 0,0 0 1 0 0,0 0 0 0 0,0 0-1 0 0,0 0 1 0 0,0 0 0 0 0,0 0 0 0 0,0 0-1 0 0,0 0 1 0 0,0 0 0 0 0,1 0 0 0 0,-1 0-1 0 0,0 0 1 0 0,1 0 0 0 0,-1 0-1 0 0,1 0 1 0 0,-1 0 0 0 0,1 0 0 0 0,0 0-1 0 0,-1 0 1 0 0,1 0 0 0 0,0 0 0 0 0,0-1-1 0 0,1 3 1 0 0,1-2-21 0 0,0 1 0 0 0,0-1-1 0 0,0 0 1 0 0,0 0 0 0 0,0 0 0 0 0,0 0 0 0 0,0 0-1 0 0,0-1 1 0 0,0 1 0 0 0,4-1 0 0 0,8 0-86 0 0,0 0 0 0 0,-1-1 1 0 0,21-4-1 0 0,-24 3 111 0 0,0 0 1 0 0,0 0 0 0 0,0 1 0 0 0,0 0-1 0 0,0 1 1 0 0,1 0 0 0 0,13 3-1 0 0,-22-2 23 0 0,0 0-1 0 0,0 0 1 0 0,1 1 0 0 0,-1-1-1 0 0,0 1 1 0 0,0 0-1 0 0,0-1 1 0 0,0 1-1 0 0,-1 1 1 0 0,1-1 0 0 0,0 0-1 0 0,-1 1 1 0 0,0-1-1 0 0,1 1 1 0 0,-1 0-1 0 0,0 0 1 0 0,-1 0 0 0 0,1 0-1 0 0,0 0 1 0 0,-1 0-1 0 0,0 0 1 0 0,1 1-1 0 0,-1-1 1 0 0,-1 0-1 0 0,1 1 1 0 0,0 5 0 0 0,1-1-197 0 0,-1 0 1 0 0,0 0-1 0 0,0 0 1 0 0,-1 0 0 0 0,0 0-1 0 0,-1 0 1 0 0,0 0 0 0 0,0 0-1 0 0,0 0 1 0 0,-5 12 0 0 0,5-16-199 0 0,-1-1 0 0 0,0 1 0 0 0,0 0 0 0 0,0-1 0 0 0,-1 1 0 0 0,1-1 0 0 0,-1 0 0 0 0,0 0 0 0 0,0 0 0 0 0,0 0 0 0 0,0 0 0 0 0,0-1 0 0 0,-1 1 0 0 0,1-1 0 0 0,-1 0 0 0 0,1 0 0 0 0,-1 0 0 0 0,0-1 0 0 0,0 1 0 0 0,0-1 0 0 0,-6 1 0 0 0,-51 13-3992 0 0,-1 0 2427 0 0,1-4 3870 0 0,38-6 2265 0 0,35-3 1073 0 0,24-3-1133 0 0,-17 0-4751 0 0,55-6 2064 0 0,-36 5-850 0 0,45-10 1 0 0,-73 10-852 0 0,0 0 0 0 0,0-1 0 0 0,-1 0 0 0 0,1-1 0 0 0,-1 0 0 0 0,0-1 1 0 0,0 1-1 0 0,-1-2 0 0 0,13-8 0 0 0,-20 13-191 0 0,0 0 0 0 0,0-1 0 0 0,0 1-1 0 0,0 0 1 0 0,0 0 0 0 0,0-1 0 0 0,0 1 0 0 0,-1-1 0 0 0,1 1-1 0 0,-1-1 1 0 0,1 1 0 0 0,-1-1 0 0 0,1 1 0 0 0,-1-1 0 0 0,0 1-1 0 0,1-1 1 0 0,-1 1 0 0 0,0-1 0 0 0,0 0 0 0 0,0 1 0 0 0,-1-1-1 0 0,1 1 1 0 0,0-1 0 0 0,-1-1 0 0 0,11 12-3355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8.6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123 0 2529 0 0,'-25'17'5396'0'0,"5"-1"-3938"0"0,13-13-1444 0 0,1-1-1 0 0,0 0 0 0 0,-1 0 1 0 0,1 0-1 0 0,-1 0 0 0 0,0-1 1 0 0,0 0-1 0 0,1-1 0 0 0,-9 1 1 0 0,12-13-5507 0 0,4 8 2573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39.8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5673 0 0,'7'47'6261'0'0,"-6"28"-2918"0"0,0 10-2302 0 0,0-76-1051 0 0,14 85 244 0 0,-14-88-473 0 0,0 0 0 0 0,1 0 0 0 0,0 0 0 0 0,0 0 1 0 0,1 0-1 0 0,0-1 0 0 0,0 1 0 0 0,0-1 0 0 0,1 0 0 0 0,-1 1 0 0 0,1-2 0 0 0,6 7 0 0 0,-10-11 117 0 0,1 1 0 0 0,-1-1-1 0 0,1 1 1 0 0,0-1 0 0 0,-1 1 0 0 0,1-1-1 0 0,0 1 1 0 0,-1-1 0 0 0,1 0-1 0 0,0 1 1 0 0,-1-1 0 0 0,1 0 0 0 0,0 0-1 0 0,0 0 1 0 0,0 1 0 0 0,-1-1 0 0 0,1 0-1 0 0,0 0 1 0 0,0 0 0 0 0,-1 0-1 0 0,1 0 1 0 0,0-1 0 0 0,0 1 0 0 0,0 0-1 0 0,-1 0 1 0 0,1 0 0 0 0,0-1 0 0 0,-1 1-1 0 0,1 0 1 0 0,0-1 0 0 0,0 1-1 0 0,-1 0 1 0 0,1-1 0 0 0,-1 1 0 0 0,1-1-1 0 0,0 1 1 0 0,-1-1 0 0 0,1 0 0 0 0,-1 1-1 0 0,1-1 1 0 0,-1 1 0 0 0,1-1-1 0 0,-1 0 1 0 0,0 0 0 0 0,1 1 0 0 0,-1-2-1 0 0,12-10-2756 0 0,8 13-147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0.3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178 0 5625 0 0,'17'62'7732'0'0,"-5"-25"-5830"0"0,9 57 0 0 0,-20-85-1858 0 0,0 0 1 0 0,0 1-1 0 0,0 0 1 0 0,-1-1-1 0 0,-1 1 1 0 0,0-1-1 0 0,0 1 1 0 0,-1-1-1 0 0,0 0 0 0 0,-1 1 1 0 0,-4 10-1 0 0,5-17-62 0 0,-1 1 0 0 0,0 0-1 0 0,0-1 1 0 0,0 1 0 0 0,0-1-1 0 0,0 0 1 0 0,-1 0 0 0 0,0 0-1 0 0,1-1 1 0 0,-1 1 0 0 0,0-1-1 0 0,0 0 1 0 0,-1 0-1 0 0,1 0 1 0 0,0 0 0 0 0,-1-1-1 0 0,1 0 1 0 0,0 0 0 0 0,-1 0-1 0 0,0-1 1 0 0,1 1 0 0 0,-6-1-1 0 0,1 0-47 0 0,-1 1 0 0 0,1-2 0 0 0,0 1 0 0 0,0-1 0 0 0,-1-1 0 0 0,1 0 0 0 0,0 0 0 0 0,0-1 0 0 0,1 0 0 0 0,-11-5 0 0 0,18 8 62 0 0,1 0-1 0 0,-1 0 1 0 0,0-1-1 0 0,1 1 1 0 0,-1 0-1 0 0,0-1 1 0 0,1 1-1 0 0,-1-1 1 0 0,1 1-1 0 0,-1-1 1 0 0,1 1-1 0 0,-1-1 1 0 0,1 1-1 0 0,0-1 1 0 0,-1 1-1 0 0,1-1 1 0 0,0 0-1 0 0,-1 1 1 0 0,1-1-1 0 0,0 0 1 0 0,-1 1-1 0 0,1-1 1 0 0,0 0-1 0 0,0 1 1 0 0,0-1-1 0 0,0 0 0 0 0,0 1 1 0 0,0-1-1 0 0,0-1 1 0 0,15-18 67 0 0,44-16-493 0 0,-43 28-311 0 0,39-34-3188 0 0,-49 36 2899 0 0,-1 0 1 0 0,1-1-1 0 0,-1 1 0 0 0,-1-1 1 0 0,1 0-1 0 0,3-8 0 0 0,0 4-1920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0.7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116 0 7298 0 0,'-3'5'610'0'0,"0"1"0"0"0,1-1 0 0 0,0 1 0 0 0,0-1 1 0 0,0 1-1 0 0,0 0 0 0 0,1 0 0 0 0,0 0 0 0 0,1 0 1 0 0,-1 0-1 0 0,1 0 0 0 0,0 0 0 0 0,1 7 0 0 0,1 4-213 0 0,0 1 0 0 0,1-1 0 0 0,7 21 0 0 0,-9-34-445 0 0,25 66 477 0 0,-25-67-610 0 0,0 1 0 0 0,1-1 0 0 0,-1 0 0 0 0,1-1 0 0 0,0 1 0 0 0,0 0 0 0 0,0 0 0 0 0,0-1 0 0 0,0 1 0 0 0,0-1 0 0 0,1 0 0 0 0,-1 1 0 0 0,1-1 0 0 0,0 0 0 0 0,0-1-1 0 0,-1 1 1 0 0,1 0 0 0 0,0-1 0 0 0,4 2 0 0 0,-7-3-10 0 0,1 0 0 0 0,-1 0-1 0 0,1 0 1 0 0,0 0 0 0 0,-1 0 0 0 0,1 0-1 0 0,-1-1 1 0 0,1 1 0 0 0,-1 0-1 0 0,1 0 1 0 0,0 0 0 0 0,-1 0-1 0 0,1-1 1 0 0,-1 1 0 0 0,1 0 0 0 0,-1-1-1 0 0,1 1 1 0 0,-1 0 0 0 0,1-1-1 0 0,-1 1 1 0 0,0 0 0 0 0,1-1-1 0 0,-1 1 1 0 0,0-1 0 0 0,1 1 0 0 0,-1-1-1 0 0,0 1 1 0 0,1-1 0 0 0,-1 0-1 0 0,5-4-2661 0 0,13 12-423 0 0</inkml:trace>
  <inkml:trace contextRef="#ctx0" brushRef="#br0" timeOffset="1">154 138 2208 0 0,'1'-1'504'0'0,"0"-1"0"0"0,0 1 0 0 0,0 0 0 0 0,0-1-1 0 0,0 1 1 0 0,0 0 0 0 0,1 0 0 0 0,-1 0-1 0 0,0 0 1 0 0,1 0 0 0 0,-1 0 0 0 0,1 0-1 0 0,-1 0 1 0 0,4-1 0 0 0,30-5 2344 0 0,36 9-2905 0 0,-64-1 145 0 0,15 2-1437 0 0,-13 1-1037 0 0</inkml:trace>
  <inkml:trace contextRef="#ctx0" brushRef="#br0" timeOffset="2">0 503 3777 0 0,'8'-3'1500'0'0,"0"-1"-1"0"0,0 1 1 0 0,1 1 0 0 0,16-4 0 0 0,-17 5-941 0 0,-1 0 1 0 0,1 1-1 0 0,-1 0 0 0 0,1 0 0 0 0,-1 1 1 0 0,10 1-1 0 0,-14-1-482 0 0,1-1-1 0 0,-1 1 1 0 0,0 0-1 0 0,1 0 1 0 0,-1 0 0 0 0,0 1-1 0 0,0-1 1 0 0,0 1-1 0 0,0 0 1 0 0,0 0-1 0 0,0 0 1 0 0,-1 0 0 0 0,1 0-1 0 0,0 1 1 0 0,-1-1-1 0 0,0 1 1 0 0,0 0 0 0 0,0-1-1 0 0,0 1 1 0 0,0 0-1 0 0,0 0 1 0 0,-1 0 0 0 0,1 1-1 0 0,-1-1 1 0 0,0 0-1 0 0,0 0 1 0 0,0 1-1 0 0,-1-1 1 0 0,1 1 0 0 0,-1-1-1 0 0,1 0 1 0 0,-1 5-1 0 0,0-6 184 0 0,-3 29-4484 0 0,-1-25-926 0 0,-6-17 8 0 0,7 5 2416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1.1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74 4945 0 0,'10'-9'1620'0'0,"1"-1"1"0"0,0 2-1 0 0,0 0 1 0 0,1 0-1 0 0,0 1 1 0 0,17-8-1 0 0,-25 14-1440 0 0,0-1-1 0 0,0 1 1 0 0,0-1-1 0 0,0 1 1 0 0,0 1-1 0 0,1-1 1 0 0,-1 1-1 0 0,0-1 1 0 0,1 1-1 0 0,-1 0 1 0 0,5 1-1 0 0,-7 0-108 0 0,1-1-1 0 0,-1 1 0 0 0,0 0 0 0 0,1 0 1 0 0,-1 0-1 0 0,0 0 0 0 0,0 1 0 0 0,0-1 1 0 0,0 0-1 0 0,0 1 0 0 0,0 0 0 0 0,0-1 1 0 0,-1 1-1 0 0,1 0 0 0 0,0 0 0 0 0,-1 0 1 0 0,0 0-1 0 0,1 0 0 0 0,-1 0 0 0 0,2 5 1 0 0,-1-2-188 0 0,-1 1 1 0 0,1-1-1 0 0,-1 1 1 0 0,0 0 0 0 0,-1 0-1 0 0,1 0 1 0 0,-1 0-1 0 0,-1 11 1 0 0,0-13-812 0 0,1 0-1 0 0,-1 0 1 0 0,0 0-1 0 0,0 0 1 0 0,0-1 0 0 0,0 1-1 0 0,-1 0 1 0 0,-2 4-1 0 0,-8-13-4403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1.5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78 5489 0 0,'-2'1'412'0'0,"0"1"-1"0"0,0-1 1 0 0,1 1 0 0 0,-1-1-1 0 0,1 1 1 0 0,-1 0 0 0 0,1 0-1 0 0,0 0 1 0 0,-1 0 0 0 0,1 0-1 0 0,0 0 1 0 0,0 0 0 0 0,1 0-1 0 0,-1 1 1 0 0,0-1 0 0 0,1 0-1 0 0,-1 0 1 0 0,1 1 0 0 0,0 3-1 0 0,-4 47 1798 0 0,4-47-2120 0 0,0 1 0 0 0,1-1 0 0 0,-1 0 0 0 0,2 0 0 0 0,-1 0 0 0 0,1 0 0 0 0,-1 0 0 0 0,1-1 0 0 0,1 1 0 0 0,-1 0 0 0 0,1-1 0 0 0,0 0 0 0 0,7 10 0 0 0,-7-13-71 0 0,-1 1 1 0 0,0-1 0 0 0,1 0 0 0 0,0 0 0 0 0,-1 0-1 0 0,1 0 1 0 0,0 0 0 0 0,0 0 0 0 0,0-1-1 0 0,0 0 1 0 0,0 1 0 0 0,1-1 0 0 0,-1 0 0 0 0,0-1-1 0 0,1 1 1 0 0,-1 0 0 0 0,0-1 0 0 0,1 0 0 0 0,-1 0-1 0 0,0 0 1 0 0,1 0 0 0 0,-1 0 0 0 0,1-1-1 0 0,-1 0 1 0 0,0 0 0 0 0,6-2 0 0 0,-6 2 30 0 0,0 0 0 0 0,1-1 0 0 0,-1 0 0 0 0,-1 0 1 0 0,1 0-1 0 0,0 0 0 0 0,0 0 0 0 0,-1 0 0 0 0,1-1 0 0 0,-1 1 1 0 0,0-1-1 0 0,0 0 0 0 0,0 1 0 0 0,0-1 0 0 0,0 0 0 0 0,-1 0 0 0 0,1 0 1 0 0,-1-1-1 0 0,0 1 0 0 0,0 0 0 0 0,0 0 0 0 0,0-1 0 0 0,0 1 1 0 0,-1-1-1 0 0,0 1 0 0 0,0 0 0 0 0,0-1 0 0 0,0 1 0 0 0,0-1 1 0 0,0 1-1 0 0,-1-1 0 0 0,0 1 0 0 0,0 0 0 0 0,0-1 0 0 0,0 1 0 0 0,-2-5 1 0 0,1 4-169 0 0,1 1 1 0 0,0-1-1 0 0,-1 0 1 0 0,0 0-1 0 0,0 1 1 0 0,0-1 0 0 0,0 1-1 0 0,0 0 1 0 0,-1 0-1 0 0,0 0 1 0 0,1 0-1 0 0,-1 0 1 0 0,0 0 0 0 0,-1 1-1 0 0,1-1 1 0 0,0 1-1 0 0,-1 0 1 0 0,1 0-1 0 0,-1 0 1 0 0,0 1-1 0 0,1-1 1 0 0,-1 1 0 0 0,0 0-1 0 0,0 0 1 0 0,0 0-1 0 0,0 0 1 0 0,0 1-1 0 0,0 0 1 0 0,0 0 0 0 0,0 0-1 0 0,-8 1 1 0 0,12-1 100 0 0,0 0 1 0 0,0-1-1 0 0,0 1 0 0 0,0 0 1 0 0,0 0-1 0 0,0 0 1 0 0,0 0-1 0 0,0 0 0 0 0,0-1 1 0 0,0 1-1 0 0,0 0 1 0 0,0 0-1 0 0,0 0 0 0 0,0 0 1 0 0,0 0-1 0 0,0 0 1 0 0,0-1-1 0 0,0 1 1 0 0,0 0-1 0 0,0 0 0 0 0,0 0 1 0 0,0 0-1 0 0,0 0 1 0 0,-1 0-1 0 0,1 0 0 0 0,0-1 1 0 0,0 1-1 0 0,0 0 1 0 0,0 0-1 0 0,0 0 0 0 0,0 0 1 0 0,0 0-1 0 0,-1 0 1 0 0,1 0-1 0 0,0 0 1 0 0,0 0-1 0 0,0 0 0 0 0,0 0 1 0 0,0 0-1 0 0,-1 0 1 0 0,1 0-1 0 0,24-17 129 0 0,36-19 901 0 0,-33 21-262 0 0,-20 10-491 0 0,0 1 1 0 0,0 0-1 0 0,0 0 0 0 0,0 0 1 0 0,1 1-1 0 0,-1 0 0 0 0,1 1 1 0 0,0 0-1 0 0,0 0 0 0 0,0 0 1 0 0,10 0-1 0 0,-16 3-163 0 0,0 0-1 0 0,1 0 1 0 0,-1 0-1 0 0,0 1 1 0 0,0-1-1 0 0,0 0 1 0 0,0 1 0 0 0,0 0-1 0 0,-1-1 1 0 0,1 1-1 0 0,0 0 1 0 0,-1 0-1 0 0,0 0 1 0 0,1 0 0 0 0,-1 0-1 0 0,0 0 1 0 0,0 0-1 0 0,0 0 1 0 0,0 1-1 0 0,0-1 1 0 0,0 0 0 0 0,-1 1-1 0 0,1-1 1 0 0,-1 1-1 0 0,0-1 1 0 0,0 3-1 0 0,5 71 131 0 0,-5-70-183 0 0,-4 41-209 0 0,0 6-1191 0 0,7-22-2919 0 0,1-56-8664 0 0,-4 23 12305 0 0,3-11-2175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1.9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6833 0 0,'10'38'6927'0'0,"-9"29"-3465"0"0,-1-33-2157 0 0,1-8-827 0 0,6 83 783 0 0,-6-101-1585 0 0,1-1 0 0 0,-1 1-1 0 0,1 0 1 0 0,1 0 0 0 0,-1-1 0 0 0,1 1-1 0 0,1-1 1 0 0,-1 0 0 0 0,1 0 0 0 0,9 12 0 0 0,-13-19 141 0 0,0 1-1 0 0,1 0 1 0 0,-1-1 0 0 0,0 1 0 0 0,1-1 0 0 0,-1 1 0 0 0,1-1 0 0 0,-1 1 0 0 0,1-1 0 0 0,-1 1 0 0 0,1-1 0 0 0,-1 1 0 0 0,1-1 0 0 0,-1 0 0 0 0,1 1 0 0 0,-1-1 0 0 0,1 0 0 0 0,0 1 0 0 0,-1-1 0 0 0,1 0 0 0 0,0 0-1 0 0,-1 0 1 0 0,1 1 0 0 0,0-1 0 0 0,-1 0 0 0 0,1 0 0 0 0,0 0 0 0 0,-1 0 0 0 0,1 0 0 0 0,0 0 0 0 0,-1 0 0 0 0,1-1 0 0 0,0 1 0 0 0,-1 0 0 0 0,1 0 0 0 0,0 0 0 0 0,-1-1 0 0 0,1 1 0 0 0,0 0 0 0 0,-1-1 0 0 0,1 1-1 0 0,-1-1 1 0 0,1 1 0 0 0,-1 0 0 0 0,1-1 0 0 0,-1 1 0 0 0,1-1 0 0 0,-1 1 0 0 0,0-1 0 0 0,1 0 0 0 0,-1 1 0 0 0,1-1 0 0 0,-1 1 0 0 0,0-1 0 0 0,0 0 0 0 0,1 1 0 0 0,-1-1 0 0 0,0 0 0 0 0,0 1 0 0 0,0-1 0 0 0,0-1-1 0 0,6-7-3630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2.3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0 7562 0 0,'-7'44'5119'0'0,"-6"46"-435"0"0,11-67-4467 0 0,0-1 0 0 0,2 1-1 0 0,3 41 1 0 0,-3-62-290 0 0,10 46-771 0 0,4-22-4551 0 0,-15-35 1557 0 0,3-16 2421 0 0,-1 11 967 0 0,-1 5-329 0 0,-1 4 1252 0 0,1 1 1 0 0,0-1 0 0 0,0 1-1 0 0,1 0 1 0 0,-1-1-1 0 0,1 1 1 0 0,0 0-1 0 0,2-5 1 0 0,-3 8-305 0 0,0 1 1 0 0,1-1-1 0 0,-1 1 0 0 0,0-1 1 0 0,1 1-1 0 0,-1-1 0 0 0,1 1 1 0 0,-1 0-1 0 0,1-1 0 0 0,-1 1 1 0 0,1 0-1 0 0,-1-1 0 0 0,1 1 1 0 0,-1 0-1 0 0,1-1 0 0 0,-1 1 1 0 0,1 0-1 0 0,-1 0 0 0 0,1 0 1 0 0,0 0-1 0 0,-1 0 0 0 0,1-1 1 0 0,-1 1-1 0 0,2 0 0 0 0,23 10 2822 0 0,-8 0-2003 0 0,49 27 1187 0 0,-61-35-2845 0 0,0 0-1 0 0,0 0 1 0 0,0-1 0 0 0,0 1-1 0 0,0-1 1 0 0,10 0 0 0 0,-15-1 522 0 0,0 0 1 0 0,1 0 0 0 0,-1 0 0 0 0,0 0-1 0 0,1 0 1 0 0,-1 0 0 0 0,0 0 0 0 0,1 0 0 0 0,-1 0-1 0 0,0 0 1 0 0,0 0 0 0 0,1 0 0 0 0,-1 0-1 0 0,0-1 1 0 0,1 1 0 0 0,-1 0 0 0 0,0 0-1 0 0,0 0 1 0 0,1-1 0 0 0,-1 1 0 0 0,0 0-1 0 0,0 0 1 0 0,0 0 0 0 0,1-1 0 0 0,-1 1 0 0 0,0 0-1 0 0,0 0 1 0 0,0-1 0 0 0,0 1 0 0 0,1 0-1 0 0,-1-1 1 0 0,0 1 0 0 0,0 0 0 0 0,0-1-1 0 0,0 1 1 0 0,0 0 0 0 0,0 0 0 0 0,0-1-1 0 0,0 1 1 0 0,0 0 0 0 0,0-1 0 0 0,0 1 0 0 0,0 0-1 0 0,0-1 1 0 0,0 1 0 0 0,-1-1 0 0 0,-4-12-4693 0 0,1 7 1879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2.7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0 232 4673 0 0,'12'-1'9294'0'0,"16"-2"-6484"0"0,-6-3-2084 0 0,-1-1 0 0 0,0-1 0 0 0,40-20 0 0 0,-38 15-1352 0 0,-1-1 0 0 0,0-1 0 0 0,21-18 0 0 0,-41 30 206 0 0,1 1 0 0 0,0 0 0 0 0,-1-1-1 0 0,0 0 1 0 0,0 1 0 0 0,0-1 0 0 0,0 0 0 0 0,0 0 0 0 0,0 0 0 0 0,-1 0-1 0 0,1-1 1 0 0,-1 1 0 0 0,0 0 0 0 0,1-6 0 0 0,-2 8 277 0 0,0 0 0 0 0,0-1 1 0 0,0 1-1 0 0,0 0 0 0 0,0-1 1 0 0,0 1-1 0 0,-1 0 0 0 0,1-1 1 0 0,0 1-1 0 0,-1 0 0 0 0,1-1 0 0 0,-1 1 1 0 0,0 0-1 0 0,1 0 0 0 0,-1 0 1 0 0,0-1-1 0 0,0 1 0 0 0,1 0 1 0 0,-3-1-1 0 0,-19-10 1276 0 0,-8-4 6994 0 0,33 37-4991 0 0,-3-20-3134 0 0,45 201 3008 0 0,-15-82-7663 0 0,-29-112-1553 0 0,-6-17-417 0 0,2 0 2316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3.1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 96 5409 0 0,'20'-9'2522'0'0,"0"2"-1"0"0,29-8 1 0 0,32-12 86 0 0,-75 24-2384 0 0,-2 2-114 0 0,0 0-1 0 0,0-1 1 0 0,0 1 0 0 0,-1-1 0 0 0,1 0 0 0 0,-1 0 0 0 0,1 0 0 0 0,-1-1 0 0 0,0 1 0 0 0,0-1 0 0 0,0 0 0 0 0,0 0 0 0 0,3-4 0 0 0,-11 7 70 0 0,0-1 0 0 0,-1 2-1 0 0,1-1 1 0 0,0 0 0 0 0,0 1-1 0 0,-1 0 1 0 0,1 1 0 0 0,-7 1 0 0 0,-3 3-191 0 0,0 0 0 0 0,0 1 0 0 0,1 0 0 0 0,0 1 1 0 0,1 1-1 0 0,-1 0 0 0 0,2 1 0 0 0,-1 0 0 0 0,-15 18 1 0 0,24-24 25 0 0,-1 1 0 0 0,1 0 0 0 0,0 0 0 0 0,0 0 0 0 0,0 0 0 0 0,1 1 0 0 0,0-1 0 0 0,0 1 0 0 0,0 0 0 0 0,1 0 0 0 0,0 0 0 0 0,0 0 0 0 0,0 1 0 0 0,1-1 0 0 0,0 1 0 0 0,0-1 0 0 0,1 0 0 0 0,0 1 0 0 0,0-1 0 0 0,0 1 0 0 0,1-1 0 0 0,0 1 0 0 0,0-1 0 0 0,1 0 0 0 0,0 1 0 0 0,2 5 0 0 0,-2-8-8 0 0,-1-1 0 0 0,1 1 1 0 0,1-1-1 0 0,-1 0 0 0 0,0 1 0 0 0,1-1 0 0 0,-1 0 1 0 0,1-1-1 0 0,0 1 0 0 0,0 0 0 0 0,0-1 0 0 0,1 1 0 0 0,-1-1 1 0 0,0 0-1 0 0,1 0 0 0 0,6 2 0 0 0,-4-2-38 0 0,0-1 1 0 0,0 1-1 0 0,1-1 0 0 0,-1-1 1 0 0,0 1-1 0 0,1-1 0 0 0,-1 0 1 0 0,0-1-1 0 0,11-2 0 0 0,9-3-783 0 0,-1-2 0 0 0,0 0 0 0 0,-1-2 1 0 0,25-14-1 0 0,-33 17-316 0 0,-5 1-168 0 0,0 1 0 0 0,-1-1 0 0 0,1-1 0 0 0,-2 0 0 0 0,1-1 0 0 0,8-8 0 0 0,-6 5-2060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3.5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0 4681 0 0,'-11'25'6440'0'0,"7"24"-3199"0"0,3-31-2166 0 0,-1 4-554 0 0,-1 14 460 0 0,2 51 0 0 0,1-78-1245 0 0,1 0-1 0 0,0 0 1 0 0,0 0-1 0 0,1 0 1 0 0,0 0 0 0 0,1-1-1 0 0,0 1 1 0 0,0-1-1 0 0,1 0 1 0 0,0 0 0 0 0,6 9-1 0 0,-26-39-9240 0 0,-3-9 6755 0 0,17 28 2914 0 0,0 1 0 0 0,1 0 1 0 0,0-1-1 0 0,-1 0 0 0 0,1 1 0 0 0,0-1 1 0 0,0 0-1 0 0,0 0 0 0 0,1 1 0 0 0,-1-1 1 0 0,1 0-1 0 0,-1 0 0 0 0,1 0 0 0 0,0 0 1 0 0,0 0-1 0 0,1 0 0 0 0,-1 0 0 0 0,0 0 1 0 0,1 1-1 0 0,1-5 0 0 0,1 4 544 0 0,1 0 0 0 0,-1 0 0 0 0,1 1 0 0 0,0-1 0 0 0,0 1 0 0 0,0 0-1 0 0,6-2 1 0 0,15-9 328 0 0,-6-1-479 0 0,0 1-282 0 0,-2 0-1 0 0,22-21 1 0 0,-35 30-238 0 0,-1 1-1 0 0,1-1 1 0 0,-1 0 0 0 0,0 0-1 0 0,0-1 1 0 0,0 1-1 0 0,-1 0 1 0 0,0-1 0 0 0,0 0-1 0 0,0 1 1 0 0,0-1 0 0 0,0 0-1 0 0,-1 0 1 0 0,0 0-1 0 0,1-9 1 0 0,4 105 6480 0 0,20 61-6665 0 0,-19-126 622 0 0,-2-9-4890 0 0,-6-42-9320 0 0,1 15 10966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4.0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75 4609 0 0,'29'-13'6662'0'0,"-5"4"-5197"0"0,-20 6-1308 0 0,9-5 547 0 0,0 0 1 0 0,1 1-1 0 0,0 1 1 0 0,0 0 0 0 0,20-6-1 0 0,-31 12-636 0 0,0-1 0 0 0,-1 1 0 0 0,1-1 0 0 0,0 1-1 0 0,-1 0 1 0 0,1 0 0 0 0,0 0 0 0 0,0 0 0 0 0,-1 0 0 0 0,1 1 0 0 0,0-1 0 0 0,-1 1-1 0 0,1 0 1 0 0,-1-1 0 0 0,1 1 0 0 0,-1 1 0 0 0,1-1 0 0 0,-1 0 0 0 0,1 1-1 0 0,-1-1 1 0 0,0 1 0 0 0,0-1 0 0 0,0 1 0 0 0,0 0 0 0 0,0 0 0 0 0,0 0 0 0 0,0 0-1 0 0,-1 0 1 0 0,1 1 0 0 0,-1-1 0 0 0,0 0 0 0 0,1 1 0 0 0,-1-1 0 0 0,0 1-1 0 0,-1-1 1 0 0,1 1 0 0 0,0 0 0 0 0,0 4 0 0 0,4 16-375 0 0,-2 0-1 0 0,2 36 1 0 0,-4 11-8639 0 0,-2-63 4479 0 0,10 7 1035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4.4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4081 0 0,'2'15'6392'0'0,"6"10"-2135"0"0,0 4-1710 0 0,1 14-205 0 0,25 67-1 0 0,-23-77-2698 0 0,0 1 0 0 0,-2 0 0 0 0,6 47 0 0 0,-14-71 276 0 0,-3-3-4495 0 0,-7-19-4791 0 0,5 3 4883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5.9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 9194 0 0,'-1'16'1509'0'0,"1"-1"1"0"0,0 1-1 0 0,1 0 0 0 0,1-1 1 0 0,6 30-1 0 0,29 79 117 0 0,-17-60-1068 0 0,-3-16-329 0 0,-11-32-127 0 0,0 0 0 0 0,-1 0 0 0 0,-1 1 0 0 0,0-1 0 0 0,1 24 0 0 0,-5-55-38 0 0,-1-17-232 0 0,6-50 1 0 0,-4 74 155 0 0,-1 0-1 0 0,2 0 1 0 0,-1 0-1 0 0,1 0 0 0 0,1 1 1 0 0,-1-1-1 0 0,1 1 1 0 0,1-1-1 0 0,-1 1 1 0 0,1 0-1 0 0,0 0 1 0 0,1 1-1 0 0,6-9 0 0 0,-9 14 54 0 0,-1-1 0 0 0,0 1-1 0 0,1 0 1 0 0,-1 0-1 0 0,1 0 1 0 0,0 0 0 0 0,-1 0-1 0 0,1 0 1 0 0,-1 1-1 0 0,1-1 1 0 0,0 0-1 0 0,0 1 1 0 0,-1 0 0 0 0,1-1-1 0 0,0 1 1 0 0,0 0-1 0 0,0 0 1 0 0,0 0 0 0 0,-1 0-1 0 0,1 0 1 0 0,0 0-1 0 0,0 0 1 0 0,0 1-1 0 0,2 0 1 0 0,0 1 54 0 0,0 0 1 0 0,0 0-1 0 0,-1 1 0 0 0,1-1 1 0 0,-1 1-1 0 0,0 0 0 0 0,0-1 1 0 0,0 1-1 0 0,0 1 0 0 0,3 4 1 0 0,3 5 108 0 0,0 0 0 0 0,-1 1 1 0 0,-1 0-1 0 0,9 26 0 0 0,-9-18-291 0 0,-1 1-1 0 0,5 33 1 0 0,-8-12-4000 0 0,-7-83-11393 0 0,4 21 12420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6.3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6737 0 0,'1'16'6916'0'0,"15"18"-3863"0"0,-13-28-2058 0 0,14 25-306 0 0,1 0-1 0 0,1-1 1 0 0,1-1-1 0 0,38 40 0 0 0,51 39-5231 0 0,-108-107 4272 0 0,0 0 0 0 0,0 0 1 0 0,-1 0-1 0 0,1 0 0 0 0,0 0 1 0 0,0-1-1 0 0,0 1 1 0 0,0 0-1 0 0,0-1 0 0 0,0 1 1 0 0,0-1-1 0 0,0 1 1 0 0,0-1-1 0 0,0 1 0 0 0,0-1 1 0 0,0 0-1 0 0,0 0 0 0 0,1 1 1 0 0,-1-1-1 0 0,0 0 1 0 0,0 0-1 0 0,0 0 0 0 0,0 0 1 0 0,1 0-1 0 0,0-1 0 0 0,-1 0-90 0 0,0 0-1 0 0,0 0 1 0 0,0 0-1 0 0,0 0 0 0 0,0 0 1 0 0,-1-1-1 0 0,1 1 1 0 0,0 0-1 0 0,-1 0 0 0 0,1-1 1 0 0,-1 1-1 0 0,1 0 0 0 0,-1-1 1 0 0,0 1-1 0 0,1-1 1 0 0,-1 1-1 0 0,0-1 0 0 0,0 1 1 0 0,0-2-1 0 0,1-10-1577 0 0</inkml:trace>
  <inkml:trace contextRef="#ctx0" brushRef="#br0" timeOffset="1">332 54 4273 0 0,'-6'6'10648'0'0,"-12"42"-5701"0"0,1 23-2822 0 0,3 0 0 0 0,-6 79-1 0 0,4 147-1854 0 0,16-287-744 0 0,-1 36-94 0 0,-2-36-3095 0 0,0-27-4884 0 0,3 5 4692 0 0,8 8-2109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9.3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32 232 5121 0 0,'-26'-42'5667'0'0,"25"37"-5397"0"0,0 1 0 0 0,0 0-1 0 0,0 0 1 0 0,0 0-1 0 0,1 0 1 0 0,0-1 0 0 0,0 1-1 0 0,0 0 1 0 0,1 0-1 0 0,-1-1 1 0 0,1 1 0 0 0,0 0-1 0 0,0 0 1 0 0,0 0-1 0 0,3-5 1 0 0,0-1 118 0 0,0 1 0 0 0,1 0 0 0 0,0 0 1 0 0,0 1-1 0 0,1 0 0 0 0,0 0 0 0 0,0 0 0 0 0,1 0 0 0 0,0 1 0 0 0,11-8 1 0 0,-15 13-302 0 0,-1 0 1 0 0,0 0 0 0 0,1 0 0 0 0,-1 1 0 0 0,1-1 0 0 0,0 1 0 0 0,-1 0-1 0 0,1 0 1 0 0,0 0 0 0 0,0 0 0 0 0,0 0 0 0 0,0 0 0 0 0,0 1 0 0 0,0 0 0 0 0,0-1-1 0 0,0 1 1 0 0,0 0 0 0 0,0 0 0 0 0,0 1 0 0 0,0-1 0 0 0,0 1 0 0 0,-1-1-1 0 0,1 1 1 0 0,0 0 0 0 0,0 0 0 0 0,0 0 0 0 0,-1 1 0 0 0,1-1 0 0 0,0 1-1 0 0,-1-1 1 0 0,1 1 0 0 0,-1 0 0 0 0,0 0 0 0 0,0 0 0 0 0,0 0 0 0 0,0 0-1 0 0,0 1 1 0 0,2 2 0 0 0,3 6 23 0 0,-1 0-1 0 0,0 0 1 0 0,0 1-1 0 0,-1-1 1 0 0,-1 1-1 0 0,0 1 1 0 0,0-1 0 0 0,-2 1-1 0 0,1-1 1 0 0,-2 1-1 0 0,1 0 1 0 0,-2 18-1 0 0,-1 16 60 0 0,-15 93 0 0 0,5-87-1348 0 0,4-36-2683 0 0,-1-2-4526 0 0,2-14 2979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49.7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0 3697 0 0,'-2'8'1629'0'0,"0"0"1"0"0,0-1 0 0 0,1 1 0 0 0,0 0-1 0 0,0 0 1 0 0,1 14 0 0 0,0-13-1068 0 0,1-1 1 0 0,-1 0-1 0 0,1 0 1 0 0,1 0-1 0 0,0 0 1 0 0,0 0 0 0 0,0-1-1 0 0,1 1 1 0 0,0-1-1 0 0,1 1 1 0 0,6 9-1 0 0,-10-17-560 0 0,0 1 0 0 0,0-1 0 0 0,0 1 0 0 0,0-1-1 0 0,1 1 1 0 0,-1-1 0 0 0,0 1 0 0 0,0-1 0 0 0,1 1 0 0 0,-1-1-1 0 0,0 1 1 0 0,1-1 0 0 0,-1 0 0 0 0,0 1 0 0 0,1-1 0 0 0,-1 0-1 0 0,1 1 1 0 0,-1-1 0 0 0,1 0 0 0 0,-1 1 0 0 0,1-1 0 0 0,-1 0-1 0 0,1 0 1 0 0,-1 0 0 0 0,1 0 0 0 0,-1 1 0 0 0,1-1-1 0 0,-1 0 1 0 0,1 0 0 0 0,-1 0 0 0 0,1 0 0 0 0,-1 0 0 0 0,1 0-1 0 0,-1 0 1 0 0,1 0 0 0 0,-1 0 0 0 0,1-1 0 0 0,-1 1 0 0 0,1 0-1 0 0,-1 0 1 0 0,1 0 0 0 0,-1-1 0 0 0,1 1 0 0 0,-1 0 0 0 0,1 0-1 0 0,-1-1 1 0 0,1 1 0 0 0,-1 0 0 0 0,1-1 0 0 0,7-28-5449 0 0,-4 13-1892 0 0,8 10 1595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0.5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1 163 3641 0 0,'69'-31'6272'0'0,"-37"17"-4619"0"0,43-25 0 0 0,-44 19-744 0 0,-22 13-553 0 0,0 0-1 0 0,1 1 1 0 0,0 0 0 0 0,0 0 0 0 0,0 1-1 0 0,1 1 1 0 0,0-1 0 0 0,-1 2 0 0 0,2 0-1 0 0,16-3 1 0 0,-27 6-268 0 0,0 0 0 0 0,1 1 0 0 0,-1-1 0 0 0,1 0 0 0 0,-1 1 0 0 0,0-1 0 0 0,0 1 1 0 0,1 0-1 0 0,-1-1 0 0 0,0 1 0 0 0,0 0 0 0 0,0 0 0 0 0,1 0 0 0 0,-1 0 0 0 0,0 0 0 0 0,-1 0 0 0 0,1 0 0 0 0,0 0 0 0 0,0 0 0 0 0,0 1 0 0 0,-1-1 0 0 0,1 0 0 0 0,0 0 0 0 0,-1 1 0 0 0,1-1 0 0 0,-1 0 0 0 0,0 1 0 0 0,1 2 0 0 0,6 47 766 0 0,-5-36-684 0 0,1 17-292 0 0,12 71 491 0 0,2-35-5057 0 0,-16-67 4289 0 0,-1 1 0 0 0,1-1 0 0 0,-1 1 1 0 0,1-1-1 0 0,-1 1 0 0 0,0-1 0 0 0,0 0 0 0 0,0 1 0 0 0,0-1 1 0 0,0 1-1 0 0,0-1 0 0 0,0 1 0 0 0,0-1 0 0 0,-1 3 0 0 0,1-3 199 0 0,-1-1-1 0 0,1 1 0 0 0,0-1 0 0 0,-1 1 0 0 0,1-1 1 0 0,-1 0-1 0 0,1 1 0 0 0,0-1 0 0 0,-1 0 0 0 0,1 1 0 0 0,-1-1 1 0 0,1 0-1 0 0,-1 0 0 0 0,1 1 0 0 0,-1-1 0 0 0,1 0 1 0 0,-1 0-1 0 0,1 0 0 0 0,-1 0 0 0 0,1 0 0 0 0,-1 1 0 0 0,1-1 1 0 0,-1 0-1 0 0,0 0 0 0 0,1-1 0 0 0,-1 1 0 0 0,1 0 1 0 0,-1 0-1 0 0,1 0 0 0 0,-1 0 0 0 0,-4 1-3408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0.8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1 6513 0 0,'-1'2'492'0'0,"-1"1"-1"0"0,1 0 1 0 0,0-1-1 0 0,-1 1 1 0 0,1 0-1 0 0,1 0 1 0 0,-1 0-1 0 0,0-1 1 0 0,1 1-1 0 0,-1 0 1 0 0,1 0-1 0 0,0 0 1 0 0,0 0-1 0 0,1 5 1 0 0,5 48 1542 0 0,-5-48-1571 0 0,3 19-148 0 0,8 48 131 0 0,6-33-2987 0 0,-18-42 2386 0 0,0 0 0 0 0,0 0 0 0 0,0-1 0 0 0,0 1 0 0 0,0 0 0 0 0,0 0 0 0 0,0 0 0 0 0,1-1-1 0 0,-1 1 1 0 0,0 0 0 0 0,0 0 0 0 0,0 0 0 0 0,0-1 0 0 0,0 1 0 0 0,0 0 0 0 0,0 0 0 0 0,4-2-2947 0 0,-4 2 2947 0 0,0 0 0 0 0,0 0 0 0 0,1 0 0 0 0,-1 0 0 0 0,0 0 0 0 0,0 0 0 0 0,1 0 0 0 0,-1 0 0 0 0,0 0-1 0 0,0 0 1 0 0,0 0 0 0 0,1 0 0 0 0,-1 0 0 0 0,0 0 0 0 0,0 0 0 0 0,1 2-931 0 0,1-10-2548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1.2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180 0 4737 0 0,'5'65'7221'0'0,"15"35"-5449"0"0,-11-59-1431 0 0,-6-30-64 0 0,-2-7-437 0 0,0 0-1 0 0,0 0 1 0 0,0 0-1 0 0,-1 0 1 0 0,1 0 0 0 0,-1 0-1 0 0,0 1 1 0 0,-1 5 0 0 0,0-9 16 0 0,1 0 1 0 0,-1 0 0 0 0,0 0 0 0 0,1 0 0 0 0,-1 0-1 0 0,0 0 1 0 0,0 0 0 0 0,0 0 0 0 0,0 0-1 0 0,0 0 1 0 0,0-1 0 0 0,0 1 0 0 0,0 0 0 0 0,0-1-1 0 0,0 1 1 0 0,-1 0 0 0 0,1-1 0 0 0,0 0 0 0 0,0 1-1 0 0,0-1 1 0 0,-1 0 0 0 0,1 1 0 0 0,0-1-1 0 0,-1 0 1 0 0,1 0 0 0 0,0 0 0 0 0,0 0 0 0 0,-1 0-1 0 0,1-1 1 0 0,0 1 0 0 0,-3-1 0 0 0,-20-1-1131 0 0,5-1 827 0 0,1 2 0 0 0,-35 1 1 0 0,49 0 767 0 0,0 0 0 0 0,1 1 0 0 0,0-1 0 0 0,-1 1 0 0 0,1 0 0 0 0,-1 0 0 0 0,1 0 0 0 0,0 0 0 0 0,-1 1 0 0 0,1-1 0 0 0,0 1 0 0 0,0 0 0 0 0,0 0 0 0 0,0 0 0 0 0,1 0 0 0 0,-1 1 0 0 0,0-1 1 0 0,1 1-1 0 0,0-1 0 0 0,0 1 0 0 0,-3 4 0 0 0,4-6-221 0 0,1-1 0 0 0,0 1 1 0 0,0 0-1 0 0,0-1 0 0 0,0 1 1 0 0,0-1-1 0 0,0 1 1 0 0,0 0-1 0 0,0-1 0 0 0,1 1 1 0 0,-1-1-1 0 0,0 1 0 0 0,0 0 1 0 0,0-1-1 0 0,1 1 0 0 0,-1-1 1 0 0,0 1-1 0 0,1-1 0 0 0,-1 1 1 0 0,0-1-1 0 0,1 1 1 0 0,-1-1-1 0 0,1 1 0 0 0,-1-1 1 0 0,0 0-1 0 0,1 1 0 0 0,-1-1 1 0 0,1 0-1 0 0,-1 1 0 0 0,1-1 1 0 0,0 0-1 0 0,-1 0 0 0 0,1 1 1 0 0,-1-1-1 0 0,1 0 1 0 0,-1 0-1 0 0,1 0 0 0 0,0 0 1 0 0,-1 0-1 0 0,1 0 0 0 0,-1 0 1 0 0,1 0-1 0 0,0 0 0 0 0,-1 0 1 0 0,2 0-1 0 0,29 1 1882 0 0,14-9-674 0 0,-1-2-1 0 0,0-2 0 0 0,65-27 1 0 0,-61 21-1361 0 0,1 2 1 0 0,70-15-1 0 0,-99 30-249 0 0,-19 1-138 0 0,0 0 0 0 0,0 1 1 0 0,0-1-1 0 0,0 0 0 0 0,0 0 0 0 0,0 0 0 0 0,0 0 1 0 0,1 0-1 0 0,-1 0 0 0 0,0 0 0 0 0,0-1 0 0 0,0 1 1 0 0,0 0-1 0 0,0-1 0 0 0,0 1 0 0 0,0-1 0 0 0,0 1 1 0 0,0-1-1 0 0,0 1 0 0 0,0-1 0 0 0,0 1 0 0 0,0-1 1 0 0,-1 0-1 0 0,1 0 0 0 0,0 0 0 0 0,0 1 1 0 0,-1-1-1 0 0,1 0 0 0 0,0 0 0 0 0,-1 0 0 0 0,1 0 1 0 0,-1 0-1 0 0,1 0 0 0 0,-1 0 0 0 0,0 0 0 0 0,1 0 1 0 0,-1 0-1 0 0,0 0 0 0 0,0 0 0 0 0,0-1 0 0 0,0 1 1 0 0,0-1-1 0 0,3-7-3292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1.6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 1 7458 0 0,'-10'81'9662'0'0,"1"-10"-7990"0"0,9-63-2161 0 0,0 0 0 0 0,0 1 0 0 0,1-1 1 0 0,0 0-1 0 0,0 0 0 0 0,4 12 0 0 0,0-12-3767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2.0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77 3753 0 0,'0'0'266'0'0,"0"0"-1"0"0,0 1 1 0 0,0-1 0 0 0,0 1-1 0 0,0-1 1 0 0,0 1 0 0 0,0-1 0 0 0,1 1-1 0 0,-1-1 1 0 0,0 1 0 0 0,0-1 0 0 0,0 0-1 0 0,0 1 1 0 0,1-1 0 0 0,-1 1-1 0 0,0-1 1 0 0,0 0 0 0 0,1 1 0 0 0,-1-1-1 0 0,0 0 1 0 0,1 1 0 0 0,-1-1 0 0 0,0 0-1 0 0,1 1 1 0 0,-1-1 0 0 0,1 0-1 0 0,-1 0 1 0 0,1 1 0 0 0,-1-1 0 0 0,0 0-1 0 0,1 0 1 0 0,-1 0 0 0 0,1 0 0 0 0,0 0-1 0 0,22-3 3094 0 0,27-20-2740 0 0,-44 21 168 0 0,22-13-32 0 0,-17 8-550 0 0,-1 1 0 0 0,1 0 0 0 0,0 1 0 0 0,1 1 0 0 0,-1 0 1 0 0,1 0-1 0 0,0 1 0 0 0,18-3 0 0 0,-30 7-196 0 0,1-1 1 0 0,0 0-1 0 0,-1 1 0 0 0,1-1 1 0 0,-1 1-1 0 0,1-1 0 0 0,-1 1 1 0 0,1-1-1 0 0,-1 1 0 0 0,0-1 1 0 0,1 1-1 0 0,-1-1 1 0 0,0 1-1 0 0,1-1 0 0 0,-1 1 1 0 0,0 0-1 0 0,1-1 0 0 0,-1 1 1 0 0,0-1-1 0 0,0 1 0 0 0,0 0 1 0 0,0-1-1 0 0,0 1 0 0 0,0 0 1 0 0,0-1-1 0 0,0 1 0 0 0,0 0 1 0 0,0-1-1 0 0,0 1 0 0 0,0 0 1 0 0,0-1-1 0 0,0 1 0 0 0,-1 0 1 0 0,1-1-1 0 0,0 1 0 0 0,-1-1 1 0 0,1 1-1 0 0,0 0 0 0 0,-1-1 1 0 0,1 1-1 0 0,-1 0 1 0 0,-14 33-301 0 0,14-32 252 0 0,-7 15-586 0 0,-1 0 0 0 0,-1-1 0 0 0,0 0 0 0 0,-1-1 0 0 0,0 0 0 0 0,-25 23 0 0 0,42-43-191 0 0,-2 1 908 0 0,1 1-1 0 0,-1 0 1 0 0,0 0 0 0 0,1 0 0 0 0,0 0-1 0 0,-1 1 1 0 0,1-1 0 0 0,10-2 0 0 0,20-3 125 0 0,29-8-1117 0 0,-60 14 137 0 0,0 1-1 0 0,0-1 1 0 0,-1 0 0 0 0,1 0-1 0 0,0-1 1 0 0,-1 1 0 0 0,5-5-1 0 0,0 0-1934 0 0,5 2-1090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2.4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226 1 7258 0 0,'-1'5'1042'0'0,"0"1"1"0"0,0-1-1 0 0,0 1 1 0 0,1 0 0 0 0,0-1-1 0 0,0 9 1 0 0,13 64 1199 0 0,-11-67-1787 0 0,-1-5-417 0 0,22 86 882 0 0,-21-85-1141 0 0,1-1 0 0 0,0 1-1 0 0,0-1 1 0 0,0 0 0 0 0,1 1-1 0 0,-1-1 1 0 0,2-1 0 0 0,-1 1-1 0 0,1-1 1 0 0,-1 1 0 0 0,7 4-1 0 0,-34-36-11580 0 0,-20-35 9552 0 0,27 37 2862 0 0,15 24-479 0 0,1 0-1 0 0,0-1 1 0 0,-1 1-1 0 0,1-1 1 0 0,0 1-1 0 0,0-1 1 0 0,0 1-1 0 0,-1 0 1 0 0,1-1-1 0 0,0 1 1 0 0,0-1-1 0 0,0 1 1 0 0,0-1-1 0 0,0 1 1 0 0,0-1-1 0 0,0 1 1 0 0,0-1 0 0 0,0 1-1 0 0,0-1 1 0 0,0 1-1 0 0,0-1 1 0 0,0 1-1 0 0,1 0 1 0 0,-1-1-1 0 0,0 1 1 0 0,0-1-1 0 0,0 1 1 0 0,1-1-1 0 0,-1 1 1 0 0,0 0-1 0 0,0-1 1 0 0,1 1-1 0 0,-1-1 1 0 0,0 1-1 0 0,1 0 1 0 0,-1 0-1 0 0,1-1 1 0 0,-1 1-1 0 0,0 0 1 0 0,1-1-1 0 0,-1 1 1 0 0,1 0 0 0 0,-1 0-1 0 0,1 0 1 0 0,-1 0-1 0 0,0-1 1 0 0,1 1-1 0 0,-1 0 1 0 0,1 0-1 0 0,-1 0 1 0 0,1 0-1 0 0,-1 0 1 0 0,1 0-1 0 0,-1 0 1 0 0,1 0-1 0 0,0 1 1 0 0,44-4 2329 0 0,-17 2-1958 0 0,6-6-170 0 0,27-4-2857 0 0,-68 5-3359 0 0</inkml:trace>
  <inkml:trace contextRef="#ctx0" brushRef="#br0" timeOffset="1">5 476 7378 0 0,'0'1'184'0'0,"-1"-1"0"0"0,1 1 1 0 0,-1 0-1 0 0,1-1 0 0 0,-1 1 1 0 0,1 0-1 0 0,0-1 0 0 0,-1 1 1 0 0,1 0-1 0 0,0-1 0 0 0,0 1 1 0 0,0 0-1 0 0,-1 0 0 0 0,1-1 1 0 0,0 1-1 0 0,0 0 0 0 0,0-1 1 0 0,0 1-1 0 0,0 0 0 0 0,0 0 1 0 0,1-1-1 0 0,-1 1 0 0 0,0 0 1 0 0,0 0-1 0 0,0-1 0 0 0,1 1 1 0 0,-1 0-1 0 0,0-1 0 0 0,1 1 1 0 0,-1 0-1 0 0,0-1 0 0 0,1 1 1 0 0,-1 0-1 0 0,1 0 0 0 0,1-1 19 0 0,0 1-1 0 0,0-1 0 0 0,0 1 1 0 0,0-1-1 0 0,-1 0 1 0 0,1 1-1 0 0,0-1 0 0 0,0 0 1 0 0,0 0-1 0 0,0 0 0 0 0,0-1 1 0 0,3 0-1 0 0,56-18 1379 0 0,-61 19-1543 0 0,20-8 460 0 0,5-3-17 0 0,0 1-1 0 0,1 1 1 0 0,0 1 0 0 0,1 2 0 0 0,35-5 0 0 0,-59 11-453 0 0,0 0 1 0 0,0 0 0 0 0,-1 1-1 0 0,1-1 1 0 0,0 0-1 0 0,-1 1 1 0 0,1 0-1 0 0,-1 0 1 0 0,1 0 0 0 0,-1 0-1 0 0,1 0 1 0 0,-1 0-1 0 0,0 1 1 0 0,1-1-1 0 0,-1 1 1 0 0,0 0 0 0 0,0-1-1 0 0,0 1 1 0 0,0 0-1 0 0,0 0 1 0 0,-1 0-1 0 0,1 0 1 0 0,-1 1 0 0 0,1-1-1 0 0,-1 0 1 0 0,0 1-1 0 0,0-1 1 0 0,0 1-1 0 0,0-1 1 0 0,0 1 0 0 0,-1-1-1 0 0,2 5 1 0 0,1 10-868 0 0,-1-1 1 0 0,0 1-1 0 0,-1 0 1 0 0,-2 18 0 0 0,1-18-1893 0 0,1-30-3385 0 0,5-6 3189 0 0,-1 2 616 0 0,-2 2-593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2.9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10 7338 0 0,'2'-9'5662'0'0,"0"18"-1872"0"0,2 20-809 0 0,-2 153-890 0 0,-3-140-4710 0 0,-7-24-2227 0 0,8-18 4585 0 0,-1 0 0 0 0,1 0 0 0 0,-1 1 0 0 0,1-1 0 0 0,-1 0 0 0 0,1 0 0 0 0,-1 0 0 0 0,1 0 0 0 0,-1 0 0 0 0,1 0 0 0 0,-1 0 0 0 0,1 0 1 0 0,-1 0-1 0 0,1 0 0 0 0,-1 0 0 0 0,1 0 0 0 0,-1 0 0 0 0,1-1 0 0 0,-1 1 0 0 0,1 0 0 0 0,-1 0 0 0 0,1 0 0 0 0,-1-1 0 0 0,1 1 0 0 0,0 0 0 0 0,-1 0 0 0 0,1-1 0 0 0,0 1 0 0 0,-1-1 1 0 0,1 1-1 0 0,0 0 0 0 0,-1-1 0 0 0,1 1 0 0 0,-1-1 0 0 0,-3-4-3467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3.2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5481 0 0,'1'5'6655'0'0,"5"5"-3626"0"0,18 19-1256 0 0,-16-24-1749 0 0,1-1 0 0 0,0 0-1 0 0,1 0 1 0 0,-1-1 0 0 0,1-1-1 0 0,-1 1 1 0 0,1-1 0 0 0,0-1-1 0 0,0 0 1 0 0,16-1 0 0 0,-15 0-542 0 0,0-1 0 0 0,-1 0 1 0 0,1-1-1 0 0,11-3 0 0 0,-15 3-293 0 0,-1 0-1 0 0,0 0 1 0 0,0-1-1 0 0,0 0 0 0 0,0 0 1 0 0,-1-1-1 0 0,7-4 1 0 0,2-10-3299 0 0,-9 7 1206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3.6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4073 0 0,'4'9'7405'0'0,"1"18"-4495"0"0,1 5-2207 0 0,5-1-1128 0 0,2-1 0 0 0,1-1 0 0 0,20 33 0 0 0,-29-54-302 0 0,-22-32-9809 0 0,10 14 11623 0 0,0-1-1 0 0,1 0 1 0 0,-10-24 0 0 0,45 33 4742 0 0,2 0-5117 0 0,51-18-429 0 0,-30-1-4361 0 0,-51 21 3945 0 0,-1 0 1 0 0,0-1 0 0 0,1 1 0 0 0,-1 0-1 0 0,0 0 1 0 0,1 0 0 0 0,-1-1 0 0 0,0 1-1 0 0,1 0 1 0 0,-1 0 0 0 0,0-1 0 0 0,0 1 0 0 0,1 0-1 0 0,-1-1 1 0 0,0 1 0 0 0,0 0 0 0 0,0-1-1 0 0,1 1 1 0 0,-1 0 0 0 0,0-1 0 0 0,0 1-1 0 0,0 0 1 0 0,0-1 0 0 0,0 1 0 0 0,0 0-1 0 0,0-1 1 0 0,0 1 0 0 0,0-1 0 0 0,0 1-1 0 0,0 0 1 0 0,0-1 0 0 0,0 1 0 0 0,0-1-1 0 0,0 1 1 0 0,0 0 0 0 0,0-1 0 0 0,0 0-1 0 0,-1-1-817 0 0,2-2-1631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4.1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0 4785 0 0,'-3'7'407'0'0,"1"0"1"0"0,0 0-1 0 0,0 0 0 0 0,0 0 1 0 0,1 0-1 0 0,0 1 1 0 0,1-1-1 0 0,-1 0 0 0 0,1 0 1 0 0,1 1-1 0 0,0-1 0 0 0,0 0 1 0 0,0 0-1 0 0,1 1 0 0 0,2 7 1 0 0,-1-10-287 0 0,0 0 0 0 0,0 0 1 0 0,0 0-1 0 0,0-1 0 0 0,1 1 1 0 0,0-1-1 0 0,0 0 0 0 0,0 0 1 0 0,0 0-1 0 0,0-1 1 0 0,1 1-1 0 0,0-1 0 0 0,0 0 1 0 0,0-1-1 0 0,0 1 0 0 0,0-1 1 0 0,0 0-1 0 0,1 0 0 0 0,10 2 1 0 0,-8-3 4 0 0,0 0 0 0 0,0 0 0 0 0,0-1 0 0 0,1 0 1 0 0,-1 0-1 0 0,0-1 0 0 0,0 0 0 0 0,1-1 0 0 0,-1 0 0 0 0,0 0 1 0 0,-1 0-1 0 0,1-1 0 0 0,11-6 0 0 0,-16 8-67 0 0,1-1-1 0 0,-1 0 0 0 0,0 1 1 0 0,0-1-1 0 0,0 0 0 0 0,-1-1 1 0 0,1 1-1 0 0,0 0 0 0 0,-1-1 1 0 0,0 1-1 0 0,1-1 0 0 0,-1 0 1 0 0,0 0-1 0 0,0 0 0 0 0,-1 0 1 0 0,1 0-1 0 0,-1 0 0 0 0,1 0 1 0 0,-1-1-1 0 0,0 1 1 0 0,0 0-1 0 0,-1-1 0 0 0,1 1 1 0 0,-1-1-1 0 0,1 1 0 0 0,-1-1 1 0 0,0 1-1 0 0,0-1 0 0 0,-1 1 1 0 0,1-1-1 0 0,-1 1 0 0 0,0-1 1 0 0,0 1-1 0 0,-1-4 0 0 0,-1 2 19 0 0,1 1 0 0 0,-1-1 0 0 0,0 1 0 0 0,0 0-1 0 0,-1 0 1 0 0,1 1 0 0 0,-1-1 0 0 0,0 1 0 0 0,0-1-1 0 0,0 1 1 0 0,0 0 0 0 0,-1 1 0 0 0,1-1 0 0 0,-1 1-1 0 0,1 0 1 0 0,-1 0 0 0 0,0 0 0 0 0,0 1 0 0 0,0 0-1 0 0,0 0 1 0 0,0 0 0 0 0,0 0 0 0 0,0 1 0 0 0,-7 0-1 0 0,1 0-433 0 0,0 0 1 0 0,1 0-1 0 0,-1 1 0 0 0,-19 5 0 0 0,23-5-395 0 0,0 1 1 0 0,0 1 0 0 0,1-1 0 0 0,-1 1-1 0 0,1 0 1 0 0,-12 8 0 0 0,18-10 743 0 0,-1-1-269 0 0,1 1 0 0 0,-1-1 0 0 0,1 1 0 0 0,-1-1 0 0 0,1 1 0 0 0,-1-1 0 0 0,0 1 0 0 0,1-1 0 0 0,-1 1 0 0 0,1-1 0 0 0,-1 0 0 0 0,0 1 0 0 0,1-1 0 0 0,-1 0 0 0 0,0 0 0 0 0,1 1 0 0 0,-1-1 0 0 0,0 0 0 0 0,0 0 0 0 0,1 0 0 0 0,-1 0 0 0 0,0 0 0 0 0,0 0 0 0 0,1 0 0 0 0,-1 0 0 0 0,0 0 0 0 0,0-1 0 0 0,1 1 0 0 0,-1 0 0 0 0,0 0 0 0 0,0-1 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4.5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48 2897 0 0,'24'0'6003'0'0,"10"0"-2428"0"0,-20 0-3260 0 0,-1-1 1 0 0,1 0 0 0 0,26-7 0 0 0,-24 4 171 0 0,-12 4-342 0 0,1-1 1 0 0,0 1-1 0 0,-1-1 1 0 0,1-1-1 0 0,0 1 0 0 0,-1-1 1 0 0,1 1-1 0 0,-1-1 1 0 0,0-1-1 0 0,0 1 1 0 0,0 0-1 0 0,0-1 0 0 0,5-4 1 0 0,-9 6-116 0 0,-1 1 1 0 0,1-1 0 0 0,-1 1 0 0 0,1-1-1 0 0,-1 1 1 0 0,1-1 0 0 0,-1 1-1 0 0,1 0 1 0 0,-1-1 0 0 0,1 1-1 0 0,-1 0 1 0 0,0 0 0 0 0,1-1-1 0 0,-1 1 1 0 0,1 0 0 0 0,-1 0-1 0 0,0 0 1 0 0,1 0 0 0 0,-1 0 0 0 0,0 0-1 0 0,1 0 1 0 0,-1 0 0 0 0,0 0-1 0 0,1 0 1 0 0,-1 0 0 0 0,0 0-1 0 0,1 0 1 0 0,-1 1 0 0 0,0-1-1 0 0,1 0 1 0 0,-1 1 0 0 0,-26 3-134 0 0,17-2 80 0 0,-2 0-33 0 0,-1 1 0 0 0,2 1 1 0 0,-1 0-1 0 0,-22 10 1 0 0,31-11 58 0 0,-1-1 1 0 0,0 1 0 0 0,1 0 0 0 0,-1 0 0 0 0,1 0 0 0 0,0 0-1 0 0,0 1 1 0 0,0-1 0 0 0,1 1 0 0 0,-1 0 0 0 0,1 0 0 0 0,0 0-1 0 0,0 0 1 0 0,0 0 0 0 0,1 0 0 0 0,-1 1 0 0 0,0 4 0 0 0,-1 11 87 0 0,1 0 1 0 0,0 0 0 0 0,2 0-1 0 0,0 0 1 0 0,1 0 0 0 0,1 0-1 0 0,1 0 1 0 0,1-1 0 0 0,1 1-1 0 0,0-1 1 0 0,15 33 0 0 0,-19-51-82 0 0,0 1 1 0 0,0-1 0 0 0,0 0-1 0 0,0 0 1 0 0,0 1 0 0 0,0-1-1 0 0,0 0 1 0 0,1 0 0 0 0,-1 0-1 0 0,0 0 1 0 0,1 0 0 0 0,-1 0-1 0 0,1-1 1 0 0,-1 1 0 0 0,1 0-1 0 0,-1-1 1 0 0,1 1 0 0 0,-1-1-1 0 0,1 0 1 0 0,0 1 0 0 0,-1-1-1 0 0,1 0 1 0 0,0 0-1 0 0,-1 0 1 0 0,1 0 0 0 0,-1 0-1 0 0,4-1 1 0 0,53-13 69 0 0,-31 7-55 0 0,-7 3-168 0 0,38-8 494 0 0,-54 11-518 0 0,-1 0-1 0 0,0 0 1 0 0,0 0-1 0 0,1 0 1 0 0,-1-1-1 0 0,0 1 1 0 0,0-1-1 0 0,0 0 1 0 0,-1 0 0 0 0,1 0-1 0 0,0-1 1 0 0,4-4-1 0 0,-8 6-504 0 0,-1-1 0 0 0,1 1 0 0 0,0 0-1 0 0,0 0 1 0 0,-1-1 0 0 0,1 1 0 0 0,-1 0-1 0 0,1 0 1 0 0,-1 0 0 0 0,1 1 0 0 0,-1-1 0 0 0,0 0-1 0 0,0 1 1 0 0,1-1 0 0 0,-1 1 0 0 0,-3-1-1 0 0,-4 0-2901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4.9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90 4865 0 0,'0'0'222'0'0,"0"-1"0"0"0,0 1 0 0 0,0-1 1 0 0,-1 1-1 0 0,1 0 0 0 0,0-1 0 0 0,0 1 0 0 0,0-1 0 0 0,0 1 0 0 0,0 0 1 0 0,0-1-1 0 0,0 1 0 0 0,0-1 0 0 0,1 1 0 0 0,-1 0 0 0 0,0-1 0 0 0,0 1 0 0 0,0-1 1 0 0,0 1-1 0 0,0 0 0 0 0,1-1 0 0 0,-1 1 0 0 0,0 0 0 0 0,0-1 0 0 0,1 1 1 0 0,-1 0-1 0 0,0 0 0 0 0,0-1 0 0 0,1 1 0 0 0,-1 0 0 0 0,0-1 0 0 0,1 1 1 0 0,-1 0-1 0 0,0 0 0 0 0,1-1 0 0 0,22-7 2545 0 0,31 0-2405 0 0,-51 8-88 0 0,40-4-66 0 0,48-5-181 0 0,-83 8-725 0 0,-1-1 0 0 0,1 0 0 0 0,-1 0 1 0 0,0 0-1 0 0,1-1 0 0 0,-1 0 0 0 0,-1-1 0 0 0,14-8 1 0 0,-4-2-3699 0 0,1 11 1005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8:55.3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0 4561 0 0,'-2'19'5762'0'0,"-4"1"-3280"0"0,-2 23-479 0 0,8-23-1593 0 0,1 0-1 0 0,1 0 0 0 0,0 0 1 0 0,10 36-1 0 0,-7-41-827 0 0,1 0 1 0 0,1 0-1 0 0,13 25 1 0 0,-49-76-9555 0 0,27 34 9956 0 0,0 0 1 0 0,1 0-1 0 0,0-1 0 0 0,-1 1 1 0 0,1-1-1 0 0,0 1 0 0 0,0-1 1 0 0,0 1-1 0 0,1-1 0 0 0,-1 0 0 0 0,1 1 1 0 0,-1-1-1 0 0,1 0 0 0 0,0 1 1 0 0,0-1-1 0 0,1-4 0 0 0,1 5 472 0 0,1 0-1 0 0,0 0 1 0 0,0 0-1 0 0,1 0 0 0 0,-1 0 1 0 0,0 1-1 0 0,0-1 1 0 0,6 0-1 0 0,11-7 221 0 0,-16 6-548 0 0,17-10 284 0 0,0-2 1 0 0,27-23-1 0 0,-44 34-294 0 0,0 1 1 0 0,0 0-1 0 0,-1-1 1 0 0,1 0-1 0 0,-1 0 1 0 0,0 0-1 0 0,0 0 1 0 0,-1 0-1 0 0,1-1 1 0 0,-1 1-1 0 0,0-1 1 0 0,0 0 0 0 0,-1 1-1 0 0,1-1 1 0 0,-1 0-1 0 0,0 0 1 0 0,0 0-1 0 0,-1 0 1 0 0,1-8-1 0 0,-5-2 1493 0 0,0 19 941 0 0,2 25-351 0 0,39 293-658 0 0,-37-322-1535 0 0,2 17-1249 0 0,-14-59-11359 0 0,0 18 9315 0 0,5 6-56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9:06.6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52 94 5553 0 0,'-2'-7'2110'0'0,"-8"-31"2815"0"0,10 36-4746 0 0,-1 1 1 0 0,1 0-1 0 0,0 0 0 0 0,-1-1 0 0 0,1 1 1 0 0,-1 0-1 0 0,0 0 0 0 0,1 0 1 0 0,-1 0-1 0 0,0-1 0 0 0,1 1 0 0 0,-1 0 1 0 0,0 0-1 0 0,0 1 0 0 0,0-1 1 0 0,0 0-1 0 0,0 0 0 0 0,0 0 0 0 0,0 1 1 0 0,0-1-1 0 0,-1 0 0 0 0,0 0 1 0 0,1 1-112 0 0,0 1 1 0 0,0-1 0 0 0,0 0 0 0 0,1 1 0 0 0,-1-1-1 0 0,0 1 1 0 0,1-1 0 0 0,-1 1 0 0 0,0-1 0 0 0,1 1-1 0 0,-1 0 1 0 0,0-1 0 0 0,1 1 0 0 0,-1 0 0 0 0,1-1-1 0 0,0 1 1 0 0,-1 0 0 0 0,1 0 0 0 0,-1 0 0 0 0,1-1-1 0 0,0 1 1 0 0,0 0 0 0 0,-1 0 0 0 0,1 0 0 0 0,0 0-1 0 0,0-1 1 0 0,0 1 0 0 0,0 1 0 0 0,-2 31 646 0 0,2-27-479 0 0,-1 13 194 0 0,-2 20 34 0 0,2 0 0 0 0,2 0 1 0 0,7 47-1 0 0,-8-83-454 0 0,1-1 0 0 0,-1 1 0 0 0,1 0 0 0 0,0-1 1 0 0,0 1-1 0 0,0-1 0 0 0,0 1 0 0 0,0-1 0 0 0,1 1 0 0 0,-1-1 1 0 0,1 0-1 0 0,3 4 0 0 0,-5-5-8 0 0,1 0 1 0 0,0-1 0 0 0,0 1-1 0 0,1 0 1 0 0,-1-1-1 0 0,0 1 1 0 0,0-1-1 0 0,0 1 1 0 0,0-1-1 0 0,0 0 1 0 0,1 1-1 0 0,-1-1 1 0 0,0 0 0 0 0,0 0-1 0 0,0 0 1 0 0,1 0-1 0 0,-1 0 1 0 0,0 0-1 0 0,0 0 1 0 0,2 0-1 0 0,0-1-4 0 0,1-1-1 0 0,-1 1 0 0 0,0-1 0 0 0,0 1 0 0 0,0-1 1 0 0,0 0-1 0 0,-1 0 0 0 0,1-1 0 0 0,0 1 0 0 0,-1 0 0 0 0,1-1 1 0 0,-1 1-1 0 0,0-1 0 0 0,0 0 0 0 0,0 0 0 0 0,0 0 0 0 0,-1 0 1 0 0,2-3-1 0 0,1-5-45 0 0,0 0 1 0 0,-1 0 0 0 0,3-19-1 0 0,-4 20 18 0 0,0 0 0 0 0,0 1 0 0 0,1-1-1 0 0,0 1 1 0 0,6-12 0 0 0,-9 20 28 0 0,1 0-1 0 0,-1 1 1 0 0,1-1 0 0 0,0 0 0 0 0,-1 1-1 0 0,1-1 1 0 0,-1 1 0 0 0,1-1-1 0 0,0 1 1 0 0,0 0 0 0 0,-1-1 0 0 0,1 1-1 0 0,0 0 1 0 0,0-1 0 0 0,-1 1-1 0 0,1 0 1 0 0,0 0 0 0 0,0 0 0 0 0,0-1-1 0 0,-1 1 1 0 0,1 0 0 0 0,0 0-1 0 0,0 0 1 0 0,0 1 0 0 0,0-1 0 0 0,-1 0-1 0 0,1 0 1 0 0,0 0 0 0 0,0 0-1 0 0,0 1 1 0 0,-1-1 0 0 0,1 0 0 0 0,0 1-1 0 0,-1-1 1 0 0,1 1 0 0 0,0-1-1 0 0,-1 1 1 0 0,1-1 0 0 0,0 1 0 0 0,-1-1-1 0 0,1 1 1 0 0,-1 0 0 0 0,1-1-1 0 0,-1 1 1 0 0,1 0 0 0 0,0 1 0 0 0,31 38 64 0 0,-28-34-57 0 0,-2-3 13 0 0,12 16 42 0 0,1-1-1 0 0,19 19 1 0 0,-31-33-20 0 0,1-1 1 0 0,-1 0 0 0 0,0 0-1 0 0,1 0 1 0 0,-1-1-1 0 0,1 1 1 0 0,0-1-1 0 0,0 0 1 0 0,0 0-1 0 0,0 0 1 0 0,1 0-1 0 0,-1-1 1 0 0,0 0-1 0 0,1 0 1 0 0,-1 0-1 0 0,1 0 1 0 0,-1-1-1 0 0,9 0 1 0 0,-11 0 20 0 0,1-1 0 0 0,-1-1 0 0 0,0 1 0 0 0,1 0 0 0 0,-1 0 1 0 0,0-1-1 0 0,0 1 0 0 0,0-1 0 0 0,0 0 0 0 0,0 0 0 0 0,-1 0 0 0 0,1 0 0 0 0,0 0 0 0 0,-1 0 1 0 0,1 0-1 0 0,-1 0 0 0 0,0 0 0 0 0,0-1 0 0 0,0 1 0 0 0,0-1 0 0 0,0 1 0 0 0,0-1 0 0 0,-1 1 1 0 0,1-1-1 0 0,-1 1 0 0 0,0-1 0 0 0,0 1 0 0 0,0-1 0 0 0,0-3 0 0 0,0-8 23 0 0,0 1 0 0 0,-1-1 0 0 0,0 0 0 0 0,-4-14-1 0 0,0 12-81 0 0,0-1 0 0 0,-1 1-1 0 0,-10-20 1 0 0,-4-10-5707 0 0,9-3-8741 0 0,8 42 10673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08.6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93 3393 0 0,'-36'-92'12361'0'0,"31"98"-9435"0"0,-5 37-1703 0 0,-4 114 655 0 0,6 176 0 0 0,9-271-1929 0 0,-2-56-156 0 0,3 31-204 0 0,-2-36 179 0 0,-1 0 0 0 0,2 0 0 0 0,-1 0-1 0 0,0 0 1 0 0,0 1 0 0 0,0-1 0 0 0,0 0 0 0 0,1 0-1 0 0,-1 0 1 0 0,0 0 0 0 0,1 0 0 0 0,-1 0-1 0 0,1 0 1 0 0,0 0 0 0 0,-1 0 0 0 0,1 0 0 0 0,0 0-1 0 0,-1 0 1 0 0,1 0 0 0 0,0 0 0 0 0,0 0-1 0 0,0-1 1 0 0,1 2 0 0 0,19-9-13200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09.2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0 6193 0 0,'-2'1'485'0'0,"1"-1"0"0"0,0 1 0 0 0,-1 0 0 0 0,1 0 0 0 0,0-1 0 0 0,0 1 0 0 0,0 0 0 0 0,0 0-1 0 0,-1 0 1 0 0,1 0 0 0 0,0 0 0 0 0,0 1 0 0 0,1-1 0 0 0,-2 2 0 0 0,-8 23 2240 0 0,4 37-3014 0 0,5-43 912 0 0,-1 6-506 0 0,-5 91 130 0 0,7-103-168 0 0,1 1 1 0 0,0-1 0 0 0,1 1-1 0 0,0-1 1 0 0,8 25 0 0 0,-9-38-75 0 0,-1 1 1 0 0,1 0 0 0 0,0 0 0 0 0,-1-1-1 0 0,1 1 1 0 0,0-1 0 0 0,0 1-1 0 0,0-1 1 0 0,0 1 0 0 0,1-1 0 0 0,-1 0-1 0 0,0 1 1 0 0,1-1 0 0 0,-1 0-1 0 0,0 0 1 0 0,1 0 0 0 0,-1 0 0 0 0,1 0-1 0 0,0 0 1 0 0,-1-1 0 0 0,1 1-1 0 0,0 0 1 0 0,2 0 0 0 0,-1-1 2 0 0,1 0 1 0 0,-1 0 0 0 0,1 0-1 0 0,-1 0 1 0 0,1-1 0 0 0,-1 1-1 0 0,1-1 1 0 0,-1 0-1 0 0,1 0 1 0 0,-1 0 0 0 0,5-3-1 0 0,5-3-1274 0 0,1-1-1 0 0,-1 0 1 0 0,0-1-1 0 0,17-16 1 0 0,-28 23 690 0 0,-1 1 0 0 0,1-1 0 0 0,-1 0 1 0 0,1 0-1 0 0,-1 1 0 0 0,0-1 0 0 0,0 0 0 0 0,0 0 1 0 0,0 0-1 0 0,0 0 0 0 0,-1 0 0 0 0,2-4 0 0 0,-2 5 201 0 0,5-10-2424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09.6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53 8650 0 0,'1'-1'4004'0'0,"17"-13"887"0"0,13-7-4510 0 0,-29 19-730 0 0,0 0 1 0 0,1 0-1 0 0,-1 1 1 0 0,1-1 0 0 0,0 1-1 0 0,-1 0 1 0 0,1 0-1 0 0,0 0 1 0 0,0 0-1 0 0,-1 0 1 0 0,1 0 0 0 0,0 1-1 0 0,0 0 1 0 0,0-1-1 0 0,0 1 1 0 0,0 0 0 0 0,0 0-1 0 0,0 1 1 0 0,0-1-1 0 0,5 2 1 0 0,-8-2 175 0 0,1 0-1 0 0,-1 1 1 0 0,0-1 0 0 0,0 0 0 0 0,1 0-1 0 0,-1 1 1 0 0,0-1 0 0 0,0 0 0 0 0,1 0-1 0 0,-1 1 1 0 0,0-1 0 0 0,0 0 0 0 0,0 0-1 0 0,0 1 1 0 0,0-1 0 0 0,1 0 0 0 0,-1 1-1 0 0,0-1 1 0 0,0 0 0 0 0,0 1 0 0 0,0-1-1 0 0,0 0 1 0 0,0 1 0 0 0,0-1 0 0 0,0 0-1 0 0,0 1 1 0 0,0-1 0 0 0,0 0 0 0 0,0 1-1 0 0,0-1 1 0 0,-1 0 0 0 0,1 1 0 0 0,0-1-1 0 0,0 0 1 0 0,0 1 0 0 0,0-1 0 0 0,0 0-1 0 0,-1 1 1 0 0,0 2-973 0 0,-1 5-1192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0.0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3 252 3489 0 0,'-2'7'6512'0'0,"11"-5"-3526"0"0,13-6-1577 0 0,40-34-2432 0 0,-23 10-8825 0 0,-32 25 7123 0 0</inkml:trace>
  <inkml:trace contextRef="#ctx0" brushRef="#br0" timeOffset="1">157 1 3721 0 0,'-3'0'6087'0'0,"1"10"-2231"0"0,-1 27-910 0 0,2 45-2566 0 0,1-81-294 0 0,6 65-200 0 0,0-2-5235 0 0,-13-52-607 0 0,6-7 1907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0.4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0 6753 0 0,'-3'5'690'0'0,"0"1"0"0"0,1-1 0 0 0,0 0 0 0 0,0 1 0 0 0,0 0 0 0 0,1 0 0 0 0,-1-1 0 0 0,1 9 0 0 0,1-13-598 0 0,0 0 0 0 0,0 0 0 0 0,0 0 1 0 0,0 1-1 0 0,0-1 0 0 0,1 0 0 0 0,-1 0 0 0 0,0 0 0 0 0,1 0 0 0 0,-1-1 0 0 0,1 1 0 0 0,-1 0 0 0 0,1 0 0 0 0,-1 0 1 0 0,1 0-1 0 0,0 0 0 0 0,-1-1 0 0 0,1 1 0 0 0,0 0 0 0 0,1 0 0 0 0,-1 0-33 0 0,1 0 0 0 0,0 0 0 0 0,0 0 0 0 0,0-1 0 0 0,0 1 0 0 0,1-1 0 0 0,-1 1 0 0 0,0-1 0 0 0,0 0 0 0 0,0 0 0 0 0,0 0 0 0 0,0 0 0 0 0,4-1 0 0 0,46-1-2 0 0,35-5-1726 0 0,-81 5 882 0 0,1 1 0 0 0,0-1-1 0 0,-1-1 1 0 0,1 1 0 0 0,11-7-1 0 0,3-14-4785 0 0,-11 10 2527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0.7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91 7226 0 0,'-4'4'609'0'0,"1"0"0"0"0,0 0 0 0 0,0 1 0 0 0,0-1 1 0 0,0 1-1 0 0,1-1 0 0 0,0 1 0 0 0,-2 6 1 0 0,2-4-313 0 0,0 0 1 0 0,0 1 0 0 0,1-1 0 0 0,0 1-1 0 0,-1 12 1 0 0,2-15-278 0 0,0-1 0 0 0,0 0-1 0 0,1 1 1 0 0,-1-1 0 0 0,1 1-1 0 0,0-1 1 0 0,0 0 0 0 0,0 0-1 0 0,1 0 1 0 0,-1 0 0 0 0,1 0-1 0 0,0 0 1 0 0,0 0 0 0 0,0 0-1 0 0,1 0 1 0 0,0-1 0 0 0,-1 1-1 0 0,1-1 1 0 0,0 0 0 0 0,1 0-1 0 0,-1 0 1 0 0,0 0 0 0 0,6 2-1 0 0,-8-4 8 0 0,1 0 0 0 0,-1-1 0 0 0,1 1 0 0 0,0 0 0 0 0,-1-1 1 0 0,1 0-1 0 0,0 1 0 0 0,0-1 0 0 0,-1 0 0 0 0,1 0 0 0 0,0 0 0 0 0,-1 0 0 0 0,1 0 0 0 0,0 0 0 0 0,0 0 0 0 0,-1-1 0 0 0,1 1 0 0 0,0-1 0 0 0,-1 1 0 0 0,1-1 0 0 0,0 0 0 0 0,-1 1 0 0 0,1-1 1 0 0,-1 0-1 0 0,1 0 0 0 0,-1 0 0 0 0,0 0 0 0 0,1 0 0 0 0,-1-1 0 0 0,0 1 0 0 0,0 0 0 0 0,0-1 0 0 0,0 1 0 0 0,0 0 0 0 0,0-1 0 0 0,0 1 0 0 0,0-1 0 0 0,-1 0 0 0 0,1 1 0 0 0,0-1 0 0 0,-1 0 1 0 0,1-1-1 0 0,1-4 68 0 0,0 1 1 0 0,0-1 0 0 0,-1 0 0 0 0,0 0 0 0 0,0 0 0 0 0,0 0-1 0 0,-1 0 1 0 0,0 0 0 0 0,-1-8 0 0 0,-1 6-169 0 0,-8-32-77 0 0,-3 21-3006 0 0,-5 19-7059 0 0,14 3 7280 0 0</inkml:trace>
  <inkml:trace contextRef="#ctx0" brushRef="#br0" timeOffset="1">92 102 5937 0 0,'1'1'327'0'0,"-1"0"-1"0"0,1 0 1 0 0,-1 0 0 0 0,1 0-1 0 0,0 0 1 0 0,0 0-1 0 0,0 0 1 0 0,-1 0 0 0 0,1-1-1 0 0,0 1 1 0 0,0 0-1 0 0,0 0 1 0 0,0-1 0 0 0,0 1-1 0 0,0-1 1 0 0,1 1-1 0 0,-1-1 1 0 0,0 1 0 0 0,0-1-1 0 0,0 0 1 0 0,2 1-1 0 0,28-6 2245 0 0,-23 2-2263 0 0,0-1 0 0 0,0 0 0 0 0,0-1 0 0 0,13-9 0 0 0,15-26 874 0 0,-31 33-748 0 0,1 0 1 0 0,-1 1 0 0 0,2-1 0 0 0,11-9-1 0 0,-16 21-191 0 0,0 0 0 0 0,0 0 0 0 0,-1 0-1 0 0,0 1 1 0 0,0-1 0 0 0,1 6-1 0 0,6 87 214 0 0,5 29-1005 0 0,4-44-5571 0 0,-15-74 2114 0 0,-1-21-6086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1.1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 1 8522 0 0,'-13'52'8500'0'0,"4"3"-4665"0"0,3 113-3124 0 0,6-157-429 0 0,8 83-1177 0 0,5-34-4685 0 0,-12-48 2530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1.5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76 0 6137 0 0,'-4'2'1063'0'0,"0"0"-1"0"0,-1 1 0 0 0,1-1 1 0 0,0 1-1 0 0,1-1 1 0 0,-1 1-1 0 0,-3 4 0 0 0,-18 28 3225 0 0,22-30-4124 0 0,0 1 0 0 0,1 0 0 0 0,0 0 0 0 0,1 0 0 0 0,-1 0 0 0 0,0 8 0 0 0,1-8-355 0 0,1-1 0 0 0,0 0 0 0 0,0 0 0 0 0,1 0 0 0 0,-1 0-1 0 0,1 1 1 0 0,0-1 0 0 0,0 0 0 0 0,1 0 0 0 0,0 0 0 0 0,-1-1 0 0 0,6 9-1 0 0,2 6-3436 0 0,-8-5-2104 0 0,-1-5 442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1.9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1 104 4817 0 0,'0'0'284'0'0,"-1"1"0"0"0,1 0 1 0 0,0-1-1 0 0,0 1 0 0 0,0 0 0 0 0,0-1 0 0 0,0 1 0 0 0,0-1 1 0 0,1 1-1 0 0,-1 0 0 0 0,0-1 0 0 0,0 1 0 0 0,0-1 0 0 0,1 1 1 0 0,-1 0-1 0 0,0-1 0 0 0,0 1 0 0 0,1-1 0 0 0,-1 1 0 0 0,0-1 1 0 0,1 1-1 0 0,-1-1 0 0 0,1 1 0 0 0,-1-1 0 0 0,1 0 0 0 0,-1 1 1 0 0,1-1-1 0 0,-1 0 0 0 0,1 1 0 0 0,-1-1 0 0 0,1 0 1 0 0,-1 1-1 0 0,1-1 0 0 0,0 0 0 0 0,-1 0 0 0 0,1 0 0 0 0,26-8 2433 0 0,26-29-3358 0 0,-51 35 1043 0 0,17-15-643 0 0,30-23-230 0 0,-23 26-2239 0 0,-1 11-3297 0 0,-19 13-1925 0 0</inkml:trace>
  <inkml:trace contextRef="#ctx0" brushRef="#br0" timeOffset="1">143 240 4425 0 0,'-5'5'645'0'0,"1"0"-1"0"0,0 0 1 0 0,0 1 0 0 0,0-1-1 0 0,1 1 1 0 0,-1 0 0 0 0,1 0-1 0 0,1 0 1 0 0,-1 0 0 0 0,1 0-1 0 0,1 1 1 0 0,-1-1 0 0 0,1 0-1 0 0,0 1 1 0 0,0 0-1 0 0,1 12 1 0 0,-1-16-571 0 0,1-1 0 0 0,0 1 1 0 0,0-1-1 0 0,0 1 0 0 0,1 0 0 0 0,-1-1 0 0 0,0 1 1 0 0,1-1-1 0 0,0 1 0 0 0,0-1 0 0 0,-1 1 0 0 0,2-1 0 0 0,-1 1 1 0 0,0-1-1 0 0,0 0 0 0 0,1 0 0 0 0,-1 1 0 0 0,1-1 1 0 0,0 0-1 0 0,-1 0 0 0 0,1-1 0 0 0,0 1 0 0 0,0 0 0 0 0,0-1 1 0 0,1 1-1 0 0,-1-1 0 0 0,0 0 0 0 0,1 1 0 0 0,-1-1 0 0 0,0 0 1 0 0,1 0-1 0 0,-1-1 0 0 0,1 1 0 0 0,-1-1 0 0 0,1 1 1 0 0,0-1-1 0 0,-1 0 0 0 0,1 0 0 0 0,0 0 0 0 0,-1 0 0 0 0,1 0 1 0 0,-1 0-1 0 0,5-2 0 0 0,-2 0-7 0 0,0 1 0 0 0,-1-1 0 0 0,1-1 0 0 0,-1 1 0 0 0,1-1 0 0 0,-1 1 0 0 0,0-1 0 0 0,0-1 0 0 0,-1 1 0 0 0,1 0 0 0 0,-1-1 0 0 0,1 0 0 0 0,-1 0-1 0 0,0 0 1 0 0,0 0 0 0 0,-1 0 0 0 0,1 0 0 0 0,-1-1 0 0 0,0 1 0 0 0,0-1 0 0 0,-1 0 0 0 0,1 0 0 0 0,0-8 0 0 0,1 4-11 0 0,-1 0-1 0 0,-1 0 0 0 0,0 0 1 0 0,0 0-1 0 0,-1 0 0 0 0,0 0 1 0 0,0 0-1 0 0,-1-1 1 0 0,0 1-1 0 0,-1 1 0 0 0,0-1 1 0 0,-5-12-1 0 0,7 18-48 0 0,-1 1 0 0 0,0 0 1 0 0,-1 0-1 0 0,1 0 0 0 0,0 0 0 0 0,0 0 0 0 0,-1 0 0 0 0,1 0 0 0 0,-1 0 1 0 0,0 1-1 0 0,0-1 0 0 0,1 1 0 0 0,-1-1 0 0 0,-4-1 0 0 0,5 2-46 0 0,0 1 0 0 0,0 0 0 0 0,0 0 0 0 0,-1-1 1 0 0,1 1-1 0 0,0 0 0 0 0,0 0 0 0 0,-1 0 0 0 0,1 0 0 0 0,0 0 0 0 0,0 0 0 0 0,-1 1 0 0 0,1-1 0 0 0,0 0 0 0 0,0 1 0 0 0,0-1 0 0 0,0 1 0 0 0,-1-1 0 0 0,1 1 0 0 0,-1 0 0 0 0,-4 4-873 0 0,-1 1-1 0 0,1-1 1 0 0,1 1-1 0 0,-1 0 1 0 0,1 1-1 0 0,-7 9 0 0 0,5-7-1219 0 0,7-8 1966 0 0,0-1 0 0 0,0 0 1 0 0,0 0-1 0 0,-1 1 0 0 0,1-1 1 0 0,0 0-1 0 0,0 0 0 0 0,0 1 1 0 0,-1-1-1 0 0,1 0 0 0 0,0 0 0 0 0,0 0 1 0 0,-1 0-1 0 0,1 1 0 0 0,0-1 1 0 0,-1 0-1 0 0,1 0 0 0 0,0 0 1 0 0,0 0-1 0 0,-1 0 0 0 0,1 0 0 0 0,0 0 1 0 0,-1 0-1 0 0,1 0 0 0 0,0 0 1 0 0,-1 0-1 0 0,1 0 0 0 0,0 0 0 0 0,-1 0 1 0 0,1 0-1 0 0,0 0 0 0 0,-1 0 1 0 0,1 0-1 0 0,0 0 0 0 0,0 0 1 0 0,-1 0-1 0 0,1-1 0 0 0,0 1 0 0 0,-1 0 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2.4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4825 0 0,'6'18'1829'0'0,"1"0"0"0"0,-2 1 0 0 0,-1 0 1 0 0,0 0-1 0 0,1 22 0 0 0,-1 102-52 0 0,0-4-4127 0 0,-4-131-2798 0 0,-4-20 1825 0 0,-3-25-1897 0 0,5 21 3756 0 0</inkml:trace>
  <inkml:trace contextRef="#ctx0" brushRef="#br0" timeOffset="1">14 238 4041 0 0,'27'-10'8170'0'0,"16"2"-5029"0"0,4-2-2628 0 0,-29 5-565 0 0,8-1-1000 0 0,-11 0-2525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2.7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51 4225 0 0,'-4'12'1247'0'0,"1"0"0"0"0,0 1 0 0 0,1 0 0 0 0,1-1 0 0 0,0 1 0 0 0,1 22 0 0 0,0-33-1123 0 0,0 0-1 0 0,0 0 1 0 0,1 1 0 0 0,-1-1-1 0 0,1 0 1 0 0,0 0-1 0 0,0 0 1 0 0,-1 0-1 0 0,1 0 1 0 0,1 0-1 0 0,-1 0 1 0 0,0 0-1 0 0,0 0 1 0 0,1-1 0 0 0,-1 1-1 0 0,1 0 1 0 0,-1-1-1 0 0,4 3 1 0 0,-2-3-24 0 0,-1 0 1 0 0,1 0-1 0 0,0 0 0 0 0,0-1 1 0 0,-1 1-1 0 0,1-1 0 0 0,0 0 1 0 0,0 0-1 0 0,0 0 1 0 0,0 0-1 0 0,0 0 0 0 0,-1 0 1 0 0,1-1-1 0 0,0 0 0 0 0,0 1 1 0 0,0-1-1 0 0,-1 0 1 0 0,6-3-1 0 0,13-5 57 0 0,0-2 0 0 0,-1 0 0 0 0,0-1 0 0 0,-1-1 0 0 0,22-20 0 0 0,43-42-4296 0 0,-74 67 3066 0 0,10-14-4584 0 0,0 20 936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3.1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 13 5257 0 0,'-1'-1'232'0'0,"1"0"-1"0"0,0 1 0 0 0,0-1 1 0 0,-1 0-1 0 0,1 1 1 0 0,0-1-1 0 0,-1 1 1 0 0,1-1-1 0 0,0 1 1 0 0,-1-1-1 0 0,1 1 1 0 0,-1-1-1 0 0,1 1 0 0 0,-1-1 1 0 0,1 1-1 0 0,-1-1 1 0 0,1 1-1 0 0,-1 0 1 0 0,1-1-1 0 0,-1 1 1 0 0,0 0-1 0 0,1 0 1 0 0,-1-1-1 0 0,0 1 0 0 0,1 0 1 0 0,-1 0-1 0 0,0 0 1 0 0,1 0-1 0 0,-1 0 1 0 0,0 0-1 0 0,1 0 1 0 0,-1 0-1 0 0,0 0 1 0 0,1 0-1 0 0,-1 0 0 0 0,0 0 1 0 0,0 1-1 0 0,0 0-4 0 0,0 1 0 0 0,0 0 0 0 0,0 0 0 0 0,0-1 0 0 0,0 1 0 0 0,1 0 0 0 0,-1 0-1 0 0,1 0 1 0 0,-1 0 0 0 0,1 0 0 0 0,0 0 0 0 0,-1 2 0 0 0,1 62 677 0 0,2-51-1040 0 0,1 12 430 0 0,11 45 0 0 0,4-26-1927 0 0,-16-43 1064 0 0,0 1 0 0 0,1-1 0 0 0,0 1-1 0 0,-1-1 1 0 0,1 0 0 0 0,0 0 0 0 0,0 0 0 0 0,6 4-1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3.6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94 1 8178 0 0,'3'41'7485'0'0,"11"22"-3981"0"0,0 4-2476 0 0,-10-41-887 0 0,2 10 151 0 0,1 64 0 0 0,-7-90-366 0 0,0-1 1 0 0,-1 1-1 0 0,0 0 1 0 0,-1-1-1 0 0,0 1 1 0 0,0-1-1 0 0,-1 1 1 0 0,0-1-1 0 0,-1 0 1 0 0,0 0-1 0 0,-9 14 1 0 0,13-22 14 0 0,-1 0 0 0 0,0 0 0 0 0,0 0 0 0 0,1 0 1 0 0,-1 0-1 0 0,0 0 0 0 0,0 0 0 0 0,0 0 0 0 0,-1 0 1 0 0,1 0-1 0 0,0 0 0 0 0,0-1 0 0 0,0 1 0 0 0,0-1 1 0 0,-1 1-1 0 0,1-1 0 0 0,0 1 0 0 0,-1-1 0 0 0,1 1 1 0 0,0-1-1 0 0,-1 0 0 0 0,1 0 0 0 0,-1 0 0 0 0,1 0 0 0 0,0 0 1 0 0,-1 0-1 0 0,1 0 0 0 0,-2-1 0 0 0,0 0-28 0 0,0 0 0 0 0,0-1-1 0 0,0 1 1 0 0,0-1 0 0 0,0 0-1 0 0,0 0 1 0 0,1 0 0 0 0,-1 0-1 0 0,1 0 1 0 0,-1-1 0 0 0,-3-4-1 0 0,2 2 91 0 0,1 1-1 0 0,-1-1 0 0 0,1 0 1 0 0,0 0-1 0 0,0-1 0 0 0,1 1 1 0 0,-1-1-1 0 0,1 1 0 0 0,0-1 1 0 0,1 0-1 0 0,-1 0 0 0 0,1 0 1 0 0,0-11-1 0 0,2 8 188 0 0,2 1 1 0 0,-1-1-1 0 0,1 0 1 0 0,1 1-1 0 0,0 0 0 0 0,0 0 1 0 0,0 0-1 0 0,1 0 1 0 0,0 1-1 0 0,1 0 1 0 0,-1 0-1 0 0,1 0 0 0 0,1 1 1 0 0,-1-1-1 0 0,1 2 1 0 0,13-9-1 0 0,-5 4-567 0 0,0 1 1 0 0,29-13-1 0 0,37-6-5716 0 0,-80 28 5709 0 0,0-1 1 0 0,0 1-1 0 0,0-1 1 0 0,1 1-1 0 0,-1-1 1 0 0,0 1-1 0 0,0-1 1 0 0,0 0-1 0 0,0 1 1 0 0,0-1-1 0 0,0 0 1 0 0,0 0-1 0 0,0 0 1 0 0,0 0-1 0 0,0 0 1 0 0,0 0-1 0 0,-1 0 1 0 0,1 0-1 0 0,0 0 1 0 0,0-2-1 0 0,5-3-3437 0 0</inkml:trace>
  <inkml:trace contextRef="#ctx0" brushRef="#br0" timeOffset="1">312 32 3409 0 0,'-1'0'336'0'0,"1"0"0"0"0,-1 0 0 0 0,0 0 1 0 0,1 0-1 0 0,-1 0 0 0 0,1 0 0 0 0,-1 1 1 0 0,1-1-1 0 0,-1 0 0 0 0,1 0 0 0 0,-1 1 0 0 0,0-1 1 0 0,1 0-1 0 0,0 1 0 0 0,-1-1 0 0 0,1 0 1 0 0,-1 1-1 0 0,1-1 0 0 0,-1 1 0 0 0,1-1 0 0 0,0 1 1 0 0,-1-1-1 0 0,1 1 0 0 0,0-1 0 0 0,0 1 1 0 0,-1 0-1 0 0,-3 21 3491 0 0,8 28-2433 0 0,-3-41-565 0 0,5 30-446 0 0,1 0 0 0 0,14 38-1 0 0,-5-16-2234 0 0,-2 1-3337 0 0,-11-38-448 0 0,1 2 1319 0 0,-4-15 1949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4.0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1 4193 0 0,'-6'18'2783'0'0,"1"1"0"0"0,-4 32 1 0 0,8-47-2557 0 0,0 1 1 0 0,0 0-1 0 0,1-1 1 0 0,0 1-1 0 0,0-1 1 0 0,0 1-1 0 0,1-1 1 0 0,-1 1-1 0 0,1-1 1 0 0,0 1-1 0 0,1-1 1 0 0,-1 1 0 0 0,1-1-1 0 0,0 0 1 0 0,0 0-1 0 0,0 0 1 0 0,3 5-1 0 0,-3-8-175 0 0,0 1-1 0 0,0-1 0 0 0,0 0 1 0 0,0 0-1 0 0,0 0 1 0 0,0 0-1 0 0,0-1 1 0 0,1 1-1 0 0,-1-1 0 0 0,0 1 1 0 0,0-1-1 0 0,1 0 1 0 0,-1 0-1 0 0,0 1 0 0 0,0-2 1 0 0,1 1-1 0 0,-1 0 1 0 0,0 0-1 0 0,0-1 1 0 0,0 1-1 0 0,1-1 0 0 0,-1 0 1 0 0,0 0-1 0 0,0 0 1 0 0,0 0-1 0 0,0 0 0 0 0,0 0 1 0 0,0 0-1 0 0,0 0 1 0 0,-1-1-1 0 0,3-1 1 0 0,4-3-594 0 0,-1 0 1 0 0,0 0 0 0 0,0-1 0 0 0,-1 0 0 0 0,1 0-1 0 0,5-9 1 0 0,4-19-6562 0 0,-1 32 2784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4.4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1 6753 0 0,'-1'0'402'0'0,"0"0"0"0"0,-1 0-1 0 0,1 0 1 0 0,-1 0 0 0 0,1 1-1 0 0,0-1 1 0 0,-1 0 0 0 0,1 1-1 0 0,0-1 1 0 0,-1 1 0 0 0,1 0-1 0 0,0-1 1 0 0,0 1 0 0 0,0 0-1 0 0,-1 0 1 0 0,1 0 0 0 0,0 0-1 0 0,0 0 1 0 0,0 0 0 0 0,-1 1 0 0 0,0 1-77 0 0,1 0 0 0 0,-1 1 0 0 0,1-1 0 0 0,-1 0 0 0 0,1 0 0 0 0,0 1 0 0 0,0-1 0 0 0,0 5 0 0 0,-1 8-308 0 0,1 0 1 0 0,2 31-1 0 0,-1-35 594 0 0,9 79-179 0 0,-3-26-1638 0 0,-4-23-2466 0 0,-3-49 1938 0 0,0 1 0 0 0,-1-1 0 0 0,0 1-1 0 0,0-1 1 0 0,-7-11 0 0 0,6 12 1552 0 0,0 1 1 0 0,1-1-1 0 0,-1 1 1 0 0,1-1-1 0 0,1 0 1 0 0,-1 0-1 0 0,1 0 0 0 0,0 0 1 0 0,0 0-1 0 0,0 0 1 0 0,1 0-1 0 0,4-7 6804 0 0,4 24-3344 0 0,21 19-1138 0 0,-23-25-2092 0 0,0 0-1 0 0,0-1 1 0 0,1 0 0 0 0,-1 0 0 0 0,1 0-1 0 0,0-1 1 0 0,0 0 0 0 0,0 0 0 0 0,0-1-1 0 0,1 0 1 0 0,7 1 0 0 0,-9-2-824 0 0,0-1 0 0 0,0 0 0 0 0,0 0 1 0 0,0 0-1 0 0,0-1 0 0 0,0 0 0 0 0,0 0 0 0 0,0-1 0 0 0,6-1 0 0 0,0-2-3521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4.8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82 7706 0 0,'-36'112'9613'0'0,"33"-100"-9428"0"0,0-1 0 0 0,1 0 0 0 0,1 1 0 0 0,0 0 0 0 0,1-1 0 0 0,0 1 0 0 0,0-1 0 0 0,3 13 0 0 0,4-7-1199 0 0,1-21-2249 0 0,-7 2 2868 0 0,0 0 1 0 0,0-1 0 0 0,0 1-1 0 0,0 0 1 0 0,0-1-1 0 0,-1 1 1 0 0,1-1 0 0 0,-1 1-1 0 0,0-1 1 0 0,0 1 0 0 0,0-4-1 0 0,-6-15-849 0 0,5 18 1363 0 0,0 0 0 0 0,-1 0 0 0 0,1 0 1 0 0,1 0-1 0 0,-1 0 0 0 0,0 0 0 0 0,1-1 0 0 0,0 1 0 0 0,0 0 1 0 0,0-5-1 0 0,3 9 421 0 0,1 0 1 0 0,-1 0-1 0 0,0 1 1 0 0,0-1-1 0 0,1 1 0 0 0,-1 0 1 0 0,0 0-1 0 0,4 4 1 0 0,8 3 289 0 0,-7-6-786 0 0,0-1 0 0 0,0 0 0 0 0,0-1-1 0 0,0 1 1 0 0,0-2 0 0 0,0 1 0 0 0,0-1-1 0 0,1 0 1 0 0,-1-1 0 0 0,0 0 0 0 0,13-3-1 0 0,-16 2-471 0 0,1 1 1 0 0,0-1-1 0 0,0-1 0 0 0,-1 1 0 0 0,0-1 0 0 0,1 0 0 0 0,4-4 0 0 0,-7 5-354 0 0,0-1 0 0 0,0 0 0 0 0,0 0 0 0 0,0 0-1 0 0,-1 0 1 0 0,1 0 0 0 0,-1 0 0 0 0,0-1 0 0 0,0 1 0 0 0,0-1 0 0 0,2-4-1 0 0,2-8-2164 0 0</inkml:trace>
  <inkml:trace contextRef="#ctx0" brushRef="#br0" timeOffset="1">255 1 6465 0 0,'11'58'7332'0'0,"-3"1"-4480"0"0,-4-21-3204 0 0,14 54 0 0 0,-15-82-292 0 0,4 22-2413 0 0,-8-11-2880 0 0,-1-11 1622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5.2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99 4129 0 0,'1'-1'489'0'0,"0"-1"1"0"0,0 0-1 0 0,0 1 0 0 0,0-1 1 0 0,0 1-1 0 0,0 0 1 0 0,0-1-1 0 0,0 1 0 0 0,1 0 1 0 0,-1 0-1 0 0,0 0 1 0 0,1 0-1 0 0,1-2 0 0 0,43-17 2542 0 0,-23 11-1709 0 0,-10 3-1119 0 0,2-2 304 0 0,0 1 1 0 0,1 0 0 0 0,0 2 0 0 0,0-1 0 0 0,29-4 0 0 0,-42 9-585 0 0,0 1 0 0 0,1 0 1 0 0,-1 0-1 0 0,0 0 0 0 0,1 1 1 0 0,-1-1-1 0 0,0 1 0 0 0,1 0 0 0 0,-1-1 1 0 0,0 2-1 0 0,0-1 0 0 0,0 0 1 0 0,1 1-1 0 0,3 2 0 0 0,-4-2-290 0 0,0 1-1 0 0,-1 0 0 0 0,1 0 1 0 0,0 0-1 0 0,-1 0 1 0 0,0 0-1 0 0,0 1 0 0 0,0-1 1 0 0,0 0-1 0 0,-1 1 1 0 0,1 0-1 0 0,-1-1 0 0 0,0 1 1 0 0,0 0-1 0 0,1 5 0 0 0,0 4-3599 0 0,0 0-1183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5.6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81 162 6161 0 0,'-2'3'738'0'0,"0"-1"0"0"0,0 1-1 0 0,0 0 1 0 0,1 0 0 0 0,-1 0-1 0 0,1 1 1 0 0,0-1 0 0 0,0 0-1 0 0,-1 5 1 0 0,2-8-681 0 0,-1 0-1 0 0,1 1 1 0 0,0-1 0 0 0,0 0-1 0 0,0 0 1 0 0,0 1 0 0 0,0-1-1 0 0,0 0 1 0 0,1 0 0 0 0,-1 1-1 0 0,0-1 1 0 0,0 0 0 0 0,0 0-1 0 0,0 0 1 0 0,0 1 0 0 0,0-1-1 0 0,0 0 1 0 0,0 0 0 0 0,0 1-1 0 0,1-1 1 0 0,-1 0 0 0 0,0 0-1 0 0,0 0 1 0 0,0 0 0 0 0,1 1-1 0 0,-1-1 1 0 0,0 0 0 0 0,0 0-1 0 0,0 0 1 0 0,1 0 0 0 0,-1 0-1 0 0,0 0 1 0 0,0 0 0 0 0,0 1-1 0 0,1-1 1 0 0,-1 0 0 0 0,0 0-1 0 0,0 0 1 0 0,1 0 0 0 0,-1 0-1 0 0,21-9 987 0 0,-4-3-688 0 0,0 0 0 0 0,-1 0 0 0 0,15-17 0 0 0,-27 25-319 0 0,0 1-1 0 0,0-1 1 0 0,-1-1-1 0 0,1 1 1 0 0,-1 0-1 0 0,0-1 1 0 0,0 1-1 0 0,-1-1 1 0 0,1 0-1 0 0,-1 0 1 0 0,0 0-1 0 0,-1 0 1 0 0,1 0-1 0 0,-1-1 1 0 0,0 1 0 0 0,1-9-1 0 0,-3 11-19 0 0,1 1 0 0 0,-1 0 0 0 0,0 0 0 0 0,0 0 0 0 0,0 0 0 0 0,0 0 0 0 0,0 0 0 0 0,0 0 0 0 0,-1 0 0 0 0,1 0 0 0 0,-1 0 0 0 0,1 1 0 0 0,-1-1 0 0 0,0 1 0 0 0,1-1 0 0 0,-1 1 0 0 0,0 0 0 0 0,0-1 0 0 0,0 1 0 0 0,0 0 0 0 0,0 0 0 0 0,0 1 0 0 0,0-1 0 0 0,-1 0 0 0 0,1 1 0 0 0,0-1 0 0 0,0 1 0 0 0,-1-1 0 0 0,1 1 0 0 0,0 0 0 0 0,0 0 0 0 0,-3 1 0 0 0,-2-2-30 0 0,-1 1 0 0 0,1 1 0 0 0,0-1 0 0 0,0 1 1 0 0,-1 0-1 0 0,1 1 0 0 0,0 0 0 0 0,-13 5 0 0 0,13-3 4 0 0,1 0 1 0 0,1 1 0 0 0,-1 0-1 0 0,1 0 1 0 0,-1 1-1 0 0,1-1 1 0 0,1 1 0 0 0,-1 0-1 0 0,1 0 1 0 0,0 1-1 0 0,1-1 1 0 0,-1 1-1 0 0,1 0 1 0 0,1 0 0 0 0,-1 0-1 0 0,1 0 1 0 0,0 0-1 0 0,1 1 1 0 0,0-1 0 0 0,0 0-1 0 0,0 1 1 0 0,1 8-1 0 0,0 8 72 0 0,1 0 0 0 0,1 0-1 0 0,1-1 1 0 0,1 1 0 0 0,12 39-1 0 0,-13-55-40 0 0,0 1 0 0 0,0-1 1 0 0,1 1-1 0 0,0-1 0 0 0,1 0 0 0 0,0-1 0 0 0,0 1 0 0 0,1-1 0 0 0,-1 0 1 0 0,1 0-1 0 0,9 7 0 0 0,-11-11-30 0 0,-1-1-1 0 0,0 0 1 0 0,0 0 0 0 0,1 0 0 0 0,-1-1 0 0 0,1 1-1 0 0,-1-1 1 0 0,1 1 0 0 0,0-1 0 0 0,0 0 0 0 0,-1-1-1 0 0,1 1 1 0 0,0-1 0 0 0,0 0 0 0 0,0 0-1 0 0,0 0 1 0 0,0 0 0 0 0,-1 0 0 0 0,1-1 0 0 0,0 0-1 0 0,0 0 1 0 0,0 0 0 0 0,-1 0 0 0 0,1-1 0 0 0,-1 1-1 0 0,1-1 1 0 0,-1 0 0 0 0,0 0 0 0 0,4-3-1 0 0,1 0-412 0 0,-1-1 0 0 0,0 0 0 0 0,0-1 0 0 0,0 0 0 0 0,-1 0 0 0 0,0 0 0 0 0,5-9 0 0 0,-4 4-1238 0 0,0 0 1 0 0,-1 0 0 0 0,0 0 0 0 0,4-16-1 0 0,-1 2-3439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6.1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 7410 0 0,'-9'47'7762'0'0,"9"5"-4465"0"0,16 52-2862 0 0,-8-53 445 0 0,1 0-674 0 0,-4-28-153 0 0,-1 1 1 0 0,-1-1-1 0 0,-1 0 0 0 0,-1 1 0 0 0,-4 36 1 0 0,-5-157-625 0 0,8 86 314 0 0,-1-9 315 0 0,1-1 0 0 0,1 0 1 0 0,2 1-1 0 0,7-37 1 0 0,-8 51-218 0 0,0 0 0 0 0,0 1 0 0 0,1 0 1 0 0,0-1-1 0 0,0 1 0 0 0,0 0 0 0 0,0 0 0 0 0,8-8 1 0 0,-7 9-328 0 0,1 1 0 0 0,-1-1 0 0 0,0 1 0 0 0,1 0 0 0 0,0 0 0 0 0,0 1 0 0 0,0-1 0 0 0,0 1 0 0 0,0 0 0 0 0,0 0 0 0 0,6 0 0 0 0,25-15-9149 0 0,-28 12 7165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6.5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1520 0 0,'8'70'12129'0'0,"25"39"-8931"0"0,-2-8-2695 0 0,-12 4-151 0 0,-19-113-299 0 0,1-1-1 0 0,-1 0 0 0 0,2 1 0 0 0,-1 0 0 0 0,4-11 0 0 0,0-10-123 0 0,-4 18-30 0 0,1 1 0 0 0,0-1 1 0 0,1 1-1 0 0,0 0 0 0 0,0 0 0 0 0,1 0 0 0 0,0 0 1 0 0,1 0-1 0 0,0 1 0 0 0,0 0 0 0 0,1 0 1 0 0,1 0-1 0 0,-1 1 0 0 0,1-1 0 0 0,1 2 1 0 0,-1-1-1 0 0,1 1 0 0 0,1 0 0 0 0,-1 1 0 0 0,1 0 1 0 0,0 1-1 0 0,1-1 0 0 0,-1 2 0 0 0,13-6 1 0 0,-21 11 99 0 0,0-1 0 0 0,-1 0 1 0 0,1 0-1 0 0,0 0 0 0 0,0 0 1 0 0,-1 1-1 0 0,1-1 1 0 0,0 0-1 0 0,-1 1 0 0 0,1-1 1 0 0,-1 0-1 0 0,1 1 0 0 0,0-1 1 0 0,-1 1-1 0 0,1-1 1 0 0,-1 1-1 0 0,1-1 0 0 0,-1 1 1 0 0,1 0-1 0 0,-1-1 0 0 0,0 1 1 0 0,1 0-1 0 0,-1-1 0 0 0,0 1 1 0 0,1 0-1 0 0,-1-1 1 0 0,0 1-1 0 0,0 0 0 0 0,0-1 1 0 0,0 1-1 0 0,1 0 0 0 0,-1 0 1 0 0,0-1-1 0 0,0 1 1 0 0,0 0-1 0 0,-1 0 0 0 0,1-1 1 0 0,0 1-1 0 0,0 0 0 0 0,-1 1 1 0 0,-1 40 190 0 0,1-36-170 0 0,-3 33 63 0 0,2 1 0 0 0,3 54 1 0 0,0-83-71 0 0,0 0 1 0 0,1 0 0 0 0,0-1 0 0 0,0 1 0 0 0,1-1-1 0 0,0 1 1 0 0,1-1 0 0 0,1 0 0 0 0,-1 0-1 0 0,1 0 1 0 0,1-1 0 0 0,0 0 0 0 0,12 14-1 0 0,-17-21 14 0 0,1 0-1 0 0,-1 0 1 0 0,1-1-1 0 0,0 1 0 0 0,0 0 1 0 0,0-1-1 0 0,-1 0 1 0 0,2 1-1 0 0,-1-1 0 0 0,0 0 1 0 0,0 0-1 0 0,0 0 0 0 0,0 0 1 0 0,1-1-1 0 0,-1 1 1 0 0,0-1-1 0 0,1 1 0 0 0,-1-1 1 0 0,0 0-1 0 0,1 0 1 0 0,-1 0-1 0 0,0 0 0 0 0,1 0 1 0 0,-1 0-1 0 0,1-1 1 0 0,-1 1-1 0 0,0-1 0 0 0,0 0 1 0 0,1 1-1 0 0,-1-1 1 0 0,0 0-1 0 0,0 0 0 0 0,0-1 1 0 0,0 1-1 0 0,0 0 0 0 0,0-1 1 0 0,0 1-1 0 0,0-1 1 0 0,-1 0-1 0 0,1 1 0 0 0,-1-1 1 0 0,1 0-1 0 0,-1 0 1 0 0,1 0-1 0 0,0-3 0 0 0,4-5 74 0 0,0 0-1 0 0,-1 0 1 0 0,0 0 0 0 0,0-1-1 0 0,-1 1 1 0 0,-1-1-1 0 0,0 0 1 0 0,2-14-1 0 0,-4 9 10 0 0,0 0-1 0 0,0 0 0 0 0,-2 0 1 0 0,0 0-1 0 0,-1 0 1 0 0,-1 0-1 0 0,-9-31 0 0 0,11 41-75 0 0,-1 1-1 0 0,0 0 0 0 0,0-1 0 0 0,0 1 1 0 0,-1 0-1 0 0,0 0 0 0 0,0 1 1 0 0,0-1-1 0 0,0 1 0 0 0,-1-1 1 0 0,0 1-1 0 0,0 0 0 0 0,0 0 0 0 0,0 1 1 0 0,-1-1-1 0 0,1 1 0 0 0,-1 0 1 0 0,0 0-1 0 0,0 0 0 0 0,0 1 0 0 0,0 0 1 0 0,-1 0-1 0 0,1 0 0 0 0,0 1 1 0 0,-1 0-1 0 0,-6-1 0 0 0,9 2-123 0 0,0 0-1 0 0,-1 1 0 0 0,1 0 0 0 0,0 0 1 0 0,0 0-1 0 0,0 0 0 0 0,0 0 0 0 0,0 0 1 0 0,1 1-1 0 0,-1-1 0 0 0,0 1 0 0 0,1 0 1 0 0,-1 0-1 0 0,1 0 0 0 0,-1 0 0 0 0,1 1 1 0 0,0-1-1 0 0,0 0 0 0 0,0 1 0 0 0,0 0 1 0 0,-2 5-1 0 0,2-5-348 0 0,0 0 0 0 0,1 1 0 0 0,-1-1 0 0 0,1 1 0 0 0,0-1 0 0 0,0 1 0 0 0,0 0 0 0 0,0 5 0 0 0,0-7-197 0 0,1 0 0 0 0,0 0 0 0 0,0 0 0 0 0,1 0 0 0 0,-1 0 0 0 0,0 0 1 0 0,1 0-1 0 0,-1 0 0 0 0,1 0 0 0 0,0 0 0 0 0,-1-1 0 0 0,1 1 0 0 0,0 0 0 0 0,0 0 0 0 0,3 3 0 0 0,1 0-2494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6.9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1 4401 0 0,'-5'15'5937'0'0,"6"7"-3676"0"0,8 22-1476 0 0,-8-39-274 0 0,69 249 1599 0 0,-62-232-1948 0 0,-5-27 35 0 0,-8-43 65 0 0,3 26-346 0 0,2 19 78 0 0,-1-13 23 0 0,0 0 0 0 0,1-1-1 0 0,1 1 1 0 0,0-1-1 0 0,6-23 1 0 0,-6 37 3 0 0,0-1 1 0 0,1 0-1 0 0,-1 0 1 0 0,1 1-1 0 0,0-1 0 0 0,0 1 1 0 0,0-1-1 0 0,0 1 1 0 0,1 0-1 0 0,-1 0 0 0 0,1 0 1 0 0,0 0-1 0 0,0 0 1 0 0,0 1-1 0 0,0-1 1 0 0,1 1-1 0 0,-1 0 0 0 0,1 0 1 0 0,-1 0-1 0 0,1 0 1 0 0,0 1-1 0 0,0-1 1 0 0,-1 1-1 0 0,1 0 0 0 0,0 0 1 0 0,0 1-1 0 0,6-1 1 0 0,-4 0-65 0 0,1 1 1 0 0,-1 0 0 0 0,0 0-1 0 0,0 1 1 0 0,0 0 0 0 0,1 0 0 0 0,-1 0-1 0 0,0 1 1 0 0,7 3 0 0 0,8 7-3290 0 0,-5 5-4637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7.4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6793 0 0,'8'5'5831'0'0,"-1"8"-3408"0"0,4 19-2087 0 0,-7-21 466 0 0,56 168 969 0 0,-40-85-2718 0 0,-12 0-3729 0 0,-11-72-590 0 0,2-11 1208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24:17.8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4545 0 0,'0'12'8068'0'0,"13"21"-6039"0"0,-11-27-1208 0 0,-2-5-769 0 0,0 0 1 0 0,1 0-1 0 0,-1 0 0 0 0,0 0 0 0 0,1 0 0 0 0,-1 0 0 0 0,1 0 1 0 0,-1 0-1 0 0,1 0 0 0 0,-1 0 0 0 0,1 0 0 0 0,0-1 0 0 0,0 1 0 0 0,-1 0 1 0 0,1 0-1 0 0,0-1 0 0 0,0 1 0 0 0,0 0 0 0 0,0-1 0 0 0,0 1 0 0 0,0-1 1 0 0,0 1-1 0 0,0-1 0 0 0,1 1 0 0 0,-1-1-130 0 0,-1-1 0 0 0,1 1 0 0 0,0-1 0 0 0,-1 1 0 0 0,1-1 0 0 0,-1 0 0 0 0,1 1 0 0 0,-1-1 0 0 0,1 0 0 0 0,-1 1 1 0 0,1-1-1 0 0,-1 0 0 0 0,0 0 0 0 0,1 1 0 0 0,-1-1 0 0 0,0 0 0 0 0,0 0 0 0 0,0 1 0 0 0,1-1 0 0 0,-1 0 0 0 0,0 0 0 0 0,0 0 0 0 0,0 0 0 0 0,0 1 0 0 0,0-1 0 0 0,-1 0 0 0 0,1 0 0 0 0,0 0 0 0 0,0 1 0 0 0,0-1 0 0 0,-1-1 0 0 0,-6-32-7639 0 0,6 25 3410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3T02:25:42.11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28,'20'0,"64"-1,135 17,-114-5,1-6,110-7,-48-1,525 3,-613-4,109-19,-112 11,125-3,501 17,-681-2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3T02:25:47.77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1 135,'1433'0,"-1402"-2,58-10,-56 6,47-2,122 10,80-4,-183-10,-58 5,53 0,-51 4,46-7,36-3,613 12,-355 3,-329-5,0-2,61-14,-53 7,67-3,-66 14,-40 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5.1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684 1037 4969 0 0,'-1'11'7141'0'0,"2"-11"-6953"0"0,-1 1 0 0 0,0-1 0 0 0,0 1 0 0 0,1-1 0 0 0,-1 1 0 0 0,0-1 0 0 0,0 1 0 0 0,0-1 0 0 0,0 1 0 0 0,0 0 0 0 0,0-1 0 0 0,0 1 0 0 0,0-1 0 0 0,0 1 0 0 0,0 0 0 0 0,0-1 0 0 0,0 1 0 0 0,-1-1 0 0 0,1 1 0 0 0,0-1 0 0 0,0 1 0 0 0,0-1 0 0 0,-1 1 0 0 0,1-1 0 0 0,0 1 0 0 0,-1-1 0 0 0,1 1 0 0 0,0-1 0 0 0,-1 1 0 0 0,1-1 0 0 0,-1 0 0 0 0,1 1 0 0 0,-1-1-1 0 0,1 0 1 0 0,-1 1 0 0 0,0-1 0 0 0,-11 6 671 0 0,-1-1-1 0 0,0-1 1 0 0,0 0-1 0 0,-1 0 1 0 0,-25 2-1 0 0,7 0-207 0 0,30-6-612 0 0,-42 10 395 0 0,-1-2 1 0 0,1-2 0 0 0,-1-2 0 0 0,-63-2 0 0 0,97-3-421 0 0,0 1 0 0 0,1-2 0 0 0,-1 0 0 0 0,1 0 0 0 0,0-1 0 0 0,0 0 0 0 0,0 0 0 0 0,0-1 0 0 0,0-1 0 0 0,1 1 0 0 0,0-2 0 0 0,0 1 0 0 0,0-1 0 0 0,1-1 0 0 0,0 0 0 0 0,0 0 0 0 0,0 0 0 0 0,1-1 0 0 0,0 0 0 0 0,1 0 0 0 0,0-1 0 0 0,0 0 0 0 0,0 0 0 0 0,-6-16 0 0 0,6 11-21 0 0,1-2 1 0 0,0 1-1 0 0,1 0 1 0 0,0-1-1 0 0,1 0 1 0 0,1 0-1 0 0,1 0 1 0 0,0 0-1 0 0,1 0 1 0 0,1 0 0 0 0,0 0-1 0 0,5-20 1 0 0,-4 26 1 0 0,1 0 1 0 0,0 0-1 0 0,1 0 1 0 0,0 1-1 0 0,1-1 1 0 0,0 1-1 0 0,1 1 1 0 0,-1-1-1 0 0,2 1 1 0 0,-1 0-1 0 0,1 0 1 0 0,0 0-1 0 0,1 1 1 0 0,-1 1-1 0 0,2-1 1 0 0,-1 1-1 0 0,1 0 1 0 0,-1 1-1 0 0,2 0 1 0 0,8-4-1 0 0,10-2-10 0 0,0 1 0 0 0,0 2 0 0 0,58-10 1 0 0,-70 15 11 0 0,0 1 0 0 0,0 1 0 0 0,0 1 0 0 0,0 0 0 0 0,0 1 0 0 0,0 1 1 0 0,0 1-1 0 0,0 0 0 0 0,15 5 0 0 0,-25-6 5 0 0,-1 0 0 0 0,0 1-1 0 0,1-1 1 0 0,-1 1 0 0 0,0 1-1 0 0,-1-1 1 0 0,1 1 0 0 0,0-1 0 0 0,-1 1-1 0 0,0 0 1 0 0,0 1 0 0 0,0-1 0 0 0,-1 1-1 0 0,1 0 1 0 0,-1 0 0 0 0,0 0-1 0 0,0 0 1 0 0,-1 0 0 0 0,0 1 0 0 0,0-1-1 0 0,0 1 1 0 0,0-1 0 0 0,-1 1-1 0 0,1 8 1 0 0,-2-9 9 0 0,0 0 1 0 0,0 0-1 0 0,0 0 0 0 0,-1 0 0 0 0,0 0 0 0 0,0 0 1 0 0,0 0-1 0 0,-1 0 0 0 0,0 0 0 0 0,0-1 0 0 0,0 1 1 0 0,0-1-1 0 0,-1 1 0 0 0,1-1 0 0 0,-1 0 1 0 0,0 0-1 0 0,-1 0 0 0 0,1 0 0 0 0,-1-1 0 0 0,0 1 1 0 0,1-1-1 0 0,-1 0 0 0 0,-1 0 0 0 0,1 0 0 0 0,0-1 1 0 0,-1 0-1 0 0,1 1 0 0 0,-8 1 0 0 0,2 0 6 0 0,0-1 1 0 0,0 0-1 0 0,0 0 0 0 0,-1-1 0 0 0,1-1 1 0 0,-1 0-1 0 0,1 0 0 0 0,-1-1 0 0 0,1 0 1 0 0,-1-1-1 0 0,1 0 0 0 0,-1-1 0 0 0,1 0 0 0 0,0 0 1 0 0,-1-1-1 0 0,-11-6 0 0 0,14 5-17 0 0,0 0-1 0 0,0-1 1 0 0,1 0 0 0 0,0 0-1 0 0,0-1 1 0 0,0 0 0 0 0,0 0-1 0 0,1 0 1 0 0,0-1-1 0 0,1 0 1 0 0,-1 0 0 0 0,1-1-1 0 0,1 1 1 0 0,-1-1 0 0 0,1 0-1 0 0,1 0 1 0 0,0-1-1 0 0,0 1 1 0 0,-3-13 0 0 0,3 6-8 0 0,1-1 0 0 0,0 1 1 0 0,1-1-1 0 0,1 1 0 0 0,0 0 1 0 0,1-1-1 0 0,1 1 1 0 0,0-1-1 0 0,1 1 0 0 0,1 0 1 0 0,0 0-1 0 0,1 1 0 0 0,1-1 1 0 0,0 1-1 0 0,8-14 1 0 0,-1 7 2 0 0,1 1 1 0 0,0 1-1 0 0,1 0 1 0 0,1 0 0 0 0,1 2-1 0 0,0 0 1 0 0,2 1 0 0 0,36-25-1 0 0,-33 25-1 0 0,0 1 0 0 0,1 1 0 0 0,0 1 0 0 0,1 1-1 0 0,1 1 1 0 0,0 1 0 0 0,49-12 0 0 0,-66 23 13 0 0,-10 2 9 0 0,-18 1 13 0 0,-75-26-66 0 0,70 14 7 0 0,-1 1 0 0 0,0 2 0 0 0,0 1 0 0 0,-29-1 0 0 0,159-16-257 0 0,-48 13 274 0 0,-40 5 23 0 0,0 0-1 0 0,0 1 0 0 0,0 1 1 0 0,0 0-1 0 0,0 1 0 0 0,0 1 1 0 0,24 4-1 0 0,-38-4 5 0 0,0 0 0 0 0,0 0-1 0 0,-1 0 1 0 0,1 0 0 0 0,0 0 0 0 0,-1 0 0 0 0,1 1 0 0 0,-1-1 0 0 0,1 0 0 0 0,-1 1 0 0 0,1-1-1 0 0,-1 1 1 0 0,0 0 0 0 0,0-1 0 0 0,0 1 0 0 0,0 0 0 0 0,0 0 0 0 0,0 0 0 0 0,-1 0-1 0 0,1 0 1 0 0,0 0 0 0 0,-1 0 0 0 0,0 0 0 0 0,1 0 0 0 0,-1 0 0 0 0,0 0 0 0 0,0 0-1 0 0,0 0 1 0 0,0 0 0 0 0,-1 2 0 0 0,0 11 63 0 0,-1-1 0 0 0,-1 0 0 0 0,-5 17 0 0 0,5-19-60 0 0,-16 48 29 0 0,14-47-278 0 0,0 0 0 0 0,0 1-1 0 0,1 0 1 0 0,1 0 0 0 0,0 0-1 0 0,1 0 1 0 0,1 1 0 0 0,1 27-1 0 0,11-21-3861 0 0,-11-21 3707 0 0,1 1-1 0 0,0 0 0 0 0,0-1 1 0 0,0 1-1 0 0,0-1 0 0 0,0 1 1 0 0,0-1-1 0 0,0 1 1 0 0,0-1-1 0 0,0 0 0 0 0,0 0 1 0 0,0 1-1 0 0,0-1 1 0 0,0 0-1 0 0,0 0 0 0 0,0 0 1 0 0,0 0-1 0 0,0 0 0 0 0,0 0 1 0 0,0 0-1 0 0,0 0 1 0 0,0-1-1 0 0,0 1 0 0 0,0 0 1 0 0,0-1-1 0 0,0 1 1 0 0,0-1-1 0 0,0 1 0 0 0,0-1 1 0 0,1 0-1 0 0,9-10-6089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5.9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136 52 1992 0 0,'-23'-23'5281'0'0,"20"20"-4178"0"0,1 0 0 0 0,-1 0 0 0 0,0 1-1 0 0,0-1 1 0 0,0 0 0 0 0,0 1 0 0 0,0 0 0 0 0,-1 0 0 0 0,-4-3-1 0 0,7 5-920 0 0,0 0 0 0 0,0 0 0 0 0,0 0 0 0 0,1 0 0 0 0,-1 0 0 0 0,0 0-1 0 0,0 0 1 0 0,0 0 0 0 0,0 0 0 0 0,1 0 0 0 0,-1 0 0 0 0,0 0 0 0 0,0 1-1 0 0,0-1 1 0 0,1 0 0 0 0,-1 1 0 0 0,0-1 0 0 0,0 1 0 0 0,1-1 0 0 0,-2 1-1 0 0,-15 25 647 0 0,8-4-499 0 0,2 0 0 0 0,0 1 0 0 0,1 0 1 0 0,2 1-1 0 0,0-1 0 0 0,-1 37 0 0 0,5-22-205 0 0,1 0 0 0 0,1 0-1 0 0,11 52 1 0 0,-11-83-107 0 0,-1 0 0 0 0,1 0 0 0 0,1 0 0 0 0,0 0 0 0 0,0 0 0 0 0,0 0 0 0 0,1 0 0 0 0,-1-1 0 0 0,2 0-1 0 0,8 11 1 0 0,-11-15-9 0 0,-1-1-1 0 0,1 0 1 0 0,-1 1-1 0 0,1-1 1 0 0,0 0-1 0 0,-1 0 1 0 0,1 0-1 0 0,0 0 1 0 0,0-1-1 0 0,0 1 0 0 0,-1 0 1 0 0,1-1-1 0 0,0 1 1 0 0,0-1-1 0 0,0 0 1 0 0,0 0-1 0 0,0 1 1 0 0,2-2-1 0 0,-1 1 6 0 0,0-1 0 0 0,0 0 1 0 0,-1 0-1 0 0,1 0 0 0 0,0 0 0 0 0,-1-1 0 0 0,1 1 0 0 0,-1-1 1 0 0,0 1-1 0 0,1-1 0 0 0,-1 0 0 0 0,0 0 0 0 0,0 0 0 0 0,0 0 1 0 0,0 0-1 0 0,1-3 0 0 0,3-4 16 0 0,-1 1 0 0 0,0-1 0 0 0,0 0 1 0 0,-1-1-1 0 0,0 1 0 0 0,-1-1 0 0 0,0 0 0 0 0,-1 0 0 0 0,0 0 1 0 0,0 0-1 0 0,-1 0 0 0 0,0-1 0 0 0,-1 1 0 0 0,0 0 0 0 0,-1 0 1 0 0,0-1-1 0 0,-1 1 0 0 0,0 0 0 0 0,-3-10 0 0 0,-3-8-639 0 0,-1 1 1 0 0,-1 0-1 0 0,-1 1 0 0 0,-2 0 0 0 0,-24-37 1 0 0,8 30-3930 0 0,13 26-879 0 0,16 7 5109 0 0,-1 1 0 0 0,1-1-1 0 0,-1 0 1 0 0,1 1 0 0 0,-1-1 0 0 0,1 0 0 0 0,0 1-1 0 0,-1-1 1 0 0,1 1 0 0 0,-1-1 0 0 0,1 1-1 0 0,0-1 1 0 0,-1 1 0 0 0,1-1 0 0 0,0 1-1 0 0,0-1 1 0 0,0 1 0 0 0,-1 0 0 0 0,1-1 0 0 0,0 1-1 0 0,0-1 1 0 0,0 1 0 0 0,0 0 0 0 0,0-1-1 0 0,0 1 1 0 0,0-1 0 0 0,0 1 0 0 0,0 0-1 0 0,0 0 1 0 0,2 4-2545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6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2937 0 0,'3'1'10584'0'0,"3"1"-6818"0"0,15 5-1814 0 0,36-4-1382 0 0,27 3-1325 0 0,-33 9-3046 0 0,-50-15 3590 0 0,0 1 0 0 0,0-1 0 0 0,0 1 0 0 0,0-1 1 0 0,0 1-1 0 0,0-1 0 0 0,0 1 0 0 0,-1 0 1 0 0,1-1-1 0 0,0 1 0 0 0,0 0 0 0 0,-1 0 0 0 0,1 0 1 0 0,-1-1-1 0 0,1 1 0 0 0,0 0 0 0 0,-1 0 0 0 0,0 0 1 0 0,1 0-1 0 0,-1 0 0 0 0,0 0 0 0 0,1 0 1 0 0,-1 0-1 0 0,0 0 0 0 0,0 0 0 0 0,0 0 0 0 0,0 0 1 0 0,0 0-1 0 0,0 0 0 0 0,0 0 0 0 0,0 0 0 0 0,0 0 1 0 0,0 0-1 0 0,-1 0 0 0 0,1 0 0 0 0,0 0 1 0 0,-1 0-1 0 0,1 0 0 0 0,-1 0 0 0 0,1 0 0 0 0,-1 0 1 0 0,1 0-1 0 0,-2 1 0 0 0,-4 17-2252 0 0,10-6 640 0 0,-11-1 307 0 0</inkml:trace>
  <inkml:trace contextRef="#ctx0" brushRef="#br0" timeOffset="1">75 250 3097 0 0,'-1'0'168'0'0,"1"0"1"0"0,0 0 0 0 0,-1 0-1 0 0,1 0 1 0 0,0 0 0 0 0,-1 0 0 0 0,1 0-1 0 0,0 0 1 0 0,-1 0 0 0 0,1 1-1 0 0,0-1 1 0 0,-1 0 0 0 0,1 0-1 0 0,0 0 1 0 0,0 0 0 0 0,-1 1 0 0 0,1-1-1 0 0,0 0 1 0 0,0 0 0 0 0,0 1-1 0 0,-1-1 1 0 0,1 0 0 0 0,0 0-1 0 0,0 1 1 0 0,0-1 0 0 0,0 0-1 0 0,-1 1 1 0 0,1-1 0 0 0,0 0 0 0 0,0 1-1 0 0,0-1 1 0 0,0 0 0 0 0,0 1-1 0 0,0-1 1 0 0,0 0 0 0 0,0 1-1 0 0,0-1 1 0 0,0 0 0 0 0,0 1 0 0 0,0-1-1 0 0,0 1 1 0 0,15 6 3050 0 0,23-2-1522 0 0,-23-5-1752 0 0,0-1 1 0 0,0 0-1 0 0,-1-1 0 0 0,28-8 1 0 0,-38 9-350 0 0,1-1 0 0 0,-1 1 0 0 0,0-1 1 0 0,1-1-1 0 0,-1 1 0 0 0,0 0 1 0 0,-1-1-1 0 0,7-5 0 0 0,-8 6 11 0 0,-1 0-1 0 0,1 1 1 0 0,-1-1 0 0 0,1 0-1 0 0,-1 0 1 0 0,0 0-1 0 0,0 0 1 0 0,0 0 0 0 0,0-1-1 0 0,0 1 1 0 0,-1 0-1 0 0,1 0 1 0 0,-1-1 0 0 0,1 1-1 0 0,-1 0 1 0 0,0-1 0 0 0,0 1-1 0 0,0-3 1 0 0,-1-9-2236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6.7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0 4953 0 0,'-2'5'1110'0'0,"1"-1"-1"0"0,-1 0 1 0 0,1 1-1 0 0,0-1 1 0 0,0 1 0 0 0,1-1-1 0 0,-1 7 1 0 0,6 62 1966 0 0,-2-47-1806 0 0,3 38 147 0 0,24 102-1 0 0,-14-107-2412 0 0,42 103-1 0 0,-51-143 755 0 0,-1 1-3634 0 0,-4-12-1572 0 0,-10-26 491 0 0,3 3 1776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7.0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9 111 5377 0 0,'-9'14'5360'0'0,"26"-19"-4113"0"0,25-18-1123 0 0,-19 6 325 0 0,-13 9 80 0 0,0 0-1 0 0,1 1 1 0 0,0 0 0 0 0,1 0-1 0 0,-1 1 1 0 0,1 1 0 0 0,21-7-1 0 0,-32 12-419 0 0,0 0 1 0 0,0 0-1 0 0,0 0 0 0 0,0 0 0 0 0,0 1 0 0 0,0-1 0 0 0,1 0 1 0 0,-1 1-1 0 0,0-1 0 0 0,0 0 0 0 0,0 1 0 0 0,0-1 0 0 0,0 1 1 0 0,0 0-1 0 0,0-1 0 0 0,0 1 0 0 0,-1 0 0 0 0,1-1 1 0 0,0 1-1 0 0,0 0 0 0 0,-1 0 0 0 0,1 0 0 0 0,0 0 0 0 0,-1 0 1 0 0,1 0-1 0 0,0 0 0 0 0,-1 0 0 0 0,0 0 0 0 0,1 0 0 0 0,-1 0 1 0 0,0 0-1 0 0,1 0 0 0 0,-1 0 0 0 0,0 0 0 0 0,0 2 0 0 0,5 49 1530 0 0,-4-40-1357 0 0,2 78 201 0 0,5 53 203 0 0,6-73-3818 0 0,13-5-4457 0 0,-27-65 7362 0 0,0 1-11 0 0,0-1-1 0 0,0 1 1 0 0,0 0 0 0 0,1-1 0 0 0,-1 1 0 0 0,0-1 0 0 0,0 1-1 0 0,0-1 1 0 0,1 1 0 0 0,-1-1 0 0 0,0 1 0 0 0,1-1 0 0 0,-1 1-1 0 0,0-1 1 0 0,1 0 0 0 0,-1 1 0 0 0,0-1 0 0 0,1 1 0 0 0,-1-1-1 0 0,1 0 1 0 0,-1 0 0 0 0,1 1 0 0 0,-1-1 0 0 0,1 0 0 0 0,-1 0-1 0 0,1 1 1 0 0,-1-1 0 0 0,1 0 0 0 0,-1 0 0 0 0,1 0 0 0 0,-1 0-1 0 0,1 0 1 0 0,0 0 0 0 0,-1 0 0 0 0,1 0 0 0 0,-1 0 0 0 0,2 0-1 0 0,2-3-2568 0 0</inkml:trace>
  <inkml:trace contextRef="#ctx0" brushRef="#br0" timeOffset="1">382 1 7001 0 0,'-1'1'629'0'0,"0"1"-1"0"0,0-1 0 0 0,0 1 0 0 0,0 0 0 0 0,1 0 0 0 0,-1-1 0 0 0,1 1 0 0 0,-1 0 0 0 0,1 0 0 0 0,-1 0 0 0 0,1 0 0 0 0,0 3 0 0 0,2 49 2192 0 0,-1-42-1835 0 0,2 19-348 0 0,1 0 0 0 0,2-1 1 0 0,1 0-1 0 0,20 57 0 0 0,15 11-1665 0 0,6-1-4634 0 0,-43-87 4731 0 0,-3-7 854 0 0,3 7-2468 0 0,0-23-5915 0 0,5 12 6086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7.4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12 5897 0 0,'-3'-5'4860'0'0,"3"5"-4717"0"0,0 0 0 0 0,0 0 0 0 0,0 0 0 0 0,0 0 0 0 0,-1 0 0 0 0,1 0 0 0 0,-3 1 2859 0 0,3-1-2859 0 0,-4 17 2880 0 0,5 22-1961 0 0,4-16-853 0 0,2 0 0 0 0,0 0 0 0 0,16 31 1 0 0,-12-31-1065 0 0,-2 1 0 0 0,13 46 0 0 0,-60-160-1235 0 0,29 65 2128 0 0,0 0 318 0 0,0 1 0 0 0,2-1 1 0 0,-7-50-1 0 0,14 74-217 0 0,0-1-1 0 0,0 1 1 0 0,0 0 0 0 0,0-1 0 0 0,0 1 0 0 0,0 0-1 0 0,0-1 1 0 0,0 1 0 0 0,1 0 0 0 0,-1-1-1 0 0,1 1 1 0 0,-1 0 0 0 0,1 0 0 0 0,-1-1 0 0 0,1 1-1 0 0,0 0 1 0 0,-1 0 0 0 0,1 0 0 0 0,0 0 0 0 0,0 0-1 0 0,0 0 1 0 0,0 0 0 0 0,0 0 0 0 0,2-1-1 0 0,0 1 66 0 0,0-1 0 0 0,0 1 0 0 0,0 0 0 0 0,0 0 0 0 0,0 0 0 0 0,0 1-1 0 0,0-1 1 0 0,0 1 0 0 0,1 0 0 0 0,3 0 0 0 0,4 0 182 0 0,-1 1 0 0 0,1 1 1 0 0,-1 0-1 0 0,0 0 0 0 0,15 6 1 0 0,-19-6-349 0 0,-1 0 1 0 0,0 0 0 0 0,1 1 0 0 0,-1 0 0 0 0,0 0 0 0 0,-1 0-1 0 0,1 1 1 0 0,-1 0 0 0 0,1-1 0 0 0,-1 2 0 0 0,0-1 0 0 0,-1 0 0 0 0,1 1-1 0 0,-1 0 1 0 0,1 0 0 0 0,-2 0 0 0 0,1 0 0 0 0,3 8 0 0 0,-5-6-48 0 0,1 0 1 0 0,-1 0 0 0 0,0 0 0 0 0,0 0 0 0 0,-1 0 0 0 0,0 0 0 0 0,0 1 0 0 0,-1-1-1 0 0,0 0 1 0 0,0 0 0 0 0,-1 0 0 0 0,0 0 0 0 0,0 0 0 0 0,-5 11 0 0 0,2-8-165 0 0,-1 1 1 0 0,1-1 0 0 0,-1-1-1 0 0,-1 1 1 0 0,-13 14-1 0 0,18-21 138 0 0,-1 0 1 0 0,1 0-1 0 0,-1-1 0 0 0,0 1 0 0 0,0-1 0 0 0,0 1 0 0 0,0-1 0 0 0,-1 0 0 0 0,1 0 0 0 0,0-1 1 0 0,-1 1-1 0 0,1-1 0 0 0,-1 0 0 0 0,0 1 0 0 0,1-2 0 0 0,-1 1 0 0 0,0 0 0 0 0,0-1 0 0 0,0 1 1 0 0,-7-2-1 0 0,11 1 37 0 0,0 0 0 0 0,-1 0 0 0 0,1 0-1 0 0,0 0 1 0 0,0 0 0 0 0,0 0 0 0 0,-1 0 0 0 0,1 0 0 0 0,0 0 0 0 0,0 0 0 0 0,0 0 0 0 0,-1 0 0 0 0,1 0 0 0 0,0 0 0 0 0,0 0 0 0 0,0 0 0 0 0,-1 0 0 0 0,1-1 0 0 0,0 1-1 0 0,0 0 1 0 0,0 0 0 0 0,0 0 0 0 0,0 0 0 0 0,-1 0 0 0 0,1-1 0 0 0,0 1 0 0 0,0 0 0 0 0,0 0 0 0 0,0 0 0 0 0,0 0 0 0 0,0-1 0 0 0,0 1 0 0 0,0 0 0 0 0,0 0 0 0 0,-1 0 0 0 0,1-1-1 0 0,0 1 1 0 0,0 0 0 0 0,0 0 0 0 0,0 0 0 0 0,0-1 0 0 0,0 1 0 0 0,0 0 0 0 0,1 0 0 0 0,-1 0 0 0 0,0-1 0 0 0,0 1 0 0 0,9-11 83 0 0,15-4 35 0 0,55-19-90 0 0,19-10-6413 0 0,-87 38 4399 0 0,-1 0 0 0 0,0-1 0 0 0,0 0-1 0 0,-1-1 1 0 0,0 0 0 0 0,15-17-1 0 0,-11 12-702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7.8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0 6329 0 0,'-1'2'501'0'0,"0"-1"-1"0"0,0 0 1 0 0,0 0-1 0 0,0 1 0 0 0,0-1 1 0 0,0 0-1 0 0,0 1 0 0 0,0-1 1 0 0,1 1-1 0 0,-1-1 1 0 0,0 1-1 0 0,1-1 0 0 0,-1 1 1 0 0,1 0-1 0 0,0-1 0 0 0,0 1 1 0 0,-1 2-1 0 0,-1 36 1094 0 0,2-29-643 0 0,-1 12-578 0 0,1-1 0 0 0,2 0 0 0 0,0 0 0 0 0,1 0 0 0 0,11 36 0 0 0,20 51-1635 0 0,-7-28-2173 0 0,-26-66 34 0 0,-11-23 840 0 0,-11-21 508 0 0,19 25 1995 0 0,-32-72-260 0 0,31 69 835 0 0,1-1-1 0 0,-1 1 1 0 0,2 0 0 0 0,-1-1 0 0 0,1 1 0 0 0,0-1 0 0 0,0 0 0 0 0,2-12-1 0 0,-1 19-380 0 0,1 0 0 0 0,0-1 0 0 0,0 1 0 0 0,-1 1 0 0 0,1-1 0 0 0,0 0 0 0 0,0 0 0 0 0,0 0 0 0 0,0 0-1 0 0,0 1 1 0 0,0-1 0 0 0,0 0 0 0 0,1 1 0 0 0,-1-1 0 0 0,0 1 0 0 0,0-1 0 0 0,0 1 0 0 0,1 0 0 0 0,-1-1-1 0 0,0 1 1 0 0,2 0 0 0 0,38-6 84 0 0,-27 4-79 0 0,-5 0-305 0 0,33-4-394 0 0,-16 9-5205 0 0,-26-3 5694 0 0,1 0 0 0 0,-1 0-1 0 0,0 0 1 0 0,0 0-1 0 0,0 0 1 0 0,0 0 0 0 0,0 1-1 0 0,1-1 1 0 0,-1 0-1 0 0,0 0 1 0 0,0 0-1 0 0,0 0 1 0 0,0 0 0 0 0,0 0-1 0 0,0 0 1 0 0,0 0-1 0 0,0 1 1 0 0,0-1 0 0 0,0 0-1 0 0,1 0 1 0 0,-1 0-1 0 0,0 0 1 0 0,0 0-1 0 0,0 1 1 0 0,0-1 0 0 0,0 0-1 0 0,0 0 1 0 0,0 0-1 0 0,0 0 1 0 0,0 0 0 0 0,0 1-1 0 0,0-1 1 0 0,0 0-1 0 0,0 0 1 0 0,0 0-1 0 0,0 0 1 0 0,0 0 0 0 0,0 1-1 0 0,-1-1 1 0 0,1 0-1 0 0,0 0 1 0 0,0 0 0 0 0,0 0-1 0 0,0 0 1 0 0,0 0-1 0 0,0 1 1 0 0,0-1-1 0 0,0 0 1 0 0,0 0 0 0 0,-1 0-1 0 0,1 0 1 0 0,0 0-1 0 0,0 0 1 0 0,0 0-1 0 0,0 0 1 0 0,0 0 0 0 0,0 0-1 0 0,-1 0 1 0 0,1 1-1 0 0,-8 4-1564 0 0,-1-2-379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8.2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41 1 1344 0 0,'-4'3'353'0'0,"1"0"-1"0"0,0 0 0 0 0,-1 0 1 0 0,1 1-1 0 0,1-1 1 0 0,-1 1-1 0 0,0 0 1 0 0,1 0-1 0 0,0 0 0 0 0,0 0 1 0 0,0 0-1 0 0,1 0 1 0 0,-1 0-1 0 0,1 1 0 0 0,0-1 1 0 0,0 1-1 0 0,0-1 1 0 0,1 1-1 0 0,0-1 0 0 0,0 1 1 0 0,0-1-1 0 0,0 1 1 0 0,1-1-1 0 0,-1 1 0 0 0,1-1 1 0 0,0 1-1 0 0,1-1 1 0 0,-1 0-1 0 0,1 1 0 0 0,0-1 1 0 0,0 0-1 0 0,0 0 1 0 0,0 0-1 0 0,6 6 0 0 0,-2-2-72 0 0,1 1-1 0 0,-1-1 1 0 0,1 0-1 0 0,1-1 1 0 0,0 0-1 0 0,0 0 1 0 0,0-1-1 0 0,1 0 1 0 0,0 0-1 0 0,0-1 1 0 0,0 0-1 0 0,1-1 1 0 0,-1 0-1 0 0,13 4 0 0 0,-13-6-343 0 0,1-1 0 0 0,-1 0 0 0 0,1 0 0 0 0,0-1 0 0 0,0 0-1 0 0,-1-1 1 0 0,1 1 0 0 0,0-2 0 0 0,11-3 0 0 0,-15 4-466 0 0,0-2 0 0 0,0 1 0 0 0,-1 0 0 0 0,1-1-1 0 0,-1 0 1 0 0,9-7 0 0 0,-10 7-386 0 0,0 0-1 0 0,-1-1 0 0 0,1 1 0 0 0,-1-1 0 0 0,0 0 0 0 0,0 0 0 0 0,0 0 0 0 0,4-9 0 0 0,0-3-2789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8.6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7066 0 0,'2'18'5263'0'0,"8"12"-2207"0"0,-2-3-1464 0 0,6 24-143 0 0,26 65 0 0 0,8-9-6818 0 0,-40-89 665 0 0,-6-12 1060 0 0,-4-10 485 0 0,-1 2 928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9.1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4 245 2601 0 0,'-1'-1'473'0'0,"1"-1"-1"0"0,-1 1 1 0 0,1 0 0 0 0,-1-1 0 0 0,1 1 0 0 0,0-1 0 0 0,0 1 0 0 0,0 0 0 0 0,0-1 0 0 0,0 1 0 0 0,0-1 0 0 0,0 1 0 0 0,0-1 0 0 0,1 1 0 0 0,-1 0 0 0 0,0-1 0 0 0,1 1 0 0 0,0-3 0 0 0,22-18 4461 0 0,-10 15-4509 0 0,0 0 0 0 0,0 1 0 0 0,18-5 0 0 0,0 0-1717 0 0,-27 9 666 0 0,0 0-1 0 0,0 0 1 0 0,0-1-1 0 0,-1 1 1 0 0,1-1 0 0 0,-1 1-1 0 0,1-1 1 0 0,-1 0 0 0 0,0-1-1 0 0,0 1 1 0 0,0 0 0 0 0,-1-1-1 0 0,1 0 1 0 0,-1 1-1 0 0,0-1 1 0 0,0 0 0 0 0,0 0-1 0 0,0 0 1 0 0,-1-1 0 0 0,0 1-1 0 0,0 0 1 0 0,2-9-1 0 0,-10-22 178 0 0,6 31 990 0 0,-1 0 0 0 0,-1 0-1 0 0,1 0 1 0 0,0 0 0 0 0,-1 1-1 0 0,0-1 1 0 0,-8 0 6500 0 0,11 4-6942 0 0,0 15 2343 0 0,4 15-1093 0 0,3 1-496 0 0,19 53 0 0 0,-11-42-2744 0 0,-3 2-3471 0 0,-12-44 5240 0 0,1 0-1 0 0,-1 1 1 0 0,0-1-1 0 0,0 0 1 0 0,0 1-1 0 0,1-1 1 0 0,-1 1-1 0 0,0-1 1 0 0,0 0-1 0 0,0 1 1 0 0,0-1-1 0 0,0 1 0 0 0,0-1 1 0 0,0 0-1 0 0,0 1 1 0 0,0-1-1 0 0,0 1 1 0 0,0-1-1 0 0,0 1 1 0 0,0-1-1 0 0,0 0 1 0 0,0 1-1 0 0,0-1 1 0 0,0 1-1 0 0,-1-1 1 0 0,1 0-1 0 0,0 1 0 0 0,0-1 1 0 0,0 0-1 0 0,-1 1 1 0 0,1-1-1 0 0,0 0 1 0 0,-1 1-1 0 0,1-1 1 0 0,0 0-1 0 0,-1 0 1 0 0,1 1-1 0 0,0-1 1 0 0,-1 0-1 0 0,1 0 0 0 0,0 1 1 0 0,-1-1-1 0 0,1 0 1 0 0,0 0-1 0 0,-1 0 1 0 0,1 0-1 0 0,-1 0 1 0 0,1 0-1 0 0,-1 0 1 0 0,1 0-1 0 0,0 0 1 0 0,-1 0-1 0 0,1 0 1 0 0,-1 0-1 0 0,1 0 0 0 0,0 0 1 0 0,-1 0-1 0 0,-4 0-407 0 0,-2 4-2283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9.5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 17 8626 0 0,'36'-2'9318'0'0,"7"-4"-5574"0"0,-19 2-3798 0 0,-1 2 0 0 0,1 0 1 0 0,0 1-1 0 0,43 4 0 0 0,-65-2 36 0 0,-1-1 0 0 0,1 0 0 0 0,-1 0 0 0 0,1 1 0 0 0,-1-1 0 0 0,1 1-1 0 0,-1-1 1 0 0,1 1 0 0 0,-1 0 0 0 0,1-1 0 0 0,-1 1 0 0 0,0 0 0 0 0,0 0 0 0 0,1 0 0 0 0,-1 0-1 0 0,0 0 1 0 0,0 0 0 0 0,0 0 0 0 0,0 0 0 0 0,0 1 0 0 0,0-1 0 0 0,0 0 0 0 0,-1 1-1 0 0,1-1 1 0 0,0 3 0 0 0,0-1-108 0 0,-1 0-1 0 0,0 0 1 0 0,0 0-1 0 0,0 0 1 0 0,0 0-1 0 0,0 0 1 0 0,-1 0-1 0 0,0-1 1 0 0,1 1-1 0 0,-1 0 1 0 0,0 0-1 0 0,-2 4 1 0 0,-5 9-990 0 0,-1-1 0 0 0,-1 0 0 0 0,-16 21 0 0 0,23-32 775 0 0,-22 28-1394 0 0,-1-2 0 0 0,-58 53 0 0 0,32-45 3902 0 0,-6-4 3477 0 0,101-46 2344 0 0,83-28-7182 0 0,-90 26-819 0 0,23-10-796 0 0,74-20 0 0 0,-102 42-1742 0 0,-8 2-3143 0 0,-10-4-4621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29.9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0 3457 0 0,'-7'4'8781'0'0,"7"-3"-8595"0"0,-1 17 2556 0 0,6 16-1675 0 0,3-8-690 0 0,2-1 1 0 0,0 0 0 0 0,2-1-1 0 0,18 30 1 0 0,18 36-6287 0 0,-43-77 1648 0 0,-15-24-2954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0.2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 2761 0 0,'8'-5'11759'0'0,"10"6"-7006"0"0,23 7-3610 0 0,-33-6 54 0 0,0-1-1052 0 0,0 1 0 0 0,0 0 0 0 0,0 1-1 0 0,0 0 1 0 0,0 0 0 0 0,0 1 0 0 0,-1-1 0 0 0,0 2 0 0 0,1-1 0 0 0,-1 1 0 0 0,-1 0 0 0 0,1 1 0 0 0,9 10 0 0 0,-13-12-135 0 0,0 0 1 0 0,-1 0-1 0 0,1 1 1 0 0,-1-1-1 0 0,0 0 0 0 0,0 1 1 0 0,-1 0-1 0 0,1 0 0 0 0,-1-1 1 0 0,0 1-1 0 0,0 0 0 0 0,-1 0 1 0 0,1 0-1 0 0,-1 0 0 0 0,0 0 1 0 0,-1 0-1 0 0,1 0 1 0 0,-1 0-1 0 0,0-1 0 0 0,0 1 1 0 0,0 0-1 0 0,-1 0 0 0 0,0-1 1 0 0,-4 8-1 0 0,3-4-75 0 0,-1-1 1 0 0,-1 0-1 0 0,0-1 0 0 0,0 1 0 0 0,0-1 0 0 0,0 0 1 0 0,-1 0-1 0 0,0-1 0 0 0,0 0 0 0 0,-14 9 1 0 0,15-11-85 0 0,0 0-1 0 0,-1 0 1 0 0,1 0 0 0 0,-1-1 0 0 0,0 1 0 0 0,0-1 0 0 0,1-1 0 0 0,-1 1 0 0 0,0-1 0 0 0,-1 0 0 0 0,1-1 0 0 0,0 1-1 0 0,0-1 1 0 0,0 0 0 0 0,-7-2 0 0 0,13 1 107 0 0,1 1 0 0 0,-1-1-1 0 0,0 0 1 0 0,1 0 0 0 0,-1 0-1 0 0,0 1 1 0 0,1-1 0 0 0,-1 0 0 0 0,1 0-1 0 0,-1 1 1 0 0,1-1 0 0 0,-1 1-1 0 0,1-1 1 0 0,0 0 0 0 0,-1 1 0 0 0,1-1-1 0 0,0 1 1 0 0,0-1 0 0 0,-1 1-1 0 0,1-1 1 0 0,0 1 0 0 0,0 0 0 0 0,-1 0-1 0 0,3-1 1 0 0,24-16-66 0 0,-15 11 157 0 0,14-8-1602 0 0,0-1-1 0 0,25-18 1 0 0,-46 29 781 0 0,1 0 0 0 0,-1-1 0 0 0,0 1 1 0 0,0-1-1 0 0,-1 0 0 0 0,1 0 1 0 0,-1-1-1 0 0,0 1 0 0 0,-1-1 1 0 0,1 0-1 0 0,-1 0 0 0 0,0 0 1 0 0,-1-1-1 0 0,4-11 0 0 0,-5 16 718 0 0,-1 0-1 0 0,0 1 1 0 0,0-1-1 0 0,0 1 1 0 0,0-1-1 0 0,0 1 1 0 0,0-1-1 0 0,-1 1 1 0 0,1-1-1 0 0,0 1 1 0 0,-1-1-1 0 0,1 1 1 0 0,-1-1-1 0 0,0 1 1 0 0,1-1-1 0 0,-1 1 1 0 0,0 0-1 0 0,0-1 1 0 0,0 1-1 0 0,0 0 1 0 0,0 0-1 0 0,0 0 1 0 0,-16-17 14891 0 0,35 8-11942 0 0,13-6-1839 0 0,-19 11-1042 0 0,36-13 468 0 0,-18 17-3135 0 0,-30 1 2477 0 0,0 1-1 0 0,1-1 0 0 0,-1 1 1 0 0,1 0-1 0 0,-1-1 0 0 0,0 1 1 0 0,0-1-1 0 0,1 1 0 0 0,-1 0 0 0 0,0-1 1 0 0,0 1-1 0 0,0 0 0 0 0,0-1 1 0 0,0 1-1 0 0,0-1 0 0 0,0 1 1 0 0,0 0-1 0 0,0-1 0 0 0,0 1 1 0 0,0 0-1 0 0,0-1 0 0 0,0 1 0 0 0,0 0 1 0 0,0-1-1 0 0,-1 1 0 0 0,1-1 1 0 0,0 1-1 0 0,-1 0 0 0 0,1-1 1 0 0,0 1-1 0 0,-1-1 0 0 0,1 1 1 0 0,-1-1-1 0 0,1 1 0 0 0,-1-1 0 0 0,1 1 1 0 0,-2 0-1 0 0,-15 22-2753 0 0,10-17 2630 0 0,0 0 1 0 0,0-1 0 0 0,0 0-1 0 0,0 0 1 0 0,-1-1-1 0 0,0 0 1 0 0,-13 5 0 0 0,13-6 859 0 0,0 0 0 0 0,1 0 0 0 0,-1 1 1 0 0,1 0-1 0 0,0 0 0 0 0,1 1 0 0 0,-1 0 1 0 0,-8 8-1 0 0,15-12-474 0 0,-1-1 1 0 0,1 0 0 0 0,-1 1-1 0 0,1-1 1 0 0,-1 1-1 0 0,1-1 1 0 0,-1 1-1 0 0,1-1 1 0 0,0 1-1 0 0,-1 0 1 0 0,1-1 0 0 0,0 1-1 0 0,-1-1 1 0 0,1 1-1 0 0,0 0 1 0 0,0-1-1 0 0,0 1 1 0 0,-1 0-1 0 0,1-1 1 0 0,0 1-1 0 0,0 0 1 0 0,0-1 0 0 0,0 1-1 0 0,0 0 1 0 0,0-1-1 0 0,1 1 1 0 0,-1 0-1 0 0,0-1 1 0 0,0 1-1 0 0,1 0 1 0 0,18 6 1103 0 0,27-10-454 0 0,-42 2-751 0 0,85-21 168 0 0,-46 3-2163 0 0,-10-9-3489 0 0,-31 26 5047 0 0,-1-1-1 0 0,0 0 1 0 0,1 0-1 0 0,-1 1 1 0 0,0-1 0 0 0,0 0-1 0 0,-1 0 1 0 0,1 0 0 0 0,-1 0-1 0 0,1 0 1 0 0,-1 0-1 0 0,0 0 1 0 0,0-6 0 0 0,-2-3-1581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0.6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197 1 1512 0 0,'-8'2'8373'0'0,"7"-1"-8163"0"0,-2 15 3046 0 0,5 17-1377 0 0,8 14-395 0 0,26 80 1 0 0,-7-33-2803 0 0,-10 1-5321 0 0,-18-93 6206 0 0,-1 0 1 0 0,0 0-1 0 0,0 0 0 0 0,0 0 0 0 0,0 0 0 0 0,-1 0 1 0 0,1 0-1 0 0,0 0 0 0 0,-1 1 0 0 0,0-1 0 0 0,1-1 1 0 0,-1 1-1 0 0,0 0 0 0 0,-2 4 0 0 0,-1 5-2373 0 0</inkml:trace>
  <inkml:trace contextRef="#ctx0" brushRef="#br0" timeOffset="1">14 497 3257 0 0,'-3'10'850'0'0,"0"0"0"0"0,0 0 0 0 0,1 0 0 0 0,1 0 0 0 0,0 1 0 0 0,0-1 0 0 0,1 0 0 0 0,2 20 0 0 0,-2-27-684 0 0,1 0-1 0 0,0 0 1 0 0,-1 0 0 0 0,1 0 0 0 0,0-1-1 0 0,0 1 1 0 0,1 0 0 0 0,-1-1-1 0 0,1 1 1 0 0,-1-1 0 0 0,1 1 0 0 0,0-1-1 0 0,0 1 1 0 0,0-1 0 0 0,0 0 0 0 0,0 0-1 0 0,0 0 1 0 0,1 0 0 0 0,-1-1-1 0 0,0 1 1 0 0,1-1 0 0 0,0 1 0 0 0,-1-1-1 0 0,1 0 1 0 0,0 0 0 0 0,0 0-1 0 0,0 0 1 0 0,0-1 0 0 0,-1 1 0 0 0,1-1-1 0 0,0 1 1 0 0,0-1 0 0 0,0 0 0 0 0,0 0-1 0 0,3-1 1 0 0,9-1 108 0 0,0 0 0 0 0,0-1 1 0 0,-1-1-1 0 0,1 0 0 0 0,-1-1 1 0 0,0-1-1 0 0,-1 0 0 0 0,1 0 0 0 0,20-15 1 0 0,39-33-1655 0 0,-10-6-5099 0 0,-44 30 350 0 0,-12 17 2069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1.4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66 87 3881 0 0,'23'-7'4222'0'0,"24"-9"585"0"0,-37 13-4357 0 0,-1-1 1 0 0,0 0-1 0 0,0 0 1 0 0,0-1 0 0 0,0 0-1 0 0,-1-1 1 0 0,0 1-1 0 0,0-2 1 0 0,12-11 0 0 0,-20 18-408 0 0,0 0 0 0 0,0 0 0 0 0,0 0 0 0 0,0 0 0 0 0,0 0 0 0 0,0 0 0 0 0,0 0 0 0 0,-1 0 0 0 0,1 0 0 0 0,0 1 0 0 0,0-1 0 0 0,0 0 0 0 0,0 0 0 0 0,0 0 0 0 0,0 0 0 0 0,0 0 0 0 0,0 0 0 0 0,-1 0 0 0 0,1 0 0 0 0,0 0 0 0 0,0 0 1 0 0,0 0-1 0 0,0 0 0 0 0,0 0 0 0 0,0 0 0 0 0,-1 0 0 0 0,1 0 0 0 0,0 0 0 0 0,0 0 0 0 0,0 0 0 0 0,0 0 0 0 0,0 0 0 0 0,0 0 0 0 0,-1 0 0 0 0,1 0 0 0 0,0 0 0 0 0,0 0 0 0 0,0 0 0 0 0,0 0 0 0 0,0 0 0 0 0,0-1 0 0 0,0 1 0 0 0,0 0 0 0 0,0 0 0 0 0,-1 0 0 0 0,1 0 0 0 0,0 0 0 0 0,0 0 0 0 0,0 0 1 0 0,0 0-1 0 0,0-1 0 0 0,0 1 0 0 0,0 0 0 0 0,0 0 0 0 0,0 0 0 0 0,0 0 0 0 0,0 0 0 0 0,0 0 0 0 0,0 0 0 0 0,0-1 0 0 0,0 1 0 0 0,0 0 0 0 0,0 0 0 0 0,-21 7 720 0 0,-23 12-694 0 0,32-12-74 0 0,1 1 0 0 0,1 0 1 0 0,-1 0-1 0 0,1 1 0 0 0,1 0 0 0 0,0 1 1 0 0,0 0-1 0 0,-8 14 0 0 0,12-19 2 0 0,1 1-1 0 0,0 0 1 0 0,1 1-1 0 0,0-1 1 0 0,0 0-1 0 0,0 1 1 0 0,1 0 0 0 0,0 0-1 0 0,0-1 1 0 0,0 1-1 0 0,1 0 1 0 0,0 1-1 0 0,1-1 1 0 0,-1 0-1 0 0,2 0 1 0 0,0 13-1 0 0,0-19 9 0 0,-1 1 0 0 0,1-1 0 0 0,-1 1-1 0 0,1-1 1 0 0,0 1 0 0 0,-1-1-1 0 0,1 0 1 0 0,0 1 0 0 0,0-1 0 0 0,0 0-1 0 0,0 1 1 0 0,0-1 0 0 0,0 0-1 0 0,0 0 1 0 0,1 0 0 0 0,-1 0-1 0 0,0 0 1 0 0,1 0 0 0 0,-1-1 0 0 0,0 1-1 0 0,1 0 1 0 0,-1-1 0 0 0,1 1-1 0 0,-1-1 1 0 0,1 1 0 0 0,-1-1 0 0 0,1 0-1 0 0,0 0 1 0 0,-1 1 0 0 0,1-1-1 0 0,-1 0 1 0 0,1-1 0 0 0,-1 1-1 0 0,1 0 1 0 0,0 0 0 0 0,-1-1 0 0 0,1 1-1 0 0,-1 0 1 0 0,1-1 0 0 0,1-1-1 0 0,10-3 68 0 0,0 0 0 0 0,0-1 0 0 0,20-13 0 0 0,-18 10-31 0 0,-9 5-7 0 0,0 1 1 0 0,0 0 0 0 0,0 1-1 0 0,0 0 1 0 0,1 0-1 0 0,-1 0 1 0 0,1 1-1 0 0,-1-1 1 0 0,1 2 0 0 0,0-1-1 0 0,-1 1 1 0 0,1 0-1 0 0,11 1 1 0 0,-15 0-21 0 0,1 0 1 0 0,-1 0-1 0 0,1 1 0 0 0,-1-1 1 0 0,0 1-1 0 0,1 0 1 0 0,-1 0-1 0 0,0 0 0 0 0,0 0 1 0 0,0 0-1 0 0,-1 1 0 0 0,1-1 1 0 0,-1 1-1 0 0,1 0 1 0 0,-1-1-1 0 0,0 1 0 0 0,0 0 1 0 0,0 1-1 0 0,0-1 0 0 0,0 0 1 0 0,-1 0-1 0 0,0 1 1 0 0,1-1-1 0 0,-1 1 0 0 0,-1-1 1 0 0,2 7-1 0 0,-1-7-127 0 0,0 1 1 0 0,-1-1-1 0 0,1 1 0 0 0,-1-1 0 0 0,1 1 0 0 0,-1-1 1 0 0,0 1-1 0 0,-1-1 0 0 0,1 1 0 0 0,-1-1 0 0 0,1 1 1 0 0,-1-1-1 0 0,0 1 0 0 0,0-1 0 0 0,-1 0 1 0 0,1 0-1 0 0,-1 1 0 0 0,1-1 0 0 0,-1 0 0 0 0,0 0 1 0 0,0-1-1 0 0,-4 6 0 0 0,1-5-222 0 0,0 1 0 0 0,-1-1 0 0 0,1 0 0 0 0,-1 0 0 0 0,1-1 0 0 0,-1 1 0 0 0,0-1 0 0 0,0 0 0 0 0,0-1 0 0 0,0 0 0 0 0,0 0 0 0 0,-7 1 0 0 0,-12 0-284 0 0,-10 2 172 0 0,-45 10 0 0 0,71-12 903 0 0,1 1 1 0 0,-1 0 0 0 0,0 0 0 0 0,1 0 0 0 0,-1 1 0 0 0,1 1 0 0 0,0-1 0 0 0,0 1 0 0 0,1 1-1 0 0,-8 6 1 0 0,15-12-417 0 0,0 0 0 0 0,0 0 0 0 0,0 0-1 0 0,0 0 1 0 0,0 0 0 0 0,0 0 0 0 0,0 0 0 0 0,0 0-1 0 0,0 0 1 0 0,0 0 0 0 0,1 0 0 0 0,-1 0-1 0 0,0 0 1 0 0,0 0 0 0 0,0 0 0 0 0,0 0 0 0 0,0 0-1 0 0,0 0 1 0 0,0 0 0 0 0,0 0 0 0 0,1 0-1 0 0,-1 0 1 0 0,0 0 0 0 0,0 0 0 0 0,0 0 0 0 0,0 0-1 0 0,0 0 1 0 0,0 0 0 0 0,0 0 0 0 0,0 0-1 0 0,0 0 1 0 0,1 0 0 0 0,-1 0 0 0 0,0 0 0 0 0,0 0-1 0 0,0 0 1 0 0,0 0 0 0 0,0 0 0 0 0,0 1-1 0 0,0-1 1 0 0,0 0 0 0 0,0 0 0 0 0,0 0 0 0 0,0 0-1 0 0,0 0 1 0 0,0 0 0 0 0,0 0 0 0 0,0 0-1 0 0,1 0 1 0 0,-1 1 0 0 0,0-1 0 0 0,0 0 0 0 0,0 0-1 0 0,0 0 1 0 0,0 0 0 0 0,0 0 0 0 0,0 0-1 0 0,0 0 1 0 0,0 0 0 0 0,0 1 0 0 0,-1-1 0 0 0,1 0-1 0 0,0 0 1 0 0,0 0 0 0 0,0 0 0 0 0,0 0-1 0 0,0 0 1 0 0,0 0 0 0 0,17-2 1003 0 0,18-6-240 0 0,240-91 899 0 0,-163 57-5547 0 0,-55 25-3752 0 0,-20 10-1269 0 0,-31 7 5408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1.8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 5337 0 0,'-9'8'12814'0'0,"9"-7"-12535"0"0,0 29 2946 0 0,9 31-3214 0 0,-2-32-88 0 0,16 75-438 0 0,-14-35-5637 0 0,-9-67 5589 0 0,1-1 0 0 0,-1 1 0 0 0,0 0 0 0 0,0 0 0 0 0,0 0 0 0 0,0 0 0 0 0,-1-1 0 0 0,1 1 0 0 0,0 0 0 0 0,-1 0 0 0 0,0-1 0 0 0,1 1 0 0 0,-1 0 0 0 0,0-1 0 0 0,0 1 0 0 0,1 0 0 0 0,-3 1 0 0 0,-2 3-2921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2.2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 0 6417 0 0,'-5'5'843'0'0,"2"1"0"0"0,-1-1-1 0 0,0 1 1 0 0,1 0 0 0 0,0 0-1 0 0,1 0 1 0 0,-1 0 0 0 0,-1 8-1 0 0,2-6-338 0 0,1-1 0 0 0,0 1 0 0 0,0-1-1 0 0,1 1 1 0 0,0-1 0 0 0,2 14 0 0 0,-1-12-543 0 0,1 0-1 0 0,0 0 1 0 0,0-1 0 0 0,1 1 0 0 0,6 11 0 0 0,-5-12-578 0 0,1 0 1 0 0,-1-1-1 0 0,2 0 1 0 0,-1 0-1 0 0,10 10 1 0 0,-17-26-5434 0 0,-16-38 5081 0 0,4 26 1180 0 0,-14-24 887 0 0,17 15 2386 0 0,12 29-3261 0 0,-1 0 0 0 0,0-1 0 0 0,1 1 0 0 0,-1 0 0 0 0,0 0 0 0 0,1 0 0 0 0,-1 0 0 0 0,1 0 0 0 0,0 0 0 0 0,-1 0 0 0 0,1 0 0 0 0,0 0 0 0 0,0 1 0 0 0,-1-1 0 0 0,1 0 0 0 0,0 0 0 0 0,0 1 0 0 0,0-1 0 0 0,0 0 0 0 0,0 1 0 0 0,0-1 0 0 0,0 1 0 0 0,0-1 0 0 0,0 1 0 0 0,0 0 0 0 0,1-1 0 0 0,-1 1 0 0 0,0 0 0 0 0,2 0 0 0 0,36-8 2772 0 0,-15 6-2078 0 0,1 1 1 0 0,-1 2 0 0 0,37 4 0 0 0,-53-5-869 0 0,-1 1-1 0 0,1 0 1 0 0,-1 1 0 0 0,0 0-1 0 0,1 0 1 0 0,-1 1 0 0 0,0 0-1 0 0,-1 0 1 0 0,1 0 0 0 0,-1 1-1 0 0,1 0 1 0 0,-1 1 0 0 0,0-1-1 0 0,0 1 1 0 0,8 9 0 0 0,-12-12-52 0 0,-1 1 1 0 0,1-1-1 0 0,-1 0 1 0 0,1 1-1 0 0,-1-1 0 0 0,0 1 1 0 0,0 0-1 0 0,0-1 1 0 0,-1 1-1 0 0,1 0 1 0 0,-1-1-1 0 0,1 1 1 0 0,-1 0-1 0 0,0 0 1 0 0,0-1-1 0 0,0 1 0 0 0,0 0 1 0 0,0 0-1 0 0,-1-1 1 0 0,-1 5-1 0 0,1-2-76 0 0,-1-1 0 0 0,-1 0 0 0 0,1 0 0 0 0,-1 0 0 0 0,1 0 0 0 0,-1 0 0 0 0,0 0-1 0 0,-1-1 1 0 0,1 1 0 0 0,-1-1 0 0 0,-3 3 0 0 0,-5 2-192 0 0,1 0 0 0 0,-2 0 0 0 0,1-2 0 0 0,-1 1 1 0 0,0-2-1 0 0,0 0 0 0 0,-15 4 0 0 0,20-7 291 0 0,1 0 0 0 0,0 0 1 0 0,-1-1-1 0 0,0 1 0 0 0,1-2 1 0 0,-1 1-1 0 0,1-1 0 0 0,-1 0 0 0 0,0-1 1 0 0,1 0-1 0 0,-1 0 0 0 0,1-1 1 0 0,-9-2-1 0 0,16 3 14 0 0,0 0-1 0 0,1 0 1 0 0,-1 0 0 0 0,0 1 0 0 0,1-1 0 0 0,-1 0 0 0 0,0 0-1 0 0,1 1 1 0 0,-1-1 0 0 0,1 0 0 0 0,-1 1 0 0 0,1-1 0 0 0,-1 0-1 0 0,1 1 1 0 0,0-1 0 0 0,-1 1 0 0 0,1-1 0 0 0,0 1 0 0 0,-1-1-1 0 0,1 1 1 0 0,0 0 0 0 0,0-1 0 0 0,-1 1 0 0 0,1 0 0 0 0,0-1-1 0 0,0 1 1 0 0,0 0 0 0 0,1 0 0 0 0,28-14 46 0 0,75-13 184 0 0,-4 1-4201 0 0,-40-2-9040 0 0,-51 23 8189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3.0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2 204 5953 0 0,'0'1'208'0'0,"0"-1"0"0"0,0 1 0 0 0,-1-1-1 0 0,1 1 1 0 0,0-1 0 0 0,0 1 0 0 0,0-1-1 0 0,0 1 1 0 0,-1-1 0 0 0,1 0 0 0 0,0 1 0 0 0,0-1-1 0 0,0 1 1 0 0,0 0 0 0 0,0-1 0 0 0,0 1-1 0 0,0-1 1 0 0,1 0 0 0 0,-1 1 0 0 0,0-1 0 0 0,0 1-1 0 0,0-1 1 0 0,0 1 0 0 0,1-1 0 0 0,-1 1-1 0 0,0-1 1 0 0,0 1 0 0 0,1-1 0 0 0,-1 0 0 0 0,0 1-1 0 0,1-1 1 0 0,-1 0 0 0 0,1 1 0 0 0,20 6 2866 0 0,24-6-828 0 0,-44-1-2129 0 0,79-9 2378 0 0,113-27 0 0 0,-111 19-2215 0 0,-41 9-318 0 0,-19 6-240 0 0,0-2-1 0 0,-1-1 1 0 0,1-1-1 0 0,-1 0 1 0 0,0-2-1 0 0,36-18 1 0 0,-56 25 160 0 0,0 1-1 0 0,0-1 1 0 0,0 1-1 0 0,0-1 1 0 0,0 1 0 0 0,-1-1-1 0 0,1 0 1 0 0,0 0-1 0 0,0 1 1 0 0,0-1 0 0 0,-1 0-1 0 0,1 0 1 0 0,0 0-1 0 0,-1 0 1 0 0,1 0 0 0 0,-1 0-1 0 0,1 0 1 0 0,-1 0-1 0 0,1 0 1 0 0,-1 0 0 0 0,0 0-1 0 0,1 0 1 0 0,-1 0-1 0 0,0 0 1 0 0,0 0 0 0 0,0 0-1 0 0,0 0 1 0 0,0-2-1 0 0,-1 1-13 0 0,0 1-1 0 0,0-1 1 0 0,0 1-1 0 0,0-1 1 0 0,0 1-1 0 0,0 0 1 0 0,-1-1-1 0 0,1 1 1 0 0,0 0-1 0 0,-1 0 0 0 0,1 0 1 0 0,-1 0-1 0 0,0 0 1 0 0,1 0-1 0 0,-3-1 1 0 0,-8-3-336 0 0,0 0-1 0 0,-1 1 1 0 0,-17-4 0 0 0,-98-15-666 0 0,82 15 6948 0 0,83 8-4238 0 0,98 3 1426 0 0,-121-1-2799 0 0,1-1-1 0 0,-1 2 1 0 0,1 0-1 0 0,-1 1 1 0 0,0 0-1 0 0,24 11 1 0 0,-36-13-170 0 0,1 0 0 0 0,-1-1 0 0 0,1 1 1 0 0,-1 0-1 0 0,0 0 0 0 0,0 0 0 0 0,0 0 1 0 0,0 1-1 0 0,0-1 0 0 0,-1 0 0 0 0,1 1 1 0 0,-1-1-1 0 0,1 1 0 0 0,-1 0 0 0 0,0-1 0 0 0,0 1 1 0 0,0 0-1 0 0,0 0 0 0 0,-1 0 0 0 0,1 0 1 0 0,-1 0-1 0 0,1 0 0 0 0,-1 0 0 0 0,0 0 1 0 0,-1-1-1 0 0,1 1 0 0 0,0 0 0 0 0,-1 0 1 0 0,1 0-1 0 0,-1 0 0 0 0,0 0 0 0 0,0 0 0 0 0,0-1 1 0 0,-2 4-1 0 0,-5 12 53 0 0,-1 0 0 0 0,0-1 1 0 0,-22 30-1 0 0,25-38-73 0 0,-32 40-83 0 0,-5 6-1085 0 0,22-18-2965 0 0,45-54-6523 0 0,-8-1 7250 0 0,1-6-821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3.9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63 4633 0 0,'-27'11'8096'0'0,"24"-4"-4273"0"0,18-1-1507 0 0,-3-6-1930 0 0,1-1 0 0 0,-1 0 0 0 0,0-1 0 0 0,0 0 0 0 0,1-1 0 0 0,-1 0 0 0 0,-1-1 0 0 0,1 0 0 0 0,21-12 0 0 0,-5 4-110 0 0,-10 5-75 0 0,0-1 0 0 0,26-16 1 0 0,-109 36 530 0 0,55-9-729 0 0,0 0 0 0 0,0 1 0 0 0,1 1 0 0 0,-1-1 1 0 0,1 2-1 0 0,0-1 0 0 0,1 1 0 0 0,0 1 0 0 0,0-1 0 0 0,0 1 0 0 0,0 1 0 0 0,1 0 1 0 0,1 0-1 0 0,-1 0 0 0 0,1 0 0 0 0,0 1 0 0 0,1 0 0 0 0,-8 19 0 0 0,8-13 12 0 0,0-1 0 0 0,1 1 0 0 0,0 0 0 0 0,1 0 0 0 0,1 0 0 0 0,1 0 0 0 0,0 1 0 0 0,0-1 0 0 0,2 0-1 0 0,0 1 1 0 0,1-1 0 0 0,5 22 0 0 0,-6-33-14 0 0,-1-1 0 0 0,1 0 0 0 0,0 1 0 0 0,0-1 0 0 0,0 0 0 0 0,1 0 0 0 0,-1 0 0 0 0,1 0 0 0 0,-1 0 0 0 0,1 0 0 0 0,0 0-1 0 0,0-1 1 0 0,1 1 0 0 0,-1-1 0 0 0,0 1 0 0 0,1-1 0 0 0,-1 0 0 0 0,1 0 0 0 0,0 0 0 0 0,0 0 0 0 0,0 0 0 0 0,0-1 0 0 0,0 1 0 0 0,0-1 0 0 0,0 0 0 0 0,0 0 0 0 0,1 0-1 0 0,-1-1 1 0 0,0 1 0 0 0,1-1 0 0 0,-1 1 0 0 0,1-1 0 0 0,-1 0 0 0 0,0 0 0 0 0,1-1 0 0 0,-1 1 0 0 0,4-2 0 0 0,13-3-371 0 0,0-1 0 0 0,-1-1 0 0 0,0 0 0 0 0,0-2 0 0 0,19-11 0 0 0,-7 4-1472 0 0,-11 6 359 0 0,-7 5-476 0 0,0-1 0 0 0,-1 0 1 0 0,0-1-1 0 0,0-1 0 0 0,-1 0 0 0 0,14-12 0 0 0,-10 3-1917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4.3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59 1 9162 0 0,'-2'0'507'0'0,"0"0"-1"0"0,0 0 1 0 0,-1 0 0 0 0,1 0-1 0 0,0 1 1 0 0,0-1 0 0 0,0 1-1 0 0,1-1 1 0 0,-1 1 0 0 0,0 0-1 0 0,0 0 1 0 0,0 0 0 0 0,0 0-1 0 0,1 0 1 0 0,-1 0 0 0 0,0 1-1 0 0,1-1 1 0 0,-1 0 0 0 0,1 1-1 0 0,-2 2 1 0 0,0 0-174 0 0,1 0 1 0 0,0-1-1 0 0,0 1 1 0 0,1 1-1 0 0,-1-1 1 0 0,1 0-1 0 0,0 0 1 0 0,0 1-1 0 0,-1 4 0 0 0,1 10-271 0 0,0 0-1 0 0,1 0 1 0 0,4 28-1 0 0,-3-41 327 0 0,5 53-714 0 0,4 1 0 0 0,1-1 0 0 0,26 75 0 0 0,-30-119-201 0 0,3-8-7339 0 0,0-30-2198 0 0,-6 10 7047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4.8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4329 0 0,'1'7'7879'0'0,"2"18"-4467"0"0,0 4-2050 0 0,29 113 1683 0 0,-23-110-3732 0 0,2 0 0 0 0,19 41 1 0 0,-30-72 497 0 0,0-1 0 0 0,0 1 0 0 0,1-1 0 0 0,-1 1 0 0 0,0-1 0 0 0,0 1 0 0 0,0-1 0 0 0,0 1 0 0 0,1-1 0 0 0,-1 0 0 0 0,0 1 0 0 0,0-1 0 0 0,1 1 1 0 0,-1-1-1 0 0,0 1 0 0 0,1-1 0 0 0,-1 0 0 0 0,0 1 0 0 0,1-1 0 0 0,-1 0 0 0 0,1 1 0 0 0,-1-1 0 0 0,1 0 0 0 0,-1 0 0 0 0,0 1 0 0 0,1-1 1 0 0,-1 0-1 0 0,1 0 0 0 0,-1 0 0 0 0,1 0 0 0 0,-1 0 0 0 0,1 1 0 0 0,-1-1 0 0 0,1 0 0 0 0,-1 0 0 0 0,1 0 0 0 0,-1 0 0 0 0,1-1 0 0 0,0 1 0 0 0,-1 0 1 0 0,1 0-1 0 0,12-24-3955 0 0,0-40 1318 0 0,-13 62 2673 0 0,4-85-1430 0 0,-3 55 481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5.2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70 42 2296 0 0,'0'-3'490'0'0,"1"0"0"0"0,-1 0 0 0 0,1 0 0 0 0,0 0-1 0 0,0 0 1 0 0,0 0 0 0 0,0 0 0 0 0,0 1-1 0 0,1-1 1 0 0,-1 0 0 0 0,3-3 0 0 0,-3 6-305 0 0,-1-1 1 0 0,0 1 0 0 0,1 0 0 0 0,-1 0-1 0 0,1-1 1 0 0,-1 1 0 0 0,0 0-1 0 0,1 0 1 0 0,-1-1 0 0 0,1 1-1 0 0,-1 0 1 0 0,1 0 0 0 0,-1 0-1 0 0,1 0 1 0 0,-1 0 0 0 0,1-1 0 0 0,-1 1-1 0 0,1 0 1 0 0,-1 0 0 0 0,1 0-1 0 0,-1 1 1 0 0,1-1 0 0 0,-1 0-1 0 0,1 0 1 0 0,0 0 0 0 0,15 16 3119 0 0,-3 4-2237 0 0,-1 1 0 0 0,-2 0 0 0 0,0 1-1 0 0,-1 0 1 0 0,-1 1 0 0 0,5 23 0 0 0,-6-11-599 0 0,0 0 1 0 0,-2 0-1 0 0,0 51 1 0 0,-5-80-437 0 0,0 0 1 0 0,-1 0-1 0 0,1 0 0 0 0,-1 0 1 0 0,0 0-1 0 0,-1 0 0 0 0,1 0 1 0 0,-1 0-1 0 0,0 0 0 0 0,-1-1 1 0 0,0 1-1 0 0,0-1 0 0 0,0 0 1 0 0,0 0-1 0 0,-7 8 0 0 0,7-11-69 0 0,1 1-1 0 0,-1-1 0 0 0,0 0 0 0 0,0-1 1 0 0,0 1-1 0 0,0 0 0 0 0,0-1 0 0 0,-1 0 1 0 0,1 0-1 0 0,0 0 0 0 0,-1 0 0 0 0,1 0 1 0 0,-1-1-1 0 0,1 1 0 0 0,0-1 1 0 0,-1 0-1 0 0,1 0 0 0 0,-1 0 0 0 0,1 0 1 0 0,-1-1-1 0 0,1 0 0 0 0,-1 1 0 0 0,1-1 1 0 0,0-1-1 0 0,-1 1 0 0 0,1 0 1 0 0,0-1-1 0 0,-4-2 0 0 0,0 1-79 0 0,1-1 1 0 0,1 0-1 0 0,-1 0 0 0 0,0 0 0 0 0,1 0 1 0 0,0-1-1 0 0,0 0 0 0 0,0 0 0 0 0,1-1 1 0 0,0 1-1 0 0,-7-12 0 0 0,10 15 121 0 0,-1-1-1 0 0,1 0 1 0 0,0 0-1 0 0,0 0 1 0 0,0 0-1 0 0,0 0 1 0 0,0 0-1 0 0,1 0 1 0 0,-1 0-1 0 0,1-1 1 0 0,0 1-1 0 0,0 0 1 0 0,0 0-1 0 0,1 0 1 0 0,-1 0-1 0 0,1 0 1 0 0,-1 0-1 0 0,1 0 1 0 0,0 0-1 0 0,0 0 1 0 0,0 0-1 0 0,1 0 1 0 0,-1 0-1 0 0,1 0 1 0 0,0 1-1 0 0,-1-1 1 0 0,5-3-1 0 0,9-8-77 0 0,0 1-1 0 0,1 1 1 0 0,0 0-1 0 0,1 2 1 0 0,0 0-1 0 0,1 0 1 0 0,0 2-1 0 0,26-9 1 0 0,45-23-3938 0 0,-77 33 2348 0 0,1 0 1 0 0,-1-1-1 0 0,-1 0 0 0 0,20-19 1 0 0,-29 25 1460 0 0,-1 0 1 0 0,1-1 0 0 0,0 1-1 0 0,-1-1 1 0 0,1 1 0 0 0,-1-1-1 0 0,0 1 1 0 0,0-1 0 0 0,0 0-1 0 0,0 0 1 0 0,0 0 0 0 0,-1 0 0 0 0,1 0-1 0 0,-1 1 1 0 0,0-1 0 0 0,0 0-1 0 0,0 0 1 0 0,0 0 0 0 0,0 0-1 0 0,-1 0 1 0 0,1 0 0 0 0,-1 0-1 0 0,0 0 1 0 0,-1-2 0 0 0,1 0 519 0 0,0 0-1 0 0,0 0 1 0 0,1 1 0 0 0,-1-1 0 0 0,1 0 0 0 0,0 0 0 0 0,1-7 0 0 0,0 26 8059 0 0,1 12-5653 0 0,3 23-1305 0 0,-1 15-450 0 0,-4-23-975 0 0,3 0 0 0 0,1 0 0 0 0,2 0-1 0 0,2 0 1 0 0,18 55 0 0 0,-24-91-440 0 0,1 0-1 0 0,0 0 1 0 0,0-1 0 0 0,0 1 0 0 0,0-1-1 0 0,1 1 1 0 0,0-1 0 0 0,0 0-1 0 0,0-1 1 0 0,8 7 0 0 0,-11-9 189 0 0,0-1-1 0 0,0 1 1 0 0,0 0 0 0 0,0-1 0 0 0,0 1-1 0 0,0-1 1 0 0,0 0 0 0 0,0 1 0 0 0,0-1 0 0 0,1 0-1 0 0,-1 0 1 0 0,0 1 0 0 0,0-1 0 0 0,0 0-1 0 0,0 0 1 0 0,0 0 0 0 0,1-1 0 0 0,-1 1 0 0 0,0 0-1 0 0,0 0 1 0 0,2-1 0 0 0,-2 0-76 0 0,1-1-1 0 0,-1 1 1 0 0,0 0 0 0 0,0 0-1 0 0,0-1 1 0 0,0 1 0 0 0,0-1-1 0 0,0 1 1 0 0,0-1 0 0 0,0 1-1 0 0,-1-1 1 0 0,1 1 0 0 0,-1-1 0 0 0,1 0-1 0 0,-1 1 1 0 0,0-1 0 0 0,1 0-1 0 0,-1 0 1 0 0,0-2 0 0 0,2-11-2939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5.7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0 182 4449 0 0,'11'-6'8122'0'0,"10"-1"-4598"0"0,-4 1-1990 0 0,159-89 3731 0 0,-176 94-5203 0 0,1 1 0 0 0,0 0 1 0 0,-1-1-1 0 0,1 1 0 0 0,0-1 0 0 0,-1 1 0 0 0,1 0 0 0 0,0-1 0 0 0,0 1 1 0 0,-1 0-1 0 0,1 0 0 0 0,0-1 0 0 0,0 1 0 0 0,-1 0 0 0 0,1 0 0 0 0,0 0 0 0 0,0 0 1 0 0,0 0-1 0 0,-1 0 0 0 0,1 0 0 0 0,0 1 0 0 0,0-1 0 0 0,0 0 0 0 0,-1 0 1 0 0,1 1-1 0 0,0-1 0 0 0,0 0 0 0 0,1 1 0 0 0,-2 1-19 0 0,0-1 0 0 0,0 0 1 0 0,1 0-1 0 0,-1 1 0 0 0,0-1 0 0 0,0 0 0 0 0,0 0 0 0 0,0 1 0 0 0,0-1 1 0 0,-1 0-1 0 0,1 0 0 0 0,0 1 0 0 0,-1-1 0 0 0,1 0 0 0 0,0 0 0 0 0,-2 2 1 0 0,-32 62-55 0 0,26-51 39 0 0,-11 22-1326 0 0,-14 42 1 0 0,16-28-9304 0 0,5-58 2270 0 0,11 0 5315 0 0</inkml:trace>
  <inkml:trace contextRef="#ctx0" brushRef="#br0" timeOffset="1">299 0 4321 0 0,'4'87'7661'0'0,"8"-2"-4546"0"0,13 16-3779 0 0,-13-63-2298 0 0,34 69 1 0 0,-39-96-1779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6.1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99 1 2849 0 0,'-13'12'1038'0'0,"1"0"1"0"0,1 1 0 0 0,0 0-1 0 0,1 0 1 0 0,1 2 0 0 0,-13 22 0 0 0,20-32-946 0 0,0 0-1 0 0,1 0 1 0 0,-1 0 0 0 0,1 0 0 0 0,0 0 0 0 0,0 0 0 0 0,1 0 0 0 0,-1 0 0 0 0,1 0-1 0 0,0 0 1 0 0,1 1 0 0 0,-1-1 0 0 0,1 0 0 0 0,0 0 0 0 0,0 0 0 0 0,1 0 0 0 0,0 0 0 0 0,-1 0-1 0 0,2-1 1 0 0,-1 1 0 0 0,0 0 0 0 0,1-1 0 0 0,0 0 0 0 0,0 0 0 0 0,7 8 0 0 0,-5-8 57 0 0,0 1 0 0 0,1-1 0 0 0,0 0 0 0 0,0 0 0 0 0,0-1 0 0 0,0 0 0 0 0,0 0 0 0 0,1 0 0 0 0,-1-1 0 0 0,1 0 0 0 0,0 0 0 0 0,0-1 0 0 0,-1 0 0 0 0,1 0 0 0 0,0-1 0 0 0,0 1 0 0 0,0-1 0 0 0,0-1 0 0 0,0 1 0 0 0,0-1 0 0 0,0-1 0 0 0,11-3 0 0 0,-13 4-56 0 0,-1 0-1 0 0,0 0 0 0 0,1 0 1 0 0,-1-1-1 0 0,0 0 1 0 0,0 0-1 0 0,0 0 1 0 0,0-1-1 0 0,-1 1 0 0 0,1-1 1 0 0,-1 0-1 0 0,1 0 1 0 0,-1 0-1 0 0,0 0 0 0 0,0 0 1 0 0,0-1-1 0 0,-1 1 1 0 0,1-1-1 0 0,-1 0 0 0 0,0 0 1 0 0,0 0-1 0 0,0 0 1 0 0,0 0-1 0 0,-1-1 1 0 0,0 1-1 0 0,0 0 0 0 0,0-1 1 0 0,0 1-1 0 0,-1-1 1 0 0,1 1-1 0 0,-1-1 0 0 0,-1 1 1 0 0,1-1-1 0 0,0 1 1 0 0,-3-8-1 0 0,1 7-53 0 0,0 1 1 0 0,0-1-1 0 0,0 1 0 0 0,-1 0 0 0 0,0 0 1 0 0,1 0-1 0 0,-2 1 0 0 0,1-1 0 0 0,0 1 1 0 0,-1-1-1 0 0,1 1 0 0 0,-1 0 1 0 0,0 1-1 0 0,0-1 0 0 0,0 1 0 0 0,0-1 1 0 0,-1 1-1 0 0,1 0 0 0 0,-1 1 0 0 0,1-1 1 0 0,-1 1-1 0 0,0 0 0 0 0,-8-1 0 0 0,-56-6-2551 0 0,10 9-4946 0 0,46 1 4137 0 0,3 1-1442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7.2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53 4217 0 0,'-1'0'421'0'0,"0"-1"0"0"0,0 1 0 0 0,0 0 0 0 0,0 0 0 0 0,0 0 0 0 0,-1 0 0 0 0,1 0 0 0 0,0 1 0 0 0,0-1 1 0 0,0 0-1 0 0,0 0 0 0 0,0 1 0 0 0,0-1 0 0 0,0 1 0 0 0,0-1 0 0 0,0 1 0 0 0,0-1 0 0 0,0 1 0 0 0,0 0 0 0 0,0 0 0 0 0,0-1 0 0 0,-1 2 0 0 0,3-1-225 0 0,-1 0-1 0 0,0-1 0 0 0,1 1 0 0 0,-1 0 1 0 0,1-1-1 0 0,-1 1 0 0 0,1-1 0 0 0,-1 1 1 0 0,1 0-1 0 0,-1-1 0 0 0,1 1 0 0 0,0-1 1 0 0,-1 0-1 0 0,1 1 0 0 0,0-1 1 0 0,-1 1-1 0 0,1-1 0 0 0,0 0 0 0 0,0 0 1 0 0,-1 1-1 0 0,1-1 0 0 0,0 0 0 0 0,0 0 1 0 0,-1 0-1 0 0,1 0 0 0 0,0 0 0 0 0,0 0 1 0 0,0 0-1 0 0,-1 0 0 0 0,1 0 0 0 0,1-1 1 0 0,14 1 60 0 0,0-1 0 0 0,0 0 0 0 0,0-2 0 0 0,0 0 0 0 0,0-1 0 0 0,-1 0 1 0 0,1-1-1 0 0,16-9 0 0 0,-15 7-951 0 0,-1 1 0 0 0,1 1-1 0 0,0 0 1 0 0,0 1 0 0 0,1 1 0 0 0,23-2 0 0 0,-50 11-1934 0 0,-23 16 2663 0 0,19-18 537 0 0,0 2 0 0 0,0 0 1 0 0,1 0-1 0 0,0 1 0 0 0,0 1 0 0 0,-17 14 0 0 0,23-16-290 0 0,1 0 1 0 0,0 0-1 0 0,0 0 0 0 0,1 1 0 0 0,0 0 0 0 0,0 0 0 0 0,0 0 0 0 0,1 0 0 0 0,0 0 0 0 0,0 1 0 0 0,1-1 0 0 0,0 1 0 0 0,-1 10 1 0 0,1-4-137 0 0,1 1 0 0 0,0 0 0 0 0,1 0 0 0 0,1 0 0 0 0,0-1 0 0 0,1 1 0 0 0,4 15 0 0 0,-4-22-227 0 0,0 1 0 0 0,1-1 0 0 0,0 0 0 0 0,0 0 1 0 0,1 0-1 0 0,0 0 0 0 0,0 0 0 0 0,1-1 0 0 0,0 0 1 0 0,0 0-1 0 0,1 0 0 0 0,0 0 0 0 0,8 6 0 0 0,-13-12-42 0 0,0 0 0 0 0,-1-1 0 0 0,1 1 0 0 0,0-1 0 0 0,0 1 0 0 0,0-1 0 0 0,0 1 0 0 0,-1-1 0 0 0,1 1 0 0 0,0-1 0 0 0,0 0 0 0 0,0 1 0 0 0,0-1 0 0 0,0 0 0 0 0,0 0 0 0 0,0 0 0 0 0,0 0 0 0 0,0 0 0 0 0,0 0 0 0 0,0 0 0 0 0,0 0 0 0 0,0 0 0 0 0,0 0 0 0 0,0-1-1 0 0,0 1 1 0 0,0 0 0 0 0,1-1 0 0 0,-1 0-122 0 0,0-1 0 0 0,1 1 0 0 0,-1 0-1 0 0,0-1 1 0 0,0 1 0 0 0,1-1 0 0 0,-1 1 0 0 0,-1-1-1 0 0,1 0 1 0 0,0 1 0 0 0,0-1 0 0 0,0 0-1 0 0,0-2 1 0 0,2-9-1036 0 0,-1 0 0 0 0,0 0 0 0 0,1-16 0 0 0,-3 23 890 0 0,-2-137-3931 0 0,0 97 6023 0 0,1-1 3905 0 0,7 84-39 0 0,14 21-3305 0 0,-8-26-1595 0 0,-1 0-407 0 0,15 47 81 0 0,-25-71-345 0 0,1-1 1 0 0,-1 0 0 0 0,0 0 0 0 0,0 1 0 0 0,-1-1 0 0 0,0 0-1 0 0,-1 1 1 0 0,-1 11 0 0 0,1-16-66 0 0,-1-1 1 0 0,1 1-1 0 0,0-1 0 0 0,-1 0 1 0 0,1 1-1 0 0,-1-1 0 0 0,1 0 1 0 0,-1 0-1 0 0,0 0 0 0 0,0 0 0 0 0,0 0 1 0 0,0 0-1 0 0,-1-1 0 0 0,1 1 1 0 0,0-1-1 0 0,-1 0 0 0 0,1 1 1 0 0,-1-1-1 0 0,1 0 0 0 0,-1 0 1 0 0,0-1-1 0 0,1 1 0 0 0,-1 0 0 0 0,0-1 1 0 0,1 0-1 0 0,-1 1 0 0 0,-4-2 1 0 0,-13 2-198 0 0,1-1-1 0 0,-37-6 1 0 0,28 3 328 0 0,10 2 5 0 0,13 1 48 0 0,-1 1-1 0 0,1-1 0 0 0,-1-1 0 0 0,1 1 0 0 0,-1-1 0 0 0,1 0 0 0 0,-1 0 0 0 0,1-1 0 0 0,0 0 0 0 0,0 0 0 0 0,0 0 0 0 0,-6-3 0 0 0,68-10 1443 0 0,-38 12-1621 0 0,22-3-132 0 0,47-15-1 0 0,-27-4-3830 0 0,-53 21 2419 0 0,-1-1 0 0 0,0 0 1 0 0,-1 0-1 0 0,1 0 0 0 0,8-9 1 0 0,-14 13 1415 0 0,-1 0 1 0 0,1 0 0 0 0,0 0-1 0 0,-1 0 1 0 0,1 0-1 0 0,-1-1 1 0 0,1 1 0 0 0,-1 0-1 0 0,1 0 1 0 0,-1 0-1 0 0,0 0 1 0 0,0-1-1 0 0,0 1 1 0 0,1 0 0 0 0,-1 0-1 0 0,0-1 1 0 0,-1 1-1 0 0,1 0 1 0 0,0-1 0 0 0,0-7-846 0 0,5-6-1906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7.7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25 118 4193 0 0,'1'-4'9175'0'0,"9"-2"-3793"0"0,32-7-2525 0 0,-28 9-3180 0 0,0 0-1 0 0,0 2 1 0 0,0 0-1 0 0,27-1 1 0 0,-41 3 232 0 0,1 0 1 0 0,-1 0-1 0 0,0 0 1 0 0,1 0 0 0 0,-1 0-1 0 0,0 0 1 0 0,1 0-1 0 0,-1 0 1 0 0,1 0-1 0 0,-1 0 1 0 0,0 0 0 0 0,1 0-1 0 0,-1 0 1 0 0,0 0-1 0 0,1 0 1 0 0,-1 1 0 0 0,0-1-1 0 0,1 0 1 0 0,-1 0-1 0 0,0 0 1 0 0,0 1 0 0 0,1-1-1 0 0,-1 0 1 0 0,0 0-1 0 0,0 1 1 0 0,1-1-1 0 0,-1 0 1 0 0,0 0 0 0 0,0 1-1 0 0,1-1 1 0 0,-1 0-1 0 0,0 1 1 0 0,0-1 0 0 0,0 0-1 0 0,0 1 1 0 0,0-1-1 0 0,0 0 1 0 0,0 1 0 0 0,0-1-1 0 0,0 0 1 0 0,1 1-1 0 0,-1-1 1 0 0,-1 1 0 0 0,1-1-1 0 0,0 0 1 0 0,0 1-1 0 0,0-1 1 0 0,-15 20-3152 0 0,-28 13-1424 0 0,0-9 1911 0 0,-3 0 1944 0 0,42-21 1225 0 0,0 0 0 0 0,0-1 0 0 0,0 1 1 0 0,1 1-1 0 0,-1-1 0 0 0,1 1 0 0 0,-4 4 1 0 0,6-7-291 0 0,1-1 0 0 0,0 0 1 0 0,-1 1-1 0 0,1-1 0 0 0,0 1 1 0 0,-1-1-1 0 0,1 0 0 0 0,0 1 0 0 0,0-1 1 0 0,-1 1-1 0 0,1-1 0 0 0,0 1 1 0 0,0-1-1 0 0,0 0 0 0 0,0 1 1 0 0,-1-1-1 0 0,1 1 0 0 0,0-1 1 0 0,0 1-1 0 0,0-1 0 0 0,0 1 1 0 0,0-1-1 0 0,0 1 0 0 0,1-1 1 0 0,-1 1-1 0 0,0-1 0 0 0,0 1 1 0 0,0-1-1 0 0,0 1 0 0 0,0-1 1 0 0,1 0-1 0 0,-1 1 0 0 0,0-1 0 0 0,0 1 1 0 0,1-1-1 0 0,-1 0 0 0 0,0 1 1 0 0,1-1-1 0 0,0 1 0 0 0,23 3 1885 0 0,27-12-1181 0 0,-48 8-621 0 0,43-13 670 0 0,-35 10-1997 0 0,0-1 0 0 0,0 0 0 0 0,-1-1 1 0 0,12-6-1 0 0,-18 9 572 0 0,-1-1 0 0 0,1 1 0 0 0,-1-1 0 0 0,1 0 1 0 0,-1 0-1 0 0,0 0 0 0 0,0-1 0 0 0,0 1 0 0 0,-1-1 0 0 0,1 1 1 0 0,-1-1-1 0 0,3-7 0 0 0,-3 7 345 0 0,-1 0-1 0 0,0-1 1 0 0,0 1-1 0 0,0 0 1 0 0,-1-1-1 0 0,1 1 1 0 0,-1-1-1 0 0,-1-8 1 0 0,0 5 618 0 0,0-1-1 0 0,-1 1 1 0 0,0 0 0 0 0,0 0-1 0 0,-6-13 1 0 0,-15-14 5635 0 0,23 35-5969 0 0,0 0-1 0 0,0 0 1 0 0,0 0-1 0 0,0 0 1 0 0,-1 0 0 0 0,1 0-1 0 0,0 0 1 0 0,0-1-1 0 0,0 1 1 0 0,0 0 0 0 0,0 0-1 0 0,0 0 1 0 0,0 0 0 0 0,-1 0-1 0 0,1 0 1 0 0,0 0-1 0 0,0 0 1 0 0,0 0 0 0 0,0 0-1 0 0,0 0 1 0 0,-1 0 0 0 0,1 0-1 0 0,0 0 1 0 0,0-1-1 0 0,0 1 1 0 0,0 0 0 0 0,0 0-1 0 0,-1 1 1 0 0,1-1 0 0 0,0 0-1 0 0,0 0 1 0 0,0 0-1 0 0,0 0 1 0 0,0 0 0 0 0,-1 0-1 0 0,1 0 1 0 0,0 0-1 0 0,0 0 1 0 0,0 0 0 0 0,0 0-1 0 0,0 0 1 0 0,0 0 0 0 0,-1 0-1 0 0,1 1 1 0 0,0-1-1 0 0,0 0 1 0 0,0 0 0 0 0,0 0-1 0 0,0 0 1 0 0,0 0 0 0 0,0 0-1 0 0,0 1 1 0 0,0-1-1 0 0,0 0 1 0 0,0 0 0 0 0,0 0-1 0 0,-1 0 1 0 0,0 15 1549 0 0,2 14-896 0 0,7 26-129 0 0,29 100 0 0 0,-4-21-3201 0 0,-31-113 210 0 0,-22-23-8213 0 0,9-7 10152 0 0,2 2-1504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8.2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68 0 3009 0 0,'-4'1'331'0'0,"1"-1"1"0"0,0 1-1 0 0,-1 0 0 0 0,1 0 1 0 0,0 0-1 0 0,0 1 1 0 0,0-1-1 0 0,0 1 1 0 0,0-1-1 0 0,0 1 1 0 0,0 0-1 0 0,1 0 1 0 0,-1 1-1 0 0,0-1 1 0 0,1 0-1 0 0,0 1 0 0 0,0 0 1 0 0,0-1-1 0 0,0 1 1 0 0,0 0-1 0 0,-2 5 1 0 0,3-4 2 0 0,-1 0-1 0 0,1 1 1 0 0,1-1 0 0 0,-1 0 0 0 0,0 1-1 0 0,1-1 1 0 0,0 1 0 0 0,0-1 0 0 0,1 1-1 0 0,-1-1 1 0 0,1 1 0 0 0,0-1-1 0 0,0 0 1 0 0,3 8 0 0 0,-3-7-165 0 0,1 0-1 0 0,0 0 1 0 0,1 0 0 0 0,-1 0 0 0 0,1-1-1 0 0,0 1 1 0 0,0-1 0 0 0,0 1 0 0 0,1-1-1 0 0,0 0 1 0 0,-1-1 0 0 0,1 1 0 0 0,1 0-1 0 0,-1-1 1 0 0,0 0 0 0 0,1 0-1 0 0,0-1 1 0 0,-1 1 0 0 0,1-1 0 0 0,0 0-1 0 0,0 0 1 0 0,0-1 0 0 0,1 1 0 0 0,-1-1-1 0 0,0 0 1 0 0,1-1 0 0 0,-1 1 0 0 0,6-1-1 0 0,8-3-188 0 0,1-1 0 0 0,-1-1 0 0 0,-1-1-1 0 0,21-8 1 0 0,3-10-5879 0 0,-22 2-285 0 0,-10 6 2261 0 0,-3 5 918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8.6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7810 0 0,'1'10'11250'0'0,"11"39"-8583"0"0,6 25-3787 0 0,-16-62 777 0 0,5 40-2402 0 0,-7-49 2087 0 0,0-1 0 0 0,0 1 0 0 0,0 0 1 0 0,-1-1-1 0 0,1 1 0 0 0,-1 0 0 0 0,0-1 1 0 0,0 1-1 0 0,-2 4 0 0 0,3-7 504 0 0,0 0 1 0 0,-1 1-1 0 0,1-1 1 0 0,0 0-1 0 0,-1 0 0 0 0,1 0 1 0 0,0 1-1 0 0,-1-1 1 0 0,1 0-1 0 0,0 0 0 0 0,-1 0 1 0 0,1 0-1 0 0,-1 0 1 0 0,1 0-1 0 0,0 0 0 0 0,-1 0 1 0 0,1 0-1 0 0,0 0 1 0 0,-1 0-1 0 0,1 0 1 0 0,0 0-1 0 0,-1 0 0 0 0,1 0 1 0 0,-1 0-1 0 0,1 0 1 0 0,0 0-1 0 0,-1 0 0 0 0,1-1 1 0 0,0 1-1 0 0,-1 0 1 0 0,1 0-1 0 0,0 0 0 0 0,-1-1 1 0 0,1 1-1 0 0,0 0 1 0 0,0 0-1 0 0,-1-1 0 0 0,1 1 1 0 0,0 0-1 0 0,0-1 1 0 0,0 1-1 0 0,-1 0 0 0 0,1-1 1 0 0,0 1-1 0 0,0 0 1 0 0,0-1-1 0 0,0 1 0 0 0,0 0 1 0 0,-1-1-1 0 0,-2-3-584 0 0,-3-2-1153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9.0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 78 1576 0 0,'-2'0'452'0'0,"0"0"0"0"0,1 0 0 0 0,-1 0 1 0 0,0 0-1 0 0,0 0 0 0 0,1 0 0 0 0,-1 0 0 0 0,0 1 0 0 0,0-1 0 0 0,1 0 0 0 0,-1 1 0 0 0,0 0 0 0 0,1-1 0 0 0,-1 1 0 0 0,1 0 0 0 0,-1 0 0 0 0,1 0 0 0 0,-1 0 0 0 0,1 0 0 0 0,0 0 0 0 0,-1 0 0 0 0,-1 3 0 0 0,3-4-256 0 0,-1 0-1 0 0,1 1 1 0 0,0-1-1 0 0,-1 0 1 0 0,1 1 0 0 0,0-1-1 0 0,0 0 1 0 0,-1 1-1 0 0,1-1 1 0 0,0 0-1 0 0,0 1 1 0 0,0-1-1 0 0,0 1 1 0 0,-1-1-1 0 0,1 0 1 0 0,0 1-1 0 0,0-1 1 0 0,0 1 0 0 0,0-1-1 0 0,0 1 1 0 0,0-1-1 0 0,0 0 1 0 0,0 1-1 0 0,0-1 1 0 0,0 1-1 0 0,0-1 1 0 0,1 1-1 0 0,-1-1 1 0 0,0 1 0 0 0,1-1-112 0 0,0 1 0 0 0,0-1 0 0 0,0 1 0 0 0,0-1 0 0 0,0 0 0 0 0,0 1 0 0 0,0-1 0 0 0,0 0 0 0 0,0 0 1 0 0,0 0-1 0 0,0 0 0 0 0,0 0 0 0 0,0 0 0 0 0,0 0 0 0 0,0 0 0 0 0,0-1 0 0 0,0 1 0 0 0,0 0 0 0 0,1-1 1 0 0,8-1-55 0 0,130-35-1118 0 0,-72 9-2725 0 0,-57 22 1843 0 0,0 0-1 0 0,-1-1 1 0 0,16-12-1 0 0,-40 31 144 0 0,-27 23 1178 0 0,-32 40 4234 0 0,65-67-3204 0 0,1 0 1 0 0,1 0-1 0 0,0 1 0 0 0,0-1 0 0 0,0 1 0 0 0,1 1 0 0 0,1-1 0 0 0,0 1 0 0 0,0 0 0 0 0,0 0 1 0 0,2 0-1 0 0,-1 0 0 0 0,1 0 0 0 0,-1 15 0 0 0,4-20-270 0 0,-1-1 1 0 0,1 0-1 0 0,0 0 1 0 0,0 1-1 0 0,1-1 0 0 0,-1 0 1 0 0,1 0-1 0 0,0 0 1 0 0,0 0-1 0 0,0-1 1 0 0,1 1-1 0 0,-1 0 1 0 0,1-1-1 0 0,0 0 0 0 0,0 0 1 0 0,0 0-1 0 0,0 0 1 0 0,0 0-1 0 0,1 0 1 0 0,0-1-1 0 0,-1 0 0 0 0,1 1 1 0 0,0-1-1 0 0,0-1 1 0 0,0 1-1 0 0,0-1 1 0 0,0 1-1 0 0,8 0 0 0 0,-7-1 18 0 0,-1 0 0 0 0,0 0-1 0 0,1-1 1 0 0,-1 0 0 0 0,1 0-1 0 0,-1 0 1 0 0,0 0-1 0 0,1 0 1 0 0,-1-1 0 0 0,0 0-1 0 0,1 0 1 0 0,-1 0-1 0 0,0-1 1 0 0,0 1 0 0 0,0-1-1 0 0,0 0 1 0 0,0 0 0 0 0,0-1-1 0 0,0 1 1 0 0,-1-1-1 0 0,1 0 1 0 0,-1 1 0 0 0,0-2-1 0 0,0 1 1 0 0,0 0 0 0 0,0-1-1 0 0,-1 1 1 0 0,4-6-1 0 0,-5 6-66 0 0,0 1-1 0 0,-1 0 0 0 0,1-1 1 0 0,-1 1-1 0 0,0 0 0 0 0,1-1 1 0 0,-1 1-1 0 0,0-1 0 0 0,0 1 1 0 0,-1 0-1 0 0,1-1 0 0 0,-1 1 1 0 0,1-1-1 0 0,-1 1 0 0 0,1 0 1 0 0,-1 0-1 0 0,0-1 1 0 0,0 1-1 0 0,0 0 0 0 0,-1 0 1 0 0,1 0-1 0 0,0 0 0 0 0,-1 0 1 0 0,1 0-1 0 0,-4-3 0 0 0,-6-6-54 0 0,-1 0 0 0 0,-24-17 0 0 0,19 14-218 0 0,10 8-173 0 0,0 0 0 0 0,0 1 1 0 0,0 0-1 0 0,-13-6 0 0 0,2 5-3068 0 0,-2 4-3968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39.4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152 1 4609 0 0,'3'20'5812'0'0,"3"2"-3532"0"0,3 20-694 0 0,-1 141 684 0 0,-6-60-4551 0 0,-14-135-1104 0 0,-15-24 3243 0 0,12 9 2324 0 0,-21-46 1 0 0,53 68 644 0 0,29 2-2751 0 0,-43 2 47 0 0,28 0-354 0 0,58-6-425 0 0,-84 6-245 0 0,0 0 0 0 0,0-1 0 0 0,0 1 0 0 0,0-1 1 0 0,0 0-1 0 0,0-1 0 0 0,9-5 0 0 0,-14 8 755 0 0,0 0 0 0 0,1 0 0 0 0,-1 0-1 0 0,0-1 1 0 0,0 1 0 0 0,0 0 0 0 0,1 0 0 0 0,-1 0-1 0 0,0-1 1 0 0,0 1 0 0 0,0 0 0 0 0,0 0 0 0 0,0-1-1 0 0,1 1 1 0 0,-1 0 0 0 0,0 0 0 0 0,0-1 0 0 0,0 1-1 0 0,0 0 1 0 0,0 0 0 0 0,0-1 0 0 0,0 1 0 0 0,0 0-1 0 0,0 0 1 0 0,0-1 0 0 0,0 1 0 0 0,0 0 0 0 0,0-1-1 0 0,0 1 1 0 0,0 0 0 0 0,0 0 0 0 0,0-1 0 0 0,0 1-1 0 0,-1 0 1 0 0,1 0 0 0 0,0-1 0 0 0,0 1 0 0 0,0 0-1 0 0,-1-1 1 0 0</inkml:trace>
  <inkml:trace contextRef="#ctx0" brushRef="#br0" timeOffset="1">46 347 5489 0 0,'-7'12'1071'0'0,"1"0"0"0"0,0 1-1 0 0,1 0 1 0 0,0 1 0 0 0,1-1 0 0 0,0 1 0 0 0,-1 17-1 0 0,4-26-901 0 0,0 0 0 0 0,0 0-1 0 0,1 1 1 0 0,-1-1 0 0 0,1 0 0 0 0,1 0-1 0 0,-1 1 1 0 0,1-1 0 0 0,0 0-1 0 0,0 0 1 0 0,0 0 0 0 0,1 0 0 0 0,0 0-1 0 0,0 0 1 0 0,0 0 0 0 0,1 0 0 0 0,-1-1-1 0 0,1 1 1 0 0,0-1 0 0 0,1 0-1 0 0,-1 0 1 0 0,6 5 0 0 0,-7-7-81 0 0,1 0 1 0 0,1-1-1 0 0,-1 1 1 0 0,0-1-1 0 0,0 0 1 0 0,0 0 0 0 0,1 0-1 0 0,-1 0 1 0 0,1-1-1 0 0,-1 1 1 0 0,0-1-1 0 0,1 0 1 0 0,-1 0-1 0 0,1 0 1 0 0,-1-1-1 0 0,1 1 1 0 0,-1-1-1 0 0,0 0 1 0 0,1 1-1 0 0,-1-1 1 0 0,0-1-1 0 0,0 1 1 0 0,4-3-1 0 0,10-4 140 0 0,-1-1 0 0 0,-1-1 0 0 0,18-15 0 0 0,-8 7-53 0 0,23-12-685 0 0,-12 9-2578 0 0,-3-3-4759 0 0,-23 18 4614 0 0,3 9-1180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0.2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17 128 3457 0 0,'0'0'253'0'0,"-1"0"0"0"0,1 0 1 0 0,-1 0-1 0 0,1 1 0 0 0,-1-1 1 0 0,0 0-1 0 0,1 0 0 0 0,-1 0 1 0 0,1 0-1 0 0,-1 0 0 0 0,1 0 0 0 0,-1 0 1 0 0,0 0-1 0 0,1 0 0 0 0,-1 0 1 0 0,1 0-1 0 0,-1-1 0 0 0,1 1 1 0 0,-1 0-1 0 0,1 0 0 0 0,-1-1 1 0 0,1 1-1 0 0,-1 0 0 0 0,1 0 0 0 0,-1-1 1 0 0,1 1-1 0 0,-1-1 0 0 0,1 1 1 0 0,-1 0-1 0 0,1-1 0 0 0,-1 0 1 0 0,19-10 3184 0 0,51-14-2072 0 0,-56 20-427 0 0,169-72 1139 0 0,-180 77-2064 0 0,-1-1 1 0 0,1 0-1 0 0,0 0 0 0 0,-1 1 1 0 0,1-1-1 0 0,0 1 0 0 0,-1 0 1 0 0,1-1-1 0 0,0 1 0 0 0,0 0 1 0 0,-1 0-1 0 0,1 0 0 0 0,0 0 1 0 0,0 1-1 0 0,-1-1 0 0 0,1 0 1 0 0,0 1-1 0 0,-1-1 0 0 0,1 1 1 0 0,0-1-1 0 0,-1 1 0 0 0,1 0 1 0 0,-1 0-1 0 0,1 0 0 0 0,-1 0 1 0 0,1 0-1 0 0,1 1 0 0 0,-1 1 4 0 0,0 1-1 0 0,0-1 1 0 0,0 0-1 0 0,0 1 1 0 0,0-1 0 0 0,0 1-1 0 0,-1 0 1 0 0,0 0-1 0 0,0 0 1 0 0,0-1-1 0 0,1 8 1 0 0,-1 6-18 0 0,0 1 0 0 0,0-1 0 0 0,-2 1 0 0 0,-3 25 0 0 0,-1-25-1182 0 0,4-28-3680 0 0,3-29-3134 0 0,0 18 3744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0.9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185 81 2609 0 0,'-1'-6'1177'0'0,"-1"0"0"0"0,0 0 1 0 0,0 0-1 0 0,0 1 1 0 0,-1-1-1 0 0,1 1 1 0 0,-1-1-1 0 0,-1 1 1 0 0,1 0-1 0 0,-1 0 1 0 0,-5-5-1 0 0,8 9-975 0 0,0 0 0 0 0,0 0-1 0 0,-1 0 1 0 0,1 1 0 0 0,0-1 0 0 0,-1 0-1 0 0,1 1 1 0 0,-1-1 0 0 0,1 0-1 0 0,-1 1 1 0 0,1 0 0 0 0,-1-1 0 0 0,0 1-1 0 0,1 0 1 0 0,-1 0 0 0 0,1 0 0 0 0,-1 0-1 0 0,-2 0 1 0 0,1 1-141 0 0,0 0-1 0 0,0 0 1 0 0,0 0-1 0 0,1 1 1 0 0,-1-1 0 0 0,0 1-1 0 0,1-1 1 0 0,-1 1-1 0 0,1 0 1 0 0,-1 0-1 0 0,1 0 1 0 0,0 0 0 0 0,-2 4-1 0 0,-5 5 54 0 0,1 1 1 0 0,0 1-1 0 0,1-1 0 0 0,0 1 0 0 0,1 1 0 0 0,1-1 1 0 0,0 1-1 0 0,1 0 0 0 0,0 0 0 0 0,-2 16 0 0 0,1 3 40 0 0,2 1-1 0 0,0 0 1 0 0,4 42-1 0 0,0-56-98 0 0,1 0-1 0 0,1 0 1 0 0,1-1-1 0 0,1 0 1 0 0,0 0 0 0 0,2 0-1 0 0,0 0 1 0 0,1-1 0 0 0,10 18-1 0 0,-14-29-249 0 0,1 0 0 0 0,-1-1 0 0 0,1 1 0 0 0,0-1-1 0 0,1 0 1 0 0,0 0 0 0 0,0-1 0 0 0,0 1 0 0 0,0-1 0 0 0,1-1-1 0 0,0 1 1 0 0,0-1 0 0 0,0 0 0 0 0,0-1 0 0 0,1 0 0 0 0,0 0-1 0 0,-1 0 1 0 0,1-1 0 0 0,0 0 0 0 0,0-1 0 0 0,0 0 0 0 0,0 0-1 0 0,1 0 1 0 0,12-2 0 0 0,-16 0-444 0 0,-1 1-1 0 0,1-1 1 0 0,0 0-1 0 0,-1 0 1 0 0,0-1 0 0 0,1 0-1 0 0,-1 1 1 0 0,0-1 0 0 0,0-1-1 0 0,0 1 1 0 0,0-1-1 0 0,0 1 1 0 0,0-1 0 0 0,-1 0-1 0 0,1 0 1 0 0,-1-1-1 0 0,0 1 1 0 0,0-1 0 0 0,0 0-1 0 0,0 1 1 0 0,-1-1-1 0 0,0 0 1 0 0,0-1 0 0 0,3-6-1 0 0,6-8-1987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1.4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82 6113 0 0,'-16'-8'4482'0'0,"16"0"-1981"0"0,26-11-198 0 0,-21 16-1887 0 0,6-4 252 0 0,-1 2 0 0 0,1-1-1 0 0,0 1 1 0 0,1 1 0 0 0,-1 0-1 0 0,1 1 1 0 0,0 0 0 0 0,0 1-1 0 0,0 0 1 0 0,20 0 0 0 0,-30 2-618 0 0,-1 1-1 0 0,0 0 1 0 0,0 0 0 0 0,1 0 0 0 0,-1-1 0 0 0,0 1 0 0 0,0 0 0 0 0,0 0 0 0 0,0 0 0 0 0,0 0-1 0 0,0 1 1 0 0,-1-1 0 0 0,1 0 0 0 0,0 0 0 0 0,-1 0 0 0 0,1 1 0 0 0,0-1 0 0 0,-1 0 0 0 0,0 1 0 0 0,1-1-1 0 0,-1 1 1 0 0,0-1 0 0 0,0 0 0 0 0,1 1 0 0 0,-1-1 0 0 0,0 1 0 0 0,0-1 0 0 0,-1 0 0 0 0,1 1-1 0 0,0-1 1 0 0,0 1 0 0 0,-1 1 0 0 0,-12 51 65 0 0,12-49-81 0 0,-5 18-285 0 0,-2 0 1 0 0,0-1 0 0 0,-2 0-1 0 0,0 0 1 0 0,-1-1 0 0 0,-20 28-1 0 0,14-34-545 0 0,16-15 768 0 0,1 0 1 0 0,0 0 0 0 0,0 0 0 0 0,-1 0-1 0 0,1 0 1 0 0,0 0 0 0 0,-1 0 0 0 0,1 0 0 0 0,0 0-1 0 0,0 0 1 0 0,-1 0 0 0 0,1 0 0 0 0,0 0-1 0 0,-1 0 1 0 0,1 0 0 0 0,0 0 0 0 0,0 0 0 0 0,-1-1-1 0 0,1 1 1 0 0,0 0 0 0 0,-1 0 0 0 0,1 0-1 0 0,0 0 1 0 0,0-1 0 0 0,0 1 0 0 0,-1 0 0 0 0,1 0-1 0 0,0 0 1 0 0,0-1 0 0 0,0 1 0 0 0,-1 0-1 0 0,1 0 1 0 0,0-1 0 0 0,0 1 0 0 0,0-1 0 0 0,-1 0-12 0 0,1-1 0 0 0,0 0 0 0 0,0 0 1 0 0,0 0-1 0 0,0 0 0 0 0,0 1 0 0 0,0-1 1 0 0,1 0-1 0 0,-1 0 0 0 0,0 0 1 0 0,1 1-1 0 0,-1-1 0 0 0,1 0 0 0 0,0 0 1 0 0,0 1-1 0 0,0-1 0 0 0,0 1 0 0 0,1-3 1 0 0,1 0 44 0 0,0 0 1 0 0,0 1 0 0 0,0 0-1 0 0,0-1 1 0 0,0 1 0 0 0,1 0-1 0 0,0 0 1 0 0,-1 1 0 0 0,1-1-1 0 0,0 1 1 0 0,0 0 0 0 0,0 0-1 0 0,1 0 1 0 0,-1 0 0 0 0,1 1-1 0 0,-1 0 1 0 0,0 0 0 0 0,8-1-1 0 0,3 1-448 0 0,0 1 0 0 0,0 1-1 0 0,0 1 1 0 0,20 3 0 0 0,31 4-4172 0 0,-59-9 3565 0 0,-1 0-1 0 0,0 0 1 0 0,1-1-1 0 0,-1 1 0 0 0,0-1 1 0 0,0-1-1 0 0,11-3 1 0 0,-16 5 871 0 0,1-1 0 0 0,-1 0 0 0 0,0 1 1 0 0,0-1-1 0 0,1 0 0 0 0,-1 0 1 0 0,0 0-1 0 0,0 0 0 0 0,0 0 0 0 0,0 0 1 0 0,0 0-1 0 0,0 0 0 0 0,-1 0 0 0 0,2-2 1 0 0,-1 1 26 0 0,7-7-1915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1.8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36 1000 0 0,'-1'-5'46'0'0,"-12"-26"8487"0"0,13 51-6271 0 0,3 6-1518 0 0,0 1 1 0 0,2-1-1 0 0,13 42 0 0 0,36 72-2541 0 0,-57-147-1608 0 0,-20-47-682 0 0,17 41 4478 0 0,2-1-1 0 0,-1 0 0 0 0,1 1 0 0 0,1-1 1 0 0,-2-20-1 0 0,5 33-294 0 0,0-1 0 0 0,1 1 0 0 0,-1 0 1 0 0,0 0-1 0 0,0 0 0 0 0,0 0 0 0 0,1-1 0 0 0,-1 1 0 0 0,1 0 0 0 0,-1 0 0 0 0,1 0 1 0 0,-1 0-1 0 0,1 0 0 0 0,0 0 0 0 0,-1 0 0 0 0,1 0 0 0 0,0 0 0 0 0,0 1 0 0 0,-1-1 1 0 0,1 0-1 0 0,0 0 0 0 0,0 1 0 0 0,0-1 0 0 0,2-1 0 0 0,0 1 63 0 0,0 0 1 0 0,1 0-1 0 0,-1 0 0 0 0,0 0 0 0 0,0 1 0 0 0,0-1 1 0 0,1 1-1 0 0,-1 0 0 0 0,5 0 0 0 0,33 8-1442 0 0,-11 9-4940 0 0,-17-5 3175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2.2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1 4585 0 0,'-7'9'679'0'0,"0"1"0"0"0,0 0 0 0 0,1 0 0 0 0,0 0 1 0 0,1 1-1 0 0,0 0 0 0 0,1 0 0 0 0,0 1 0 0 0,1-1 0 0 0,0 1 0 0 0,-1 18 0 0 0,3-25-595 0 0,1-1 0 0 0,0 1 0 0 0,1 0 0 0 0,-1 0 0 0 0,1 0 0 0 0,0 0 0 0 0,0-1 1 0 0,0 1-1 0 0,1 0 0 0 0,-1-1 0 0 0,1 1 0 0 0,0-1 0 0 0,1 0 0 0 0,-1 1 0 0 0,1-1 0 0 0,0 0 0 0 0,0-1 0 0 0,0 1 0 0 0,0 0 0 0 0,1-1 0 0 0,-1 0 0 0 0,1 0 0 0 0,0 0 0 0 0,0 0 0 0 0,0 0 0 0 0,0-1 0 0 0,1 0 0 0 0,-1 0 0 0 0,1 0 0 0 0,7 2 0 0 0,-6-2 46 0 0,0-1-1 0 0,0 0 0 0 0,1 0 1 0 0,-1 0-1 0 0,0-1 1 0 0,1 1-1 0 0,-1-2 0 0 0,1 1 1 0 0,-1-1-1 0 0,0 0 0 0 0,1 0 1 0 0,-1 0-1 0 0,0-1 1 0 0,0 0-1 0 0,0-1 0 0 0,0 1 1 0 0,0-1-1 0 0,10-7 1 0 0,-13 8-63 0 0,0-1 0 0 0,1 1 0 0 0,-1-1 1 0 0,0 0-1 0 0,-1 0 0 0 0,1 0 0 0 0,0-1 1 0 0,-1 1-1 0 0,0-1 0 0 0,0 1 1 0 0,0-1-1 0 0,0 0 0 0 0,0 0 0 0 0,-1 1 1 0 0,0-1-1 0 0,0 0 0 0 0,0-1 0 0 0,0 1 1 0 0,-1 0-1 0 0,1 0 0 0 0,-1 0 0 0 0,0 0 1 0 0,0 0-1 0 0,-1-1 0 0 0,1 1 1 0 0,-1 0-1 0 0,0 0 0 0 0,0 0 0 0 0,0 0 1 0 0,-2-4-1 0 0,2 5-43 0 0,-1 0 0 0 0,1 0 0 0 0,-1 1 1 0 0,1-1-1 0 0,-1 0 0 0 0,0 1 0 0 0,0 0 0 0 0,0-1 0 0 0,0 1 0 0 0,-1 0 1 0 0,1 0-1 0 0,-1 0 0 0 0,1 0 0 0 0,-1 0 0 0 0,0 1 0 0 0,1-1 0 0 0,-1 1 1 0 0,0 0-1 0 0,0 0 0 0 0,0 0 0 0 0,0 0 0 0 0,0 0 0 0 0,0 1 1 0 0,-4-1-1 0 0,-7 0-790 0 0,1 1 0 0 0,-1 0 0 0 0,1 1 0 0 0,-18 4 0 0 0,12-3-2101 0 0,18-2 2492 0 0,0 1 1 0 0,0-1 0 0 0,1 0-1 0 0,-1 0 1 0 0,0 0 0 0 0,0-1-1 0 0,0 1 1 0 0,0 0 0 0 0,1 0-1 0 0,-1 0 1 0 0,0-1 0 0 0,0 1-1 0 0,0 0 1 0 0,1-1 0 0 0,-1 1-1 0 0,0 0 1 0 0,0-1 0 0 0,1 1 0 0 0,-1-1-1 0 0,0 1 1 0 0,1-1 0 0 0,-1 0-1 0 0,1 1 1 0 0,-1-2 0 0 0,-1-1-2890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2.6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79 7306 0 0,'22'-8'7802'0'0,"-7"4"-7431"0"0,0-2 1 0 0,0 0 0 0 0,18-10-1 0 0,-20 7 92 0 0,-10 6-231 0 0,1 0 0 0 0,0 0 1 0 0,-1 0-1 0 0,1 1 0 0 0,0-1 0 0 0,0 1 0 0 0,0 0 0 0 0,1 1 0 0 0,-1-1 1 0 0,0 0-1 0 0,1 1 0 0 0,7-1 0 0 0,-12 3-154 0 0,1-1 0 0 0,-1 1 0 0 0,1 0 0 0 0,-1 0 0 0 0,1-1 0 0 0,-1 1 0 0 0,0 0 0 0 0,1 0 0 0 0,-1 0 0 0 0,0 0 0 0 0,0 0-1 0 0,0-1 1 0 0,1 1 0 0 0,-1 0 0 0 0,0 0 0 0 0,0 0 0 0 0,0 0 0 0 0,-1 0 0 0 0,1 0 0 0 0,0 0 0 0 0,0-1 0 0 0,0 1 0 0 0,-1 1 0 0 0,-5 26 258 0 0,5-25-263 0 0,-43 153-130 0 0,8-55-2870 0 0,37-109 831 0 0,10-32 1450 0 0,-10 39 689 0 0,-1 0-1 0 0,1 0 1 0 0,-1 0 0 0 0,1 0-1 0 0,0 1 1 0 0,-1-1-1 0 0,1 0 1 0 0,0 0-1 0 0,0 1 1 0 0,-1-1 0 0 0,1 0-1 0 0,0 1 1 0 0,0-1-1 0 0,0 1 1 0 0,0-1-1 0 0,0 1 1 0 0,0-1-1 0 0,0 1 1 0 0,0 0 0 0 0,0-1-1 0 0,0 1 1 0 0,0 0-1 0 0,0 0 1 0 0,0 0-1 0 0,0 0 1 0 0,0 0 0 0 0,1 0-1 0 0,-1 0 1 0 0,0 0-1 0 0,0 0 1 0 0,0 1-1 0 0,0-1 1 0 0,0 0 0 0 0,0 1-1 0 0,0-1 1 0 0,0 0-1 0 0,0 1 1 0 0,0-1-1 0 0,1 2 1 0 0,47 35 587 0 0,-13-9-1653 0 0,-10-14-2680 0 0,-26-14 3484 0 0,1 0-1 0 0,-1 0 1 0 0,1 1-1 0 0,-1-1 1 0 0,1 0-1 0 0,-1 0 1 0 0,1 0-1 0 0,-1 0 1 0 0,1-1-1 0 0,0 1 1 0 0,-1 0-1 0 0,1 0 1 0 0,-1 0-1 0 0,1 0 1 0 0,-1 0-1 0 0,1-1 1 0 0,-1 1-1 0 0,1 0 1 0 0,-1-1-1 0 0,0 1 1 0 0,1 0-1 0 0,-1-1 1 0 0,1 1-1 0 0,-1 0 1 0 0,0-1-1 0 0,1 1 1 0 0,-1-1-1 0 0,0 1 1 0 0,1 0-1 0 0,-1-1 1 0 0,0 1-1 0 0,0-1 1 0 0,1 1-1 0 0,-1-1 1 0 0,0 1-1 0 0,0-1 1 0 0,0 1-1 0 0,0-1 1 0 0,0 0-1 0 0,0 1 1 0 0,0-1-1 0 0,0 1 1 0 0,0-1-1 0 0,0 1 1 0 0,0-1-1 0 0,0 1 1 0 0,0-1-1 0 0,0 0 1 0 0,-2-5-2318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2.9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15 183 4249 0 0,'0'0'258'0'0,"-1"-1"-1"0"0,1 1 1 0 0,0-1-1 0 0,0 1 1 0 0,0 0 0 0 0,-1-1-1 0 0,1 1 1 0 0,0 0 0 0 0,0-1-1 0 0,-1 1 1 0 0,1-1-1 0 0,0 1 1 0 0,-1 0 0 0 0,1 0-1 0 0,0-1 1 0 0,-1 1 0 0 0,1 0-1 0 0,0 0 1 0 0,-1-1 0 0 0,1 1-1 0 0,-1 0 1 0 0,1 0-1 0 0,0 0 1 0 0,-1 0 0 0 0,1 0-1 0 0,-1-1 1 0 0,1 1 0 0 0,-1 0-1 0 0,1 0 1 0 0,-1 0-1 0 0,1 0 1 0 0,0 0 0 0 0,-1 0-1 0 0,1 1 1 0 0,-1-1 0 0 0,1 0-1 0 0,-1 0 1 0 0,0 0-1 0 0,7 5 3264 0 0,12-3-3389 0 0,-5-2 118 0 0,1-1 1 0 0,0-1-1 0 0,0 0 0 0 0,-1-1 0 0 0,1 0 0 0 0,-1-1 1 0 0,18-8-1 0 0,-23 8-1110 0 0,-1 1 1 0 0,1-2-1 0 0,-1 1 1 0 0,0-1-1 0 0,0 0 1 0 0,0-1-1 0 0,11-11 1 0 0,-17 15 463 0 0,1 0 1 0 0,-1 0-1 0 0,0 0 1 0 0,0 0 0 0 0,0 0-1 0 0,0 0 1 0 0,0 0-1 0 0,0 0 1 0 0,0-1-1 0 0,-1 1 1 0 0,1 0-1 0 0,-1 0 1 0 0,0-1-1 0 0,1 1 1 0 0,-1 0 0 0 0,0-1-1 0 0,-1-3 1 0 0,-13-39 1427 0 0,7 26 3144 0 0,14 49 3657 0 0,-1 27-5831 0 0,2 10-1924 0 0,6 1-117 0 0,8 53-353 0 0,-21-107-709 0 0,0 0 1 0 0,-2 0-1 0 0,-2 23 1 0 0,4-37 943 0 0,-1 1 0 0 0,0-1 0 0 0,0 1 0 0 0,0 0 0 0 0,-1-1 0 0 0,1 1-1 0 0,0 0 1 0 0,0-1 0 0 0,0 1 0 0 0,0 0 0 0 0,-1-1 0 0 0,1 1 0 0 0,0 0 0 0 0,0-1 0 0 0,-1 1 0 0 0,1-1 0 0 0,0 1 0 0 0,-1-1 0 0 0,1 1 0 0 0,-1-1 0 0 0,1 1 0 0 0,-1-1 0 0 0,1 1 0 0 0,-1-1 0 0 0,1 0 0 0 0,-1 1 0 0 0,0-1-1 0 0,1 0 1 0 0,-1 1 0 0 0,1-1 0 0 0,-1 0 0 0 0,0 0 0 0 0,1 1 0 0 0,-1-1 0 0 0,0 0 0 0 0,-19-9-3550 0 0,14 6 2984 0 0,-6 0-3702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3.5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54 57 6385 0 0,'-4'4'378'0'0,"0"1"0"0"0,1 1 0 0 0,-1-1 0 0 0,1 0 0 0 0,1 1-1 0 0,-1 0 1 0 0,1-1 0 0 0,0 1 0 0 0,0 0 0 0 0,1 0 0 0 0,-1 0-1 0 0,1 1 1 0 0,1-1 0 0 0,-1 0 0 0 0,1 0 0 0 0,1 7 0 0 0,-1-7-592 0 0,1 0 1 0 0,0-1-1 0 0,1 1 0 0 0,-1 0 1 0 0,1-1-1 0 0,0 1 1 0 0,1-1-1 0 0,-1 0 1 0 0,1 0-1 0 0,0 0 1 0 0,1 0-1 0 0,-1 0 0 0 0,1-1 1 0 0,0 1-1 0 0,0-1 1 0 0,0 0-1 0 0,7 5 1 0 0,-11-9 151 0 0,0 0 0 0 0,0 0 0 0 0,0 0 1 0 0,0 0-1 0 0,0 0 0 0 0,1 1 0 0 0,-1-1 0 0 0,0 0 1 0 0,0 0-1 0 0,0 0 0 0 0,0 0 0 0 0,0 0 1 0 0,1 0-1 0 0,-1 0 0 0 0,0 0 0 0 0,0 0 1 0 0,0 0-1 0 0,0 0 0 0 0,1 0 0 0 0,-1 0 1 0 0,0 0-1 0 0,0 0 0 0 0,0 0 0 0 0,0 0 0 0 0,1 0 1 0 0,-1 0-1 0 0,0 0 0 0 0,0 0 0 0 0,0 0 1 0 0,0 0-1 0 0,1 0 0 0 0,-1-1 0 0 0,0 1 1 0 0,0 0-1 0 0,0 0 0 0 0,0 0 0 0 0,0 0 1 0 0,0 0-1 0 0,1 0 0 0 0,-1 0 0 0 0,0-1 0 0 0,0 1 1 0 0,0 0-1 0 0,0 0 0 0 0,0 0 0 0 0,0 0 1 0 0,0-1-1 0 0,0 1 0 0 0,0 0 0 0 0,0 0 1 0 0,0 0-1 0 0,0 0 0 0 0,0-1 0 0 0,2-15-1628 0 0,-5-15 202 0 0,1 21 1425 0 0,-1 1-1 0 0,0-1 0 0 0,0 1 1 0 0,-1-1-1 0 0,-1 1 1 0 0,1 0-1 0 0,-9-11 0 0 0,-18-41 5382 0 0,31 60-5076 0 0,0 0 0 0 0,0 0-1 0 0,0 0 1 0 0,0 0 0 0 0,0 0-1 0 0,1 0 1 0 0,-1-1 0 0 0,0 1-1 0 0,0 0 1 0 0,1 0 0 0 0,-1 0-1 0 0,1 0 1 0 0,-1 0 0 0 0,1 1-1 0 0,-1-1 1 0 0,1 0 0 0 0,-1 0-1 0 0,1 0 1 0 0,0 0 0 0 0,0 0-1 0 0,-1 1 1 0 0,1-1 0 0 0,0 0 0 0 0,0 1-1 0 0,0-1 1 0 0,0 1 0 0 0,0-1-1 0 0,0 1 1 0 0,0-1 0 0 0,0 1-1 0 0,0 0 1 0 0,0-1 0 0 0,0 1-1 0 0,0 0 1 0 0,0 0 0 0 0,0 0-1 0 0,0 0 1 0 0,0-1 0 0 0,2 2-1 0 0,57-6 2293 0 0,-47 4-1699 0 0,55-11 745 0 0,9-1-463 0 0,-72 12-1052 0 0,1 1 0 0 0,0 0 1 0 0,-1 0-1 0 0,1 0 0 0 0,0 1 1 0 0,-1 0-1 0 0,1 0 1 0 0,-1 0-1 0 0,1 1 0 0 0,7 3 1 0 0,-12-5-115 0 0,0 1 1 0 0,1 0 0 0 0,-1-1-1 0 0,1 1 1 0 0,-1 0 0 0 0,0 0-1 0 0,1 0 1 0 0,-1 0-1 0 0,0 1 1 0 0,0-1 0 0 0,0 0-1 0 0,0 0 1 0 0,0 1 0 0 0,0-1-1 0 0,0 1 1 0 0,-1-1-1 0 0,1 0 1 0 0,0 1 0 0 0,-1 0-1 0 0,1-1 1 0 0,-1 1 0 0 0,1-1-1 0 0,-1 1 1 0 0,0-1 0 0 0,0 1-1 0 0,0 0 1 0 0,0-1-1 0 0,0 1 1 0 0,0 0 0 0 0,0-1-1 0 0,-1 1 1 0 0,1-1 0 0 0,0 1-1 0 0,-1 0 1 0 0,1-1 0 0 0,-1 1-1 0 0,0-1 1 0 0,-1 3-1 0 0,1-2-450 0 0,-1 0-1 0 0,1 1 1 0 0,-1-1 0 0 0,1 0-1 0 0,-1 0 1 0 0,0 0-1 0 0,0 0 1 0 0,0-1-1 0 0,0 1 1 0 0,0 0-1 0 0,0-1 1 0 0,0 0-1 0 0,-1 1 1 0 0,1-1-1 0 0,-1 0 1 0 0,1 0-1 0 0,-1 0 1 0 0,1-1-1 0 0,-1 1 1 0 0,1 0 0 0 0,-1-1-1 0 0,1 0 1 0 0,-5 0-1 0 0,-3 0-990 0 0,-41-3-3902 0 0,44 4 5301 0 0,1-1 1 0 0,-1 2 0 0 0,1-1-1 0 0,-1 1 1 0 0,1-1 0 0 0,-7 4-1 0 0,-18 7 749 0 0,-47 21 2894 0 0,71-29-2846 0 0,1-1 1 0 0,-1 1-1 0 0,1 0 0 0 0,0 1 0 0 0,0-1 1 0 0,1 1-1 0 0,-1 0 0 0 0,-6 9 0 0 0,11-13-592 0 0,1-1 0 0 0,-1 1 0 0 0,1-1-1 0 0,0 0 1 0 0,-1 1 0 0 0,1-1 0 0 0,0 1 0 0 0,-1-1-1 0 0,1 1 1 0 0,0-1 0 0 0,0 1 0 0 0,0-1-1 0 0,-1 1 1 0 0,1-1 0 0 0,0 1 0 0 0,0-1-1 0 0,0 1 1 0 0,0-1 0 0 0,0 1 0 0 0,0-1 0 0 0,0 1-1 0 0,0 0 1 0 0,0-1 0 0 0,0 1 0 0 0,0-1-1 0 0,0 1 1 0 0,0-1 0 0 0,1 1 0 0 0,-1-1-1 0 0,0 1 1 0 0,0-1 0 0 0,1 1 0 0 0,-1-1-1 0 0,1 2 1 0 0,20 3 1842 0 0,27-12-263 0 0,-7-5-905 0 0,-1-2 0 0 0,47-23-1 0 0,16-22-6088 0 0,-101 58 4462 0 0,-1 0-1 0 0,1-1 0 0 0,-1 1 1 0 0,1-1-1 0 0,-1 1 1 0 0,1-1-1 0 0,-1 0 0 0 0,0 1 1 0 0,1-1-1 0 0,-1 0 0 0 0,0 0 1 0 0,-1 0-1 0 0,1 0 0 0 0,1-2 1 0 0,1-3-2725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1:43.9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 5401 0 0,'8'-8'9850'0'0,"10"7"-7020"0"0,16 6-1872 0 0,-17 0-630 0 0,0 0 1 0 0,0 1-1 0 0,-1 1 1 0 0,1 1-1 0 0,-2 0 0 0 0,1 1 1 0 0,-1 0-1 0 0,0 1 1 0 0,-1 1-1 0 0,0 1 1 0 0,18 19-1 0 0,-23-21-245 0 0,-1 1-1 0 0,-1-1 1 0 0,1 2-1 0 0,-2-1 1 0 0,0 1 0 0 0,0-1-1 0 0,-1 2 1 0 0,-1-1-1 0 0,0 0 1 0 0,0 1-1 0 0,-1 0 1 0 0,-1 0 0 0 0,0 0-1 0 0,-1 0 1 0 0,0 0-1 0 0,-2 18 1 0 0,-3-3-40 0 0,0 0 0 0 0,-2-1 0 0 0,0 0 0 0 0,-2 0 0 0 0,-2 0 1 0 0,0-1-1 0 0,-24 43 0 0 0,19-42-1240 0 0,-2-1 1 0 0,0 0-1 0 0,-38 40 1 0 0,54-64 899 0 0,-24 20-3679 0 0,24-22 3685 0 0,1 1-1 0 0,-1-1 1 0 0,0 1-1 0 0,0-1 1 0 0,1 1 0 0 0,-1-1-1 0 0,0 0 1 0 0,0 1-1 0 0,0-1 1 0 0,0 0-1 0 0,0 0 1 0 0,1 0-1 0 0,-1 0 1 0 0,0 0 0 0 0,0 0-1 0 0,0 0 1 0 0,0 0-1 0 0,0 0 1 0 0,0 0-1 0 0,0 0 1 0 0,1 0-1 0 0,-1 0 1 0 0,0-1 0 0 0,0 1-1 0 0,0 0 1 0 0,0-1-1 0 0,1 1 1 0 0,-1-1-1 0 0,0 1 1 0 0,0-1-1 0 0,0 0 1 0 0,-5-7-4237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065EB8C0-E43D-45A8-B5B5-DCA0BEC6ED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D77E078-F83B-449A-820C-45F44F004CCB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5208F2D-282D-4F65-A54D-6AE7CEFF8638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8CDE8B9-81DC-4430-9E0D-023B8FC0A4BA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36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941EC4AC-C3B6-416E-9E3A-58D886E0E7EF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FD7D1E-54B8-4883-A38E-CC04D5338490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1C84FC69-4D3E-4B28-A7F1-9EDED950AEB2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F1092332-D77C-4A38-A3BF-65524EF556AF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8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B5989A7-7117-4659-8A25-6024146F2F71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560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7B84F3E7-7609-4A0C-A7E9-2452EE49E320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2BFE06BA-B4F7-43EC-83E2-FE66047AE219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11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7FDDDE4-CCC6-4787-98E3-541930B0E932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6208AD1-733E-4BA3-B539-9F5FC9501E8C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430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30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5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CA6D682A-3D6C-48F6-BCB2-F494AF08FCEA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30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0FB6C226-6BE9-420D-8728-5843E49C039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666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25D0EF13-BF87-4A97-81CB-0DD4E33974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094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18D5AA60-BEF7-44D5-9266-3A1D605BF5F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392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3180"/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1"/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2"/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195C4-1598-4807-AFEE-43D94F163D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708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C54DC8A7-8CD2-4C28-9F5D-8D103E58B0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5" r:id="rId4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.xml"/><Relationship Id="rId21" Type="http://schemas.openxmlformats.org/officeDocument/2006/relationships/image" Target="../media/image15.png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47" Type="http://schemas.openxmlformats.org/officeDocument/2006/relationships/image" Target="../media/image28.png"/><Relationship Id="rId50" Type="http://schemas.openxmlformats.org/officeDocument/2006/relationships/customXml" Target="../ink/ink26.xml"/><Relationship Id="rId55" Type="http://schemas.openxmlformats.org/officeDocument/2006/relationships/image" Target="../media/image32.png"/><Relationship Id="rId63" Type="http://schemas.openxmlformats.org/officeDocument/2006/relationships/image" Target="../media/image36.png"/><Relationship Id="rId68" Type="http://schemas.openxmlformats.org/officeDocument/2006/relationships/customXml" Target="../ink/ink35.xml"/><Relationship Id="rId76" Type="http://schemas.openxmlformats.org/officeDocument/2006/relationships/customXml" Target="../ink/ink39.xml"/><Relationship Id="rId84" Type="http://schemas.openxmlformats.org/officeDocument/2006/relationships/customXml" Target="../ink/ink43.xml"/><Relationship Id="rId89" Type="http://schemas.openxmlformats.org/officeDocument/2006/relationships/image" Target="../media/image49.png"/><Relationship Id="rId97" Type="http://schemas.openxmlformats.org/officeDocument/2006/relationships/image" Target="../media/image53.png"/><Relationship Id="rId7" Type="http://schemas.openxmlformats.org/officeDocument/2006/relationships/image" Target="../media/image8.png"/><Relationship Id="rId71" Type="http://schemas.openxmlformats.org/officeDocument/2006/relationships/image" Target="../media/image40.png"/><Relationship Id="rId92" Type="http://schemas.openxmlformats.org/officeDocument/2006/relationships/customXml" Target="../ink/ink47.xml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29" Type="http://schemas.openxmlformats.org/officeDocument/2006/relationships/image" Target="../media/image19.png"/><Relationship Id="rId11" Type="http://schemas.openxmlformats.org/officeDocument/2006/relationships/image" Target="../media/image10.png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23.png"/><Relationship Id="rId40" Type="http://schemas.openxmlformats.org/officeDocument/2006/relationships/customXml" Target="../ink/ink21.xml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8" Type="http://schemas.openxmlformats.org/officeDocument/2006/relationships/customXml" Target="../ink/ink30.xml"/><Relationship Id="rId66" Type="http://schemas.openxmlformats.org/officeDocument/2006/relationships/customXml" Target="../ink/ink34.xml"/><Relationship Id="rId74" Type="http://schemas.openxmlformats.org/officeDocument/2006/relationships/customXml" Target="../ink/ink38.xml"/><Relationship Id="rId79" Type="http://schemas.openxmlformats.org/officeDocument/2006/relationships/image" Target="../media/image44.png"/><Relationship Id="rId87" Type="http://schemas.openxmlformats.org/officeDocument/2006/relationships/image" Target="../media/image48.png"/><Relationship Id="rId5" Type="http://schemas.openxmlformats.org/officeDocument/2006/relationships/image" Target="../media/image7.png"/><Relationship Id="rId61" Type="http://schemas.openxmlformats.org/officeDocument/2006/relationships/image" Target="../media/image35.png"/><Relationship Id="rId82" Type="http://schemas.openxmlformats.org/officeDocument/2006/relationships/customXml" Target="../ink/ink42.xml"/><Relationship Id="rId90" Type="http://schemas.openxmlformats.org/officeDocument/2006/relationships/customXml" Target="../ink/ink46.xml"/><Relationship Id="rId95" Type="http://schemas.openxmlformats.org/officeDocument/2006/relationships/image" Target="../media/image52.png"/><Relationship Id="rId19" Type="http://schemas.openxmlformats.org/officeDocument/2006/relationships/image" Target="../media/image14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8.png"/><Relationship Id="rId30" Type="http://schemas.openxmlformats.org/officeDocument/2006/relationships/customXml" Target="../ink/ink16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Relationship Id="rId48" Type="http://schemas.openxmlformats.org/officeDocument/2006/relationships/customXml" Target="../ink/ink25.xml"/><Relationship Id="rId56" Type="http://schemas.openxmlformats.org/officeDocument/2006/relationships/customXml" Target="../ink/ink29.xml"/><Relationship Id="rId64" Type="http://schemas.openxmlformats.org/officeDocument/2006/relationships/customXml" Target="../ink/ink33.xml"/><Relationship Id="rId69" Type="http://schemas.openxmlformats.org/officeDocument/2006/relationships/image" Target="../media/image39.png"/><Relationship Id="rId77" Type="http://schemas.openxmlformats.org/officeDocument/2006/relationships/image" Target="../media/image43.png"/><Relationship Id="rId8" Type="http://schemas.openxmlformats.org/officeDocument/2006/relationships/customXml" Target="../ink/ink5.xml"/><Relationship Id="rId51" Type="http://schemas.openxmlformats.org/officeDocument/2006/relationships/image" Target="../media/image30.png"/><Relationship Id="rId72" Type="http://schemas.openxmlformats.org/officeDocument/2006/relationships/customXml" Target="../ink/ink37.xml"/><Relationship Id="rId80" Type="http://schemas.openxmlformats.org/officeDocument/2006/relationships/customXml" Target="../ink/ink41.xml"/><Relationship Id="rId85" Type="http://schemas.openxmlformats.org/officeDocument/2006/relationships/image" Target="../media/image47.png"/><Relationship Id="rId93" Type="http://schemas.openxmlformats.org/officeDocument/2006/relationships/image" Target="../media/image51.png"/><Relationship Id="rId3" Type="http://schemas.openxmlformats.org/officeDocument/2006/relationships/image" Target="../media/image6.png"/><Relationship Id="rId12" Type="http://schemas.openxmlformats.org/officeDocument/2006/relationships/customXml" Target="../ink/ink7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image" Target="../media/image34.png"/><Relationship Id="rId67" Type="http://schemas.openxmlformats.org/officeDocument/2006/relationships/image" Target="../media/image38.png"/><Relationship Id="rId20" Type="http://schemas.openxmlformats.org/officeDocument/2006/relationships/customXml" Target="../ink/ink11.xml"/><Relationship Id="rId41" Type="http://schemas.openxmlformats.org/officeDocument/2006/relationships/image" Target="../media/image25.png"/><Relationship Id="rId54" Type="http://schemas.openxmlformats.org/officeDocument/2006/relationships/customXml" Target="../ink/ink28.xml"/><Relationship Id="rId62" Type="http://schemas.openxmlformats.org/officeDocument/2006/relationships/customXml" Target="../ink/ink32.xml"/><Relationship Id="rId70" Type="http://schemas.openxmlformats.org/officeDocument/2006/relationships/customXml" Target="../ink/ink36.xml"/><Relationship Id="rId75" Type="http://schemas.openxmlformats.org/officeDocument/2006/relationships/image" Target="../media/image42.png"/><Relationship Id="rId83" Type="http://schemas.openxmlformats.org/officeDocument/2006/relationships/image" Target="../media/image46.png"/><Relationship Id="rId88" Type="http://schemas.openxmlformats.org/officeDocument/2006/relationships/customXml" Target="../ink/ink45.xml"/><Relationship Id="rId91" Type="http://schemas.openxmlformats.org/officeDocument/2006/relationships/image" Target="../media/image50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29.png"/><Relationship Id="rId57" Type="http://schemas.openxmlformats.org/officeDocument/2006/relationships/image" Target="../media/image33.png"/><Relationship Id="rId10" Type="http://schemas.openxmlformats.org/officeDocument/2006/relationships/customXml" Target="../ink/ink6.xml"/><Relationship Id="rId31" Type="http://schemas.openxmlformats.org/officeDocument/2006/relationships/image" Target="../media/image20.png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60" Type="http://schemas.openxmlformats.org/officeDocument/2006/relationships/customXml" Target="../ink/ink31.xml"/><Relationship Id="rId65" Type="http://schemas.openxmlformats.org/officeDocument/2006/relationships/image" Target="../media/image37.png"/><Relationship Id="rId73" Type="http://schemas.openxmlformats.org/officeDocument/2006/relationships/image" Target="../media/image41.png"/><Relationship Id="rId78" Type="http://schemas.openxmlformats.org/officeDocument/2006/relationships/customXml" Target="../ink/ink40.xml"/><Relationship Id="rId81" Type="http://schemas.openxmlformats.org/officeDocument/2006/relationships/image" Target="../media/image45.png"/><Relationship Id="rId86" Type="http://schemas.openxmlformats.org/officeDocument/2006/relationships/customXml" Target="../ink/ink44.xml"/><Relationship Id="rId94" Type="http://schemas.openxmlformats.org/officeDocument/2006/relationships/customXml" Target="../ink/ink48.xml"/><Relationship Id="rId4" Type="http://schemas.openxmlformats.org/officeDocument/2006/relationships/customXml" Target="../ink/ink3.xml"/><Relationship Id="rId9" Type="http://schemas.openxmlformats.org/officeDocument/2006/relationships/image" Target="../media/image9.png"/><Relationship Id="rId13" Type="http://schemas.openxmlformats.org/officeDocument/2006/relationships/image" Target="../media/image11.png"/><Relationship Id="rId18" Type="http://schemas.openxmlformats.org/officeDocument/2006/relationships/customXml" Target="../ink/ink10.xml"/><Relationship Id="rId3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customXml" Target="../ink/ink51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3.png"/><Relationship Id="rId21" Type="http://schemas.openxmlformats.org/officeDocument/2006/relationships/image" Target="../media/image65.png"/><Relationship Id="rId42" Type="http://schemas.openxmlformats.org/officeDocument/2006/relationships/customXml" Target="../ink/ink72.xml"/><Relationship Id="rId63" Type="http://schemas.openxmlformats.org/officeDocument/2006/relationships/image" Target="../media/image86.png"/><Relationship Id="rId84" Type="http://schemas.openxmlformats.org/officeDocument/2006/relationships/customXml" Target="../ink/ink93.xml"/><Relationship Id="rId138" Type="http://schemas.openxmlformats.org/officeDocument/2006/relationships/customXml" Target="../ink/ink120.xml"/><Relationship Id="rId159" Type="http://schemas.openxmlformats.org/officeDocument/2006/relationships/image" Target="../media/image134.png"/><Relationship Id="rId170" Type="http://schemas.openxmlformats.org/officeDocument/2006/relationships/customXml" Target="../ink/ink136.xml"/><Relationship Id="rId191" Type="http://schemas.openxmlformats.org/officeDocument/2006/relationships/image" Target="../media/image150.png"/><Relationship Id="rId205" Type="http://schemas.openxmlformats.org/officeDocument/2006/relationships/image" Target="../media/image157.png"/><Relationship Id="rId226" Type="http://schemas.openxmlformats.org/officeDocument/2006/relationships/customXml" Target="../ink/ink164.xml"/><Relationship Id="rId247" Type="http://schemas.openxmlformats.org/officeDocument/2006/relationships/image" Target="../media/image178.png"/><Relationship Id="rId107" Type="http://schemas.openxmlformats.org/officeDocument/2006/relationships/image" Target="../media/image108.png"/><Relationship Id="rId268" Type="http://schemas.openxmlformats.org/officeDocument/2006/relationships/customXml" Target="../ink/ink185.xml"/><Relationship Id="rId11" Type="http://schemas.openxmlformats.org/officeDocument/2006/relationships/image" Target="../media/image60.png"/><Relationship Id="rId32" Type="http://schemas.openxmlformats.org/officeDocument/2006/relationships/customXml" Target="../ink/ink67.xml"/><Relationship Id="rId53" Type="http://schemas.openxmlformats.org/officeDocument/2006/relationships/image" Target="../media/image81.png"/><Relationship Id="rId74" Type="http://schemas.openxmlformats.org/officeDocument/2006/relationships/customXml" Target="../ink/ink88.xml"/><Relationship Id="rId128" Type="http://schemas.openxmlformats.org/officeDocument/2006/relationships/customXml" Target="../ink/ink115.xml"/><Relationship Id="rId149" Type="http://schemas.openxmlformats.org/officeDocument/2006/relationships/image" Target="../media/image129.png"/><Relationship Id="rId5" Type="http://schemas.openxmlformats.org/officeDocument/2006/relationships/image" Target="../media/image57.png"/><Relationship Id="rId95" Type="http://schemas.openxmlformats.org/officeDocument/2006/relationships/image" Target="../media/image102.png"/><Relationship Id="rId160" Type="http://schemas.openxmlformats.org/officeDocument/2006/relationships/customXml" Target="../ink/ink131.xml"/><Relationship Id="rId181" Type="http://schemas.openxmlformats.org/officeDocument/2006/relationships/image" Target="../media/image145.png"/><Relationship Id="rId216" Type="http://schemas.openxmlformats.org/officeDocument/2006/relationships/customXml" Target="../ink/ink159.xml"/><Relationship Id="rId237" Type="http://schemas.openxmlformats.org/officeDocument/2006/relationships/image" Target="../media/image173.png"/><Relationship Id="rId258" Type="http://schemas.openxmlformats.org/officeDocument/2006/relationships/customXml" Target="../ink/ink180.xml"/><Relationship Id="rId22" Type="http://schemas.openxmlformats.org/officeDocument/2006/relationships/customXml" Target="../ink/ink62.xml"/><Relationship Id="rId43" Type="http://schemas.openxmlformats.org/officeDocument/2006/relationships/image" Target="../media/image76.png"/><Relationship Id="rId64" Type="http://schemas.openxmlformats.org/officeDocument/2006/relationships/customXml" Target="../ink/ink83.xml"/><Relationship Id="rId118" Type="http://schemas.openxmlformats.org/officeDocument/2006/relationships/customXml" Target="../ink/ink110.xml"/><Relationship Id="rId139" Type="http://schemas.openxmlformats.org/officeDocument/2006/relationships/image" Target="../media/image124.png"/><Relationship Id="rId85" Type="http://schemas.openxmlformats.org/officeDocument/2006/relationships/image" Target="../media/image97.png"/><Relationship Id="rId150" Type="http://schemas.openxmlformats.org/officeDocument/2006/relationships/customXml" Target="../ink/ink126.xml"/><Relationship Id="rId171" Type="http://schemas.openxmlformats.org/officeDocument/2006/relationships/image" Target="../media/image140.png"/><Relationship Id="rId192" Type="http://schemas.openxmlformats.org/officeDocument/2006/relationships/customXml" Target="../ink/ink147.xml"/><Relationship Id="rId206" Type="http://schemas.openxmlformats.org/officeDocument/2006/relationships/customXml" Target="../ink/ink154.xml"/><Relationship Id="rId227" Type="http://schemas.openxmlformats.org/officeDocument/2006/relationships/image" Target="../media/image168.png"/><Relationship Id="rId248" Type="http://schemas.openxmlformats.org/officeDocument/2006/relationships/customXml" Target="../ink/ink175.xml"/><Relationship Id="rId269" Type="http://schemas.openxmlformats.org/officeDocument/2006/relationships/image" Target="../media/image189.png"/><Relationship Id="rId12" Type="http://schemas.openxmlformats.org/officeDocument/2006/relationships/customXml" Target="../ink/ink57.xml"/><Relationship Id="rId33" Type="http://schemas.openxmlformats.org/officeDocument/2006/relationships/image" Target="../media/image71.png"/><Relationship Id="rId108" Type="http://schemas.openxmlformats.org/officeDocument/2006/relationships/customXml" Target="../ink/ink105.xml"/><Relationship Id="rId129" Type="http://schemas.openxmlformats.org/officeDocument/2006/relationships/image" Target="../media/image119.png"/><Relationship Id="rId54" Type="http://schemas.openxmlformats.org/officeDocument/2006/relationships/customXml" Target="../ink/ink78.xml"/><Relationship Id="rId75" Type="http://schemas.openxmlformats.org/officeDocument/2006/relationships/image" Target="../media/image92.png"/><Relationship Id="rId96" Type="http://schemas.openxmlformats.org/officeDocument/2006/relationships/customXml" Target="../ink/ink99.xml"/><Relationship Id="rId140" Type="http://schemas.openxmlformats.org/officeDocument/2006/relationships/customXml" Target="../ink/ink121.xml"/><Relationship Id="rId161" Type="http://schemas.openxmlformats.org/officeDocument/2006/relationships/image" Target="../media/image135.png"/><Relationship Id="rId182" Type="http://schemas.openxmlformats.org/officeDocument/2006/relationships/customXml" Target="../ink/ink142.xml"/><Relationship Id="rId217" Type="http://schemas.openxmlformats.org/officeDocument/2006/relationships/image" Target="../media/image163.png"/><Relationship Id="rId6" Type="http://schemas.openxmlformats.org/officeDocument/2006/relationships/customXml" Target="../ink/ink54.xml"/><Relationship Id="rId238" Type="http://schemas.openxmlformats.org/officeDocument/2006/relationships/customXml" Target="../ink/ink170.xml"/><Relationship Id="rId259" Type="http://schemas.openxmlformats.org/officeDocument/2006/relationships/image" Target="../media/image184.png"/><Relationship Id="rId23" Type="http://schemas.openxmlformats.org/officeDocument/2006/relationships/image" Target="../media/image66.png"/><Relationship Id="rId119" Type="http://schemas.openxmlformats.org/officeDocument/2006/relationships/image" Target="../media/image114.png"/><Relationship Id="rId270" Type="http://schemas.openxmlformats.org/officeDocument/2006/relationships/customXml" Target="../ink/ink186.xml"/><Relationship Id="rId44" Type="http://schemas.openxmlformats.org/officeDocument/2006/relationships/customXml" Target="../ink/ink73.xml"/><Relationship Id="rId60" Type="http://schemas.openxmlformats.org/officeDocument/2006/relationships/customXml" Target="../ink/ink81.xml"/><Relationship Id="rId65" Type="http://schemas.openxmlformats.org/officeDocument/2006/relationships/image" Target="../media/image87.png"/><Relationship Id="rId81" Type="http://schemas.openxmlformats.org/officeDocument/2006/relationships/image" Target="../media/image95.png"/><Relationship Id="rId86" Type="http://schemas.openxmlformats.org/officeDocument/2006/relationships/customXml" Target="../ink/ink94.xml"/><Relationship Id="rId130" Type="http://schemas.openxmlformats.org/officeDocument/2006/relationships/customXml" Target="../ink/ink116.xml"/><Relationship Id="rId135" Type="http://schemas.openxmlformats.org/officeDocument/2006/relationships/image" Target="../media/image122.png"/><Relationship Id="rId151" Type="http://schemas.openxmlformats.org/officeDocument/2006/relationships/image" Target="../media/image130.png"/><Relationship Id="rId156" Type="http://schemas.openxmlformats.org/officeDocument/2006/relationships/customXml" Target="../ink/ink129.xml"/><Relationship Id="rId177" Type="http://schemas.openxmlformats.org/officeDocument/2006/relationships/image" Target="../media/image143.png"/><Relationship Id="rId198" Type="http://schemas.openxmlformats.org/officeDocument/2006/relationships/customXml" Target="../ink/ink150.xml"/><Relationship Id="rId172" Type="http://schemas.openxmlformats.org/officeDocument/2006/relationships/customXml" Target="../ink/ink137.xml"/><Relationship Id="rId193" Type="http://schemas.openxmlformats.org/officeDocument/2006/relationships/image" Target="../media/image151.png"/><Relationship Id="rId202" Type="http://schemas.openxmlformats.org/officeDocument/2006/relationships/customXml" Target="../ink/ink152.xml"/><Relationship Id="rId207" Type="http://schemas.openxmlformats.org/officeDocument/2006/relationships/image" Target="../media/image158.png"/><Relationship Id="rId223" Type="http://schemas.openxmlformats.org/officeDocument/2006/relationships/image" Target="../media/image166.png"/><Relationship Id="rId228" Type="http://schemas.openxmlformats.org/officeDocument/2006/relationships/customXml" Target="../ink/ink165.xml"/><Relationship Id="rId244" Type="http://schemas.openxmlformats.org/officeDocument/2006/relationships/customXml" Target="../ink/ink173.xml"/><Relationship Id="rId249" Type="http://schemas.openxmlformats.org/officeDocument/2006/relationships/image" Target="../media/image179.png"/><Relationship Id="rId13" Type="http://schemas.openxmlformats.org/officeDocument/2006/relationships/image" Target="../media/image61.png"/><Relationship Id="rId18" Type="http://schemas.openxmlformats.org/officeDocument/2006/relationships/customXml" Target="../ink/ink60.xml"/><Relationship Id="rId39" Type="http://schemas.openxmlformats.org/officeDocument/2006/relationships/image" Target="../media/image74.png"/><Relationship Id="rId109" Type="http://schemas.openxmlformats.org/officeDocument/2006/relationships/image" Target="../media/image109.png"/><Relationship Id="rId260" Type="http://schemas.openxmlformats.org/officeDocument/2006/relationships/customXml" Target="../ink/ink181.xml"/><Relationship Id="rId265" Type="http://schemas.openxmlformats.org/officeDocument/2006/relationships/image" Target="../media/image187.png"/><Relationship Id="rId34" Type="http://schemas.openxmlformats.org/officeDocument/2006/relationships/customXml" Target="../ink/ink68.xml"/><Relationship Id="rId50" Type="http://schemas.openxmlformats.org/officeDocument/2006/relationships/customXml" Target="../ink/ink76.xml"/><Relationship Id="rId55" Type="http://schemas.openxmlformats.org/officeDocument/2006/relationships/image" Target="../media/image82.png"/><Relationship Id="rId76" Type="http://schemas.openxmlformats.org/officeDocument/2006/relationships/customXml" Target="../ink/ink89.xml"/><Relationship Id="rId97" Type="http://schemas.openxmlformats.org/officeDocument/2006/relationships/image" Target="../media/image103.png"/><Relationship Id="rId104" Type="http://schemas.openxmlformats.org/officeDocument/2006/relationships/customXml" Target="../ink/ink103.xml"/><Relationship Id="rId120" Type="http://schemas.openxmlformats.org/officeDocument/2006/relationships/customXml" Target="../ink/ink111.xml"/><Relationship Id="rId125" Type="http://schemas.openxmlformats.org/officeDocument/2006/relationships/image" Target="../media/image117.png"/><Relationship Id="rId141" Type="http://schemas.openxmlformats.org/officeDocument/2006/relationships/image" Target="../media/image125.png"/><Relationship Id="rId146" Type="http://schemas.openxmlformats.org/officeDocument/2006/relationships/customXml" Target="../ink/ink124.xml"/><Relationship Id="rId167" Type="http://schemas.openxmlformats.org/officeDocument/2006/relationships/image" Target="../media/image138.png"/><Relationship Id="rId188" Type="http://schemas.openxmlformats.org/officeDocument/2006/relationships/customXml" Target="../ink/ink145.xml"/><Relationship Id="rId7" Type="http://schemas.openxmlformats.org/officeDocument/2006/relationships/image" Target="../media/image58.png"/><Relationship Id="rId71" Type="http://schemas.openxmlformats.org/officeDocument/2006/relationships/image" Target="../media/image90.png"/><Relationship Id="rId92" Type="http://schemas.openxmlformats.org/officeDocument/2006/relationships/customXml" Target="../ink/ink97.xml"/><Relationship Id="rId162" Type="http://schemas.openxmlformats.org/officeDocument/2006/relationships/customXml" Target="../ink/ink132.xml"/><Relationship Id="rId183" Type="http://schemas.openxmlformats.org/officeDocument/2006/relationships/image" Target="../media/image146.png"/><Relationship Id="rId213" Type="http://schemas.openxmlformats.org/officeDocument/2006/relationships/image" Target="../media/image161.png"/><Relationship Id="rId218" Type="http://schemas.openxmlformats.org/officeDocument/2006/relationships/customXml" Target="../ink/ink160.xml"/><Relationship Id="rId234" Type="http://schemas.openxmlformats.org/officeDocument/2006/relationships/customXml" Target="../ink/ink168.xml"/><Relationship Id="rId239" Type="http://schemas.openxmlformats.org/officeDocument/2006/relationships/image" Target="../media/image174.png"/><Relationship Id="rId2" Type="http://schemas.openxmlformats.org/officeDocument/2006/relationships/customXml" Target="../ink/ink52.xml"/><Relationship Id="rId29" Type="http://schemas.openxmlformats.org/officeDocument/2006/relationships/image" Target="../media/image69.png"/><Relationship Id="rId250" Type="http://schemas.openxmlformats.org/officeDocument/2006/relationships/customXml" Target="../ink/ink176.xml"/><Relationship Id="rId255" Type="http://schemas.openxmlformats.org/officeDocument/2006/relationships/image" Target="../media/image182.png"/><Relationship Id="rId271" Type="http://schemas.openxmlformats.org/officeDocument/2006/relationships/image" Target="../media/image190.png"/><Relationship Id="rId24" Type="http://schemas.openxmlformats.org/officeDocument/2006/relationships/customXml" Target="../ink/ink63.xml"/><Relationship Id="rId40" Type="http://schemas.openxmlformats.org/officeDocument/2006/relationships/customXml" Target="../ink/ink71.xml"/><Relationship Id="rId45" Type="http://schemas.openxmlformats.org/officeDocument/2006/relationships/image" Target="../media/image77.png"/><Relationship Id="rId66" Type="http://schemas.openxmlformats.org/officeDocument/2006/relationships/customXml" Target="../ink/ink84.xml"/><Relationship Id="rId87" Type="http://schemas.openxmlformats.org/officeDocument/2006/relationships/image" Target="../media/image98.png"/><Relationship Id="rId110" Type="http://schemas.openxmlformats.org/officeDocument/2006/relationships/customXml" Target="../ink/ink106.xml"/><Relationship Id="rId115" Type="http://schemas.openxmlformats.org/officeDocument/2006/relationships/image" Target="../media/image112.png"/><Relationship Id="rId131" Type="http://schemas.openxmlformats.org/officeDocument/2006/relationships/image" Target="../media/image120.png"/><Relationship Id="rId136" Type="http://schemas.openxmlformats.org/officeDocument/2006/relationships/customXml" Target="../ink/ink119.xml"/><Relationship Id="rId157" Type="http://schemas.openxmlformats.org/officeDocument/2006/relationships/image" Target="../media/image133.png"/><Relationship Id="rId178" Type="http://schemas.openxmlformats.org/officeDocument/2006/relationships/customXml" Target="../ink/ink140.xml"/><Relationship Id="rId61" Type="http://schemas.openxmlformats.org/officeDocument/2006/relationships/image" Target="../media/image85.png"/><Relationship Id="rId82" Type="http://schemas.openxmlformats.org/officeDocument/2006/relationships/customXml" Target="../ink/ink92.xml"/><Relationship Id="rId152" Type="http://schemas.openxmlformats.org/officeDocument/2006/relationships/customXml" Target="../ink/ink127.xml"/><Relationship Id="rId173" Type="http://schemas.openxmlformats.org/officeDocument/2006/relationships/image" Target="../media/image141.png"/><Relationship Id="rId194" Type="http://schemas.openxmlformats.org/officeDocument/2006/relationships/customXml" Target="../ink/ink148.xml"/><Relationship Id="rId199" Type="http://schemas.openxmlformats.org/officeDocument/2006/relationships/image" Target="../media/image154.png"/><Relationship Id="rId203" Type="http://schemas.openxmlformats.org/officeDocument/2006/relationships/image" Target="../media/image156.png"/><Relationship Id="rId208" Type="http://schemas.openxmlformats.org/officeDocument/2006/relationships/customXml" Target="../ink/ink155.xml"/><Relationship Id="rId229" Type="http://schemas.openxmlformats.org/officeDocument/2006/relationships/image" Target="../media/image169.png"/><Relationship Id="rId19" Type="http://schemas.openxmlformats.org/officeDocument/2006/relationships/image" Target="../media/image64.png"/><Relationship Id="rId224" Type="http://schemas.openxmlformats.org/officeDocument/2006/relationships/customXml" Target="../ink/ink163.xml"/><Relationship Id="rId240" Type="http://schemas.openxmlformats.org/officeDocument/2006/relationships/customXml" Target="../ink/ink171.xml"/><Relationship Id="rId245" Type="http://schemas.openxmlformats.org/officeDocument/2006/relationships/image" Target="../media/image177.png"/><Relationship Id="rId261" Type="http://schemas.openxmlformats.org/officeDocument/2006/relationships/image" Target="../media/image185.png"/><Relationship Id="rId266" Type="http://schemas.openxmlformats.org/officeDocument/2006/relationships/customXml" Target="../ink/ink184.xml"/><Relationship Id="rId14" Type="http://schemas.openxmlformats.org/officeDocument/2006/relationships/customXml" Target="../ink/ink58.xml"/><Relationship Id="rId30" Type="http://schemas.openxmlformats.org/officeDocument/2006/relationships/customXml" Target="../ink/ink66.xml"/><Relationship Id="rId35" Type="http://schemas.openxmlformats.org/officeDocument/2006/relationships/image" Target="../media/image72.png"/><Relationship Id="rId56" Type="http://schemas.openxmlformats.org/officeDocument/2006/relationships/customXml" Target="../ink/ink79.xml"/><Relationship Id="rId77" Type="http://schemas.openxmlformats.org/officeDocument/2006/relationships/image" Target="../media/image93.png"/><Relationship Id="rId100" Type="http://schemas.openxmlformats.org/officeDocument/2006/relationships/customXml" Target="../ink/ink101.xml"/><Relationship Id="rId105" Type="http://schemas.openxmlformats.org/officeDocument/2006/relationships/image" Target="../media/image107.png"/><Relationship Id="rId126" Type="http://schemas.openxmlformats.org/officeDocument/2006/relationships/customXml" Target="../ink/ink114.xml"/><Relationship Id="rId147" Type="http://schemas.openxmlformats.org/officeDocument/2006/relationships/image" Target="../media/image128.png"/><Relationship Id="rId168" Type="http://schemas.openxmlformats.org/officeDocument/2006/relationships/customXml" Target="../ink/ink135.xml"/><Relationship Id="rId8" Type="http://schemas.openxmlformats.org/officeDocument/2006/relationships/customXml" Target="../ink/ink55.xml"/><Relationship Id="rId51" Type="http://schemas.openxmlformats.org/officeDocument/2006/relationships/image" Target="../media/image80.png"/><Relationship Id="rId72" Type="http://schemas.openxmlformats.org/officeDocument/2006/relationships/customXml" Target="../ink/ink87.xml"/><Relationship Id="rId93" Type="http://schemas.openxmlformats.org/officeDocument/2006/relationships/image" Target="../media/image101.png"/><Relationship Id="rId98" Type="http://schemas.openxmlformats.org/officeDocument/2006/relationships/customXml" Target="../ink/ink100.xml"/><Relationship Id="rId121" Type="http://schemas.openxmlformats.org/officeDocument/2006/relationships/image" Target="../media/image115.png"/><Relationship Id="rId142" Type="http://schemas.openxmlformats.org/officeDocument/2006/relationships/customXml" Target="../ink/ink122.xml"/><Relationship Id="rId163" Type="http://schemas.openxmlformats.org/officeDocument/2006/relationships/image" Target="../media/image136.png"/><Relationship Id="rId184" Type="http://schemas.openxmlformats.org/officeDocument/2006/relationships/customXml" Target="../ink/ink143.xml"/><Relationship Id="rId189" Type="http://schemas.openxmlformats.org/officeDocument/2006/relationships/image" Target="../media/image149.png"/><Relationship Id="rId219" Type="http://schemas.openxmlformats.org/officeDocument/2006/relationships/image" Target="../media/image164.png"/><Relationship Id="rId3" Type="http://schemas.openxmlformats.org/officeDocument/2006/relationships/image" Target="../media/image56.png"/><Relationship Id="rId214" Type="http://schemas.openxmlformats.org/officeDocument/2006/relationships/customXml" Target="../ink/ink158.xml"/><Relationship Id="rId230" Type="http://schemas.openxmlformats.org/officeDocument/2006/relationships/customXml" Target="../ink/ink166.xml"/><Relationship Id="rId235" Type="http://schemas.openxmlformats.org/officeDocument/2006/relationships/image" Target="../media/image172.png"/><Relationship Id="rId251" Type="http://schemas.openxmlformats.org/officeDocument/2006/relationships/image" Target="../media/image180.png"/><Relationship Id="rId256" Type="http://schemas.openxmlformats.org/officeDocument/2006/relationships/customXml" Target="../ink/ink179.xml"/><Relationship Id="rId25" Type="http://schemas.openxmlformats.org/officeDocument/2006/relationships/image" Target="../media/image67.png"/><Relationship Id="rId46" Type="http://schemas.openxmlformats.org/officeDocument/2006/relationships/customXml" Target="../ink/ink74.xml"/><Relationship Id="rId67" Type="http://schemas.openxmlformats.org/officeDocument/2006/relationships/image" Target="../media/image88.png"/><Relationship Id="rId116" Type="http://schemas.openxmlformats.org/officeDocument/2006/relationships/customXml" Target="../ink/ink109.xml"/><Relationship Id="rId137" Type="http://schemas.openxmlformats.org/officeDocument/2006/relationships/image" Target="../media/image123.png"/><Relationship Id="rId158" Type="http://schemas.openxmlformats.org/officeDocument/2006/relationships/customXml" Target="../ink/ink130.xml"/><Relationship Id="rId20" Type="http://schemas.openxmlformats.org/officeDocument/2006/relationships/customXml" Target="../ink/ink61.xml"/><Relationship Id="rId41" Type="http://schemas.openxmlformats.org/officeDocument/2006/relationships/image" Target="../media/image75.png"/><Relationship Id="rId62" Type="http://schemas.openxmlformats.org/officeDocument/2006/relationships/customXml" Target="../ink/ink82.xml"/><Relationship Id="rId83" Type="http://schemas.openxmlformats.org/officeDocument/2006/relationships/image" Target="../media/image96.png"/><Relationship Id="rId88" Type="http://schemas.openxmlformats.org/officeDocument/2006/relationships/customXml" Target="../ink/ink95.xml"/><Relationship Id="rId111" Type="http://schemas.openxmlformats.org/officeDocument/2006/relationships/image" Target="../media/image110.png"/><Relationship Id="rId132" Type="http://schemas.openxmlformats.org/officeDocument/2006/relationships/customXml" Target="../ink/ink117.xml"/><Relationship Id="rId153" Type="http://schemas.openxmlformats.org/officeDocument/2006/relationships/image" Target="../media/image131.png"/><Relationship Id="rId174" Type="http://schemas.openxmlformats.org/officeDocument/2006/relationships/customXml" Target="../ink/ink138.xml"/><Relationship Id="rId179" Type="http://schemas.openxmlformats.org/officeDocument/2006/relationships/image" Target="../media/image144.png"/><Relationship Id="rId195" Type="http://schemas.openxmlformats.org/officeDocument/2006/relationships/image" Target="../media/image152.png"/><Relationship Id="rId209" Type="http://schemas.openxmlformats.org/officeDocument/2006/relationships/image" Target="../media/image159.png"/><Relationship Id="rId190" Type="http://schemas.openxmlformats.org/officeDocument/2006/relationships/customXml" Target="../ink/ink146.xml"/><Relationship Id="rId204" Type="http://schemas.openxmlformats.org/officeDocument/2006/relationships/customXml" Target="../ink/ink153.xml"/><Relationship Id="rId220" Type="http://schemas.openxmlformats.org/officeDocument/2006/relationships/customXml" Target="../ink/ink161.xml"/><Relationship Id="rId225" Type="http://schemas.openxmlformats.org/officeDocument/2006/relationships/image" Target="../media/image167.png"/><Relationship Id="rId241" Type="http://schemas.openxmlformats.org/officeDocument/2006/relationships/image" Target="../media/image175.png"/><Relationship Id="rId246" Type="http://schemas.openxmlformats.org/officeDocument/2006/relationships/customXml" Target="../ink/ink174.xml"/><Relationship Id="rId267" Type="http://schemas.openxmlformats.org/officeDocument/2006/relationships/image" Target="../media/image188.png"/><Relationship Id="rId15" Type="http://schemas.openxmlformats.org/officeDocument/2006/relationships/image" Target="../media/image62.png"/><Relationship Id="rId36" Type="http://schemas.openxmlformats.org/officeDocument/2006/relationships/customXml" Target="../ink/ink69.xml"/><Relationship Id="rId57" Type="http://schemas.openxmlformats.org/officeDocument/2006/relationships/image" Target="../media/image83.png"/><Relationship Id="rId106" Type="http://schemas.openxmlformats.org/officeDocument/2006/relationships/customXml" Target="../ink/ink104.xml"/><Relationship Id="rId127" Type="http://schemas.openxmlformats.org/officeDocument/2006/relationships/image" Target="../media/image118.png"/><Relationship Id="rId262" Type="http://schemas.openxmlformats.org/officeDocument/2006/relationships/customXml" Target="../ink/ink182.xml"/><Relationship Id="rId10" Type="http://schemas.openxmlformats.org/officeDocument/2006/relationships/customXml" Target="../ink/ink56.xml"/><Relationship Id="rId31" Type="http://schemas.openxmlformats.org/officeDocument/2006/relationships/image" Target="../media/image70.png"/><Relationship Id="rId52" Type="http://schemas.openxmlformats.org/officeDocument/2006/relationships/customXml" Target="../ink/ink77.xml"/><Relationship Id="rId73" Type="http://schemas.openxmlformats.org/officeDocument/2006/relationships/image" Target="../media/image91.png"/><Relationship Id="rId78" Type="http://schemas.openxmlformats.org/officeDocument/2006/relationships/customXml" Target="../ink/ink90.xml"/><Relationship Id="rId94" Type="http://schemas.openxmlformats.org/officeDocument/2006/relationships/customXml" Target="../ink/ink98.xml"/><Relationship Id="rId99" Type="http://schemas.openxmlformats.org/officeDocument/2006/relationships/image" Target="../media/image104.png"/><Relationship Id="rId101" Type="http://schemas.openxmlformats.org/officeDocument/2006/relationships/image" Target="../media/image105.png"/><Relationship Id="rId122" Type="http://schemas.openxmlformats.org/officeDocument/2006/relationships/customXml" Target="../ink/ink112.xml"/><Relationship Id="rId143" Type="http://schemas.openxmlformats.org/officeDocument/2006/relationships/image" Target="../media/image126.png"/><Relationship Id="rId148" Type="http://schemas.openxmlformats.org/officeDocument/2006/relationships/customXml" Target="../ink/ink125.xml"/><Relationship Id="rId164" Type="http://schemas.openxmlformats.org/officeDocument/2006/relationships/customXml" Target="../ink/ink133.xml"/><Relationship Id="rId169" Type="http://schemas.openxmlformats.org/officeDocument/2006/relationships/image" Target="../media/image139.png"/><Relationship Id="rId185" Type="http://schemas.openxmlformats.org/officeDocument/2006/relationships/image" Target="../media/image147.png"/><Relationship Id="rId4" Type="http://schemas.openxmlformats.org/officeDocument/2006/relationships/customXml" Target="../ink/ink53.xml"/><Relationship Id="rId9" Type="http://schemas.openxmlformats.org/officeDocument/2006/relationships/image" Target="../media/image59.png"/><Relationship Id="rId180" Type="http://schemas.openxmlformats.org/officeDocument/2006/relationships/customXml" Target="../ink/ink141.xml"/><Relationship Id="rId210" Type="http://schemas.openxmlformats.org/officeDocument/2006/relationships/customXml" Target="../ink/ink156.xml"/><Relationship Id="rId215" Type="http://schemas.openxmlformats.org/officeDocument/2006/relationships/image" Target="../media/image162.png"/><Relationship Id="rId236" Type="http://schemas.openxmlformats.org/officeDocument/2006/relationships/customXml" Target="../ink/ink169.xml"/><Relationship Id="rId257" Type="http://schemas.openxmlformats.org/officeDocument/2006/relationships/image" Target="../media/image183.png"/><Relationship Id="rId26" Type="http://schemas.openxmlformats.org/officeDocument/2006/relationships/customXml" Target="../ink/ink64.xml"/><Relationship Id="rId231" Type="http://schemas.openxmlformats.org/officeDocument/2006/relationships/image" Target="../media/image170.png"/><Relationship Id="rId252" Type="http://schemas.openxmlformats.org/officeDocument/2006/relationships/customXml" Target="../ink/ink177.xml"/><Relationship Id="rId47" Type="http://schemas.openxmlformats.org/officeDocument/2006/relationships/image" Target="../media/image78.png"/><Relationship Id="rId68" Type="http://schemas.openxmlformats.org/officeDocument/2006/relationships/customXml" Target="../ink/ink85.xml"/><Relationship Id="rId89" Type="http://schemas.openxmlformats.org/officeDocument/2006/relationships/image" Target="../media/image99.png"/><Relationship Id="rId112" Type="http://schemas.openxmlformats.org/officeDocument/2006/relationships/customXml" Target="../ink/ink107.xml"/><Relationship Id="rId133" Type="http://schemas.openxmlformats.org/officeDocument/2006/relationships/image" Target="../media/image121.png"/><Relationship Id="rId154" Type="http://schemas.openxmlformats.org/officeDocument/2006/relationships/customXml" Target="../ink/ink128.xml"/><Relationship Id="rId175" Type="http://schemas.openxmlformats.org/officeDocument/2006/relationships/image" Target="../media/image142.png"/><Relationship Id="rId196" Type="http://schemas.openxmlformats.org/officeDocument/2006/relationships/customXml" Target="../ink/ink149.xml"/><Relationship Id="rId200" Type="http://schemas.openxmlformats.org/officeDocument/2006/relationships/customXml" Target="../ink/ink151.xml"/><Relationship Id="rId16" Type="http://schemas.openxmlformats.org/officeDocument/2006/relationships/customXml" Target="../ink/ink59.xml"/><Relationship Id="rId221" Type="http://schemas.openxmlformats.org/officeDocument/2006/relationships/image" Target="../media/image165.png"/><Relationship Id="rId242" Type="http://schemas.openxmlformats.org/officeDocument/2006/relationships/customXml" Target="../ink/ink172.xml"/><Relationship Id="rId263" Type="http://schemas.openxmlformats.org/officeDocument/2006/relationships/image" Target="../media/image186.png"/><Relationship Id="rId37" Type="http://schemas.openxmlformats.org/officeDocument/2006/relationships/image" Target="../media/image73.png"/><Relationship Id="rId58" Type="http://schemas.openxmlformats.org/officeDocument/2006/relationships/customXml" Target="../ink/ink80.xml"/><Relationship Id="rId79" Type="http://schemas.openxmlformats.org/officeDocument/2006/relationships/image" Target="../media/image94.png"/><Relationship Id="rId102" Type="http://schemas.openxmlformats.org/officeDocument/2006/relationships/customXml" Target="../ink/ink102.xml"/><Relationship Id="rId123" Type="http://schemas.openxmlformats.org/officeDocument/2006/relationships/image" Target="../media/image116.png"/><Relationship Id="rId144" Type="http://schemas.openxmlformats.org/officeDocument/2006/relationships/customXml" Target="../ink/ink123.xml"/><Relationship Id="rId90" Type="http://schemas.openxmlformats.org/officeDocument/2006/relationships/customXml" Target="../ink/ink96.xml"/><Relationship Id="rId165" Type="http://schemas.openxmlformats.org/officeDocument/2006/relationships/image" Target="../media/image137.png"/><Relationship Id="rId186" Type="http://schemas.openxmlformats.org/officeDocument/2006/relationships/customXml" Target="../ink/ink144.xml"/><Relationship Id="rId211" Type="http://schemas.openxmlformats.org/officeDocument/2006/relationships/image" Target="../media/image160.png"/><Relationship Id="rId232" Type="http://schemas.openxmlformats.org/officeDocument/2006/relationships/customXml" Target="../ink/ink167.xml"/><Relationship Id="rId253" Type="http://schemas.openxmlformats.org/officeDocument/2006/relationships/image" Target="../media/image181.png"/><Relationship Id="rId27" Type="http://schemas.openxmlformats.org/officeDocument/2006/relationships/image" Target="../media/image68.png"/><Relationship Id="rId48" Type="http://schemas.openxmlformats.org/officeDocument/2006/relationships/customXml" Target="../ink/ink75.xml"/><Relationship Id="rId69" Type="http://schemas.openxmlformats.org/officeDocument/2006/relationships/image" Target="../media/image89.png"/><Relationship Id="rId113" Type="http://schemas.openxmlformats.org/officeDocument/2006/relationships/image" Target="../media/image111.png"/><Relationship Id="rId134" Type="http://schemas.openxmlformats.org/officeDocument/2006/relationships/customXml" Target="../ink/ink118.xml"/><Relationship Id="rId80" Type="http://schemas.openxmlformats.org/officeDocument/2006/relationships/customXml" Target="../ink/ink91.xml"/><Relationship Id="rId155" Type="http://schemas.openxmlformats.org/officeDocument/2006/relationships/image" Target="../media/image132.png"/><Relationship Id="rId176" Type="http://schemas.openxmlformats.org/officeDocument/2006/relationships/customXml" Target="../ink/ink139.xml"/><Relationship Id="rId197" Type="http://schemas.openxmlformats.org/officeDocument/2006/relationships/image" Target="../media/image153.png"/><Relationship Id="rId201" Type="http://schemas.openxmlformats.org/officeDocument/2006/relationships/image" Target="../media/image155.png"/><Relationship Id="rId222" Type="http://schemas.openxmlformats.org/officeDocument/2006/relationships/customXml" Target="../ink/ink162.xml"/><Relationship Id="rId243" Type="http://schemas.openxmlformats.org/officeDocument/2006/relationships/image" Target="../media/image176.png"/><Relationship Id="rId264" Type="http://schemas.openxmlformats.org/officeDocument/2006/relationships/customXml" Target="../ink/ink183.xml"/><Relationship Id="rId17" Type="http://schemas.openxmlformats.org/officeDocument/2006/relationships/image" Target="../media/image63.png"/><Relationship Id="rId38" Type="http://schemas.openxmlformats.org/officeDocument/2006/relationships/customXml" Target="../ink/ink70.xml"/><Relationship Id="rId59" Type="http://schemas.openxmlformats.org/officeDocument/2006/relationships/image" Target="../media/image84.png"/><Relationship Id="rId103" Type="http://schemas.openxmlformats.org/officeDocument/2006/relationships/image" Target="../media/image106.png"/><Relationship Id="rId124" Type="http://schemas.openxmlformats.org/officeDocument/2006/relationships/customXml" Target="../ink/ink113.xml"/><Relationship Id="rId70" Type="http://schemas.openxmlformats.org/officeDocument/2006/relationships/customXml" Target="../ink/ink86.xml"/><Relationship Id="rId91" Type="http://schemas.openxmlformats.org/officeDocument/2006/relationships/image" Target="../media/image100.png"/><Relationship Id="rId145" Type="http://schemas.openxmlformats.org/officeDocument/2006/relationships/image" Target="../media/image127.png"/><Relationship Id="rId166" Type="http://schemas.openxmlformats.org/officeDocument/2006/relationships/customXml" Target="../ink/ink134.xml"/><Relationship Id="rId187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57.xml"/><Relationship Id="rId233" Type="http://schemas.openxmlformats.org/officeDocument/2006/relationships/image" Target="../media/image171.png"/><Relationship Id="rId254" Type="http://schemas.openxmlformats.org/officeDocument/2006/relationships/customXml" Target="../ink/ink178.xml"/><Relationship Id="rId28" Type="http://schemas.openxmlformats.org/officeDocument/2006/relationships/customXml" Target="../ink/ink65.xml"/><Relationship Id="rId49" Type="http://schemas.openxmlformats.org/officeDocument/2006/relationships/image" Target="../media/image79.png"/><Relationship Id="rId114" Type="http://schemas.openxmlformats.org/officeDocument/2006/relationships/customXml" Target="../ink/ink108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8.png"/><Relationship Id="rId299" Type="http://schemas.openxmlformats.org/officeDocument/2006/relationships/image" Target="../media/image339.png"/><Relationship Id="rId303" Type="http://schemas.openxmlformats.org/officeDocument/2006/relationships/image" Target="../media/image341.png"/><Relationship Id="rId21" Type="http://schemas.openxmlformats.org/officeDocument/2006/relationships/image" Target="../media/image200.png"/><Relationship Id="rId42" Type="http://schemas.openxmlformats.org/officeDocument/2006/relationships/customXml" Target="../ink/ink207.xml"/><Relationship Id="rId63" Type="http://schemas.openxmlformats.org/officeDocument/2006/relationships/image" Target="../media/image221.png"/><Relationship Id="rId84" Type="http://schemas.openxmlformats.org/officeDocument/2006/relationships/customXml" Target="../ink/ink228.xml"/><Relationship Id="rId138" Type="http://schemas.openxmlformats.org/officeDocument/2006/relationships/customXml" Target="../ink/ink255.xml"/><Relationship Id="rId159" Type="http://schemas.openxmlformats.org/officeDocument/2006/relationships/image" Target="../media/image269.png"/><Relationship Id="rId170" Type="http://schemas.openxmlformats.org/officeDocument/2006/relationships/customXml" Target="../ink/ink271.xml"/><Relationship Id="rId191" Type="http://schemas.openxmlformats.org/officeDocument/2006/relationships/image" Target="../media/image285.png"/><Relationship Id="rId205" Type="http://schemas.openxmlformats.org/officeDocument/2006/relationships/image" Target="../media/image292.png"/><Relationship Id="rId226" Type="http://schemas.openxmlformats.org/officeDocument/2006/relationships/customXml" Target="../ink/ink299.xml"/><Relationship Id="rId247" Type="http://schemas.openxmlformats.org/officeDocument/2006/relationships/image" Target="../media/image313.png"/><Relationship Id="rId107" Type="http://schemas.openxmlformats.org/officeDocument/2006/relationships/image" Target="../media/image243.png"/><Relationship Id="rId268" Type="http://schemas.openxmlformats.org/officeDocument/2006/relationships/customXml" Target="../ink/ink320.xml"/><Relationship Id="rId289" Type="http://schemas.openxmlformats.org/officeDocument/2006/relationships/image" Target="../media/image334.png"/><Relationship Id="rId11" Type="http://schemas.openxmlformats.org/officeDocument/2006/relationships/image" Target="../media/image195.png"/><Relationship Id="rId32" Type="http://schemas.openxmlformats.org/officeDocument/2006/relationships/customXml" Target="../ink/ink202.xml"/><Relationship Id="rId53" Type="http://schemas.openxmlformats.org/officeDocument/2006/relationships/image" Target="../media/image216.png"/><Relationship Id="rId74" Type="http://schemas.openxmlformats.org/officeDocument/2006/relationships/customXml" Target="../ink/ink223.xml"/><Relationship Id="rId128" Type="http://schemas.openxmlformats.org/officeDocument/2006/relationships/customXml" Target="../ink/ink250.xml"/><Relationship Id="rId149" Type="http://schemas.openxmlformats.org/officeDocument/2006/relationships/image" Target="../media/image264.png"/><Relationship Id="rId314" Type="http://schemas.openxmlformats.org/officeDocument/2006/relationships/customXml" Target="../ink/ink343.xml"/><Relationship Id="rId5" Type="http://schemas.openxmlformats.org/officeDocument/2006/relationships/image" Target="../media/image192.png"/><Relationship Id="rId95" Type="http://schemas.openxmlformats.org/officeDocument/2006/relationships/image" Target="../media/image237.png"/><Relationship Id="rId160" Type="http://schemas.openxmlformats.org/officeDocument/2006/relationships/customXml" Target="../ink/ink266.xml"/><Relationship Id="rId181" Type="http://schemas.openxmlformats.org/officeDocument/2006/relationships/image" Target="../media/image280.png"/><Relationship Id="rId216" Type="http://schemas.openxmlformats.org/officeDocument/2006/relationships/customXml" Target="../ink/ink294.xml"/><Relationship Id="rId237" Type="http://schemas.openxmlformats.org/officeDocument/2006/relationships/image" Target="../media/image308.png"/><Relationship Id="rId258" Type="http://schemas.openxmlformats.org/officeDocument/2006/relationships/customXml" Target="../ink/ink315.xml"/><Relationship Id="rId279" Type="http://schemas.openxmlformats.org/officeDocument/2006/relationships/image" Target="../media/image329.png"/><Relationship Id="rId22" Type="http://schemas.openxmlformats.org/officeDocument/2006/relationships/customXml" Target="../ink/ink197.xml"/><Relationship Id="rId43" Type="http://schemas.openxmlformats.org/officeDocument/2006/relationships/image" Target="../media/image211.png"/><Relationship Id="rId64" Type="http://schemas.openxmlformats.org/officeDocument/2006/relationships/customXml" Target="../ink/ink218.xml"/><Relationship Id="rId118" Type="http://schemas.openxmlformats.org/officeDocument/2006/relationships/customXml" Target="../ink/ink245.xml"/><Relationship Id="rId139" Type="http://schemas.openxmlformats.org/officeDocument/2006/relationships/image" Target="../media/image259.png"/><Relationship Id="rId290" Type="http://schemas.openxmlformats.org/officeDocument/2006/relationships/customXml" Target="../ink/ink331.xml"/><Relationship Id="rId304" Type="http://schemas.openxmlformats.org/officeDocument/2006/relationships/customXml" Target="../ink/ink338.xml"/><Relationship Id="rId85" Type="http://schemas.openxmlformats.org/officeDocument/2006/relationships/image" Target="../media/image232.png"/><Relationship Id="rId150" Type="http://schemas.openxmlformats.org/officeDocument/2006/relationships/customXml" Target="../ink/ink261.xml"/><Relationship Id="rId171" Type="http://schemas.openxmlformats.org/officeDocument/2006/relationships/image" Target="../media/image275.png"/><Relationship Id="rId192" Type="http://schemas.openxmlformats.org/officeDocument/2006/relationships/customXml" Target="../ink/ink282.xml"/><Relationship Id="rId206" Type="http://schemas.openxmlformats.org/officeDocument/2006/relationships/customXml" Target="../ink/ink289.xml"/><Relationship Id="rId227" Type="http://schemas.openxmlformats.org/officeDocument/2006/relationships/image" Target="../media/image303.png"/><Relationship Id="rId248" Type="http://schemas.openxmlformats.org/officeDocument/2006/relationships/customXml" Target="../ink/ink310.xml"/><Relationship Id="rId269" Type="http://schemas.openxmlformats.org/officeDocument/2006/relationships/image" Target="../media/image324.png"/><Relationship Id="rId12" Type="http://schemas.openxmlformats.org/officeDocument/2006/relationships/customXml" Target="../ink/ink192.xml"/><Relationship Id="rId33" Type="http://schemas.openxmlformats.org/officeDocument/2006/relationships/image" Target="../media/image206.png"/><Relationship Id="rId108" Type="http://schemas.openxmlformats.org/officeDocument/2006/relationships/customXml" Target="../ink/ink240.xml"/><Relationship Id="rId129" Type="http://schemas.openxmlformats.org/officeDocument/2006/relationships/image" Target="../media/image254.png"/><Relationship Id="rId280" Type="http://schemas.openxmlformats.org/officeDocument/2006/relationships/customXml" Target="../ink/ink326.xml"/><Relationship Id="rId315" Type="http://schemas.openxmlformats.org/officeDocument/2006/relationships/image" Target="../media/image347.png"/><Relationship Id="rId54" Type="http://schemas.openxmlformats.org/officeDocument/2006/relationships/customXml" Target="../ink/ink213.xml"/><Relationship Id="rId75" Type="http://schemas.openxmlformats.org/officeDocument/2006/relationships/image" Target="../media/image227.png"/><Relationship Id="rId96" Type="http://schemas.openxmlformats.org/officeDocument/2006/relationships/customXml" Target="../ink/ink234.xml"/><Relationship Id="rId140" Type="http://schemas.openxmlformats.org/officeDocument/2006/relationships/customXml" Target="../ink/ink256.xml"/><Relationship Id="rId161" Type="http://schemas.openxmlformats.org/officeDocument/2006/relationships/image" Target="../media/image270.png"/><Relationship Id="rId182" Type="http://schemas.openxmlformats.org/officeDocument/2006/relationships/customXml" Target="../ink/ink277.xml"/><Relationship Id="rId217" Type="http://schemas.openxmlformats.org/officeDocument/2006/relationships/image" Target="../media/image298.png"/><Relationship Id="rId6" Type="http://schemas.openxmlformats.org/officeDocument/2006/relationships/customXml" Target="../ink/ink189.xml"/><Relationship Id="rId238" Type="http://schemas.openxmlformats.org/officeDocument/2006/relationships/customXml" Target="../ink/ink305.xml"/><Relationship Id="rId259" Type="http://schemas.openxmlformats.org/officeDocument/2006/relationships/image" Target="../media/image319.png"/><Relationship Id="rId23" Type="http://schemas.openxmlformats.org/officeDocument/2006/relationships/image" Target="../media/image201.png"/><Relationship Id="rId119" Type="http://schemas.openxmlformats.org/officeDocument/2006/relationships/image" Target="../media/image249.png"/><Relationship Id="rId270" Type="http://schemas.openxmlformats.org/officeDocument/2006/relationships/customXml" Target="../ink/ink321.xml"/><Relationship Id="rId291" Type="http://schemas.openxmlformats.org/officeDocument/2006/relationships/image" Target="../media/image335.png"/><Relationship Id="rId305" Type="http://schemas.openxmlformats.org/officeDocument/2006/relationships/image" Target="../media/image342.png"/><Relationship Id="rId44" Type="http://schemas.openxmlformats.org/officeDocument/2006/relationships/customXml" Target="../ink/ink208.xml"/><Relationship Id="rId65" Type="http://schemas.openxmlformats.org/officeDocument/2006/relationships/image" Target="../media/image222.png"/><Relationship Id="rId86" Type="http://schemas.openxmlformats.org/officeDocument/2006/relationships/customXml" Target="../ink/ink229.xml"/><Relationship Id="rId130" Type="http://schemas.openxmlformats.org/officeDocument/2006/relationships/customXml" Target="../ink/ink251.xml"/><Relationship Id="rId151" Type="http://schemas.openxmlformats.org/officeDocument/2006/relationships/image" Target="../media/image265.png"/><Relationship Id="rId172" Type="http://schemas.openxmlformats.org/officeDocument/2006/relationships/customXml" Target="../ink/ink272.xml"/><Relationship Id="rId193" Type="http://schemas.openxmlformats.org/officeDocument/2006/relationships/image" Target="../media/image286.png"/><Relationship Id="rId207" Type="http://schemas.openxmlformats.org/officeDocument/2006/relationships/image" Target="../media/image293.png"/><Relationship Id="rId228" Type="http://schemas.openxmlformats.org/officeDocument/2006/relationships/customXml" Target="../ink/ink300.xml"/><Relationship Id="rId249" Type="http://schemas.openxmlformats.org/officeDocument/2006/relationships/image" Target="../media/image314.png"/><Relationship Id="rId13" Type="http://schemas.openxmlformats.org/officeDocument/2006/relationships/image" Target="../media/image196.png"/><Relationship Id="rId109" Type="http://schemas.openxmlformats.org/officeDocument/2006/relationships/image" Target="../media/image244.png"/><Relationship Id="rId260" Type="http://schemas.openxmlformats.org/officeDocument/2006/relationships/customXml" Target="../ink/ink316.xml"/><Relationship Id="rId281" Type="http://schemas.openxmlformats.org/officeDocument/2006/relationships/image" Target="../media/image330.png"/><Relationship Id="rId316" Type="http://schemas.openxmlformats.org/officeDocument/2006/relationships/customXml" Target="../ink/ink344.xml"/><Relationship Id="rId34" Type="http://schemas.openxmlformats.org/officeDocument/2006/relationships/customXml" Target="../ink/ink203.xml"/><Relationship Id="rId55" Type="http://schemas.openxmlformats.org/officeDocument/2006/relationships/image" Target="../media/image217.png"/><Relationship Id="rId76" Type="http://schemas.openxmlformats.org/officeDocument/2006/relationships/customXml" Target="../ink/ink224.xml"/><Relationship Id="rId97" Type="http://schemas.openxmlformats.org/officeDocument/2006/relationships/image" Target="../media/image238.png"/><Relationship Id="rId120" Type="http://schemas.openxmlformats.org/officeDocument/2006/relationships/customXml" Target="../ink/ink246.xml"/><Relationship Id="rId141" Type="http://schemas.openxmlformats.org/officeDocument/2006/relationships/image" Target="../media/image260.png"/><Relationship Id="rId7" Type="http://schemas.openxmlformats.org/officeDocument/2006/relationships/image" Target="../media/image193.png"/><Relationship Id="rId162" Type="http://schemas.openxmlformats.org/officeDocument/2006/relationships/customXml" Target="../ink/ink267.xml"/><Relationship Id="rId183" Type="http://schemas.openxmlformats.org/officeDocument/2006/relationships/image" Target="../media/image281.png"/><Relationship Id="rId218" Type="http://schemas.openxmlformats.org/officeDocument/2006/relationships/customXml" Target="../ink/ink295.xml"/><Relationship Id="rId239" Type="http://schemas.openxmlformats.org/officeDocument/2006/relationships/image" Target="../media/image309.png"/><Relationship Id="rId250" Type="http://schemas.openxmlformats.org/officeDocument/2006/relationships/customXml" Target="../ink/ink311.xml"/><Relationship Id="rId271" Type="http://schemas.openxmlformats.org/officeDocument/2006/relationships/image" Target="../media/image325.png"/><Relationship Id="rId292" Type="http://schemas.openxmlformats.org/officeDocument/2006/relationships/customXml" Target="../ink/ink332.xml"/><Relationship Id="rId306" Type="http://schemas.openxmlformats.org/officeDocument/2006/relationships/customXml" Target="../ink/ink339.xml"/><Relationship Id="rId24" Type="http://schemas.openxmlformats.org/officeDocument/2006/relationships/customXml" Target="../ink/ink198.xml"/><Relationship Id="rId45" Type="http://schemas.openxmlformats.org/officeDocument/2006/relationships/image" Target="../media/image212.png"/><Relationship Id="rId66" Type="http://schemas.openxmlformats.org/officeDocument/2006/relationships/customXml" Target="../ink/ink219.xml"/><Relationship Id="rId87" Type="http://schemas.openxmlformats.org/officeDocument/2006/relationships/image" Target="../media/image233.png"/><Relationship Id="rId110" Type="http://schemas.openxmlformats.org/officeDocument/2006/relationships/customXml" Target="../ink/ink241.xml"/><Relationship Id="rId131" Type="http://schemas.openxmlformats.org/officeDocument/2006/relationships/image" Target="../media/image255.png"/><Relationship Id="rId152" Type="http://schemas.openxmlformats.org/officeDocument/2006/relationships/customXml" Target="../ink/ink262.xml"/><Relationship Id="rId173" Type="http://schemas.openxmlformats.org/officeDocument/2006/relationships/image" Target="../media/image276.png"/><Relationship Id="rId194" Type="http://schemas.openxmlformats.org/officeDocument/2006/relationships/customXml" Target="../ink/ink283.xml"/><Relationship Id="rId208" Type="http://schemas.openxmlformats.org/officeDocument/2006/relationships/customXml" Target="../ink/ink290.xml"/><Relationship Id="rId229" Type="http://schemas.openxmlformats.org/officeDocument/2006/relationships/image" Target="../media/image304.png"/><Relationship Id="rId19" Type="http://schemas.openxmlformats.org/officeDocument/2006/relationships/image" Target="../media/image199.png"/><Relationship Id="rId224" Type="http://schemas.openxmlformats.org/officeDocument/2006/relationships/customXml" Target="../ink/ink298.xml"/><Relationship Id="rId240" Type="http://schemas.openxmlformats.org/officeDocument/2006/relationships/customXml" Target="../ink/ink306.xml"/><Relationship Id="rId245" Type="http://schemas.openxmlformats.org/officeDocument/2006/relationships/image" Target="../media/image312.png"/><Relationship Id="rId261" Type="http://schemas.openxmlformats.org/officeDocument/2006/relationships/image" Target="../media/image320.png"/><Relationship Id="rId266" Type="http://schemas.openxmlformats.org/officeDocument/2006/relationships/customXml" Target="../ink/ink319.xml"/><Relationship Id="rId287" Type="http://schemas.openxmlformats.org/officeDocument/2006/relationships/image" Target="../media/image333.png"/><Relationship Id="rId14" Type="http://schemas.openxmlformats.org/officeDocument/2006/relationships/customXml" Target="../ink/ink193.xml"/><Relationship Id="rId30" Type="http://schemas.openxmlformats.org/officeDocument/2006/relationships/customXml" Target="../ink/ink201.xml"/><Relationship Id="rId35" Type="http://schemas.openxmlformats.org/officeDocument/2006/relationships/image" Target="../media/image207.png"/><Relationship Id="rId56" Type="http://schemas.openxmlformats.org/officeDocument/2006/relationships/customXml" Target="../ink/ink214.xml"/><Relationship Id="rId77" Type="http://schemas.openxmlformats.org/officeDocument/2006/relationships/image" Target="../media/image228.png"/><Relationship Id="rId100" Type="http://schemas.openxmlformats.org/officeDocument/2006/relationships/customXml" Target="../ink/ink236.xml"/><Relationship Id="rId105" Type="http://schemas.openxmlformats.org/officeDocument/2006/relationships/image" Target="../media/image242.png"/><Relationship Id="rId126" Type="http://schemas.openxmlformats.org/officeDocument/2006/relationships/customXml" Target="../ink/ink249.xml"/><Relationship Id="rId147" Type="http://schemas.openxmlformats.org/officeDocument/2006/relationships/image" Target="../media/image263.png"/><Relationship Id="rId168" Type="http://schemas.openxmlformats.org/officeDocument/2006/relationships/customXml" Target="../ink/ink270.xml"/><Relationship Id="rId282" Type="http://schemas.openxmlformats.org/officeDocument/2006/relationships/customXml" Target="../ink/ink327.xml"/><Relationship Id="rId312" Type="http://schemas.openxmlformats.org/officeDocument/2006/relationships/customXml" Target="../ink/ink342.xml"/><Relationship Id="rId317" Type="http://schemas.openxmlformats.org/officeDocument/2006/relationships/image" Target="../media/image348.png"/><Relationship Id="rId8" Type="http://schemas.openxmlformats.org/officeDocument/2006/relationships/customXml" Target="../ink/ink190.xml"/><Relationship Id="rId51" Type="http://schemas.openxmlformats.org/officeDocument/2006/relationships/image" Target="../media/image215.png"/><Relationship Id="rId72" Type="http://schemas.openxmlformats.org/officeDocument/2006/relationships/customXml" Target="../ink/ink222.xml"/><Relationship Id="rId93" Type="http://schemas.openxmlformats.org/officeDocument/2006/relationships/image" Target="../media/image236.png"/><Relationship Id="rId98" Type="http://schemas.openxmlformats.org/officeDocument/2006/relationships/customXml" Target="../ink/ink235.xml"/><Relationship Id="rId121" Type="http://schemas.openxmlformats.org/officeDocument/2006/relationships/image" Target="../media/image250.png"/><Relationship Id="rId142" Type="http://schemas.openxmlformats.org/officeDocument/2006/relationships/customXml" Target="../ink/ink257.xml"/><Relationship Id="rId163" Type="http://schemas.openxmlformats.org/officeDocument/2006/relationships/image" Target="../media/image271.png"/><Relationship Id="rId184" Type="http://schemas.openxmlformats.org/officeDocument/2006/relationships/customXml" Target="../ink/ink278.xml"/><Relationship Id="rId189" Type="http://schemas.openxmlformats.org/officeDocument/2006/relationships/image" Target="../media/image284.png"/><Relationship Id="rId219" Type="http://schemas.openxmlformats.org/officeDocument/2006/relationships/image" Target="../media/image299.png"/><Relationship Id="rId3" Type="http://schemas.openxmlformats.org/officeDocument/2006/relationships/image" Target="../media/image191.png"/><Relationship Id="rId214" Type="http://schemas.openxmlformats.org/officeDocument/2006/relationships/customXml" Target="../ink/ink293.xml"/><Relationship Id="rId230" Type="http://schemas.openxmlformats.org/officeDocument/2006/relationships/customXml" Target="../ink/ink301.xml"/><Relationship Id="rId235" Type="http://schemas.openxmlformats.org/officeDocument/2006/relationships/image" Target="../media/image307.png"/><Relationship Id="rId251" Type="http://schemas.openxmlformats.org/officeDocument/2006/relationships/image" Target="../media/image315.png"/><Relationship Id="rId256" Type="http://schemas.openxmlformats.org/officeDocument/2006/relationships/customXml" Target="../ink/ink314.xml"/><Relationship Id="rId277" Type="http://schemas.openxmlformats.org/officeDocument/2006/relationships/image" Target="../media/image328.png"/><Relationship Id="rId298" Type="http://schemas.openxmlformats.org/officeDocument/2006/relationships/customXml" Target="../ink/ink335.xml"/><Relationship Id="rId25" Type="http://schemas.openxmlformats.org/officeDocument/2006/relationships/image" Target="../media/image202.png"/><Relationship Id="rId46" Type="http://schemas.openxmlformats.org/officeDocument/2006/relationships/customXml" Target="../ink/ink209.xml"/><Relationship Id="rId67" Type="http://schemas.openxmlformats.org/officeDocument/2006/relationships/image" Target="../media/image223.png"/><Relationship Id="rId116" Type="http://schemas.openxmlformats.org/officeDocument/2006/relationships/customXml" Target="../ink/ink244.xml"/><Relationship Id="rId137" Type="http://schemas.openxmlformats.org/officeDocument/2006/relationships/image" Target="../media/image258.png"/><Relationship Id="rId158" Type="http://schemas.openxmlformats.org/officeDocument/2006/relationships/customXml" Target="../ink/ink265.xml"/><Relationship Id="rId272" Type="http://schemas.openxmlformats.org/officeDocument/2006/relationships/customXml" Target="../ink/ink322.xml"/><Relationship Id="rId293" Type="http://schemas.openxmlformats.org/officeDocument/2006/relationships/image" Target="../media/image336.png"/><Relationship Id="rId302" Type="http://schemas.openxmlformats.org/officeDocument/2006/relationships/customXml" Target="../ink/ink337.xml"/><Relationship Id="rId307" Type="http://schemas.openxmlformats.org/officeDocument/2006/relationships/image" Target="../media/image343.png"/><Relationship Id="rId20" Type="http://schemas.openxmlformats.org/officeDocument/2006/relationships/customXml" Target="../ink/ink196.xml"/><Relationship Id="rId41" Type="http://schemas.openxmlformats.org/officeDocument/2006/relationships/image" Target="../media/image210.png"/><Relationship Id="rId62" Type="http://schemas.openxmlformats.org/officeDocument/2006/relationships/customXml" Target="../ink/ink217.xml"/><Relationship Id="rId83" Type="http://schemas.openxmlformats.org/officeDocument/2006/relationships/image" Target="../media/image231.png"/><Relationship Id="rId88" Type="http://schemas.openxmlformats.org/officeDocument/2006/relationships/customXml" Target="../ink/ink230.xml"/><Relationship Id="rId111" Type="http://schemas.openxmlformats.org/officeDocument/2006/relationships/image" Target="../media/image245.png"/><Relationship Id="rId132" Type="http://schemas.openxmlformats.org/officeDocument/2006/relationships/customXml" Target="../ink/ink252.xml"/><Relationship Id="rId153" Type="http://schemas.openxmlformats.org/officeDocument/2006/relationships/image" Target="../media/image266.png"/><Relationship Id="rId174" Type="http://schemas.openxmlformats.org/officeDocument/2006/relationships/customXml" Target="../ink/ink273.xml"/><Relationship Id="rId179" Type="http://schemas.openxmlformats.org/officeDocument/2006/relationships/image" Target="../media/image279.png"/><Relationship Id="rId195" Type="http://schemas.openxmlformats.org/officeDocument/2006/relationships/image" Target="../media/image287.png"/><Relationship Id="rId209" Type="http://schemas.openxmlformats.org/officeDocument/2006/relationships/image" Target="../media/image294.png"/><Relationship Id="rId190" Type="http://schemas.openxmlformats.org/officeDocument/2006/relationships/customXml" Target="../ink/ink281.xml"/><Relationship Id="rId204" Type="http://schemas.openxmlformats.org/officeDocument/2006/relationships/customXml" Target="../ink/ink288.xml"/><Relationship Id="rId220" Type="http://schemas.openxmlformats.org/officeDocument/2006/relationships/customXml" Target="../ink/ink296.xml"/><Relationship Id="rId225" Type="http://schemas.openxmlformats.org/officeDocument/2006/relationships/image" Target="../media/image302.png"/><Relationship Id="rId241" Type="http://schemas.openxmlformats.org/officeDocument/2006/relationships/image" Target="../media/image310.png"/><Relationship Id="rId246" Type="http://schemas.openxmlformats.org/officeDocument/2006/relationships/customXml" Target="../ink/ink309.xml"/><Relationship Id="rId267" Type="http://schemas.openxmlformats.org/officeDocument/2006/relationships/image" Target="../media/image323.png"/><Relationship Id="rId288" Type="http://schemas.openxmlformats.org/officeDocument/2006/relationships/customXml" Target="../ink/ink330.xml"/><Relationship Id="rId15" Type="http://schemas.openxmlformats.org/officeDocument/2006/relationships/image" Target="../media/image197.png"/><Relationship Id="rId36" Type="http://schemas.openxmlformats.org/officeDocument/2006/relationships/customXml" Target="../ink/ink204.xml"/><Relationship Id="rId57" Type="http://schemas.openxmlformats.org/officeDocument/2006/relationships/image" Target="../media/image218.png"/><Relationship Id="rId106" Type="http://schemas.openxmlformats.org/officeDocument/2006/relationships/customXml" Target="../ink/ink239.xml"/><Relationship Id="rId127" Type="http://schemas.openxmlformats.org/officeDocument/2006/relationships/image" Target="../media/image253.png"/><Relationship Id="rId262" Type="http://schemas.openxmlformats.org/officeDocument/2006/relationships/customXml" Target="../ink/ink317.xml"/><Relationship Id="rId283" Type="http://schemas.openxmlformats.org/officeDocument/2006/relationships/image" Target="../media/image331.png"/><Relationship Id="rId313" Type="http://schemas.openxmlformats.org/officeDocument/2006/relationships/image" Target="../media/image346.png"/><Relationship Id="rId318" Type="http://schemas.openxmlformats.org/officeDocument/2006/relationships/customXml" Target="../ink/ink345.xml"/><Relationship Id="rId10" Type="http://schemas.openxmlformats.org/officeDocument/2006/relationships/customXml" Target="../ink/ink191.xml"/><Relationship Id="rId31" Type="http://schemas.openxmlformats.org/officeDocument/2006/relationships/image" Target="../media/image205.png"/><Relationship Id="rId52" Type="http://schemas.openxmlformats.org/officeDocument/2006/relationships/customXml" Target="../ink/ink212.xml"/><Relationship Id="rId73" Type="http://schemas.openxmlformats.org/officeDocument/2006/relationships/image" Target="../media/image226.png"/><Relationship Id="rId78" Type="http://schemas.openxmlformats.org/officeDocument/2006/relationships/customXml" Target="../ink/ink225.xml"/><Relationship Id="rId94" Type="http://schemas.openxmlformats.org/officeDocument/2006/relationships/customXml" Target="../ink/ink233.xml"/><Relationship Id="rId99" Type="http://schemas.openxmlformats.org/officeDocument/2006/relationships/image" Target="../media/image239.png"/><Relationship Id="rId101" Type="http://schemas.openxmlformats.org/officeDocument/2006/relationships/image" Target="../media/image240.png"/><Relationship Id="rId122" Type="http://schemas.openxmlformats.org/officeDocument/2006/relationships/customXml" Target="../ink/ink247.xml"/><Relationship Id="rId143" Type="http://schemas.openxmlformats.org/officeDocument/2006/relationships/image" Target="../media/image261.png"/><Relationship Id="rId148" Type="http://schemas.openxmlformats.org/officeDocument/2006/relationships/customXml" Target="../ink/ink260.xml"/><Relationship Id="rId164" Type="http://schemas.openxmlformats.org/officeDocument/2006/relationships/customXml" Target="../ink/ink268.xml"/><Relationship Id="rId169" Type="http://schemas.openxmlformats.org/officeDocument/2006/relationships/image" Target="../media/image274.png"/><Relationship Id="rId185" Type="http://schemas.openxmlformats.org/officeDocument/2006/relationships/image" Target="../media/image282.png"/><Relationship Id="rId4" Type="http://schemas.openxmlformats.org/officeDocument/2006/relationships/customXml" Target="../ink/ink188.xml"/><Relationship Id="rId9" Type="http://schemas.openxmlformats.org/officeDocument/2006/relationships/image" Target="../media/image194.png"/><Relationship Id="rId180" Type="http://schemas.openxmlformats.org/officeDocument/2006/relationships/customXml" Target="../ink/ink276.xml"/><Relationship Id="rId210" Type="http://schemas.openxmlformats.org/officeDocument/2006/relationships/customXml" Target="../ink/ink291.xml"/><Relationship Id="rId215" Type="http://schemas.openxmlformats.org/officeDocument/2006/relationships/image" Target="../media/image297.png"/><Relationship Id="rId236" Type="http://schemas.openxmlformats.org/officeDocument/2006/relationships/customXml" Target="../ink/ink304.xml"/><Relationship Id="rId257" Type="http://schemas.openxmlformats.org/officeDocument/2006/relationships/image" Target="../media/image318.png"/><Relationship Id="rId278" Type="http://schemas.openxmlformats.org/officeDocument/2006/relationships/customXml" Target="../ink/ink325.xml"/><Relationship Id="rId26" Type="http://schemas.openxmlformats.org/officeDocument/2006/relationships/customXml" Target="../ink/ink199.xml"/><Relationship Id="rId231" Type="http://schemas.openxmlformats.org/officeDocument/2006/relationships/image" Target="../media/image305.png"/><Relationship Id="rId252" Type="http://schemas.openxmlformats.org/officeDocument/2006/relationships/customXml" Target="../ink/ink312.xml"/><Relationship Id="rId273" Type="http://schemas.openxmlformats.org/officeDocument/2006/relationships/image" Target="../media/image326.png"/><Relationship Id="rId294" Type="http://schemas.openxmlformats.org/officeDocument/2006/relationships/customXml" Target="../ink/ink333.xml"/><Relationship Id="rId308" Type="http://schemas.openxmlformats.org/officeDocument/2006/relationships/customXml" Target="../ink/ink340.xml"/><Relationship Id="rId47" Type="http://schemas.openxmlformats.org/officeDocument/2006/relationships/image" Target="../media/image213.png"/><Relationship Id="rId68" Type="http://schemas.openxmlformats.org/officeDocument/2006/relationships/customXml" Target="../ink/ink220.xml"/><Relationship Id="rId89" Type="http://schemas.openxmlformats.org/officeDocument/2006/relationships/image" Target="../media/image234.png"/><Relationship Id="rId112" Type="http://schemas.openxmlformats.org/officeDocument/2006/relationships/customXml" Target="../ink/ink242.xml"/><Relationship Id="rId133" Type="http://schemas.openxmlformats.org/officeDocument/2006/relationships/image" Target="../media/image256.png"/><Relationship Id="rId154" Type="http://schemas.openxmlformats.org/officeDocument/2006/relationships/customXml" Target="../ink/ink263.xml"/><Relationship Id="rId175" Type="http://schemas.openxmlformats.org/officeDocument/2006/relationships/image" Target="../media/image277.png"/><Relationship Id="rId196" Type="http://schemas.openxmlformats.org/officeDocument/2006/relationships/customXml" Target="../ink/ink284.xml"/><Relationship Id="rId200" Type="http://schemas.openxmlformats.org/officeDocument/2006/relationships/customXml" Target="../ink/ink286.xml"/><Relationship Id="rId16" Type="http://schemas.openxmlformats.org/officeDocument/2006/relationships/customXml" Target="../ink/ink194.xml"/><Relationship Id="rId221" Type="http://schemas.openxmlformats.org/officeDocument/2006/relationships/image" Target="../media/image300.png"/><Relationship Id="rId242" Type="http://schemas.openxmlformats.org/officeDocument/2006/relationships/customXml" Target="../ink/ink307.xml"/><Relationship Id="rId263" Type="http://schemas.openxmlformats.org/officeDocument/2006/relationships/image" Target="../media/image321.png"/><Relationship Id="rId284" Type="http://schemas.openxmlformats.org/officeDocument/2006/relationships/customXml" Target="../ink/ink328.xml"/><Relationship Id="rId319" Type="http://schemas.openxmlformats.org/officeDocument/2006/relationships/image" Target="../media/image349.png"/><Relationship Id="rId37" Type="http://schemas.openxmlformats.org/officeDocument/2006/relationships/image" Target="../media/image208.png"/><Relationship Id="rId58" Type="http://schemas.openxmlformats.org/officeDocument/2006/relationships/customXml" Target="../ink/ink215.xml"/><Relationship Id="rId79" Type="http://schemas.openxmlformats.org/officeDocument/2006/relationships/image" Target="../media/image229.png"/><Relationship Id="rId102" Type="http://schemas.openxmlformats.org/officeDocument/2006/relationships/customXml" Target="../ink/ink237.xml"/><Relationship Id="rId123" Type="http://schemas.openxmlformats.org/officeDocument/2006/relationships/image" Target="../media/image251.png"/><Relationship Id="rId144" Type="http://schemas.openxmlformats.org/officeDocument/2006/relationships/customXml" Target="../ink/ink258.xml"/><Relationship Id="rId90" Type="http://schemas.openxmlformats.org/officeDocument/2006/relationships/customXml" Target="../ink/ink231.xml"/><Relationship Id="rId165" Type="http://schemas.openxmlformats.org/officeDocument/2006/relationships/image" Target="../media/image272.png"/><Relationship Id="rId186" Type="http://schemas.openxmlformats.org/officeDocument/2006/relationships/customXml" Target="../ink/ink279.xml"/><Relationship Id="rId211" Type="http://schemas.openxmlformats.org/officeDocument/2006/relationships/image" Target="../media/image295.png"/><Relationship Id="rId232" Type="http://schemas.openxmlformats.org/officeDocument/2006/relationships/customXml" Target="../ink/ink302.xml"/><Relationship Id="rId253" Type="http://schemas.openxmlformats.org/officeDocument/2006/relationships/image" Target="../media/image316.png"/><Relationship Id="rId274" Type="http://schemas.openxmlformats.org/officeDocument/2006/relationships/customXml" Target="../ink/ink323.xml"/><Relationship Id="rId295" Type="http://schemas.openxmlformats.org/officeDocument/2006/relationships/image" Target="../media/image337.png"/><Relationship Id="rId309" Type="http://schemas.openxmlformats.org/officeDocument/2006/relationships/image" Target="../media/image344.png"/><Relationship Id="rId27" Type="http://schemas.openxmlformats.org/officeDocument/2006/relationships/image" Target="../media/image203.png"/><Relationship Id="rId48" Type="http://schemas.openxmlformats.org/officeDocument/2006/relationships/customXml" Target="../ink/ink210.xml"/><Relationship Id="rId69" Type="http://schemas.openxmlformats.org/officeDocument/2006/relationships/image" Target="../media/image224.png"/><Relationship Id="rId113" Type="http://schemas.openxmlformats.org/officeDocument/2006/relationships/image" Target="../media/image246.png"/><Relationship Id="rId134" Type="http://schemas.openxmlformats.org/officeDocument/2006/relationships/customXml" Target="../ink/ink253.xml"/><Relationship Id="rId320" Type="http://schemas.openxmlformats.org/officeDocument/2006/relationships/customXml" Target="../ink/ink346.xml"/><Relationship Id="rId80" Type="http://schemas.openxmlformats.org/officeDocument/2006/relationships/customXml" Target="../ink/ink226.xml"/><Relationship Id="rId155" Type="http://schemas.openxmlformats.org/officeDocument/2006/relationships/image" Target="../media/image267.png"/><Relationship Id="rId176" Type="http://schemas.openxmlformats.org/officeDocument/2006/relationships/customXml" Target="../ink/ink274.xml"/><Relationship Id="rId197" Type="http://schemas.openxmlformats.org/officeDocument/2006/relationships/image" Target="../media/image288.png"/><Relationship Id="rId201" Type="http://schemas.openxmlformats.org/officeDocument/2006/relationships/image" Target="../media/image290.png"/><Relationship Id="rId222" Type="http://schemas.openxmlformats.org/officeDocument/2006/relationships/customXml" Target="../ink/ink297.xml"/><Relationship Id="rId243" Type="http://schemas.openxmlformats.org/officeDocument/2006/relationships/image" Target="../media/image311.png"/><Relationship Id="rId264" Type="http://schemas.openxmlformats.org/officeDocument/2006/relationships/customXml" Target="../ink/ink318.xml"/><Relationship Id="rId285" Type="http://schemas.openxmlformats.org/officeDocument/2006/relationships/image" Target="../media/image332.png"/><Relationship Id="rId17" Type="http://schemas.openxmlformats.org/officeDocument/2006/relationships/image" Target="../media/image198.png"/><Relationship Id="rId38" Type="http://schemas.openxmlformats.org/officeDocument/2006/relationships/customXml" Target="../ink/ink205.xml"/><Relationship Id="rId59" Type="http://schemas.openxmlformats.org/officeDocument/2006/relationships/image" Target="../media/image219.png"/><Relationship Id="rId103" Type="http://schemas.openxmlformats.org/officeDocument/2006/relationships/image" Target="../media/image241.png"/><Relationship Id="rId124" Type="http://schemas.openxmlformats.org/officeDocument/2006/relationships/customXml" Target="../ink/ink248.xml"/><Relationship Id="rId310" Type="http://schemas.openxmlformats.org/officeDocument/2006/relationships/customXml" Target="../ink/ink341.xml"/><Relationship Id="rId70" Type="http://schemas.openxmlformats.org/officeDocument/2006/relationships/customXml" Target="../ink/ink221.xml"/><Relationship Id="rId91" Type="http://schemas.openxmlformats.org/officeDocument/2006/relationships/image" Target="../media/image235.png"/><Relationship Id="rId145" Type="http://schemas.openxmlformats.org/officeDocument/2006/relationships/image" Target="../media/image262.png"/><Relationship Id="rId166" Type="http://schemas.openxmlformats.org/officeDocument/2006/relationships/customXml" Target="../ink/ink269.xml"/><Relationship Id="rId187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92.xml"/><Relationship Id="rId233" Type="http://schemas.openxmlformats.org/officeDocument/2006/relationships/image" Target="../media/image306.png"/><Relationship Id="rId254" Type="http://schemas.openxmlformats.org/officeDocument/2006/relationships/customXml" Target="../ink/ink313.xml"/><Relationship Id="rId28" Type="http://schemas.openxmlformats.org/officeDocument/2006/relationships/customXml" Target="../ink/ink200.xml"/><Relationship Id="rId49" Type="http://schemas.openxmlformats.org/officeDocument/2006/relationships/image" Target="../media/image214.png"/><Relationship Id="rId114" Type="http://schemas.openxmlformats.org/officeDocument/2006/relationships/customXml" Target="../ink/ink243.xml"/><Relationship Id="rId275" Type="http://schemas.openxmlformats.org/officeDocument/2006/relationships/image" Target="../media/image327.png"/><Relationship Id="rId296" Type="http://schemas.openxmlformats.org/officeDocument/2006/relationships/customXml" Target="../ink/ink334.xml"/><Relationship Id="rId300" Type="http://schemas.openxmlformats.org/officeDocument/2006/relationships/customXml" Target="../ink/ink336.xml"/><Relationship Id="rId60" Type="http://schemas.openxmlformats.org/officeDocument/2006/relationships/customXml" Target="../ink/ink216.xml"/><Relationship Id="rId81" Type="http://schemas.openxmlformats.org/officeDocument/2006/relationships/image" Target="../media/image230.png"/><Relationship Id="rId135" Type="http://schemas.openxmlformats.org/officeDocument/2006/relationships/image" Target="../media/image257.png"/><Relationship Id="rId156" Type="http://schemas.openxmlformats.org/officeDocument/2006/relationships/customXml" Target="../ink/ink264.xml"/><Relationship Id="rId177" Type="http://schemas.openxmlformats.org/officeDocument/2006/relationships/image" Target="../media/image278.png"/><Relationship Id="rId198" Type="http://schemas.openxmlformats.org/officeDocument/2006/relationships/customXml" Target="../ink/ink285.xml"/><Relationship Id="rId321" Type="http://schemas.openxmlformats.org/officeDocument/2006/relationships/image" Target="../media/image350.png"/><Relationship Id="rId202" Type="http://schemas.openxmlformats.org/officeDocument/2006/relationships/customXml" Target="../ink/ink287.xml"/><Relationship Id="rId223" Type="http://schemas.openxmlformats.org/officeDocument/2006/relationships/image" Target="../media/image301.png"/><Relationship Id="rId244" Type="http://schemas.openxmlformats.org/officeDocument/2006/relationships/customXml" Target="../ink/ink308.xml"/><Relationship Id="rId18" Type="http://schemas.openxmlformats.org/officeDocument/2006/relationships/customXml" Target="../ink/ink195.xml"/><Relationship Id="rId39" Type="http://schemas.openxmlformats.org/officeDocument/2006/relationships/image" Target="../media/image209.png"/><Relationship Id="rId265" Type="http://schemas.openxmlformats.org/officeDocument/2006/relationships/image" Target="../media/image322.png"/><Relationship Id="rId286" Type="http://schemas.openxmlformats.org/officeDocument/2006/relationships/customXml" Target="../ink/ink329.xml"/><Relationship Id="rId50" Type="http://schemas.openxmlformats.org/officeDocument/2006/relationships/customXml" Target="../ink/ink211.xml"/><Relationship Id="rId104" Type="http://schemas.openxmlformats.org/officeDocument/2006/relationships/customXml" Target="../ink/ink238.xml"/><Relationship Id="rId125" Type="http://schemas.openxmlformats.org/officeDocument/2006/relationships/image" Target="../media/image252.png"/><Relationship Id="rId146" Type="http://schemas.openxmlformats.org/officeDocument/2006/relationships/customXml" Target="../ink/ink259.xml"/><Relationship Id="rId167" Type="http://schemas.openxmlformats.org/officeDocument/2006/relationships/image" Target="../media/image273.png"/><Relationship Id="rId188" Type="http://schemas.openxmlformats.org/officeDocument/2006/relationships/customXml" Target="../ink/ink280.xml"/><Relationship Id="rId311" Type="http://schemas.openxmlformats.org/officeDocument/2006/relationships/image" Target="../media/image345.png"/><Relationship Id="rId71" Type="http://schemas.openxmlformats.org/officeDocument/2006/relationships/image" Target="../media/image225.png"/><Relationship Id="rId92" Type="http://schemas.openxmlformats.org/officeDocument/2006/relationships/customXml" Target="../ink/ink232.xml"/><Relationship Id="rId213" Type="http://schemas.openxmlformats.org/officeDocument/2006/relationships/image" Target="../media/image296.png"/><Relationship Id="rId234" Type="http://schemas.openxmlformats.org/officeDocument/2006/relationships/customXml" Target="../ink/ink303.xml"/><Relationship Id="rId2" Type="http://schemas.openxmlformats.org/officeDocument/2006/relationships/customXml" Target="../ink/ink187.xml"/><Relationship Id="rId29" Type="http://schemas.openxmlformats.org/officeDocument/2006/relationships/image" Target="../media/image204.png"/><Relationship Id="rId255" Type="http://schemas.openxmlformats.org/officeDocument/2006/relationships/image" Target="../media/image317.png"/><Relationship Id="rId276" Type="http://schemas.openxmlformats.org/officeDocument/2006/relationships/customXml" Target="../ink/ink324.xml"/><Relationship Id="rId297" Type="http://schemas.openxmlformats.org/officeDocument/2006/relationships/image" Target="../media/image338.png"/><Relationship Id="rId40" Type="http://schemas.openxmlformats.org/officeDocument/2006/relationships/customXml" Target="../ink/ink206.xml"/><Relationship Id="rId115" Type="http://schemas.openxmlformats.org/officeDocument/2006/relationships/image" Target="../media/image247.png"/><Relationship Id="rId136" Type="http://schemas.openxmlformats.org/officeDocument/2006/relationships/customXml" Target="../ink/ink254.xml"/><Relationship Id="rId157" Type="http://schemas.openxmlformats.org/officeDocument/2006/relationships/image" Target="../media/image268.png"/><Relationship Id="rId178" Type="http://schemas.openxmlformats.org/officeDocument/2006/relationships/customXml" Target="../ink/ink275.xml"/><Relationship Id="rId301" Type="http://schemas.openxmlformats.org/officeDocument/2006/relationships/image" Target="../media/image340.png"/><Relationship Id="rId61" Type="http://schemas.openxmlformats.org/officeDocument/2006/relationships/image" Target="../media/image220.png"/><Relationship Id="rId82" Type="http://schemas.openxmlformats.org/officeDocument/2006/relationships/customXml" Target="../ink/ink227.xml"/><Relationship Id="rId199" Type="http://schemas.openxmlformats.org/officeDocument/2006/relationships/image" Target="../media/image289.png"/><Relationship Id="rId203" Type="http://schemas.openxmlformats.org/officeDocument/2006/relationships/image" Target="../media/image291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8.png"/><Relationship Id="rId21" Type="http://schemas.openxmlformats.org/officeDocument/2006/relationships/image" Target="../media/image360.png"/><Relationship Id="rId42" Type="http://schemas.openxmlformats.org/officeDocument/2006/relationships/customXml" Target="../ink/ink367.xml"/><Relationship Id="rId63" Type="http://schemas.openxmlformats.org/officeDocument/2006/relationships/image" Target="../media/image381.png"/><Relationship Id="rId84" Type="http://schemas.openxmlformats.org/officeDocument/2006/relationships/customXml" Target="../ink/ink388.xml"/><Relationship Id="rId138" Type="http://schemas.openxmlformats.org/officeDocument/2006/relationships/customXml" Target="../ink/ink415.xml"/><Relationship Id="rId159" Type="http://schemas.openxmlformats.org/officeDocument/2006/relationships/image" Target="../media/image429.png"/><Relationship Id="rId170" Type="http://schemas.openxmlformats.org/officeDocument/2006/relationships/customXml" Target="../ink/ink431.xml"/><Relationship Id="rId191" Type="http://schemas.openxmlformats.org/officeDocument/2006/relationships/image" Target="../media/image445.png"/><Relationship Id="rId205" Type="http://schemas.openxmlformats.org/officeDocument/2006/relationships/image" Target="../media/image452.png"/><Relationship Id="rId107" Type="http://schemas.openxmlformats.org/officeDocument/2006/relationships/image" Target="../media/image403.png"/><Relationship Id="rId11" Type="http://schemas.openxmlformats.org/officeDocument/2006/relationships/image" Target="../media/image355.png"/><Relationship Id="rId32" Type="http://schemas.openxmlformats.org/officeDocument/2006/relationships/customXml" Target="../ink/ink362.xml"/><Relationship Id="rId53" Type="http://schemas.openxmlformats.org/officeDocument/2006/relationships/image" Target="../media/image376.png"/><Relationship Id="rId74" Type="http://schemas.openxmlformats.org/officeDocument/2006/relationships/customXml" Target="../ink/ink383.xml"/><Relationship Id="rId128" Type="http://schemas.openxmlformats.org/officeDocument/2006/relationships/customXml" Target="../ink/ink410.xml"/><Relationship Id="rId149" Type="http://schemas.openxmlformats.org/officeDocument/2006/relationships/image" Target="../media/image424.png"/><Relationship Id="rId5" Type="http://schemas.openxmlformats.org/officeDocument/2006/relationships/image" Target="../media/image352.png"/><Relationship Id="rId90" Type="http://schemas.openxmlformats.org/officeDocument/2006/relationships/customXml" Target="../ink/ink391.xml"/><Relationship Id="rId95" Type="http://schemas.openxmlformats.org/officeDocument/2006/relationships/image" Target="../media/image397.png"/><Relationship Id="rId160" Type="http://schemas.openxmlformats.org/officeDocument/2006/relationships/customXml" Target="../ink/ink426.xml"/><Relationship Id="rId165" Type="http://schemas.openxmlformats.org/officeDocument/2006/relationships/image" Target="../media/image432.png"/><Relationship Id="rId181" Type="http://schemas.openxmlformats.org/officeDocument/2006/relationships/image" Target="../media/image440.png"/><Relationship Id="rId186" Type="http://schemas.openxmlformats.org/officeDocument/2006/relationships/customXml" Target="../ink/ink439.xml"/><Relationship Id="rId216" Type="http://schemas.openxmlformats.org/officeDocument/2006/relationships/customXml" Target="../ink/ink454.xml"/><Relationship Id="rId211" Type="http://schemas.openxmlformats.org/officeDocument/2006/relationships/image" Target="../media/image455.png"/><Relationship Id="rId22" Type="http://schemas.openxmlformats.org/officeDocument/2006/relationships/customXml" Target="../ink/ink357.xml"/><Relationship Id="rId27" Type="http://schemas.openxmlformats.org/officeDocument/2006/relationships/image" Target="../media/image363.png"/><Relationship Id="rId43" Type="http://schemas.openxmlformats.org/officeDocument/2006/relationships/image" Target="../media/image371.png"/><Relationship Id="rId48" Type="http://schemas.openxmlformats.org/officeDocument/2006/relationships/customXml" Target="../ink/ink370.xml"/><Relationship Id="rId64" Type="http://schemas.openxmlformats.org/officeDocument/2006/relationships/customXml" Target="../ink/ink378.xml"/><Relationship Id="rId69" Type="http://schemas.openxmlformats.org/officeDocument/2006/relationships/image" Target="../media/image384.png"/><Relationship Id="rId113" Type="http://schemas.openxmlformats.org/officeDocument/2006/relationships/image" Target="../media/image406.png"/><Relationship Id="rId118" Type="http://schemas.openxmlformats.org/officeDocument/2006/relationships/customXml" Target="../ink/ink405.xml"/><Relationship Id="rId134" Type="http://schemas.openxmlformats.org/officeDocument/2006/relationships/customXml" Target="../ink/ink413.xml"/><Relationship Id="rId139" Type="http://schemas.openxmlformats.org/officeDocument/2006/relationships/image" Target="../media/image419.png"/><Relationship Id="rId80" Type="http://schemas.openxmlformats.org/officeDocument/2006/relationships/customXml" Target="../ink/ink386.xml"/><Relationship Id="rId85" Type="http://schemas.openxmlformats.org/officeDocument/2006/relationships/image" Target="../media/image392.png"/><Relationship Id="rId150" Type="http://schemas.openxmlformats.org/officeDocument/2006/relationships/customXml" Target="../ink/ink421.xml"/><Relationship Id="rId155" Type="http://schemas.openxmlformats.org/officeDocument/2006/relationships/image" Target="../media/image427.png"/><Relationship Id="rId171" Type="http://schemas.openxmlformats.org/officeDocument/2006/relationships/image" Target="../media/image435.png"/><Relationship Id="rId176" Type="http://schemas.openxmlformats.org/officeDocument/2006/relationships/customXml" Target="../ink/ink434.xml"/><Relationship Id="rId192" Type="http://schemas.openxmlformats.org/officeDocument/2006/relationships/customXml" Target="../ink/ink442.xml"/><Relationship Id="rId197" Type="http://schemas.openxmlformats.org/officeDocument/2006/relationships/image" Target="../media/image448.png"/><Relationship Id="rId206" Type="http://schemas.openxmlformats.org/officeDocument/2006/relationships/customXml" Target="../ink/ink449.xml"/><Relationship Id="rId201" Type="http://schemas.openxmlformats.org/officeDocument/2006/relationships/image" Target="../media/image450.png"/><Relationship Id="rId12" Type="http://schemas.openxmlformats.org/officeDocument/2006/relationships/customXml" Target="../ink/ink352.xml"/><Relationship Id="rId17" Type="http://schemas.openxmlformats.org/officeDocument/2006/relationships/image" Target="../media/image358.png"/><Relationship Id="rId33" Type="http://schemas.openxmlformats.org/officeDocument/2006/relationships/image" Target="../media/image366.png"/><Relationship Id="rId38" Type="http://schemas.openxmlformats.org/officeDocument/2006/relationships/customXml" Target="../ink/ink365.xml"/><Relationship Id="rId59" Type="http://schemas.openxmlformats.org/officeDocument/2006/relationships/image" Target="../media/image379.png"/><Relationship Id="rId103" Type="http://schemas.openxmlformats.org/officeDocument/2006/relationships/image" Target="../media/image401.png"/><Relationship Id="rId108" Type="http://schemas.openxmlformats.org/officeDocument/2006/relationships/customXml" Target="../ink/ink400.xml"/><Relationship Id="rId124" Type="http://schemas.openxmlformats.org/officeDocument/2006/relationships/customXml" Target="../ink/ink408.xml"/><Relationship Id="rId129" Type="http://schemas.openxmlformats.org/officeDocument/2006/relationships/image" Target="../media/image414.png"/><Relationship Id="rId54" Type="http://schemas.openxmlformats.org/officeDocument/2006/relationships/customXml" Target="../ink/ink373.xml"/><Relationship Id="rId70" Type="http://schemas.openxmlformats.org/officeDocument/2006/relationships/customXml" Target="../ink/ink381.xml"/><Relationship Id="rId75" Type="http://schemas.openxmlformats.org/officeDocument/2006/relationships/image" Target="../media/image387.png"/><Relationship Id="rId91" Type="http://schemas.openxmlformats.org/officeDocument/2006/relationships/image" Target="../media/image395.png"/><Relationship Id="rId96" Type="http://schemas.openxmlformats.org/officeDocument/2006/relationships/customXml" Target="../ink/ink394.xml"/><Relationship Id="rId140" Type="http://schemas.openxmlformats.org/officeDocument/2006/relationships/customXml" Target="../ink/ink416.xml"/><Relationship Id="rId145" Type="http://schemas.openxmlformats.org/officeDocument/2006/relationships/image" Target="../media/image422.png"/><Relationship Id="rId161" Type="http://schemas.openxmlformats.org/officeDocument/2006/relationships/image" Target="../media/image430.png"/><Relationship Id="rId166" Type="http://schemas.openxmlformats.org/officeDocument/2006/relationships/customXml" Target="../ink/ink429.xml"/><Relationship Id="rId182" Type="http://schemas.openxmlformats.org/officeDocument/2006/relationships/customXml" Target="../ink/ink437.xml"/><Relationship Id="rId187" Type="http://schemas.openxmlformats.org/officeDocument/2006/relationships/image" Target="../media/image443.png"/><Relationship Id="rId217" Type="http://schemas.openxmlformats.org/officeDocument/2006/relationships/image" Target="../media/image458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49.xml"/><Relationship Id="rId212" Type="http://schemas.openxmlformats.org/officeDocument/2006/relationships/customXml" Target="../ink/ink452.xml"/><Relationship Id="rId23" Type="http://schemas.openxmlformats.org/officeDocument/2006/relationships/image" Target="../media/image361.png"/><Relationship Id="rId28" Type="http://schemas.openxmlformats.org/officeDocument/2006/relationships/customXml" Target="../ink/ink360.xml"/><Relationship Id="rId49" Type="http://schemas.openxmlformats.org/officeDocument/2006/relationships/image" Target="../media/image374.png"/><Relationship Id="rId114" Type="http://schemas.openxmlformats.org/officeDocument/2006/relationships/customXml" Target="../ink/ink403.xml"/><Relationship Id="rId119" Type="http://schemas.openxmlformats.org/officeDocument/2006/relationships/image" Target="../media/image409.png"/><Relationship Id="rId44" Type="http://schemas.openxmlformats.org/officeDocument/2006/relationships/customXml" Target="../ink/ink368.xml"/><Relationship Id="rId60" Type="http://schemas.openxmlformats.org/officeDocument/2006/relationships/customXml" Target="../ink/ink376.xml"/><Relationship Id="rId65" Type="http://schemas.openxmlformats.org/officeDocument/2006/relationships/image" Target="../media/image382.png"/><Relationship Id="rId81" Type="http://schemas.openxmlformats.org/officeDocument/2006/relationships/image" Target="../media/image390.png"/><Relationship Id="rId86" Type="http://schemas.openxmlformats.org/officeDocument/2006/relationships/customXml" Target="../ink/ink389.xml"/><Relationship Id="rId130" Type="http://schemas.openxmlformats.org/officeDocument/2006/relationships/customXml" Target="../ink/ink411.xml"/><Relationship Id="rId135" Type="http://schemas.openxmlformats.org/officeDocument/2006/relationships/image" Target="../media/image417.png"/><Relationship Id="rId151" Type="http://schemas.openxmlformats.org/officeDocument/2006/relationships/image" Target="../media/image425.png"/><Relationship Id="rId156" Type="http://schemas.openxmlformats.org/officeDocument/2006/relationships/customXml" Target="../ink/ink424.xml"/><Relationship Id="rId177" Type="http://schemas.openxmlformats.org/officeDocument/2006/relationships/image" Target="../media/image438.png"/><Relationship Id="rId198" Type="http://schemas.openxmlformats.org/officeDocument/2006/relationships/customXml" Target="../ink/ink445.xml"/><Relationship Id="rId172" Type="http://schemas.openxmlformats.org/officeDocument/2006/relationships/customXml" Target="../ink/ink432.xml"/><Relationship Id="rId193" Type="http://schemas.openxmlformats.org/officeDocument/2006/relationships/image" Target="../media/image446.png"/><Relationship Id="rId202" Type="http://schemas.openxmlformats.org/officeDocument/2006/relationships/customXml" Target="../ink/ink447.xml"/><Relationship Id="rId207" Type="http://schemas.openxmlformats.org/officeDocument/2006/relationships/image" Target="../media/image453.png"/><Relationship Id="rId13" Type="http://schemas.openxmlformats.org/officeDocument/2006/relationships/image" Target="../media/image356.png"/><Relationship Id="rId18" Type="http://schemas.openxmlformats.org/officeDocument/2006/relationships/customXml" Target="../ink/ink355.xml"/><Relationship Id="rId39" Type="http://schemas.openxmlformats.org/officeDocument/2006/relationships/image" Target="../media/image369.png"/><Relationship Id="rId109" Type="http://schemas.openxmlformats.org/officeDocument/2006/relationships/image" Target="../media/image404.png"/><Relationship Id="rId34" Type="http://schemas.openxmlformats.org/officeDocument/2006/relationships/customXml" Target="../ink/ink363.xml"/><Relationship Id="rId50" Type="http://schemas.openxmlformats.org/officeDocument/2006/relationships/customXml" Target="../ink/ink371.xml"/><Relationship Id="rId55" Type="http://schemas.openxmlformats.org/officeDocument/2006/relationships/image" Target="../media/image377.png"/><Relationship Id="rId76" Type="http://schemas.openxmlformats.org/officeDocument/2006/relationships/customXml" Target="../ink/ink384.xml"/><Relationship Id="rId97" Type="http://schemas.openxmlformats.org/officeDocument/2006/relationships/image" Target="../media/image398.png"/><Relationship Id="rId104" Type="http://schemas.openxmlformats.org/officeDocument/2006/relationships/customXml" Target="../ink/ink398.xml"/><Relationship Id="rId120" Type="http://schemas.openxmlformats.org/officeDocument/2006/relationships/customXml" Target="../ink/ink406.xml"/><Relationship Id="rId125" Type="http://schemas.openxmlformats.org/officeDocument/2006/relationships/image" Target="../media/image412.png"/><Relationship Id="rId141" Type="http://schemas.openxmlformats.org/officeDocument/2006/relationships/image" Target="../media/image420.png"/><Relationship Id="rId146" Type="http://schemas.openxmlformats.org/officeDocument/2006/relationships/customXml" Target="../ink/ink419.xml"/><Relationship Id="rId167" Type="http://schemas.openxmlformats.org/officeDocument/2006/relationships/image" Target="../media/image433.png"/><Relationship Id="rId188" Type="http://schemas.openxmlformats.org/officeDocument/2006/relationships/customXml" Target="../ink/ink440.xml"/><Relationship Id="rId7" Type="http://schemas.openxmlformats.org/officeDocument/2006/relationships/image" Target="../media/image353.png"/><Relationship Id="rId71" Type="http://schemas.openxmlformats.org/officeDocument/2006/relationships/image" Target="../media/image385.png"/><Relationship Id="rId92" Type="http://schemas.openxmlformats.org/officeDocument/2006/relationships/customXml" Target="../ink/ink392.xml"/><Relationship Id="rId162" Type="http://schemas.openxmlformats.org/officeDocument/2006/relationships/customXml" Target="../ink/ink427.xml"/><Relationship Id="rId183" Type="http://schemas.openxmlformats.org/officeDocument/2006/relationships/image" Target="../media/image441.png"/><Relationship Id="rId213" Type="http://schemas.openxmlformats.org/officeDocument/2006/relationships/image" Target="../media/image456.png"/><Relationship Id="rId2" Type="http://schemas.openxmlformats.org/officeDocument/2006/relationships/customXml" Target="../ink/ink347.xml"/><Relationship Id="rId29" Type="http://schemas.openxmlformats.org/officeDocument/2006/relationships/image" Target="../media/image364.png"/><Relationship Id="rId24" Type="http://schemas.openxmlformats.org/officeDocument/2006/relationships/customXml" Target="../ink/ink358.xml"/><Relationship Id="rId40" Type="http://schemas.openxmlformats.org/officeDocument/2006/relationships/customXml" Target="../ink/ink366.xml"/><Relationship Id="rId45" Type="http://schemas.openxmlformats.org/officeDocument/2006/relationships/image" Target="../media/image372.png"/><Relationship Id="rId66" Type="http://schemas.openxmlformats.org/officeDocument/2006/relationships/customXml" Target="../ink/ink379.xml"/><Relationship Id="rId87" Type="http://schemas.openxmlformats.org/officeDocument/2006/relationships/image" Target="../media/image393.png"/><Relationship Id="rId110" Type="http://schemas.openxmlformats.org/officeDocument/2006/relationships/customXml" Target="../ink/ink401.xml"/><Relationship Id="rId115" Type="http://schemas.openxmlformats.org/officeDocument/2006/relationships/image" Target="../media/image407.png"/><Relationship Id="rId131" Type="http://schemas.openxmlformats.org/officeDocument/2006/relationships/image" Target="../media/image415.png"/><Relationship Id="rId136" Type="http://schemas.openxmlformats.org/officeDocument/2006/relationships/customXml" Target="../ink/ink414.xml"/><Relationship Id="rId157" Type="http://schemas.openxmlformats.org/officeDocument/2006/relationships/image" Target="../media/image428.png"/><Relationship Id="rId178" Type="http://schemas.openxmlformats.org/officeDocument/2006/relationships/customXml" Target="../ink/ink435.xml"/><Relationship Id="rId61" Type="http://schemas.openxmlformats.org/officeDocument/2006/relationships/image" Target="../media/image380.png"/><Relationship Id="rId82" Type="http://schemas.openxmlformats.org/officeDocument/2006/relationships/customXml" Target="../ink/ink387.xml"/><Relationship Id="rId152" Type="http://schemas.openxmlformats.org/officeDocument/2006/relationships/customXml" Target="../ink/ink422.xml"/><Relationship Id="rId173" Type="http://schemas.openxmlformats.org/officeDocument/2006/relationships/image" Target="../media/image436.png"/><Relationship Id="rId194" Type="http://schemas.openxmlformats.org/officeDocument/2006/relationships/customXml" Target="../ink/ink443.xml"/><Relationship Id="rId199" Type="http://schemas.openxmlformats.org/officeDocument/2006/relationships/image" Target="../media/image449.png"/><Relationship Id="rId203" Type="http://schemas.openxmlformats.org/officeDocument/2006/relationships/image" Target="../media/image451.png"/><Relationship Id="rId208" Type="http://schemas.openxmlformats.org/officeDocument/2006/relationships/customXml" Target="../ink/ink450.xml"/><Relationship Id="rId19" Type="http://schemas.openxmlformats.org/officeDocument/2006/relationships/image" Target="../media/image359.png"/><Relationship Id="rId14" Type="http://schemas.openxmlformats.org/officeDocument/2006/relationships/customXml" Target="../ink/ink353.xml"/><Relationship Id="rId30" Type="http://schemas.openxmlformats.org/officeDocument/2006/relationships/customXml" Target="../ink/ink361.xml"/><Relationship Id="rId35" Type="http://schemas.openxmlformats.org/officeDocument/2006/relationships/image" Target="../media/image367.png"/><Relationship Id="rId56" Type="http://schemas.openxmlformats.org/officeDocument/2006/relationships/customXml" Target="../ink/ink374.xml"/><Relationship Id="rId77" Type="http://schemas.openxmlformats.org/officeDocument/2006/relationships/image" Target="../media/image388.png"/><Relationship Id="rId100" Type="http://schemas.openxmlformats.org/officeDocument/2006/relationships/customXml" Target="../ink/ink396.xml"/><Relationship Id="rId105" Type="http://schemas.openxmlformats.org/officeDocument/2006/relationships/image" Target="../media/image402.png"/><Relationship Id="rId126" Type="http://schemas.openxmlformats.org/officeDocument/2006/relationships/customXml" Target="../ink/ink409.xml"/><Relationship Id="rId147" Type="http://schemas.openxmlformats.org/officeDocument/2006/relationships/image" Target="../media/image423.png"/><Relationship Id="rId168" Type="http://schemas.openxmlformats.org/officeDocument/2006/relationships/customXml" Target="../ink/ink430.xml"/><Relationship Id="rId8" Type="http://schemas.openxmlformats.org/officeDocument/2006/relationships/customXml" Target="../ink/ink350.xml"/><Relationship Id="rId51" Type="http://schemas.openxmlformats.org/officeDocument/2006/relationships/image" Target="../media/image375.png"/><Relationship Id="rId72" Type="http://schemas.openxmlformats.org/officeDocument/2006/relationships/customXml" Target="../ink/ink382.xml"/><Relationship Id="rId93" Type="http://schemas.openxmlformats.org/officeDocument/2006/relationships/image" Target="../media/image396.png"/><Relationship Id="rId98" Type="http://schemas.openxmlformats.org/officeDocument/2006/relationships/customXml" Target="../ink/ink395.xml"/><Relationship Id="rId121" Type="http://schemas.openxmlformats.org/officeDocument/2006/relationships/image" Target="../media/image410.png"/><Relationship Id="rId142" Type="http://schemas.openxmlformats.org/officeDocument/2006/relationships/customXml" Target="../ink/ink417.xml"/><Relationship Id="rId163" Type="http://schemas.openxmlformats.org/officeDocument/2006/relationships/image" Target="../media/image431.png"/><Relationship Id="rId184" Type="http://schemas.openxmlformats.org/officeDocument/2006/relationships/customXml" Target="../ink/ink438.xml"/><Relationship Id="rId189" Type="http://schemas.openxmlformats.org/officeDocument/2006/relationships/image" Target="../media/image444.png"/><Relationship Id="rId3" Type="http://schemas.openxmlformats.org/officeDocument/2006/relationships/image" Target="../media/image351.png"/><Relationship Id="rId214" Type="http://schemas.openxmlformats.org/officeDocument/2006/relationships/customXml" Target="../ink/ink453.xml"/><Relationship Id="rId25" Type="http://schemas.openxmlformats.org/officeDocument/2006/relationships/image" Target="../media/image362.png"/><Relationship Id="rId46" Type="http://schemas.openxmlformats.org/officeDocument/2006/relationships/customXml" Target="../ink/ink369.xml"/><Relationship Id="rId67" Type="http://schemas.openxmlformats.org/officeDocument/2006/relationships/image" Target="../media/image383.png"/><Relationship Id="rId116" Type="http://schemas.openxmlformats.org/officeDocument/2006/relationships/customXml" Target="../ink/ink404.xml"/><Relationship Id="rId137" Type="http://schemas.openxmlformats.org/officeDocument/2006/relationships/image" Target="../media/image418.png"/><Relationship Id="rId158" Type="http://schemas.openxmlformats.org/officeDocument/2006/relationships/customXml" Target="../ink/ink425.xml"/><Relationship Id="rId20" Type="http://schemas.openxmlformats.org/officeDocument/2006/relationships/customXml" Target="../ink/ink356.xml"/><Relationship Id="rId41" Type="http://schemas.openxmlformats.org/officeDocument/2006/relationships/image" Target="../media/image370.png"/><Relationship Id="rId62" Type="http://schemas.openxmlformats.org/officeDocument/2006/relationships/customXml" Target="../ink/ink377.xml"/><Relationship Id="rId83" Type="http://schemas.openxmlformats.org/officeDocument/2006/relationships/image" Target="../media/image391.png"/><Relationship Id="rId88" Type="http://schemas.openxmlformats.org/officeDocument/2006/relationships/customXml" Target="../ink/ink390.xml"/><Relationship Id="rId111" Type="http://schemas.openxmlformats.org/officeDocument/2006/relationships/image" Target="../media/image405.png"/><Relationship Id="rId132" Type="http://schemas.openxmlformats.org/officeDocument/2006/relationships/customXml" Target="../ink/ink412.xml"/><Relationship Id="rId153" Type="http://schemas.openxmlformats.org/officeDocument/2006/relationships/image" Target="../media/image426.png"/><Relationship Id="rId174" Type="http://schemas.openxmlformats.org/officeDocument/2006/relationships/customXml" Target="../ink/ink433.xml"/><Relationship Id="rId179" Type="http://schemas.openxmlformats.org/officeDocument/2006/relationships/image" Target="../media/image439.png"/><Relationship Id="rId195" Type="http://schemas.openxmlformats.org/officeDocument/2006/relationships/image" Target="../media/image447.png"/><Relationship Id="rId209" Type="http://schemas.openxmlformats.org/officeDocument/2006/relationships/image" Target="../media/image454.png"/><Relationship Id="rId190" Type="http://schemas.openxmlformats.org/officeDocument/2006/relationships/customXml" Target="../ink/ink441.xml"/><Relationship Id="rId204" Type="http://schemas.openxmlformats.org/officeDocument/2006/relationships/customXml" Target="../ink/ink448.xml"/><Relationship Id="rId15" Type="http://schemas.openxmlformats.org/officeDocument/2006/relationships/image" Target="../media/image357.png"/><Relationship Id="rId36" Type="http://schemas.openxmlformats.org/officeDocument/2006/relationships/customXml" Target="../ink/ink364.xml"/><Relationship Id="rId57" Type="http://schemas.openxmlformats.org/officeDocument/2006/relationships/image" Target="../media/image378.png"/><Relationship Id="rId106" Type="http://schemas.openxmlformats.org/officeDocument/2006/relationships/customXml" Target="../ink/ink399.xml"/><Relationship Id="rId127" Type="http://schemas.openxmlformats.org/officeDocument/2006/relationships/image" Target="../media/image413.png"/><Relationship Id="rId10" Type="http://schemas.openxmlformats.org/officeDocument/2006/relationships/customXml" Target="../ink/ink351.xml"/><Relationship Id="rId31" Type="http://schemas.openxmlformats.org/officeDocument/2006/relationships/image" Target="../media/image365.png"/><Relationship Id="rId52" Type="http://schemas.openxmlformats.org/officeDocument/2006/relationships/customXml" Target="../ink/ink372.xml"/><Relationship Id="rId73" Type="http://schemas.openxmlformats.org/officeDocument/2006/relationships/image" Target="../media/image386.png"/><Relationship Id="rId78" Type="http://schemas.openxmlformats.org/officeDocument/2006/relationships/customXml" Target="../ink/ink385.xml"/><Relationship Id="rId94" Type="http://schemas.openxmlformats.org/officeDocument/2006/relationships/customXml" Target="../ink/ink393.xml"/><Relationship Id="rId99" Type="http://schemas.openxmlformats.org/officeDocument/2006/relationships/image" Target="../media/image399.png"/><Relationship Id="rId101" Type="http://schemas.openxmlformats.org/officeDocument/2006/relationships/image" Target="../media/image400.png"/><Relationship Id="rId122" Type="http://schemas.openxmlformats.org/officeDocument/2006/relationships/customXml" Target="../ink/ink407.xml"/><Relationship Id="rId143" Type="http://schemas.openxmlformats.org/officeDocument/2006/relationships/image" Target="../media/image421.png"/><Relationship Id="rId148" Type="http://schemas.openxmlformats.org/officeDocument/2006/relationships/customXml" Target="../ink/ink420.xml"/><Relationship Id="rId164" Type="http://schemas.openxmlformats.org/officeDocument/2006/relationships/customXml" Target="../ink/ink428.xml"/><Relationship Id="rId169" Type="http://schemas.openxmlformats.org/officeDocument/2006/relationships/image" Target="../media/image434.png"/><Relationship Id="rId185" Type="http://schemas.openxmlformats.org/officeDocument/2006/relationships/image" Target="../media/image442.png"/><Relationship Id="rId4" Type="http://schemas.openxmlformats.org/officeDocument/2006/relationships/customXml" Target="../ink/ink348.xml"/><Relationship Id="rId9" Type="http://schemas.openxmlformats.org/officeDocument/2006/relationships/image" Target="../media/image354.png"/><Relationship Id="rId180" Type="http://schemas.openxmlformats.org/officeDocument/2006/relationships/customXml" Target="../ink/ink436.xml"/><Relationship Id="rId210" Type="http://schemas.openxmlformats.org/officeDocument/2006/relationships/customXml" Target="../ink/ink451.xml"/><Relationship Id="rId215" Type="http://schemas.openxmlformats.org/officeDocument/2006/relationships/image" Target="../media/image457.png"/><Relationship Id="rId26" Type="http://schemas.openxmlformats.org/officeDocument/2006/relationships/customXml" Target="../ink/ink359.xml"/><Relationship Id="rId47" Type="http://schemas.openxmlformats.org/officeDocument/2006/relationships/image" Target="../media/image373.png"/><Relationship Id="rId68" Type="http://schemas.openxmlformats.org/officeDocument/2006/relationships/customXml" Target="../ink/ink380.xml"/><Relationship Id="rId89" Type="http://schemas.openxmlformats.org/officeDocument/2006/relationships/image" Target="../media/image394.png"/><Relationship Id="rId112" Type="http://schemas.openxmlformats.org/officeDocument/2006/relationships/customXml" Target="../ink/ink402.xml"/><Relationship Id="rId133" Type="http://schemas.openxmlformats.org/officeDocument/2006/relationships/image" Target="../media/image416.png"/><Relationship Id="rId154" Type="http://schemas.openxmlformats.org/officeDocument/2006/relationships/customXml" Target="../ink/ink423.xml"/><Relationship Id="rId175" Type="http://schemas.openxmlformats.org/officeDocument/2006/relationships/image" Target="../media/image437.png"/><Relationship Id="rId196" Type="http://schemas.openxmlformats.org/officeDocument/2006/relationships/customXml" Target="../ink/ink444.xml"/><Relationship Id="rId200" Type="http://schemas.openxmlformats.org/officeDocument/2006/relationships/customXml" Target="../ink/ink446.xml"/><Relationship Id="rId16" Type="http://schemas.openxmlformats.org/officeDocument/2006/relationships/customXml" Target="../ink/ink354.xml"/><Relationship Id="rId37" Type="http://schemas.openxmlformats.org/officeDocument/2006/relationships/image" Target="../media/image368.png"/><Relationship Id="rId58" Type="http://schemas.openxmlformats.org/officeDocument/2006/relationships/customXml" Target="../ink/ink375.xml"/><Relationship Id="rId79" Type="http://schemas.openxmlformats.org/officeDocument/2006/relationships/image" Target="../media/image389.png"/><Relationship Id="rId102" Type="http://schemas.openxmlformats.org/officeDocument/2006/relationships/customXml" Target="../ink/ink397.xml"/><Relationship Id="rId123" Type="http://schemas.openxmlformats.org/officeDocument/2006/relationships/image" Target="../media/image411.png"/><Relationship Id="rId144" Type="http://schemas.openxmlformats.org/officeDocument/2006/relationships/customXml" Target="../ink/ink4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8.xml"/><Relationship Id="rId13" Type="http://schemas.openxmlformats.org/officeDocument/2006/relationships/image" Target="../media/image465.png"/><Relationship Id="rId18" Type="http://schemas.openxmlformats.org/officeDocument/2006/relationships/customXml" Target="../ink/ink463.xml"/><Relationship Id="rId3" Type="http://schemas.openxmlformats.org/officeDocument/2006/relationships/image" Target="../media/image460.png"/><Relationship Id="rId7" Type="http://schemas.openxmlformats.org/officeDocument/2006/relationships/image" Target="../media/image462.png"/><Relationship Id="rId12" Type="http://schemas.openxmlformats.org/officeDocument/2006/relationships/customXml" Target="../ink/ink460.xml"/><Relationship Id="rId17" Type="http://schemas.openxmlformats.org/officeDocument/2006/relationships/image" Target="../media/image467.png"/><Relationship Id="rId2" Type="http://schemas.openxmlformats.org/officeDocument/2006/relationships/customXml" Target="../ink/ink455.xml"/><Relationship Id="rId16" Type="http://schemas.openxmlformats.org/officeDocument/2006/relationships/customXml" Target="../ink/ink46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7.xml"/><Relationship Id="rId11" Type="http://schemas.openxmlformats.org/officeDocument/2006/relationships/image" Target="../media/image464.png"/><Relationship Id="rId5" Type="http://schemas.openxmlformats.org/officeDocument/2006/relationships/image" Target="../media/image461.png"/><Relationship Id="rId15" Type="http://schemas.openxmlformats.org/officeDocument/2006/relationships/image" Target="../media/image466.png"/><Relationship Id="rId10" Type="http://schemas.openxmlformats.org/officeDocument/2006/relationships/customXml" Target="../ink/ink459.xml"/><Relationship Id="rId19" Type="http://schemas.openxmlformats.org/officeDocument/2006/relationships/image" Target="../media/image468.png"/><Relationship Id="rId4" Type="http://schemas.openxmlformats.org/officeDocument/2006/relationships/customXml" Target="../ink/ink456.xml"/><Relationship Id="rId9" Type="http://schemas.openxmlformats.org/officeDocument/2006/relationships/image" Target="../media/image463.png"/><Relationship Id="rId14" Type="http://schemas.openxmlformats.org/officeDocument/2006/relationships/customXml" Target="../ink/ink46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75.xml"/><Relationship Id="rId117" Type="http://schemas.openxmlformats.org/officeDocument/2006/relationships/image" Target="../media/image527.png"/><Relationship Id="rId21" Type="http://schemas.openxmlformats.org/officeDocument/2006/relationships/image" Target="../media/image479.png"/><Relationship Id="rId42" Type="http://schemas.openxmlformats.org/officeDocument/2006/relationships/customXml" Target="../ink/ink483.xml"/><Relationship Id="rId47" Type="http://schemas.openxmlformats.org/officeDocument/2006/relationships/image" Target="../media/image492.png"/><Relationship Id="rId63" Type="http://schemas.openxmlformats.org/officeDocument/2006/relationships/image" Target="../media/image500.png"/><Relationship Id="rId68" Type="http://schemas.openxmlformats.org/officeDocument/2006/relationships/customXml" Target="../ink/ink496.xml"/><Relationship Id="rId84" Type="http://schemas.openxmlformats.org/officeDocument/2006/relationships/customXml" Target="../ink/ink504.xml"/><Relationship Id="rId89" Type="http://schemas.openxmlformats.org/officeDocument/2006/relationships/image" Target="../media/image513.png"/><Relationship Id="rId112" Type="http://schemas.openxmlformats.org/officeDocument/2006/relationships/customXml" Target="../ink/ink518.xml"/><Relationship Id="rId133" Type="http://schemas.openxmlformats.org/officeDocument/2006/relationships/image" Target="../media/image535.png"/><Relationship Id="rId16" Type="http://schemas.openxmlformats.org/officeDocument/2006/relationships/customXml" Target="../ink/ink470.xml"/><Relationship Id="rId107" Type="http://schemas.openxmlformats.org/officeDocument/2006/relationships/image" Target="../media/image522.png"/><Relationship Id="rId11" Type="http://schemas.openxmlformats.org/officeDocument/2006/relationships/image" Target="../media/image474.png"/><Relationship Id="rId32" Type="http://schemas.openxmlformats.org/officeDocument/2006/relationships/customXml" Target="../ink/ink478.xml"/><Relationship Id="rId37" Type="http://schemas.openxmlformats.org/officeDocument/2006/relationships/image" Target="../media/image487.png"/><Relationship Id="rId53" Type="http://schemas.openxmlformats.org/officeDocument/2006/relationships/image" Target="../media/image495.png"/><Relationship Id="rId58" Type="http://schemas.openxmlformats.org/officeDocument/2006/relationships/customXml" Target="../ink/ink491.xml"/><Relationship Id="rId74" Type="http://schemas.openxmlformats.org/officeDocument/2006/relationships/customXml" Target="../ink/ink499.xml"/><Relationship Id="rId79" Type="http://schemas.openxmlformats.org/officeDocument/2006/relationships/image" Target="../media/image508.png"/><Relationship Id="rId102" Type="http://schemas.openxmlformats.org/officeDocument/2006/relationships/customXml" Target="../ink/ink513.xml"/><Relationship Id="rId123" Type="http://schemas.openxmlformats.org/officeDocument/2006/relationships/image" Target="../media/image530.png"/><Relationship Id="rId128" Type="http://schemas.openxmlformats.org/officeDocument/2006/relationships/customXml" Target="../ink/ink526.xml"/><Relationship Id="rId5" Type="http://schemas.openxmlformats.org/officeDocument/2006/relationships/image" Target="../media/image471.png"/><Relationship Id="rId90" Type="http://schemas.openxmlformats.org/officeDocument/2006/relationships/customXml" Target="../ink/ink507.xml"/><Relationship Id="rId95" Type="http://schemas.openxmlformats.org/officeDocument/2006/relationships/image" Target="../media/image516.png"/><Relationship Id="rId14" Type="http://schemas.openxmlformats.org/officeDocument/2006/relationships/customXml" Target="../ink/ink469.xml"/><Relationship Id="rId22" Type="http://schemas.openxmlformats.org/officeDocument/2006/relationships/customXml" Target="../ink/ink473.xml"/><Relationship Id="rId27" Type="http://schemas.openxmlformats.org/officeDocument/2006/relationships/image" Target="../media/image482.png"/><Relationship Id="rId30" Type="http://schemas.openxmlformats.org/officeDocument/2006/relationships/customXml" Target="../ink/ink477.xml"/><Relationship Id="rId35" Type="http://schemas.openxmlformats.org/officeDocument/2006/relationships/image" Target="../media/image486.png"/><Relationship Id="rId43" Type="http://schemas.openxmlformats.org/officeDocument/2006/relationships/image" Target="../media/image490.png"/><Relationship Id="rId48" Type="http://schemas.openxmlformats.org/officeDocument/2006/relationships/customXml" Target="../ink/ink486.xml"/><Relationship Id="rId56" Type="http://schemas.openxmlformats.org/officeDocument/2006/relationships/customXml" Target="../ink/ink490.xml"/><Relationship Id="rId64" Type="http://schemas.openxmlformats.org/officeDocument/2006/relationships/customXml" Target="../ink/ink494.xml"/><Relationship Id="rId69" Type="http://schemas.openxmlformats.org/officeDocument/2006/relationships/image" Target="../media/image503.png"/><Relationship Id="rId77" Type="http://schemas.openxmlformats.org/officeDocument/2006/relationships/image" Target="../media/image507.png"/><Relationship Id="rId100" Type="http://schemas.openxmlformats.org/officeDocument/2006/relationships/customXml" Target="../ink/ink512.xml"/><Relationship Id="rId105" Type="http://schemas.openxmlformats.org/officeDocument/2006/relationships/image" Target="../media/image521.png"/><Relationship Id="rId113" Type="http://schemas.openxmlformats.org/officeDocument/2006/relationships/image" Target="../media/image525.png"/><Relationship Id="rId118" Type="http://schemas.openxmlformats.org/officeDocument/2006/relationships/customXml" Target="../ink/ink521.xml"/><Relationship Id="rId126" Type="http://schemas.openxmlformats.org/officeDocument/2006/relationships/customXml" Target="../ink/ink525.xml"/><Relationship Id="rId134" Type="http://schemas.openxmlformats.org/officeDocument/2006/relationships/customXml" Target="../ink/ink529.xml"/><Relationship Id="rId8" Type="http://schemas.openxmlformats.org/officeDocument/2006/relationships/customXml" Target="../ink/ink466.xml"/><Relationship Id="rId51" Type="http://schemas.openxmlformats.org/officeDocument/2006/relationships/image" Target="../media/image494.png"/><Relationship Id="rId72" Type="http://schemas.openxmlformats.org/officeDocument/2006/relationships/customXml" Target="../ink/ink498.xml"/><Relationship Id="rId80" Type="http://schemas.openxmlformats.org/officeDocument/2006/relationships/customXml" Target="../ink/ink502.xml"/><Relationship Id="rId85" Type="http://schemas.openxmlformats.org/officeDocument/2006/relationships/image" Target="../media/image511.png"/><Relationship Id="rId93" Type="http://schemas.openxmlformats.org/officeDocument/2006/relationships/image" Target="../media/image515.png"/><Relationship Id="rId98" Type="http://schemas.openxmlformats.org/officeDocument/2006/relationships/customXml" Target="../ink/ink511.xml"/><Relationship Id="rId121" Type="http://schemas.openxmlformats.org/officeDocument/2006/relationships/image" Target="../media/image529.png"/><Relationship Id="rId3" Type="http://schemas.openxmlformats.org/officeDocument/2006/relationships/image" Target="../media/image470.png"/><Relationship Id="rId12" Type="http://schemas.openxmlformats.org/officeDocument/2006/relationships/customXml" Target="../ink/ink468.xml"/><Relationship Id="rId17" Type="http://schemas.openxmlformats.org/officeDocument/2006/relationships/image" Target="../media/image477.png"/><Relationship Id="rId25" Type="http://schemas.openxmlformats.org/officeDocument/2006/relationships/image" Target="../media/image481.png"/><Relationship Id="rId33" Type="http://schemas.openxmlformats.org/officeDocument/2006/relationships/image" Target="../media/image485.png"/><Relationship Id="rId38" Type="http://schemas.openxmlformats.org/officeDocument/2006/relationships/customXml" Target="../ink/ink481.xml"/><Relationship Id="rId46" Type="http://schemas.openxmlformats.org/officeDocument/2006/relationships/customXml" Target="../ink/ink485.xml"/><Relationship Id="rId59" Type="http://schemas.openxmlformats.org/officeDocument/2006/relationships/image" Target="../media/image498.png"/><Relationship Id="rId67" Type="http://schemas.openxmlformats.org/officeDocument/2006/relationships/image" Target="../media/image502.png"/><Relationship Id="rId103" Type="http://schemas.openxmlformats.org/officeDocument/2006/relationships/image" Target="../media/image520.png"/><Relationship Id="rId108" Type="http://schemas.openxmlformats.org/officeDocument/2006/relationships/customXml" Target="../ink/ink516.xml"/><Relationship Id="rId116" Type="http://schemas.openxmlformats.org/officeDocument/2006/relationships/customXml" Target="../ink/ink520.xml"/><Relationship Id="rId124" Type="http://schemas.openxmlformats.org/officeDocument/2006/relationships/customXml" Target="../ink/ink524.xml"/><Relationship Id="rId129" Type="http://schemas.openxmlformats.org/officeDocument/2006/relationships/image" Target="../media/image533.png"/><Relationship Id="rId137" Type="http://schemas.openxmlformats.org/officeDocument/2006/relationships/image" Target="../media/image537.png"/><Relationship Id="rId20" Type="http://schemas.openxmlformats.org/officeDocument/2006/relationships/customXml" Target="../ink/ink472.xml"/><Relationship Id="rId41" Type="http://schemas.openxmlformats.org/officeDocument/2006/relationships/image" Target="../media/image489.png"/><Relationship Id="rId54" Type="http://schemas.openxmlformats.org/officeDocument/2006/relationships/customXml" Target="../ink/ink489.xml"/><Relationship Id="rId62" Type="http://schemas.openxmlformats.org/officeDocument/2006/relationships/customXml" Target="../ink/ink493.xml"/><Relationship Id="rId70" Type="http://schemas.openxmlformats.org/officeDocument/2006/relationships/customXml" Target="../ink/ink497.xml"/><Relationship Id="rId75" Type="http://schemas.openxmlformats.org/officeDocument/2006/relationships/image" Target="../media/image506.png"/><Relationship Id="rId83" Type="http://schemas.openxmlformats.org/officeDocument/2006/relationships/image" Target="../media/image510.png"/><Relationship Id="rId88" Type="http://schemas.openxmlformats.org/officeDocument/2006/relationships/customXml" Target="../ink/ink506.xml"/><Relationship Id="rId91" Type="http://schemas.openxmlformats.org/officeDocument/2006/relationships/image" Target="../media/image514.png"/><Relationship Id="rId96" Type="http://schemas.openxmlformats.org/officeDocument/2006/relationships/customXml" Target="../ink/ink510.xml"/><Relationship Id="rId111" Type="http://schemas.openxmlformats.org/officeDocument/2006/relationships/image" Target="../media/image524.png"/><Relationship Id="rId132" Type="http://schemas.openxmlformats.org/officeDocument/2006/relationships/customXml" Target="../ink/ink528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65.xml"/><Relationship Id="rId15" Type="http://schemas.openxmlformats.org/officeDocument/2006/relationships/image" Target="../media/image476.png"/><Relationship Id="rId23" Type="http://schemas.openxmlformats.org/officeDocument/2006/relationships/image" Target="../media/image480.png"/><Relationship Id="rId28" Type="http://schemas.openxmlformats.org/officeDocument/2006/relationships/customXml" Target="../ink/ink476.xml"/><Relationship Id="rId36" Type="http://schemas.openxmlformats.org/officeDocument/2006/relationships/customXml" Target="../ink/ink480.xml"/><Relationship Id="rId49" Type="http://schemas.openxmlformats.org/officeDocument/2006/relationships/image" Target="../media/image493.png"/><Relationship Id="rId57" Type="http://schemas.openxmlformats.org/officeDocument/2006/relationships/image" Target="../media/image497.png"/><Relationship Id="rId106" Type="http://schemas.openxmlformats.org/officeDocument/2006/relationships/customXml" Target="../ink/ink515.xml"/><Relationship Id="rId114" Type="http://schemas.openxmlformats.org/officeDocument/2006/relationships/customXml" Target="../ink/ink519.xml"/><Relationship Id="rId119" Type="http://schemas.openxmlformats.org/officeDocument/2006/relationships/image" Target="../media/image528.png"/><Relationship Id="rId127" Type="http://schemas.openxmlformats.org/officeDocument/2006/relationships/image" Target="../media/image532.png"/><Relationship Id="rId10" Type="http://schemas.openxmlformats.org/officeDocument/2006/relationships/customXml" Target="../ink/ink467.xml"/><Relationship Id="rId31" Type="http://schemas.openxmlformats.org/officeDocument/2006/relationships/image" Target="../media/image484.png"/><Relationship Id="rId44" Type="http://schemas.openxmlformats.org/officeDocument/2006/relationships/customXml" Target="../ink/ink484.xml"/><Relationship Id="rId52" Type="http://schemas.openxmlformats.org/officeDocument/2006/relationships/customXml" Target="../ink/ink488.xml"/><Relationship Id="rId60" Type="http://schemas.openxmlformats.org/officeDocument/2006/relationships/customXml" Target="../ink/ink492.xml"/><Relationship Id="rId65" Type="http://schemas.openxmlformats.org/officeDocument/2006/relationships/image" Target="../media/image501.png"/><Relationship Id="rId73" Type="http://schemas.openxmlformats.org/officeDocument/2006/relationships/image" Target="../media/image505.png"/><Relationship Id="rId78" Type="http://schemas.openxmlformats.org/officeDocument/2006/relationships/customXml" Target="../ink/ink501.xml"/><Relationship Id="rId81" Type="http://schemas.openxmlformats.org/officeDocument/2006/relationships/image" Target="../media/image509.png"/><Relationship Id="rId86" Type="http://schemas.openxmlformats.org/officeDocument/2006/relationships/customXml" Target="../ink/ink505.xml"/><Relationship Id="rId94" Type="http://schemas.openxmlformats.org/officeDocument/2006/relationships/customXml" Target="../ink/ink509.xml"/><Relationship Id="rId99" Type="http://schemas.openxmlformats.org/officeDocument/2006/relationships/image" Target="../media/image518.png"/><Relationship Id="rId101" Type="http://schemas.openxmlformats.org/officeDocument/2006/relationships/image" Target="../media/image519.png"/><Relationship Id="rId122" Type="http://schemas.openxmlformats.org/officeDocument/2006/relationships/customXml" Target="../ink/ink523.xml"/><Relationship Id="rId130" Type="http://schemas.openxmlformats.org/officeDocument/2006/relationships/customXml" Target="../ink/ink527.xml"/><Relationship Id="rId135" Type="http://schemas.openxmlformats.org/officeDocument/2006/relationships/image" Target="../media/image536.png"/><Relationship Id="rId4" Type="http://schemas.openxmlformats.org/officeDocument/2006/relationships/customXml" Target="../ink/ink464.xml"/><Relationship Id="rId9" Type="http://schemas.openxmlformats.org/officeDocument/2006/relationships/image" Target="../media/image473.png"/><Relationship Id="rId13" Type="http://schemas.openxmlformats.org/officeDocument/2006/relationships/image" Target="../media/image475.png"/><Relationship Id="rId18" Type="http://schemas.openxmlformats.org/officeDocument/2006/relationships/customXml" Target="../ink/ink471.xml"/><Relationship Id="rId39" Type="http://schemas.openxmlformats.org/officeDocument/2006/relationships/image" Target="../media/image488.png"/><Relationship Id="rId109" Type="http://schemas.openxmlformats.org/officeDocument/2006/relationships/image" Target="../media/image523.png"/><Relationship Id="rId34" Type="http://schemas.openxmlformats.org/officeDocument/2006/relationships/customXml" Target="../ink/ink479.xml"/><Relationship Id="rId50" Type="http://schemas.openxmlformats.org/officeDocument/2006/relationships/customXml" Target="../ink/ink487.xml"/><Relationship Id="rId55" Type="http://schemas.openxmlformats.org/officeDocument/2006/relationships/image" Target="../media/image496.png"/><Relationship Id="rId76" Type="http://schemas.openxmlformats.org/officeDocument/2006/relationships/customXml" Target="../ink/ink500.xml"/><Relationship Id="rId97" Type="http://schemas.openxmlformats.org/officeDocument/2006/relationships/image" Target="../media/image517.png"/><Relationship Id="rId104" Type="http://schemas.openxmlformats.org/officeDocument/2006/relationships/customXml" Target="../ink/ink514.xml"/><Relationship Id="rId120" Type="http://schemas.openxmlformats.org/officeDocument/2006/relationships/customXml" Target="../ink/ink522.xml"/><Relationship Id="rId125" Type="http://schemas.openxmlformats.org/officeDocument/2006/relationships/image" Target="../media/image531.png"/><Relationship Id="rId7" Type="http://schemas.openxmlformats.org/officeDocument/2006/relationships/image" Target="../media/image472.png"/><Relationship Id="rId71" Type="http://schemas.openxmlformats.org/officeDocument/2006/relationships/image" Target="../media/image504.png"/><Relationship Id="rId92" Type="http://schemas.openxmlformats.org/officeDocument/2006/relationships/customXml" Target="../ink/ink508.xml"/><Relationship Id="rId2" Type="http://schemas.openxmlformats.org/officeDocument/2006/relationships/image" Target="../media/image469.png"/><Relationship Id="rId29" Type="http://schemas.openxmlformats.org/officeDocument/2006/relationships/image" Target="../media/image483.png"/><Relationship Id="rId24" Type="http://schemas.openxmlformats.org/officeDocument/2006/relationships/customXml" Target="../ink/ink474.xml"/><Relationship Id="rId40" Type="http://schemas.openxmlformats.org/officeDocument/2006/relationships/customXml" Target="../ink/ink482.xml"/><Relationship Id="rId45" Type="http://schemas.openxmlformats.org/officeDocument/2006/relationships/image" Target="../media/image491.png"/><Relationship Id="rId66" Type="http://schemas.openxmlformats.org/officeDocument/2006/relationships/customXml" Target="../ink/ink495.xml"/><Relationship Id="rId87" Type="http://schemas.openxmlformats.org/officeDocument/2006/relationships/image" Target="../media/image512.png"/><Relationship Id="rId110" Type="http://schemas.openxmlformats.org/officeDocument/2006/relationships/customXml" Target="../ink/ink517.xml"/><Relationship Id="rId115" Type="http://schemas.openxmlformats.org/officeDocument/2006/relationships/image" Target="../media/image526.png"/><Relationship Id="rId131" Type="http://schemas.openxmlformats.org/officeDocument/2006/relationships/image" Target="../media/image534.png"/><Relationship Id="rId136" Type="http://schemas.openxmlformats.org/officeDocument/2006/relationships/customXml" Target="../ink/ink530.xml"/><Relationship Id="rId61" Type="http://schemas.openxmlformats.org/officeDocument/2006/relationships/image" Target="../media/image499.png"/><Relationship Id="rId82" Type="http://schemas.openxmlformats.org/officeDocument/2006/relationships/customXml" Target="../ink/ink503.xml"/><Relationship Id="rId19" Type="http://schemas.openxmlformats.org/officeDocument/2006/relationships/image" Target="../media/image4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6.xml"/><Relationship Id="rId18" Type="http://schemas.openxmlformats.org/officeDocument/2006/relationships/image" Target="../media/image547.png"/><Relationship Id="rId26" Type="http://schemas.openxmlformats.org/officeDocument/2006/relationships/image" Target="../media/image551.png"/><Relationship Id="rId39" Type="http://schemas.openxmlformats.org/officeDocument/2006/relationships/customXml" Target="../ink/ink549.xml"/><Relationship Id="rId3" Type="http://schemas.openxmlformats.org/officeDocument/2006/relationships/customXml" Target="../ink/ink531.xml"/><Relationship Id="rId21" Type="http://schemas.openxmlformats.org/officeDocument/2006/relationships/customXml" Target="../ink/ink540.xml"/><Relationship Id="rId34" Type="http://schemas.openxmlformats.org/officeDocument/2006/relationships/image" Target="../media/image555.png"/><Relationship Id="rId42" Type="http://schemas.openxmlformats.org/officeDocument/2006/relationships/image" Target="../media/image559.png"/><Relationship Id="rId47" Type="http://schemas.openxmlformats.org/officeDocument/2006/relationships/customXml" Target="../ink/ink553.xml"/><Relationship Id="rId50" Type="http://schemas.openxmlformats.org/officeDocument/2006/relationships/image" Target="../media/image563.png"/><Relationship Id="rId7" Type="http://schemas.openxmlformats.org/officeDocument/2006/relationships/customXml" Target="../ink/ink533.xml"/><Relationship Id="rId12" Type="http://schemas.openxmlformats.org/officeDocument/2006/relationships/image" Target="../media/image544.png"/><Relationship Id="rId17" Type="http://schemas.openxmlformats.org/officeDocument/2006/relationships/customXml" Target="../ink/ink538.xml"/><Relationship Id="rId25" Type="http://schemas.openxmlformats.org/officeDocument/2006/relationships/customXml" Target="../ink/ink542.xml"/><Relationship Id="rId33" Type="http://schemas.openxmlformats.org/officeDocument/2006/relationships/customXml" Target="../ink/ink546.xml"/><Relationship Id="rId38" Type="http://schemas.openxmlformats.org/officeDocument/2006/relationships/image" Target="../media/image557.png"/><Relationship Id="rId46" Type="http://schemas.openxmlformats.org/officeDocument/2006/relationships/image" Target="../media/image561.png"/><Relationship Id="rId2" Type="http://schemas.openxmlformats.org/officeDocument/2006/relationships/image" Target="../media/image539.PNG"/><Relationship Id="rId16" Type="http://schemas.openxmlformats.org/officeDocument/2006/relationships/image" Target="../media/image546.png"/><Relationship Id="rId20" Type="http://schemas.openxmlformats.org/officeDocument/2006/relationships/image" Target="../media/image548.png"/><Relationship Id="rId29" Type="http://schemas.openxmlformats.org/officeDocument/2006/relationships/customXml" Target="../ink/ink544.xml"/><Relationship Id="rId41" Type="http://schemas.openxmlformats.org/officeDocument/2006/relationships/customXml" Target="../ink/ink5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1.png"/><Relationship Id="rId11" Type="http://schemas.openxmlformats.org/officeDocument/2006/relationships/customXml" Target="../ink/ink535.xml"/><Relationship Id="rId24" Type="http://schemas.openxmlformats.org/officeDocument/2006/relationships/image" Target="../media/image550.png"/><Relationship Id="rId32" Type="http://schemas.openxmlformats.org/officeDocument/2006/relationships/image" Target="../media/image554.png"/><Relationship Id="rId37" Type="http://schemas.openxmlformats.org/officeDocument/2006/relationships/customXml" Target="../ink/ink548.xml"/><Relationship Id="rId40" Type="http://schemas.openxmlformats.org/officeDocument/2006/relationships/image" Target="../media/image558.png"/><Relationship Id="rId45" Type="http://schemas.openxmlformats.org/officeDocument/2006/relationships/customXml" Target="../ink/ink552.xml"/><Relationship Id="rId5" Type="http://schemas.openxmlformats.org/officeDocument/2006/relationships/customXml" Target="../ink/ink532.xml"/><Relationship Id="rId15" Type="http://schemas.openxmlformats.org/officeDocument/2006/relationships/customXml" Target="../ink/ink537.xml"/><Relationship Id="rId23" Type="http://schemas.openxmlformats.org/officeDocument/2006/relationships/customXml" Target="../ink/ink541.xml"/><Relationship Id="rId28" Type="http://schemas.openxmlformats.org/officeDocument/2006/relationships/image" Target="../media/image552.png"/><Relationship Id="rId36" Type="http://schemas.openxmlformats.org/officeDocument/2006/relationships/image" Target="../media/image556.png"/><Relationship Id="rId49" Type="http://schemas.openxmlformats.org/officeDocument/2006/relationships/customXml" Target="../ink/ink554.xml"/><Relationship Id="rId10" Type="http://schemas.openxmlformats.org/officeDocument/2006/relationships/image" Target="../media/image543.png"/><Relationship Id="rId19" Type="http://schemas.openxmlformats.org/officeDocument/2006/relationships/customXml" Target="../ink/ink539.xml"/><Relationship Id="rId31" Type="http://schemas.openxmlformats.org/officeDocument/2006/relationships/customXml" Target="../ink/ink545.xml"/><Relationship Id="rId44" Type="http://schemas.openxmlformats.org/officeDocument/2006/relationships/image" Target="../media/image560.png"/><Relationship Id="rId52" Type="http://schemas.openxmlformats.org/officeDocument/2006/relationships/image" Target="../media/image564.png"/><Relationship Id="rId4" Type="http://schemas.openxmlformats.org/officeDocument/2006/relationships/image" Target="../media/image540.png"/><Relationship Id="rId9" Type="http://schemas.openxmlformats.org/officeDocument/2006/relationships/customXml" Target="../ink/ink534.xml"/><Relationship Id="rId14" Type="http://schemas.openxmlformats.org/officeDocument/2006/relationships/image" Target="../media/image545.png"/><Relationship Id="rId22" Type="http://schemas.openxmlformats.org/officeDocument/2006/relationships/image" Target="../media/image549.png"/><Relationship Id="rId27" Type="http://schemas.openxmlformats.org/officeDocument/2006/relationships/customXml" Target="../ink/ink543.xml"/><Relationship Id="rId30" Type="http://schemas.openxmlformats.org/officeDocument/2006/relationships/image" Target="../media/image553.png"/><Relationship Id="rId35" Type="http://schemas.openxmlformats.org/officeDocument/2006/relationships/customXml" Target="../ink/ink547.xml"/><Relationship Id="rId43" Type="http://schemas.openxmlformats.org/officeDocument/2006/relationships/customXml" Target="../ink/ink551.xml"/><Relationship Id="rId48" Type="http://schemas.openxmlformats.org/officeDocument/2006/relationships/image" Target="../media/image562.png"/><Relationship Id="rId8" Type="http://schemas.openxmlformats.org/officeDocument/2006/relationships/image" Target="../media/image542.png"/><Relationship Id="rId51" Type="http://schemas.openxmlformats.org/officeDocument/2006/relationships/customXml" Target="../ink/ink555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61.xml"/><Relationship Id="rId18" Type="http://schemas.openxmlformats.org/officeDocument/2006/relationships/image" Target="../media/image573.png"/><Relationship Id="rId26" Type="http://schemas.openxmlformats.org/officeDocument/2006/relationships/image" Target="../media/image577.png"/><Relationship Id="rId39" Type="http://schemas.openxmlformats.org/officeDocument/2006/relationships/customXml" Target="../ink/ink574.xml"/><Relationship Id="rId21" Type="http://schemas.openxmlformats.org/officeDocument/2006/relationships/customXml" Target="../ink/ink565.xml"/><Relationship Id="rId34" Type="http://schemas.openxmlformats.org/officeDocument/2006/relationships/image" Target="../media/image581.png"/><Relationship Id="rId42" Type="http://schemas.openxmlformats.org/officeDocument/2006/relationships/image" Target="../media/image585.png"/><Relationship Id="rId47" Type="http://schemas.openxmlformats.org/officeDocument/2006/relationships/customXml" Target="../ink/ink578.xml"/><Relationship Id="rId50" Type="http://schemas.openxmlformats.org/officeDocument/2006/relationships/image" Target="../media/image589.png"/><Relationship Id="rId55" Type="http://schemas.openxmlformats.org/officeDocument/2006/relationships/customXml" Target="../ink/ink582.xml"/><Relationship Id="rId63" Type="http://schemas.openxmlformats.org/officeDocument/2006/relationships/customXml" Target="../ink/ink586.xml"/><Relationship Id="rId68" Type="http://schemas.openxmlformats.org/officeDocument/2006/relationships/image" Target="../media/image598.png"/><Relationship Id="rId76" Type="http://schemas.openxmlformats.org/officeDocument/2006/relationships/image" Target="../media/image602.png"/><Relationship Id="rId7" Type="http://schemas.openxmlformats.org/officeDocument/2006/relationships/customXml" Target="../ink/ink558.xml"/><Relationship Id="rId71" Type="http://schemas.openxmlformats.org/officeDocument/2006/relationships/customXml" Target="../ink/ink590.xml"/><Relationship Id="rId2" Type="http://schemas.openxmlformats.org/officeDocument/2006/relationships/image" Target="../media/image565.PNG"/><Relationship Id="rId16" Type="http://schemas.openxmlformats.org/officeDocument/2006/relationships/image" Target="../media/image572.png"/><Relationship Id="rId29" Type="http://schemas.openxmlformats.org/officeDocument/2006/relationships/customXml" Target="../ink/ink569.xml"/><Relationship Id="rId11" Type="http://schemas.openxmlformats.org/officeDocument/2006/relationships/customXml" Target="../ink/ink560.xml"/><Relationship Id="rId24" Type="http://schemas.openxmlformats.org/officeDocument/2006/relationships/image" Target="../media/image576.png"/><Relationship Id="rId32" Type="http://schemas.openxmlformats.org/officeDocument/2006/relationships/image" Target="../media/image580.png"/><Relationship Id="rId37" Type="http://schemas.openxmlformats.org/officeDocument/2006/relationships/customXml" Target="../ink/ink573.xml"/><Relationship Id="rId40" Type="http://schemas.openxmlformats.org/officeDocument/2006/relationships/image" Target="../media/image584.png"/><Relationship Id="rId45" Type="http://schemas.openxmlformats.org/officeDocument/2006/relationships/customXml" Target="../ink/ink577.xml"/><Relationship Id="rId53" Type="http://schemas.openxmlformats.org/officeDocument/2006/relationships/customXml" Target="../ink/ink581.xml"/><Relationship Id="rId58" Type="http://schemas.openxmlformats.org/officeDocument/2006/relationships/image" Target="../media/image593.png"/><Relationship Id="rId66" Type="http://schemas.openxmlformats.org/officeDocument/2006/relationships/image" Target="../media/image597.png"/><Relationship Id="rId74" Type="http://schemas.openxmlformats.org/officeDocument/2006/relationships/image" Target="../media/image601.png"/><Relationship Id="rId79" Type="http://schemas.openxmlformats.org/officeDocument/2006/relationships/customXml" Target="../ink/ink594.xml"/><Relationship Id="rId5" Type="http://schemas.openxmlformats.org/officeDocument/2006/relationships/customXml" Target="../ink/ink557.xml"/><Relationship Id="rId61" Type="http://schemas.openxmlformats.org/officeDocument/2006/relationships/customXml" Target="../ink/ink585.xml"/><Relationship Id="rId10" Type="http://schemas.openxmlformats.org/officeDocument/2006/relationships/image" Target="../media/image569.png"/><Relationship Id="rId19" Type="http://schemas.openxmlformats.org/officeDocument/2006/relationships/customXml" Target="../ink/ink564.xml"/><Relationship Id="rId31" Type="http://schemas.openxmlformats.org/officeDocument/2006/relationships/customXml" Target="../ink/ink570.xml"/><Relationship Id="rId44" Type="http://schemas.openxmlformats.org/officeDocument/2006/relationships/image" Target="../media/image586.png"/><Relationship Id="rId52" Type="http://schemas.openxmlformats.org/officeDocument/2006/relationships/image" Target="../media/image590.png"/><Relationship Id="rId60" Type="http://schemas.openxmlformats.org/officeDocument/2006/relationships/image" Target="../media/image594.png"/><Relationship Id="rId65" Type="http://schemas.openxmlformats.org/officeDocument/2006/relationships/customXml" Target="../ink/ink587.xml"/><Relationship Id="rId73" Type="http://schemas.openxmlformats.org/officeDocument/2006/relationships/customXml" Target="../ink/ink591.xml"/><Relationship Id="rId78" Type="http://schemas.openxmlformats.org/officeDocument/2006/relationships/image" Target="../media/image603.png"/><Relationship Id="rId4" Type="http://schemas.openxmlformats.org/officeDocument/2006/relationships/image" Target="../media/image566.png"/><Relationship Id="rId9" Type="http://schemas.openxmlformats.org/officeDocument/2006/relationships/customXml" Target="../ink/ink559.xml"/><Relationship Id="rId14" Type="http://schemas.openxmlformats.org/officeDocument/2006/relationships/image" Target="../media/image571.png"/><Relationship Id="rId22" Type="http://schemas.openxmlformats.org/officeDocument/2006/relationships/image" Target="../media/image575.png"/><Relationship Id="rId27" Type="http://schemas.openxmlformats.org/officeDocument/2006/relationships/customXml" Target="../ink/ink568.xml"/><Relationship Id="rId30" Type="http://schemas.openxmlformats.org/officeDocument/2006/relationships/image" Target="../media/image579.png"/><Relationship Id="rId35" Type="http://schemas.openxmlformats.org/officeDocument/2006/relationships/customXml" Target="../ink/ink572.xml"/><Relationship Id="rId43" Type="http://schemas.openxmlformats.org/officeDocument/2006/relationships/customXml" Target="../ink/ink576.xml"/><Relationship Id="rId48" Type="http://schemas.openxmlformats.org/officeDocument/2006/relationships/image" Target="../media/image588.png"/><Relationship Id="rId56" Type="http://schemas.openxmlformats.org/officeDocument/2006/relationships/image" Target="../media/image592.png"/><Relationship Id="rId64" Type="http://schemas.openxmlformats.org/officeDocument/2006/relationships/image" Target="../media/image596.png"/><Relationship Id="rId69" Type="http://schemas.openxmlformats.org/officeDocument/2006/relationships/customXml" Target="../ink/ink589.xml"/><Relationship Id="rId77" Type="http://schemas.openxmlformats.org/officeDocument/2006/relationships/customXml" Target="../ink/ink593.xml"/><Relationship Id="rId8" Type="http://schemas.openxmlformats.org/officeDocument/2006/relationships/image" Target="../media/image568.png"/><Relationship Id="rId51" Type="http://schemas.openxmlformats.org/officeDocument/2006/relationships/customXml" Target="../ink/ink580.xml"/><Relationship Id="rId72" Type="http://schemas.openxmlformats.org/officeDocument/2006/relationships/image" Target="../media/image600.png"/><Relationship Id="rId80" Type="http://schemas.openxmlformats.org/officeDocument/2006/relationships/image" Target="../media/image604.png"/><Relationship Id="rId3" Type="http://schemas.openxmlformats.org/officeDocument/2006/relationships/customXml" Target="../ink/ink556.xml"/><Relationship Id="rId12" Type="http://schemas.openxmlformats.org/officeDocument/2006/relationships/image" Target="../media/image570.png"/><Relationship Id="rId17" Type="http://schemas.openxmlformats.org/officeDocument/2006/relationships/customXml" Target="../ink/ink563.xml"/><Relationship Id="rId25" Type="http://schemas.openxmlformats.org/officeDocument/2006/relationships/customXml" Target="../ink/ink567.xml"/><Relationship Id="rId33" Type="http://schemas.openxmlformats.org/officeDocument/2006/relationships/customXml" Target="../ink/ink571.xml"/><Relationship Id="rId38" Type="http://schemas.openxmlformats.org/officeDocument/2006/relationships/image" Target="../media/image583.png"/><Relationship Id="rId46" Type="http://schemas.openxmlformats.org/officeDocument/2006/relationships/image" Target="../media/image587.png"/><Relationship Id="rId59" Type="http://schemas.openxmlformats.org/officeDocument/2006/relationships/customXml" Target="../ink/ink584.xml"/><Relationship Id="rId67" Type="http://schemas.openxmlformats.org/officeDocument/2006/relationships/customXml" Target="../ink/ink588.xml"/><Relationship Id="rId20" Type="http://schemas.openxmlformats.org/officeDocument/2006/relationships/image" Target="../media/image574.png"/><Relationship Id="rId41" Type="http://schemas.openxmlformats.org/officeDocument/2006/relationships/customXml" Target="../ink/ink575.xml"/><Relationship Id="rId54" Type="http://schemas.openxmlformats.org/officeDocument/2006/relationships/image" Target="../media/image591.png"/><Relationship Id="rId62" Type="http://schemas.openxmlformats.org/officeDocument/2006/relationships/image" Target="../media/image595.png"/><Relationship Id="rId70" Type="http://schemas.openxmlformats.org/officeDocument/2006/relationships/image" Target="../media/image599.png"/><Relationship Id="rId75" Type="http://schemas.openxmlformats.org/officeDocument/2006/relationships/customXml" Target="../ink/ink5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7.png"/><Relationship Id="rId15" Type="http://schemas.openxmlformats.org/officeDocument/2006/relationships/customXml" Target="../ink/ink562.xml"/><Relationship Id="rId23" Type="http://schemas.openxmlformats.org/officeDocument/2006/relationships/customXml" Target="../ink/ink566.xml"/><Relationship Id="rId28" Type="http://schemas.openxmlformats.org/officeDocument/2006/relationships/image" Target="../media/image578.png"/><Relationship Id="rId36" Type="http://schemas.openxmlformats.org/officeDocument/2006/relationships/image" Target="../media/image582.png"/><Relationship Id="rId49" Type="http://schemas.openxmlformats.org/officeDocument/2006/relationships/customXml" Target="../ink/ink579.xml"/><Relationship Id="rId57" Type="http://schemas.openxmlformats.org/officeDocument/2006/relationships/customXml" Target="../ink/ink5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ko-KR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프로세스 동기화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438EFC-49FF-4308-A162-F03CB34AE6E9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571625"/>
            <a:ext cx="8707438" cy="4676775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배경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임계구역 문제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임계구역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SW 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해결법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피터슨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 해결안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임계구역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HW 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해결법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동기화 하드웨어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세마포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고전적 동기화 문제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모니터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1. </a:t>
            </a:r>
            <a:r>
              <a:rPr lang="ko-KR" altLang="en-US"/>
              <a:t>배경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14500"/>
            <a:ext cx="8715375" cy="4643438"/>
          </a:xfrm>
        </p:spPr>
        <p:txBody>
          <a:bodyPr lIns="92075" tIns="46038" rIns="92075" bIns="46038"/>
          <a:lstStyle/>
          <a:p>
            <a:pPr marL="533400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병행 프로세스의 세가지  문제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933450" lvl="1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결정성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276350" lvl="2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상대적인 실행 속도에 관계없이 항상 같은 결과를 도출 여부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933450" lvl="1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상호 배제와 동기화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276350" lvl="2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상호 배제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어떤 자원에 대해 한 번에 한 프로세스만이 접근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276350" lvl="2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동기화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프로세스의 진행이 다른 프로세스의 진행에 의존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933450" lvl="1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교착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276350" lvl="2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프로세스들이 서로 다른 프로세스가 점유한 자원을 요구하여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아무도 진행되지 못하는 상태</a:t>
            </a:r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1838C7-1522-4537-974B-E83F2ED1103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714500"/>
            <a:ext cx="8643938" cy="4762500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결정성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(determinacy)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프로세스들간의 실행 순서는 독립적 또는 선행 관계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선행 관계는 선행 그래프로 표현 가능</a:t>
            </a:r>
          </a:p>
        </p:txBody>
      </p:sp>
      <p:grpSp>
        <p:nvGrpSpPr>
          <p:cNvPr id="12291" name="그룹 7"/>
          <p:cNvGrpSpPr>
            <a:grpSpLocks/>
          </p:cNvGrpSpPr>
          <p:nvPr/>
        </p:nvGrpSpPr>
        <p:grpSpPr bwMode="auto">
          <a:xfrm>
            <a:off x="1071563" y="3429000"/>
            <a:ext cx="4248150" cy="1676400"/>
            <a:chOff x="2057400" y="2819400"/>
            <a:chExt cx="4248150" cy="1676400"/>
          </a:xfrm>
        </p:grpSpPr>
        <p:grpSp>
          <p:nvGrpSpPr>
            <p:cNvPr id="12297" name="그룹 5"/>
            <p:cNvGrpSpPr>
              <a:grpSpLocks/>
            </p:cNvGrpSpPr>
            <p:nvPr/>
          </p:nvGrpSpPr>
          <p:grpSpPr bwMode="auto">
            <a:xfrm>
              <a:off x="2057400" y="2819400"/>
              <a:ext cx="4248150" cy="304800"/>
              <a:chOff x="2057400" y="2819400"/>
              <a:chExt cx="4248150" cy="304800"/>
            </a:xfrm>
          </p:grpSpPr>
          <p:sp>
            <p:nvSpPr>
              <p:cNvPr id="7" name="양쪽 모서리가 둥근 사각형 6"/>
              <p:cNvSpPr/>
              <p:nvPr/>
            </p:nvSpPr>
            <p:spPr>
              <a:xfrm>
                <a:off x="2057400" y="2819400"/>
                <a:ext cx="1066800" cy="304800"/>
              </a:xfrm>
              <a:prstGeom prst="round2SameRect">
                <a:avLst/>
              </a:prstGeom>
              <a:solidFill>
                <a:schemeClr val="accent1">
                  <a:alpha val="80000"/>
                </a:schemeClr>
              </a:solidFill>
              <a:ln>
                <a:solidFill>
                  <a:schemeClr val="accent1">
                    <a:shade val="50000"/>
                    <a:alpha val="3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latinLnBrk="1" hangingPunct="1">
                  <a:defRPr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HY견고딕" pitchFamily="18" charset="-127"/>
                    <a:ea typeface="HY견고딕" pitchFamily="18" charset="-127"/>
                  </a:rPr>
                  <a:t>알고리즘 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HY견고딕" pitchFamily="18" charset="-127"/>
                    <a:ea typeface="HY견고딕" pitchFamily="18" charset="-127"/>
                  </a:rPr>
                  <a:t>4-1</a:t>
                </a:r>
                <a:endParaRPr lang="ko-KR" altLang="en-US" sz="105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8" name="양쪽 모서리가 둥근 사각형 7"/>
              <p:cNvSpPr/>
              <p:nvPr/>
            </p:nvSpPr>
            <p:spPr>
              <a:xfrm>
                <a:off x="3133725" y="2819400"/>
                <a:ext cx="3171825" cy="304800"/>
              </a:xfrm>
              <a:prstGeom prst="round2Same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accent1">
                    <a:shade val="50000"/>
                    <a:alpha val="3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eaLnBrk="1" latinLnBrk="1" hangingPunct="1">
                  <a:defRPr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HY견고딕" pitchFamily="18" charset="-127"/>
                    <a:ea typeface="HY견고딕" pitchFamily="18" charset="-127"/>
                  </a:rPr>
                  <a:t>간단한 산술 연산을 수행하는 알고리즘</a:t>
                </a:r>
              </a:p>
            </p:txBody>
          </p:sp>
        </p:grpSp>
        <p:sp>
          <p:nvSpPr>
            <p:cNvPr id="6" name="직사각형 5"/>
            <p:cNvSpPr/>
            <p:nvPr/>
          </p:nvSpPr>
          <p:spPr>
            <a:xfrm>
              <a:off x="2057400" y="3133725"/>
              <a:ext cx="4248150" cy="13620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solidFill>
                <a:schemeClr val="accent1">
                  <a:shade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216000" eaLnBrk="1" latinLnBrk="1" hangingPunct="1">
                <a:lnSpc>
                  <a:spcPct val="150000"/>
                </a:lnSpc>
                <a:defRPr/>
              </a:pPr>
              <a:r>
                <a:rPr lang="en-US" altLang="ko-KR" sz="130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rPr>
                <a:t>01     </a:t>
              </a:r>
              <a:r>
                <a:rPr lang="en-US" altLang="ko-KR" sz="1300" b="1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a := x + y    → S</a:t>
              </a:r>
              <a:r>
                <a:rPr lang="en-US" altLang="ko-KR" sz="1300" b="1" baseline="-25000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1</a:t>
              </a:r>
            </a:p>
            <a:p>
              <a:pPr marL="216000" eaLnBrk="1" latinLnBrk="1" hangingPunct="1">
                <a:lnSpc>
                  <a:spcPct val="150000"/>
                </a:lnSpc>
                <a:defRPr/>
              </a:pPr>
              <a:r>
                <a:rPr lang="en-US" altLang="ko-KR" sz="130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rPr>
                <a:t>02     </a:t>
              </a:r>
              <a:r>
                <a:rPr lang="en-US" altLang="ko-KR" sz="1300" b="1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b := z + 1    → S</a:t>
              </a:r>
              <a:r>
                <a:rPr lang="en-US" altLang="ko-KR" sz="1300" b="1" baseline="-25000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2</a:t>
              </a:r>
            </a:p>
            <a:p>
              <a:pPr marL="216000" eaLnBrk="1" latinLnBrk="1" hangingPunct="1">
                <a:lnSpc>
                  <a:spcPct val="150000"/>
                </a:lnSpc>
                <a:defRPr/>
              </a:pPr>
              <a:r>
                <a:rPr lang="en-US" altLang="ko-KR" sz="130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rPr>
                <a:t>03     </a:t>
              </a:r>
              <a:r>
                <a:rPr lang="en-US" altLang="ko-KR" sz="1300" b="1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c := a – b    → S</a:t>
              </a:r>
              <a:r>
                <a:rPr lang="en-US" altLang="ko-KR" sz="1300" b="1" baseline="-25000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3</a:t>
              </a:r>
            </a:p>
            <a:p>
              <a:pPr marL="216000" eaLnBrk="1" latinLnBrk="1" hangingPunct="1">
                <a:lnSpc>
                  <a:spcPct val="150000"/>
                </a:lnSpc>
                <a:defRPr/>
              </a:pPr>
              <a:r>
                <a:rPr lang="en-US" altLang="ko-KR" sz="130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rPr>
                <a:t>04     </a:t>
              </a:r>
              <a:r>
                <a:rPr lang="en-US" altLang="ko-KR" sz="1300" b="1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w := c + 1    → S</a:t>
              </a:r>
              <a:r>
                <a:rPr lang="en-US" altLang="ko-KR" sz="1300" b="1" baseline="-25000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4</a:t>
              </a:r>
              <a:endParaRPr lang="ko-KR" altLang="en-US" sz="13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endParaRPr>
            </a:p>
          </p:txBody>
        </p:sp>
      </p:grpSp>
      <p:sp>
        <p:nvSpPr>
          <p:cNvPr id="12292" name="내용 개체 틀 1"/>
          <p:cNvSpPr txBox="1">
            <a:spLocks/>
          </p:cNvSpPr>
          <p:nvPr/>
        </p:nvSpPr>
        <p:spPr bwMode="auto">
          <a:xfrm>
            <a:off x="1285875" y="5286375"/>
            <a:ext cx="6548438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11175" indent="-3429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1">
              <a:spcAft>
                <a:spcPts val="300"/>
              </a:spcAft>
              <a:buClr>
                <a:srgbClr val="ADB9AD"/>
              </a:buClr>
              <a:buSzTx/>
              <a:buFontTx/>
              <a:buAutoNum type="circleNumDbPlain"/>
            </a:pPr>
            <a:r>
              <a:rPr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c := a – b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;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- 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a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와 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b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가 값을 할당받기 전에 수행하면 안 된다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.</a:t>
            </a:r>
          </a:p>
          <a:p>
            <a:pPr lvl="1">
              <a:spcAft>
                <a:spcPts val="300"/>
              </a:spcAft>
              <a:buClr>
                <a:srgbClr val="ADB9AD"/>
              </a:buClr>
              <a:buSzTx/>
              <a:buFontTx/>
              <a:buAutoNum type="circleNumDbPlain"/>
            </a:pPr>
            <a:r>
              <a:rPr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w := c + 1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;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- 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값을 계산하기 전에 수행할 수 없다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.</a:t>
            </a:r>
          </a:p>
          <a:p>
            <a:pPr lvl="1">
              <a:spcAft>
                <a:spcPts val="300"/>
              </a:spcAft>
              <a:buClr>
                <a:srgbClr val="ADB9AD"/>
              </a:buClr>
              <a:buSzTx/>
              <a:buFontTx/>
              <a:buAutoNum type="circleNumDbPlain"/>
            </a:pPr>
            <a:r>
              <a:rPr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a := x + y, b := z + 1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;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-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서로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독립적이므로 동시에 수행할 수 있다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2293" name="그룹 11"/>
          <p:cNvGrpSpPr>
            <a:grpSpLocks/>
          </p:cNvGrpSpPr>
          <p:nvPr/>
        </p:nvGrpSpPr>
        <p:grpSpPr bwMode="auto">
          <a:xfrm>
            <a:off x="5929313" y="3357563"/>
            <a:ext cx="2620962" cy="1876425"/>
            <a:chOff x="5326985" y="2286000"/>
            <a:chExt cx="2621245" cy="1877313"/>
          </a:xfrm>
        </p:grpSpPr>
        <p:pic>
          <p:nvPicPr>
            <p:cNvPr id="12295" name="Picture 4" descr="C:\Documents and Settings\Hanami\바탕 화면\운영체제\(강의교안)_그림파일_1장-13장\ch04_병행 프로세스와 상호배제\ch04-01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444" b="14937"/>
            <a:stretch>
              <a:fillRect/>
            </a:stretch>
          </p:blipFill>
          <p:spPr bwMode="auto">
            <a:xfrm>
              <a:off x="6324600" y="2286000"/>
              <a:ext cx="1524000" cy="16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6" name="TextBox 4"/>
            <p:cNvSpPr txBox="1">
              <a:spLocks noChangeArrowheads="1"/>
            </p:cNvSpPr>
            <p:nvPr/>
          </p:nvSpPr>
          <p:spPr bwMode="auto">
            <a:xfrm>
              <a:off x="5326985" y="3886200"/>
              <a:ext cx="2621245" cy="27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[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알고리즘</a:t>
              </a: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4-1]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에 대한 선행 그래프</a:t>
              </a:r>
            </a:p>
          </p:txBody>
        </p:sp>
      </p:grpSp>
      <p:sp>
        <p:nvSpPr>
          <p:cNvPr id="12294" name="슬라이드 번호 개체 틀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BD0F88-AB00-48FF-950E-4A6B3B8BCE3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714500"/>
            <a:ext cx="8715375" cy="457200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상호배제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Mutual Exclusion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특정 공유 자원을 한 순간에 한 개의 프로세스만 사용할 수 있는 경우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 하나가 공유 데이터에 접근하는 동안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다른 프로세스가 해당 데이터를 접근할 수 없게 하는 것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교착상태와 기아상태가 발생하는 원인</a:t>
            </a:r>
          </a:p>
          <a:p>
            <a:pPr lvl="1">
              <a:spcAft>
                <a:spcPts val="300"/>
              </a:spcAft>
              <a:defRPr/>
            </a:pPr>
            <a:endParaRPr lang="ko-KR" altLang="en-US" sz="200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프로세스들간 동기화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(synchronization)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비동기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프로세스의 대기 시점을 결정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33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8EF13A-5C09-4F34-88F2-089F57CB266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86812" cy="2428875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제한 버퍼의 생산자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소비자 문제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버퍼를 모두 사용하기 위해 정수변수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counter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를 추가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새로운 요소 추가 시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counter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는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씩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증가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빼낼 시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씩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감소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동시에 수행될 때 기능이 다르게 동작 가능</a:t>
            </a: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kumimoji="0" lang="en-US" altLang="ko-KR" sz="20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counter = 5</a:t>
            </a: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일 때</a:t>
            </a:r>
            <a:endParaRPr kumimoji="0"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 ‘</a:t>
            </a:r>
            <a:r>
              <a:rPr kumimoji="0" lang="en-US" altLang="ko-KR" sz="1800" b="1" dirty="0">
                <a:solidFill>
                  <a:srgbClr val="000000"/>
                </a:solidFill>
                <a:latin typeface="+mn-ea"/>
              </a:rPr>
              <a:t>counter++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과 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‘</a:t>
            </a:r>
            <a:r>
              <a:rPr kumimoji="0" lang="en-US" altLang="ko-KR" sz="1800" b="1" dirty="0">
                <a:solidFill>
                  <a:srgbClr val="000000"/>
                </a:solidFill>
                <a:latin typeface="+mn-ea"/>
              </a:rPr>
              <a:t>counter--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 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 동시  수행 시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,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0" lang="en-US" altLang="ko-KR" sz="1800" b="1" dirty="0">
                <a:solidFill>
                  <a:srgbClr val="000000"/>
                </a:solidFill>
                <a:latin typeface="+mn-ea"/>
              </a:rPr>
              <a:t>counter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결과 값은 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4, 5, 6</a:t>
            </a: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6387" name="Rectangle 1029"/>
          <p:cNvSpPr>
            <a:spLocks noChangeArrowheads="1"/>
          </p:cNvSpPr>
          <p:nvPr/>
        </p:nvSpPr>
        <p:spPr bwMode="auto">
          <a:xfrm>
            <a:off x="500063" y="4078288"/>
            <a:ext cx="4286250" cy="266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 sz="2000" dirty="0">
                <a:latin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</a:rPr>
              <a:t>생산자 프로세스</a:t>
            </a:r>
          </a:p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ko-KR" altLang="en-US" sz="1800" dirty="0">
                <a:latin typeface="Times New Roman" panose="02020603050405020304" pitchFamily="18" charset="0"/>
              </a:rPr>
              <a:t>   </a:t>
            </a:r>
            <a:r>
              <a:rPr lang="en-US" altLang="ko-KR" sz="1800" dirty="0">
                <a:latin typeface="Times New Roman" panose="02020603050405020304" pitchFamily="18" charset="0"/>
              </a:rPr>
              <a:t>item </a:t>
            </a:r>
            <a:r>
              <a:rPr lang="en-US" altLang="ko-KR" sz="1800" dirty="0" err="1">
                <a:latin typeface="Times New Roman" panose="02020603050405020304" pitchFamily="18" charset="0"/>
              </a:rPr>
              <a:t>nextProduced</a:t>
            </a:r>
            <a:r>
              <a:rPr lang="en-US" altLang="ko-KR" sz="1800" dirty="0">
                <a:latin typeface="Times New Roman" panose="02020603050405020304" pitchFamily="18" charset="0"/>
              </a:rPr>
              <a:t>;</a:t>
            </a:r>
          </a:p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    while (1) {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	while ( </a:t>
            </a:r>
            <a:r>
              <a:rPr lang="en-US" altLang="ko-KR" sz="1800" b="1" dirty="0">
                <a:latin typeface="Times New Roman" panose="02020603050405020304" pitchFamily="18" charset="0"/>
              </a:rPr>
              <a:t>counter == BUF_SIZE </a:t>
            </a:r>
            <a:r>
              <a:rPr lang="en-US" altLang="ko-KR" sz="1800" dirty="0">
                <a:latin typeface="Times New Roman" panose="02020603050405020304" pitchFamily="18" charset="0"/>
              </a:rPr>
              <a:t>)   ; 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	buffer[in] = </a:t>
            </a:r>
            <a:r>
              <a:rPr lang="en-US" altLang="ko-KR" sz="1800" dirty="0" err="1">
                <a:latin typeface="Times New Roman" panose="02020603050405020304" pitchFamily="18" charset="0"/>
              </a:rPr>
              <a:t>nextProduced</a:t>
            </a:r>
            <a:r>
              <a:rPr lang="en-US" altLang="ko-KR" sz="1800" dirty="0">
                <a:latin typeface="Times New Roman" panose="02020603050405020304" pitchFamily="18" charset="0"/>
              </a:rPr>
              <a:t>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	in = (in + 1) % BUF_SIZE;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	</a:t>
            </a:r>
            <a:r>
              <a:rPr lang="en-US" altLang="ko-K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counter++;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    }</a:t>
            </a:r>
          </a:p>
        </p:txBody>
      </p:sp>
      <p:sp>
        <p:nvSpPr>
          <p:cNvPr id="16388" name="Rectangle 1030"/>
          <p:cNvSpPr>
            <a:spLocks noChangeArrowheads="1"/>
          </p:cNvSpPr>
          <p:nvPr/>
        </p:nvSpPr>
        <p:spPr bwMode="auto">
          <a:xfrm>
            <a:off x="4929188" y="4078288"/>
            <a:ext cx="4214812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 sz="2000" dirty="0">
                <a:latin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</a:rPr>
              <a:t>소비자 프로세스</a:t>
            </a:r>
          </a:p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ko-KR" altLang="en-US" sz="1800" dirty="0">
                <a:latin typeface="Times New Roman" panose="02020603050405020304" pitchFamily="18" charset="0"/>
              </a:rPr>
              <a:t>   </a:t>
            </a:r>
            <a:r>
              <a:rPr lang="en-US" altLang="ko-KR" sz="1800" dirty="0">
                <a:latin typeface="Times New Roman" panose="02020603050405020304" pitchFamily="18" charset="0"/>
              </a:rPr>
              <a:t>item </a:t>
            </a:r>
            <a:r>
              <a:rPr lang="en-US" altLang="ko-KR" sz="1800" dirty="0" err="1">
                <a:latin typeface="Times New Roman" panose="02020603050405020304" pitchFamily="18" charset="0"/>
              </a:rPr>
              <a:t>nextConsumed</a:t>
            </a:r>
            <a:r>
              <a:rPr lang="en-US" altLang="ko-KR" sz="1800" dirty="0">
                <a:latin typeface="Times New Roman" panose="02020603050405020304" pitchFamily="18" charset="0"/>
              </a:rPr>
              <a:t>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    while (1) {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	while ( </a:t>
            </a:r>
            <a:r>
              <a:rPr lang="en-US" altLang="ko-KR" sz="1800" b="1" dirty="0">
                <a:latin typeface="Times New Roman" panose="02020603050405020304" pitchFamily="18" charset="0"/>
              </a:rPr>
              <a:t>counter  == 0 </a:t>
            </a:r>
            <a:r>
              <a:rPr lang="en-US" altLang="ko-KR" sz="1800" dirty="0">
                <a:latin typeface="Times New Roman" panose="02020603050405020304" pitchFamily="18" charset="0"/>
              </a:rPr>
              <a:t>) 	; 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	</a:t>
            </a:r>
            <a:r>
              <a:rPr lang="en-US" altLang="ko-KR" sz="1800" dirty="0" err="1">
                <a:latin typeface="Times New Roman" panose="02020603050405020304" pitchFamily="18" charset="0"/>
              </a:rPr>
              <a:t>nextConsumed</a:t>
            </a:r>
            <a:r>
              <a:rPr lang="en-US" altLang="ko-KR" sz="1800" dirty="0">
                <a:latin typeface="Times New Roman" panose="02020603050405020304" pitchFamily="18" charset="0"/>
              </a:rPr>
              <a:t> = buffer[out];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	out = (out+1) % BUF_SIZE;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b="1" dirty="0">
                <a:latin typeface="Times New Roman" panose="02020603050405020304" pitchFamily="18" charset="0"/>
              </a:rPr>
              <a:t>	</a:t>
            </a:r>
            <a:r>
              <a:rPr lang="en-US" altLang="ko-K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counter--;</a:t>
            </a:r>
            <a:endParaRPr lang="en-US" altLang="ko-KR" sz="1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    }</a:t>
            </a:r>
          </a:p>
        </p:txBody>
      </p:sp>
      <p:sp>
        <p:nvSpPr>
          <p:cNvPr id="16389" name="슬라이드 번호 개체 틀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16D2D1-540D-4704-975A-0DC8A499851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163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상호배제 및 동기화의 예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1295400" y="1285875"/>
            <a:ext cx="6324600" cy="3057525"/>
          </a:xfrm>
          <a:prstGeom prst="rect">
            <a:avLst/>
          </a:prstGeom>
          <a:solidFill>
            <a:schemeClr val="accent1">
              <a:alpha val="30000"/>
            </a:schemeClr>
          </a:solidFill>
          <a:ln cap="sq">
            <a:solidFill>
              <a:schemeClr val="accent1">
                <a:shade val="50000"/>
                <a:alpha val="2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* counter := counter + 1</a:t>
            </a:r>
            <a:r>
              <a:rPr lang="ko-KR" altLang="en-US" sz="1600" dirty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Times New Roman" pitchFamily="18" charset="0"/>
              </a:rPr>
              <a:t>을 기계어로 다음과 같이 작성</a:t>
            </a:r>
            <a:endParaRPr lang="en-US" altLang="ko-KR" sz="1600" dirty="0">
              <a:solidFill>
                <a:schemeClr val="tx1"/>
              </a:solidFill>
              <a:latin typeface="HY견고딕" pitchFamily="18" charset="-127"/>
              <a:ea typeface="HY견고딕" pitchFamily="18" charset="-127"/>
              <a:cs typeface="Times New Roman" pitchFamily="18" charset="0"/>
            </a:endParaRP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:= counter;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:=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+ 1;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counter :=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endParaRPr lang="en-US" altLang="ko-KR" sz="900" b="1" dirty="0">
              <a:solidFill>
                <a:schemeClr val="tx1"/>
              </a:solidFill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* counter := counter - 1</a:t>
            </a:r>
            <a:r>
              <a:rPr lang="ko-KR" altLang="en-US" sz="1600" dirty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Times New Roman" pitchFamily="18" charset="0"/>
              </a:rPr>
              <a:t>을 기계어로 다음과 같이 작성</a:t>
            </a:r>
            <a:endParaRPr lang="en-US" altLang="ko-KR" sz="1600" dirty="0">
              <a:solidFill>
                <a:schemeClr val="tx1"/>
              </a:solidFill>
              <a:latin typeface="HY견고딕" pitchFamily="18" charset="-127"/>
              <a:ea typeface="HY견고딕" pitchFamily="18" charset="-127"/>
              <a:cs typeface="Times New Roman" pitchFamily="18" charset="0"/>
            </a:endParaRP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:= counter;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:=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– 1;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counter :=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;</a:t>
            </a:r>
          </a:p>
        </p:txBody>
      </p:sp>
      <p:sp>
        <p:nvSpPr>
          <p:cNvPr id="4" name="직사각형 3"/>
          <p:cNvSpPr/>
          <p:nvPr/>
        </p:nvSpPr>
        <p:spPr bwMode="auto">
          <a:xfrm>
            <a:off x="1357313" y="4572000"/>
            <a:ext cx="6324600" cy="2286000"/>
          </a:xfrm>
          <a:prstGeom prst="rect">
            <a:avLst/>
          </a:prstGeom>
          <a:solidFill>
            <a:schemeClr val="accent1">
              <a:alpha val="30000"/>
            </a:schemeClr>
          </a:solidFill>
          <a:ln cap="sq">
            <a:solidFill>
              <a:schemeClr val="accent1">
                <a:shade val="50000"/>
                <a:alpha val="2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T1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생산자가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register1 := counter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를 수행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(register1 = 5)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T2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생산자가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register1 := register1 + 1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을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(register1 = 6)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T3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소비자가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register2 := counter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를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(register2 = 5)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T4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소비자가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register2 := register2 – 1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을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(register2 = 4)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T5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생산자가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counter := register1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을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(counter = 6)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T6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소비자가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counter := register2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를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(counter = 4)</a:t>
            </a:r>
          </a:p>
        </p:txBody>
      </p:sp>
      <p:sp>
        <p:nvSpPr>
          <p:cNvPr id="1843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8A8B23-90E4-4F4F-9A97-681B1A2E7BC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내용 개체 틀 1"/>
          <p:cNvSpPr>
            <a:spLocks noGrp="1"/>
          </p:cNvSpPr>
          <p:nvPr>
            <p:ph sz="quarter" idx="4294967295"/>
          </p:nvPr>
        </p:nvSpPr>
        <p:spPr/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경쟁 상태 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b="1" dirty="0">
                <a:latin typeface="+mn-ea"/>
                <a:cs typeface="Times New Roman" pitchFamily="18" charset="0"/>
              </a:rPr>
              <a:t>Race Condition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공유 데이터에 최종적 결과를 보장할 수 없는 상황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여러 프로세스가 공유 데이터를 동시에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접근할 때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 공유 데이터에 대한 접근 순서에 따라 실행 결과가 달라지는 상황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최종 값은 어느 프로세스가 마지막으로 끝냈는가에 영향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경쟁 상태 방지를 위한 병행 프로세스들의 동기화 실행 방법 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임계 영역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공유 변수를 어느 한 순간에 한 프로세스만 조작할 수 있도록 함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상호 배제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예에서 </a:t>
            </a:r>
            <a:r>
              <a:rPr lang="en-US" altLang="ko-KR" sz="1800" dirty="0">
                <a:latin typeface="+mn-ea"/>
              </a:rPr>
              <a:t>counter</a:t>
            </a:r>
            <a:r>
              <a:rPr lang="ko-KR" altLang="en-US" sz="1800" dirty="0">
                <a:latin typeface="+mn-ea"/>
              </a:rPr>
              <a:t>를 조작하는 부분을 임계영역으로 설정하여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상호 배제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1800" dirty="0">
              <a:latin typeface="HY견고딕" pitchFamily="18" charset="-127"/>
              <a:ea typeface="HY견고딕" pitchFamily="18" charset="-127"/>
            </a:endParaRPr>
          </a:p>
          <a:p>
            <a:pPr>
              <a:defRPr/>
            </a:pPr>
            <a:endParaRPr lang="ko-KR" altLang="en-US" sz="24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4313" y="642938"/>
            <a:ext cx="8786812" cy="785812"/>
          </a:xfrm>
          <a:prstGeom prst="rect">
            <a:avLst/>
          </a:prstGeom>
        </p:spPr>
        <p:txBody>
          <a:bodyPr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경쟁 상태</a:t>
            </a:r>
          </a:p>
        </p:txBody>
      </p:sp>
      <p:sp>
        <p:nvSpPr>
          <p:cNvPr id="20484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D4B8E5-8482-4205-8CC6-D420321C1FD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2. </a:t>
            </a:r>
            <a:r>
              <a:rPr lang="ko-KR" altLang="en-US"/>
              <a:t>임계구역 문제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52600"/>
            <a:ext cx="8777287" cy="481965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임계구역 또는 임계영역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Critical Section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순간에 하나의 프로세스만 사용할 수 있는 영역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프로세스가 임계영역에 들어가면 다른 모든 프로세스는 임계영역으로의 진입 금지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진입 상호 배제 및 출구 상호 배제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 하나가 임계 영역에 있으면 다른 프로세스가 임계 영역에 진입하는 것을 방지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임계 영역을 떠나는 프로세스는 출구 상호배제를 수행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다른 프로세스의 임계 영역 진입을 허용</a:t>
            </a: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buClr>
                <a:schemeClr val="tx1"/>
              </a:buClr>
              <a:defRPr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53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D7DC77-3C6B-4785-9075-EBC31E94DF7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그룹 5"/>
          <p:cNvGrpSpPr>
            <a:grpSpLocks/>
          </p:cNvGrpSpPr>
          <p:nvPr/>
        </p:nvGrpSpPr>
        <p:grpSpPr bwMode="auto">
          <a:xfrm>
            <a:off x="285750" y="2714625"/>
            <a:ext cx="5059363" cy="2714625"/>
            <a:chOff x="2057400" y="3657600"/>
            <a:chExt cx="5058674" cy="2716173"/>
          </a:xfrm>
        </p:grpSpPr>
        <p:pic>
          <p:nvPicPr>
            <p:cNvPr id="24583" name="Picture 4" descr="C:\Documents and Settings\Hanami\바탕 화면\운영체제\(강의교안)_그림파일_1장-13장\ch04_병행 프로세스와 상호배제\ch04-14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251"/>
            <a:stretch>
              <a:fillRect/>
            </a:stretch>
          </p:blipFill>
          <p:spPr bwMode="auto">
            <a:xfrm>
              <a:off x="2057400" y="3657600"/>
              <a:ext cx="5058674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4" name="TextBox 4"/>
            <p:cNvSpPr txBox="1">
              <a:spLocks noChangeArrowheads="1"/>
            </p:cNvSpPr>
            <p:nvPr/>
          </p:nvSpPr>
          <p:spPr bwMode="auto">
            <a:xfrm>
              <a:off x="3028818" y="6096695"/>
              <a:ext cx="2287494" cy="277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임계 영역을 이용한 상호 배제</a:t>
              </a:r>
            </a:p>
          </p:txBody>
        </p:sp>
      </p:grpSp>
      <p:grpSp>
        <p:nvGrpSpPr>
          <p:cNvPr id="24579" name="그룹 5"/>
          <p:cNvGrpSpPr>
            <a:grpSpLocks/>
          </p:cNvGrpSpPr>
          <p:nvPr/>
        </p:nvGrpSpPr>
        <p:grpSpPr bwMode="auto">
          <a:xfrm>
            <a:off x="6000750" y="3000375"/>
            <a:ext cx="2400300" cy="2614613"/>
            <a:chOff x="2590800" y="3581400"/>
            <a:chExt cx="2743200" cy="2844653"/>
          </a:xfrm>
        </p:grpSpPr>
        <p:pic>
          <p:nvPicPr>
            <p:cNvPr id="24581" name="Picture 4" descr="C:\Documents and Settings\Hanami\바탕 화면\운영체제\(강의교안)_그림파일_1장-13장\ch04_병행 프로세스와 상호배제\ch04-15_cut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096" b="13391"/>
            <a:stretch>
              <a:fillRect/>
            </a:stretch>
          </p:blipFill>
          <p:spPr bwMode="auto">
            <a:xfrm>
              <a:off x="2590800" y="3581400"/>
              <a:ext cx="2743200" cy="2606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2" name="TextBox 4"/>
            <p:cNvSpPr txBox="1">
              <a:spLocks noChangeArrowheads="1"/>
            </p:cNvSpPr>
            <p:nvPr/>
          </p:nvSpPr>
          <p:spPr bwMode="auto">
            <a:xfrm>
              <a:off x="2683332" y="6124774"/>
              <a:ext cx="2555936" cy="30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병행 프로세스에서 영역 구분</a:t>
              </a:r>
            </a:p>
          </p:txBody>
        </p:sp>
      </p:grpSp>
      <p:sp>
        <p:nvSpPr>
          <p:cNvPr id="24580" name="슬라이드 번호 개체 틀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AA3091-2C5A-43B5-A8D8-6B95D4D131A0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내용 개체 틀 1"/>
          <p:cNvSpPr>
            <a:spLocks noGrp="1"/>
          </p:cNvSpPr>
          <p:nvPr>
            <p:ph sz="quarter" idx="4294967295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임계영역을 해결하기 위한 세 가지 만족 요건</a:t>
            </a: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상호 배제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프로세스가 임계영역에서 수행 중일 때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다른 프로세스는 임계영역에서 수행할 수 없음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진행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임</a:t>
            </a:r>
            <a:r>
              <a:rPr lang="ko-KR" altLang="en-US" sz="1800" dirty="0">
                <a:solidFill>
                  <a:srgbClr val="000000"/>
                </a:solidFill>
              </a:rPr>
              <a:t>계영역에서 실행되는 프로세스가 없는 상태에서 임계 구역으로 진입하려는 프로세스들이 있다면</a:t>
            </a:r>
            <a:r>
              <a:rPr lang="en-US" altLang="ko-KR" sz="1800" dirty="0">
                <a:solidFill>
                  <a:srgbClr val="000000"/>
                </a:solidFill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</a:rPr>
              <a:t>다음에 임계 구역으로 진입할 수 있는 프로세스들의 선택을 미루면 안됨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한계 대기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한 프로세스가 임계영역을 요청한 후 요청이 수락되기까지 다른 프로세스가 임계영역에 진입할 수 있는 회수를 제한해야 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20000"/>
              </a:lnSpc>
              <a:defRPr/>
            </a:pPr>
            <a:endParaRPr lang="ko-KR" altLang="en-US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3CBBCA-6196-496C-AB3E-C0509E0761B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86812" cy="46815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개 프로세스를 위한 임계구역 </a:t>
            </a:r>
            <a:r>
              <a:rPr lang="en-US" altLang="ko-KR" dirty="0">
                <a:solidFill>
                  <a:srgbClr val="000000"/>
                </a:solidFill>
              </a:rPr>
              <a:t>SW </a:t>
            </a:r>
            <a:r>
              <a:rPr lang="ko-KR" altLang="en-US" dirty="0">
                <a:solidFill>
                  <a:srgbClr val="000000"/>
                </a:solidFill>
              </a:rPr>
              <a:t>해결법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알고리즘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1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공유 변수 사용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  turn  (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초기값 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0)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turn =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 </a:t>
            </a:r>
            <a:r>
              <a:rPr lang="en-US" altLang="ko-KR" sz="1800" i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i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는 임계 구역에 들어갈 수 있음</a:t>
            </a: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Process 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i="1" baseline="-25000" dirty="0">
                <a:solidFill>
                  <a:srgbClr val="000000"/>
                </a:solidFill>
                <a:latin typeface="+mn-ea"/>
              </a:rPr>
              <a:t>i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do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while (turn !=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 </a:t>
            </a:r>
            <a:r>
              <a:rPr lang="en-US" altLang="ko-KR" sz="1600" b="1" dirty="0" err="1">
                <a:solidFill>
                  <a:srgbClr val="FF0000"/>
                </a:solidFill>
                <a:latin typeface="+mn-ea"/>
                <a:sym typeface="Symbol" pitchFamily="18" charset="2"/>
              </a:rPr>
              <a:t>i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)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Symbol" pitchFamily="18" charset="2"/>
              </a:rPr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			critical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			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turn = j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sym typeface="Symbol" pitchFamily="18" charset="2"/>
              </a:rPr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			remainder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		}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while (1)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;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상호 배제는 충족하나 진행을 충족하지 못함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이 임계구역에 진입하려는데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, 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0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가 잔류구역 수행하고 있으면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은 임계 구역에 진입할 수 없음</a:t>
            </a: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</p:txBody>
      </p:sp>
      <p:sp>
        <p:nvSpPr>
          <p:cNvPr id="2867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4098AD-8546-4AF6-AE7C-AFE8346EFF3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357188"/>
            <a:ext cx="8786812" cy="1143000"/>
          </a:xfrm>
        </p:spPr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임계구역 </a:t>
            </a:r>
            <a:r>
              <a:rPr lang="en-US" altLang="ko-KR"/>
              <a:t>SW </a:t>
            </a:r>
            <a:r>
              <a:rPr lang="ko-KR" altLang="en-US"/>
              <a:t>해결법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86812" cy="500062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알고리즘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2</a:t>
            </a: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공유 변수들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2000" b="1" dirty="0" err="1">
                <a:solidFill>
                  <a:srgbClr val="000000"/>
                </a:solidFill>
                <a:latin typeface="+mn-ea"/>
              </a:rPr>
              <a:t>boolean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 flag[2] (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초기값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flag[0]= flag[1]= false)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flag [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] = true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 </a:t>
            </a:r>
            <a:r>
              <a:rPr lang="en-US" altLang="ko-KR" sz="1800" i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i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는 임계 구역에 들어갈 준비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</a:p>
          <a:p>
            <a:pPr lvl="2">
              <a:lnSpc>
                <a:spcPct val="90000"/>
              </a:lnSpc>
              <a:defRPr/>
            </a:pP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Process 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i="1" baseline="-25000" dirty="0">
                <a:solidFill>
                  <a:srgbClr val="000000"/>
                </a:solidFill>
                <a:latin typeface="+mn-ea"/>
              </a:rPr>
              <a:t>i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do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flag[</a:t>
            </a:r>
            <a:r>
              <a:rPr lang="en-US" altLang="ko-KR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] := true;</a:t>
            </a:r>
            <a:br>
              <a:rPr lang="en-US" altLang="ko-KR" sz="1600" b="1" dirty="0">
                <a:solidFill>
                  <a:srgbClr val="FF0000"/>
                </a:solidFill>
                <a:latin typeface="+mn-ea"/>
              </a:rPr>
            </a:b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		while (flag[j]) ;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						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critical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flag [</a:t>
            </a:r>
            <a:r>
              <a:rPr lang="en-US" altLang="ko-KR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] = false;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remainder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} while (1);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1600" b="1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상호 배제는 충족하나 진행은 충족하지 못함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0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와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거의 동시에 임계구역 진입 시도할 때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flag[0]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와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flag[1]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둘 다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true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가 되는 경우</a:t>
            </a:r>
          </a:p>
        </p:txBody>
      </p:sp>
      <p:sp>
        <p:nvSpPr>
          <p:cNvPr id="2969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8EED37-0D89-4F2D-8380-9BB5C17C9B3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86812" cy="500062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알고리즘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3 (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피터슨의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해결안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</a:t>
            </a: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알고리즘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과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의 공유 변수들을 결합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Process P</a:t>
            </a:r>
            <a:r>
              <a:rPr lang="en-US" altLang="ko-KR" sz="2000" baseline="-25000" dirty="0">
                <a:solidFill>
                  <a:srgbClr val="000000"/>
                </a:solidFill>
                <a:latin typeface="+mn-ea"/>
              </a:rPr>
              <a:t>i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do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flag [</a:t>
            </a:r>
            <a:r>
              <a:rPr lang="en-US" altLang="ko-KR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]:= true;</a:t>
            </a:r>
            <a:br>
              <a:rPr lang="en-US" altLang="ko-KR" sz="1600" b="1" dirty="0">
                <a:solidFill>
                  <a:srgbClr val="FF0000"/>
                </a:solidFill>
                <a:latin typeface="+mn-ea"/>
              </a:rPr>
            </a:b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		turn = j;</a:t>
            </a:r>
            <a:br>
              <a:rPr lang="en-US" altLang="ko-KR" sz="1600" b="1" dirty="0">
                <a:solidFill>
                  <a:srgbClr val="FF0000"/>
                </a:solidFill>
                <a:latin typeface="+mn-ea"/>
              </a:rPr>
            </a:b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		while ( flag [j]  and  turn = j ) 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critical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flag [</a:t>
            </a:r>
            <a:r>
              <a:rPr lang="en-US" altLang="ko-KR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] = false;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remainder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}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while (1);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1400" b="1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모든 세 요건들을 만족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개 프로세스의 임계영역 문제 해결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72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363E43-6568-4DF0-B97A-22A9EA7EFDA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N </a:t>
            </a:r>
            <a:r>
              <a:rPr lang="ko-KR" altLang="en-US"/>
              <a:t>프로세스에 대한 임계구역 해결 </a:t>
            </a:r>
          </a:p>
        </p:txBody>
      </p:sp>
      <p:sp>
        <p:nvSpPr>
          <p:cNvPr id="21507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478631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sz="2000" b="1" dirty="0">
                <a:solidFill>
                  <a:srgbClr val="000000"/>
                </a:solidFill>
              </a:rPr>
              <a:t> 1974</a:t>
            </a:r>
            <a:r>
              <a:rPr lang="ko-KR" altLang="en-US" sz="2000" b="1" dirty="0">
                <a:solidFill>
                  <a:srgbClr val="000000"/>
                </a:solidFill>
              </a:rPr>
              <a:t>년에 </a:t>
            </a:r>
            <a:r>
              <a:rPr lang="en-US" altLang="ko-KR" sz="2000" b="1" dirty="0" err="1">
                <a:solidFill>
                  <a:srgbClr val="000000"/>
                </a:solidFill>
              </a:rPr>
              <a:t>Lamport</a:t>
            </a:r>
            <a:r>
              <a:rPr lang="ko-KR" altLang="en-US" sz="2000" b="1" dirty="0">
                <a:solidFill>
                  <a:srgbClr val="000000"/>
                </a:solidFill>
              </a:rPr>
              <a:t>가 제안한 </a:t>
            </a:r>
            <a:r>
              <a:rPr lang="en-US" altLang="ko-KR" sz="2000" b="1" dirty="0">
                <a:solidFill>
                  <a:srgbClr val="000000"/>
                </a:solidFill>
              </a:rPr>
              <a:t>Bakery </a:t>
            </a:r>
            <a:r>
              <a:rPr lang="ko-KR" altLang="en-US" sz="2000" b="1" dirty="0">
                <a:solidFill>
                  <a:srgbClr val="000000"/>
                </a:solidFill>
              </a:rPr>
              <a:t>알고리즘 </a:t>
            </a:r>
            <a:endParaRPr lang="en-US" altLang="ko-KR" sz="2000" b="1" dirty="0">
              <a:solidFill>
                <a:srgbClr val="000000"/>
              </a:solidFill>
            </a:endParaRPr>
          </a:p>
          <a:p>
            <a:pPr lvl="1"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낮은 번호를 가진 고객이 먼저 온 것이며 먼저 서비스. 번호표의 가장 낮은 번호는 1. 번호  0은 번호표를 받지 않음을 나타냄.</a:t>
            </a:r>
          </a:p>
          <a:p>
            <a:pPr lvl="1"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프로세스가 비동기적으로 수행되므로 두 개 이상의 프로세스가 같은 번호표를 받을 수 있음.  이때는 고객의 이름을 대조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, 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낮은 이름순으로 서비스.</a:t>
            </a:r>
          </a:p>
          <a:p>
            <a:pPr lvl="1"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프로세스들은 상호 배제,  한계 대기,  진행 조건을 모두 만족.</a:t>
            </a:r>
          </a:p>
          <a:p>
            <a:pPr lvl="1"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들어온 순서대로 수행되어야 한다는 법칙은 적용되지 않음.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defRPr/>
            </a:pPr>
            <a:endParaRPr lang="ko-KR" altLang="en-US" sz="2400" dirty="0">
              <a:solidFill>
                <a:srgbClr val="000000"/>
              </a:solidFill>
            </a:endParaRPr>
          </a:p>
        </p:txBody>
      </p:sp>
      <p:sp>
        <p:nvSpPr>
          <p:cNvPr id="3174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3EE1CA-D978-4CC5-AB0F-5411AC993C0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 dirty="0">
              <a:solidFill>
                <a:srgbClr val="002D5C"/>
              </a:solidFill>
            </a:endParaRPr>
          </a:p>
        </p:txBody>
      </p:sp>
      <p:pic>
        <p:nvPicPr>
          <p:cNvPr id="31749" name="Picture 3" descr="Image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643313"/>
            <a:ext cx="4865687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Rectangle 4"/>
          <p:cNvSpPr>
            <a:spLocks noChangeArrowheads="1"/>
          </p:cNvSpPr>
          <p:nvPr/>
        </p:nvSpPr>
        <p:spPr bwMode="auto">
          <a:xfrm>
            <a:off x="6000750" y="4357688"/>
            <a:ext cx="233680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choosing[n]; // false</a:t>
            </a:r>
            <a:r>
              <a:rPr kumimoji="0" lang="ko-KR" altLang="en-US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초기화</a:t>
            </a:r>
            <a:endParaRPr kumimoji="0" lang="en-US" altLang="ko-KR" sz="1200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number[n];   // </a:t>
            </a:r>
            <a:r>
              <a:rPr kumimoji="0" lang="ko-KR" altLang="en-US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0으로 초기화</a:t>
            </a:r>
          </a:p>
        </p:txBody>
      </p:sp>
      <p:sp>
        <p:nvSpPr>
          <p:cNvPr id="2" name="직사각형 1"/>
          <p:cNvSpPr/>
          <p:nvPr/>
        </p:nvSpPr>
        <p:spPr bwMode="auto">
          <a:xfrm>
            <a:off x="1259632" y="4293096"/>
            <a:ext cx="4536504" cy="15121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290045" y="6208414"/>
            <a:ext cx="1625771" cy="24663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64235" y="5539326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진입 </a:t>
            </a:r>
            <a:r>
              <a:rPr lang="ko-KR" altLang="en-US" sz="1200" dirty="0" err="1">
                <a:solidFill>
                  <a:srgbClr val="FF0000"/>
                </a:solidFill>
              </a:rPr>
              <a:t>상호배제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4650" y="6193230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출구 </a:t>
            </a:r>
            <a:r>
              <a:rPr lang="ko-KR" altLang="en-US" sz="1200" dirty="0" err="1">
                <a:solidFill>
                  <a:srgbClr val="FF0000"/>
                </a:solidFill>
              </a:rPr>
              <a:t>상호배제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임계구역 </a:t>
            </a:r>
            <a:r>
              <a:rPr lang="en-US" altLang="ko-KR"/>
              <a:t>HW </a:t>
            </a:r>
            <a:r>
              <a:rPr lang="ko-KR" altLang="en-US"/>
              <a:t>해결법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하드웨어 명령어를 이용한 임계영역 문제 해결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하나의 기억장치 사이클에서 수행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b="1" dirty="0" err="1">
                <a:solidFill>
                  <a:srgbClr val="000000"/>
                </a:solidFill>
                <a:latin typeface="+mn-ea"/>
              </a:rPr>
              <a:t>TestAndSet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():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원소적으로 단어의 내용을 테스트하고 수정하는 명령</a:t>
            </a:r>
            <a:endParaRPr lang="en-US" altLang="ko-KR" sz="2000" b="1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Swap(): </a:t>
            </a:r>
            <a:r>
              <a:rPr lang="ko-KR" altLang="en-US" sz="2000" dirty="0"/>
              <a:t>원소적으로 두 변수를 </a:t>
            </a:r>
            <a:r>
              <a:rPr lang="en-US" altLang="ko-KR" sz="2000" dirty="0"/>
              <a:t>swap</a:t>
            </a:r>
            <a:r>
              <a:rPr lang="ko-KR" altLang="en-US" sz="2000" dirty="0"/>
              <a:t>하는 명령</a:t>
            </a:r>
            <a:endParaRPr lang="en-US" altLang="ko-KR" sz="2000" b="1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2400" dirty="0" err="1">
                <a:solidFill>
                  <a:srgbClr val="000000"/>
                </a:solidFill>
                <a:latin typeface="+mn-ea"/>
              </a:rPr>
              <a:t>TestAndSet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/>
              <a:t>	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do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	</a:t>
            </a:r>
            <a:r>
              <a:rPr lang="en-US" altLang="ko-KR" sz="1600" b="1" dirty="0">
                <a:solidFill>
                  <a:srgbClr val="FF0000"/>
                </a:solidFill>
              </a:rPr>
              <a:t>while ( </a:t>
            </a:r>
            <a:r>
              <a:rPr lang="en-US" altLang="ko-KR" sz="1600" b="1" dirty="0" err="1">
                <a:solidFill>
                  <a:srgbClr val="FF0000"/>
                </a:solidFill>
              </a:rPr>
              <a:t>TestAndSet</a:t>
            </a:r>
            <a:r>
              <a:rPr lang="en-US" altLang="ko-KR" sz="1600" b="1" dirty="0">
                <a:solidFill>
                  <a:srgbClr val="FF0000"/>
                </a:solidFill>
              </a:rPr>
              <a:t>(lock) ) 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	</a:t>
            </a:r>
            <a:r>
              <a:rPr lang="en-US" altLang="ko-KR" sz="1600" dirty="0"/>
              <a:t>critical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	</a:t>
            </a:r>
            <a:r>
              <a:rPr lang="en-US" altLang="ko-KR" sz="1600" b="1" dirty="0">
                <a:solidFill>
                  <a:srgbClr val="FF0000"/>
                </a:solidFill>
              </a:rPr>
              <a:t>lock = false;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	</a:t>
            </a:r>
            <a:r>
              <a:rPr lang="en-US" altLang="ko-KR" sz="1600" dirty="0"/>
              <a:t>remainder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1600" b="1" dirty="0"/>
          </a:p>
        </p:txBody>
      </p:sp>
      <p:sp>
        <p:nvSpPr>
          <p:cNvPr id="3277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DE51FA-0A87-426B-83C0-4962D53F2B0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60032" y="4221088"/>
            <a:ext cx="4007828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FF"/>
                </a:solidFill>
                <a:latin typeface="+mn-lt"/>
              </a:rPr>
              <a:t>함수 입력 </a:t>
            </a:r>
            <a:r>
              <a:rPr lang="en-US" altLang="ko-KR" sz="1200" dirty="0">
                <a:solidFill>
                  <a:srgbClr val="0000FF"/>
                </a:solidFill>
                <a:latin typeface="+mn-lt"/>
              </a:rPr>
              <a:t>lock: true  </a:t>
            </a:r>
            <a:r>
              <a:rPr lang="en-US" altLang="ko-KR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함수 출력</a:t>
            </a:r>
            <a:r>
              <a:rPr lang="en-US" altLang="ko-KR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 true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함수 입력 </a:t>
            </a:r>
            <a:r>
              <a:rPr lang="en-US" altLang="ko-KR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lock: false  </a:t>
            </a:r>
            <a:r>
              <a:rPr lang="ko-KR" altLang="en-US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함수 출력 </a:t>
            </a:r>
            <a:r>
              <a:rPr lang="en-US" altLang="ko-KR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false, lock = true</a:t>
            </a:r>
            <a:endParaRPr lang="ko-KR" altLang="en-US" sz="1200" dirty="0">
              <a:solidFill>
                <a:srgbClr val="0000FF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428750"/>
            <a:ext cx="8715375" cy="5143500"/>
          </a:xfrm>
        </p:spPr>
        <p:txBody>
          <a:bodyPr/>
          <a:lstStyle/>
          <a:p>
            <a:r>
              <a:rPr lang="ko-KR" altLang="en-US" sz="2400" dirty="0"/>
              <a:t> </a:t>
            </a:r>
            <a:r>
              <a:rPr lang="en-US" altLang="ko-KR" sz="2400" dirty="0"/>
              <a:t>Swap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dirty="0"/>
              <a:t>		</a:t>
            </a:r>
            <a:r>
              <a:rPr lang="en-US" altLang="ko-KR" sz="1600" b="1" dirty="0"/>
              <a:t>do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dirty="0"/>
              <a:t>			</a:t>
            </a:r>
            <a:r>
              <a:rPr lang="en-US" altLang="ko-KR" sz="1600" b="1" dirty="0">
                <a:solidFill>
                  <a:srgbClr val="FF0000"/>
                </a:solidFill>
              </a:rPr>
              <a:t>key = true;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</a:rPr>
              <a:t>			while (key == true)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</a:rPr>
              <a:t>			      Swap(lock, key);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dirty="0"/>
              <a:t>			</a:t>
            </a:r>
            <a:r>
              <a:rPr lang="en-US" altLang="ko-KR" sz="1600" dirty="0"/>
              <a:t>critical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dirty="0"/>
              <a:t>			</a:t>
            </a:r>
            <a:r>
              <a:rPr lang="en-US" altLang="ko-KR" sz="1600" b="1" dirty="0">
                <a:solidFill>
                  <a:srgbClr val="FF0000"/>
                </a:solidFill>
              </a:rPr>
              <a:t>lock = false;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dirty="0"/>
              <a:t>			</a:t>
            </a:r>
            <a:r>
              <a:rPr lang="en-US" altLang="ko-KR" sz="1600" dirty="0"/>
              <a:t>remainder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dirty="0"/>
              <a:t>		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dirty="0"/>
          </a:p>
          <a:p>
            <a:r>
              <a:rPr lang="ko-KR" altLang="en-US" sz="2400" dirty="0"/>
              <a:t> 임계 구역에서는 인터럽트 금지</a:t>
            </a:r>
          </a:p>
          <a:p>
            <a:pPr lvl="1"/>
            <a:r>
              <a:rPr lang="ko-KR" altLang="en-US" sz="2000" dirty="0"/>
              <a:t>진입 코드에서 인터럽트를 해제하고 출구 코드에서 복귀</a:t>
            </a:r>
            <a:endParaRPr lang="en-US" altLang="ko-KR" sz="2000" dirty="0"/>
          </a:p>
          <a:p>
            <a:pPr lvl="1"/>
            <a:r>
              <a:rPr lang="ko-KR" altLang="en-US" sz="2000" dirty="0"/>
              <a:t>다른 프로세스가 오랜 기간 동안 </a:t>
            </a:r>
            <a:r>
              <a:rPr lang="ko-KR" altLang="en-US" sz="2000" dirty="0" err="1"/>
              <a:t>블록될</a:t>
            </a:r>
            <a:r>
              <a:rPr lang="ko-KR" altLang="en-US" sz="2000" dirty="0"/>
              <a:t> 수 있음</a:t>
            </a:r>
            <a:endParaRPr lang="en-US" altLang="ko-KR" sz="2000" dirty="0"/>
          </a:p>
          <a:p>
            <a:pPr lvl="1"/>
            <a:endParaRPr lang="en-US" altLang="ko-KR" sz="1600" dirty="0"/>
          </a:p>
          <a:p>
            <a:r>
              <a:rPr lang="ko-KR" altLang="en-US" sz="2400" dirty="0"/>
              <a:t> 임계 구역으로 들어갈 때 바쁜 대기</a:t>
            </a:r>
            <a:r>
              <a:rPr lang="en-US" altLang="ko-KR" sz="2400" dirty="0"/>
              <a:t>(busy waiting) </a:t>
            </a:r>
            <a:r>
              <a:rPr lang="ko-KR" altLang="en-US" sz="2400" dirty="0"/>
              <a:t>유발</a:t>
            </a:r>
            <a:endParaRPr lang="en-US" altLang="ko-KR" sz="2400" dirty="0"/>
          </a:p>
          <a:p>
            <a:pPr lvl="1"/>
            <a:r>
              <a:rPr lang="ko-KR" altLang="en-US" sz="2000" dirty="0"/>
              <a:t>프로세스를 </a:t>
            </a:r>
            <a:r>
              <a:rPr lang="ko-KR" altLang="en-US" sz="2000" dirty="0" err="1"/>
              <a:t>블록시키고</a:t>
            </a:r>
            <a:r>
              <a:rPr lang="ko-KR" altLang="en-US" sz="2000" dirty="0"/>
              <a:t> </a:t>
            </a:r>
            <a:r>
              <a:rPr lang="en-US" altLang="ko-KR" sz="2000" dirty="0"/>
              <a:t>CPU</a:t>
            </a:r>
            <a:r>
              <a:rPr lang="ko-KR" altLang="en-US" sz="2000" dirty="0"/>
              <a:t>를 다른 프로세스에게 배정</a:t>
            </a:r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3379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32628B-545B-4DA6-85E0-907539A4D5A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3968" y="2564904"/>
            <a:ext cx="4512774" cy="46166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FF"/>
                </a:solidFill>
                <a:latin typeface="+mn-lt"/>
              </a:rPr>
              <a:t>입력 </a:t>
            </a:r>
            <a:r>
              <a:rPr lang="en-US" altLang="ko-KR" sz="1200" dirty="0">
                <a:solidFill>
                  <a:srgbClr val="0000FF"/>
                </a:solidFill>
                <a:latin typeface="+mn-lt"/>
              </a:rPr>
              <a:t>lock: true, key: true  </a:t>
            </a:r>
            <a:r>
              <a:rPr lang="en-US" altLang="ko-KR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결과 </a:t>
            </a:r>
            <a:r>
              <a:rPr lang="en-US" altLang="ko-KR" sz="1200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key = true</a:t>
            </a:r>
            <a:r>
              <a:rPr lang="en-US" altLang="ko-KR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 (lock = true)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입력 </a:t>
            </a:r>
            <a:r>
              <a:rPr lang="en-US" altLang="ko-KR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lock: false, key: true  </a:t>
            </a:r>
            <a:r>
              <a:rPr lang="ko-KR" altLang="en-US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결과 </a:t>
            </a:r>
            <a:r>
              <a:rPr lang="en-US" altLang="ko-KR" sz="1200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key = false</a:t>
            </a:r>
            <a:r>
              <a:rPr lang="en-US" altLang="ko-KR" sz="1200" dirty="0">
                <a:solidFill>
                  <a:srgbClr val="0000FF"/>
                </a:solidFill>
                <a:latin typeface="+mn-lt"/>
                <a:sym typeface="Wingdings" panose="05000000000000000000" pitchFamily="2" charset="2"/>
              </a:rPr>
              <a:t> (lock = true)</a:t>
            </a:r>
            <a:endParaRPr lang="ko-KR" altLang="en-US" sz="1200" dirty="0">
              <a:solidFill>
                <a:srgbClr val="0000FF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5. </a:t>
            </a:r>
            <a:r>
              <a:rPr lang="ko-KR" altLang="en-US"/>
              <a:t>세마포</a:t>
            </a:r>
            <a:r>
              <a:rPr lang="en-US" altLang="ko-KR"/>
              <a:t>(Semaphore)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653462" cy="5062537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기존 상호배제 해결법들은 복잡한 문제에 일반화가 어려움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en-US" altLang="ko-KR" sz="2000" dirty="0" err="1">
                <a:latin typeface="+mn-ea"/>
              </a:rPr>
              <a:t>Dijkstra</a:t>
            </a:r>
            <a:r>
              <a:rPr lang="ko-KR" altLang="en-US" sz="2000" dirty="0">
                <a:latin typeface="+mn-ea"/>
              </a:rPr>
              <a:t>가 제시한 세마포어가 일반화된 도구로 사용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바쁜 대기를 요구하지 않는 동기화 도구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임계구역 진입의 불공정성 해결</a:t>
            </a:r>
            <a:endParaRPr lang="en-US" altLang="ko-KR" sz="2400" dirty="0">
              <a:latin typeface="+mn-ea"/>
            </a:endParaRPr>
          </a:p>
          <a:p>
            <a:pPr>
              <a:defRPr/>
            </a:pPr>
            <a:endParaRPr lang="ko-KR" altLang="en-US" sz="2400" dirty="0">
              <a:latin typeface="+mn-ea"/>
            </a:endParaRPr>
          </a:p>
          <a:p>
            <a:pPr>
              <a:defRPr/>
            </a:pPr>
            <a:r>
              <a:rPr lang="ko-KR" altLang="en-US" sz="2400" dirty="0" err="1">
                <a:latin typeface="+mn-ea"/>
              </a:rPr>
              <a:t>세마포어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S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정수 변수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초기화한 후 두 개의 원소 연산으로만 접근 가능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ko-KR" altLang="en-US" sz="2400" dirty="0">
                <a:latin typeface="+mn-ea"/>
              </a:rPr>
              <a:t>	</a:t>
            </a:r>
            <a:r>
              <a:rPr lang="ko-KR" altLang="en-US" sz="2400" b="1" dirty="0">
                <a:latin typeface="+mn-ea"/>
              </a:rPr>
              <a:t>	</a:t>
            </a:r>
            <a:r>
              <a:rPr lang="en-US" altLang="ko-KR" sz="2000" b="1" dirty="0">
                <a:latin typeface="+mn-ea"/>
              </a:rPr>
              <a:t>wait(S) or P(</a:t>
            </a:r>
            <a:r>
              <a:rPr lang="en-US" altLang="ko-KR" sz="2000" b="1" i="1" dirty="0">
                <a:latin typeface="+mn-ea"/>
              </a:rPr>
              <a:t>S</a:t>
            </a:r>
            <a:r>
              <a:rPr lang="en-US" altLang="ko-KR" sz="2000" b="1" dirty="0">
                <a:latin typeface="+mn-ea"/>
              </a:rPr>
              <a:t>): 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latin typeface="+mn-ea"/>
              </a:rPr>
              <a:t>			</a:t>
            </a:r>
            <a:r>
              <a:rPr lang="en-US" altLang="ko-KR" sz="2000" b="1" dirty="0">
                <a:latin typeface="+mn-ea"/>
              </a:rPr>
              <a:t>if </a:t>
            </a:r>
            <a:r>
              <a:rPr lang="en-US" altLang="ko-KR" sz="2000" b="1" i="1" dirty="0">
                <a:latin typeface="+mn-ea"/>
              </a:rPr>
              <a:t>S </a:t>
            </a:r>
            <a:r>
              <a:rPr lang="en-US" altLang="ko-KR" sz="2000" b="1" dirty="0">
                <a:latin typeface="+mn-ea"/>
                <a:sym typeface="Symbol" pitchFamily="18" charset="2"/>
              </a:rPr>
              <a:t>&lt;= 0, then wait;</a:t>
            </a:r>
          </a:p>
          <a:p>
            <a:pPr>
              <a:buNone/>
              <a:defRPr/>
            </a:pPr>
            <a:r>
              <a:rPr lang="en-US" altLang="ko-KR" sz="2000" b="1" i="1" dirty="0">
                <a:latin typeface="+mn-ea"/>
              </a:rPr>
              <a:t>			S</a:t>
            </a:r>
            <a:r>
              <a:rPr lang="en-US" altLang="ko-KR" sz="2000" b="1" dirty="0">
                <a:latin typeface="+mn-ea"/>
              </a:rPr>
              <a:t>--;</a:t>
            </a:r>
            <a:endParaRPr lang="en-US" altLang="ko-KR" sz="2000" b="1" dirty="0">
              <a:latin typeface="+mn-ea"/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latin typeface="+mn-ea"/>
                <a:sym typeface="Symbol" pitchFamily="18" charset="2"/>
              </a:rPr>
              <a:t>		</a:t>
            </a:r>
            <a:r>
              <a:rPr lang="en-US" altLang="ko-KR" sz="2000" b="1" dirty="0">
                <a:latin typeface="+mn-ea"/>
                <a:sym typeface="Symbol" pitchFamily="18" charset="2"/>
              </a:rPr>
              <a:t>signal(S) or V(</a:t>
            </a:r>
            <a:r>
              <a:rPr lang="en-US" altLang="ko-KR" sz="2000" b="1" i="1" dirty="0">
                <a:latin typeface="+mn-ea"/>
                <a:sym typeface="Symbol" pitchFamily="18" charset="2"/>
              </a:rPr>
              <a:t>S</a:t>
            </a:r>
            <a:r>
              <a:rPr lang="en-US" altLang="ko-KR" sz="2000" b="1" dirty="0">
                <a:latin typeface="+mn-ea"/>
                <a:sym typeface="Symbol" pitchFamily="18" charset="2"/>
              </a:rPr>
              <a:t>):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latin typeface="+mn-ea"/>
                <a:sym typeface="Symbol" pitchFamily="18" charset="2"/>
              </a:rPr>
              <a:t>			</a:t>
            </a:r>
            <a:r>
              <a:rPr lang="en-US" altLang="ko-KR" sz="2000" b="1" i="1" dirty="0">
                <a:latin typeface="+mn-ea"/>
                <a:sym typeface="Symbol" pitchFamily="18" charset="2"/>
              </a:rPr>
              <a:t>S++;</a:t>
            </a:r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395A52-C3D1-4AE0-8CE4-787EEB392D8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0D4A619-0044-5569-4941-FFF32FEE5BCB}"/>
                  </a:ext>
                </a:extLst>
              </p14:cNvPr>
              <p14:cNvContentPartPr/>
              <p14:nvPr/>
            </p14:nvContentPartPr>
            <p14:xfrm>
              <a:off x="7519890" y="272955"/>
              <a:ext cx="318600" cy="3387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0D4A619-0044-5569-4941-FFF32FEE5B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10890" y="264315"/>
                <a:ext cx="336240" cy="35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/>
              <a:t>N </a:t>
            </a:r>
            <a:r>
              <a:rPr lang="ko-KR" altLang="en-US" sz="4000"/>
              <a:t>개의 프로세스들의 임계 구역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dirty="0"/>
              <a:t> 공유 데이터</a:t>
            </a:r>
            <a:endParaRPr lang="en-US" altLang="ko-KR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b="1" dirty="0"/>
              <a:t>	   semaphore </a:t>
            </a:r>
            <a:r>
              <a:rPr lang="en-US" altLang="ko-KR" sz="2000" b="1" dirty="0" err="1"/>
              <a:t>mutex</a:t>
            </a:r>
            <a:r>
              <a:rPr lang="en-US" altLang="ko-KR" sz="2000" b="1" dirty="0"/>
              <a:t>; 	//</a:t>
            </a:r>
            <a:r>
              <a:rPr lang="en-US" altLang="ko-KR" sz="2000" dirty="0"/>
              <a:t>initially </a:t>
            </a:r>
            <a:r>
              <a:rPr lang="en-US" altLang="ko-KR" sz="2000" i="1" dirty="0" err="1"/>
              <a:t>mutex</a:t>
            </a:r>
            <a:r>
              <a:rPr lang="en-US" altLang="ko-KR" sz="2000" dirty="0"/>
              <a:t> = 1</a:t>
            </a:r>
            <a:br>
              <a:rPr lang="en-US" altLang="ko-KR" sz="2400" dirty="0"/>
            </a:br>
            <a:endParaRPr lang="en-US" altLang="ko-KR" sz="2400" dirty="0"/>
          </a:p>
          <a:p>
            <a:pPr>
              <a:lnSpc>
                <a:spcPct val="90000"/>
              </a:lnSpc>
              <a:defRPr/>
            </a:pPr>
            <a:r>
              <a:rPr lang="ko-KR" altLang="en-US" dirty="0"/>
              <a:t> 프로세스 </a:t>
            </a:r>
            <a:r>
              <a:rPr lang="en-US" altLang="ko-KR" i="1" dirty="0"/>
              <a:t>Pi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br>
              <a:rPr lang="en-US" altLang="ko-KR" sz="1050" dirty="0"/>
            </a:br>
            <a:r>
              <a:rPr lang="en-US" altLang="ko-KR" sz="2000" b="1" dirty="0"/>
              <a:t>do {</a:t>
            </a:r>
            <a:br>
              <a:rPr lang="en-US" altLang="ko-KR" sz="2000" b="1" dirty="0"/>
            </a:br>
            <a:r>
              <a:rPr lang="en-US" altLang="ko-KR" sz="2000" b="1" dirty="0"/>
              <a:t>    </a:t>
            </a:r>
            <a:r>
              <a:rPr lang="en-US" altLang="ko-KR" sz="2000" b="1" dirty="0">
                <a:solidFill>
                  <a:srgbClr val="FF0000"/>
                </a:solidFill>
              </a:rPr>
              <a:t>wait(</a:t>
            </a:r>
            <a:r>
              <a:rPr lang="en-US" altLang="ko-KR" sz="2000" b="1" dirty="0" err="1">
                <a:solidFill>
                  <a:srgbClr val="FF0000"/>
                </a:solidFill>
              </a:rPr>
              <a:t>mutex</a:t>
            </a:r>
            <a:r>
              <a:rPr lang="en-US" altLang="ko-KR" sz="2000" b="1" dirty="0">
                <a:solidFill>
                  <a:srgbClr val="FF0000"/>
                </a:solidFill>
              </a:rPr>
              <a:t>);   </a:t>
            </a:r>
            <a:r>
              <a:rPr lang="en-US" altLang="ko-KR" sz="2000" b="1" dirty="0"/>
              <a:t>		// P(</a:t>
            </a:r>
            <a:r>
              <a:rPr lang="en-US" altLang="ko-KR" sz="2000" b="1" dirty="0" err="1"/>
              <a:t>mutex</a:t>
            </a:r>
            <a:r>
              <a:rPr lang="en-US" altLang="ko-KR" sz="2000" b="1" dirty="0"/>
              <a:t>)</a:t>
            </a:r>
            <a:br>
              <a:rPr lang="en-US" altLang="ko-KR" sz="2000" b="1" dirty="0"/>
            </a:br>
            <a:r>
              <a:rPr lang="en-US" altLang="ko-KR" sz="2000" b="1" dirty="0"/>
              <a:t>    </a:t>
            </a:r>
            <a:r>
              <a:rPr lang="en-US" altLang="ko-KR" sz="2000" dirty="0"/>
              <a:t>critical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b="1" dirty="0"/>
              <a:t> 	    </a:t>
            </a:r>
            <a:r>
              <a:rPr lang="en-US" altLang="ko-KR" sz="2000" b="1" dirty="0">
                <a:solidFill>
                  <a:srgbClr val="FF0000"/>
                </a:solidFill>
              </a:rPr>
              <a:t>signal(</a:t>
            </a:r>
            <a:r>
              <a:rPr lang="en-US" altLang="ko-KR" sz="2000" b="1" dirty="0" err="1">
                <a:solidFill>
                  <a:srgbClr val="FF0000"/>
                </a:solidFill>
              </a:rPr>
              <a:t>mutex</a:t>
            </a:r>
            <a:r>
              <a:rPr lang="en-US" altLang="ko-KR" sz="2000" b="1" dirty="0">
                <a:solidFill>
                  <a:srgbClr val="FF0000"/>
                </a:solidFill>
              </a:rPr>
              <a:t>);</a:t>
            </a:r>
            <a:r>
              <a:rPr lang="en-US" altLang="ko-KR" sz="2000" b="1" dirty="0"/>
              <a:t>		// V(</a:t>
            </a:r>
            <a:r>
              <a:rPr lang="en-US" altLang="ko-KR" sz="2000" b="1" dirty="0" err="1"/>
              <a:t>mutex</a:t>
            </a:r>
            <a:r>
              <a:rPr lang="en-US" altLang="ko-KR" sz="2000" b="1" dirty="0"/>
              <a:t>)</a:t>
            </a:r>
            <a:br>
              <a:rPr lang="en-US" altLang="ko-KR" sz="2000" b="1" dirty="0"/>
            </a:br>
            <a:r>
              <a:rPr lang="en-US" altLang="ko-KR" sz="2000" b="1" dirty="0"/>
              <a:t>    </a:t>
            </a:r>
            <a:r>
              <a:rPr lang="en-US" altLang="ko-KR" sz="2000" dirty="0"/>
              <a:t>remainder section</a:t>
            </a:r>
            <a:br>
              <a:rPr lang="en-US" altLang="ko-KR" sz="2000" dirty="0"/>
            </a:br>
            <a:r>
              <a:rPr lang="en-US" altLang="ko-KR" sz="2000" b="1" dirty="0"/>
              <a:t>} while (1);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b="1" i="1" baseline="-25000" dirty="0"/>
              <a:t>	</a:t>
            </a:r>
            <a:r>
              <a:rPr lang="en-US" altLang="ko-KR" i="1" baseline="-25000" dirty="0"/>
              <a:t>       </a:t>
            </a:r>
            <a:r>
              <a:rPr lang="en-US" altLang="ko-KR" baseline="-25000" dirty="0"/>
              <a:t>   </a:t>
            </a:r>
            <a:br>
              <a:rPr lang="en-US" altLang="ko-KR" i="1" baseline="-25000" dirty="0"/>
            </a:br>
            <a:endParaRPr lang="en-US" altLang="ko-KR" i="1" baseline="-25000" dirty="0"/>
          </a:p>
        </p:txBody>
      </p:sp>
      <p:sp>
        <p:nvSpPr>
          <p:cNvPr id="3686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36F2E5-667B-4724-9CED-F6B08C9AD57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세마포 구현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56792"/>
            <a:ext cx="8715375" cy="52149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세마포를</a:t>
            </a:r>
            <a:r>
              <a:rPr lang="ko-KR" altLang="en-US" sz="2400" dirty="0">
                <a:latin typeface="+mn-ea"/>
              </a:rPr>
              <a:t> 레코드로 정의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ko-KR" altLang="en-US" sz="1800" dirty="0">
                <a:latin typeface="+mn-ea"/>
              </a:rPr>
              <a:t>		</a:t>
            </a:r>
            <a:r>
              <a:rPr lang="en-US" altLang="ko-KR" sz="1800" dirty="0" err="1">
                <a:latin typeface="+mn-ea"/>
              </a:rPr>
              <a:t>typedef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struct</a:t>
            </a:r>
            <a:r>
              <a:rPr lang="en-US" altLang="ko-KR" sz="1800" dirty="0">
                <a:latin typeface="+mn-ea"/>
              </a:rPr>
              <a:t>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800" dirty="0">
                <a:latin typeface="+mn-ea"/>
              </a:rPr>
              <a:t>		  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value;</a:t>
            </a:r>
            <a:br>
              <a:rPr lang="en-US" altLang="ko-KR" sz="1800" dirty="0">
                <a:latin typeface="+mn-ea"/>
              </a:rPr>
            </a:br>
            <a:r>
              <a:rPr lang="en-US" altLang="ko-KR" sz="1800" dirty="0">
                <a:latin typeface="+mn-ea"/>
              </a:rPr>
              <a:t>	   </a:t>
            </a:r>
            <a:r>
              <a:rPr lang="en-US" altLang="ko-KR" sz="1800" dirty="0" err="1">
                <a:latin typeface="+mn-ea"/>
              </a:rPr>
              <a:t>struct</a:t>
            </a:r>
            <a:r>
              <a:rPr lang="en-US" altLang="ko-KR" sz="1800" dirty="0">
                <a:latin typeface="+mn-ea"/>
              </a:rPr>
              <a:t> process *L;</a:t>
            </a:r>
            <a:br>
              <a:rPr lang="en-US" altLang="ko-KR" sz="1800" dirty="0">
                <a:latin typeface="+mn-ea"/>
              </a:rPr>
            </a:br>
            <a:r>
              <a:rPr lang="en-US" altLang="ko-KR" sz="1800" dirty="0">
                <a:latin typeface="+mn-ea"/>
              </a:rPr>
              <a:t>	} semaphore;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10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세마포</a:t>
            </a:r>
            <a:r>
              <a:rPr lang="ko-KR" altLang="en-US" sz="2400" dirty="0">
                <a:latin typeface="+mn-ea"/>
              </a:rPr>
              <a:t> 연산들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ko-KR" altLang="en-US" sz="1600" dirty="0">
                <a:latin typeface="+mn-ea"/>
              </a:rPr>
              <a:t>		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</a:rPr>
              <a:t>wait(S):</a:t>
            </a:r>
            <a:r>
              <a:rPr lang="en-US" altLang="ko-KR" sz="1800" dirty="0">
                <a:latin typeface="+mn-ea"/>
              </a:rPr>
              <a:t>	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		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if (</a:t>
            </a:r>
            <a:r>
              <a:rPr lang="en-US" altLang="ko-KR" sz="1600" b="1" dirty="0" err="1">
                <a:latin typeface="+mn-ea"/>
                <a:sym typeface="Symbol" pitchFamily="18" charset="2"/>
              </a:rPr>
              <a:t>S.value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&lt;= 0) {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	</a:t>
            </a:r>
            <a:r>
              <a:rPr lang="en-US" altLang="ko-KR" sz="1600" dirty="0">
                <a:latin typeface="+mn-ea"/>
                <a:sym typeface="Symbol" pitchFamily="18" charset="2"/>
              </a:rPr>
              <a:t>add this process to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S.L;</a:t>
            </a:r>
            <a:br>
              <a:rPr lang="en-US" altLang="ko-KR" sz="1600" b="1" dirty="0">
                <a:latin typeface="+mn-ea"/>
                <a:sym typeface="Symbol" pitchFamily="18" charset="2"/>
              </a:rPr>
            </a:br>
            <a:r>
              <a:rPr lang="en-US" altLang="ko-KR" sz="1600" b="1" dirty="0">
                <a:latin typeface="+mn-ea"/>
                <a:sym typeface="Symbol" pitchFamily="18" charset="2"/>
              </a:rPr>
              <a:t>			block;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}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en-US" altLang="ko-KR" sz="1600" b="1" dirty="0">
                <a:latin typeface="+mn-ea"/>
              </a:rPr>
              <a:t>			</a:t>
            </a:r>
            <a:r>
              <a:rPr lang="en-US" altLang="ko-KR" sz="1600" b="1" dirty="0" err="1">
                <a:latin typeface="+mn-ea"/>
              </a:rPr>
              <a:t>S.value</a:t>
            </a:r>
            <a:r>
              <a:rPr lang="en-US" altLang="ko-KR" sz="1600" b="1" dirty="0">
                <a:latin typeface="+mn-ea"/>
              </a:rPr>
              <a:t>--;</a:t>
            </a:r>
            <a:endParaRPr lang="en-US" altLang="ko-KR" sz="1600" dirty="0">
              <a:latin typeface="+mn-ea"/>
              <a:sym typeface="Symbol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latin typeface="+mn-ea"/>
                <a:sym typeface="Symbol" pitchFamily="18" charset="2"/>
              </a:rPr>
              <a:t>		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sym typeface="Symbol" pitchFamily="18" charset="2"/>
              </a:rPr>
              <a:t>signal(S): </a:t>
            </a:r>
            <a:br>
              <a:rPr lang="en-US" altLang="ko-KR" sz="1600" dirty="0">
                <a:latin typeface="+mn-ea"/>
                <a:sym typeface="Symbol" pitchFamily="18" charset="2"/>
              </a:rPr>
            </a:br>
            <a:r>
              <a:rPr lang="en-US" altLang="ko-KR" sz="1600" dirty="0">
                <a:latin typeface="+mn-ea"/>
                <a:sym typeface="Symbol" pitchFamily="18" charset="2"/>
              </a:rPr>
              <a:t>		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if (</a:t>
            </a:r>
            <a:r>
              <a:rPr lang="en-US" altLang="ko-KR" sz="1600" b="1" dirty="0" err="1">
                <a:latin typeface="+mn-ea"/>
                <a:sym typeface="Symbol" pitchFamily="18" charset="2"/>
              </a:rPr>
              <a:t>S.value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&lt; 0)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	</a:t>
            </a:r>
            <a:r>
              <a:rPr lang="en-US" altLang="ko-KR" sz="1600" dirty="0">
                <a:latin typeface="+mn-ea"/>
                <a:sym typeface="Symbol" pitchFamily="18" charset="2"/>
              </a:rPr>
              <a:t>remove a process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P </a:t>
            </a:r>
            <a:r>
              <a:rPr lang="en-US" altLang="ko-KR" sz="1600" dirty="0">
                <a:latin typeface="+mn-ea"/>
                <a:sym typeface="Symbol" pitchFamily="18" charset="2"/>
              </a:rPr>
              <a:t>from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S.L;</a:t>
            </a:r>
            <a:br>
              <a:rPr lang="en-US" altLang="ko-KR" sz="1600" b="1" dirty="0">
                <a:latin typeface="+mn-ea"/>
                <a:sym typeface="Symbol" pitchFamily="18" charset="2"/>
              </a:rPr>
            </a:br>
            <a:r>
              <a:rPr lang="en-US" altLang="ko-KR" sz="1600" b="1" dirty="0">
                <a:latin typeface="+mn-ea"/>
                <a:sym typeface="Symbol" pitchFamily="18" charset="2"/>
              </a:rPr>
              <a:t>			wakeup(P);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}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</a:t>
            </a:r>
            <a:r>
              <a:rPr lang="en-US" altLang="ko-KR" sz="1600" b="1" dirty="0" err="1">
                <a:latin typeface="+mn-ea"/>
                <a:sym typeface="Symbol" pitchFamily="18" charset="2"/>
              </a:rPr>
              <a:t>S.value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++;</a:t>
            </a:r>
          </a:p>
        </p:txBody>
      </p:sp>
      <p:sp>
        <p:nvSpPr>
          <p:cNvPr id="3789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1412A9-3520-448A-90F3-3FF6A9091A5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4CA7DB6-5BD1-0B62-0EF6-71D41643352F}"/>
              </a:ext>
            </a:extLst>
          </p:cNvPr>
          <p:cNvGrpSpPr/>
          <p:nvPr/>
        </p:nvGrpSpPr>
        <p:grpSpPr>
          <a:xfrm>
            <a:off x="96300" y="4633740"/>
            <a:ext cx="1389240" cy="787320"/>
            <a:chOff x="96300" y="4633740"/>
            <a:chExt cx="1389240" cy="78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CDAFA46-9EA9-6D35-73E9-4BB5103966DA}"/>
                    </a:ext>
                  </a:extLst>
                </p14:cNvPr>
                <p14:cNvContentPartPr/>
                <p14:nvPr/>
              </p14:nvContentPartPr>
              <p14:xfrm>
                <a:off x="973260" y="4633740"/>
                <a:ext cx="512280" cy="7873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CDAFA46-9EA9-6D35-73E9-4BB5103966D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4620" y="4625100"/>
                  <a:ext cx="52992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4AD7A86-DD94-C646-2423-BC01CFCB8D33}"/>
                    </a:ext>
                  </a:extLst>
                </p14:cNvPr>
                <p14:cNvContentPartPr/>
                <p14:nvPr/>
              </p14:nvContentPartPr>
              <p14:xfrm>
                <a:off x="96300" y="5007420"/>
                <a:ext cx="127800" cy="1742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4AD7A86-DD94-C646-2423-BC01CFCB8D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660" y="4998420"/>
                  <a:ext cx="145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3FB4E9B-9CA1-585B-E25A-01064418E296}"/>
                    </a:ext>
                  </a:extLst>
                </p14:cNvPr>
                <p14:cNvContentPartPr/>
                <p14:nvPr/>
              </p14:nvContentPartPr>
              <p14:xfrm>
                <a:off x="212580" y="5003100"/>
                <a:ext cx="79920" cy="159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3FB4E9B-9CA1-585B-E25A-01064418E2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3940" y="4994100"/>
                  <a:ext cx="97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46BCD19-6D5A-8B05-45A2-FEA29D16ACA3}"/>
                    </a:ext>
                  </a:extLst>
                </p14:cNvPr>
                <p14:cNvContentPartPr/>
                <p14:nvPr/>
              </p14:nvContentPartPr>
              <p14:xfrm>
                <a:off x="341100" y="5005620"/>
                <a:ext cx="115560" cy="1886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46BCD19-6D5A-8B05-45A2-FEA29D16AC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2100" y="4996980"/>
                  <a:ext cx="133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B2F4381-44D6-5E06-C566-250044130E4F}"/>
                    </a:ext>
                  </a:extLst>
                </p14:cNvPr>
                <p14:cNvContentPartPr/>
                <p14:nvPr/>
              </p14:nvContentPartPr>
              <p14:xfrm>
                <a:off x="470700" y="5005980"/>
                <a:ext cx="95400" cy="1875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B2F4381-44D6-5E06-C566-250044130E4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2060" y="4997340"/>
                  <a:ext cx="113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CC1268A-A580-7C07-AF70-A4200919189B}"/>
                    </a:ext>
                  </a:extLst>
                </p14:cNvPr>
                <p14:cNvContentPartPr/>
                <p14:nvPr/>
              </p14:nvContentPartPr>
              <p14:xfrm>
                <a:off x="577980" y="5027220"/>
                <a:ext cx="114120" cy="226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CC1268A-A580-7C07-AF70-A420091918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340" y="5018580"/>
                  <a:ext cx="131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4149971-EFB1-BBA2-B488-E0BF40369D4E}"/>
                    </a:ext>
                  </a:extLst>
                </p14:cNvPr>
                <p14:cNvContentPartPr/>
                <p14:nvPr/>
              </p14:nvContentPartPr>
              <p14:xfrm>
                <a:off x="634500" y="4938660"/>
                <a:ext cx="113760" cy="2210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4149971-EFB1-BBA2-B488-E0BF40369D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5860" y="4929660"/>
                  <a:ext cx="131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AE39D70-FDAF-2172-F6F9-8CDBCEA3DA39}"/>
                    </a:ext>
                  </a:extLst>
                </p14:cNvPr>
                <p14:cNvContentPartPr/>
                <p14:nvPr/>
              </p14:nvContentPartPr>
              <p14:xfrm>
                <a:off x="781740" y="5046300"/>
                <a:ext cx="110880" cy="111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AE39D70-FDAF-2172-F6F9-8CDBCEA3DA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2740" y="5037300"/>
                  <a:ext cx="128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9BF2934-8151-B0D3-0CC4-FFF1AEBB6058}"/>
                    </a:ext>
                  </a:extLst>
                </p14:cNvPr>
                <p14:cNvContentPartPr/>
                <p14:nvPr/>
              </p14:nvContentPartPr>
              <p14:xfrm>
                <a:off x="828900" y="4981500"/>
                <a:ext cx="32400" cy="1904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9BF2934-8151-B0D3-0CC4-FFF1AEBB60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9900" y="4972500"/>
                  <a:ext cx="50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8C75B52-ECF0-2439-3C51-4C7EF815CF99}"/>
                    </a:ext>
                  </a:extLst>
                </p14:cNvPr>
                <p14:cNvContentPartPr/>
                <p14:nvPr/>
              </p14:nvContentPartPr>
              <p14:xfrm>
                <a:off x="933300" y="5026140"/>
                <a:ext cx="87840" cy="194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8C75B52-ECF0-2439-3C51-4C7EF815CF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4300" y="5017500"/>
                  <a:ext cx="105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7F969EF-60BD-AC2A-7DCE-CB41D5526580}"/>
                    </a:ext>
                  </a:extLst>
                </p14:cNvPr>
                <p14:cNvContentPartPr/>
                <p14:nvPr/>
              </p14:nvContentPartPr>
              <p14:xfrm>
                <a:off x="959940" y="4955580"/>
                <a:ext cx="40320" cy="2221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7F969EF-60BD-AC2A-7DCE-CB41D55265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1300" y="4946580"/>
                  <a:ext cx="579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5E3BA977-6E10-C094-4C2E-A937A40EAD52}"/>
                    </a:ext>
                  </a:extLst>
                </p14:cNvPr>
                <p14:cNvContentPartPr/>
                <p14:nvPr/>
              </p14:nvContentPartPr>
              <p14:xfrm>
                <a:off x="1099980" y="4981860"/>
                <a:ext cx="30600" cy="262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5E3BA977-6E10-C094-4C2E-A937A40EAD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91340" y="4973220"/>
                  <a:ext cx="48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1BCC49D-CDA1-2670-818F-3454EC6D431E}"/>
                    </a:ext>
                  </a:extLst>
                </p14:cNvPr>
                <p14:cNvContentPartPr/>
                <p14:nvPr/>
              </p14:nvContentPartPr>
              <p14:xfrm>
                <a:off x="1106820" y="5068620"/>
                <a:ext cx="36360" cy="1274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1BCC49D-CDA1-2670-818F-3454EC6D43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8180" y="5059620"/>
                  <a:ext cx="540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50" name="그룹 31749">
            <a:extLst>
              <a:ext uri="{FF2B5EF4-FFF2-40B4-BE49-F238E27FC236}">
                <a16:creationId xmlns:a16="http://schemas.microsoft.com/office/drawing/2014/main" id="{C1499776-919C-8DB4-AB86-457FC2D3B04C}"/>
              </a:ext>
            </a:extLst>
          </p:cNvPr>
          <p:cNvGrpSpPr/>
          <p:nvPr/>
        </p:nvGrpSpPr>
        <p:grpSpPr>
          <a:xfrm>
            <a:off x="86674" y="5628611"/>
            <a:ext cx="320040" cy="163080"/>
            <a:chOff x="86674" y="5628611"/>
            <a:chExt cx="32004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7C8AE7CC-985E-1139-AC47-D92D207C368E}"/>
                    </a:ext>
                  </a:extLst>
                </p14:cNvPr>
                <p14:cNvContentPartPr/>
                <p14:nvPr/>
              </p14:nvContentPartPr>
              <p14:xfrm>
                <a:off x="86674" y="5628611"/>
                <a:ext cx="47520" cy="1058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7C8AE7CC-985E-1139-AC47-D92D207C36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034" y="5619611"/>
                  <a:ext cx="65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7FA669B-F5AD-DDD2-E066-60C9D609BBB0}"/>
                    </a:ext>
                  </a:extLst>
                </p14:cNvPr>
                <p14:cNvContentPartPr/>
                <p14:nvPr/>
              </p14:nvContentPartPr>
              <p14:xfrm>
                <a:off x="201154" y="5645531"/>
                <a:ext cx="47160" cy="594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7FA669B-F5AD-DDD2-E066-60C9D609BB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514" y="5636891"/>
                  <a:ext cx="64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888" name="잉크 37887">
                  <a:extLst>
                    <a:ext uri="{FF2B5EF4-FFF2-40B4-BE49-F238E27FC236}">
                      <a16:creationId xmlns:a16="http://schemas.microsoft.com/office/drawing/2014/main" id="{1AB90DAF-AF77-4D35-1B0F-BF7BB7B17232}"/>
                    </a:ext>
                  </a:extLst>
                </p14:cNvPr>
                <p14:cNvContentPartPr/>
                <p14:nvPr/>
              </p14:nvContentPartPr>
              <p14:xfrm>
                <a:off x="273154" y="5633291"/>
                <a:ext cx="9000" cy="66960"/>
              </p14:xfrm>
            </p:contentPart>
          </mc:Choice>
          <mc:Fallback>
            <p:pic>
              <p:nvPicPr>
                <p:cNvPr id="37888" name="잉크 37887">
                  <a:extLst>
                    <a:ext uri="{FF2B5EF4-FFF2-40B4-BE49-F238E27FC236}">
                      <a16:creationId xmlns:a16="http://schemas.microsoft.com/office/drawing/2014/main" id="{1AB90DAF-AF77-4D35-1B0F-BF7BB7B172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4514" y="5624291"/>
                  <a:ext cx="266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889" name="잉크 37888">
                  <a:extLst>
                    <a:ext uri="{FF2B5EF4-FFF2-40B4-BE49-F238E27FC236}">
                      <a16:creationId xmlns:a16="http://schemas.microsoft.com/office/drawing/2014/main" id="{7B988EDA-8873-B0E2-2067-12C437CD5ED0}"/>
                    </a:ext>
                  </a:extLst>
                </p14:cNvPr>
                <p14:cNvContentPartPr/>
                <p14:nvPr/>
              </p14:nvContentPartPr>
              <p14:xfrm>
                <a:off x="224914" y="5657411"/>
                <a:ext cx="89280" cy="114840"/>
              </p14:xfrm>
            </p:contentPart>
          </mc:Choice>
          <mc:Fallback>
            <p:pic>
              <p:nvPicPr>
                <p:cNvPr id="37889" name="잉크 37888">
                  <a:extLst>
                    <a:ext uri="{FF2B5EF4-FFF2-40B4-BE49-F238E27FC236}">
                      <a16:creationId xmlns:a16="http://schemas.microsoft.com/office/drawing/2014/main" id="{7B988EDA-8873-B0E2-2067-12C437CD5ED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5914" y="5648411"/>
                  <a:ext cx="106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891" name="잉크 37890">
                  <a:extLst>
                    <a:ext uri="{FF2B5EF4-FFF2-40B4-BE49-F238E27FC236}">
                      <a16:creationId xmlns:a16="http://schemas.microsoft.com/office/drawing/2014/main" id="{D664DEA8-461B-99F7-FEA3-AA4A261C7418}"/>
                    </a:ext>
                  </a:extLst>
                </p14:cNvPr>
                <p14:cNvContentPartPr/>
                <p14:nvPr/>
              </p14:nvContentPartPr>
              <p14:xfrm>
                <a:off x="237514" y="5719691"/>
                <a:ext cx="33480" cy="72000"/>
              </p14:xfrm>
            </p:contentPart>
          </mc:Choice>
          <mc:Fallback>
            <p:pic>
              <p:nvPicPr>
                <p:cNvPr id="37891" name="잉크 37890">
                  <a:extLst>
                    <a:ext uri="{FF2B5EF4-FFF2-40B4-BE49-F238E27FC236}">
                      <a16:creationId xmlns:a16="http://schemas.microsoft.com/office/drawing/2014/main" id="{D664DEA8-461B-99F7-FEA3-AA4A261C74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8874" y="5710691"/>
                  <a:ext cx="51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893" name="잉크 37892">
                  <a:extLst>
                    <a:ext uri="{FF2B5EF4-FFF2-40B4-BE49-F238E27FC236}">
                      <a16:creationId xmlns:a16="http://schemas.microsoft.com/office/drawing/2014/main" id="{E16C5A5C-34D2-5D10-27D2-819A7083223B}"/>
                    </a:ext>
                  </a:extLst>
                </p14:cNvPr>
                <p14:cNvContentPartPr/>
                <p14:nvPr/>
              </p14:nvContentPartPr>
              <p14:xfrm>
                <a:off x="283594" y="5731571"/>
                <a:ext cx="37440" cy="50760"/>
              </p14:xfrm>
            </p:contentPart>
          </mc:Choice>
          <mc:Fallback>
            <p:pic>
              <p:nvPicPr>
                <p:cNvPr id="37893" name="잉크 37892">
                  <a:extLst>
                    <a:ext uri="{FF2B5EF4-FFF2-40B4-BE49-F238E27FC236}">
                      <a16:creationId xmlns:a16="http://schemas.microsoft.com/office/drawing/2014/main" id="{E16C5A5C-34D2-5D10-27D2-819A7083223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4594" y="5722571"/>
                  <a:ext cx="55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894" name="잉크 37893">
                  <a:extLst>
                    <a:ext uri="{FF2B5EF4-FFF2-40B4-BE49-F238E27FC236}">
                      <a16:creationId xmlns:a16="http://schemas.microsoft.com/office/drawing/2014/main" id="{6257FBEE-2999-D3EC-1455-EBB55A4B82D9}"/>
                    </a:ext>
                  </a:extLst>
                </p14:cNvPr>
                <p14:cNvContentPartPr/>
                <p14:nvPr/>
              </p14:nvContentPartPr>
              <p14:xfrm>
                <a:off x="316354" y="5677931"/>
                <a:ext cx="48960" cy="65880"/>
              </p14:xfrm>
            </p:contentPart>
          </mc:Choice>
          <mc:Fallback>
            <p:pic>
              <p:nvPicPr>
                <p:cNvPr id="37894" name="잉크 37893">
                  <a:extLst>
                    <a:ext uri="{FF2B5EF4-FFF2-40B4-BE49-F238E27FC236}">
                      <a16:creationId xmlns:a16="http://schemas.microsoft.com/office/drawing/2014/main" id="{6257FBEE-2999-D3EC-1455-EBB55A4B82D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7354" y="5669291"/>
                  <a:ext cx="66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895" name="잉크 37894">
                  <a:extLst>
                    <a:ext uri="{FF2B5EF4-FFF2-40B4-BE49-F238E27FC236}">
                      <a16:creationId xmlns:a16="http://schemas.microsoft.com/office/drawing/2014/main" id="{51BB421A-AE39-0020-A4AC-E4EE18B56DD5}"/>
                    </a:ext>
                  </a:extLst>
                </p14:cNvPr>
                <p14:cNvContentPartPr/>
                <p14:nvPr/>
              </p14:nvContentPartPr>
              <p14:xfrm>
                <a:off x="392674" y="5654891"/>
                <a:ext cx="14040" cy="106560"/>
              </p14:xfrm>
            </p:contentPart>
          </mc:Choice>
          <mc:Fallback>
            <p:pic>
              <p:nvPicPr>
                <p:cNvPr id="37895" name="잉크 37894">
                  <a:extLst>
                    <a:ext uri="{FF2B5EF4-FFF2-40B4-BE49-F238E27FC236}">
                      <a16:creationId xmlns:a16="http://schemas.microsoft.com/office/drawing/2014/main" id="{51BB421A-AE39-0020-A4AC-E4EE18B56DD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3674" y="5645891"/>
                  <a:ext cx="3168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49" name="그룹 31748">
            <a:extLst>
              <a:ext uri="{FF2B5EF4-FFF2-40B4-BE49-F238E27FC236}">
                <a16:creationId xmlns:a16="http://schemas.microsoft.com/office/drawing/2014/main" id="{63255ED4-AF9E-ECA8-2B35-83EDF8EEFF23}"/>
              </a:ext>
            </a:extLst>
          </p:cNvPr>
          <p:cNvGrpSpPr/>
          <p:nvPr/>
        </p:nvGrpSpPr>
        <p:grpSpPr>
          <a:xfrm>
            <a:off x="519034" y="5631491"/>
            <a:ext cx="378000" cy="136440"/>
            <a:chOff x="519034" y="5631491"/>
            <a:chExt cx="378000" cy="1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896" name="잉크 37895">
                  <a:extLst>
                    <a:ext uri="{FF2B5EF4-FFF2-40B4-BE49-F238E27FC236}">
                      <a16:creationId xmlns:a16="http://schemas.microsoft.com/office/drawing/2014/main" id="{833B35A1-1B20-E77E-2F76-A8F086BD8A03}"/>
                    </a:ext>
                  </a:extLst>
                </p14:cNvPr>
                <p14:cNvContentPartPr/>
                <p14:nvPr/>
              </p14:nvContentPartPr>
              <p14:xfrm>
                <a:off x="519034" y="5649851"/>
                <a:ext cx="66960" cy="112680"/>
              </p14:xfrm>
            </p:contentPart>
          </mc:Choice>
          <mc:Fallback>
            <p:pic>
              <p:nvPicPr>
                <p:cNvPr id="37896" name="잉크 37895">
                  <a:extLst>
                    <a:ext uri="{FF2B5EF4-FFF2-40B4-BE49-F238E27FC236}">
                      <a16:creationId xmlns:a16="http://schemas.microsoft.com/office/drawing/2014/main" id="{833B35A1-1B20-E77E-2F76-A8F086BD8A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0394" y="5640851"/>
                  <a:ext cx="84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897" name="잉크 37896">
                  <a:extLst>
                    <a:ext uri="{FF2B5EF4-FFF2-40B4-BE49-F238E27FC236}">
                      <a16:creationId xmlns:a16="http://schemas.microsoft.com/office/drawing/2014/main" id="{4937E3AB-AA49-1AA9-5F67-401F8B8152D3}"/>
                    </a:ext>
                  </a:extLst>
                </p14:cNvPr>
                <p14:cNvContentPartPr/>
                <p14:nvPr/>
              </p14:nvContentPartPr>
              <p14:xfrm>
                <a:off x="645394" y="5674331"/>
                <a:ext cx="47520" cy="73440"/>
              </p14:xfrm>
            </p:contentPart>
          </mc:Choice>
          <mc:Fallback>
            <p:pic>
              <p:nvPicPr>
                <p:cNvPr id="37897" name="잉크 37896">
                  <a:extLst>
                    <a:ext uri="{FF2B5EF4-FFF2-40B4-BE49-F238E27FC236}">
                      <a16:creationId xmlns:a16="http://schemas.microsoft.com/office/drawing/2014/main" id="{4937E3AB-AA49-1AA9-5F67-401F8B8152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6754" y="5665691"/>
                  <a:ext cx="65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898" name="잉크 37897">
                  <a:extLst>
                    <a:ext uri="{FF2B5EF4-FFF2-40B4-BE49-F238E27FC236}">
                      <a16:creationId xmlns:a16="http://schemas.microsoft.com/office/drawing/2014/main" id="{58B7FC00-EAAB-DFC5-12EC-3F3A39A73DB8}"/>
                    </a:ext>
                  </a:extLst>
                </p14:cNvPr>
                <p14:cNvContentPartPr/>
                <p14:nvPr/>
              </p14:nvContentPartPr>
              <p14:xfrm>
                <a:off x="713794" y="5654891"/>
                <a:ext cx="16920" cy="104760"/>
              </p14:xfrm>
            </p:contentPart>
          </mc:Choice>
          <mc:Fallback>
            <p:pic>
              <p:nvPicPr>
                <p:cNvPr id="37898" name="잉크 37897">
                  <a:extLst>
                    <a:ext uri="{FF2B5EF4-FFF2-40B4-BE49-F238E27FC236}">
                      <a16:creationId xmlns:a16="http://schemas.microsoft.com/office/drawing/2014/main" id="{58B7FC00-EAAB-DFC5-12EC-3F3A39A73DB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5154" y="5645891"/>
                  <a:ext cx="34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899" name="잉크 37898">
                  <a:extLst>
                    <a:ext uri="{FF2B5EF4-FFF2-40B4-BE49-F238E27FC236}">
                      <a16:creationId xmlns:a16="http://schemas.microsoft.com/office/drawing/2014/main" id="{BBA1D979-72B6-E2A4-A5D4-442FADB1AB17}"/>
                    </a:ext>
                  </a:extLst>
                </p14:cNvPr>
                <p14:cNvContentPartPr/>
                <p14:nvPr/>
              </p14:nvContentPartPr>
              <p14:xfrm>
                <a:off x="736834" y="5651291"/>
                <a:ext cx="39600" cy="76680"/>
              </p14:xfrm>
            </p:contentPart>
          </mc:Choice>
          <mc:Fallback>
            <p:pic>
              <p:nvPicPr>
                <p:cNvPr id="37899" name="잉크 37898">
                  <a:extLst>
                    <a:ext uri="{FF2B5EF4-FFF2-40B4-BE49-F238E27FC236}">
                      <a16:creationId xmlns:a16="http://schemas.microsoft.com/office/drawing/2014/main" id="{BBA1D979-72B6-E2A4-A5D4-442FADB1AB1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8194" y="5642291"/>
                  <a:ext cx="57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900" name="잉크 37899">
                  <a:extLst>
                    <a:ext uri="{FF2B5EF4-FFF2-40B4-BE49-F238E27FC236}">
                      <a16:creationId xmlns:a16="http://schemas.microsoft.com/office/drawing/2014/main" id="{9C7D723F-04CE-FFF0-A65B-31A89F84E95F}"/>
                    </a:ext>
                  </a:extLst>
                </p14:cNvPr>
                <p14:cNvContentPartPr/>
                <p14:nvPr/>
              </p14:nvContentPartPr>
              <p14:xfrm>
                <a:off x="745114" y="5659571"/>
                <a:ext cx="60120" cy="54360"/>
              </p14:xfrm>
            </p:contentPart>
          </mc:Choice>
          <mc:Fallback>
            <p:pic>
              <p:nvPicPr>
                <p:cNvPr id="37900" name="잉크 37899">
                  <a:extLst>
                    <a:ext uri="{FF2B5EF4-FFF2-40B4-BE49-F238E27FC236}">
                      <a16:creationId xmlns:a16="http://schemas.microsoft.com/office/drawing/2014/main" id="{9C7D723F-04CE-FFF0-A65B-31A89F84E9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6474" y="5650931"/>
                  <a:ext cx="777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901" name="잉크 37900">
                  <a:extLst>
                    <a:ext uri="{FF2B5EF4-FFF2-40B4-BE49-F238E27FC236}">
                      <a16:creationId xmlns:a16="http://schemas.microsoft.com/office/drawing/2014/main" id="{BD373990-7C28-FA54-B372-AF6DF4017B36}"/>
                    </a:ext>
                  </a:extLst>
                </p14:cNvPr>
                <p14:cNvContentPartPr/>
                <p14:nvPr/>
              </p14:nvContentPartPr>
              <p14:xfrm>
                <a:off x="807034" y="5631491"/>
                <a:ext cx="13680" cy="86760"/>
              </p14:xfrm>
            </p:contentPart>
          </mc:Choice>
          <mc:Fallback>
            <p:pic>
              <p:nvPicPr>
                <p:cNvPr id="37901" name="잉크 37900">
                  <a:extLst>
                    <a:ext uri="{FF2B5EF4-FFF2-40B4-BE49-F238E27FC236}">
                      <a16:creationId xmlns:a16="http://schemas.microsoft.com/office/drawing/2014/main" id="{BD373990-7C28-FA54-B372-AF6DF4017B3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8034" y="5622851"/>
                  <a:ext cx="31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902" name="잉크 37901">
                  <a:extLst>
                    <a:ext uri="{FF2B5EF4-FFF2-40B4-BE49-F238E27FC236}">
                      <a16:creationId xmlns:a16="http://schemas.microsoft.com/office/drawing/2014/main" id="{0DF65647-3795-84EC-BDC3-8937466531CB}"/>
                    </a:ext>
                  </a:extLst>
                </p14:cNvPr>
                <p14:cNvContentPartPr/>
                <p14:nvPr/>
              </p14:nvContentPartPr>
              <p14:xfrm>
                <a:off x="778594" y="5727971"/>
                <a:ext cx="62280" cy="39960"/>
              </p14:xfrm>
            </p:contentPart>
          </mc:Choice>
          <mc:Fallback>
            <p:pic>
              <p:nvPicPr>
                <p:cNvPr id="37902" name="잉크 37901">
                  <a:extLst>
                    <a:ext uri="{FF2B5EF4-FFF2-40B4-BE49-F238E27FC236}">
                      <a16:creationId xmlns:a16="http://schemas.microsoft.com/office/drawing/2014/main" id="{0DF65647-3795-84EC-BDC3-8937466531C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9594" y="5719331"/>
                  <a:ext cx="799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903" name="잉크 37902">
                  <a:extLst>
                    <a:ext uri="{FF2B5EF4-FFF2-40B4-BE49-F238E27FC236}">
                      <a16:creationId xmlns:a16="http://schemas.microsoft.com/office/drawing/2014/main" id="{CF9F335C-B520-2D15-0198-9573B0CD63E6}"/>
                    </a:ext>
                  </a:extLst>
                </p14:cNvPr>
                <p14:cNvContentPartPr/>
                <p14:nvPr/>
              </p14:nvContentPartPr>
              <p14:xfrm>
                <a:off x="890194" y="5731931"/>
                <a:ext cx="6840" cy="32400"/>
              </p14:xfrm>
            </p:contentPart>
          </mc:Choice>
          <mc:Fallback>
            <p:pic>
              <p:nvPicPr>
                <p:cNvPr id="37903" name="잉크 37902">
                  <a:extLst>
                    <a:ext uri="{FF2B5EF4-FFF2-40B4-BE49-F238E27FC236}">
                      <a16:creationId xmlns:a16="http://schemas.microsoft.com/office/drawing/2014/main" id="{CF9F335C-B520-2D15-0198-9573B0CD63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1554" y="5722931"/>
                  <a:ext cx="2448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48" name="그룹 31747">
            <a:extLst>
              <a:ext uri="{FF2B5EF4-FFF2-40B4-BE49-F238E27FC236}">
                <a16:creationId xmlns:a16="http://schemas.microsoft.com/office/drawing/2014/main" id="{309279B9-5B50-2CB0-BB98-F2F208421923}"/>
              </a:ext>
            </a:extLst>
          </p:cNvPr>
          <p:cNvGrpSpPr/>
          <p:nvPr/>
        </p:nvGrpSpPr>
        <p:grpSpPr>
          <a:xfrm>
            <a:off x="90274" y="5881691"/>
            <a:ext cx="972360" cy="158760"/>
            <a:chOff x="90274" y="5881691"/>
            <a:chExt cx="97236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904" name="잉크 37903">
                  <a:extLst>
                    <a:ext uri="{FF2B5EF4-FFF2-40B4-BE49-F238E27FC236}">
                      <a16:creationId xmlns:a16="http://schemas.microsoft.com/office/drawing/2014/main" id="{F774AA66-8376-4874-0D79-3BA8D8447E80}"/>
                    </a:ext>
                  </a:extLst>
                </p14:cNvPr>
                <p14:cNvContentPartPr/>
                <p14:nvPr/>
              </p14:nvContentPartPr>
              <p14:xfrm>
                <a:off x="90274" y="5913731"/>
                <a:ext cx="42120" cy="66240"/>
              </p14:xfrm>
            </p:contentPart>
          </mc:Choice>
          <mc:Fallback>
            <p:pic>
              <p:nvPicPr>
                <p:cNvPr id="37904" name="잉크 37903">
                  <a:extLst>
                    <a:ext uri="{FF2B5EF4-FFF2-40B4-BE49-F238E27FC236}">
                      <a16:creationId xmlns:a16="http://schemas.microsoft.com/office/drawing/2014/main" id="{F774AA66-8376-4874-0D79-3BA8D8447E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634" y="5905091"/>
                  <a:ext cx="59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905" name="잉크 37904">
                  <a:extLst>
                    <a:ext uri="{FF2B5EF4-FFF2-40B4-BE49-F238E27FC236}">
                      <a16:creationId xmlns:a16="http://schemas.microsoft.com/office/drawing/2014/main" id="{227878C8-9F01-E9B4-287D-CCCD65859BEB}"/>
                    </a:ext>
                  </a:extLst>
                </p14:cNvPr>
                <p14:cNvContentPartPr/>
                <p14:nvPr/>
              </p14:nvContentPartPr>
              <p14:xfrm>
                <a:off x="147874" y="5908691"/>
                <a:ext cx="50040" cy="113400"/>
              </p14:xfrm>
            </p:contentPart>
          </mc:Choice>
          <mc:Fallback>
            <p:pic>
              <p:nvPicPr>
                <p:cNvPr id="37905" name="잉크 37904">
                  <a:extLst>
                    <a:ext uri="{FF2B5EF4-FFF2-40B4-BE49-F238E27FC236}">
                      <a16:creationId xmlns:a16="http://schemas.microsoft.com/office/drawing/2014/main" id="{227878C8-9F01-E9B4-287D-CCCD65859BE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8874" y="5899691"/>
                  <a:ext cx="67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906" name="잉크 37905">
                  <a:extLst>
                    <a:ext uri="{FF2B5EF4-FFF2-40B4-BE49-F238E27FC236}">
                      <a16:creationId xmlns:a16="http://schemas.microsoft.com/office/drawing/2014/main" id="{B20CC683-3C03-BF2D-FD0C-B92A4E74A774}"/>
                    </a:ext>
                  </a:extLst>
                </p14:cNvPr>
                <p14:cNvContentPartPr/>
                <p14:nvPr/>
              </p14:nvContentPartPr>
              <p14:xfrm>
                <a:off x="189994" y="5925611"/>
                <a:ext cx="15120" cy="48960"/>
              </p14:xfrm>
            </p:contentPart>
          </mc:Choice>
          <mc:Fallback>
            <p:pic>
              <p:nvPicPr>
                <p:cNvPr id="37906" name="잉크 37905">
                  <a:extLst>
                    <a:ext uri="{FF2B5EF4-FFF2-40B4-BE49-F238E27FC236}">
                      <a16:creationId xmlns:a16="http://schemas.microsoft.com/office/drawing/2014/main" id="{B20CC683-3C03-BF2D-FD0C-B92A4E74A77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1354" y="5916971"/>
                  <a:ext cx="32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907" name="잉크 37906">
                  <a:extLst>
                    <a:ext uri="{FF2B5EF4-FFF2-40B4-BE49-F238E27FC236}">
                      <a16:creationId xmlns:a16="http://schemas.microsoft.com/office/drawing/2014/main" id="{60053C31-7464-A94E-5205-2ABB5F2C6096}"/>
                    </a:ext>
                  </a:extLst>
                </p14:cNvPr>
                <p14:cNvContentPartPr/>
                <p14:nvPr/>
              </p14:nvContentPartPr>
              <p14:xfrm>
                <a:off x="202234" y="5923811"/>
                <a:ext cx="47520" cy="60120"/>
              </p14:xfrm>
            </p:contentPart>
          </mc:Choice>
          <mc:Fallback>
            <p:pic>
              <p:nvPicPr>
                <p:cNvPr id="37907" name="잉크 37906">
                  <a:extLst>
                    <a:ext uri="{FF2B5EF4-FFF2-40B4-BE49-F238E27FC236}">
                      <a16:creationId xmlns:a16="http://schemas.microsoft.com/office/drawing/2014/main" id="{60053C31-7464-A94E-5205-2ABB5F2C60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3594" y="5914811"/>
                  <a:ext cx="65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908" name="잉크 37907">
                  <a:extLst>
                    <a:ext uri="{FF2B5EF4-FFF2-40B4-BE49-F238E27FC236}">
                      <a16:creationId xmlns:a16="http://schemas.microsoft.com/office/drawing/2014/main" id="{9543EF4B-35AE-BC08-C2F8-E3B4DDF4F4E0}"/>
                    </a:ext>
                  </a:extLst>
                </p14:cNvPr>
                <p14:cNvContentPartPr/>
                <p14:nvPr/>
              </p14:nvContentPartPr>
              <p14:xfrm>
                <a:off x="256954" y="5920571"/>
                <a:ext cx="41760" cy="49320"/>
              </p14:xfrm>
            </p:contentPart>
          </mc:Choice>
          <mc:Fallback>
            <p:pic>
              <p:nvPicPr>
                <p:cNvPr id="37908" name="잉크 37907">
                  <a:extLst>
                    <a:ext uri="{FF2B5EF4-FFF2-40B4-BE49-F238E27FC236}">
                      <a16:creationId xmlns:a16="http://schemas.microsoft.com/office/drawing/2014/main" id="{9543EF4B-35AE-BC08-C2F8-E3B4DDF4F4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7954" y="5911931"/>
                  <a:ext cx="59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909" name="잉크 37908">
                  <a:extLst>
                    <a:ext uri="{FF2B5EF4-FFF2-40B4-BE49-F238E27FC236}">
                      <a16:creationId xmlns:a16="http://schemas.microsoft.com/office/drawing/2014/main" id="{1F581AD2-8E6B-E8DA-3226-5C3B5E6A03BA}"/>
                    </a:ext>
                  </a:extLst>
                </p14:cNvPr>
                <p14:cNvContentPartPr/>
                <p14:nvPr/>
              </p14:nvContentPartPr>
              <p14:xfrm>
                <a:off x="245794" y="5985731"/>
                <a:ext cx="57240" cy="54720"/>
              </p14:xfrm>
            </p:contentPart>
          </mc:Choice>
          <mc:Fallback>
            <p:pic>
              <p:nvPicPr>
                <p:cNvPr id="37909" name="잉크 37908">
                  <a:extLst>
                    <a:ext uri="{FF2B5EF4-FFF2-40B4-BE49-F238E27FC236}">
                      <a16:creationId xmlns:a16="http://schemas.microsoft.com/office/drawing/2014/main" id="{1F581AD2-8E6B-E8DA-3226-5C3B5E6A03B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6794" y="5976731"/>
                  <a:ext cx="74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910" name="잉크 37909">
                  <a:extLst>
                    <a:ext uri="{FF2B5EF4-FFF2-40B4-BE49-F238E27FC236}">
                      <a16:creationId xmlns:a16="http://schemas.microsoft.com/office/drawing/2014/main" id="{EDEC97D4-6231-F5B1-00F6-030F34306817}"/>
                    </a:ext>
                  </a:extLst>
                </p14:cNvPr>
                <p14:cNvContentPartPr/>
                <p14:nvPr/>
              </p14:nvContentPartPr>
              <p14:xfrm>
                <a:off x="376114" y="5924891"/>
                <a:ext cx="43920" cy="52200"/>
              </p14:xfrm>
            </p:contentPart>
          </mc:Choice>
          <mc:Fallback>
            <p:pic>
              <p:nvPicPr>
                <p:cNvPr id="37910" name="잉크 37909">
                  <a:extLst>
                    <a:ext uri="{FF2B5EF4-FFF2-40B4-BE49-F238E27FC236}">
                      <a16:creationId xmlns:a16="http://schemas.microsoft.com/office/drawing/2014/main" id="{EDEC97D4-6231-F5B1-00F6-030F3430681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7114" y="5916251"/>
                  <a:ext cx="61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7911" name="잉크 37910">
                  <a:extLst>
                    <a:ext uri="{FF2B5EF4-FFF2-40B4-BE49-F238E27FC236}">
                      <a16:creationId xmlns:a16="http://schemas.microsoft.com/office/drawing/2014/main" id="{E4C230FF-0D74-EE6A-0075-587ECBE19801}"/>
                    </a:ext>
                  </a:extLst>
                </p14:cNvPr>
                <p14:cNvContentPartPr/>
                <p14:nvPr/>
              </p14:nvContentPartPr>
              <p14:xfrm>
                <a:off x="420394" y="5931371"/>
                <a:ext cx="43920" cy="41400"/>
              </p14:xfrm>
            </p:contentPart>
          </mc:Choice>
          <mc:Fallback>
            <p:pic>
              <p:nvPicPr>
                <p:cNvPr id="37911" name="잉크 37910">
                  <a:extLst>
                    <a:ext uri="{FF2B5EF4-FFF2-40B4-BE49-F238E27FC236}">
                      <a16:creationId xmlns:a16="http://schemas.microsoft.com/office/drawing/2014/main" id="{E4C230FF-0D74-EE6A-0075-587ECBE1980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1754" y="5922371"/>
                  <a:ext cx="61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912" name="잉크 37911">
                  <a:extLst>
                    <a:ext uri="{FF2B5EF4-FFF2-40B4-BE49-F238E27FC236}">
                      <a16:creationId xmlns:a16="http://schemas.microsoft.com/office/drawing/2014/main" id="{4BEFD115-AF42-A731-CF94-D6C4C194AD33}"/>
                    </a:ext>
                  </a:extLst>
                </p14:cNvPr>
                <p14:cNvContentPartPr/>
                <p14:nvPr/>
              </p14:nvContentPartPr>
              <p14:xfrm>
                <a:off x="369634" y="6001571"/>
                <a:ext cx="122040" cy="28080"/>
              </p14:xfrm>
            </p:contentPart>
          </mc:Choice>
          <mc:Fallback>
            <p:pic>
              <p:nvPicPr>
                <p:cNvPr id="37912" name="잉크 37911">
                  <a:extLst>
                    <a:ext uri="{FF2B5EF4-FFF2-40B4-BE49-F238E27FC236}">
                      <a16:creationId xmlns:a16="http://schemas.microsoft.com/office/drawing/2014/main" id="{4BEFD115-AF42-A731-CF94-D6C4C194AD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0634" y="5992571"/>
                  <a:ext cx="139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7913" name="잉크 37912">
                  <a:extLst>
                    <a:ext uri="{FF2B5EF4-FFF2-40B4-BE49-F238E27FC236}">
                      <a16:creationId xmlns:a16="http://schemas.microsoft.com/office/drawing/2014/main" id="{BD10BABC-7B50-080D-AC8D-778E13E3959C}"/>
                    </a:ext>
                  </a:extLst>
                </p14:cNvPr>
                <p14:cNvContentPartPr/>
                <p14:nvPr/>
              </p14:nvContentPartPr>
              <p14:xfrm>
                <a:off x="474394" y="5926331"/>
                <a:ext cx="69480" cy="74880"/>
              </p14:xfrm>
            </p:contentPart>
          </mc:Choice>
          <mc:Fallback>
            <p:pic>
              <p:nvPicPr>
                <p:cNvPr id="37913" name="잉크 37912">
                  <a:extLst>
                    <a:ext uri="{FF2B5EF4-FFF2-40B4-BE49-F238E27FC236}">
                      <a16:creationId xmlns:a16="http://schemas.microsoft.com/office/drawing/2014/main" id="{BD10BABC-7B50-080D-AC8D-778E13E395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5754" y="5917331"/>
                  <a:ext cx="87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7914" name="잉크 37913">
                  <a:extLst>
                    <a:ext uri="{FF2B5EF4-FFF2-40B4-BE49-F238E27FC236}">
                      <a16:creationId xmlns:a16="http://schemas.microsoft.com/office/drawing/2014/main" id="{E4CAB8BD-7301-2908-4830-5C489A28AB16}"/>
                    </a:ext>
                  </a:extLst>
                </p14:cNvPr>
                <p14:cNvContentPartPr/>
                <p14:nvPr/>
              </p14:nvContentPartPr>
              <p14:xfrm>
                <a:off x="502474" y="5989331"/>
                <a:ext cx="68760" cy="27720"/>
              </p14:xfrm>
            </p:contentPart>
          </mc:Choice>
          <mc:Fallback>
            <p:pic>
              <p:nvPicPr>
                <p:cNvPr id="37914" name="잉크 37913">
                  <a:extLst>
                    <a:ext uri="{FF2B5EF4-FFF2-40B4-BE49-F238E27FC236}">
                      <a16:creationId xmlns:a16="http://schemas.microsoft.com/office/drawing/2014/main" id="{E4CAB8BD-7301-2908-4830-5C489A28AB1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3834" y="5980331"/>
                  <a:ext cx="86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7915" name="잉크 37914">
                  <a:extLst>
                    <a:ext uri="{FF2B5EF4-FFF2-40B4-BE49-F238E27FC236}">
                      <a16:creationId xmlns:a16="http://schemas.microsoft.com/office/drawing/2014/main" id="{FD756A55-CF4E-5F59-5D4E-8491629401BA}"/>
                    </a:ext>
                  </a:extLst>
                </p14:cNvPr>
                <p14:cNvContentPartPr/>
                <p14:nvPr/>
              </p14:nvContentPartPr>
              <p14:xfrm>
                <a:off x="662674" y="5918411"/>
                <a:ext cx="58680" cy="84960"/>
              </p14:xfrm>
            </p:contentPart>
          </mc:Choice>
          <mc:Fallback>
            <p:pic>
              <p:nvPicPr>
                <p:cNvPr id="37915" name="잉크 37914">
                  <a:extLst>
                    <a:ext uri="{FF2B5EF4-FFF2-40B4-BE49-F238E27FC236}">
                      <a16:creationId xmlns:a16="http://schemas.microsoft.com/office/drawing/2014/main" id="{FD756A55-CF4E-5F59-5D4E-8491629401B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3674" y="5909411"/>
                  <a:ext cx="76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7916" name="잉크 37915">
                  <a:extLst>
                    <a:ext uri="{FF2B5EF4-FFF2-40B4-BE49-F238E27FC236}">
                      <a16:creationId xmlns:a16="http://schemas.microsoft.com/office/drawing/2014/main" id="{48C8C0B9-BFF3-6A28-8441-AFF617CE7D19}"/>
                    </a:ext>
                  </a:extLst>
                </p14:cNvPr>
                <p14:cNvContentPartPr/>
                <p14:nvPr/>
              </p14:nvContentPartPr>
              <p14:xfrm>
                <a:off x="724594" y="5911931"/>
                <a:ext cx="50040" cy="82440"/>
              </p14:xfrm>
            </p:contentPart>
          </mc:Choice>
          <mc:Fallback>
            <p:pic>
              <p:nvPicPr>
                <p:cNvPr id="37916" name="잉크 37915">
                  <a:extLst>
                    <a:ext uri="{FF2B5EF4-FFF2-40B4-BE49-F238E27FC236}">
                      <a16:creationId xmlns:a16="http://schemas.microsoft.com/office/drawing/2014/main" id="{48C8C0B9-BFF3-6A28-8441-AFF617CE7D1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5954" y="5903291"/>
                  <a:ext cx="67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7917" name="잉크 37916">
                  <a:extLst>
                    <a:ext uri="{FF2B5EF4-FFF2-40B4-BE49-F238E27FC236}">
                      <a16:creationId xmlns:a16="http://schemas.microsoft.com/office/drawing/2014/main" id="{123F7DA3-044C-59D1-E00A-561D14A321EE}"/>
                    </a:ext>
                  </a:extLst>
                </p14:cNvPr>
                <p14:cNvContentPartPr/>
                <p14:nvPr/>
              </p14:nvContentPartPr>
              <p14:xfrm>
                <a:off x="759154" y="5915891"/>
                <a:ext cx="72360" cy="54000"/>
              </p14:xfrm>
            </p:contentPart>
          </mc:Choice>
          <mc:Fallback>
            <p:pic>
              <p:nvPicPr>
                <p:cNvPr id="37917" name="잉크 37916">
                  <a:extLst>
                    <a:ext uri="{FF2B5EF4-FFF2-40B4-BE49-F238E27FC236}">
                      <a16:creationId xmlns:a16="http://schemas.microsoft.com/office/drawing/2014/main" id="{123F7DA3-044C-59D1-E00A-561D14A321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0154" y="5906891"/>
                  <a:ext cx="90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7918" name="잉크 37917">
                  <a:extLst>
                    <a:ext uri="{FF2B5EF4-FFF2-40B4-BE49-F238E27FC236}">
                      <a16:creationId xmlns:a16="http://schemas.microsoft.com/office/drawing/2014/main" id="{CAA6951D-0423-30A3-184B-2B82B00C3492}"/>
                    </a:ext>
                  </a:extLst>
                </p14:cNvPr>
                <p14:cNvContentPartPr/>
                <p14:nvPr/>
              </p14:nvContentPartPr>
              <p14:xfrm>
                <a:off x="821074" y="5928491"/>
                <a:ext cx="41400" cy="9720"/>
              </p14:xfrm>
            </p:contentPart>
          </mc:Choice>
          <mc:Fallback>
            <p:pic>
              <p:nvPicPr>
                <p:cNvPr id="37918" name="잉크 37917">
                  <a:extLst>
                    <a:ext uri="{FF2B5EF4-FFF2-40B4-BE49-F238E27FC236}">
                      <a16:creationId xmlns:a16="http://schemas.microsoft.com/office/drawing/2014/main" id="{CAA6951D-0423-30A3-184B-2B82B00C349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2434" y="5919491"/>
                  <a:ext cx="59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7919" name="잉크 37918">
                  <a:extLst>
                    <a:ext uri="{FF2B5EF4-FFF2-40B4-BE49-F238E27FC236}">
                      <a16:creationId xmlns:a16="http://schemas.microsoft.com/office/drawing/2014/main" id="{BE9AB62D-C325-AC0C-7F99-C19E438AC912}"/>
                    </a:ext>
                  </a:extLst>
                </p14:cNvPr>
                <p14:cNvContentPartPr/>
                <p14:nvPr/>
              </p14:nvContentPartPr>
              <p14:xfrm>
                <a:off x="805234" y="5988251"/>
                <a:ext cx="62280" cy="41040"/>
              </p14:xfrm>
            </p:contentPart>
          </mc:Choice>
          <mc:Fallback>
            <p:pic>
              <p:nvPicPr>
                <p:cNvPr id="37919" name="잉크 37918">
                  <a:extLst>
                    <a:ext uri="{FF2B5EF4-FFF2-40B4-BE49-F238E27FC236}">
                      <a16:creationId xmlns:a16="http://schemas.microsoft.com/office/drawing/2014/main" id="{BE9AB62D-C325-AC0C-7F99-C19E438AC91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6594" y="5979611"/>
                  <a:ext cx="79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1744" name="잉크 31743">
                  <a:extLst>
                    <a:ext uri="{FF2B5EF4-FFF2-40B4-BE49-F238E27FC236}">
                      <a16:creationId xmlns:a16="http://schemas.microsoft.com/office/drawing/2014/main" id="{803CF191-EC24-AA51-5388-65E5CF4E88F0}"/>
                    </a:ext>
                  </a:extLst>
                </p14:cNvPr>
                <p14:cNvContentPartPr/>
                <p14:nvPr/>
              </p14:nvContentPartPr>
              <p14:xfrm>
                <a:off x="917194" y="5906891"/>
                <a:ext cx="47520" cy="69840"/>
              </p14:xfrm>
            </p:contentPart>
          </mc:Choice>
          <mc:Fallback>
            <p:pic>
              <p:nvPicPr>
                <p:cNvPr id="31744" name="잉크 31743">
                  <a:extLst>
                    <a:ext uri="{FF2B5EF4-FFF2-40B4-BE49-F238E27FC236}">
                      <a16:creationId xmlns:a16="http://schemas.microsoft.com/office/drawing/2014/main" id="{803CF191-EC24-AA51-5388-65E5CF4E88F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8554" y="5898251"/>
                  <a:ext cx="651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1745" name="잉크 31744">
                  <a:extLst>
                    <a:ext uri="{FF2B5EF4-FFF2-40B4-BE49-F238E27FC236}">
                      <a16:creationId xmlns:a16="http://schemas.microsoft.com/office/drawing/2014/main" id="{CDBF7FA4-B9B4-9115-4990-4B42A03B374A}"/>
                    </a:ext>
                  </a:extLst>
                </p14:cNvPr>
                <p14:cNvContentPartPr/>
                <p14:nvPr/>
              </p14:nvContentPartPr>
              <p14:xfrm>
                <a:off x="964354" y="5881691"/>
                <a:ext cx="55080" cy="76680"/>
              </p14:xfrm>
            </p:contentPart>
          </mc:Choice>
          <mc:Fallback>
            <p:pic>
              <p:nvPicPr>
                <p:cNvPr id="31745" name="잉크 31744">
                  <a:extLst>
                    <a:ext uri="{FF2B5EF4-FFF2-40B4-BE49-F238E27FC236}">
                      <a16:creationId xmlns:a16="http://schemas.microsoft.com/office/drawing/2014/main" id="{CDBF7FA4-B9B4-9115-4990-4B42A03B374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5714" y="5873051"/>
                  <a:ext cx="72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1746" name="잉크 31745">
                  <a:extLst>
                    <a:ext uri="{FF2B5EF4-FFF2-40B4-BE49-F238E27FC236}">
                      <a16:creationId xmlns:a16="http://schemas.microsoft.com/office/drawing/2014/main" id="{8766D301-64F1-2EA8-085A-893A5E996A83}"/>
                    </a:ext>
                  </a:extLst>
                </p14:cNvPr>
                <p14:cNvContentPartPr/>
                <p14:nvPr/>
              </p14:nvContentPartPr>
              <p14:xfrm>
                <a:off x="984514" y="5977451"/>
                <a:ext cx="78120" cy="53280"/>
              </p14:xfrm>
            </p:contentPart>
          </mc:Choice>
          <mc:Fallback>
            <p:pic>
              <p:nvPicPr>
                <p:cNvPr id="31746" name="잉크 31745">
                  <a:extLst>
                    <a:ext uri="{FF2B5EF4-FFF2-40B4-BE49-F238E27FC236}">
                      <a16:creationId xmlns:a16="http://schemas.microsoft.com/office/drawing/2014/main" id="{8766D301-64F1-2EA8-085A-893A5E996A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5874" y="5968451"/>
                  <a:ext cx="95760" cy="7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동기화 도구로서의 세마포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857375"/>
            <a:ext cx="8715375" cy="1787525"/>
          </a:xfrm>
        </p:spPr>
        <p:txBody>
          <a:bodyPr/>
          <a:lstStyle/>
          <a:p>
            <a:pPr>
              <a:defRPr/>
            </a:pPr>
            <a:r>
              <a:rPr lang="en-US" altLang="ko-KR" i="1" dirty="0">
                <a:latin typeface="+mn-ea"/>
              </a:rPr>
              <a:t> P</a:t>
            </a:r>
            <a:r>
              <a:rPr lang="en-US" altLang="ko-KR" i="1" baseline="-25000" dirty="0">
                <a:latin typeface="+mn-ea"/>
              </a:rPr>
              <a:t>i  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i="1" dirty="0">
                <a:latin typeface="+mn-ea"/>
              </a:rPr>
              <a:t>A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를 실행한 이후에만 </a:t>
            </a:r>
            <a:r>
              <a:rPr lang="en-US" altLang="ko-KR" i="1" dirty="0">
                <a:latin typeface="+mn-ea"/>
              </a:rPr>
              <a:t>P</a:t>
            </a:r>
            <a:r>
              <a:rPr lang="en-US" altLang="ko-KR" baseline="-25000" dirty="0">
                <a:latin typeface="+mn-ea"/>
              </a:rPr>
              <a:t>j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i="1" dirty="0">
                <a:latin typeface="+mn-ea"/>
              </a:rPr>
              <a:t>B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를 실행</a:t>
            </a:r>
          </a:p>
          <a:p>
            <a:pPr>
              <a:defRPr/>
            </a:pPr>
            <a:r>
              <a:rPr lang="en-US" altLang="ko-KR" dirty="0">
                <a:latin typeface="+mn-ea"/>
              </a:rPr>
              <a:t> 0</a:t>
            </a:r>
            <a:r>
              <a:rPr lang="ko-KR" altLang="en-US" dirty="0">
                <a:latin typeface="+mn-ea"/>
              </a:rPr>
              <a:t>으로 초기화된 </a:t>
            </a:r>
            <a:r>
              <a:rPr lang="ko-KR" altLang="en-US" dirty="0" err="1">
                <a:latin typeface="+mn-ea"/>
              </a:rPr>
              <a:t>세마포어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i="1" dirty="0">
                <a:latin typeface="+mn-ea"/>
              </a:rPr>
              <a:t>flag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사용</a:t>
            </a:r>
          </a:p>
          <a:p>
            <a:pPr>
              <a:defRPr/>
            </a:pPr>
            <a:r>
              <a:rPr lang="ko-KR" altLang="en-US" dirty="0">
                <a:latin typeface="+mn-ea"/>
              </a:rPr>
              <a:t> 코드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400" i="1" dirty="0">
                <a:latin typeface="+mn-ea"/>
              </a:rPr>
              <a:t>		</a:t>
            </a:r>
            <a:endParaRPr lang="en-US" altLang="ko-KR" sz="2400" i="1" dirty="0">
              <a:latin typeface="+mn-ea"/>
              <a:sym typeface="MT Extra" pitchFamily="18" charset="2"/>
            </a:endParaRPr>
          </a:p>
        </p:txBody>
      </p:sp>
      <p:sp>
        <p:nvSpPr>
          <p:cNvPr id="3891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4C304E-BFA3-489D-9187-2660B74B81B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38917" name="타원 1"/>
          <p:cNvSpPr>
            <a:spLocks noChangeArrowheads="1"/>
          </p:cNvSpPr>
          <p:nvPr/>
        </p:nvSpPr>
        <p:spPr bwMode="auto">
          <a:xfrm>
            <a:off x="1331913" y="3908425"/>
            <a:ext cx="1944687" cy="2760663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∙∙∙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signal(flag);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∙∙∙</a:t>
            </a:r>
          </a:p>
        </p:txBody>
      </p:sp>
      <p:sp>
        <p:nvSpPr>
          <p:cNvPr id="38918" name="타원 5"/>
          <p:cNvSpPr>
            <a:spLocks noChangeArrowheads="1"/>
          </p:cNvSpPr>
          <p:nvPr/>
        </p:nvSpPr>
        <p:spPr bwMode="auto">
          <a:xfrm>
            <a:off x="3997325" y="3889375"/>
            <a:ext cx="1944688" cy="2689225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∙∙∙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wait(flag);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∙∙∙</a:t>
            </a:r>
          </a:p>
        </p:txBody>
      </p:sp>
      <p:sp>
        <p:nvSpPr>
          <p:cNvPr id="38919" name="TextBox 2"/>
          <p:cNvSpPr txBox="1">
            <a:spLocks noChangeArrowheads="1"/>
          </p:cNvSpPr>
          <p:nvPr/>
        </p:nvSpPr>
        <p:spPr bwMode="auto">
          <a:xfrm>
            <a:off x="1979613" y="3446463"/>
            <a:ext cx="4143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P</a:t>
            </a:r>
            <a:r>
              <a:rPr lang="en-US" altLang="ko-KR" sz="2400" baseline="-12000">
                <a:latin typeface="Times New Roman" panose="02020603050405020304" pitchFamily="18" charset="0"/>
              </a:rPr>
              <a:t>i</a:t>
            </a:r>
            <a:endParaRPr lang="ko-KR" altLang="en-US" sz="2400" baseline="-12000">
              <a:latin typeface="Times New Roman" panose="02020603050405020304" pitchFamily="18" charset="0"/>
            </a:endParaRPr>
          </a:p>
        </p:txBody>
      </p:sp>
      <p:sp>
        <p:nvSpPr>
          <p:cNvPr id="38920" name="TextBox 7"/>
          <p:cNvSpPr txBox="1">
            <a:spLocks noChangeArrowheads="1"/>
          </p:cNvSpPr>
          <p:nvPr/>
        </p:nvSpPr>
        <p:spPr bwMode="auto">
          <a:xfrm>
            <a:off x="4749800" y="3414713"/>
            <a:ext cx="412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P</a:t>
            </a:r>
            <a:r>
              <a:rPr lang="en-US" altLang="ko-KR" sz="2400" baseline="-12000">
                <a:latin typeface="Times New Roman" panose="02020603050405020304" pitchFamily="18" charset="0"/>
              </a:rPr>
              <a:t>j</a:t>
            </a:r>
            <a:endParaRPr lang="ko-KR" altLang="en-US" sz="2400" baseline="-120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6ACD86A-C855-51EA-B828-C0F50719A4E6}"/>
                  </a:ext>
                </a:extLst>
              </p14:cNvPr>
              <p14:cNvContentPartPr/>
              <p14:nvPr/>
            </p14:nvContentPartPr>
            <p14:xfrm>
              <a:off x="835598" y="2699792"/>
              <a:ext cx="23040" cy="223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6ACD86A-C855-51EA-B828-C0F50719A4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598" y="2627792"/>
                <a:ext cx="946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C08E944-7922-8D09-C658-244EE4B02550}"/>
                  </a:ext>
                </a:extLst>
              </p14:cNvPr>
              <p14:cNvContentPartPr/>
              <p14:nvPr/>
            </p14:nvContentPartPr>
            <p14:xfrm>
              <a:off x="663158" y="2621672"/>
              <a:ext cx="2384640" cy="626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C08E944-7922-8D09-C658-244EE4B025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7518" y="2550032"/>
                <a:ext cx="2456280" cy="20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교착상태와 기아상태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643063"/>
            <a:ext cx="8405813" cy="50625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교착상태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(Deadlock) 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둘 이상의 프로세스들이 대기중인 프로세스들에 의해서만 야기될 수 있는 사건을 무한정 기다리는 상황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와 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가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로 초기화된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세마포인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경우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i="1" baseline="-25000" dirty="0">
                <a:solidFill>
                  <a:srgbClr val="000000"/>
                </a:solidFill>
                <a:latin typeface="+mn-ea"/>
              </a:rPr>
              <a:t>0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i="1" baseline="-25000" dirty="0">
                <a:solidFill>
                  <a:srgbClr val="000000"/>
                </a:solidFill>
                <a:latin typeface="+mn-ea"/>
              </a:rPr>
              <a:t>1</a:t>
            </a:r>
            <a:endParaRPr lang="en-US" altLang="ko-KR" sz="2000" i="1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);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);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		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		 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);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)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2000" dirty="0">
              <a:solidFill>
                <a:srgbClr val="000000"/>
              </a:solidFill>
              <a:latin typeface="+mn-ea"/>
              <a:sym typeface="MT Extra" pitchFamily="18" charset="2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  <a:sym typeface="MT Extra" pitchFamily="18" charset="2"/>
              </a:rPr>
              <a:t> 기아상태</a:t>
            </a:r>
            <a:r>
              <a:rPr lang="en-US" altLang="ko-KR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(Starvation) 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무한 정지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(indefinite blocking) 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프로세스들이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세마포어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큐에서 제거되지 않고 무한정 대기하는 것 </a:t>
            </a:r>
          </a:p>
          <a:p>
            <a:pPr>
              <a:lnSpc>
                <a:spcPct val="90000"/>
              </a:lnSpc>
              <a:defRPr/>
            </a:pP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94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4EFD59-891B-47E5-A701-4E4E1835F85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54890BC-93A8-F172-E126-D4EAE54C75BC}"/>
              </a:ext>
            </a:extLst>
          </p:cNvPr>
          <p:cNvGrpSpPr/>
          <p:nvPr/>
        </p:nvGrpSpPr>
        <p:grpSpPr>
          <a:xfrm>
            <a:off x="589860" y="79775"/>
            <a:ext cx="247320" cy="127440"/>
            <a:chOff x="589860" y="79775"/>
            <a:chExt cx="24732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2CE9716E-D3BA-2387-F275-E60112A9BDAC}"/>
                    </a:ext>
                  </a:extLst>
                </p14:cNvPr>
                <p14:cNvContentPartPr/>
                <p14:nvPr/>
              </p14:nvContentPartPr>
              <p14:xfrm>
                <a:off x="589860" y="79775"/>
                <a:ext cx="64080" cy="11124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2CE9716E-D3BA-2387-F275-E60112A9BD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0860" y="70775"/>
                  <a:ext cx="81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39D8B20F-F70F-A745-14D0-75867C0B6176}"/>
                    </a:ext>
                  </a:extLst>
                </p14:cNvPr>
                <p14:cNvContentPartPr/>
                <p14:nvPr/>
              </p14:nvContentPartPr>
              <p14:xfrm>
                <a:off x="680940" y="113975"/>
                <a:ext cx="9000" cy="36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39D8B20F-F70F-A745-14D0-75867C0B61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1940" y="105335"/>
                  <a:ext cx="26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68F6AEC-8C2E-96E4-C6F0-AADC2C66AEA0}"/>
                    </a:ext>
                  </a:extLst>
                </p14:cNvPr>
                <p14:cNvContentPartPr/>
                <p14:nvPr/>
              </p14:nvContentPartPr>
              <p14:xfrm>
                <a:off x="696780" y="152495"/>
                <a:ext cx="2880" cy="205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68F6AEC-8C2E-96E4-C6F0-AADC2C66AEA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8140" y="143855"/>
                  <a:ext cx="20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41C09608-7ABC-BC63-1315-C14E64D083F3}"/>
                    </a:ext>
                  </a:extLst>
                </p14:cNvPr>
                <p14:cNvContentPartPr/>
                <p14:nvPr/>
              </p14:nvContentPartPr>
              <p14:xfrm>
                <a:off x="775980" y="102815"/>
                <a:ext cx="32760" cy="806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1C09608-7ABC-BC63-1315-C14E64D083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7340" y="94175"/>
                  <a:ext cx="50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509913FA-6CF0-36BA-A4E0-A178159CE7C2}"/>
                    </a:ext>
                  </a:extLst>
                </p14:cNvPr>
                <p14:cNvContentPartPr/>
                <p14:nvPr/>
              </p14:nvContentPartPr>
              <p14:xfrm>
                <a:off x="774180" y="189215"/>
                <a:ext cx="63000" cy="180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509913FA-6CF0-36BA-A4E0-A178159CE7C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5540" y="180575"/>
                  <a:ext cx="8064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D503441-3739-AD1E-90E3-97E4B22280D8}"/>
              </a:ext>
            </a:extLst>
          </p:cNvPr>
          <p:cNvGrpSpPr/>
          <p:nvPr/>
        </p:nvGrpSpPr>
        <p:grpSpPr>
          <a:xfrm>
            <a:off x="1266300" y="64295"/>
            <a:ext cx="174960" cy="138600"/>
            <a:chOff x="1266300" y="64295"/>
            <a:chExt cx="17496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69C71EF-00BE-305D-59BC-05AAE7CB7A42}"/>
                    </a:ext>
                  </a:extLst>
                </p14:cNvPr>
                <p14:cNvContentPartPr/>
                <p14:nvPr/>
              </p14:nvContentPartPr>
              <p14:xfrm>
                <a:off x="1266300" y="64295"/>
                <a:ext cx="86400" cy="1292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69C71EF-00BE-305D-59BC-05AAE7CB7A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57660" y="55295"/>
                  <a:ext cx="104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F5A8B21-6412-5940-42BB-831CDFECD91D}"/>
                    </a:ext>
                  </a:extLst>
                </p14:cNvPr>
                <p14:cNvContentPartPr/>
                <p14:nvPr/>
              </p14:nvContentPartPr>
              <p14:xfrm>
                <a:off x="1320300" y="131255"/>
                <a:ext cx="34920" cy="716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F5A8B21-6412-5940-42BB-831CDFECD9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11300" y="122255"/>
                  <a:ext cx="52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D9B5B3D-AF77-C15B-1ED6-F936E021FA8B}"/>
                    </a:ext>
                  </a:extLst>
                </p14:cNvPr>
                <p14:cNvContentPartPr/>
                <p14:nvPr/>
              </p14:nvContentPartPr>
              <p14:xfrm>
                <a:off x="1426860" y="112535"/>
                <a:ext cx="14400" cy="507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D9B5B3D-AF77-C15B-1ED6-F936E021FA8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18220" y="103535"/>
                  <a:ext cx="3204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7AD4D6A-A1AF-83D8-3B21-045E0EB4A212}"/>
              </a:ext>
            </a:extLst>
          </p:cNvPr>
          <p:cNvGrpSpPr/>
          <p:nvPr/>
        </p:nvGrpSpPr>
        <p:grpSpPr>
          <a:xfrm>
            <a:off x="1541340" y="97055"/>
            <a:ext cx="66600" cy="97200"/>
            <a:chOff x="1541340" y="97055"/>
            <a:chExt cx="66600" cy="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97F0039-61AA-E824-C3D7-28FA5680196F}"/>
                    </a:ext>
                  </a:extLst>
                </p14:cNvPr>
                <p14:cNvContentPartPr/>
                <p14:nvPr/>
              </p14:nvContentPartPr>
              <p14:xfrm>
                <a:off x="1541340" y="97055"/>
                <a:ext cx="30960" cy="734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97F0039-61AA-E824-C3D7-28FA568019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32700" y="88055"/>
                  <a:ext cx="48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83B42A7-DF5B-1E06-4BEE-33ED155A9BE2}"/>
                    </a:ext>
                  </a:extLst>
                </p14:cNvPr>
                <p14:cNvContentPartPr/>
                <p14:nvPr/>
              </p14:nvContentPartPr>
              <p14:xfrm>
                <a:off x="1549620" y="180935"/>
                <a:ext cx="58320" cy="133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83B42A7-DF5B-1E06-4BEE-33ED155A9BE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40620" y="171935"/>
                  <a:ext cx="75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B0093A7-523C-E4F7-E416-7C69C88B7BE9}"/>
              </a:ext>
            </a:extLst>
          </p:cNvPr>
          <p:cNvGrpSpPr/>
          <p:nvPr/>
        </p:nvGrpSpPr>
        <p:grpSpPr>
          <a:xfrm>
            <a:off x="135900" y="473615"/>
            <a:ext cx="415440" cy="123480"/>
            <a:chOff x="135900" y="473615"/>
            <a:chExt cx="415440" cy="1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B70A94B-84F8-9911-19DC-9174247F294F}"/>
                    </a:ext>
                  </a:extLst>
                </p14:cNvPr>
                <p14:cNvContentPartPr/>
                <p14:nvPr/>
              </p14:nvContentPartPr>
              <p14:xfrm>
                <a:off x="135900" y="473615"/>
                <a:ext cx="82800" cy="781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B70A94B-84F8-9911-19DC-9174247F29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6900" y="464615"/>
                  <a:ext cx="100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34E0B4E-4FF6-3D98-2689-729FAF51F88F}"/>
                    </a:ext>
                  </a:extLst>
                </p14:cNvPr>
                <p14:cNvContentPartPr/>
                <p14:nvPr/>
              </p14:nvContentPartPr>
              <p14:xfrm>
                <a:off x="234900" y="485495"/>
                <a:ext cx="55080" cy="691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34E0B4E-4FF6-3D98-2689-729FAF51F8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5900" y="476495"/>
                  <a:ext cx="72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5F18FDE-E33F-AF5F-BF9C-0C6D169FE940}"/>
                    </a:ext>
                  </a:extLst>
                </p14:cNvPr>
                <p14:cNvContentPartPr/>
                <p14:nvPr/>
              </p14:nvContentPartPr>
              <p14:xfrm>
                <a:off x="297180" y="503495"/>
                <a:ext cx="60480" cy="579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5F18FDE-E33F-AF5F-BF9C-0C6D169FE9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8180" y="494855"/>
                  <a:ext cx="78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EBF0720-1F76-889A-2E4D-331EAD15E373}"/>
                    </a:ext>
                  </a:extLst>
                </p14:cNvPr>
                <p14:cNvContentPartPr/>
                <p14:nvPr/>
              </p14:nvContentPartPr>
              <p14:xfrm>
                <a:off x="332820" y="489095"/>
                <a:ext cx="15840" cy="69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EBF0720-1F76-889A-2E4D-331EAD15E3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3820" y="480455"/>
                  <a:ext cx="334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AE050312-BAE4-4956-DD6E-125A88AD9C4A}"/>
                    </a:ext>
                  </a:extLst>
                </p14:cNvPr>
                <p14:cNvContentPartPr/>
                <p14:nvPr/>
              </p14:nvContentPartPr>
              <p14:xfrm>
                <a:off x="403740" y="483335"/>
                <a:ext cx="31320" cy="972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AE050312-BAE4-4956-DD6E-125A88AD9C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4740" y="474335"/>
                  <a:ext cx="48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81CE455-3C58-4B6C-C158-2F404E91DCB6}"/>
                    </a:ext>
                  </a:extLst>
                </p14:cNvPr>
                <p14:cNvContentPartPr/>
                <p14:nvPr/>
              </p14:nvContentPartPr>
              <p14:xfrm>
                <a:off x="458460" y="498455"/>
                <a:ext cx="92880" cy="98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81CE455-3C58-4B6C-C158-2F404E91DC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9820" y="489455"/>
                  <a:ext cx="1105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584534C-AA1F-0E65-1AA5-5B9AFBAF8F1C}"/>
              </a:ext>
            </a:extLst>
          </p:cNvPr>
          <p:cNvGrpSpPr/>
          <p:nvPr/>
        </p:nvGrpSpPr>
        <p:grpSpPr>
          <a:xfrm>
            <a:off x="152820" y="780335"/>
            <a:ext cx="461160" cy="112320"/>
            <a:chOff x="152820" y="780335"/>
            <a:chExt cx="461160" cy="1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C23AADA-030E-1922-B68F-2E2124F6383E}"/>
                    </a:ext>
                  </a:extLst>
                </p14:cNvPr>
                <p14:cNvContentPartPr/>
                <p14:nvPr/>
              </p14:nvContentPartPr>
              <p14:xfrm>
                <a:off x="152820" y="792215"/>
                <a:ext cx="64800" cy="705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C23AADA-030E-1922-B68F-2E2124F638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3820" y="783215"/>
                  <a:ext cx="82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A8FA441-0501-BE67-D1FF-9F27775C3194}"/>
                    </a:ext>
                  </a:extLst>
                </p14:cNvPr>
                <p14:cNvContentPartPr/>
                <p14:nvPr/>
              </p14:nvContentPartPr>
              <p14:xfrm>
                <a:off x="246780" y="808775"/>
                <a:ext cx="58320" cy="730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A8FA441-0501-BE67-D1FF-9F27775C31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8140" y="800135"/>
                  <a:ext cx="759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6A1CD86-5486-6FC6-C2FF-DD623DBE2A87}"/>
                    </a:ext>
                  </a:extLst>
                </p14:cNvPr>
                <p14:cNvContentPartPr/>
                <p14:nvPr/>
              </p14:nvContentPartPr>
              <p14:xfrm>
                <a:off x="276300" y="794375"/>
                <a:ext cx="53640" cy="766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6A1CD86-5486-6FC6-C2FF-DD623DBE2A8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7300" y="785375"/>
                  <a:ext cx="71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9BEBECE-293F-1F9E-FCB3-E2AE5A7CB906}"/>
                    </a:ext>
                  </a:extLst>
                </p14:cNvPr>
                <p14:cNvContentPartPr/>
                <p14:nvPr/>
              </p14:nvContentPartPr>
              <p14:xfrm>
                <a:off x="326340" y="805175"/>
                <a:ext cx="63360" cy="691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9BEBECE-293F-1F9E-FCB3-E2AE5A7CB9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7340" y="796535"/>
                  <a:ext cx="81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9E4F753-11AC-EBB3-1DB3-FDE2ED0139D4}"/>
                    </a:ext>
                  </a:extLst>
                </p14:cNvPr>
                <p14:cNvContentPartPr/>
                <p14:nvPr/>
              </p14:nvContentPartPr>
              <p14:xfrm>
                <a:off x="435780" y="780335"/>
                <a:ext cx="38520" cy="1101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9E4F753-11AC-EBB3-1DB3-FDE2ED0139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7140" y="771695"/>
                  <a:ext cx="56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8E0569E3-E799-6C0C-9C0A-FFDF402DB3E1}"/>
                    </a:ext>
                  </a:extLst>
                </p14:cNvPr>
                <p14:cNvContentPartPr/>
                <p14:nvPr/>
              </p14:nvContentPartPr>
              <p14:xfrm>
                <a:off x="490500" y="788975"/>
                <a:ext cx="55080" cy="882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8E0569E3-E799-6C0C-9C0A-FFDF402DB3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1860" y="780335"/>
                  <a:ext cx="72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E8454E2E-01D5-1A04-E507-7B726245DF32}"/>
                    </a:ext>
                  </a:extLst>
                </p14:cNvPr>
                <p14:cNvContentPartPr/>
                <p14:nvPr/>
              </p14:nvContentPartPr>
              <p14:xfrm>
                <a:off x="523260" y="832535"/>
                <a:ext cx="39960" cy="601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E8454E2E-01D5-1A04-E507-7B726245DF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4620" y="823535"/>
                  <a:ext cx="57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5921988-F6C8-2A82-D67F-DE5C2BCA6F33}"/>
                    </a:ext>
                  </a:extLst>
                </p14:cNvPr>
                <p14:cNvContentPartPr/>
                <p14:nvPr/>
              </p14:nvContentPartPr>
              <p14:xfrm>
                <a:off x="550620" y="790775"/>
                <a:ext cx="63360" cy="900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5921988-F6C8-2A82-D67F-DE5C2BCA6F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1620" y="781775"/>
                  <a:ext cx="810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53" name="그룹 39952">
            <a:extLst>
              <a:ext uri="{FF2B5EF4-FFF2-40B4-BE49-F238E27FC236}">
                <a16:creationId xmlns:a16="http://schemas.microsoft.com/office/drawing/2014/main" id="{7ECA8F71-6AAD-FF99-0BE4-03DF4A93FDA3}"/>
              </a:ext>
            </a:extLst>
          </p:cNvPr>
          <p:cNvGrpSpPr/>
          <p:nvPr/>
        </p:nvGrpSpPr>
        <p:grpSpPr>
          <a:xfrm>
            <a:off x="1035900" y="465335"/>
            <a:ext cx="472320" cy="131400"/>
            <a:chOff x="1035900" y="465335"/>
            <a:chExt cx="472320" cy="13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8A93DF0-4C5A-CD4A-409B-C3A0608A8871}"/>
                    </a:ext>
                  </a:extLst>
                </p14:cNvPr>
                <p14:cNvContentPartPr/>
                <p14:nvPr/>
              </p14:nvContentPartPr>
              <p14:xfrm>
                <a:off x="1035900" y="500615"/>
                <a:ext cx="69120" cy="640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8A93DF0-4C5A-CD4A-409B-C3A0608A887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7260" y="491975"/>
                  <a:ext cx="86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936" name="잉크 39935">
                  <a:extLst>
                    <a:ext uri="{FF2B5EF4-FFF2-40B4-BE49-F238E27FC236}">
                      <a16:creationId xmlns:a16="http://schemas.microsoft.com/office/drawing/2014/main" id="{8586A305-A660-ABAA-C425-4685EB1D9ED0}"/>
                    </a:ext>
                  </a:extLst>
                </p14:cNvPr>
                <p14:cNvContentPartPr/>
                <p14:nvPr/>
              </p14:nvContentPartPr>
              <p14:xfrm>
                <a:off x="1142820" y="492335"/>
                <a:ext cx="59760" cy="70200"/>
              </p14:xfrm>
            </p:contentPart>
          </mc:Choice>
          <mc:Fallback>
            <p:pic>
              <p:nvPicPr>
                <p:cNvPr id="39936" name="잉크 39935">
                  <a:extLst>
                    <a:ext uri="{FF2B5EF4-FFF2-40B4-BE49-F238E27FC236}">
                      <a16:creationId xmlns:a16="http://schemas.microsoft.com/office/drawing/2014/main" id="{8586A305-A660-ABAA-C425-4685EB1D9E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3820" y="483335"/>
                  <a:ext cx="77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937" name="잉크 39936">
                  <a:extLst>
                    <a:ext uri="{FF2B5EF4-FFF2-40B4-BE49-F238E27FC236}">
                      <a16:creationId xmlns:a16="http://schemas.microsoft.com/office/drawing/2014/main" id="{28B4F470-8A15-573E-6B92-5338F50E694E}"/>
                    </a:ext>
                  </a:extLst>
                </p14:cNvPr>
                <p14:cNvContentPartPr/>
                <p14:nvPr/>
              </p14:nvContentPartPr>
              <p14:xfrm>
                <a:off x="1192500" y="492335"/>
                <a:ext cx="40680" cy="72360"/>
              </p14:xfrm>
            </p:contentPart>
          </mc:Choice>
          <mc:Fallback>
            <p:pic>
              <p:nvPicPr>
                <p:cNvPr id="39937" name="잉크 39936">
                  <a:extLst>
                    <a:ext uri="{FF2B5EF4-FFF2-40B4-BE49-F238E27FC236}">
                      <a16:creationId xmlns:a16="http://schemas.microsoft.com/office/drawing/2014/main" id="{28B4F470-8A15-573E-6B92-5338F50E69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83860" y="483335"/>
                  <a:ext cx="583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939" name="잉크 39938">
                  <a:extLst>
                    <a:ext uri="{FF2B5EF4-FFF2-40B4-BE49-F238E27FC236}">
                      <a16:creationId xmlns:a16="http://schemas.microsoft.com/office/drawing/2014/main" id="{1FD308F3-C362-D892-FE51-2D25464EB1B6}"/>
                    </a:ext>
                  </a:extLst>
                </p14:cNvPr>
                <p14:cNvContentPartPr/>
                <p14:nvPr/>
              </p14:nvContentPartPr>
              <p14:xfrm>
                <a:off x="1233900" y="504575"/>
                <a:ext cx="51840" cy="14040"/>
              </p14:xfrm>
            </p:contentPart>
          </mc:Choice>
          <mc:Fallback>
            <p:pic>
              <p:nvPicPr>
                <p:cNvPr id="39939" name="잉크 39938">
                  <a:extLst>
                    <a:ext uri="{FF2B5EF4-FFF2-40B4-BE49-F238E27FC236}">
                      <a16:creationId xmlns:a16="http://schemas.microsoft.com/office/drawing/2014/main" id="{1FD308F3-C362-D892-FE51-2D25464EB1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24900" y="495935"/>
                  <a:ext cx="69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941" name="잉크 39940">
                  <a:extLst>
                    <a:ext uri="{FF2B5EF4-FFF2-40B4-BE49-F238E27FC236}">
                      <a16:creationId xmlns:a16="http://schemas.microsoft.com/office/drawing/2014/main" id="{12BAFAB2-8EAA-C631-BB36-9D8003327C38}"/>
                    </a:ext>
                  </a:extLst>
                </p14:cNvPr>
                <p14:cNvContentPartPr/>
                <p14:nvPr/>
              </p14:nvContentPartPr>
              <p14:xfrm>
                <a:off x="1258020" y="484415"/>
                <a:ext cx="37080" cy="73800"/>
              </p14:xfrm>
            </p:contentPart>
          </mc:Choice>
          <mc:Fallback>
            <p:pic>
              <p:nvPicPr>
                <p:cNvPr id="39941" name="잉크 39940">
                  <a:extLst>
                    <a:ext uri="{FF2B5EF4-FFF2-40B4-BE49-F238E27FC236}">
                      <a16:creationId xmlns:a16="http://schemas.microsoft.com/office/drawing/2014/main" id="{12BAFAB2-8EAA-C631-BB36-9D8003327C3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49020" y="475415"/>
                  <a:ext cx="54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942" name="잉크 39941">
                  <a:extLst>
                    <a:ext uri="{FF2B5EF4-FFF2-40B4-BE49-F238E27FC236}">
                      <a16:creationId xmlns:a16="http://schemas.microsoft.com/office/drawing/2014/main" id="{6EA6199F-D697-EFF7-8C91-3D3F7A449E5E}"/>
                    </a:ext>
                  </a:extLst>
                </p14:cNvPr>
                <p14:cNvContentPartPr/>
                <p14:nvPr/>
              </p14:nvContentPartPr>
              <p14:xfrm>
                <a:off x="1334340" y="465335"/>
                <a:ext cx="113760" cy="123840"/>
              </p14:xfrm>
            </p:contentPart>
          </mc:Choice>
          <mc:Fallback>
            <p:pic>
              <p:nvPicPr>
                <p:cNvPr id="39942" name="잉크 39941">
                  <a:extLst>
                    <a:ext uri="{FF2B5EF4-FFF2-40B4-BE49-F238E27FC236}">
                      <a16:creationId xmlns:a16="http://schemas.microsoft.com/office/drawing/2014/main" id="{6EA6199F-D697-EFF7-8C91-3D3F7A449E5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25700" y="456335"/>
                  <a:ext cx="131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943" name="잉크 39942">
                  <a:extLst>
                    <a:ext uri="{FF2B5EF4-FFF2-40B4-BE49-F238E27FC236}">
                      <a16:creationId xmlns:a16="http://schemas.microsoft.com/office/drawing/2014/main" id="{C49AE085-32C8-8D0E-C61C-5D4EC8612287}"/>
                    </a:ext>
                  </a:extLst>
                </p14:cNvPr>
                <p14:cNvContentPartPr/>
                <p14:nvPr/>
              </p14:nvContentPartPr>
              <p14:xfrm>
                <a:off x="1427940" y="518975"/>
                <a:ext cx="45000" cy="77760"/>
              </p14:xfrm>
            </p:contentPart>
          </mc:Choice>
          <mc:Fallback>
            <p:pic>
              <p:nvPicPr>
                <p:cNvPr id="39943" name="잉크 39942">
                  <a:extLst>
                    <a:ext uri="{FF2B5EF4-FFF2-40B4-BE49-F238E27FC236}">
                      <a16:creationId xmlns:a16="http://schemas.microsoft.com/office/drawing/2014/main" id="{C49AE085-32C8-8D0E-C61C-5D4EC86122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18940" y="510335"/>
                  <a:ext cx="62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944" name="잉크 39943">
                  <a:extLst>
                    <a:ext uri="{FF2B5EF4-FFF2-40B4-BE49-F238E27FC236}">
                      <a16:creationId xmlns:a16="http://schemas.microsoft.com/office/drawing/2014/main" id="{D09F1A94-CA22-E3DF-6849-B63E1BF4F657}"/>
                    </a:ext>
                  </a:extLst>
                </p14:cNvPr>
                <p14:cNvContentPartPr/>
                <p14:nvPr/>
              </p14:nvContentPartPr>
              <p14:xfrm>
                <a:off x="1467540" y="474695"/>
                <a:ext cx="40680" cy="109080"/>
              </p14:xfrm>
            </p:contentPart>
          </mc:Choice>
          <mc:Fallback>
            <p:pic>
              <p:nvPicPr>
                <p:cNvPr id="39944" name="잉크 39943">
                  <a:extLst>
                    <a:ext uri="{FF2B5EF4-FFF2-40B4-BE49-F238E27FC236}">
                      <a16:creationId xmlns:a16="http://schemas.microsoft.com/office/drawing/2014/main" id="{D09F1A94-CA22-E3DF-6849-B63E1BF4F65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58540" y="466055"/>
                  <a:ext cx="5832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52" name="그룹 39951">
            <a:extLst>
              <a:ext uri="{FF2B5EF4-FFF2-40B4-BE49-F238E27FC236}">
                <a16:creationId xmlns:a16="http://schemas.microsoft.com/office/drawing/2014/main" id="{78A8F147-E85E-1AFB-7966-3FE241F255F8}"/>
              </a:ext>
            </a:extLst>
          </p:cNvPr>
          <p:cNvGrpSpPr/>
          <p:nvPr/>
        </p:nvGrpSpPr>
        <p:grpSpPr>
          <a:xfrm>
            <a:off x="1075860" y="752255"/>
            <a:ext cx="459360" cy="124920"/>
            <a:chOff x="1075860" y="752255"/>
            <a:chExt cx="45936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945" name="잉크 39944">
                  <a:extLst>
                    <a:ext uri="{FF2B5EF4-FFF2-40B4-BE49-F238E27FC236}">
                      <a16:creationId xmlns:a16="http://schemas.microsoft.com/office/drawing/2014/main" id="{18A491DF-4F26-FC61-CEE9-7E38131C970E}"/>
                    </a:ext>
                  </a:extLst>
                </p14:cNvPr>
                <p14:cNvContentPartPr/>
                <p14:nvPr/>
              </p14:nvContentPartPr>
              <p14:xfrm>
                <a:off x="1075860" y="801935"/>
                <a:ext cx="76680" cy="58680"/>
              </p14:xfrm>
            </p:contentPart>
          </mc:Choice>
          <mc:Fallback>
            <p:pic>
              <p:nvPicPr>
                <p:cNvPr id="39945" name="잉크 39944">
                  <a:extLst>
                    <a:ext uri="{FF2B5EF4-FFF2-40B4-BE49-F238E27FC236}">
                      <a16:creationId xmlns:a16="http://schemas.microsoft.com/office/drawing/2014/main" id="{18A491DF-4F26-FC61-CEE9-7E38131C970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66860" y="793295"/>
                  <a:ext cx="94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946" name="잉크 39945">
                  <a:extLst>
                    <a:ext uri="{FF2B5EF4-FFF2-40B4-BE49-F238E27FC236}">
                      <a16:creationId xmlns:a16="http://schemas.microsoft.com/office/drawing/2014/main" id="{2EBB5FB0-789B-771C-9186-B8CE0FD1BAC4}"/>
                    </a:ext>
                  </a:extLst>
                </p14:cNvPr>
                <p14:cNvContentPartPr/>
                <p14:nvPr/>
              </p14:nvContentPartPr>
              <p14:xfrm>
                <a:off x="1163700" y="806615"/>
                <a:ext cx="62640" cy="64800"/>
              </p14:xfrm>
            </p:contentPart>
          </mc:Choice>
          <mc:Fallback>
            <p:pic>
              <p:nvPicPr>
                <p:cNvPr id="39946" name="잉크 39945">
                  <a:extLst>
                    <a:ext uri="{FF2B5EF4-FFF2-40B4-BE49-F238E27FC236}">
                      <a16:creationId xmlns:a16="http://schemas.microsoft.com/office/drawing/2014/main" id="{2EBB5FB0-789B-771C-9186-B8CE0FD1BA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5060" y="797975"/>
                  <a:ext cx="80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947" name="잉크 39946">
                  <a:extLst>
                    <a:ext uri="{FF2B5EF4-FFF2-40B4-BE49-F238E27FC236}">
                      <a16:creationId xmlns:a16="http://schemas.microsoft.com/office/drawing/2014/main" id="{396A5255-D67F-954A-48B8-8AE67E52BEBB}"/>
                    </a:ext>
                  </a:extLst>
                </p14:cNvPr>
                <p14:cNvContentPartPr/>
                <p14:nvPr/>
              </p14:nvContentPartPr>
              <p14:xfrm>
                <a:off x="1204380" y="788975"/>
                <a:ext cx="39600" cy="83160"/>
              </p14:xfrm>
            </p:contentPart>
          </mc:Choice>
          <mc:Fallback>
            <p:pic>
              <p:nvPicPr>
                <p:cNvPr id="39947" name="잉크 39946">
                  <a:extLst>
                    <a:ext uri="{FF2B5EF4-FFF2-40B4-BE49-F238E27FC236}">
                      <a16:creationId xmlns:a16="http://schemas.microsoft.com/office/drawing/2014/main" id="{396A5255-D67F-954A-48B8-8AE67E52BE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5380" y="780335"/>
                  <a:ext cx="57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948" name="잉크 39947">
                  <a:extLst>
                    <a:ext uri="{FF2B5EF4-FFF2-40B4-BE49-F238E27FC236}">
                      <a16:creationId xmlns:a16="http://schemas.microsoft.com/office/drawing/2014/main" id="{FFE0CF71-18E7-19D6-4ED8-E479E800572C}"/>
                    </a:ext>
                  </a:extLst>
                </p14:cNvPr>
                <p14:cNvContentPartPr/>
                <p14:nvPr/>
              </p14:nvContentPartPr>
              <p14:xfrm>
                <a:off x="1248300" y="788255"/>
                <a:ext cx="59040" cy="75240"/>
              </p14:xfrm>
            </p:contentPart>
          </mc:Choice>
          <mc:Fallback>
            <p:pic>
              <p:nvPicPr>
                <p:cNvPr id="39948" name="잉크 39947">
                  <a:extLst>
                    <a:ext uri="{FF2B5EF4-FFF2-40B4-BE49-F238E27FC236}">
                      <a16:creationId xmlns:a16="http://schemas.microsoft.com/office/drawing/2014/main" id="{FFE0CF71-18E7-19D6-4ED8-E479E800572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39300" y="779615"/>
                  <a:ext cx="76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949" name="잉크 39948">
                  <a:extLst>
                    <a:ext uri="{FF2B5EF4-FFF2-40B4-BE49-F238E27FC236}">
                      <a16:creationId xmlns:a16="http://schemas.microsoft.com/office/drawing/2014/main" id="{7A934920-291A-2938-4C3A-5017C745DFAA}"/>
                    </a:ext>
                  </a:extLst>
                </p14:cNvPr>
                <p14:cNvContentPartPr/>
                <p14:nvPr/>
              </p14:nvContentPartPr>
              <p14:xfrm>
                <a:off x="1357380" y="757655"/>
                <a:ext cx="35640" cy="111240"/>
              </p14:xfrm>
            </p:contentPart>
          </mc:Choice>
          <mc:Fallback>
            <p:pic>
              <p:nvPicPr>
                <p:cNvPr id="39949" name="잉크 39948">
                  <a:extLst>
                    <a:ext uri="{FF2B5EF4-FFF2-40B4-BE49-F238E27FC236}">
                      <a16:creationId xmlns:a16="http://schemas.microsoft.com/office/drawing/2014/main" id="{7A934920-291A-2938-4C3A-5017C745DFA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48740" y="749015"/>
                  <a:ext cx="53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9950" name="잉크 39949">
                  <a:extLst>
                    <a:ext uri="{FF2B5EF4-FFF2-40B4-BE49-F238E27FC236}">
                      <a16:creationId xmlns:a16="http://schemas.microsoft.com/office/drawing/2014/main" id="{1107FE6F-63D6-E750-B330-BA3886691F60}"/>
                    </a:ext>
                  </a:extLst>
                </p14:cNvPr>
                <p14:cNvContentPartPr/>
                <p14:nvPr/>
              </p14:nvContentPartPr>
              <p14:xfrm>
                <a:off x="1421820" y="778535"/>
                <a:ext cx="47160" cy="94680"/>
              </p14:xfrm>
            </p:contentPart>
          </mc:Choice>
          <mc:Fallback>
            <p:pic>
              <p:nvPicPr>
                <p:cNvPr id="39950" name="잉크 39949">
                  <a:extLst>
                    <a:ext uri="{FF2B5EF4-FFF2-40B4-BE49-F238E27FC236}">
                      <a16:creationId xmlns:a16="http://schemas.microsoft.com/office/drawing/2014/main" id="{1107FE6F-63D6-E750-B330-BA3886691F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13180" y="769535"/>
                  <a:ext cx="64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9951" name="잉크 39950">
                  <a:extLst>
                    <a:ext uri="{FF2B5EF4-FFF2-40B4-BE49-F238E27FC236}">
                      <a16:creationId xmlns:a16="http://schemas.microsoft.com/office/drawing/2014/main" id="{EB3C7398-4353-BEAB-697E-EAF892249FE2}"/>
                    </a:ext>
                  </a:extLst>
                </p14:cNvPr>
                <p14:cNvContentPartPr/>
                <p14:nvPr/>
              </p14:nvContentPartPr>
              <p14:xfrm>
                <a:off x="1476180" y="752255"/>
                <a:ext cx="59040" cy="124920"/>
              </p14:xfrm>
            </p:contentPart>
          </mc:Choice>
          <mc:Fallback>
            <p:pic>
              <p:nvPicPr>
                <p:cNvPr id="39951" name="잉크 39950">
                  <a:extLst>
                    <a:ext uri="{FF2B5EF4-FFF2-40B4-BE49-F238E27FC236}">
                      <a16:creationId xmlns:a16="http://schemas.microsoft.com/office/drawing/2014/main" id="{EB3C7398-4353-BEAB-697E-EAF892249F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67540" y="743255"/>
                  <a:ext cx="7668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32" name="그룹 34831">
            <a:extLst>
              <a:ext uri="{FF2B5EF4-FFF2-40B4-BE49-F238E27FC236}">
                <a16:creationId xmlns:a16="http://schemas.microsoft.com/office/drawing/2014/main" id="{C7CCA164-4D67-4490-F490-DE28C9B7EEC1}"/>
              </a:ext>
            </a:extLst>
          </p:cNvPr>
          <p:cNvGrpSpPr/>
          <p:nvPr/>
        </p:nvGrpSpPr>
        <p:grpSpPr>
          <a:xfrm>
            <a:off x="10620" y="903455"/>
            <a:ext cx="117720" cy="100080"/>
            <a:chOff x="10620" y="903455"/>
            <a:chExt cx="11772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4830" name="잉크 34829">
                  <a:extLst>
                    <a:ext uri="{FF2B5EF4-FFF2-40B4-BE49-F238E27FC236}">
                      <a16:creationId xmlns:a16="http://schemas.microsoft.com/office/drawing/2014/main" id="{778E063D-92F5-C98C-BE6D-111AE02367F7}"/>
                    </a:ext>
                  </a:extLst>
                </p14:cNvPr>
                <p14:cNvContentPartPr/>
                <p14:nvPr/>
              </p14:nvContentPartPr>
              <p14:xfrm>
                <a:off x="25740" y="920375"/>
                <a:ext cx="66960" cy="77400"/>
              </p14:xfrm>
            </p:contentPart>
          </mc:Choice>
          <mc:Fallback>
            <p:pic>
              <p:nvPicPr>
                <p:cNvPr id="34830" name="잉크 34829">
                  <a:extLst>
                    <a:ext uri="{FF2B5EF4-FFF2-40B4-BE49-F238E27FC236}">
                      <a16:creationId xmlns:a16="http://schemas.microsoft.com/office/drawing/2014/main" id="{778E063D-92F5-C98C-BE6D-111AE02367F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100" y="911375"/>
                  <a:ext cx="84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4831" name="잉크 34830">
                  <a:extLst>
                    <a:ext uri="{FF2B5EF4-FFF2-40B4-BE49-F238E27FC236}">
                      <a16:creationId xmlns:a16="http://schemas.microsoft.com/office/drawing/2014/main" id="{B607450E-0665-206C-E1A2-2B4E8767AF8D}"/>
                    </a:ext>
                  </a:extLst>
                </p14:cNvPr>
                <p14:cNvContentPartPr/>
                <p14:nvPr/>
              </p14:nvContentPartPr>
              <p14:xfrm>
                <a:off x="10620" y="903455"/>
                <a:ext cx="117720" cy="100080"/>
              </p14:xfrm>
            </p:contentPart>
          </mc:Choice>
          <mc:Fallback>
            <p:pic>
              <p:nvPicPr>
                <p:cNvPr id="34831" name="잉크 34830">
                  <a:extLst>
                    <a:ext uri="{FF2B5EF4-FFF2-40B4-BE49-F238E27FC236}">
                      <a16:creationId xmlns:a16="http://schemas.microsoft.com/office/drawing/2014/main" id="{B607450E-0665-206C-E1A2-2B4E8767AF8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20" y="894815"/>
                  <a:ext cx="13536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39" name="그룹 34838">
            <a:extLst>
              <a:ext uri="{FF2B5EF4-FFF2-40B4-BE49-F238E27FC236}">
                <a16:creationId xmlns:a16="http://schemas.microsoft.com/office/drawing/2014/main" id="{BE8DBE5E-4BF9-4843-2ADE-C9EE05E7C012}"/>
              </a:ext>
            </a:extLst>
          </p:cNvPr>
          <p:cNvGrpSpPr/>
          <p:nvPr/>
        </p:nvGrpSpPr>
        <p:grpSpPr>
          <a:xfrm>
            <a:off x="830700" y="713735"/>
            <a:ext cx="240840" cy="246240"/>
            <a:chOff x="830700" y="713735"/>
            <a:chExt cx="24084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4827" name="잉크 34826">
                  <a:extLst>
                    <a:ext uri="{FF2B5EF4-FFF2-40B4-BE49-F238E27FC236}">
                      <a16:creationId xmlns:a16="http://schemas.microsoft.com/office/drawing/2014/main" id="{77C4D3B2-9F46-35F3-6497-A276F8763114}"/>
                    </a:ext>
                  </a:extLst>
                </p14:cNvPr>
                <p14:cNvContentPartPr/>
                <p14:nvPr/>
              </p14:nvContentPartPr>
              <p14:xfrm>
                <a:off x="937620" y="723815"/>
                <a:ext cx="111600" cy="114120"/>
              </p14:xfrm>
            </p:contentPart>
          </mc:Choice>
          <mc:Fallback>
            <p:pic>
              <p:nvPicPr>
                <p:cNvPr id="34827" name="잉크 34826">
                  <a:extLst>
                    <a:ext uri="{FF2B5EF4-FFF2-40B4-BE49-F238E27FC236}">
                      <a16:creationId xmlns:a16="http://schemas.microsoft.com/office/drawing/2014/main" id="{77C4D3B2-9F46-35F3-6497-A276F87631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8620" y="715175"/>
                  <a:ext cx="129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4828" name="잉크 34827">
                  <a:extLst>
                    <a:ext uri="{FF2B5EF4-FFF2-40B4-BE49-F238E27FC236}">
                      <a16:creationId xmlns:a16="http://schemas.microsoft.com/office/drawing/2014/main" id="{10864DE2-A013-2F88-E37C-45352A428E83}"/>
                    </a:ext>
                  </a:extLst>
                </p14:cNvPr>
                <p14:cNvContentPartPr/>
                <p14:nvPr/>
              </p14:nvContentPartPr>
              <p14:xfrm>
                <a:off x="948060" y="713735"/>
                <a:ext cx="123480" cy="124920"/>
              </p14:xfrm>
            </p:contentPart>
          </mc:Choice>
          <mc:Fallback>
            <p:pic>
              <p:nvPicPr>
                <p:cNvPr id="34828" name="잉크 34827">
                  <a:extLst>
                    <a:ext uri="{FF2B5EF4-FFF2-40B4-BE49-F238E27FC236}">
                      <a16:creationId xmlns:a16="http://schemas.microsoft.com/office/drawing/2014/main" id="{10864DE2-A013-2F88-E37C-45352A428E8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9420" y="704735"/>
                  <a:ext cx="1411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4833" name="잉크 34832">
                  <a:extLst>
                    <a:ext uri="{FF2B5EF4-FFF2-40B4-BE49-F238E27FC236}">
                      <a16:creationId xmlns:a16="http://schemas.microsoft.com/office/drawing/2014/main" id="{CB6F6359-217B-99C4-9F33-8FBD4D3D9CE2}"/>
                    </a:ext>
                  </a:extLst>
                </p14:cNvPr>
                <p14:cNvContentPartPr/>
                <p14:nvPr/>
              </p14:nvContentPartPr>
              <p14:xfrm>
                <a:off x="830700" y="857735"/>
                <a:ext cx="52920" cy="102240"/>
              </p14:xfrm>
            </p:contentPart>
          </mc:Choice>
          <mc:Fallback>
            <p:pic>
              <p:nvPicPr>
                <p:cNvPr id="34833" name="잉크 34832">
                  <a:extLst>
                    <a:ext uri="{FF2B5EF4-FFF2-40B4-BE49-F238E27FC236}">
                      <a16:creationId xmlns:a16="http://schemas.microsoft.com/office/drawing/2014/main" id="{CB6F6359-217B-99C4-9F33-8FBD4D3D9CE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2060" y="849095"/>
                  <a:ext cx="70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4834" name="잉크 34833">
                  <a:extLst>
                    <a:ext uri="{FF2B5EF4-FFF2-40B4-BE49-F238E27FC236}">
                      <a16:creationId xmlns:a16="http://schemas.microsoft.com/office/drawing/2014/main" id="{A278F2A7-5747-D0A7-9EE7-4966B28C33A8}"/>
                    </a:ext>
                  </a:extLst>
                </p14:cNvPr>
                <p14:cNvContentPartPr/>
                <p14:nvPr/>
              </p14:nvContentPartPr>
              <p14:xfrm>
                <a:off x="887220" y="858095"/>
                <a:ext cx="35640" cy="100440"/>
              </p14:xfrm>
            </p:contentPart>
          </mc:Choice>
          <mc:Fallback>
            <p:pic>
              <p:nvPicPr>
                <p:cNvPr id="34834" name="잉크 34833">
                  <a:extLst>
                    <a:ext uri="{FF2B5EF4-FFF2-40B4-BE49-F238E27FC236}">
                      <a16:creationId xmlns:a16="http://schemas.microsoft.com/office/drawing/2014/main" id="{A278F2A7-5747-D0A7-9EE7-4966B28C33A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220" y="849455"/>
                  <a:ext cx="53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4835" name="잉크 34834">
                  <a:extLst>
                    <a:ext uri="{FF2B5EF4-FFF2-40B4-BE49-F238E27FC236}">
                      <a16:creationId xmlns:a16="http://schemas.microsoft.com/office/drawing/2014/main" id="{338D21DF-6959-100D-13BA-FC6B29C67348}"/>
                    </a:ext>
                  </a:extLst>
                </p14:cNvPr>
                <p14:cNvContentPartPr/>
                <p14:nvPr/>
              </p14:nvContentPartPr>
              <p14:xfrm>
                <a:off x="923220" y="909575"/>
                <a:ext cx="27000" cy="38880"/>
              </p14:xfrm>
            </p:contentPart>
          </mc:Choice>
          <mc:Fallback>
            <p:pic>
              <p:nvPicPr>
                <p:cNvPr id="34835" name="잉크 34834">
                  <a:extLst>
                    <a:ext uri="{FF2B5EF4-FFF2-40B4-BE49-F238E27FC236}">
                      <a16:creationId xmlns:a16="http://schemas.microsoft.com/office/drawing/2014/main" id="{338D21DF-6959-100D-13BA-FC6B29C6734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4580" y="900575"/>
                  <a:ext cx="44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4836" name="잉크 34835">
                  <a:extLst>
                    <a:ext uri="{FF2B5EF4-FFF2-40B4-BE49-F238E27FC236}">
                      <a16:creationId xmlns:a16="http://schemas.microsoft.com/office/drawing/2014/main" id="{A3AB0034-33ED-7F89-FD5A-5CEF5AEE2C6C}"/>
                    </a:ext>
                  </a:extLst>
                </p14:cNvPr>
                <p14:cNvContentPartPr/>
                <p14:nvPr/>
              </p14:nvContentPartPr>
              <p14:xfrm>
                <a:off x="957420" y="859535"/>
                <a:ext cx="60840" cy="93600"/>
              </p14:xfrm>
            </p:contentPart>
          </mc:Choice>
          <mc:Fallback>
            <p:pic>
              <p:nvPicPr>
                <p:cNvPr id="34836" name="잉크 34835">
                  <a:extLst>
                    <a:ext uri="{FF2B5EF4-FFF2-40B4-BE49-F238E27FC236}">
                      <a16:creationId xmlns:a16="http://schemas.microsoft.com/office/drawing/2014/main" id="{A3AB0034-33ED-7F89-FD5A-5CEF5AEE2C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8780" y="850895"/>
                  <a:ext cx="78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4837" name="잉크 34836">
                  <a:extLst>
                    <a:ext uri="{FF2B5EF4-FFF2-40B4-BE49-F238E27FC236}">
                      <a16:creationId xmlns:a16="http://schemas.microsoft.com/office/drawing/2014/main" id="{E02FB7D9-06FA-89F6-38C4-3A702AF800CB}"/>
                    </a:ext>
                  </a:extLst>
                </p14:cNvPr>
                <p14:cNvContentPartPr/>
                <p14:nvPr/>
              </p14:nvContentPartPr>
              <p14:xfrm>
                <a:off x="997020" y="866375"/>
                <a:ext cx="57960" cy="68400"/>
              </p14:xfrm>
            </p:contentPart>
          </mc:Choice>
          <mc:Fallback>
            <p:pic>
              <p:nvPicPr>
                <p:cNvPr id="34837" name="잉크 34836">
                  <a:extLst>
                    <a:ext uri="{FF2B5EF4-FFF2-40B4-BE49-F238E27FC236}">
                      <a16:creationId xmlns:a16="http://schemas.microsoft.com/office/drawing/2014/main" id="{E02FB7D9-06FA-89F6-38C4-3A702AF800C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88020" y="857735"/>
                  <a:ext cx="75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4838" name="잉크 34837">
                  <a:extLst>
                    <a:ext uri="{FF2B5EF4-FFF2-40B4-BE49-F238E27FC236}">
                      <a16:creationId xmlns:a16="http://schemas.microsoft.com/office/drawing/2014/main" id="{F034D3C4-D8D3-E0BF-47CF-DDBBECB3B0F4}"/>
                    </a:ext>
                  </a:extLst>
                </p14:cNvPr>
                <p14:cNvContentPartPr/>
                <p14:nvPr/>
              </p14:nvContentPartPr>
              <p14:xfrm>
                <a:off x="1063260" y="938015"/>
                <a:ext cx="720" cy="3240"/>
              </p14:xfrm>
            </p:contentPart>
          </mc:Choice>
          <mc:Fallback>
            <p:pic>
              <p:nvPicPr>
                <p:cNvPr id="34838" name="잉크 34837">
                  <a:extLst>
                    <a:ext uri="{FF2B5EF4-FFF2-40B4-BE49-F238E27FC236}">
                      <a16:creationId xmlns:a16="http://schemas.microsoft.com/office/drawing/2014/main" id="{F034D3C4-D8D3-E0BF-47CF-DDBBECB3B0F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4260" y="929015"/>
                  <a:ext cx="1836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96" name="그룹 39995">
            <a:extLst>
              <a:ext uri="{FF2B5EF4-FFF2-40B4-BE49-F238E27FC236}">
                <a16:creationId xmlns:a16="http://schemas.microsoft.com/office/drawing/2014/main" id="{550D468A-1D70-2318-6F81-0FD722173415}"/>
              </a:ext>
            </a:extLst>
          </p:cNvPr>
          <p:cNvGrpSpPr/>
          <p:nvPr/>
        </p:nvGrpSpPr>
        <p:grpSpPr>
          <a:xfrm>
            <a:off x="973620" y="1151135"/>
            <a:ext cx="501840" cy="209520"/>
            <a:chOff x="973620" y="1151135"/>
            <a:chExt cx="50184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9987" name="잉크 39986">
                  <a:extLst>
                    <a:ext uri="{FF2B5EF4-FFF2-40B4-BE49-F238E27FC236}">
                      <a16:creationId xmlns:a16="http://schemas.microsoft.com/office/drawing/2014/main" id="{E4696597-163A-0D48-EFB5-E59B0B46E760}"/>
                    </a:ext>
                  </a:extLst>
                </p14:cNvPr>
                <p14:cNvContentPartPr/>
                <p14:nvPr/>
              </p14:nvContentPartPr>
              <p14:xfrm>
                <a:off x="973620" y="1204415"/>
                <a:ext cx="50760" cy="112680"/>
              </p14:xfrm>
            </p:contentPart>
          </mc:Choice>
          <mc:Fallback>
            <p:pic>
              <p:nvPicPr>
                <p:cNvPr id="39987" name="잉크 39986">
                  <a:extLst>
                    <a:ext uri="{FF2B5EF4-FFF2-40B4-BE49-F238E27FC236}">
                      <a16:creationId xmlns:a16="http://schemas.microsoft.com/office/drawing/2014/main" id="{E4696597-163A-0D48-EFB5-E59B0B46E7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4980" y="1195415"/>
                  <a:ext cx="68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9988" name="잉크 39987">
                  <a:extLst>
                    <a:ext uri="{FF2B5EF4-FFF2-40B4-BE49-F238E27FC236}">
                      <a16:creationId xmlns:a16="http://schemas.microsoft.com/office/drawing/2014/main" id="{A73466AD-A5AE-FD73-0853-9243282B1A1B}"/>
                    </a:ext>
                  </a:extLst>
                </p14:cNvPr>
                <p14:cNvContentPartPr/>
                <p14:nvPr/>
              </p14:nvContentPartPr>
              <p14:xfrm>
                <a:off x="1017540" y="1183535"/>
                <a:ext cx="39600" cy="96120"/>
              </p14:xfrm>
            </p:contentPart>
          </mc:Choice>
          <mc:Fallback>
            <p:pic>
              <p:nvPicPr>
                <p:cNvPr id="39988" name="잉크 39987">
                  <a:extLst>
                    <a:ext uri="{FF2B5EF4-FFF2-40B4-BE49-F238E27FC236}">
                      <a16:creationId xmlns:a16="http://schemas.microsoft.com/office/drawing/2014/main" id="{A73466AD-A5AE-FD73-0853-9243282B1A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8900" y="1174895"/>
                  <a:ext cx="57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9989" name="잉크 39988">
                  <a:extLst>
                    <a:ext uri="{FF2B5EF4-FFF2-40B4-BE49-F238E27FC236}">
                      <a16:creationId xmlns:a16="http://schemas.microsoft.com/office/drawing/2014/main" id="{42C170DC-0504-349D-7B8D-5FF95026B88F}"/>
                    </a:ext>
                  </a:extLst>
                </p14:cNvPr>
                <p14:cNvContentPartPr/>
                <p14:nvPr/>
              </p14:nvContentPartPr>
              <p14:xfrm>
                <a:off x="1063620" y="1214495"/>
                <a:ext cx="40680" cy="146160"/>
              </p14:xfrm>
            </p:contentPart>
          </mc:Choice>
          <mc:Fallback>
            <p:pic>
              <p:nvPicPr>
                <p:cNvPr id="39989" name="잉크 39988">
                  <a:extLst>
                    <a:ext uri="{FF2B5EF4-FFF2-40B4-BE49-F238E27FC236}">
                      <a16:creationId xmlns:a16="http://schemas.microsoft.com/office/drawing/2014/main" id="{42C170DC-0504-349D-7B8D-5FF95026B8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4980" y="1205855"/>
                  <a:ext cx="58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9990" name="잉크 39989">
                  <a:extLst>
                    <a:ext uri="{FF2B5EF4-FFF2-40B4-BE49-F238E27FC236}">
                      <a16:creationId xmlns:a16="http://schemas.microsoft.com/office/drawing/2014/main" id="{E47E3078-D82B-C1FC-2762-2F023D704EDF}"/>
                    </a:ext>
                  </a:extLst>
                </p14:cNvPr>
                <p14:cNvContentPartPr/>
                <p14:nvPr/>
              </p14:nvContentPartPr>
              <p14:xfrm>
                <a:off x="1114020" y="1222055"/>
                <a:ext cx="48600" cy="64440"/>
              </p14:xfrm>
            </p:contentPart>
          </mc:Choice>
          <mc:Fallback>
            <p:pic>
              <p:nvPicPr>
                <p:cNvPr id="39990" name="잉크 39989">
                  <a:extLst>
                    <a:ext uri="{FF2B5EF4-FFF2-40B4-BE49-F238E27FC236}">
                      <a16:creationId xmlns:a16="http://schemas.microsoft.com/office/drawing/2014/main" id="{E47E3078-D82B-C1FC-2762-2F023D704ED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05380" y="1213055"/>
                  <a:ext cx="66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9991" name="잉크 39990">
                  <a:extLst>
                    <a:ext uri="{FF2B5EF4-FFF2-40B4-BE49-F238E27FC236}">
                      <a16:creationId xmlns:a16="http://schemas.microsoft.com/office/drawing/2014/main" id="{A4236E55-0BE2-7FE9-C994-647F0D54FF72}"/>
                    </a:ext>
                  </a:extLst>
                </p14:cNvPr>
                <p14:cNvContentPartPr/>
                <p14:nvPr/>
              </p14:nvContentPartPr>
              <p14:xfrm>
                <a:off x="1171980" y="1214855"/>
                <a:ext cx="53280" cy="56160"/>
              </p14:xfrm>
            </p:contentPart>
          </mc:Choice>
          <mc:Fallback>
            <p:pic>
              <p:nvPicPr>
                <p:cNvPr id="39991" name="잉크 39990">
                  <a:extLst>
                    <a:ext uri="{FF2B5EF4-FFF2-40B4-BE49-F238E27FC236}">
                      <a16:creationId xmlns:a16="http://schemas.microsoft.com/office/drawing/2014/main" id="{A4236E55-0BE2-7FE9-C994-647F0D54FF7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63340" y="1205855"/>
                  <a:ext cx="70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9992" name="잉크 39991">
                  <a:extLst>
                    <a:ext uri="{FF2B5EF4-FFF2-40B4-BE49-F238E27FC236}">
                      <a16:creationId xmlns:a16="http://schemas.microsoft.com/office/drawing/2014/main" id="{8DAD0646-72DD-C499-02EC-22608F56BA6D}"/>
                    </a:ext>
                  </a:extLst>
                </p14:cNvPr>
                <p14:cNvContentPartPr/>
                <p14:nvPr/>
              </p14:nvContentPartPr>
              <p14:xfrm>
                <a:off x="1215180" y="1187135"/>
                <a:ext cx="38520" cy="100080"/>
              </p14:xfrm>
            </p:contentPart>
          </mc:Choice>
          <mc:Fallback>
            <p:pic>
              <p:nvPicPr>
                <p:cNvPr id="39992" name="잉크 39991">
                  <a:extLst>
                    <a:ext uri="{FF2B5EF4-FFF2-40B4-BE49-F238E27FC236}">
                      <a16:creationId xmlns:a16="http://schemas.microsoft.com/office/drawing/2014/main" id="{8DAD0646-72DD-C499-02EC-22608F56BA6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06180" y="1178495"/>
                  <a:ext cx="56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9993" name="잉크 39992">
                  <a:extLst>
                    <a:ext uri="{FF2B5EF4-FFF2-40B4-BE49-F238E27FC236}">
                      <a16:creationId xmlns:a16="http://schemas.microsoft.com/office/drawing/2014/main" id="{56E48151-25C2-D198-428D-E2E0517574F2}"/>
                    </a:ext>
                  </a:extLst>
                </p14:cNvPr>
                <p14:cNvContentPartPr/>
                <p14:nvPr/>
              </p14:nvContentPartPr>
              <p14:xfrm>
                <a:off x="1285380" y="1159415"/>
                <a:ext cx="47520" cy="134280"/>
              </p14:xfrm>
            </p:contentPart>
          </mc:Choice>
          <mc:Fallback>
            <p:pic>
              <p:nvPicPr>
                <p:cNvPr id="39993" name="잉크 39992">
                  <a:extLst>
                    <a:ext uri="{FF2B5EF4-FFF2-40B4-BE49-F238E27FC236}">
                      <a16:creationId xmlns:a16="http://schemas.microsoft.com/office/drawing/2014/main" id="{56E48151-25C2-D198-428D-E2E0517574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76380" y="1150415"/>
                  <a:ext cx="65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9994" name="잉크 39993">
                  <a:extLst>
                    <a:ext uri="{FF2B5EF4-FFF2-40B4-BE49-F238E27FC236}">
                      <a16:creationId xmlns:a16="http://schemas.microsoft.com/office/drawing/2014/main" id="{D0B41F49-279B-6146-EB3A-151A2D34AFED}"/>
                    </a:ext>
                  </a:extLst>
                </p14:cNvPr>
                <p14:cNvContentPartPr/>
                <p14:nvPr/>
              </p14:nvContentPartPr>
              <p14:xfrm>
                <a:off x="1348380" y="1156535"/>
                <a:ext cx="72720" cy="98640"/>
              </p14:xfrm>
            </p:contentPart>
          </mc:Choice>
          <mc:Fallback>
            <p:pic>
              <p:nvPicPr>
                <p:cNvPr id="39994" name="잉크 39993">
                  <a:extLst>
                    <a:ext uri="{FF2B5EF4-FFF2-40B4-BE49-F238E27FC236}">
                      <a16:creationId xmlns:a16="http://schemas.microsoft.com/office/drawing/2014/main" id="{D0B41F49-279B-6146-EB3A-151A2D34AFE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39740" y="1147895"/>
                  <a:ext cx="90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9995" name="잉크 39994">
                  <a:extLst>
                    <a:ext uri="{FF2B5EF4-FFF2-40B4-BE49-F238E27FC236}">
                      <a16:creationId xmlns:a16="http://schemas.microsoft.com/office/drawing/2014/main" id="{D67FC00A-2FB3-E41C-BD85-9B8B4353D441}"/>
                    </a:ext>
                  </a:extLst>
                </p14:cNvPr>
                <p14:cNvContentPartPr/>
                <p14:nvPr/>
              </p14:nvContentPartPr>
              <p14:xfrm>
                <a:off x="1384020" y="1151135"/>
                <a:ext cx="91440" cy="126360"/>
              </p14:xfrm>
            </p:contentPart>
          </mc:Choice>
          <mc:Fallback>
            <p:pic>
              <p:nvPicPr>
                <p:cNvPr id="39995" name="잉크 39994">
                  <a:extLst>
                    <a:ext uri="{FF2B5EF4-FFF2-40B4-BE49-F238E27FC236}">
                      <a16:creationId xmlns:a16="http://schemas.microsoft.com/office/drawing/2014/main" id="{D67FC00A-2FB3-E41C-BD85-9B8B4353D44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75020" y="1142495"/>
                  <a:ext cx="10908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05" name="그룹 40004">
            <a:extLst>
              <a:ext uri="{FF2B5EF4-FFF2-40B4-BE49-F238E27FC236}">
                <a16:creationId xmlns:a16="http://schemas.microsoft.com/office/drawing/2014/main" id="{31CB7482-926B-8209-BF09-F0606C041A6D}"/>
              </a:ext>
            </a:extLst>
          </p:cNvPr>
          <p:cNvGrpSpPr/>
          <p:nvPr/>
        </p:nvGrpSpPr>
        <p:grpSpPr>
          <a:xfrm>
            <a:off x="233820" y="1196135"/>
            <a:ext cx="471600" cy="194400"/>
            <a:chOff x="233820" y="1196135"/>
            <a:chExt cx="47160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9997" name="잉크 39996">
                  <a:extLst>
                    <a:ext uri="{FF2B5EF4-FFF2-40B4-BE49-F238E27FC236}">
                      <a16:creationId xmlns:a16="http://schemas.microsoft.com/office/drawing/2014/main" id="{24C058FC-4CDE-7F1C-EB1D-8AEE916C5B24}"/>
                    </a:ext>
                  </a:extLst>
                </p14:cNvPr>
                <p14:cNvContentPartPr/>
                <p14:nvPr/>
              </p14:nvContentPartPr>
              <p14:xfrm>
                <a:off x="233820" y="1241855"/>
                <a:ext cx="54360" cy="97560"/>
              </p14:xfrm>
            </p:contentPart>
          </mc:Choice>
          <mc:Fallback>
            <p:pic>
              <p:nvPicPr>
                <p:cNvPr id="39997" name="잉크 39996">
                  <a:extLst>
                    <a:ext uri="{FF2B5EF4-FFF2-40B4-BE49-F238E27FC236}">
                      <a16:creationId xmlns:a16="http://schemas.microsoft.com/office/drawing/2014/main" id="{24C058FC-4CDE-7F1C-EB1D-8AEE916C5B2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4820" y="1233215"/>
                  <a:ext cx="72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9998" name="잉크 39997">
                  <a:extLst>
                    <a:ext uri="{FF2B5EF4-FFF2-40B4-BE49-F238E27FC236}">
                      <a16:creationId xmlns:a16="http://schemas.microsoft.com/office/drawing/2014/main" id="{F7FDE3E2-1DEF-1710-DC77-213B28D5876E}"/>
                    </a:ext>
                  </a:extLst>
                </p14:cNvPr>
                <p14:cNvContentPartPr/>
                <p14:nvPr/>
              </p14:nvContentPartPr>
              <p14:xfrm>
                <a:off x="292500" y="1228535"/>
                <a:ext cx="26640" cy="80280"/>
              </p14:xfrm>
            </p:contentPart>
          </mc:Choice>
          <mc:Fallback>
            <p:pic>
              <p:nvPicPr>
                <p:cNvPr id="39998" name="잉크 39997">
                  <a:extLst>
                    <a:ext uri="{FF2B5EF4-FFF2-40B4-BE49-F238E27FC236}">
                      <a16:creationId xmlns:a16="http://schemas.microsoft.com/office/drawing/2014/main" id="{F7FDE3E2-1DEF-1710-DC77-213B28D5876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3860" y="1219535"/>
                  <a:ext cx="442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9999" name="잉크 39998">
                  <a:extLst>
                    <a:ext uri="{FF2B5EF4-FFF2-40B4-BE49-F238E27FC236}">
                      <a16:creationId xmlns:a16="http://schemas.microsoft.com/office/drawing/2014/main" id="{7B7B7F04-A28D-36DA-5624-A487A724520F}"/>
                    </a:ext>
                  </a:extLst>
                </p14:cNvPr>
                <p14:cNvContentPartPr/>
                <p14:nvPr/>
              </p14:nvContentPartPr>
              <p14:xfrm>
                <a:off x="335340" y="1252655"/>
                <a:ext cx="46440" cy="137880"/>
              </p14:xfrm>
            </p:contentPart>
          </mc:Choice>
          <mc:Fallback>
            <p:pic>
              <p:nvPicPr>
                <p:cNvPr id="39999" name="잉크 39998">
                  <a:extLst>
                    <a:ext uri="{FF2B5EF4-FFF2-40B4-BE49-F238E27FC236}">
                      <a16:creationId xmlns:a16="http://schemas.microsoft.com/office/drawing/2014/main" id="{7B7B7F04-A28D-36DA-5624-A487A724520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26340" y="1244015"/>
                  <a:ext cx="640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0000" name="잉크 39999">
                  <a:extLst>
                    <a:ext uri="{FF2B5EF4-FFF2-40B4-BE49-F238E27FC236}">
                      <a16:creationId xmlns:a16="http://schemas.microsoft.com/office/drawing/2014/main" id="{83D4750F-2597-3D98-B55C-0433F08B877D}"/>
                    </a:ext>
                  </a:extLst>
                </p14:cNvPr>
                <p14:cNvContentPartPr/>
                <p14:nvPr/>
              </p14:nvContentPartPr>
              <p14:xfrm>
                <a:off x="399420" y="1264535"/>
                <a:ext cx="38160" cy="53640"/>
              </p14:xfrm>
            </p:contentPart>
          </mc:Choice>
          <mc:Fallback>
            <p:pic>
              <p:nvPicPr>
                <p:cNvPr id="40000" name="잉크 39999">
                  <a:extLst>
                    <a:ext uri="{FF2B5EF4-FFF2-40B4-BE49-F238E27FC236}">
                      <a16:creationId xmlns:a16="http://schemas.microsoft.com/office/drawing/2014/main" id="{83D4750F-2597-3D98-B55C-0433F08B877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0780" y="1255895"/>
                  <a:ext cx="55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0001" name="잉크 40000">
                  <a:extLst>
                    <a:ext uri="{FF2B5EF4-FFF2-40B4-BE49-F238E27FC236}">
                      <a16:creationId xmlns:a16="http://schemas.microsoft.com/office/drawing/2014/main" id="{722207A5-1DB5-603A-6777-DAE7C4CBB16E}"/>
                    </a:ext>
                  </a:extLst>
                </p14:cNvPr>
                <p14:cNvContentPartPr/>
                <p14:nvPr/>
              </p14:nvContentPartPr>
              <p14:xfrm>
                <a:off x="449100" y="1254455"/>
                <a:ext cx="42480" cy="51840"/>
              </p14:xfrm>
            </p:contentPart>
          </mc:Choice>
          <mc:Fallback>
            <p:pic>
              <p:nvPicPr>
                <p:cNvPr id="40001" name="잉크 40000">
                  <a:extLst>
                    <a:ext uri="{FF2B5EF4-FFF2-40B4-BE49-F238E27FC236}">
                      <a16:creationId xmlns:a16="http://schemas.microsoft.com/office/drawing/2014/main" id="{722207A5-1DB5-603A-6777-DAE7C4CBB1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0100" y="1245815"/>
                  <a:ext cx="601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0002" name="잉크 40001">
                  <a:extLst>
                    <a:ext uri="{FF2B5EF4-FFF2-40B4-BE49-F238E27FC236}">
                      <a16:creationId xmlns:a16="http://schemas.microsoft.com/office/drawing/2014/main" id="{6CF7387D-9033-F93D-DE21-B2EB61FA3DE7}"/>
                    </a:ext>
                  </a:extLst>
                </p14:cNvPr>
                <p14:cNvContentPartPr/>
                <p14:nvPr/>
              </p14:nvContentPartPr>
              <p14:xfrm>
                <a:off x="498780" y="1224935"/>
                <a:ext cx="31320" cy="91080"/>
              </p14:xfrm>
            </p:contentPart>
          </mc:Choice>
          <mc:Fallback>
            <p:pic>
              <p:nvPicPr>
                <p:cNvPr id="40002" name="잉크 40001">
                  <a:extLst>
                    <a:ext uri="{FF2B5EF4-FFF2-40B4-BE49-F238E27FC236}">
                      <a16:creationId xmlns:a16="http://schemas.microsoft.com/office/drawing/2014/main" id="{6CF7387D-9033-F93D-DE21-B2EB61FA3D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9780" y="1216295"/>
                  <a:ext cx="48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0003" name="잉크 40002">
                  <a:extLst>
                    <a:ext uri="{FF2B5EF4-FFF2-40B4-BE49-F238E27FC236}">
                      <a16:creationId xmlns:a16="http://schemas.microsoft.com/office/drawing/2014/main" id="{A8101FDC-3FF7-BB8C-8F58-054B22DEF100}"/>
                    </a:ext>
                  </a:extLst>
                </p14:cNvPr>
                <p14:cNvContentPartPr/>
                <p14:nvPr/>
              </p14:nvContentPartPr>
              <p14:xfrm>
                <a:off x="541980" y="1196135"/>
                <a:ext cx="59400" cy="125280"/>
              </p14:xfrm>
            </p:contentPart>
          </mc:Choice>
          <mc:Fallback>
            <p:pic>
              <p:nvPicPr>
                <p:cNvPr id="40003" name="잉크 40002">
                  <a:extLst>
                    <a:ext uri="{FF2B5EF4-FFF2-40B4-BE49-F238E27FC236}">
                      <a16:creationId xmlns:a16="http://schemas.microsoft.com/office/drawing/2014/main" id="{A8101FDC-3FF7-BB8C-8F58-054B22DEF10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3340" y="1187495"/>
                  <a:ext cx="77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0004" name="잉크 40003">
                  <a:extLst>
                    <a:ext uri="{FF2B5EF4-FFF2-40B4-BE49-F238E27FC236}">
                      <a16:creationId xmlns:a16="http://schemas.microsoft.com/office/drawing/2014/main" id="{189E6543-E5B2-2147-9614-8A66B2F855AC}"/>
                    </a:ext>
                  </a:extLst>
                </p14:cNvPr>
                <p14:cNvContentPartPr/>
                <p14:nvPr/>
              </p14:nvContentPartPr>
              <p14:xfrm>
                <a:off x="600300" y="1197575"/>
                <a:ext cx="105120" cy="109800"/>
              </p14:xfrm>
            </p:contentPart>
          </mc:Choice>
          <mc:Fallback>
            <p:pic>
              <p:nvPicPr>
                <p:cNvPr id="40004" name="잉크 40003">
                  <a:extLst>
                    <a:ext uri="{FF2B5EF4-FFF2-40B4-BE49-F238E27FC236}">
                      <a16:creationId xmlns:a16="http://schemas.microsoft.com/office/drawing/2014/main" id="{189E6543-E5B2-2147-9614-8A66B2F855A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1660" y="1188935"/>
                  <a:ext cx="1227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09" name="그룹 40008">
            <a:extLst>
              <a:ext uri="{FF2B5EF4-FFF2-40B4-BE49-F238E27FC236}">
                <a16:creationId xmlns:a16="http://schemas.microsoft.com/office/drawing/2014/main" id="{0585F266-D7F2-097E-77F6-0B00AE8DF0E3}"/>
              </a:ext>
            </a:extLst>
          </p:cNvPr>
          <p:cNvGrpSpPr/>
          <p:nvPr/>
        </p:nvGrpSpPr>
        <p:grpSpPr>
          <a:xfrm>
            <a:off x="24300" y="254375"/>
            <a:ext cx="1640520" cy="953280"/>
            <a:chOff x="24300" y="254375"/>
            <a:chExt cx="1640520" cy="95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9954" name="잉크 39953">
                  <a:extLst>
                    <a:ext uri="{FF2B5EF4-FFF2-40B4-BE49-F238E27FC236}">
                      <a16:creationId xmlns:a16="http://schemas.microsoft.com/office/drawing/2014/main" id="{5D5B2FFB-DCE1-2783-10E2-5D185874532C}"/>
                    </a:ext>
                  </a:extLst>
                </p14:cNvPr>
                <p14:cNvContentPartPr/>
                <p14:nvPr/>
              </p14:nvContentPartPr>
              <p14:xfrm>
                <a:off x="182700" y="254375"/>
                <a:ext cx="53280" cy="126720"/>
              </p14:xfrm>
            </p:contentPart>
          </mc:Choice>
          <mc:Fallback>
            <p:pic>
              <p:nvPicPr>
                <p:cNvPr id="39954" name="잉크 39953">
                  <a:extLst>
                    <a:ext uri="{FF2B5EF4-FFF2-40B4-BE49-F238E27FC236}">
                      <a16:creationId xmlns:a16="http://schemas.microsoft.com/office/drawing/2014/main" id="{5D5B2FFB-DCE1-2783-10E2-5D185874532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73700" y="245735"/>
                  <a:ext cx="70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9955" name="잉크 39954">
                  <a:extLst>
                    <a:ext uri="{FF2B5EF4-FFF2-40B4-BE49-F238E27FC236}">
                      <a16:creationId xmlns:a16="http://schemas.microsoft.com/office/drawing/2014/main" id="{36DFB53E-ED6B-7D95-EC16-044325AC9F1C}"/>
                    </a:ext>
                  </a:extLst>
                </p14:cNvPr>
                <p14:cNvContentPartPr/>
                <p14:nvPr/>
              </p14:nvContentPartPr>
              <p14:xfrm>
                <a:off x="272340" y="313415"/>
                <a:ext cx="27360" cy="2160"/>
              </p14:xfrm>
            </p:contentPart>
          </mc:Choice>
          <mc:Fallback>
            <p:pic>
              <p:nvPicPr>
                <p:cNvPr id="39955" name="잉크 39954">
                  <a:extLst>
                    <a:ext uri="{FF2B5EF4-FFF2-40B4-BE49-F238E27FC236}">
                      <a16:creationId xmlns:a16="http://schemas.microsoft.com/office/drawing/2014/main" id="{36DFB53E-ED6B-7D95-EC16-044325AC9F1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3700" y="304415"/>
                  <a:ext cx="45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9956" name="잉크 39955">
                  <a:extLst>
                    <a:ext uri="{FF2B5EF4-FFF2-40B4-BE49-F238E27FC236}">
                      <a16:creationId xmlns:a16="http://schemas.microsoft.com/office/drawing/2014/main" id="{AE9B95DB-6C4B-EE59-040D-C24305E0420B}"/>
                    </a:ext>
                  </a:extLst>
                </p14:cNvPr>
                <p14:cNvContentPartPr/>
                <p14:nvPr/>
              </p14:nvContentPartPr>
              <p14:xfrm>
                <a:off x="284580" y="332135"/>
                <a:ext cx="13680" cy="3600"/>
              </p14:xfrm>
            </p:contentPart>
          </mc:Choice>
          <mc:Fallback>
            <p:pic>
              <p:nvPicPr>
                <p:cNvPr id="39956" name="잉크 39955">
                  <a:extLst>
                    <a:ext uri="{FF2B5EF4-FFF2-40B4-BE49-F238E27FC236}">
                      <a16:creationId xmlns:a16="http://schemas.microsoft.com/office/drawing/2014/main" id="{AE9B95DB-6C4B-EE59-040D-C24305E0420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5580" y="323495"/>
                  <a:ext cx="31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9958" name="잉크 39957">
                  <a:extLst>
                    <a:ext uri="{FF2B5EF4-FFF2-40B4-BE49-F238E27FC236}">
                      <a16:creationId xmlns:a16="http://schemas.microsoft.com/office/drawing/2014/main" id="{D92C265A-3772-C3C2-B40C-E758B8D835CD}"/>
                    </a:ext>
                  </a:extLst>
                </p14:cNvPr>
                <p14:cNvContentPartPr/>
                <p14:nvPr/>
              </p14:nvContentPartPr>
              <p14:xfrm>
                <a:off x="379980" y="281375"/>
                <a:ext cx="4320" cy="88200"/>
              </p14:xfrm>
            </p:contentPart>
          </mc:Choice>
          <mc:Fallback>
            <p:pic>
              <p:nvPicPr>
                <p:cNvPr id="39958" name="잉크 39957">
                  <a:extLst>
                    <a:ext uri="{FF2B5EF4-FFF2-40B4-BE49-F238E27FC236}">
                      <a16:creationId xmlns:a16="http://schemas.microsoft.com/office/drawing/2014/main" id="{D92C265A-3772-C3C2-B40C-E758B8D835C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1340" y="272735"/>
                  <a:ext cx="2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9959" name="잉크 39958">
                  <a:extLst>
                    <a:ext uri="{FF2B5EF4-FFF2-40B4-BE49-F238E27FC236}">
                      <a16:creationId xmlns:a16="http://schemas.microsoft.com/office/drawing/2014/main" id="{3CC95A49-C98A-CCE2-F8A6-007357B151D5}"/>
                    </a:ext>
                  </a:extLst>
                </p14:cNvPr>
                <p14:cNvContentPartPr/>
                <p14:nvPr/>
              </p14:nvContentPartPr>
              <p14:xfrm>
                <a:off x="432900" y="332495"/>
                <a:ext cx="73800" cy="7560"/>
              </p14:xfrm>
            </p:contentPart>
          </mc:Choice>
          <mc:Fallback>
            <p:pic>
              <p:nvPicPr>
                <p:cNvPr id="39959" name="잉크 39958">
                  <a:extLst>
                    <a:ext uri="{FF2B5EF4-FFF2-40B4-BE49-F238E27FC236}">
                      <a16:creationId xmlns:a16="http://schemas.microsoft.com/office/drawing/2014/main" id="{3CC95A49-C98A-CCE2-F8A6-007357B151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3900" y="323855"/>
                  <a:ext cx="91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9960" name="잉크 39959">
                  <a:extLst>
                    <a:ext uri="{FF2B5EF4-FFF2-40B4-BE49-F238E27FC236}">
                      <a16:creationId xmlns:a16="http://schemas.microsoft.com/office/drawing/2014/main" id="{43FE1913-45D5-0C2E-3360-782AEBF585DE}"/>
                    </a:ext>
                  </a:extLst>
                </p14:cNvPr>
                <p14:cNvContentPartPr/>
                <p14:nvPr/>
              </p14:nvContentPartPr>
              <p14:xfrm>
                <a:off x="484020" y="313055"/>
                <a:ext cx="24840" cy="55800"/>
              </p14:xfrm>
            </p:contentPart>
          </mc:Choice>
          <mc:Fallback>
            <p:pic>
              <p:nvPicPr>
                <p:cNvPr id="39960" name="잉크 39959">
                  <a:extLst>
                    <a:ext uri="{FF2B5EF4-FFF2-40B4-BE49-F238E27FC236}">
                      <a16:creationId xmlns:a16="http://schemas.microsoft.com/office/drawing/2014/main" id="{43FE1913-45D5-0C2E-3360-782AEBF585D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75380" y="304415"/>
                  <a:ext cx="42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9961" name="잉크 39960">
                  <a:extLst>
                    <a:ext uri="{FF2B5EF4-FFF2-40B4-BE49-F238E27FC236}">
                      <a16:creationId xmlns:a16="http://schemas.microsoft.com/office/drawing/2014/main" id="{A799D5B3-D8A2-325C-CF0F-EBA32393DD57}"/>
                    </a:ext>
                  </a:extLst>
                </p14:cNvPr>
                <p14:cNvContentPartPr/>
                <p14:nvPr/>
              </p14:nvContentPartPr>
              <p14:xfrm>
                <a:off x="546300" y="305495"/>
                <a:ext cx="47160" cy="73080"/>
              </p14:xfrm>
            </p:contentPart>
          </mc:Choice>
          <mc:Fallback>
            <p:pic>
              <p:nvPicPr>
                <p:cNvPr id="39961" name="잉크 39960">
                  <a:extLst>
                    <a:ext uri="{FF2B5EF4-FFF2-40B4-BE49-F238E27FC236}">
                      <a16:creationId xmlns:a16="http://schemas.microsoft.com/office/drawing/2014/main" id="{A799D5B3-D8A2-325C-CF0F-EBA32393DD5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7300" y="296855"/>
                  <a:ext cx="64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9963" name="잉크 39962">
                  <a:extLst>
                    <a:ext uri="{FF2B5EF4-FFF2-40B4-BE49-F238E27FC236}">
                      <a16:creationId xmlns:a16="http://schemas.microsoft.com/office/drawing/2014/main" id="{12CC8F3E-91B3-3C06-FFE2-D522CAFF8480}"/>
                    </a:ext>
                  </a:extLst>
                </p14:cNvPr>
                <p14:cNvContentPartPr/>
                <p14:nvPr/>
              </p14:nvContentPartPr>
              <p14:xfrm>
                <a:off x="59220" y="382175"/>
                <a:ext cx="52560" cy="339840"/>
              </p14:xfrm>
            </p:contentPart>
          </mc:Choice>
          <mc:Fallback>
            <p:pic>
              <p:nvPicPr>
                <p:cNvPr id="39963" name="잉크 39962">
                  <a:extLst>
                    <a:ext uri="{FF2B5EF4-FFF2-40B4-BE49-F238E27FC236}">
                      <a16:creationId xmlns:a16="http://schemas.microsoft.com/office/drawing/2014/main" id="{12CC8F3E-91B3-3C06-FFE2-D522CAFF848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220" y="373175"/>
                  <a:ext cx="70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9964" name="잉크 39963">
                  <a:extLst>
                    <a:ext uri="{FF2B5EF4-FFF2-40B4-BE49-F238E27FC236}">
                      <a16:creationId xmlns:a16="http://schemas.microsoft.com/office/drawing/2014/main" id="{3A22068E-CF35-DB77-4836-97054DB017C2}"/>
                    </a:ext>
                  </a:extLst>
                </p14:cNvPr>
                <p14:cNvContentPartPr/>
                <p14:nvPr/>
              </p14:nvContentPartPr>
              <p14:xfrm>
                <a:off x="52380" y="714455"/>
                <a:ext cx="559080" cy="34560"/>
              </p14:xfrm>
            </p:contentPart>
          </mc:Choice>
          <mc:Fallback>
            <p:pic>
              <p:nvPicPr>
                <p:cNvPr id="39964" name="잉크 39963">
                  <a:extLst>
                    <a:ext uri="{FF2B5EF4-FFF2-40B4-BE49-F238E27FC236}">
                      <a16:creationId xmlns:a16="http://schemas.microsoft.com/office/drawing/2014/main" id="{3A22068E-CF35-DB77-4836-97054DB017C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740" y="705815"/>
                  <a:ext cx="576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9966" name="잉크 39965">
                  <a:extLst>
                    <a:ext uri="{FF2B5EF4-FFF2-40B4-BE49-F238E27FC236}">
                      <a16:creationId xmlns:a16="http://schemas.microsoft.com/office/drawing/2014/main" id="{103C0CEF-7CC6-7507-B13E-00ED88D70C7E}"/>
                    </a:ext>
                  </a:extLst>
                </p14:cNvPr>
                <p14:cNvContentPartPr/>
                <p14:nvPr/>
              </p14:nvContentPartPr>
              <p14:xfrm>
                <a:off x="24300" y="274535"/>
                <a:ext cx="95760" cy="88560"/>
              </p14:xfrm>
            </p:contentPart>
          </mc:Choice>
          <mc:Fallback>
            <p:pic>
              <p:nvPicPr>
                <p:cNvPr id="39966" name="잉크 39965">
                  <a:extLst>
                    <a:ext uri="{FF2B5EF4-FFF2-40B4-BE49-F238E27FC236}">
                      <a16:creationId xmlns:a16="http://schemas.microsoft.com/office/drawing/2014/main" id="{103C0CEF-7CC6-7507-B13E-00ED88D70C7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300" y="265535"/>
                  <a:ext cx="113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9967" name="잉크 39966">
                  <a:extLst>
                    <a:ext uri="{FF2B5EF4-FFF2-40B4-BE49-F238E27FC236}">
                      <a16:creationId xmlns:a16="http://schemas.microsoft.com/office/drawing/2014/main" id="{720D255A-2953-097C-4E12-5B21FED7681A}"/>
                    </a:ext>
                  </a:extLst>
                </p14:cNvPr>
                <p14:cNvContentPartPr/>
                <p14:nvPr/>
              </p14:nvContentPartPr>
              <p14:xfrm>
                <a:off x="48780" y="299375"/>
                <a:ext cx="38520" cy="29520"/>
              </p14:xfrm>
            </p:contentPart>
          </mc:Choice>
          <mc:Fallback>
            <p:pic>
              <p:nvPicPr>
                <p:cNvPr id="39967" name="잉크 39966">
                  <a:extLst>
                    <a:ext uri="{FF2B5EF4-FFF2-40B4-BE49-F238E27FC236}">
                      <a16:creationId xmlns:a16="http://schemas.microsoft.com/office/drawing/2014/main" id="{720D255A-2953-097C-4E12-5B21FED7681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780" y="290735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4823" name="잉크 34822">
                  <a:extLst>
                    <a:ext uri="{FF2B5EF4-FFF2-40B4-BE49-F238E27FC236}">
                      <a16:creationId xmlns:a16="http://schemas.microsoft.com/office/drawing/2014/main" id="{15AF5805-EE22-1AF7-CC95-047FF9CEB2FF}"/>
                    </a:ext>
                  </a:extLst>
                </p14:cNvPr>
                <p14:cNvContentPartPr/>
                <p14:nvPr/>
              </p14:nvContentPartPr>
              <p14:xfrm>
                <a:off x="46620" y="772055"/>
                <a:ext cx="59040" cy="179640"/>
              </p14:xfrm>
            </p:contentPart>
          </mc:Choice>
          <mc:Fallback>
            <p:pic>
              <p:nvPicPr>
                <p:cNvPr id="34823" name="잉크 34822">
                  <a:extLst>
                    <a:ext uri="{FF2B5EF4-FFF2-40B4-BE49-F238E27FC236}">
                      <a16:creationId xmlns:a16="http://schemas.microsoft.com/office/drawing/2014/main" id="{15AF5805-EE22-1AF7-CC95-047FF9CEB2F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7980" y="763055"/>
                  <a:ext cx="76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4824" name="잉크 34823">
                  <a:extLst>
                    <a:ext uri="{FF2B5EF4-FFF2-40B4-BE49-F238E27FC236}">
                      <a16:creationId xmlns:a16="http://schemas.microsoft.com/office/drawing/2014/main" id="{817CBECD-F3E8-9EAC-A57D-6F2F299DABB7}"/>
                    </a:ext>
                  </a:extLst>
                </p14:cNvPr>
                <p14:cNvContentPartPr/>
                <p14:nvPr/>
              </p14:nvContentPartPr>
              <p14:xfrm>
                <a:off x="104220" y="1002095"/>
                <a:ext cx="50040" cy="72720"/>
              </p14:xfrm>
            </p:contentPart>
          </mc:Choice>
          <mc:Fallback>
            <p:pic>
              <p:nvPicPr>
                <p:cNvPr id="34824" name="잉크 34823">
                  <a:extLst>
                    <a:ext uri="{FF2B5EF4-FFF2-40B4-BE49-F238E27FC236}">
                      <a16:creationId xmlns:a16="http://schemas.microsoft.com/office/drawing/2014/main" id="{817CBECD-F3E8-9EAC-A57D-6F2F299DABB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580" y="993455"/>
                  <a:ext cx="67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4825" name="잉크 34824">
                  <a:extLst>
                    <a:ext uri="{FF2B5EF4-FFF2-40B4-BE49-F238E27FC236}">
                      <a16:creationId xmlns:a16="http://schemas.microsoft.com/office/drawing/2014/main" id="{09D03913-E246-29A5-746C-DF46ABBE8C5E}"/>
                    </a:ext>
                  </a:extLst>
                </p14:cNvPr>
                <p14:cNvContentPartPr/>
                <p14:nvPr/>
              </p14:nvContentPartPr>
              <p14:xfrm>
                <a:off x="67140" y="962855"/>
                <a:ext cx="133920" cy="136800"/>
              </p14:xfrm>
            </p:contentPart>
          </mc:Choice>
          <mc:Fallback>
            <p:pic>
              <p:nvPicPr>
                <p:cNvPr id="34825" name="잉크 34824">
                  <a:extLst>
                    <a:ext uri="{FF2B5EF4-FFF2-40B4-BE49-F238E27FC236}">
                      <a16:creationId xmlns:a16="http://schemas.microsoft.com/office/drawing/2014/main" id="{09D03913-E246-29A5-746C-DF46ABBE8C5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140" y="954215"/>
                  <a:ext cx="151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4840" name="잉크 34839">
                  <a:extLst>
                    <a:ext uri="{FF2B5EF4-FFF2-40B4-BE49-F238E27FC236}">
                      <a16:creationId xmlns:a16="http://schemas.microsoft.com/office/drawing/2014/main" id="{772E2AF3-C339-3E3A-6923-CD38A54EBAE6}"/>
                    </a:ext>
                  </a:extLst>
                </p14:cNvPr>
                <p14:cNvContentPartPr/>
                <p14:nvPr/>
              </p14:nvContentPartPr>
              <p14:xfrm>
                <a:off x="261540" y="924695"/>
                <a:ext cx="59400" cy="82080"/>
              </p14:xfrm>
            </p:contentPart>
          </mc:Choice>
          <mc:Fallback>
            <p:pic>
              <p:nvPicPr>
                <p:cNvPr id="34840" name="잉크 34839">
                  <a:extLst>
                    <a:ext uri="{FF2B5EF4-FFF2-40B4-BE49-F238E27FC236}">
                      <a16:creationId xmlns:a16="http://schemas.microsoft.com/office/drawing/2014/main" id="{772E2AF3-C339-3E3A-6923-CD38A54EBA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2540" y="915695"/>
                  <a:ext cx="77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4841" name="잉크 34840">
                  <a:extLst>
                    <a:ext uri="{FF2B5EF4-FFF2-40B4-BE49-F238E27FC236}">
                      <a16:creationId xmlns:a16="http://schemas.microsoft.com/office/drawing/2014/main" id="{75D7F2C9-4E38-FCDB-8066-EA9582FE657D}"/>
                    </a:ext>
                  </a:extLst>
                </p14:cNvPr>
                <p14:cNvContentPartPr/>
                <p14:nvPr/>
              </p14:nvContentPartPr>
              <p14:xfrm>
                <a:off x="288180" y="964655"/>
                <a:ext cx="40680" cy="60480"/>
              </p14:xfrm>
            </p:contentPart>
          </mc:Choice>
          <mc:Fallback>
            <p:pic>
              <p:nvPicPr>
                <p:cNvPr id="34841" name="잉크 34840">
                  <a:extLst>
                    <a:ext uri="{FF2B5EF4-FFF2-40B4-BE49-F238E27FC236}">
                      <a16:creationId xmlns:a16="http://schemas.microsoft.com/office/drawing/2014/main" id="{75D7F2C9-4E38-FCDB-8066-EA9582FE657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9540" y="956015"/>
                  <a:ext cx="58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4842" name="잉크 34841">
                  <a:extLst>
                    <a:ext uri="{FF2B5EF4-FFF2-40B4-BE49-F238E27FC236}">
                      <a16:creationId xmlns:a16="http://schemas.microsoft.com/office/drawing/2014/main" id="{BF92F107-9AA7-C774-1DE1-226A792807BA}"/>
                    </a:ext>
                  </a:extLst>
                </p14:cNvPr>
                <p14:cNvContentPartPr/>
                <p14:nvPr/>
              </p14:nvContentPartPr>
              <p14:xfrm>
                <a:off x="363420" y="961415"/>
                <a:ext cx="1080" cy="2520"/>
              </p14:xfrm>
            </p:contentPart>
          </mc:Choice>
          <mc:Fallback>
            <p:pic>
              <p:nvPicPr>
                <p:cNvPr id="34842" name="잉크 34841">
                  <a:extLst>
                    <a:ext uri="{FF2B5EF4-FFF2-40B4-BE49-F238E27FC236}">
                      <a16:creationId xmlns:a16="http://schemas.microsoft.com/office/drawing/2014/main" id="{BF92F107-9AA7-C774-1DE1-226A792807B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4780" y="952415"/>
                  <a:ext cx="18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4843" name="잉크 34842">
                  <a:extLst>
                    <a:ext uri="{FF2B5EF4-FFF2-40B4-BE49-F238E27FC236}">
                      <a16:creationId xmlns:a16="http://schemas.microsoft.com/office/drawing/2014/main" id="{96C43B0C-EAEC-393A-8CDA-956255DBFBEB}"/>
                    </a:ext>
                  </a:extLst>
                </p14:cNvPr>
                <p14:cNvContentPartPr/>
                <p14:nvPr/>
              </p14:nvContentPartPr>
              <p14:xfrm>
                <a:off x="372780" y="997415"/>
                <a:ext cx="2520" cy="3600"/>
              </p14:xfrm>
            </p:contentPart>
          </mc:Choice>
          <mc:Fallback>
            <p:pic>
              <p:nvPicPr>
                <p:cNvPr id="34843" name="잉크 34842">
                  <a:extLst>
                    <a:ext uri="{FF2B5EF4-FFF2-40B4-BE49-F238E27FC236}">
                      <a16:creationId xmlns:a16="http://schemas.microsoft.com/office/drawing/2014/main" id="{96C43B0C-EAEC-393A-8CDA-956255DBFBE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3780" y="988415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4844" name="잉크 34843">
                  <a:extLst>
                    <a:ext uri="{FF2B5EF4-FFF2-40B4-BE49-F238E27FC236}">
                      <a16:creationId xmlns:a16="http://schemas.microsoft.com/office/drawing/2014/main" id="{6B00DD57-2E43-DA3C-2985-8E58369A2EA4}"/>
                    </a:ext>
                  </a:extLst>
                </p14:cNvPr>
                <p14:cNvContentPartPr/>
                <p14:nvPr/>
              </p14:nvContentPartPr>
              <p14:xfrm>
                <a:off x="419580" y="959975"/>
                <a:ext cx="33840" cy="56520"/>
              </p14:xfrm>
            </p:contentPart>
          </mc:Choice>
          <mc:Fallback>
            <p:pic>
              <p:nvPicPr>
                <p:cNvPr id="34844" name="잉크 34843">
                  <a:extLst>
                    <a:ext uri="{FF2B5EF4-FFF2-40B4-BE49-F238E27FC236}">
                      <a16:creationId xmlns:a16="http://schemas.microsoft.com/office/drawing/2014/main" id="{6B00DD57-2E43-DA3C-2985-8E58369A2EA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0580" y="950975"/>
                  <a:ext cx="51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4845" name="잉크 34844">
                  <a:extLst>
                    <a:ext uri="{FF2B5EF4-FFF2-40B4-BE49-F238E27FC236}">
                      <a16:creationId xmlns:a16="http://schemas.microsoft.com/office/drawing/2014/main" id="{59FA5680-AF34-0CB5-CE87-DF700050979D}"/>
                    </a:ext>
                  </a:extLst>
                </p14:cNvPr>
                <p14:cNvContentPartPr/>
                <p14:nvPr/>
              </p14:nvContentPartPr>
              <p14:xfrm>
                <a:off x="490860" y="962495"/>
                <a:ext cx="46440" cy="56520"/>
              </p14:xfrm>
            </p:contentPart>
          </mc:Choice>
          <mc:Fallback>
            <p:pic>
              <p:nvPicPr>
                <p:cNvPr id="34845" name="잉크 34844">
                  <a:extLst>
                    <a:ext uri="{FF2B5EF4-FFF2-40B4-BE49-F238E27FC236}">
                      <a16:creationId xmlns:a16="http://schemas.microsoft.com/office/drawing/2014/main" id="{59FA5680-AF34-0CB5-CE87-DF700050979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2220" y="953495"/>
                  <a:ext cx="64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4846" name="잉크 34845">
                  <a:extLst>
                    <a:ext uri="{FF2B5EF4-FFF2-40B4-BE49-F238E27FC236}">
                      <a16:creationId xmlns:a16="http://schemas.microsoft.com/office/drawing/2014/main" id="{9A08F6E4-8195-2A27-272B-4F8DC94DE3AF}"/>
                    </a:ext>
                  </a:extLst>
                </p14:cNvPr>
                <p14:cNvContentPartPr/>
                <p14:nvPr/>
              </p14:nvContentPartPr>
              <p14:xfrm>
                <a:off x="573660" y="980135"/>
                <a:ext cx="37800" cy="9720"/>
              </p14:xfrm>
            </p:contentPart>
          </mc:Choice>
          <mc:Fallback>
            <p:pic>
              <p:nvPicPr>
                <p:cNvPr id="34846" name="잉크 34845">
                  <a:extLst>
                    <a:ext uri="{FF2B5EF4-FFF2-40B4-BE49-F238E27FC236}">
                      <a16:creationId xmlns:a16="http://schemas.microsoft.com/office/drawing/2014/main" id="{9A08F6E4-8195-2A27-272B-4F8DC94DE3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5020" y="971495"/>
                  <a:ext cx="55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4847" name="잉크 34846">
                  <a:extLst>
                    <a:ext uri="{FF2B5EF4-FFF2-40B4-BE49-F238E27FC236}">
                      <a16:creationId xmlns:a16="http://schemas.microsoft.com/office/drawing/2014/main" id="{F8C5A812-7FDB-A68E-02D3-AE567055967B}"/>
                    </a:ext>
                  </a:extLst>
                </p14:cNvPr>
                <p14:cNvContentPartPr/>
                <p14:nvPr/>
              </p14:nvContentPartPr>
              <p14:xfrm>
                <a:off x="628020" y="925415"/>
                <a:ext cx="30600" cy="65880"/>
              </p14:xfrm>
            </p:contentPart>
          </mc:Choice>
          <mc:Fallback>
            <p:pic>
              <p:nvPicPr>
                <p:cNvPr id="34847" name="잉크 34846">
                  <a:extLst>
                    <a:ext uri="{FF2B5EF4-FFF2-40B4-BE49-F238E27FC236}">
                      <a16:creationId xmlns:a16="http://schemas.microsoft.com/office/drawing/2014/main" id="{F8C5A812-7FDB-A68E-02D3-AE56705596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9020" y="916415"/>
                  <a:ext cx="48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9968" name="잉크 39967">
                  <a:extLst>
                    <a:ext uri="{FF2B5EF4-FFF2-40B4-BE49-F238E27FC236}">
                      <a16:creationId xmlns:a16="http://schemas.microsoft.com/office/drawing/2014/main" id="{B60905A1-F0FF-30A9-2F76-EBFD1435CE0D}"/>
                    </a:ext>
                  </a:extLst>
                </p14:cNvPr>
                <p14:cNvContentPartPr/>
                <p14:nvPr/>
              </p14:nvContentPartPr>
              <p14:xfrm>
                <a:off x="635940" y="992015"/>
                <a:ext cx="51120" cy="15120"/>
              </p14:xfrm>
            </p:contentPart>
          </mc:Choice>
          <mc:Fallback>
            <p:pic>
              <p:nvPicPr>
                <p:cNvPr id="39968" name="잉크 39967">
                  <a:extLst>
                    <a:ext uri="{FF2B5EF4-FFF2-40B4-BE49-F238E27FC236}">
                      <a16:creationId xmlns:a16="http://schemas.microsoft.com/office/drawing/2014/main" id="{B60905A1-F0FF-30A9-2F76-EBFD1435CE0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6940" y="983015"/>
                  <a:ext cx="68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4817" name="잉크 34816">
                  <a:extLst>
                    <a:ext uri="{FF2B5EF4-FFF2-40B4-BE49-F238E27FC236}">
                      <a16:creationId xmlns:a16="http://schemas.microsoft.com/office/drawing/2014/main" id="{0D6CB5BE-8FAC-429E-4FBF-FCE549F1C048}"/>
                    </a:ext>
                  </a:extLst>
                </p14:cNvPr>
                <p14:cNvContentPartPr/>
                <p14:nvPr/>
              </p14:nvContentPartPr>
              <p14:xfrm>
                <a:off x="969300" y="428975"/>
                <a:ext cx="68040" cy="327960"/>
              </p14:xfrm>
            </p:contentPart>
          </mc:Choice>
          <mc:Fallback>
            <p:pic>
              <p:nvPicPr>
                <p:cNvPr id="34817" name="잉크 34816">
                  <a:extLst>
                    <a:ext uri="{FF2B5EF4-FFF2-40B4-BE49-F238E27FC236}">
                      <a16:creationId xmlns:a16="http://schemas.microsoft.com/office/drawing/2014/main" id="{0D6CB5BE-8FAC-429E-4FBF-FCE549F1C04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0300" y="420335"/>
                  <a:ext cx="856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4818" name="잉크 34817">
                  <a:extLst>
                    <a:ext uri="{FF2B5EF4-FFF2-40B4-BE49-F238E27FC236}">
                      <a16:creationId xmlns:a16="http://schemas.microsoft.com/office/drawing/2014/main" id="{CFECCEA6-C316-4EF2-593C-4B08FF9830DA}"/>
                    </a:ext>
                  </a:extLst>
                </p14:cNvPr>
                <p14:cNvContentPartPr/>
                <p14:nvPr/>
              </p14:nvContentPartPr>
              <p14:xfrm>
                <a:off x="977580" y="335735"/>
                <a:ext cx="48240" cy="54000"/>
              </p14:xfrm>
            </p:contentPart>
          </mc:Choice>
          <mc:Fallback>
            <p:pic>
              <p:nvPicPr>
                <p:cNvPr id="34818" name="잉크 34817">
                  <a:extLst>
                    <a:ext uri="{FF2B5EF4-FFF2-40B4-BE49-F238E27FC236}">
                      <a16:creationId xmlns:a16="http://schemas.microsoft.com/office/drawing/2014/main" id="{CFECCEA6-C316-4EF2-593C-4B08FF9830D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8580" y="326735"/>
                  <a:ext cx="65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4820" name="잉크 34819">
                  <a:extLst>
                    <a:ext uri="{FF2B5EF4-FFF2-40B4-BE49-F238E27FC236}">
                      <a16:creationId xmlns:a16="http://schemas.microsoft.com/office/drawing/2014/main" id="{77FBFB12-115E-0726-A121-8EDC1B640009}"/>
                    </a:ext>
                  </a:extLst>
                </p14:cNvPr>
                <p14:cNvContentPartPr/>
                <p14:nvPr/>
              </p14:nvContentPartPr>
              <p14:xfrm>
                <a:off x="933660" y="290735"/>
                <a:ext cx="109440" cy="122400"/>
              </p14:xfrm>
            </p:contentPart>
          </mc:Choice>
          <mc:Fallback>
            <p:pic>
              <p:nvPicPr>
                <p:cNvPr id="34820" name="잉크 34819">
                  <a:extLst>
                    <a:ext uri="{FF2B5EF4-FFF2-40B4-BE49-F238E27FC236}">
                      <a16:creationId xmlns:a16="http://schemas.microsoft.com/office/drawing/2014/main" id="{77FBFB12-115E-0726-A121-8EDC1B64000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5020" y="281735"/>
                  <a:ext cx="127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4822" name="잉크 34821">
                  <a:extLst>
                    <a:ext uri="{FF2B5EF4-FFF2-40B4-BE49-F238E27FC236}">
                      <a16:creationId xmlns:a16="http://schemas.microsoft.com/office/drawing/2014/main" id="{F6EE280E-348F-9975-6961-28E76A3AE6C9}"/>
                    </a:ext>
                  </a:extLst>
                </p14:cNvPr>
                <p14:cNvContentPartPr/>
                <p14:nvPr/>
              </p14:nvContentPartPr>
              <p14:xfrm>
                <a:off x="932580" y="750455"/>
                <a:ext cx="240480" cy="15480"/>
              </p14:xfrm>
            </p:contentPart>
          </mc:Choice>
          <mc:Fallback>
            <p:pic>
              <p:nvPicPr>
                <p:cNvPr id="34822" name="잉크 34821">
                  <a:extLst>
                    <a:ext uri="{FF2B5EF4-FFF2-40B4-BE49-F238E27FC236}">
                      <a16:creationId xmlns:a16="http://schemas.microsoft.com/office/drawing/2014/main" id="{F6EE280E-348F-9975-6961-28E76A3AE6C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23580" y="741455"/>
                  <a:ext cx="258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9970" name="잉크 39969">
                  <a:extLst>
                    <a:ext uri="{FF2B5EF4-FFF2-40B4-BE49-F238E27FC236}">
                      <a16:creationId xmlns:a16="http://schemas.microsoft.com/office/drawing/2014/main" id="{117C8BF4-D8CE-0248-0515-77831F190490}"/>
                    </a:ext>
                  </a:extLst>
                </p14:cNvPr>
                <p14:cNvContentPartPr/>
                <p14:nvPr/>
              </p14:nvContentPartPr>
              <p14:xfrm>
                <a:off x="1106460" y="295055"/>
                <a:ext cx="64800" cy="91080"/>
              </p14:xfrm>
            </p:contentPart>
          </mc:Choice>
          <mc:Fallback>
            <p:pic>
              <p:nvPicPr>
                <p:cNvPr id="39970" name="잉크 39969">
                  <a:extLst>
                    <a:ext uri="{FF2B5EF4-FFF2-40B4-BE49-F238E27FC236}">
                      <a16:creationId xmlns:a16="http://schemas.microsoft.com/office/drawing/2014/main" id="{117C8BF4-D8CE-0248-0515-77831F19049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7820" y="286415"/>
                  <a:ext cx="82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9971" name="잉크 39970">
                  <a:extLst>
                    <a:ext uri="{FF2B5EF4-FFF2-40B4-BE49-F238E27FC236}">
                      <a16:creationId xmlns:a16="http://schemas.microsoft.com/office/drawing/2014/main" id="{E4B07075-BE62-440C-C00F-FA1951B42C09}"/>
                    </a:ext>
                  </a:extLst>
                </p14:cNvPr>
                <p14:cNvContentPartPr/>
                <p14:nvPr/>
              </p14:nvContentPartPr>
              <p14:xfrm>
                <a:off x="1138860" y="349055"/>
                <a:ext cx="36720" cy="55440"/>
              </p14:xfrm>
            </p:contentPart>
          </mc:Choice>
          <mc:Fallback>
            <p:pic>
              <p:nvPicPr>
                <p:cNvPr id="39971" name="잉크 39970">
                  <a:extLst>
                    <a:ext uri="{FF2B5EF4-FFF2-40B4-BE49-F238E27FC236}">
                      <a16:creationId xmlns:a16="http://schemas.microsoft.com/office/drawing/2014/main" id="{E4B07075-BE62-440C-C00F-FA1951B42C0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29860" y="340055"/>
                  <a:ext cx="54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9972" name="잉크 39971">
                  <a:extLst>
                    <a:ext uri="{FF2B5EF4-FFF2-40B4-BE49-F238E27FC236}">
                      <a16:creationId xmlns:a16="http://schemas.microsoft.com/office/drawing/2014/main" id="{DB705385-31DA-E4A9-2F16-B895D8A1EC46}"/>
                    </a:ext>
                  </a:extLst>
                </p14:cNvPr>
                <p14:cNvContentPartPr/>
                <p14:nvPr/>
              </p14:nvContentPartPr>
              <p14:xfrm>
                <a:off x="1202220" y="333935"/>
                <a:ext cx="1440" cy="720"/>
              </p14:xfrm>
            </p:contentPart>
          </mc:Choice>
          <mc:Fallback>
            <p:pic>
              <p:nvPicPr>
                <p:cNvPr id="39972" name="잉크 39971">
                  <a:extLst>
                    <a:ext uri="{FF2B5EF4-FFF2-40B4-BE49-F238E27FC236}">
                      <a16:creationId xmlns:a16="http://schemas.microsoft.com/office/drawing/2014/main" id="{DB705385-31DA-E4A9-2F16-B895D8A1EC4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93220" y="325295"/>
                  <a:ext cx="190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9973" name="잉크 39972">
                  <a:extLst>
                    <a:ext uri="{FF2B5EF4-FFF2-40B4-BE49-F238E27FC236}">
                      <a16:creationId xmlns:a16="http://schemas.microsoft.com/office/drawing/2014/main" id="{2F600678-A555-C98F-5829-76750441019B}"/>
                    </a:ext>
                  </a:extLst>
                </p14:cNvPr>
                <p14:cNvContentPartPr/>
                <p14:nvPr/>
              </p14:nvContentPartPr>
              <p14:xfrm>
                <a:off x="1210500" y="358055"/>
                <a:ext cx="4320" cy="16920"/>
              </p14:xfrm>
            </p:contentPart>
          </mc:Choice>
          <mc:Fallback>
            <p:pic>
              <p:nvPicPr>
                <p:cNvPr id="39973" name="잉크 39972">
                  <a:extLst>
                    <a:ext uri="{FF2B5EF4-FFF2-40B4-BE49-F238E27FC236}">
                      <a16:creationId xmlns:a16="http://schemas.microsoft.com/office/drawing/2014/main" id="{2F600678-A555-C98F-5829-76750441019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01860" y="349415"/>
                  <a:ext cx="21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9974" name="잉크 39973">
                  <a:extLst>
                    <a:ext uri="{FF2B5EF4-FFF2-40B4-BE49-F238E27FC236}">
                      <a16:creationId xmlns:a16="http://schemas.microsoft.com/office/drawing/2014/main" id="{927434A3-1D5F-72ED-1205-0359CA157096}"/>
                    </a:ext>
                  </a:extLst>
                </p14:cNvPr>
                <p14:cNvContentPartPr/>
                <p14:nvPr/>
              </p14:nvContentPartPr>
              <p14:xfrm>
                <a:off x="1260540" y="312335"/>
                <a:ext cx="6840" cy="87120"/>
              </p14:xfrm>
            </p:contentPart>
          </mc:Choice>
          <mc:Fallback>
            <p:pic>
              <p:nvPicPr>
                <p:cNvPr id="39974" name="잉크 39973">
                  <a:extLst>
                    <a:ext uri="{FF2B5EF4-FFF2-40B4-BE49-F238E27FC236}">
                      <a16:creationId xmlns:a16="http://schemas.microsoft.com/office/drawing/2014/main" id="{927434A3-1D5F-72ED-1205-0359CA15709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51900" y="303335"/>
                  <a:ext cx="244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9975" name="잉크 39974">
                  <a:extLst>
                    <a:ext uri="{FF2B5EF4-FFF2-40B4-BE49-F238E27FC236}">
                      <a16:creationId xmlns:a16="http://schemas.microsoft.com/office/drawing/2014/main" id="{0FBB102F-F1FF-88B6-1F43-04C09B9FB497}"/>
                    </a:ext>
                  </a:extLst>
                </p14:cNvPr>
                <p14:cNvContentPartPr/>
                <p14:nvPr/>
              </p14:nvContentPartPr>
              <p14:xfrm>
                <a:off x="1324260" y="338615"/>
                <a:ext cx="55080" cy="54000"/>
              </p14:xfrm>
            </p:contentPart>
          </mc:Choice>
          <mc:Fallback>
            <p:pic>
              <p:nvPicPr>
                <p:cNvPr id="39975" name="잉크 39974">
                  <a:extLst>
                    <a:ext uri="{FF2B5EF4-FFF2-40B4-BE49-F238E27FC236}">
                      <a16:creationId xmlns:a16="http://schemas.microsoft.com/office/drawing/2014/main" id="{0FBB102F-F1FF-88B6-1F43-04C09B9FB49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315620" y="329615"/>
                  <a:ext cx="72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9976" name="잉크 39975">
                  <a:extLst>
                    <a:ext uri="{FF2B5EF4-FFF2-40B4-BE49-F238E27FC236}">
                      <a16:creationId xmlns:a16="http://schemas.microsoft.com/office/drawing/2014/main" id="{15F8C71F-3957-A3BD-498E-8630AF6F1CD8}"/>
                    </a:ext>
                  </a:extLst>
                </p14:cNvPr>
                <p14:cNvContentPartPr/>
                <p14:nvPr/>
              </p14:nvContentPartPr>
              <p14:xfrm>
                <a:off x="1430460" y="333575"/>
                <a:ext cx="38520" cy="53640"/>
              </p14:xfrm>
            </p:contentPart>
          </mc:Choice>
          <mc:Fallback>
            <p:pic>
              <p:nvPicPr>
                <p:cNvPr id="39976" name="잉크 39975">
                  <a:extLst>
                    <a:ext uri="{FF2B5EF4-FFF2-40B4-BE49-F238E27FC236}">
                      <a16:creationId xmlns:a16="http://schemas.microsoft.com/office/drawing/2014/main" id="{15F8C71F-3957-A3BD-498E-8630AF6F1CD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21460" y="324575"/>
                  <a:ext cx="56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9978" name="잉크 39977">
                  <a:extLst>
                    <a:ext uri="{FF2B5EF4-FFF2-40B4-BE49-F238E27FC236}">
                      <a16:creationId xmlns:a16="http://schemas.microsoft.com/office/drawing/2014/main" id="{4EF2335A-3591-E459-008D-1D130969D7E0}"/>
                    </a:ext>
                  </a:extLst>
                </p14:cNvPr>
                <p14:cNvContentPartPr/>
                <p14:nvPr/>
              </p14:nvContentPartPr>
              <p14:xfrm>
                <a:off x="1236420" y="675575"/>
                <a:ext cx="40320" cy="69120"/>
              </p14:xfrm>
            </p:contentPart>
          </mc:Choice>
          <mc:Fallback>
            <p:pic>
              <p:nvPicPr>
                <p:cNvPr id="39978" name="잉크 39977">
                  <a:extLst>
                    <a:ext uri="{FF2B5EF4-FFF2-40B4-BE49-F238E27FC236}">
                      <a16:creationId xmlns:a16="http://schemas.microsoft.com/office/drawing/2014/main" id="{4EF2335A-3591-E459-008D-1D130969D7E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27420" y="666575"/>
                  <a:ext cx="57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9979" name="잉크 39978">
                  <a:extLst>
                    <a:ext uri="{FF2B5EF4-FFF2-40B4-BE49-F238E27FC236}">
                      <a16:creationId xmlns:a16="http://schemas.microsoft.com/office/drawing/2014/main" id="{AD91CC39-C229-53CB-EDC9-FD114852761A}"/>
                    </a:ext>
                  </a:extLst>
                </p14:cNvPr>
                <p14:cNvContentPartPr/>
                <p14:nvPr/>
              </p14:nvContentPartPr>
              <p14:xfrm>
                <a:off x="1295460" y="687815"/>
                <a:ext cx="5040" cy="3600"/>
              </p14:xfrm>
            </p:contentPart>
          </mc:Choice>
          <mc:Fallback>
            <p:pic>
              <p:nvPicPr>
                <p:cNvPr id="39979" name="잉크 39978">
                  <a:extLst>
                    <a:ext uri="{FF2B5EF4-FFF2-40B4-BE49-F238E27FC236}">
                      <a16:creationId xmlns:a16="http://schemas.microsoft.com/office/drawing/2014/main" id="{AD91CC39-C229-53CB-EDC9-FD114852761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86460" y="678815"/>
                  <a:ext cx="22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9980" name="잉크 39979">
                  <a:extLst>
                    <a:ext uri="{FF2B5EF4-FFF2-40B4-BE49-F238E27FC236}">
                      <a16:creationId xmlns:a16="http://schemas.microsoft.com/office/drawing/2014/main" id="{3E61E5A6-4047-8B15-9EF7-1F3613E1FE12}"/>
                    </a:ext>
                  </a:extLst>
                </p14:cNvPr>
                <p14:cNvContentPartPr/>
                <p14:nvPr/>
              </p14:nvContentPartPr>
              <p14:xfrm>
                <a:off x="1306620" y="710855"/>
                <a:ext cx="720" cy="10080"/>
              </p14:xfrm>
            </p:contentPart>
          </mc:Choice>
          <mc:Fallback>
            <p:pic>
              <p:nvPicPr>
                <p:cNvPr id="39980" name="잉크 39979">
                  <a:extLst>
                    <a:ext uri="{FF2B5EF4-FFF2-40B4-BE49-F238E27FC236}">
                      <a16:creationId xmlns:a16="http://schemas.microsoft.com/office/drawing/2014/main" id="{3E61E5A6-4047-8B15-9EF7-1F3613E1FE1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97620" y="701855"/>
                  <a:ext cx="18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9981" name="잉크 39980">
                  <a:extLst>
                    <a:ext uri="{FF2B5EF4-FFF2-40B4-BE49-F238E27FC236}">
                      <a16:creationId xmlns:a16="http://schemas.microsoft.com/office/drawing/2014/main" id="{0B79A369-BE3F-F73C-9C5F-FE0E4FCF65BD}"/>
                    </a:ext>
                  </a:extLst>
                </p14:cNvPr>
                <p14:cNvContentPartPr/>
                <p14:nvPr/>
              </p14:nvContentPartPr>
              <p14:xfrm>
                <a:off x="1346220" y="680975"/>
                <a:ext cx="37440" cy="46800"/>
              </p14:xfrm>
            </p:contentPart>
          </mc:Choice>
          <mc:Fallback>
            <p:pic>
              <p:nvPicPr>
                <p:cNvPr id="39981" name="잉크 39980">
                  <a:extLst>
                    <a:ext uri="{FF2B5EF4-FFF2-40B4-BE49-F238E27FC236}">
                      <a16:creationId xmlns:a16="http://schemas.microsoft.com/office/drawing/2014/main" id="{0B79A369-BE3F-F73C-9C5F-FE0E4FCF65B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337580" y="671975"/>
                  <a:ext cx="55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9982" name="잉크 39981">
                  <a:extLst>
                    <a:ext uri="{FF2B5EF4-FFF2-40B4-BE49-F238E27FC236}">
                      <a16:creationId xmlns:a16="http://schemas.microsoft.com/office/drawing/2014/main" id="{66D7CC76-3344-96B7-6282-699AECF0E55B}"/>
                    </a:ext>
                  </a:extLst>
                </p14:cNvPr>
                <p14:cNvContentPartPr/>
                <p14:nvPr/>
              </p14:nvContentPartPr>
              <p14:xfrm>
                <a:off x="1442700" y="658295"/>
                <a:ext cx="56880" cy="57240"/>
              </p14:xfrm>
            </p:contentPart>
          </mc:Choice>
          <mc:Fallback>
            <p:pic>
              <p:nvPicPr>
                <p:cNvPr id="39982" name="잉크 39981">
                  <a:extLst>
                    <a:ext uri="{FF2B5EF4-FFF2-40B4-BE49-F238E27FC236}">
                      <a16:creationId xmlns:a16="http://schemas.microsoft.com/office/drawing/2014/main" id="{66D7CC76-3344-96B7-6282-699AECF0E55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34060" y="649655"/>
                  <a:ext cx="745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9983" name="잉크 39982">
                  <a:extLst>
                    <a:ext uri="{FF2B5EF4-FFF2-40B4-BE49-F238E27FC236}">
                      <a16:creationId xmlns:a16="http://schemas.microsoft.com/office/drawing/2014/main" id="{3DA9E0E0-80BB-C497-550E-7CDC38939C2F}"/>
                    </a:ext>
                  </a:extLst>
                </p14:cNvPr>
                <p14:cNvContentPartPr/>
                <p14:nvPr/>
              </p14:nvContentPartPr>
              <p14:xfrm>
                <a:off x="1567620" y="676655"/>
                <a:ext cx="30240" cy="7920"/>
              </p14:xfrm>
            </p:contentPart>
          </mc:Choice>
          <mc:Fallback>
            <p:pic>
              <p:nvPicPr>
                <p:cNvPr id="39983" name="잉크 39982">
                  <a:extLst>
                    <a:ext uri="{FF2B5EF4-FFF2-40B4-BE49-F238E27FC236}">
                      <a16:creationId xmlns:a16="http://schemas.microsoft.com/office/drawing/2014/main" id="{3DA9E0E0-80BB-C497-550E-7CDC38939C2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58620" y="667655"/>
                  <a:ext cx="47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9984" name="잉크 39983">
                  <a:extLst>
                    <a:ext uri="{FF2B5EF4-FFF2-40B4-BE49-F238E27FC236}">
                      <a16:creationId xmlns:a16="http://schemas.microsoft.com/office/drawing/2014/main" id="{C533423F-F3B4-B0AE-0531-2A66561C561B}"/>
                    </a:ext>
                  </a:extLst>
                </p14:cNvPr>
                <p14:cNvContentPartPr/>
                <p14:nvPr/>
              </p14:nvContentPartPr>
              <p14:xfrm>
                <a:off x="1622700" y="635615"/>
                <a:ext cx="27720" cy="68760"/>
              </p14:xfrm>
            </p:contentPart>
          </mc:Choice>
          <mc:Fallback>
            <p:pic>
              <p:nvPicPr>
                <p:cNvPr id="39984" name="잉크 39983">
                  <a:extLst>
                    <a:ext uri="{FF2B5EF4-FFF2-40B4-BE49-F238E27FC236}">
                      <a16:creationId xmlns:a16="http://schemas.microsoft.com/office/drawing/2014/main" id="{C533423F-F3B4-B0AE-0531-2A66561C561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13700" y="626975"/>
                  <a:ext cx="45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39985" name="잉크 39984">
                  <a:extLst>
                    <a:ext uri="{FF2B5EF4-FFF2-40B4-BE49-F238E27FC236}">
                      <a16:creationId xmlns:a16="http://schemas.microsoft.com/office/drawing/2014/main" id="{20ECFB65-D0C9-0637-1C94-9707BD9803EE}"/>
                    </a:ext>
                  </a:extLst>
                </p14:cNvPr>
                <p14:cNvContentPartPr/>
                <p14:nvPr/>
              </p14:nvContentPartPr>
              <p14:xfrm>
                <a:off x="1622340" y="706175"/>
                <a:ext cx="42480" cy="9000"/>
              </p14:xfrm>
            </p:contentPart>
          </mc:Choice>
          <mc:Fallback>
            <p:pic>
              <p:nvPicPr>
                <p:cNvPr id="39985" name="잉크 39984">
                  <a:extLst>
                    <a:ext uri="{FF2B5EF4-FFF2-40B4-BE49-F238E27FC236}">
                      <a16:creationId xmlns:a16="http://schemas.microsoft.com/office/drawing/2014/main" id="{20ECFB65-D0C9-0637-1C94-9707BD9803E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613700" y="697535"/>
                  <a:ext cx="60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0006" name="잉크 40005">
                  <a:extLst>
                    <a:ext uri="{FF2B5EF4-FFF2-40B4-BE49-F238E27FC236}">
                      <a16:creationId xmlns:a16="http://schemas.microsoft.com/office/drawing/2014/main" id="{514D2B7B-1AAC-F882-8468-9C5758995985}"/>
                    </a:ext>
                  </a:extLst>
                </p14:cNvPr>
                <p14:cNvContentPartPr/>
                <p14:nvPr/>
              </p14:nvContentPartPr>
              <p14:xfrm>
                <a:off x="767340" y="990575"/>
                <a:ext cx="213480" cy="200160"/>
              </p14:xfrm>
            </p:contentPart>
          </mc:Choice>
          <mc:Fallback>
            <p:pic>
              <p:nvPicPr>
                <p:cNvPr id="40006" name="잉크 40005">
                  <a:extLst>
                    <a:ext uri="{FF2B5EF4-FFF2-40B4-BE49-F238E27FC236}">
                      <a16:creationId xmlns:a16="http://schemas.microsoft.com/office/drawing/2014/main" id="{514D2B7B-1AAC-F882-8468-9C575899598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8340" y="981935"/>
                  <a:ext cx="231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0008" name="잉크 40007">
                  <a:extLst>
                    <a:ext uri="{FF2B5EF4-FFF2-40B4-BE49-F238E27FC236}">
                      <a16:creationId xmlns:a16="http://schemas.microsoft.com/office/drawing/2014/main" id="{0095FE2A-779B-E3A9-F98E-5FDB618F703A}"/>
                    </a:ext>
                  </a:extLst>
                </p14:cNvPr>
                <p14:cNvContentPartPr/>
                <p14:nvPr/>
              </p14:nvContentPartPr>
              <p14:xfrm>
                <a:off x="736380" y="994895"/>
                <a:ext cx="194040" cy="212760"/>
              </p14:xfrm>
            </p:contentPart>
          </mc:Choice>
          <mc:Fallback>
            <p:pic>
              <p:nvPicPr>
                <p:cNvPr id="40008" name="잉크 40007">
                  <a:extLst>
                    <a:ext uri="{FF2B5EF4-FFF2-40B4-BE49-F238E27FC236}">
                      <a16:creationId xmlns:a16="http://schemas.microsoft.com/office/drawing/2014/main" id="{0095FE2A-779B-E3A9-F98E-5FDB618F703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27380" y="986255"/>
                  <a:ext cx="21168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35" name="그룹 40034">
            <a:extLst>
              <a:ext uri="{FF2B5EF4-FFF2-40B4-BE49-F238E27FC236}">
                <a16:creationId xmlns:a16="http://schemas.microsoft.com/office/drawing/2014/main" id="{5E65B858-C4C4-09CA-2457-25DE980573A5}"/>
              </a:ext>
            </a:extLst>
          </p:cNvPr>
          <p:cNvGrpSpPr/>
          <p:nvPr/>
        </p:nvGrpSpPr>
        <p:grpSpPr>
          <a:xfrm>
            <a:off x="1854180" y="117215"/>
            <a:ext cx="956160" cy="146880"/>
            <a:chOff x="1854180" y="117215"/>
            <a:chExt cx="95616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0010" name="잉크 40009">
                  <a:extLst>
                    <a:ext uri="{FF2B5EF4-FFF2-40B4-BE49-F238E27FC236}">
                      <a16:creationId xmlns:a16="http://schemas.microsoft.com/office/drawing/2014/main" id="{758B7648-7C34-44D1-B927-76DB123C7E90}"/>
                    </a:ext>
                  </a:extLst>
                </p14:cNvPr>
                <p14:cNvContentPartPr/>
                <p14:nvPr/>
              </p14:nvContentPartPr>
              <p14:xfrm>
                <a:off x="1854180" y="117575"/>
                <a:ext cx="21600" cy="109080"/>
              </p14:xfrm>
            </p:contentPart>
          </mc:Choice>
          <mc:Fallback>
            <p:pic>
              <p:nvPicPr>
                <p:cNvPr id="40010" name="잉크 40009">
                  <a:extLst>
                    <a:ext uri="{FF2B5EF4-FFF2-40B4-BE49-F238E27FC236}">
                      <a16:creationId xmlns:a16="http://schemas.microsoft.com/office/drawing/2014/main" id="{758B7648-7C34-44D1-B927-76DB123C7E9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845180" y="108935"/>
                  <a:ext cx="39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0011" name="잉크 40010">
                  <a:extLst>
                    <a:ext uri="{FF2B5EF4-FFF2-40B4-BE49-F238E27FC236}">
                      <a16:creationId xmlns:a16="http://schemas.microsoft.com/office/drawing/2014/main" id="{8ED95237-D387-60F6-CACA-70F13140D9F1}"/>
                    </a:ext>
                  </a:extLst>
                </p14:cNvPr>
                <p14:cNvContentPartPr/>
                <p14:nvPr/>
              </p14:nvContentPartPr>
              <p14:xfrm>
                <a:off x="1854540" y="173735"/>
                <a:ext cx="40680" cy="33120"/>
              </p14:xfrm>
            </p:contentPart>
          </mc:Choice>
          <mc:Fallback>
            <p:pic>
              <p:nvPicPr>
                <p:cNvPr id="40011" name="잉크 40010">
                  <a:extLst>
                    <a:ext uri="{FF2B5EF4-FFF2-40B4-BE49-F238E27FC236}">
                      <a16:creationId xmlns:a16="http://schemas.microsoft.com/office/drawing/2014/main" id="{8ED95237-D387-60F6-CACA-70F13140D9F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45900" y="165095"/>
                  <a:ext cx="58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0012" name="잉크 40011">
                  <a:extLst>
                    <a:ext uri="{FF2B5EF4-FFF2-40B4-BE49-F238E27FC236}">
                      <a16:creationId xmlns:a16="http://schemas.microsoft.com/office/drawing/2014/main" id="{EC272785-7C17-CCF2-F2B8-10181A09EDDA}"/>
                    </a:ext>
                  </a:extLst>
                </p14:cNvPr>
                <p14:cNvContentPartPr/>
                <p14:nvPr/>
              </p14:nvContentPartPr>
              <p14:xfrm>
                <a:off x="1874700" y="138095"/>
                <a:ext cx="43200" cy="57600"/>
              </p14:xfrm>
            </p:contentPart>
          </mc:Choice>
          <mc:Fallback>
            <p:pic>
              <p:nvPicPr>
                <p:cNvPr id="40012" name="잉크 40011">
                  <a:extLst>
                    <a:ext uri="{FF2B5EF4-FFF2-40B4-BE49-F238E27FC236}">
                      <a16:creationId xmlns:a16="http://schemas.microsoft.com/office/drawing/2014/main" id="{EC272785-7C17-CCF2-F2B8-10181A09EDD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865700" y="129455"/>
                  <a:ext cx="608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40013" name="잉크 40012">
                  <a:extLst>
                    <a:ext uri="{FF2B5EF4-FFF2-40B4-BE49-F238E27FC236}">
                      <a16:creationId xmlns:a16="http://schemas.microsoft.com/office/drawing/2014/main" id="{D3DB9B1C-FD70-F7EA-46E0-4EDF8321B67E}"/>
                    </a:ext>
                  </a:extLst>
                </p14:cNvPr>
                <p14:cNvContentPartPr/>
                <p14:nvPr/>
              </p14:nvContentPartPr>
              <p14:xfrm>
                <a:off x="1928340" y="137735"/>
                <a:ext cx="57600" cy="108000"/>
              </p14:xfrm>
            </p:contentPart>
          </mc:Choice>
          <mc:Fallback>
            <p:pic>
              <p:nvPicPr>
                <p:cNvPr id="40013" name="잉크 40012">
                  <a:extLst>
                    <a:ext uri="{FF2B5EF4-FFF2-40B4-BE49-F238E27FC236}">
                      <a16:creationId xmlns:a16="http://schemas.microsoft.com/office/drawing/2014/main" id="{D3DB9B1C-FD70-F7EA-46E0-4EDF8321B67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919700" y="129095"/>
                  <a:ext cx="75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0014" name="잉크 40013">
                  <a:extLst>
                    <a:ext uri="{FF2B5EF4-FFF2-40B4-BE49-F238E27FC236}">
                      <a16:creationId xmlns:a16="http://schemas.microsoft.com/office/drawing/2014/main" id="{4BA12578-7E2C-8790-8710-4ACDFBEFA5F7}"/>
                    </a:ext>
                  </a:extLst>
                </p14:cNvPr>
                <p14:cNvContentPartPr/>
                <p14:nvPr/>
              </p14:nvContentPartPr>
              <p14:xfrm>
                <a:off x="2020860" y="218375"/>
                <a:ext cx="3240" cy="8280"/>
              </p14:xfrm>
            </p:contentPart>
          </mc:Choice>
          <mc:Fallback>
            <p:pic>
              <p:nvPicPr>
                <p:cNvPr id="40014" name="잉크 40013">
                  <a:extLst>
                    <a:ext uri="{FF2B5EF4-FFF2-40B4-BE49-F238E27FC236}">
                      <a16:creationId xmlns:a16="http://schemas.microsoft.com/office/drawing/2014/main" id="{4BA12578-7E2C-8790-8710-4ACDFBEFA5F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12220" y="209735"/>
                  <a:ext cx="20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40015" name="잉크 40014">
                  <a:extLst>
                    <a:ext uri="{FF2B5EF4-FFF2-40B4-BE49-F238E27FC236}">
                      <a16:creationId xmlns:a16="http://schemas.microsoft.com/office/drawing/2014/main" id="{264E36ED-79F2-C8D4-46C9-A6283EF669CE}"/>
                    </a:ext>
                  </a:extLst>
                </p14:cNvPr>
                <p14:cNvContentPartPr/>
                <p14:nvPr/>
              </p14:nvContentPartPr>
              <p14:xfrm>
                <a:off x="2055060" y="205775"/>
                <a:ext cx="51120" cy="13680"/>
              </p14:xfrm>
            </p:contentPart>
          </mc:Choice>
          <mc:Fallback>
            <p:pic>
              <p:nvPicPr>
                <p:cNvPr id="40015" name="잉크 40014">
                  <a:extLst>
                    <a:ext uri="{FF2B5EF4-FFF2-40B4-BE49-F238E27FC236}">
                      <a16:creationId xmlns:a16="http://schemas.microsoft.com/office/drawing/2014/main" id="{264E36ED-79F2-C8D4-46C9-A6283EF669C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046420" y="196775"/>
                  <a:ext cx="68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40016" name="잉크 40015">
                  <a:extLst>
                    <a:ext uri="{FF2B5EF4-FFF2-40B4-BE49-F238E27FC236}">
                      <a16:creationId xmlns:a16="http://schemas.microsoft.com/office/drawing/2014/main" id="{1AFE9B5A-8A36-4FC3-CC47-318F88565E5E}"/>
                    </a:ext>
                  </a:extLst>
                </p14:cNvPr>
                <p14:cNvContentPartPr/>
                <p14:nvPr/>
              </p14:nvContentPartPr>
              <p14:xfrm>
                <a:off x="2154060" y="139535"/>
                <a:ext cx="65520" cy="75960"/>
              </p14:xfrm>
            </p:contentPart>
          </mc:Choice>
          <mc:Fallback>
            <p:pic>
              <p:nvPicPr>
                <p:cNvPr id="40016" name="잉크 40015">
                  <a:extLst>
                    <a:ext uri="{FF2B5EF4-FFF2-40B4-BE49-F238E27FC236}">
                      <a16:creationId xmlns:a16="http://schemas.microsoft.com/office/drawing/2014/main" id="{1AFE9B5A-8A36-4FC3-CC47-318F88565E5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145420" y="130895"/>
                  <a:ext cx="83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40017" name="잉크 40016">
                  <a:extLst>
                    <a:ext uri="{FF2B5EF4-FFF2-40B4-BE49-F238E27FC236}">
                      <a16:creationId xmlns:a16="http://schemas.microsoft.com/office/drawing/2014/main" id="{99610B02-7DF3-8C1D-465E-08B03B7B7480}"/>
                    </a:ext>
                  </a:extLst>
                </p14:cNvPr>
                <p14:cNvContentPartPr/>
                <p14:nvPr/>
              </p14:nvContentPartPr>
              <p14:xfrm>
                <a:off x="2192580" y="117215"/>
                <a:ext cx="36360" cy="60840"/>
              </p14:xfrm>
            </p:contentPart>
          </mc:Choice>
          <mc:Fallback>
            <p:pic>
              <p:nvPicPr>
                <p:cNvPr id="40017" name="잉크 40016">
                  <a:extLst>
                    <a:ext uri="{FF2B5EF4-FFF2-40B4-BE49-F238E27FC236}">
                      <a16:creationId xmlns:a16="http://schemas.microsoft.com/office/drawing/2014/main" id="{99610B02-7DF3-8C1D-465E-08B03B7B748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183580" y="108575"/>
                  <a:ext cx="54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40018" name="잉크 40017">
                  <a:extLst>
                    <a:ext uri="{FF2B5EF4-FFF2-40B4-BE49-F238E27FC236}">
                      <a16:creationId xmlns:a16="http://schemas.microsoft.com/office/drawing/2014/main" id="{50B46A9F-0B14-7BBD-2BA4-5F3960230AA6}"/>
                    </a:ext>
                  </a:extLst>
                </p14:cNvPr>
                <p14:cNvContentPartPr/>
                <p14:nvPr/>
              </p14:nvContentPartPr>
              <p14:xfrm>
                <a:off x="2204460" y="206855"/>
                <a:ext cx="28800" cy="33840"/>
              </p14:xfrm>
            </p:contentPart>
          </mc:Choice>
          <mc:Fallback>
            <p:pic>
              <p:nvPicPr>
                <p:cNvPr id="40018" name="잉크 40017">
                  <a:extLst>
                    <a:ext uri="{FF2B5EF4-FFF2-40B4-BE49-F238E27FC236}">
                      <a16:creationId xmlns:a16="http://schemas.microsoft.com/office/drawing/2014/main" id="{50B46A9F-0B14-7BBD-2BA4-5F3960230AA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195820" y="198215"/>
                  <a:ext cx="46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40019" name="잉크 40018">
                  <a:extLst>
                    <a:ext uri="{FF2B5EF4-FFF2-40B4-BE49-F238E27FC236}">
                      <a16:creationId xmlns:a16="http://schemas.microsoft.com/office/drawing/2014/main" id="{9CD531C9-3765-EDD2-BBEB-4BB93E645F0B}"/>
                    </a:ext>
                  </a:extLst>
                </p14:cNvPr>
                <p14:cNvContentPartPr/>
                <p14:nvPr/>
              </p14:nvContentPartPr>
              <p14:xfrm>
                <a:off x="2255220" y="130175"/>
                <a:ext cx="20520" cy="29880"/>
              </p14:xfrm>
            </p:contentPart>
          </mc:Choice>
          <mc:Fallback>
            <p:pic>
              <p:nvPicPr>
                <p:cNvPr id="40019" name="잉크 40018">
                  <a:extLst>
                    <a:ext uri="{FF2B5EF4-FFF2-40B4-BE49-F238E27FC236}">
                      <a16:creationId xmlns:a16="http://schemas.microsoft.com/office/drawing/2014/main" id="{9CD531C9-3765-EDD2-BBEB-4BB93E645F0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246580" y="121175"/>
                  <a:ext cx="38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40020" name="잉크 40019">
                  <a:extLst>
                    <a:ext uri="{FF2B5EF4-FFF2-40B4-BE49-F238E27FC236}">
                      <a16:creationId xmlns:a16="http://schemas.microsoft.com/office/drawing/2014/main" id="{5D6A4A3D-275C-C85D-E5A3-C082399F3C56}"/>
                    </a:ext>
                  </a:extLst>
                </p14:cNvPr>
                <p14:cNvContentPartPr/>
                <p14:nvPr/>
              </p14:nvContentPartPr>
              <p14:xfrm>
                <a:off x="2241540" y="170135"/>
                <a:ext cx="71640" cy="63720"/>
              </p14:xfrm>
            </p:contentPart>
          </mc:Choice>
          <mc:Fallback>
            <p:pic>
              <p:nvPicPr>
                <p:cNvPr id="40020" name="잉크 40019">
                  <a:extLst>
                    <a:ext uri="{FF2B5EF4-FFF2-40B4-BE49-F238E27FC236}">
                      <a16:creationId xmlns:a16="http://schemas.microsoft.com/office/drawing/2014/main" id="{5D6A4A3D-275C-C85D-E5A3-C082399F3C5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32540" y="161135"/>
                  <a:ext cx="89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40021" name="잉크 40020">
                  <a:extLst>
                    <a:ext uri="{FF2B5EF4-FFF2-40B4-BE49-F238E27FC236}">
                      <a16:creationId xmlns:a16="http://schemas.microsoft.com/office/drawing/2014/main" id="{D9F0CF4F-A535-BBBA-878D-A87E68D72DC8}"/>
                    </a:ext>
                  </a:extLst>
                </p14:cNvPr>
                <p14:cNvContentPartPr/>
                <p14:nvPr/>
              </p14:nvContentPartPr>
              <p14:xfrm>
                <a:off x="2288340" y="148175"/>
                <a:ext cx="38520" cy="91800"/>
              </p14:xfrm>
            </p:contentPart>
          </mc:Choice>
          <mc:Fallback>
            <p:pic>
              <p:nvPicPr>
                <p:cNvPr id="40021" name="잉크 40020">
                  <a:extLst>
                    <a:ext uri="{FF2B5EF4-FFF2-40B4-BE49-F238E27FC236}">
                      <a16:creationId xmlns:a16="http://schemas.microsoft.com/office/drawing/2014/main" id="{D9F0CF4F-A535-BBBA-878D-A87E68D72DC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279340" y="139175"/>
                  <a:ext cx="56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40022" name="잉크 40021">
                  <a:extLst>
                    <a:ext uri="{FF2B5EF4-FFF2-40B4-BE49-F238E27FC236}">
                      <a16:creationId xmlns:a16="http://schemas.microsoft.com/office/drawing/2014/main" id="{563988E4-93B0-9C4B-CFFF-2EADC7219781}"/>
                    </a:ext>
                  </a:extLst>
                </p14:cNvPr>
                <p14:cNvContentPartPr/>
                <p14:nvPr/>
              </p14:nvContentPartPr>
              <p14:xfrm>
                <a:off x="2352420" y="121535"/>
                <a:ext cx="3600" cy="23400"/>
              </p14:xfrm>
            </p:contentPart>
          </mc:Choice>
          <mc:Fallback>
            <p:pic>
              <p:nvPicPr>
                <p:cNvPr id="40022" name="잉크 40021">
                  <a:extLst>
                    <a:ext uri="{FF2B5EF4-FFF2-40B4-BE49-F238E27FC236}">
                      <a16:creationId xmlns:a16="http://schemas.microsoft.com/office/drawing/2014/main" id="{563988E4-93B0-9C4B-CFFF-2EADC721978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43420" y="112895"/>
                  <a:ext cx="21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40023" name="잉크 40022">
                  <a:extLst>
                    <a:ext uri="{FF2B5EF4-FFF2-40B4-BE49-F238E27FC236}">
                      <a16:creationId xmlns:a16="http://schemas.microsoft.com/office/drawing/2014/main" id="{BDFD2A57-70F2-6FA5-1F07-C73D7EFF8A82}"/>
                    </a:ext>
                  </a:extLst>
                </p14:cNvPr>
                <p14:cNvContentPartPr/>
                <p14:nvPr/>
              </p14:nvContentPartPr>
              <p14:xfrm>
                <a:off x="2318220" y="157175"/>
                <a:ext cx="53640" cy="60480"/>
              </p14:xfrm>
            </p:contentPart>
          </mc:Choice>
          <mc:Fallback>
            <p:pic>
              <p:nvPicPr>
                <p:cNvPr id="40023" name="잉크 40022">
                  <a:extLst>
                    <a:ext uri="{FF2B5EF4-FFF2-40B4-BE49-F238E27FC236}">
                      <a16:creationId xmlns:a16="http://schemas.microsoft.com/office/drawing/2014/main" id="{BDFD2A57-70F2-6FA5-1F07-C73D7EFF8A8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309220" y="148535"/>
                  <a:ext cx="71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40024" name="잉크 40023">
                  <a:extLst>
                    <a:ext uri="{FF2B5EF4-FFF2-40B4-BE49-F238E27FC236}">
                      <a16:creationId xmlns:a16="http://schemas.microsoft.com/office/drawing/2014/main" id="{C50B21D8-E167-87C6-FCB8-075A74F16AB9}"/>
                    </a:ext>
                  </a:extLst>
                </p14:cNvPr>
                <p14:cNvContentPartPr/>
                <p14:nvPr/>
              </p14:nvContentPartPr>
              <p14:xfrm>
                <a:off x="2383380" y="133775"/>
                <a:ext cx="13680" cy="84600"/>
              </p14:xfrm>
            </p:contentPart>
          </mc:Choice>
          <mc:Fallback>
            <p:pic>
              <p:nvPicPr>
                <p:cNvPr id="40024" name="잉크 40023">
                  <a:extLst>
                    <a:ext uri="{FF2B5EF4-FFF2-40B4-BE49-F238E27FC236}">
                      <a16:creationId xmlns:a16="http://schemas.microsoft.com/office/drawing/2014/main" id="{C50B21D8-E167-87C6-FCB8-075A74F16AB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374740" y="124775"/>
                  <a:ext cx="31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40025" name="잉크 40024">
                  <a:extLst>
                    <a:ext uri="{FF2B5EF4-FFF2-40B4-BE49-F238E27FC236}">
                      <a16:creationId xmlns:a16="http://schemas.microsoft.com/office/drawing/2014/main" id="{8BCAF11B-16CA-9A64-DE6F-830B93847A5B}"/>
                    </a:ext>
                  </a:extLst>
                </p14:cNvPr>
                <p14:cNvContentPartPr/>
                <p14:nvPr/>
              </p14:nvContentPartPr>
              <p14:xfrm>
                <a:off x="2467260" y="121895"/>
                <a:ext cx="52200" cy="66240"/>
              </p14:xfrm>
            </p:contentPart>
          </mc:Choice>
          <mc:Fallback>
            <p:pic>
              <p:nvPicPr>
                <p:cNvPr id="40025" name="잉크 40024">
                  <a:extLst>
                    <a:ext uri="{FF2B5EF4-FFF2-40B4-BE49-F238E27FC236}">
                      <a16:creationId xmlns:a16="http://schemas.microsoft.com/office/drawing/2014/main" id="{8BCAF11B-16CA-9A64-DE6F-830B93847A5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58620" y="112895"/>
                  <a:ext cx="69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40026" name="잉크 40025">
                  <a:extLst>
                    <a:ext uri="{FF2B5EF4-FFF2-40B4-BE49-F238E27FC236}">
                      <a16:creationId xmlns:a16="http://schemas.microsoft.com/office/drawing/2014/main" id="{A2FB2AD5-DD10-B1FC-96CD-17502D21235A}"/>
                    </a:ext>
                  </a:extLst>
                </p14:cNvPr>
                <p14:cNvContentPartPr/>
                <p14:nvPr/>
              </p14:nvContentPartPr>
              <p14:xfrm>
                <a:off x="2535660" y="120455"/>
                <a:ext cx="11520" cy="66960"/>
              </p14:xfrm>
            </p:contentPart>
          </mc:Choice>
          <mc:Fallback>
            <p:pic>
              <p:nvPicPr>
                <p:cNvPr id="40026" name="잉크 40025">
                  <a:extLst>
                    <a:ext uri="{FF2B5EF4-FFF2-40B4-BE49-F238E27FC236}">
                      <a16:creationId xmlns:a16="http://schemas.microsoft.com/office/drawing/2014/main" id="{A2FB2AD5-DD10-B1FC-96CD-17502D21235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527020" y="111455"/>
                  <a:ext cx="29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40027" name="잉크 40026">
                  <a:extLst>
                    <a:ext uri="{FF2B5EF4-FFF2-40B4-BE49-F238E27FC236}">
                      <a16:creationId xmlns:a16="http://schemas.microsoft.com/office/drawing/2014/main" id="{03CE604B-09E5-1D05-234B-F7F0386DEF21}"/>
                    </a:ext>
                  </a:extLst>
                </p14:cNvPr>
                <p14:cNvContentPartPr/>
                <p14:nvPr/>
              </p14:nvContentPartPr>
              <p14:xfrm>
                <a:off x="2519460" y="149975"/>
                <a:ext cx="45720" cy="97200"/>
              </p14:xfrm>
            </p:contentPart>
          </mc:Choice>
          <mc:Fallback>
            <p:pic>
              <p:nvPicPr>
                <p:cNvPr id="40027" name="잉크 40026">
                  <a:extLst>
                    <a:ext uri="{FF2B5EF4-FFF2-40B4-BE49-F238E27FC236}">
                      <a16:creationId xmlns:a16="http://schemas.microsoft.com/office/drawing/2014/main" id="{03CE604B-09E5-1D05-234B-F7F0386DEF2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510460" y="141335"/>
                  <a:ext cx="63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40028" name="잉크 40027">
                  <a:extLst>
                    <a:ext uri="{FF2B5EF4-FFF2-40B4-BE49-F238E27FC236}">
                      <a16:creationId xmlns:a16="http://schemas.microsoft.com/office/drawing/2014/main" id="{6D8F3134-B129-4D77-E3A5-C915899116BE}"/>
                    </a:ext>
                  </a:extLst>
                </p14:cNvPr>
                <p14:cNvContentPartPr/>
                <p14:nvPr/>
              </p14:nvContentPartPr>
              <p14:xfrm>
                <a:off x="2512980" y="191015"/>
                <a:ext cx="52920" cy="61560"/>
              </p14:xfrm>
            </p:contentPart>
          </mc:Choice>
          <mc:Fallback>
            <p:pic>
              <p:nvPicPr>
                <p:cNvPr id="40028" name="잉크 40027">
                  <a:extLst>
                    <a:ext uri="{FF2B5EF4-FFF2-40B4-BE49-F238E27FC236}">
                      <a16:creationId xmlns:a16="http://schemas.microsoft.com/office/drawing/2014/main" id="{6D8F3134-B129-4D77-E3A5-C915899116B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504340" y="182015"/>
                  <a:ext cx="70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40029" name="잉크 40028">
                  <a:extLst>
                    <a:ext uri="{FF2B5EF4-FFF2-40B4-BE49-F238E27FC236}">
                      <a16:creationId xmlns:a16="http://schemas.microsoft.com/office/drawing/2014/main" id="{A38092F9-B8CB-E3F7-C34B-AB66C3B814EE}"/>
                    </a:ext>
                  </a:extLst>
                </p14:cNvPr>
                <p14:cNvContentPartPr/>
                <p14:nvPr/>
              </p14:nvContentPartPr>
              <p14:xfrm>
                <a:off x="2577780" y="146015"/>
                <a:ext cx="53640" cy="44640"/>
              </p14:xfrm>
            </p:contentPart>
          </mc:Choice>
          <mc:Fallback>
            <p:pic>
              <p:nvPicPr>
                <p:cNvPr id="40029" name="잉크 40028">
                  <a:extLst>
                    <a:ext uri="{FF2B5EF4-FFF2-40B4-BE49-F238E27FC236}">
                      <a16:creationId xmlns:a16="http://schemas.microsoft.com/office/drawing/2014/main" id="{A38092F9-B8CB-E3F7-C34B-AB66C3B814E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69140" y="137375"/>
                  <a:ext cx="71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0030" name="잉크 40029">
                  <a:extLst>
                    <a:ext uri="{FF2B5EF4-FFF2-40B4-BE49-F238E27FC236}">
                      <a16:creationId xmlns:a16="http://schemas.microsoft.com/office/drawing/2014/main" id="{8C674CD1-F495-1277-7A2D-87C46AAE45C9}"/>
                    </a:ext>
                  </a:extLst>
                </p14:cNvPr>
                <p14:cNvContentPartPr/>
                <p14:nvPr/>
              </p14:nvContentPartPr>
              <p14:xfrm>
                <a:off x="2593260" y="202175"/>
                <a:ext cx="38520" cy="16200"/>
              </p14:xfrm>
            </p:contentPart>
          </mc:Choice>
          <mc:Fallback>
            <p:pic>
              <p:nvPicPr>
                <p:cNvPr id="40030" name="잉크 40029">
                  <a:extLst>
                    <a:ext uri="{FF2B5EF4-FFF2-40B4-BE49-F238E27FC236}">
                      <a16:creationId xmlns:a16="http://schemas.microsoft.com/office/drawing/2014/main" id="{8C674CD1-F495-1277-7A2D-87C46AAE45C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584620" y="193175"/>
                  <a:ext cx="56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40031" name="잉크 40030">
                  <a:extLst>
                    <a:ext uri="{FF2B5EF4-FFF2-40B4-BE49-F238E27FC236}">
                      <a16:creationId xmlns:a16="http://schemas.microsoft.com/office/drawing/2014/main" id="{2CC8338B-9686-8F1D-7787-B4F4B35F37CD}"/>
                    </a:ext>
                  </a:extLst>
                </p14:cNvPr>
                <p14:cNvContentPartPr/>
                <p14:nvPr/>
              </p14:nvContentPartPr>
              <p14:xfrm>
                <a:off x="2598300" y="217655"/>
                <a:ext cx="53640" cy="46440"/>
              </p14:xfrm>
            </p:contentPart>
          </mc:Choice>
          <mc:Fallback>
            <p:pic>
              <p:nvPicPr>
                <p:cNvPr id="40031" name="잉크 40030">
                  <a:extLst>
                    <a:ext uri="{FF2B5EF4-FFF2-40B4-BE49-F238E27FC236}">
                      <a16:creationId xmlns:a16="http://schemas.microsoft.com/office/drawing/2014/main" id="{2CC8338B-9686-8F1D-7787-B4F4B35F37C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589300" y="208655"/>
                  <a:ext cx="71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40032" name="잉크 40031">
                  <a:extLst>
                    <a:ext uri="{FF2B5EF4-FFF2-40B4-BE49-F238E27FC236}">
                      <a16:creationId xmlns:a16="http://schemas.microsoft.com/office/drawing/2014/main" id="{C329540A-6C1D-FD52-190F-9492E3BCC308}"/>
                    </a:ext>
                  </a:extLst>
                </p14:cNvPr>
                <p14:cNvContentPartPr/>
                <p14:nvPr/>
              </p14:nvContentPartPr>
              <p14:xfrm>
                <a:off x="2645100" y="168335"/>
                <a:ext cx="56880" cy="46080"/>
              </p14:xfrm>
            </p:contentPart>
          </mc:Choice>
          <mc:Fallback>
            <p:pic>
              <p:nvPicPr>
                <p:cNvPr id="40032" name="잉크 40031">
                  <a:extLst>
                    <a:ext uri="{FF2B5EF4-FFF2-40B4-BE49-F238E27FC236}">
                      <a16:creationId xmlns:a16="http://schemas.microsoft.com/office/drawing/2014/main" id="{C329540A-6C1D-FD52-190F-9492E3BCC30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636100" y="159335"/>
                  <a:ext cx="74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40033" name="잉크 40032">
                  <a:extLst>
                    <a:ext uri="{FF2B5EF4-FFF2-40B4-BE49-F238E27FC236}">
                      <a16:creationId xmlns:a16="http://schemas.microsoft.com/office/drawing/2014/main" id="{CE84B0C1-DE31-67BE-DE65-D08005ECA07F}"/>
                    </a:ext>
                  </a:extLst>
                </p14:cNvPr>
                <p14:cNvContentPartPr/>
                <p14:nvPr/>
              </p14:nvContentPartPr>
              <p14:xfrm>
                <a:off x="2704140" y="129455"/>
                <a:ext cx="42120" cy="87120"/>
              </p14:xfrm>
            </p:contentPart>
          </mc:Choice>
          <mc:Fallback>
            <p:pic>
              <p:nvPicPr>
                <p:cNvPr id="40033" name="잉크 40032">
                  <a:extLst>
                    <a:ext uri="{FF2B5EF4-FFF2-40B4-BE49-F238E27FC236}">
                      <a16:creationId xmlns:a16="http://schemas.microsoft.com/office/drawing/2014/main" id="{CE84B0C1-DE31-67BE-DE65-D08005ECA07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695140" y="120815"/>
                  <a:ext cx="59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40034" name="잉크 40033">
                  <a:extLst>
                    <a:ext uri="{FF2B5EF4-FFF2-40B4-BE49-F238E27FC236}">
                      <a16:creationId xmlns:a16="http://schemas.microsoft.com/office/drawing/2014/main" id="{41E2C9FD-9B69-7B9B-D467-88759B4C65A6}"/>
                    </a:ext>
                  </a:extLst>
                </p14:cNvPr>
                <p14:cNvContentPartPr/>
                <p14:nvPr/>
              </p14:nvContentPartPr>
              <p14:xfrm>
                <a:off x="2772540" y="197855"/>
                <a:ext cx="37800" cy="14040"/>
              </p14:xfrm>
            </p:contentPart>
          </mc:Choice>
          <mc:Fallback>
            <p:pic>
              <p:nvPicPr>
                <p:cNvPr id="40034" name="잉크 40033">
                  <a:extLst>
                    <a:ext uri="{FF2B5EF4-FFF2-40B4-BE49-F238E27FC236}">
                      <a16:creationId xmlns:a16="http://schemas.microsoft.com/office/drawing/2014/main" id="{41E2C9FD-9B69-7B9B-D467-88759B4C65A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763900" y="188855"/>
                  <a:ext cx="55440" cy="31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고전적 동기화 문제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1785937"/>
          </a:xfrm>
        </p:spPr>
        <p:txBody>
          <a:bodyPr/>
          <a:lstStyle/>
          <a:p>
            <a:pPr>
              <a:defRPr/>
            </a:pPr>
            <a:r>
              <a:rPr lang="ko-KR" altLang="en-US" b="1" dirty="0">
                <a:solidFill>
                  <a:srgbClr val="000000"/>
                </a:solidFill>
                <a:latin typeface="+mn-ea"/>
              </a:rPr>
              <a:t> 한정 버퍼 문제 </a:t>
            </a:r>
            <a:r>
              <a:rPr lang="en-US" altLang="ko-KR" b="1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rgbClr val="000000"/>
                </a:solidFill>
                <a:latin typeface="+mn-ea"/>
              </a:rPr>
              <a:t>생산자</a:t>
            </a:r>
            <a:r>
              <a:rPr lang="en-US" altLang="ko-KR" b="1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b="1" dirty="0">
                <a:solidFill>
                  <a:srgbClr val="000000"/>
                </a:solidFill>
                <a:latin typeface="+mn-ea"/>
              </a:rPr>
              <a:t>소비자 문제</a:t>
            </a:r>
            <a:r>
              <a:rPr lang="en-US" altLang="ko-KR" b="1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공유 데이터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semaphore full=0, empty=n, </a:t>
            </a: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mutex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=1;</a:t>
            </a:r>
          </a:p>
          <a:p>
            <a:pPr lvl="1" latinLnBrk="0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empty</a:t>
            </a: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는 비어 있는 버퍼의 개수</a:t>
            </a: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,  full</a:t>
            </a: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은 차 있는 버퍼의 개수</a:t>
            </a:r>
            <a:endParaRPr kumimoji="0"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 latinLnBrk="0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mutex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는 상호배제를 위한 세마포</a:t>
            </a:r>
          </a:p>
          <a:p>
            <a:pPr>
              <a:defRPr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96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3D5471-907D-4324-86D1-BB4B8C810BA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40965" name="Rectangle 3"/>
          <p:cNvSpPr>
            <a:spLocks noChangeArrowheads="1"/>
          </p:cNvSpPr>
          <p:nvPr/>
        </p:nvSpPr>
        <p:spPr bwMode="auto">
          <a:xfrm>
            <a:off x="642938" y="3500438"/>
            <a:ext cx="3786187" cy="30829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8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 dirty="0">
                <a:latin typeface="Times New Roman" panose="02020603050405020304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</a:rPr>
              <a:t>생산자 프로세스</a:t>
            </a:r>
            <a:endParaRPr lang="ko-KR" altLang="en-US" sz="1800" dirty="0">
              <a:latin typeface="Times New Roman" panose="02020603050405020304" pitchFamily="18" charset="0"/>
            </a:endParaRPr>
          </a:p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lang="ko-KR" altLang="en-US" sz="1800" b="1" dirty="0">
                <a:latin typeface="Helvetica" panose="020B0604020202020204" pitchFamily="34" charset="0"/>
              </a:rPr>
              <a:t>    </a:t>
            </a:r>
            <a:r>
              <a:rPr lang="en-US" altLang="ko-KR" sz="1800" b="1" dirty="0">
                <a:latin typeface="Helvetica" panose="020B0604020202020204" pitchFamily="34" charset="0"/>
              </a:rPr>
              <a:t>do { 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 dirty="0">
                <a:latin typeface="Helvetica" panose="020B0604020202020204" pitchFamily="34" charset="0"/>
              </a:rPr>
              <a:t>	 …  // </a:t>
            </a:r>
            <a:r>
              <a:rPr lang="en-US" altLang="ko-KR" sz="1800" b="1" dirty="0" err="1">
                <a:latin typeface="Helvetica" panose="020B0604020202020204" pitchFamily="34" charset="0"/>
              </a:rPr>
              <a:t>nextp</a:t>
            </a:r>
            <a:r>
              <a:rPr lang="ko-KR" altLang="en-US" sz="1800" b="1" dirty="0">
                <a:latin typeface="Helvetica" panose="020B0604020202020204" pitchFamily="34" charset="0"/>
              </a:rPr>
              <a:t>에 하나 생산</a:t>
            </a:r>
            <a:endParaRPr lang="en-US" altLang="ko-KR" sz="1800" b="1" dirty="0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 dirty="0">
                <a:latin typeface="Helvetica" panose="020B0604020202020204" pitchFamily="34" charset="0"/>
              </a:rPr>
              <a:t>	wait(empty);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 dirty="0">
                <a:latin typeface="Helvetica" panose="020B0604020202020204" pitchFamily="34" charset="0"/>
              </a:rPr>
              <a:t>	wait(</a:t>
            </a:r>
            <a:r>
              <a:rPr lang="en-US" altLang="ko-KR" sz="1800" b="1" dirty="0" err="1">
                <a:latin typeface="Helvetica" panose="020B0604020202020204" pitchFamily="34" charset="0"/>
              </a:rPr>
              <a:t>mutex</a:t>
            </a:r>
            <a:r>
              <a:rPr lang="en-US" altLang="ko-KR" sz="1800" b="1" dirty="0">
                <a:latin typeface="Helvetica" panose="020B0604020202020204" pitchFamily="34" charset="0"/>
              </a:rPr>
              <a:t>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 dirty="0">
                <a:latin typeface="Helvetica" panose="020B0604020202020204" pitchFamily="34" charset="0"/>
              </a:rPr>
              <a:t>	 …  // </a:t>
            </a:r>
            <a:r>
              <a:rPr lang="en-US" altLang="ko-KR" sz="1800" b="1" dirty="0" err="1">
                <a:latin typeface="Helvetica" panose="020B0604020202020204" pitchFamily="34" charset="0"/>
              </a:rPr>
              <a:t>nextp</a:t>
            </a:r>
            <a:r>
              <a:rPr lang="ko-KR" altLang="en-US" sz="1800" b="1" dirty="0">
                <a:latin typeface="Helvetica" panose="020B0604020202020204" pitchFamily="34" charset="0"/>
              </a:rPr>
              <a:t>를 버퍼에 추가</a:t>
            </a:r>
            <a:endParaRPr lang="en-US" altLang="ko-KR" sz="1800" dirty="0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 dirty="0">
                <a:latin typeface="Helvetica" panose="020B0604020202020204" pitchFamily="34" charset="0"/>
              </a:rPr>
              <a:t>	signal(</a:t>
            </a:r>
            <a:r>
              <a:rPr lang="en-US" altLang="ko-KR" sz="1800" b="1" dirty="0" err="1">
                <a:latin typeface="Helvetica" panose="020B0604020202020204" pitchFamily="34" charset="0"/>
              </a:rPr>
              <a:t>mutex</a:t>
            </a:r>
            <a:r>
              <a:rPr lang="en-US" altLang="ko-KR" sz="1800" b="1" dirty="0">
                <a:latin typeface="Helvetica" panose="020B0604020202020204" pitchFamily="34" charset="0"/>
              </a:rPr>
              <a:t>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 dirty="0">
                <a:latin typeface="Helvetica" panose="020B0604020202020204" pitchFamily="34" charset="0"/>
              </a:rPr>
              <a:t>	signal(full);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 dirty="0">
                <a:latin typeface="Helvetica" panose="020B0604020202020204" pitchFamily="34" charset="0"/>
              </a:rPr>
              <a:t>    } while (1);</a:t>
            </a:r>
            <a:endParaRPr lang="en-US" altLang="ko-KR" sz="1800" dirty="0">
              <a:latin typeface="Times New Roman" panose="02020603050405020304" pitchFamily="18" charset="0"/>
            </a:endParaRPr>
          </a:p>
        </p:txBody>
      </p:sp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4786313" y="3500438"/>
            <a:ext cx="3857625" cy="310673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FontTx/>
              <a:buChar char="•"/>
            </a:pPr>
            <a:r>
              <a:rPr lang="en-US" altLang="ko-KR" sz="2400">
                <a:latin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</a:rPr>
              <a:t>소비자 프로세스</a:t>
            </a:r>
          </a:p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lang="ko-KR" altLang="en-US" sz="1800">
                <a:latin typeface="Times New Roman" panose="02020603050405020304" pitchFamily="18" charset="0"/>
              </a:rPr>
              <a:t>   </a:t>
            </a:r>
            <a:r>
              <a:rPr lang="en-US" altLang="ko-KR" sz="1800" b="1">
                <a:latin typeface="Helvetica" panose="020B0604020202020204" pitchFamily="34" charset="0"/>
              </a:rPr>
              <a:t>do { 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wait(full);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wait(mutex);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 …  // </a:t>
            </a:r>
            <a:r>
              <a:rPr lang="ko-KR" altLang="en-US" sz="1800" b="1">
                <a:latin typeface="Helvetica" panose="020B0604020202020204" pitchFamily="34" charset="0"/>
              </a:rPr>
              <a:t>버퍼에서 하나 제거</a:t>
            </a:r>
            <a:endParaRPr lang="en-US" altLang="ko-KR" sz="1800" b="1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signal(mutex);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signal(empty);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  …  // </a:t>
            </a:r>
            <a:r>
              <a:rPr lang="ko-KR" altLang="en-US" sz="1800" b="1">
                <a:latin typeface="Helvetica" panose="020B0604020202020204" pitchFamily="34" charset="0"/>
              </a:rPr>
              <a:t>소비</a:t>
            </a:r>
            <a:endParaRPr lang="en-US" altLang="ko-KR" sz="1800" b="1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} while (1);</a:t>
            </a:r>
            <a:endParaRPr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40967" name="직사각형 1"/>
          <p:cNvSpPr>
            <a:spLocks noChangeArrowheads="1"/>
          </p:cNvSpPr>
          <p:nvPr/>
        </p:nvSpPr>
        <p:spPr bwMode="auto">
          <a:xfrm>
            <a:off x="3924300" y="2078038"/>
            <a:ext cx="792163" cy="271462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68" name="직사각형 9"/>
          <p:cNvSpPr>
            <a:spLocks noChangeArrowheads="1"/>
          </p:cNvSpPr>
          <p:nvPr/>
        </p:nvSpPr>
        <p:spPr bwMode="auto">
          <a:xfrm>
            <a:off x="1443038" y="5949950"/>
            <a:ext cx="1441450" cy="287338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69" name="직사각형 10"/>
          <p:cNvSpPr>
            <a:spLocks noChangeArrowheads="1"/>
          </p:cNvSpPr>
          <p:nvPr/>
        </p:nvSpPr>
        <p:spPr bwMode="auto">
          <a:xfrm>
            <a:off x="1441450" y="4652963"/>
            <a:ext cx="1443038" cy="303212"/>
          </a:xfrm>
          <a:prstGeom prst="rect">
            <a:avLst/>
          </a:prstGeom>
          <a:noFill/>
          <a:ln w="38100" algn="ctr">
            <a:solidFill>
              <a:srgbClr val="00206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70" name="직사각형 11"/>
          <p:cNvSpPr>
            <a:spLocks noChangeArrowheads="1"/>
          </p:cNvSpPr>
          <p:nvPr/>
        </p:nvSpPr>
        <p:spPr bwMode="auto">
          <a:xfrm>
            <a:off x="5580063" y="5646738"/>
            <a:ext cx="1655762" cy="303212"/>
          </a:xfrm>
          <a:prstGeom prst="rect">
            <a:avLst/>
          </a:prstGeom>
          <a:noFill/>
          <a:ln w="38100" algn="ctr">
            <a:solidFill>
              <a:srgbClr val="00206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71" name="직사각형 12"/>
          <p:cNvSpPr>
            <a:spLocks noChangeArrowheads="1"/>
          </p:cNvSpPr>
          <p:nvPr/>
        </p:nvSpPr>
        <p:spPr bwMode="auto">
          <a:xfrm>
            <a:off x="4786313" y="2062163"/>
            <a:ext cx="1154112" cy="287337"/>
          </a:xfrm>
          <a:prstGeom prst="rect">
            <a:avLst/>
          </a:prstGeom>
          <a:noFill/>
          <a:ln w="38100" algn="ctr">
            <a:solidFill>
              <a:srgbClr val="00206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72" name="직사각형 13"/>
          <p:cNvSpPr>
            <a:spLocks noChangeArrowheads="1"/>
          </p:cNvSpPr>
          <p:nvPr/>
        </p:nvSpPr>
        <p:spPr bwMode="auto">
          <a:xfrm>
            <a:off x="5580063" y="4351338"/>
            <a:ext cx="1223962" cy="30162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58690BD-F444-15E8-0202-E4B7B1FFD7E8}"/>
                  </a:ext>
                </a:extLst>
              </p14:cNvPr>
              <p14:cNvContentPartPr/>
              <p14:nvPr/>
            </p14:nvContentPartPr>
            <p14:xfrm>
              <a:off x="5959478" y="2154752"/>
              <a:ext cx="1212480" cy="640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58690BD-F444-15E8-0202-E4B7B1FFD7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3478" y="2083112"/>
                <a:ext cx="128412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899" name="그룹 37898">
            <a:extLst>
              <a:ext uri="{FF2B5EF4-FFF2-40B4-BE49-F238E27FC236}">
                <a16:creationId xmlns:a16="http://schemas.microsoft.com/office/drawing/2014/main" id="{C6C7A70A-3ACC-8D8B-31CA-E9CE5B3D2AB7}"/>
              </a:ext>
            </a:extLst>
          </p:cNvPr>
          <p:cNvGrpSpPr/>
          <p:nvPr/>
        </p:nvGrpSpPr>
        <p:grpSpPr>
          <a:xfrm>
            <a:off x="5644118" y="1120832"/>
            <a:ext cx="3270960" cy="1225440"/>
            <a:chOff x="5644118" y="1120832"/>
            <a:chExt cx="3270960" cy="12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7596AFFF-2855-4A66-6786-DF5C75B47AA7}"/>
                    </a:ext>
                  </a:extLst>
                </p14:cNvPr>
                <p14:cNvContentPartPr/>
                <p14:nvPr/>
              </p14:nvContentPartPr>
              <p14:xfrm>
                <a:off x="5644118" y="2013632"/>
                <a:ext cx="253080" cy="3326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7596AFFF-2855-4A66-6786-DF5C75B47A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35118" y="2004632"/>
                  <a:ext cx="270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ECE8C56-B88B-30E6-F2C1-E5F2EBEB9E61}"/>
                    </a:ext>
                  </a:extLst>
                </p14:cNvPr>
                <p14:cNvContentPartPr/>
                <p14:nvPr/>
              </p14:nvContentPartPr>
              <p14:xfrm>
                <a:off x="5871998" y="1441592"/>
                <a:ext cx="980280" cy="7189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ECE8C56-B88B-30E6-F2C1-E5F2EBEB9E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62998" y="1432952"/>
                  <a:ext cx="99792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190CFF4-DF91-E777-3CDC-E5141749A728}"/>
                    </a:ext>
                  </a:extLst>
                </p14:cNvPr>
                <p14:cNvContentPartPr/>
                <p14:nvPr/>
              </p14:nvContentPartPr>
              <p14:xfrm>
                <a:off x="6977198" y="1219832"/>
                <a:ext cx="227160" cy="1609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190CFF4-DF91-E777-3CDC-E5141749A7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68558" y="1211192"/>
                  <a:ext cx="244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D018CE1-38A4-5F24-2165-AFCB9BCF322E}"/>
                    </a:ext>
                  </a:extLst>
                </p14:cNvPr>
                <p14:cNvContentPartPr/>
                <p14:nvPr/>
              </p14:nvContentPartPr>
              <p14:xfrm>
                <a:off x="7108238" y="1149992"/>
                <a:ext cx="8640" cy="3045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D018CE1-38A4-5F24-2165-AFCB9BCF32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99238" y="1140992"/>
                  <a:ext cx="262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0300D28-1ED8-A517-201C-603E164BB654}"/>
                    </a:ext>
                  </a:extLst>
                </p14:cNvPr>
                <p14:cNvContentPartPr/>
                <p14:nvPr/>
              </p14:nvContentPartPr>
              <p14:xfrm>
                <a:off x="7292918" y="1190312"/>
                <a:ext cx="91080" cy="2487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0300D28-1ED8-A517-201C-603E164BB6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83918" y="1181672"/>
                  <a:ext cx="108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93A50AD-F259-F2AB-ED78-FC6D5DFE83D1}"/>
                    </a:ext>
                  </a:extLst>
                </p14:cNvPr>
                <p14:cNvContentPartPr/>
                <p14:nvPr/>
              </p14:nvContentPartPr>
              <p14:xfrm>
                <a:off x="7476518" y="1120832"/>
                <a:ext cx="21600" cy="1425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93A50AD-F259-F2AB-ED78-FC6D5DFE83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67518" y="1111832"/>
                  <a:ext cx="39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5E5E884-CBBD-C29C-1FDA-7C84A7748A0A}"/>
                    </a:ext>
                  </a:extLst>
                </p14:cNvPr>
                <p14:cNvContentPartPr/>
                <p14:nvPr/>
              </p14:nvContentPartPr>
              <p14:xfrm>
                <a:off x="7423598" y="1221992"/>
                <a:ext cx="137880" cy="1252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5E5E884-CBBD-C29C-1FDA-7C84A7748A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14598" y="1213352"/>
                  <a:ext cx="155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F59BC17-4223-4004-ED99-BF87604431B1}"/>
                    </a:ext>
                  </a:extLst>
                </p14:cNvPr>
                <p14:cNvContentPartPr/>
                <p14:nvPr/>
              </p14:nvContentPartPr>
              <p14:xfrm>
                <a:off x="7422518" y="1290032"/>
                <a:ext cx="160200" cy="1634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F59BC17-4223-4004-ED99-BF87604431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13878" y="1281032"/>
                  <a:ext cx="177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17A54BD-0453-99F4-4A78-CECB9174F24F}"/>
                    </a:ext>
                  </a:extLst>
                </p14:cNvPr>
                <p14:cNvContentPartPr/>
                <p14:nvPr/>
              </p14:nvContentPartPr>
              <p14:xfrm>
                <a:off x="7581638" y="1200392"/>
                <a:ext cx="51480" cy="2610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17A54BD-0453-99F4-4A78-CECB9174F2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72638" y="1191392"/>
                  <a:ext cx="691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A6D6AF19-94E5-1D88-2066-83091A87A1A5}"/>
                    </a:ext>
                  </a:extLst>
                </p14:cNvPr>
                <p14:cNvContentPartPr/>
                <p14:nvPr/>
              </p14:nvContentPartPr>
              <p14:xfrm>
                <a:off x="7644638" y="1238192"/>
                <a:ext cx="214200" cy="2566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A6D6AF19-94E5-1D88-2066-83091A87A1A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5638" y="1229192"/>
                  <a:ext cx="2318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79B0CBFB-E022-BD6E-0AC7-B662438E0EA0}"/>
                    </a:ext>
                  </a:extLst>
                </p14:cNvPr>
                <p14:cNvContentPartPr/>
                <p14:nvPr/>
              </p14:nvContentPartPr>
              <p14:xfrm>
                <a:off x="7951718" y="1215152"/>
                <a:ext cx="57240" cy="1893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79B0CBFB-E022-BD6E-0AC7-B662438E0EA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43078" y="1206512"/>
                  <a:ext cx="74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7E1DD6F-30B5-0193-67A9-E75C8E5D7BF0}"/>
                    </a:ext>
                  </a:extLst>
                </p14:cNvPr>
                <p14:cNvContentPartPr/>
                <p14:nvPr/>
              </p14:nvContentPartPr>
              <p14:xfrm>
                <a:off x="7961438" y="1255112"/>
                <a:ext cx="127440" cy="2008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7E1DD6F-30B5-0193-67A9-E75C8E5D7B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52798" y="1246472"/>
                  <a:ext cx="145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6E61140-1168-5FCD-B24A-587A387A7243}"/>
                    </a:ext>
                  </a:extLst>
                </p14:cNvPr>
                <p14:cNvContentPartPr/>
                <p14:nvPr/>
              </p14:nvContentPartPr>
              <p14:xfrm>
                <a:off x="8077718" y="1313432"/>
                <a:ext cx="78120" cy="648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6E61140-1168-5FCD-B24A-587A387A724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68718" y="1304792"/>
                  <a:ext cx="95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A9A15BF-94FA-CD08-23DC-FDFB8B25EAFB}"/>
                    </a:ext>
                  </a:extLst>
                </p14:cNvPr>
                <p14:cNvContentPartPr/>
                <p14:nvPr/>
              </p14:nvContentPartPr>
              <p14:xfrm>
                <a:off x="8137118" y="1203632"/>
                <a:ext cx="105120" cy="2127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A9A15BF-94FA-CD08-23DC-FDFB8B25EAF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28118" y="1194992"/>
                  <a:ext cx="122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F3DF7407-D3D6-4C3D-EFB3-C3E8A9A1FCBF}"/>
                    </a:ext>
                  </a:extLst>
                </p14:cNvPr>
                <p14:cNvContentPartPr/>
                <p14:nvPr/>
              </p14:nvContentPartPr>
              <p14:xfrm>
                <a:off x="8139998" y="1372112"/>
                <a:ext cx="136800" cy="1144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F3DF7407-D3D6-4C3D-EFB3-C3E8A9A1FC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30998" y="1363112"/>
                  <a:ext cx="154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1E0180D-7303-C42C-93AE-85AA3ED4B7B0}"/>
                    </a:ext>
                  </a:extLst>
                </p14:cNvPr>
                <p14:cNvContentPartPr/>
                <p14:nvPr/>
              </p14:nvContentPartPr>
              <p14:xfrm>
                <a:off x="8341238" y="1264832"/>
                <a:ext cx="109080" cy="1594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1E0180D-7303-C42C-93AE-85AA3ED4B7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32238" y="1255832"/>
                  <a:ext cx="126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32FBF99-4442-1DF3-BE21-819F6D6BDBF7}"/>
                    </a:ext>
                  </a:extLst>
                </p14:cNvPr>
                <p14:cNvContentPartPr/>
                <p14:nvPr/>
              </p14:nvContentPartPr>
              <p14:xfrm>
                <a:off x="8480558" y="1232432"/>
                <a:ext cx="39600" cy="1573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32FBF99-4442-1DF3-BE21-819F6D6BDBF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71558" y="1223792"/>
                  <a:ext cx="57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0C387465-6D4D-CEFB-34AF-A15666D70E7D}"/>
                    </a:ext>
                  </a:extLst>
                </p14:cNvPr>
                <p14:cNvContentPartPr/>
                <p14:nvPr/>
              </p14:nvContentPartPr>
              <p14:xfrm>
                <a:off x="8533118" y="1212992"/>
                <a:ext cx="143640" cy="1404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0C387465-6D4D-CEFB-34AF-A15666D70E7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24478" y="1203992"/>
                  <a:ext cx="161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1B2FEFD-FF2D-AE21-5192-14DDC1B24E4B}"/>
                    </a:ext>
                  </a:extLst>
                </p14:cNvPr>
                <p14:cNvContentPartPr/>
                <p14:nvPr/>
              </p14:nvContentPartPr>
              <p14:xfrm>
                <a:off x="8581358" y="1367792"/>
                <a:ext cx="111600" cy="738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1B2FEFD-FF2D-AE21-5192-14DDC1B24E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72358" y="1358792"/>
                  <a:ext cx="1292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D53654A-91C1-5848-376C-9CD4902FC777}"/>
                    </a:ext>
                  </a:extLst>
                </p14:cNvPr>
                <p14:cNvContentPartPr/>
                <p14:nvPr/>
              </p14:nvContentPartPr>
              <p14:xfrm>
                <a:off x="8654078" y="1185992"/>
                <a:ext cx="132480" cy="972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D53654A-91C1-5848-376C-9CD4902FC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45078" y="1177352"/>
                  <a:ext cx="150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B90484A-C074-9567-2BD6-D1FAB83D5B77}"/>
                    </a:ext>
                  </a:extLst>
                </p14:cNvPr>
                <p14:cNvContentPartPr/>
                <p14:nvPr/>
              </p14:nvContentPartPr>
              <p14:xfrm>
                <a:off x="8693318" y="1267712"/>
                <a:ext cx="92520" cy="993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B90484A-C074-9567-2BD6-D1FAB83D5B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84678" y="1259072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AD2CD26-58D8-93EB-C423-E1147A4D8E00}"/>
                    </a:ext>
                  </a:extLst>
                </p14:cNvPr>
                <p14:cNvContentPartPr/>
                <p14:nvPr/>
              </p14:nvContentPartPr>
              <p14:xfrm>
                <a:off x="8749478" y="1195352"/>
                <a:ext cx="165600" cy="2584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AD2CD26-58D8-93EB-C423-E1147A4D8E0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40838" y="1186712"/>
                  <a:ext cx="1832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A209345-96EA-367F-2F8F-5BE1EFFCC2FA}"/>
                    </a:ext>
                  </a:extLst>
                </p14:cNvPr>
                <p14:cNvContentPartPr/>
                <p14:nvPr/>
              </p14:nvContentPartPr>
              <p14:xfrm>
                <a:off x="8501078" y="1290392"/>
                <a:ext cx="75600" cy="147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A209345-96EA-367F-2F8F-5BE1EFFCC2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92078" y="1281752"/>
                  <a:ext cx="93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37C7B6B-86D0-E67A-1DD3-E118FCFC8FCC}"/>
                    </a:ext>
                  </a:extLst>
                </p14:cNvPr>
                <p14:cNvContentPartPr/>
                <p14:nvPr/>
              </p14:nvContentPartPr>
              <p14:xfrm>
                <a:off x="7458878" y="1577672"/>
                <a:ext cx="167400" cy="1576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37C7B6B-86D0-E67A-1DD3-E118FCFC8FC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49878" y="1569032"/>
                  <a:ext cx="185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FCEB3E7-37CD-B9CC-C8B0-6C2B9DAC77CC}"/>
                    </a:ext>
                  </a:extLst>
                </p14:cNvPr>
                <p14:cNvContentPartPr/>
                <p14:nvPr/>
              </p14:nvContentPartPr>
              <p14:xfrm>
                <a:off x="7632758" y="1580192"/>
                <a:ext cx="99360" cy="2682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FCEB3E7-37CD-B9CC-C8B0-6C2B9DAC77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24118" y="1571192"/>
                  <a:ext cx="1170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888" name="잉크 37887">
                  <a:extLst>
                    <a:ext uri="{FF2B5EF4-FFF2-40B4-BE49-F238E27FC236}">
                      <a16:creationId xmlns:a16="http://schemas.microsoft.com/office/drawing/2014/main" id="{1AE420D9-48B5-89B0-8541-B50AB9E83FF4}"/>
                    </a:ext>
                  </a:extLst>
                </p14:cNvPr>
                <p14:cNvContentPartPr/>
                <p14:nvPr/>
              </p14:nvContentPartPr>
              <p14:xfrm>
                <a:off x="7719878" y="1591352"/>
                <a:ext cx="122760" cy="100440"/>
              </p14:xfrm>
            </p:contentPart>
          </mc:Choice>
          <mc:Fallback>
            <p:pic>
              <p:nvPicPr>
                <p:cNvPr id="37888" name="잉크 37887">
                  <a:extLst>
                    <a:ext uri="{FF2B5EF4-FFF2-40B4-BE49-F238E27FC236}">
                      <a16:creationId xmlns:a16="http://schemas.microsoft.com/office/drawing/2014/main" id="{1AE420D9-48B5-89B0-8541-B50AB9E83F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11238" y="1582712"/>
                  <a:ext cx="140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889" name="잉크 37888">
                  <a:extLst>
                    <a:ext uri="{FF2B5EF4-FFF2-40B4-BE49-F238E27FC236}">
                      <a16:creationId xmlns:a16="http://schemas.microsoft.com/office/drawing/2014/main" id="{AEEF8D64-6EBC-964A-8486-090AF3E0DB42}"/>
                    </a:ext>
                  </a:extLst>
                </p14:cNvPr>
                <p14:cNvContentPartPr/>
                <p14:nvPr/>
              </p14:nvContentPartPr>
              <p14:xfrm>
                <a:off x="7724558" y="1707272"/>
                <a:ext cx="115920" cy="148680"/>
              </p14:xfrm>
            </p:contentPart>
          </mc:Choice>
          <mc:Fallback>
            <p:pic>
              <p:nvPicPr>
                <p:cNvPr id="37889" name="잉크 37888">
                  <a:extLst>
                    <a:ext uri="{FF2B5EF4-FFF2-40B4-BE49-F238E27FC236}">
                      <a16:creationId xmlns:a16="http://schemas.microsoft.com/office/drawing/2014/main" id="{AEEF8D64-6EBC-964A-8486-090AF3E0D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15918" y="1698632"/>
                  <a:ext cx="133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890" name="잉크 37889">
                  <a:extLst>
                    <a:ext uri="{FF2B5EF4-FFF2-40B4-BE49-F238E27FC236}">
                      <a16:creationId xmlns:a16="http://schemas.microsoft.com/office/drawing/2014/main" id="{47397D7B-D3F3-47FE-2437-6D08F62C9B2D}"/>
                    </a:ext>
                  </a:extLst>
                </p14:cNvPr>
                <p14:cNvContentPartPr/>
                <p14:nvPr/>
              </p14:nvContentPartPr>
              <p14:xfrm>
                <a:off x="7798358" y="1667672"/>
                <a:ext cx="101880" cy="153000"/>
              </p14:xfrm>
            </p:contentPart>
          </mc:Choice>
          <mc:Fallback>
            <p:pic>
              <p:nvPicPr>
                <p:cNvPr id="37890" name="잉크 37889">
                  <a:extLst>
                    <a:ext uri="{FF2B5EF4-FFF2-40B4-BE49-F238E27FC236}">
                      <a16:creationId xmlns:a16="http://schemas.microsoft.com/office/drawing/2014/main" id="{47397D7B-D3F3-47FE-2437-6D08F62C9B2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89358" y="1658672"/>
                  <a:ext cx="119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892" name="잉크 37891">
                  <a:extLst>
                    <a:ext uri="{FF2B5EF4-FFF2-40B4-BE49-F238E27FC236}">
                      <a16:creationId xmlns:a16="http://schemas.microsoft.com/office/drawing/2014/main" id="{BA5DC0B2-452E-9B37-0BB0-4A03FFA8DC6A}"/>
                    </a:ext>
                  </a:extLst>
                </p14:cNvPr>
                <p14:cNvContentPartPr/>
                <p14:nvPr/>
              </p14:nvContentPartPr>
              <p14:xfrm>
                <a:off x="7832198" y="1649672"/>
                <a:ext cx="228600" cy="245160"/>
              </p14:xfrm>
            </p:contentPart>
          </mc:Choice>
          <mc:Fallback>
            <p:pic>
              <p:nvPicPr>
                <p:cNvPr id="37892" name="잉크 37891">
                  <a:extLst>
                    <a:ext uri="{FF2B5EF4-FFF2-40B4-BE49-F238E27FC236}">
                      <a16:creationId xmlns:a16="http://schemas.microsoft.com/office/drawing/2014/main" id="{BA5DC0B2-452E-9B37-0BB0-4A03FFA8DC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3198" y="1640672"/>
                  <a:ext cx="2462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893" name="잉크 37892">
                  <a:extLst>
                    <a:ext uri="{FF2B5EF4-FFF2-40B4-BE49-F238E27FC236}">
                      <a16:creationId xmlns:a16="http://schemas.microsoft.com/office/drawing/2014/main" id="{CCF24972-EDC7-FF4B-2B07-529F8AB0AB91}"/>
                    </a:ext>
                  </a:extLst>
                </p14:cNvPr>
                <p14:cNvContentPartPr/>
                <p14:nvPr/>
              </p14:nvContentPartPr>
              <p14:xfrm>
                <a:off x="7929758" y="1644632"/>
                <a:ext cx="231480" cy="208080"/>
              </p14:xfrm>
            </p:contentPart>
          </mc:Choice>
          <mc:Fallback>
            <p:pic>
              <p:nvPicPr>
                <p:cNvPr id="37893" name="잉크 37892">
                  <a:extLst>
                    <a:ext uri="{FF2B5EF4-FFF2-40B4-BE49-F238E27FC236}">
                      <a16:creationId xmlns:a16="http://schemas.microsoft.com/office/drawing/2014/main" id="{CCF24972-EDC7-FF4B-2B07-529F8AB0AB9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21118" y="1635992"/>
                  <a:ext cx="249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894" name="잉크 37893">
                  <a:extLst>
                    <a:ext uri="{FF2B5EF4-FFF2-40B4-BE49-F238E27FC236}">
                      <a16:creationId xmlns:a16="http://schemas.microsoft.com/office/drawing/2014/main" id="{83465375-5424-8C52-6DF3-B529E3986393}"/>
                    </a:ext>
                  </a:extLst>
                </p14:cNvPr>
                <p14:cNvContentPartPr/>
                <p14:nvPr/>
              </p14:nvContentPartPr>
              <p14:xfrm>
                <a:off x="8191838" y="1641392"/>
                <a:ext cx="120600" cy="135360"/>
              </p14:xfrm>
            </p:contentPart>
          </mc:Choice>
          <mc:Fallback>
            <p:pic>
              <p:nvPicPr>
                <p:cNvPr id="37894" name="잉크 37893">
                  <a:extLst>
                    <a:ext uri="{FF2B5EF4-FFF2-40B4-BE49-F238E27FC236}">
                      <a16:creationId xmlns:a16="http://schemas.microsoft.com/office/drawing/2014/main" id="{83465375-5424-8C52-6DF3-B529E398639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82838" y="1632752"/>
                  <a:ext cx="1382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895" name="잉크 37894">
                  <a:extLst>
                    <a:ext uri="{FF2B5EF4-FFF2-40B4-BE49-F238E27FC236}">
                      <a16:creationId xmlns:a16="http://schemas.microsoft.com/office/drawing/2014/main" id="{980EB4AA-84C1-5546-FFEA-ADD7972FF47F}"/>
                    </a:ext>
                  </a:extLst>
                </p14:cNvPr>
                <p14:cNvContentPartPr/>
                <p14:nvPr/>
              </p14:nvContentPartPr>
              <p14:xfrm>
                <a:off x="8350958" y="1617992"/>
                <a:ext cx="100800" cy="181080"/>
              </p14:xfrm>
            </p:contentPart>
          </mc:Choice>
          <mc:Fallback>
            <p:pic>
              <p:nvPicPr>
                <p:cNvPr id="37895" name="잉크 37894">
                  <a:extLst>
                    <a:ext uri="{FF2B5EF4-FFF2-40B4-BE49-F238E27FC236}">
                      <a16:creationId xmlns:a16="http://schemas.microsoft.com/office/drawing/2014/main" id="{980EB4AA-84C1-5546-FFEA-ADD7972FF47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41958" y="1608992"/>
                  <a:ext cx="118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896" name="잉크 37895">
                  <a:extLst>
                    <a:ext uri="{FF2B5EF4-FFF2-40B4-BE49-F238E27FC236}">
                      <a16:creationId xmlns:a16="http://schemas.microsoft.com/office/drawing/2014/main" id="{ED570794-DF7E-36B0-4CE3-E3614D12B585}"/>
                    </a:ext>
                  </a:extLst>
                </p14:cNvPr>
                <p14:cNvContentPartPr/>
                <p14:nvPr/>
              </p14:nvContentPartPr>
              <p14:xfrm>
                <a:off x="8497118" y="1574432"/>
                <a:ext cx="100080" cy="158760"/>
              </p14:xfrm>
            </p:contentPart>
          </mc:Choice>
          <mc:Fallback>
            <p:pic>
              <p:nvPicPr>
                <p:cNvPr id="37896" name="잉크 37895">
                  <a:extLst>
                    <a:ext uri="{FF2B5EF4-FFF2-40B4-BE49-F238E27FC236}">
                      <a16:creationId xmlns:a16="http://schemas.microsoft.com/office/drawing/2014/main" id="{ED570794-DF7E-36B0-4CE3-E3614D12B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88118" y="1565792"/>
                  <a:ext cx="117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897" name="잉크 37896">
                  <a:extLst>
                    <a:ext uri="{FF2B5EF4-FFF2-40B4-BE49-F238E27FC236}">
                      <a16:creationId xmlns:a16="http://schemas.microsoft.com/office/drawing/2014/main" id="{7EDEC722-E2A7-88E3-0CE5-AB295609CAA1}"/>
                    </a:ext>
                  </a:extLst>
                </p14:cNvPr>
                <p14:cNvContentPartPr/>
                <p14:nvPr/>
              </p14:nvContentPartPr>
              <p14:xfrm>
                <a:off x="8445638" y="1725632"/>
                <a:ext cx="237600" cy="158760"/>
              </p14:xfrm>
            </p:contentPart>
          </mc:Choice>
          <mc:Fallback>
            <p:pic>
              <p:nvPicPr>
                <p:cNvPr id="37897" name="잉크 37896">
                  <a:extLst>
                    <a:ext uri="{FF2B5EF4-FFF2-40B4-BE49-F238E27FC236}">
                      <a16:creationId xmlns:a16="http://schemas.microsoft.com/office/drawing/2014/main" id="{7EDEC722-E2A7-88E3-0CE5-AB295609CAA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36998" y="1716992"/>
                  <a:ext cx="255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898" name="잉크 37897">
                  <a:extLst>
                    <a:ext uri="{FF2B5EF4-FFF2-40B4-BE49-F238E27FC236}">
                      <a16:creationId xmlns:a16="http://schemas.microsoft.com/office/drawing/2014/main" id="{72B01F5C-672B-23B7-C3A7-37F92B07E8A2}"/>
                    </a:ext>
                  </a:extLst>
                </p14:cNvPr>
                <p14:cNvContentPartPr/>
                <p14:nvPr/>
              </p14:nvContentPartPr>
              <p14:xfrm>
                <a:off x="8666678" y="1559672"/>
                <a:ext cx="102600" cy="303120"/>
              </p14:xfrm>
            </p:contentPart>
          </mc:Choice>
          <mc:Fallback>
            <p:pic>
              <p:nvPicPr>
                <p:cNvPr id="37898" name="잉크 37897">
                  <a:extLst>
                    <a:ext uri="{FF2B5EF4-FFF2-40B4-BE49-F238E27FC236}">
                      <a16:creationId xmlns:a16="http://schemas.microsoft.com/office/drawing/2014/main" id="{72B01F5C-672B-23B7-C3A7-37F92B07E8A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58038" y="1550672"/>
                  <a:ext cx="120240" cy="32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60" name="그룹 40959">
            <a:extLst>
              <a:ext uri="{FF2B5EF4-FFF2-40B4-BE49-F238E27FC236}">
                <a16:creationId xmlns:a16="http://schemas.microsoft.com/office/drawing/2014/main" id="{B839F08B-D92A-AA24-7497-6CC80EFFF606}"/>
              </a:ext>
            </a:extLst>
          </p:cNvPr>
          <p:cNvGrpSpPr/>
          <p:nvPr/>
        </p:nvGrpSpPr>
        <p:grpSpPr>
          <a:xfrm>
            <a:off x="7504238" y="341792"/>
            <a:ext cx="1444320" cy="566280"/>
            <a:chOff x="7504238" y="341792"/>
            <a:chExt cx="1444320" cy="56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7900" name="잉크 37899">
                  <a:extLst>
                    <a:ext uri="{FF2B5EF4-FFF2-40B4-BE49-F238E27FC236}">
                      <a16:creationId xmlns:a16="http://schemas.microsoft.com/office/drawing/2014/main" id="{C62A12A9-31BC-8E5D-0414-A40B7CDC307C}"/>
                    </a:ext>
                  </a:extLst>
                </p14:cNvPr>
                <p14:cNvContentPartPr/>
                <p14:nvPr/>
              </p14:nvContentPartPr>
              <p14:xfrm>
                <a:off x="7582358" y="686672"/>
                <a:ext cx="101520" cy="190800"/>
              </p14:xfrm>
            </p:contentPart>
          </mc:Choice>
          <mc:Fallback>
            <p:pic>
              <p:nvPicPr>
                <p:cNvPr id="37900" name="잉크 37899">
                  <a:extLst>
                    <a:ext uri="{FF2B5EF4-FFF2-40B4-BE49-F238E27FC236}">
                      <a16:creationId xmlns:a16="http://schemas.microsoft.com/office/drawing/2014/main" id="{C62A12A9-31BC-8E5D-0414-A40B7CDC307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73358" y="678032"/>
                  <a:ext cx="119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901" name="잉크 37900">
                  <a:extLst>
                    <a:ext uri="{FF2B5EF4-FFF2-40B4-BE49-F238E27FC236}">
                      <a16:creationId xmlns:a16="http://schemas.microsoft.com/office/drawing/2014/main" id="{95FC35E8-6A63-CA61-FAB1-42B86539C533}"/>
                    </a:ext>
                  </a:extLst>
                </p14:cNvPr>
                <p14:cNvContentPartPr/>
                <p14:nvPr/>
              </p14:nvContentPartPr>
              <p14:xfrm>
                <a:off x="7660478" y="690992"/>
                <a:ext cx="94320" cy="217080"/>
              </p14:xfrm>
            </p:contentPart>
          </mc:Choice>
          <mc:Fallback>
            <p:pic>
              <p:nvPicPr>
                <p:cNvPr id="37901" name="잉크 37900">
                  <a:extLst>
                    <a:ext uri="{FF2B5EF4-FFF2-40B4-BE49-F238E27FC236}">
                      <a16:creationId xmlns:a16="http://schemas.microsoft.com/office/drawing/2014/main" id="{95FC35E8-6A63-CA61-FAB1-42B86539C5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51478" y="681992"/>
                  <a:ext cx="111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7902" name="잉크 37901">
                  <a:extLst>
                    <a:ext uri="{FF2B5EF4-FFF2-40B4-BE49-F238E27FC236}">
                      <a16:creationId xmlns:a16="http://schemas.microsoft.com/office/drawing/2014/main" id="{782FF2B1-ECCE-C3CF-BC0B-C3B6DFD31DEE}"/>
                    </a:ext>
                  </a:extLst>
                </p14:cNvPr>
                <p14:cNvContentPartPr/>
                <p14:nvPr/>
              </p14:nvContentPartPr>
              <p14:xfrm>
                <a:off x="7504238" y="762992"/>
                <a:ext cx="322200" cy="26280"/>
              </p14:xfrm>
            </p:contentPart>
          </mc:Choice>
          <mc:Fallback>
            <p:pic>
              <p:nvPicPr>
                <p:cNvPr id="37902" name="잉크 37901">
                  <a:extLst>
                    <a:ext uri="{FF2B5EF4-FFF2-40B4-BE49-F238E27FC236}">
                      <a16:creationId xmlns:a16="http://schemas.microsoft.com/office/drawing/2014/main" id="{782FF2B1-ECCE-C3CF-BC0B-C3B6DFD31D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95598" y="754352"/>
                  <a:ext cx="339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7903" name="잉크 37902">
                  <a:extLst>
                    <a:ext uri="{FF2B5EF4-FFF2-40B4-BE49-F238E27FC236}">
                      <a16:creationId xmlns:a16="http://schemas.microsoft.com/office/drawing/2014/main" id="{E2CA7CAD-E642-BAF5-6A90-4139153415F1}"/>
                    </a:ext>
                  </a:extLst>
                </p14:cNvPr>
                <p14:cNvContentPartPr/>
                <p14:nvPr/>
              </p14:nvContentPartPr>
              <p14:xfrm>
                <a:off x="7794758" y="341792"/>
                <a:ext cx="12960" cy="91080"/>
              </p14:xfrm>
            </p:contentPart>
          </mc:Choice>
          <mc:Fallback>
            <p:pic>
              <p:nvPicPr>
                <p:cNvPr id="37903" name="잉크 37902">
                  <a:extLst>
                    <a:ext uri="{FF2B5EF4-FFF2-40B4-BE49-F238E27FC236}">
                      <a16:creationId xmlns:a16="http://schemas.microsoft.com/office/drawing/2014/main" id="{E2CA7CAD-E642-BAF5-6A90-4139153415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85758" y="333152"/>
                  <a:ext cx="30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7904" name="잉크 37903">
                  <a:extLst>
                    <a:ext uri="{FF2B5EF4-FFF2-40B4-BE49-F238E27FC236}">
                      <a16:creationId xmlns:a16="http://schemas.microsoft.com/office/drawing/2014/main" id="{46956947-475C-3296-277E-603B2FA2755D}"/>
                    </a:ext>
                  </a:extLst>
                </p14:cNvPr>
                <p14:cNvContentPartPr/>
                <p14:nvPr/>
              </p14:nvContentPartPr>
              <p14:xfrm>
                <a:off x="7732478" y="386432"/>
                <a:ext cx="110520" cy="66240"/>
              </p14:xfrm>
            </p:contentPart>
          </mc:Choice>
          <mc:Fallback>
            <p:pic>
              <p:nvPicPr>
                <p:cNvPr id="37904" name="잉크 37903">
                  <a:extLst>
                    <a:ext uri="{FF2B5EF4-FFF2-40B4-BE49-F238E27FC236}">
                      <a16:creationId xmlns:a16="http://schemas.microsoft.com/office/drawing/2014/main" id="{46956947-475C-3296-277E-603B2FA2755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23478" y="377432"/>
                  <a:ext cx="128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7905" name="잉크 37904">
                  <a:extLst>
                    <a:ext uri="{FF2B5EF4-FFF2-40B4-BE49-F238E27FC236}">
                      <a16:creationId xmlns:a16="http://schemas.microsoft.com/office/drawing/2014/main" id="{166E3317-866C-16E2-22FB-D0AE04338419}"/>
                    </a:ext>
                  </a:extLst>
                </p14:cNvPr>
                <p14:cNvContentPartPr/>
                <p14:nvPr/>
              </p14:nvContentPartPr>
              <p14:xfrm>
                <a:off x="7772798" y="446912"/>
                <a:ext cx="95040" cy="88560"/>
              </p14:xfrm>
            </p:contentPart>
          </mc:Choice>
          <mc:Fallback>
            <p:pic>
              <p:nvPicPr>
                <p:cNvPr id="37905" name="잉크 37904">
                  <a:extLst>
                    <a:ext uri="{FF2B5EF4-FFF2-40B4-BE49-F238E27FC236}">
                      <a16:creationId xmlns:a16="http://schemas.microsoft.com/office/drawing/2014/main" id="{166E3317-866C-16E2-22FB-D0AE0433841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63798" y="438272"/>
                  <a:ext cx="112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7906" name="잉크 37905">
                  <a:extLst>
                    <a:ext uri="{FF2B5EF4-FFF2-40B4-BE49-F238E27FC236}">
                      <a16:creationId xmlns:a16="http://schemas.microsoft.com/office/drawing/2014/main" id="{CF8E8173-1BF2-024F-7DC6-C19C665FFC46}"/>
                    </a:ext>
                  </a:extLst>
                </p14:cNvPr>
                <p14:cNvContentPartPr/>
                <p14:nvPr/>
              </p14:nvContentPartPr>
              <p14:xfrm>
                <a:off x="7790078" y="468872"/>
                <a:ext cx="139320" cy="150480"/>
              </p14:xfrm>
            </p:contentPart>
          </mc:Choice>
          <mc:Fallback>
            <p:pic>
              <p:nvPicPr>
                <p:cNvPr id="37906" name="잉크 37905">
                  <a:extLst>
                    <a:ext uri="{FF2B5EF4-FFF2-40B4-BE49-F238E27FC236}">
                      <a16:creationId xmlns:a16="http://schemas.microsoft.com/office/drawing/2014/main" id="{CF8E8173-1BF2-024F-7DC6-C19C665FFC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81438" y="460232"/>
                  <a:ext cx="156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7907" name="잉크 37906">
                  <a:extLst>
                    <a:ext uri="{FF2B5EF4-FFF2-40B4-BE49-F238E27FC236}">
                      <a16:creationId xmlns:a16="http://schemas.microsoft.com/office/drawing/2014/main" id="{F7039B3B-2E9C-D8CB-04D4-AFD4D0B679DC}"/>
                    </a:ext>
                  </a:extLst>
                </p14:cNvPr>
                <p14:cNvContentPartPr/>
                <p14:nvPr/>
              </p14:nvContentPartPr>
              <p14:xfrm>
                <a:off x="7939478" y="429632"/>
                <a:ext cx="88560" cy="182520"/>
              </p14:xfrm>
            </p:contentPart>
          </mc:Choice>
          <mc:Fallback>
            <p:pic>
              <p:nvPicPr>
                <p:cNvPr id="37907" name="잉크 37906">
                  <a:extLst>
                    <a:ext uri="{FF2B5EF4-FFF2-40B4-BE49-F238E27FC236}">
                      <a16:creationId xmlns:a16="http://schemas.microsoft.com/office/drawing/2014/main" id="{F7039B3B-2E9C-D8CB-04D4-AFD4D0B679D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30478" y="420632"/>
                  <a:ext cx="106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7908" name="잉크 37907">
                  <a:extLst>
                    <a:ext uri="{FF2B5EF4-FFF2-40B4-BE49-F238E27FC236}">
                      <a16:creationId xmlns:a16="http://schemas.microsoft.com/office/drawing/2014/main" id="{4C0A8AD4-F436-A1FD-C876-43BCD9D3870B}"/>
                    </a:ext>
                  </a:extLst>
                </p14:cNvPr>
                <p14:cNvContentPartPr/>
                <p14:nvPr/>
              </p14:nvContentPartPr>
              <p14:xfrm>
                <a:off x="7976198" y="404432"/>
                <a:ext cx="220680" cy="178920"/>
              </p14:xfrm>
            </p:contentPart>
          </mc:Choice>
          <mc:Fallback>
            <p:pic>
              <p:nvPicPr>
                <p:cNvPr id="37908" name="잉크 37907">
                  <a:extLst>
                    <a:ext uri="{FF2B5EF4-FFF2-40B4-BE49-F238E27FC236}">
                      <a16:creationId xmlns:a16="http://schemas.microsoft.com/office/drawing/2014/main" id="{4C0A8AD4-F436-A1FD-C876-43BCD9D3870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67558" y="395792"/>
                  <a:ext cx="238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7909" name="잉크 37908">
                  <a:extLst>
                    <a:ext uri="{FF2B5EF4-FFF2-40B4-BE49-F238E27FC236}">
                      <a16:creationId xmlns:a16="http://schemas.microsoft.com/office/drawing/2014/main" id="{716DB550-1A0D-1719-EFBF-CAA3D797B760}"/>
                    </a:ext>
                  </a:extLst>
                </p14:cNvPr>
                <p14:cNvContentPartPr/>
                <p14:nvPr/>
              </p14:nvContentPartPr>
              <p14:xfrm>
                <a:off x="8078078" y="571832"/>
                <a:ext cx="113400" cy="78120"/>
              </p14:xfrm>
            </p:contentPart>
          </mc:Choice>
          <mc:Fallback>
            <p:pic>
              <p:nvPicPr>
                <p:cNvPr id="37909" name="잉크 37908">
                  <a:extLst>
                    <a:ext uri="{FF2B5EF4-FFF2-40B4-BE49-F238E27FC236}">
                      <a16:creationId xmlns:a16="http://schemas.microsoft.com/office/drawing/2014/main" id="{716DB550-1A0D-1719-EFBF-CAA3D797B76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69438" y="563192"/>
                  <a:ext cx="131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7910" name="잉크 37909">
                  <a:extLst>
                    <a:ext uri="{FF2B5EF4-FFF2-40B4-BE49-F238E27FC236}">
                      <a16:creationId xmlns:a16="http://schemas.microsoft.com/office/drawing/2014/main" id="{197DFE89-6D11-C9BD-25D0-DADD3E98785F}"/>
                    </a:ext>
                  </a:extLst>
                </p14:cNvPr>
                <p14:cNvContentPartPr/>
                <p14:nvPr/>
              </p14:nvContentPartPr>
              <p14:xfrm>
                <a:off x="8187158" y="435752"/>
                <a:ext cx="136800" cy="155160"/>
              </p14:xfrm>
            </p:contentPart>
          </mc:Choice>
          <mc:Fallback>
            <p:pic>
              <p:nvPicPr>
                <p:cNvPr id="37910" name="잉크 37909">
                  <a:extLst>
                    <a:ext uri="{FF2B5EF4-FFF2-40B4-BE49-F238E27FC236}">
                      <a16:creationId xmlns:a16="http://schemas.microsoft.com/office/drawing/2014/main" id="{197DFE89-6D11-C9BD-25D0-DADD3E98785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8518" y="427112"/>
                  <a:ext cx="154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7911" name="잉크 37910">
                  <a:extLst>
                    <a:ext uri="{FF2B5EF4-FFF2-40B4-BE49-F238E27FC236}">
                      <a16:creationId xmlns:a16="http://schemas.microsoft.com/office/drawing/2014/main" id="{E87BF638-5C3D-7415-ED88-FE38351565D9}"/>
                    </a:ext>
                  </a:extLst>
                </p14:cNvPr>
                <p14:cNvContentPartPr/>
                <p14:nvPr/>
              </p14:nvContentPartPr>
              <p14:xfrm>
                <a:off x="8327918" y="408392"/>
                <a:ext cx="10440" cy="133920"/>
              </p14:xfrm>
            </p:contentPart>
          </mc:Choice>
          <mc:Fallback>
            <p:pic>
              <p:nvPicPr>
                <p:cNvPr id="37911" name="잉크 37910">
                  <a:extLst>
                    <a:ext uri="{FF2B5EF4-FFF2-40B4-BE49-F238E27FC236}">
                      <a16:creationId xmlns:a16="http://schemas.microsoft.com/office/drawing/2014/main" id="{E87BF638-5C3D-7415-ED88-FE38351565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918" y="399752"/>
                  <a:ext cx="28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7912" name="잉크 37911">
                  <a:extLst>
                    <a:ext uri="{FF2B5EF4-FFF2-40B4-BE49-F238E27FC236}">
                      <a16:creationId xmlns:a16="http://schemas.microsoft.com/office/drawing/2014/main" id="{481DDD88-7034-FF0D-A938-74C71386FB07}"/>
                    </a:ext>
                  </a:extLst>
                </p14:cNvPr>
                <p14:cNvContentPartPr/>
                <p14:nvPr/>
              </p14:nvContentPartPr>
              <p14:xfrm>
                <a:off x="8253038" y="586232"/>
                <a:ext cx="151200" cy="81360"/>
              </p14:xfrm>
            </p:contentPart>
          </mc:Choice>
          <mc:Fallback>
            <p:pic>
              <p:nvPicPr>
                <p:cNvPr id="37912" name="잉크 37911">
                  <a:extLst>
                    <a:ext uri="{FF2B5EF4-FFF2-40B4-BE49-F238E27FC236}">
                      <a16:creationId xmlns:a16="http://schemas.microsoft.com/office/drawing/2014/main" id="{481DDD88-7034-FF0D-A938-74C71386FB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44398" y="577592"/>
                  <a:ext cx="168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7914" name="잉크 37913">
                  <a:extLst>
                    <a:ext uri="{FF2B5EF4-FFF2-40B4-BE49-F238E27FC236}">
                      <a16:creationId xmlns:a16="http://schemas.microsoft.com/office/drawing/2014/main" id="{AF3D222C-6444-BDD4-1854-F8DBC879D36F}"/>
                    </a:ext>
                  </a:extLst>
                </p14:cNvPr>
                <p14:cNvContentPartPr/>
                <p14:nvPr/>
              </p14:nvContentPartPr>
              <p14:xfrm>
                <a:off x="8453558" y="454832"/>
                <a:ext cx="107640" cy="151920"/>
              </p14:xfrm>
            </p:contentPart>
          </mc:Choice>
          <mc:Fallback>
            <p:pic>
              <p:nvPicPr>
                <p:cNvPr id="37914" name="잉크 37913">
                  <a:extLst>
                    <a:ext uri="{FF2B5EF4-FFF2-40B4-BE49-F238E27FC236}">
                      <a16:creationId xmlns:a16="http://schemas.microsoft.com/office/drawing/2014/main" id="{AF3D222C-6444-BDD4-1854-F8DBC879D36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44918" y="445832"/>
                  <a:ext cx="125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7915" name="잉크 37914">
                  <a:extLst>
                    <a:ext uri="{FF2B5EF4-FFF2-40B4-BE49-F238E27FC236}">
                      <a16:creationId xmlns:a16="http://schemas.microsoft.com/office/drawing/2014/main" id="{D73D988A-8C0F-0CF9-8496-239D2660C7A9}"/>
                    </a:ext>
                  </a:extLst>
                </p14:cNvPr>
                <p14:cNvContentPartPr/>
                <p14:nvPr/>
              </p14:nvContentPartPr>
              <p14:xfrm>
                <a:off x="8453558" y="503432"/>
                <a:ext cx="97920" cy="34200"/>
              </p14:xfrm>
            </p:contentPart>
          </mc:Choice>
          <mc:Fallback>
            <p:pic>
              <p:nvPicPr>
                <p:cNvPr id="37915" name="잉크 37914">
                  <a:extLst>
                    <a:ext uri="{FF2B5EF4-FFF2-40B4-BE49-F238E27FC236}">
                      <a16:creationId xmlns:a16="http://schemas.microsoft.com/office/drawing/2014/main" id="{D73D988A-8C0F-0CF9-8496-239D2660C7A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44918" y="494792"/>
                  <a:ext cx="115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7916" name="잉크 37915">
                  <a:extLst>
                    <a:ext uri="{FF2B5EF4-FFF2-40B4-BE49-F238E27FC236}">
                      <a16:creationId xmlns:a16="http://schemas.microsoft.com/office/drawing/2014/main" id="{BCB3DC3E-EAAD-025A-79B3-6FBBEDEA3434}"/>
                    </a:ext>
                  </a:extLst>
                </p14:cNvPr>
                <p14:cNvContentPartPr/>
                <p14:nvPr/>
              </p14:nvContentPartPr>
              <p14:xfrm>
                <a:off x="8595758" y="426392"/>
                <a:ext cx="88920" cy="150480"/>
              </p14:xfrm>
            </p:contentPart>
          </mc:Choice>
          <mc:Fallback>
            <p:pic>
              <p:nvPicPr>
                <p:cNvPr id="37916" name="잉크 37915">
                  <a:extLst>
                    <a:ext uri="{FF2B5EF4-FFF2-40B4-BE49-F238E27FC236}">
                      <a16:creationId xmlns:a16="http://schemas.microsoft.com/office/drawing/2014/main" id="{BCB3DC3E-EAAD-025A-79B3-6FBBEDEA343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87118" y="417392"/>
                  <a:ext cx="106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7917" name="잉크 37916">
                  <a:extLst>
                    <a:ext uri="{FF2B5EF4-FFF2-40B4-BE49-F238E27FC236}">
                      <a16:creationId xmlns:a16="http://schemas.microsoft.com/office/drawing/2014/main" id="{AE193B68-02C9-5C0C-96BC-9C9D0D1D376A}"/>
                    </a:ext>
                  </a:extLst>
                </p14:cNvPr>
                <p14:cNvContentPartPr/>
                <p14:nvPr/>
              </p14:nvContentPartPr>
              <p14:xfrm>
                <a:off x="8584238" y="564992"/>
                <a:ext cx="125280" cy="99000"/>
              </p14:xfrm>
            </p:contentPart>
          </mc:Choice>
          <mc:Fallback>
            <p:pic>
              <p:nvPicPr>
                <p:cNvPr id="37917" name="잉크 37916">
                  <a:extLst>
                    <a:ext uri="{FF2B5EF4-FFF2-40B4-BE49-F238E27FC236}">
                      <a16:creationId xmlns:a16="http://schemas.microsoft.com/office/drawing/2014/main" id="{AE193B68-02C9-5C0C-96BC-9C9D0D1D376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575238" y="555992"/>
                  <a:ext cx="1429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7918" name="잉크 37917">
                  <a:extLst>
                    <a:ext uri="{FF2B5EF4-FFF2-40B4-BE49-F238E27FC236}">
                      <a16:creationId xmlns:a16="http://schemas.microsoft.com/office/drawing/2014/main" id="{B737CAA6-D881-5E38-EDCD-AC43075B6BE9}"/>
                    </a:ext>
                  </a:extLst>
                </p14:cNvPr>
                <p14:cNvContentPartPr/>
                <p14:nvPr/>
              </p14:nvContentPartPr>
              <p14:xfrm>
                <a:off x="8801678" y="447632"/>
                <a:ext cx="109800" cy="123120"/>
              </p14:xfrm>
            </p:contentPart>
          </mc:Choice>
          <mc:Fallback>
            <p:pic>
              <p:nvPicPr>
                <p:cNvPr id="37918" name="잉크 37917">
                  <a:extLst>
                    <a:ext uri="{FF2B5EF4-FFF2-40B4-BE49-F238E27FC236}">
                      <a16:creationId xmlns:a16="http://schemas.microsoft.com/office/drawing/2014/main" id="{B737CAA6-D881-5E38-EDCD-AC43075B6B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92678" y="438992"/>
                  <a:ext cx="127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7919" name="잉크 37918">
                  <a:extLst>
                    <a:ext uri="{FF2B5EF4-FFF2-40B4-BE49-F238E27FC236}">
                      <a16:creationId xmlns:a16="http://schemas.microsoft.com/office/drawing/2014/main" id="{16E78217-C241-85A0-0BBA-7474479FF42C}"/>
                    </a:ext>
                  </a:extLst>
                </p14:cNvPr>
                <p14:cNvContentPartPr/>
                <p14:nvPr/>
              </p14:nvContentPartPr>
              <p14:xfrm>
                <a:off x="8725718" y="530432"/>
                <a:ext cx="222840" cy="184680"/>
              </p14:xfrm>
            </p:contentPart>
          </mc:Choice>
          <mc:Fallback>
            <p:pic>
              <p:nvPicPr>
                <p:cNvPr id="37919" name="잉크 37918">
                  <a:extLst>
                    <a:ext uri="{FF2B5EF4-FFF2-40B4-BE49-F238E27FC236}">
                      <a16:creationId xmlns:a16="http://schemas.microsoft.com/office/drawing/2014/main" id="{16E78217-C241-85A0-0BBA-7474479FF42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17078" y="521432"/>
                  <a:ext cx="24048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40961" name="잉크 40960">
                <a:extLst>
                  <a:ext uri="{FF2B5EF4-FFF2-40B4-BE49-F238E27FC236}">
                    <a16:creationId xmlns:a16="http://schemas.microsoft.com/office/drawing/2014/main" id="{7747896E-2ACA-255F-8F0E-04F0E6B6C015}"/>
                  </a:ext>
                </a:extLst>
              </p14:cNvPr>
              <p14:cNvContentPartPr/>
              <p14:nvPr/>
            </p14:nvContentPartPr>
            <p14:xfrm>
              <a:off x="6154598" y="4042232"/>
              <a:ext cx="194760" cy="341280"/>
            </p14:xfrm>
          </p:contentPart>
        </mc:Choice>
        <mc:Fallback>
          <p:pic>
            <p:nvPicPr>
              <p:cNvPr id="40961" name="잉크 40960">
                <a:extLst>
                  <a:ext uri="{FF2B5EF4-FFF2-40B4-BE49-F238E27FC236}">
                    <a16:creationId xmlns:a16="http://schemas.microsoft.com/office/drawing/2014/main" id="{7747896E-2ACA-255F-8F0E-04F0E6B6C01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145958" y="4033592"/>
                <a:ext cx="212400" cy="35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33" name="그룹 41032">
            <a:extLst>
              <a:ext uri="{FF2B5EF4-FFF2-40B4-BE49-F238E27FC236}">
                <a16:creationId xmlns:a16="http://schemas.microsoft.com/office/drawing/2014/main" id="{103B18E2-7003-A760-39FA-FDE7173B1224}"/>
              </a:ext>
            </a:extLst>
          </p:cNvPr>
          <p:cNvGrpSpPr/>
          <p:nvPr/>
        </p:nvGrpSpPr>
        <p:grpSpPr>
          <a:xfrm>
            <a:off x="6343580" y="3846780"/>
            <a:ext cx="2376000" cy="547560"/>
            <a:chOff x="6343580" y="3846780"/>
            <a:chExt cx="2376000" cy="54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0963" name="잉크 40962">
                  <a:extLst>
                    <a:ext uri="{FF2B5EF4-FFF2-40B4-BE49-F238E27FC236}">
                      <a16:creationId xmlns:a16="http://schemas.microsoft.com/office/drawing/2014/main" id="{1704114E-D1E9-EA22-9F5A-F55192743B92}"/>
                    </a:ext>
                  </a:extLst>
                </p14:cNvPr>
                <p14:cNvContentPartPr/>
                <p14:nvPr/>
              </p14:nvContentPartPr>
              <p14:xfrm>
                <a:off x="6392900" y="3851100"/>
                <a:ext cx="48600" cy="221760"/>
              </p14:xfrm>
            </p:contentPart>
          </mc:Choice>
          <mc:Fallback>
            <p:pic>
              <p:nvPicPr>
                <p:cNvPr id="40963" name="잉크 40962">
                  <a:extLst>
                    <a:ext uri="{FF2B5EF4-FFF2-40B4-BE49-F238E27FC236}">
                      <a16:creationId xmlns:a16="http://schemas.microsoft.com/office/drawing/2014/main" id="{1704114E-D1E9-EA22-9F5A-F55192743B9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83900" y="3842100"/>
                  <a:ext cx="662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0973" name="잉크 40972">
                  <a:extLst>
                    <a:ext uri="{FF2B5EF4-FFF2-40B4-BE49-F238E27FC236}">
                      <a16:creationId xmlns:a16="http://schemas.microsoft.com/office/drawing/2014/main" id="{B305B685-BA06-C8DF-8434-BA0A659E8841}"/>
                    </a:ext>
                  </a:extLst>
                </p14:cNvPr>
                <p14:cNvContentPartPr/>
                <p14:nvPr/>
              </p14:nvContentPartPr>
              <p14:xfrm>
                <a:off x="6343580" y="3964860"/>
                <a:ext cx="98280" cy="23760"/>
              </p14:xfrm>
            </p:contentPart>
          </mc:Choice>
          <mc:Fallback>
            <p:pic>
              <p:nvPicPr>
                <p:cNvPr id="40973" name="잉크 40972">
                  <a:extLst>
                    <a:ext uri="{FF2B5EF4-FFF2-40B4-BE49-F238E27FC236}">
                      <a16:creationId xmlns:a16="http://schemas.microsoft.com/office/drawing/2014/main" id="{B305B685-BA06-C8DF-8434-BA0A659E884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34580" y="3956220"/>
                  <a:ext cx="115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0974" name="잉크 40973">
                  <a:extLst>
                    <a:ext uri="{FF2B5EF4-FFF2-40B4-BE49-F238E27FC236}">
                      <a16:creationId xmlns:a16="http://schemas.microsoft.com/office/drawing/2014/main" id="{E1EDE04C-5022-F200-A051-CFFB14B87E1E}"/>
                    </a:ext>
                  </a:extLst>
                </p14:cNvPr>
                <p14:cNvContentPartPr/>
                <p14:nvPr/>
              </p14:nvContentPartPr>
              <p14:xfrm>
                <a:off x="6456980" y="3949740"/>
                <a:ext cx="82800" cy="97920"/>
              </p14:xfrm>
            </p:contentPart>
          </mc:Choice>
          <mc:Fallback>
            <p:pic>
              <p:nvPicPr>
                <p:cNvPr id="40974" name="잉크 40973">
                  <a:extLst>
                    <a:ext uri="{FF2B5EF4-FFF2-40B4-BE49-F238E27FC236}">
                      <a16:creationId xmlns:a16="http://schemas.microsoft.com/office/drawing/2014/main" id="{E1EDE04C-5022-F200-A051-CFFB14B87E1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48340" y="3941100"/>
                  <a:ext cx="100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0975" name="잉크 40974">
                  <a:extLst>
                    <a:ext uri="{FF2B5EF4-FFF2-40B4-BE49-F238E27FC236}">
                      <a16:creationId xmlns:a16="http://schemas.microsoft.com/office/drawing/2014/main" id="{53704726-D55E-1927-935C-E85DFE775D3A}"/>
                    </a:ext>
                  </a:extLst>
                </p14:cNvPr>
                <p14:cNvContentPartPr/>
                <p14:nvPr/>
              </p14:nvContentPartPr>
              <p14:xfrm>
                <a:off x="6535820" y="3904020"/>
                <a:ext cx="79920" cy="140760"/>
              </p14:xfrm>
            </p:contentPart>
          </mc:Choice>
          <mc:Fallback>
            <p:pic>
              <p:nvPicPr>
                <p:cNvPr id="40975" name="잉크 40974">
                  <a:extLst>
                    <a:ext uri="{FF2B5EF4-FFF2-40B4-BE49-F238E27FC236}">
                      <a16:creationId xmlns:a16="http://schemas.microsoft.com/office/drawing/2014/main" id="{53704726-D55E-1927-935C-E85DFE775D3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27180" y="3895380"/>
                  <a:ext cx="97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0976" name="잉크 40975">
                  <a:extLst>
                    <a:ext uri="{FF2B5EF4-FFF2-40B4-BE49-F238E27FC236}">
                      <a16:creationId xmlns:a16="http://schemas.microsoft.com/office/drawing/2014/main" id="{B6CCCCC2-5C5E-5BB4-E144-BF6D19514953}"/>
                    </a:ext>
                  </a:extLst>
                </p14:cNvPr>
                <p14:cNvContentPartPr/>
                <p14:nvPr/>
              </p14:nvContentPartPr>
              <p14:xfrm>
                <a:off x="6656780" y="3955500"/>
                <a:ext cx="68760" cy="74520"/>
              </p14:xfrm>
            </p:contentPart>
          </mc:Choice>
          <mc:Fallback>
            <p:pic>
              <p:nvPicPr>
                <p:cNvPr id="40976" name="잉크 40975">
                  <a:extLst>
                    <a:ext uri="{FF2B5EF4-FFF2-40B4-BE49-F238E27FC236}">
                      <a16:creationId xmlns:a16="http://schemas.microsoft.com/office/drawing/2014/main" id="{B6CCCCC2-5C5E-5BB4-E144-BF6D195149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48140" y="3946860"/>
                  <a:ext cx="86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0977" name="잉크 40976">
                  <a:extLst>
                    <a:ext uri="{FF2B5EF4-FFF2-40B4-BE49-F238E27FC236}">
                      <a16:creationId xmlns:a16="http://schemas.microsoft.com/office/drawing/2014/main" id="{F6BF7DC7-28CE-B838-BAE6-8C3D9D371A32}"/>
                    </a:ext>
                  </a:extLst>
                </p14:cNvPr>
                <p14:cNvContentPartPr/>
                <p14:nvPr/>
              </p14:nvContentPartPr>
              <p14:xfrm>
                <a:off x="6737780" y="3941100"/>
                <a:ext cx="44280" cy="114840"/>
              </p14:xfrm>
            </p:contentPart>
          </mc:Choice>
          <mc:Fallback>
            <p:pic>
              <p:nvPicPr>
                <p:cNvPr id="40977" name="잉크 40976">
                  <a:extLst>
                    <a:ext uri="{FF2B5EF4-FFF2-40B4-BE49-F238E27FC236}">
                      <a16:creationId xmlns:a16="http://schemas.microsoft.com/office/drawing/2014/main" id="{F6BF7DC7-28CE-B838-BAE6-8C3D9D371A3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29140" y="3932100"/>
                  <a:ext cx="61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0978" name="잉크 40977">
                  <a:extLst>
                    <a:ext uri="{FF2B5EF4-FFF2-40B4-BE49-F238E27FC236}">
                      <a16:creationId xmlns:a16="http://schemas.microsoft.com/office/drawing/2014/main" id="{09DA8F8B-E365-2748-5906-D02547E2ED85}"/>
                    </a:ext>
                  </a:extLst>
                </p14:cNvPr>
                <p14:cNvContentPartPr/>
                <p14:nvPr/>
              </p14:nvContentPartPr>
              <p14:xfrm>
                <a:off x="6918500" y="3908700"/>
                <a:ext cx="99360" cy="124920"/>
              </p14:xfrm>
            </p:contentPart>
          </mc:Choice>
          <mc:Fallback>
            <p:pic>
              <p:nvPicPr>
                <p:cNvPr id="40978" name="잉크 40977">
                  <a:extLst>
                    <a:ext uri="{FF2B5EF4-FFF2-40B4-BE49-F238E27FC236}">
                      <a16:creationId xmlns:a16="http://schemas.microsoft.com/office/drawing/2014/main" id="{09DA8F8B-E365-2748-5906-D02547E2ED8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09500" y="3899700"/>
                  <a:ext cx="117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0979" name="잉크 40978">
                  <a:extLst>
                    <a:ext uri="{FF2B5EF4-FFF2-40B4-BE49-F238E27FC236}">
                      <a16:creationId xmlns:a16="http://schemas.microsoft.com/office/drawing/2014/main" id="{7390E086-5854-C02D-00BF-5F242C2403C1}"/>
                    </a:ext>
                  </a:extLst>
                </p14:cNvPr>
                <p14:cNvContentPartPr/>
                <p14:nvPr/>
              </p14:nvContentPartPr>
              <p14:xfrm>
                <a:off x="7053140" y="3923820"/>
                <a:ext cx="56880" cy="70920"/>
              </p14:xfrm>
            </p:contentPart>
          </mc:Choice>
          <mc:Fallback>
            <p:pic>
              <p:nvPicPr>
                <p:cNvPr id="40979" name="잉크 40978">
                  <a:extLst>
                    <a:ext uri="{FF2B5EF4-FFF2-40B4-BE49-F238E27FC236}">
                      <a16:creationId xmlns:a16="http://schemas.microsoft.com/office/drawing/2014/main" id="{7390E086-5854-C02D-00BF-5F242C2403C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44140" y="3915180"/>
                  <a:ext cx="74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0980" name="잉크 40979">
                  <a:extLst>
                    <a:ext uri="{FF2B5EF4-FFF2-40B4-BE49-F238E27FC236}">
                      <a16:creationId xmlns:a16="http://schemas.microsoft.com/office/drawing/2014/main" id="{C37AB638-EF73-573E-E834-06E5CDA435CD}"/>
                    </a:ext>
                  </a:extLst>
                </p14:cNvPr>
                <p14:cNvContentPartPr/>
                <p14:nvPr/>
              </p14:nvContentPartPr>
              <p14:xfrm>
                <a:off x="7142420" y="3892500"/>
                <a:ext cx="44280" cy="147600"/>
              </p14:xfrm>
            </p:contentPart>
          </mc:Choice>
          <mc:Fallback>
            <p:pic>
              <p:nvPicPr>
                <p:cNvPr id="40980" name="잉크 40979">
                  <a:extLst>
                    <a:ext uri="{FF2B5EF4-FFF2-40B4-BE49-F238E27FC236}">
                      <a16:creationId xmlns:a16="http://schemas.microsoft.com/office/drawing/2014/main" id="{C37AB638-EF73-573E-E834-06E5CDA435C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33780" y="3883860"/>
                  <a:ext cx="61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0981" name="잉크 40980">
                  <a:extLst>
                    <a:ext uri="{FF2B5EF4-FFF2-40B4-BE49-F238E27FC236}">
                      <a16:creationId xmlns:a16="http://schemas.microsoft.com/office/drawing/2014/main" id="{F4921BDA-B69F-7AFA-EB43-382730E40C80}"/>
                    </a:ext>
                  </a:extLst>
                </p14:cNvPr>
                <p14:cNvContentPartPr/>
                <p14:nvPr/>
              </p14:nvContentPartPr>
              <p14:xfrm>
                <a:off x="7175540" y="3900420"/>
                <a:ext cx="64440" cy="85320"/>
              </p14:xfrm>
            </p:contentPart>
          </mc:Choice>
          <mc:Fallback>
            <p:pic>
              <p:nvPicPr>
                <p:cNvPr id="40981" name="잉크 40980">
                  <a:extLst>
                    <a:ext uri="{FF2B5EF4-FFF2-40B4-BE49-F238E27FC236}">
                      <a16:creationId xmlns:a16="http://schemas.microsoft.com/office/drawing/2014/main" id="{F4921BDA-B69F-7AFA-EB43-382730E40C8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66540" y="3891420"/>
                  <a:ext cx="82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0982" name="잉크 40981">
                  <a:extLst>
                    <a:ext uri="{FF2B5EF4-FFF2-40B4-BE49-F238E27FC236}">
                      <a16:creationId xmlns:a16="http://schemas.microsoft.com/office/drawing/2014/main" id="{833CFBA6-A547-9010-F9E8-763A678551E2}"/>
                    </a:ext>
                  </a:extLst>
                </p14:cNvPr>
                <p14:cNvContentPartPr/>
                <p14:nvPr/>
              </p14:nvContentPartPr>
              <p14:xfrm>
                <a:off x="7200740" y="3950100"/>
                <a:ext cx="51480" cy="28440"/>
              </p14:xfrm>
            </p:contentPart>
          </mc:Choice>
          <mc:Fallback>
            <p:pic>
              <p:nvPicPr>
                <p:cNvPr id="40982" name="잉크 40981">
                  <a:extLst>
                    <a:ext uri="{FF2B5EF4-FFF2-40B4-BE49-F238E27FC236}">
                      <a16:creationId xmlns:a16="http://schemas.microsoft.com/office/drawing/2014/main" id="{833CFBA6-A547-9010-F9E8-763A678551E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91740" y="3941460"/>
                  <a:ext cx="69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0983" name="잉크 40982">
                  <a:extLst>
                    <a:ext uri="{FF2B5EF4-FFF2-40B4-BE49-F238E27FC236}">
                      <a16:creationId xmlns:a16="http://schemas.microsoft.com/office/drawing/2014/main" id="{6673B95F-9453-A194-BE9E-1DF593B23D70}"/>
                    </a:ext>
                  </a:extLst>
                </p14:cNvPr>
                <p14:cNvContentPartPr/>
                <p14:nvPr/>
              </p14:nvContentPartPr>
              <p14:xfrm>
                <a:off x="7239620" y="3903300"/>
                <a:ext cx="66240" cy="50040"/>
              </p14:xfrm>
            </p:contentPart>
          </mc:Choice>
          <mc:Fallback>
            <p:pic>
              <p:nvPicPr>
                <p:cNvPr id="40983" name="잉크 40982">
                  <a:extLst>
                    <a:ext uri="{FF2B5EF4-FFF2-40B4-BE49-F238E27FC236}">
                      <a16:creationId xmlns:a16="http://schemas.microsoft.com/office/drawing/2014/main" id="{6673B95F-9453-A194-BE9E-1DF593B23D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30980" y="3894660"/>
                  <a:ext cx="838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0984" name="잉크 40983">
                  <a:extLst>
                    <a:ext uri="{FF2B5EF4-FFF2-40B4-BE49-F238E27FC236}">
                      <a16:creationId xmlns:a16="http://schemas.microsoft.com/office/drawing/2014/main" id="{8585EC42-9F53-027D-EA5B-093C54DCEF3F}"/>
                    </a:ext>
                  </a:extLst>
                </p14:cNvPr>
                <p14:cNvContentPartPr/>
                <p14:nvPr/>
              </p14:nvContentPartPr>
              <p14:xfrm>
                <a:off x="7239980" y="3873060"/>
                <a:ext cx="99360" cy="160920"/>
              </p14:xfrm>
            </p:contentPart>
          </mc:Choice>
          <mc:Fallback>
            <p:pic>
              <p:nvPicPr>
                <p:cNvPr id="40984" name="잉크 40983">
                  <a:extLst>
                    <a:ext uri="{FF2B5EF4-FFF2-40B4-BE49-F238E27FC236}">
                      <a16:creationId xmlns:a16="http://schemas.microsoft.com/office/drawing/2014/main" id="{8585EC42-9F53-027D-EA5B-093C54DCEF3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30980" y="3864060"/>
                  <a:ext cx="117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0985" name="잉크 40984">
                  <a:extLst>
                    <a:ext uri="{FF2B5EF4-FFF2-40B4-BE49-F238E27FC236}">
                      <a16:creationId xmlns:a16="http://schemas.microsoft.com/office/drawing/2014/main" id="{C2539C71-E77A-C4B4-C3C5-293F11166390}"/>
                    </a:ext>
                  </a:extLst>
                </p14:cNvPr>
                <p14:cNvContentPartPr/>
                <p14:nvPr/>
              </p14:nvContentPartPr>
              <p14:xfrm>
                <a:off x="7450220" y="3875940"/>
                <a:ext cx="55440" cy="57600"/>
              </p14:xfrm>
            </p:contentPart>
          </mc:Choice>
          <mc:Fallback>
            <p:pic>
              <p:nvPicPr>
                <p:cNvPr id="40985" name="잉크 40984">
                  <a:extLst>
                    <a:ext uri="{FF2B5EF4-FFF2-40B4-BE49-F238E27FC236}">
                      <a16:creationId xmlns:a16="http://schemas.microsoft.com/office/drawing/2014/main" id="{C2539C71-E77A-C4B4-C3C5-293F1116639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41580" y="3867300"/>
                  <a:ext cx="73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0986" name="잉크 40985">
                  <a:extLst>
                    <a:ext uri="{FF2B5EF4-FFF2-40B4-BE49-F238E27FC236}">
                      <a16:creationId xmlns:a16="http://schemas.microsoft.com/office/drawing/2014/main" id="{FF4FEBE5-305B-4238-B55B-F5B52EB641A6}"/>
                    </a:ext>
                  </a:extLst>
                </p14:cNvPr>
                <p14:cNvContentPartPr/>
                <p14:nvPr/>
              </p14:nvContentPartPr>
              <p14:xfrm>
                <a:off x="7559660" y="3846780"/>
                <a:ext cx="19800" cy="120960"/>
              </p14:xfrm>
            </p:contentPart>
          </mc:Choice>
          <mc:Fallback>
            <p:pic>
              <p:nvPicPr>
                <p:cNvPr id="40986" name="잉크 40985">
                  <a:extLst>
                    <a:ext uri="{FF2B5EF4-FFF2-40B4-BE49-F238E27FC236}">
                      <a16:creationId xmlns:a16="http://schemas.microsoft.com/office/drawing/2014/main" id="{FF4FEBE5-305B-4238-B55B-F5B52EB641A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51020" y="3838140"/>
                  <a:ext cx="3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0987" name="잉크 40986">
                  <a:extLst>
                    <a:ext uri="{FF2B5EF4-FFF2-40B4-BE49-F238E27FC236}">
                      <a16:creationId xmlns:a16="http://schemas.microsoft.com/office/drawing/2014/main" id="{14D7B6F8-7A43-38DF-5BAB-A01F3702B2ED}"/>
                    </a:ext>
                  </a:extLst>
                </p14:cNvPr>
                <p14:cNvContentPartPr/>
                <p14:nvPr/>
              </p14:nvContentPartPr>
              <p14:xfrm>
                <a:off x="7481180" y="3923100"/>
                <a:ext cx="26640" cy="94680"/>
              </p14:xfrm>
            </p:contentPart>
          </mc:Choice>
          <mc:Fallback>
            <p:pic>
              <p:nvPicPr>
                <p:cNvPr id="40987" name="잉크 40986">
                  <a:extLst>
                    <a:ext uri="{FF2B5EF4-FFF2-40B4-BE49-F238E27FC236}">
                      <a16:creationId xmlns:a16="http://schemas.microsoft.com/office/drawing/2014/main" id="{14D7B6F8-7A43-38DF-5BAB-A01F3702B2E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72540" y="3914460"/>
                  <a:ext cx="44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0988" name="잉크 40987">
                  <a:extLst>
                    <a:ext uri="{FF2B5EF4-FFF2-40B4-BE49-F238E27FC236}">
                      <a16:creationId xmlns:a16="http://schemas.microsoft.com/office/drawing/2014/main" id="{2E1B4AED-9C5A-AC12-A587-85936A1D8D0D}"/>
                    </a:ext>
                  </a:extLst>
                </p14:cNvPr>
                <p14:cNvContentPartPr/>
                <p14:nvPr/>
              </p14:nvContentPartPr>
              <p14:xfrm>
                <a:off x="7513580" y="3932820"/>
                <a:ext cx="71640" cy="110880"/>
              </p14:xfrm>
            </p:contentPart>
          </mc:Choice>
          <mc:Fallback>
            <p:pic>
              <p:nvPicPr>
                <p:cNvPr id="40988" name="잉크 40987">
                  <a:extLst>
                    <a:ext uri="{FF2B5EF4-FFF2-40B4-BE49-F238E27FC236}">
                      <a16:creationId xmlns:a16="http://schemas.microsoft.com/office/drawing/2014/main" id="{2E1B4AED-9C5A-AC12-A587-85936A1D8D0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04940" y="3923820"/>
                  <a:ext cx="89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0989" name="잉크 40988">
                  <a:extLst>
                    <a:ext uri="{FF2B5EF4-FFF2-40B4-BE49-F238E27FC236}">
                      <a16:creationId xmlns:a16="http://schemas.microsoft.com/office/drawing/2014/main" id="{41F5BE2E-80A2-4413-5377-5241F9DD2054}"/>
                    </a:ext>
                  </a:extLst>
                </p14:cNvPr>
                <p14:cNvContentPartPr/>
                <p14:nvPr/>
              </p14:nvContentPartPr>
              <p14:xfrm>
                <a:off x="7595300" y="3888540"/>
                <a:ext cx="75600" cy="83880"/>
              </p14:xfrm>
            </p:contentPart>
          </mc:Choice>
          <mc:Fallback>
            <p:pic>
              <p:nvPicPr>
                <p:cNvPr id="40989" name="잉크 40988">
                  <a:extLst>
                    <a:ext uri="{FF2B5EF4-FFF2-40B4-BE49-F238E27FC236}">
                      <a16:creationId xmlns:a16="http://schemas.microsoft.com/office/drawing/2014/main" id="{41F5BE2E-80A2-4413-5377-5241F9DD205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86300" y="3879540"/>
                  <a:ext cx="93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0990" name="잉크 40989">
                  <a:extLst>
                    <a:ext uri="{FF2B5EF4-FFF2-40B4-BE49-F238E27FC236}">
                      <a16:creationId xmlns:a16="http://schemas.microsoft.com/office/drawing/2014/main" id="{07F98289-E7C5-08F3-216F-4C1F3FD7C83E}"/>
                    </a:ext>
                  </a:extLst>
                </p14:cNvPr>
                <p14:cNvContentPartPr/>
                <p14:nvPr/>
              </p14:nvContentPartPr>
              <p14:xfrm>
                <a:off x="7686740" y="3881700"/>
                <a:ext cx="69840" cy="85680"/>
              </p14:xfrm>
            </p:contentPart>
          </mc:Choice>
          <mc:Fallback>
            <p:pic>
              <p:nvPicPr>
                <p:cNvPr id="40990" name="잉크 40989">
                  <a:extLst>
                    <a:ext uri="{FF2B5EF4-FFF2-40B4-BE49-F238E27FC236}">
                      <a16:creationId xmlns:a16="http://schemas.microsoft.com/office/drawing/2014/main" id="{07F98289-E7C5-08F3-216F-4C1F3FD7C83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77740" y="3873060"/>
                  <a:ext cx="87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0991" name="잉크 40990">
                  <a:extLst>
                    <a:ext uri="{FF2B5EF4-FFF2-40B4-BE49-F238E27FC236}">
                      <a16:creationId xmlns:a16="http://schemas.microsoft.com/office/drawing/2014/main" id="{BD4F33D5-5DD2-6B58-FCEF-D4F8C5E5CF06}"/>
                    </a:ext>
                  </a:extLst>
                </p14:cNvPr>
                <p14:cNvContentPartPr/>
                <p14:nvPr/>
              </p14:nvContentPartPr>
              <p14:xfrm>
                <a:off x="7689980" y="3976380"/>
                <a:ext cx="62280" cy="61560"/>
              </p14:xfrm>
            </p:contentPart>
          </mc:Choice>
          <mc:Fallback>
            <p:pic>
              <p:nvPicPr>
                <p:cNvPr id="40991" name="잉크 40990">
                  <a:extLst>
                    <a:ext uri="{FF2B5EF4-FFF2-40B4-BE49-F238E27FC236}">
                      <a16:creationId xmlns:a16="http://schemas.microsoft.com/office/drawing/2014/main" id="{BD4F33D5-5DD2-6B58-FCEF-D4F8C5E5CF0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80980" y="3967380"/>
                  <a:ext cx="799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0992" name="잉크 40991">
                  <a:extLst>
                    <a:ext uri="{FF2B5EF4-FFF2-40B4-BE49-F238E27FC236}">
                      <a16:creationId xmlns:a16="http://schemas.microsoft.com/office/drawing/2014/main" id="{F2504199-5667-9BDA-4056-8188490342EE}"/>
                    </a:ext>
                  </a:extLst>
                </p14:cNvPr>
                <p14:cNvContentPartPr/>
                <p14:nvPr/>
              </p14:nvContentPartPr>
              <p14:xfrm>
                <a:off x="7865660" y="3883140"/>
                <a:ext cx="11520" cy="114120"/>
              </p14:xfrm>
            </p:contentPart>
          </mc:Choice>
          <mc:Fallback>
            <p:pic>
              <p:nvPicPr>
                <p:cNvPr id="40992" name="잉크 40991">
                  <a:extLst>
                    <a:ext uri="{FF2B5EF4-FFF2-40B4-BE49-F238E27FC236}">
                      <a16:creationId xmlns:a16="http://schemas.microsoft.com/office/drawing/2014/main" id="{F2504199-5667-9BDA-4056-8188490342E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56660" y="3874140"/>
                  <a:ext cx="29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0993" name="잉크 40992">
                  <a:extLst>
                    <a:ext uri="{FF2B5EF4-FFF2-40B4-BE49-F238E27FC236}">
                      <a16:creationId xmlns:a16="http://schemas.microsoft.com/office/drawing/2014/main" id="{4D34C9A0-C025-D493-C4B7-24F07A552251}"/>
                    </a:ext>
                  </a:extLst>
                </p14:cNvPr>
                <p14:cNvContentPartPr/>
                <p14:nvPr/>
              </p14:nvContentPartPr>
              <p14:xfrm>
                <a:off x="7868180" y="3888180"/>
                <a:ext cx="82080" cy="84600"/>
              </p14:xfrm>
            </p:contentPart>
          </mc:Choice>
          <mc:Fallback>
            <p:pic>
              <p:nvPicPr>
                <p:cNvPr id="40993" name="잉크 40992">
                  <a:extLst>
                    <a:ext uri="{FF2B5EF4-FFF2-40B4-BE49-F238E27FC236}">
                      <a16:creationId xmlns:a16="http://schemas.microsoft.com/office/drawing/2014/main" id="{4D34C9A0-C025-D493-C4B7-24F07A55225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59180" y="3879180"/>
                  <a:ext cx="99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0994" name="잉크 40993">
                  <a:extLst>
                    <a:ext uri="{FF2B5EF4-FFF2-40B4-BE49-F238E27FC236}">
                      <a16:creationId xmlns:a16="http://schemas.microsoft.com/office/drawing/2014/main" id="{061623E8-F687-D9D1-E663-BE028023A3C0}"/>
                    </a:ext>
                  </a:extLst>
                </p14:cNvPr>
                <p14:cNvContentPartPr/>
                <p14:nvPr/>
              </p14:nvContentPartPr>
              <p14:xfrm>
                <a:off x="7863500" y="3963780"/>
                <a:ext cx="91080" cy="75600"/>
              </p14:xfrm>
            </p:contentPart>
          </mc:Choice>
          <mc:Fallback>
            <p:pic>
              <p:nvPicPr>
                <p:cNvPr id="40994" name="잉크 40993">
                  <a:extLst>
                    <a:ext uri="{FF2B5EF4-FFF2-40B4-BE49-F238E27FC236}">
                      <a16:creationId xmlns:a16="http://schemas.microsoft.com/office/drawing/2014/main" id="{061623E8-F687-D9D1-E663-BE028023A3C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54500" y="3955140"/>
                  <a:ext cx="108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0996" name="잉크 40995">
                  <a:extLst>
                    <a:ext uri="{FF2B5EF4-FFF2-40B4-BE49-F238E27FC236}">
                      <a16:creationId xmlns:a16="http://schemas.microsoft.com/office/drawing/2014/main" id="{5AB31620-43D7-ACFF-40A3-0AEA5F5373EE}"/>
                    </a:ext>
                  </a:extLst>
                </p14:cNvPr>
                <p14:cNvContentPartPr/>
                <p14:nvPr/>
              </p14:nvContentPartPr>
              <p14:xfrm>
                <a:off x="7971860" y="3929940"/>
                <a:ext cx="76680" cy="96840"/>
              </p14:xfrm>
            </p:contentPart>
          </mc:Choice>
          <mc:Fallback>
            <p:pic>
              <p:nvPicPr>
                <p:cNvPr id="40996" name="잉크 40995">
                  <a:extLst>
                    <a:ext uri="{FF2B5EF4-FFF2-40B4-BE49-F238E27FC236}">
                      <a16:creationId xmlns:a16="http://schemas.microsoft.com/office/drawing/2014/main" id="{5AB31620-43D7-ACFF-40A3-0AEA5F5373E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63220" y="3921300"/>
                  <a:ext cx="943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0997" name="잉크 40996">
                  <a:extLst>
                    <a:ext uri="{FF2B5EF4-FFF2-40B4-BE49-F238E27FC236}">
                      <a16:creationId xmlns:a16="http://schemas.microsoft.com/office/drawing/2014/main" id="{FAB6D1E9-14D5-8A7E-97FE-25B13407E4CD}"/>
                    </a:ext>
                  </a:extLst>
                </p14:cNvPr>
                <p14:cNvContentPartPr/>
                <p14:nvPr/>
              </p14:nvContentPartPr>
              <p14:xfrm>
                <a:off x="8094260" y="3886020"/>
                <a:ext cx="19440" cy="179640"/>
              </p14:xfrm>
            </p:contentPart>
          </mc:Choice>
          <mc:Fallback>
            <p:pic>
              <p:nvPicPr>
                <p:cNvPr id="40997" name="잉크 40996">
                  <a:extLst>
                    <a:ext uri="{FF2B5EF4-FFF2-40B4-BE49-F238E27FC236}">
                      <a16:creationId xmlns:a16="http://schemas.microsoft.com/office/drawing/2014/main" id="{FAB6D1E9-14D5-8A7E-97FE-25B13407E4C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85260" y="3877020"/>
                  <a:ext cx="37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0998" name="잉크 40997">
                  <a:extLst>
                    <a:ext uri="{FF2B5EF4-FFF2-40B4-BE49-F238E27FC236}">
                      <a16:creationId xmlns:a16="http://schemas.microsoft.com/office/drawing/2014/main" id="{E9CBC6A9-AFB7-C80A-D46C-6BE751359DE0}"/>
                    </a:ext>
                  </a:extLst>
                </p14:cNvPr>
                <p14:cNvContentPartPr/>
                <p14:nvPr/>
              </p14:nvContentPartPr>
              <p14:xfrm>
                <a:off x="8093900" y="3940380"/>
                <a:ext cx="82440" cy="20160"/>
              </p14:xfrm>
            </p:contentPart>
          </mc:Choice>
          <mc:Fallback>
            <p:pic>
              <p:nvPicPr>
                <p:cNvPr id="40998" name="잉크 40997">
                  <a:extLst>
                    <a:ext uri="{FF2B5EF4-FFF2-40B4-BE49-F238E27FC236}">
                      <a16:creationId xmlns:a16="http://schemas.microsoft.com/office/drawing/2014/main" id="{E9CBC6A9-AFB7-C80A-D46C-6BE751359DE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84900" y="3931380"/>
                  <a:ext cx="100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41000" name="잉크 40999">
                  <a:extLst>
                    <a:ext uri="{FF2B5EF4-FFF2-40B4-BE49-F238E27FC236}">
                      <a16:creationId xmlns:a16="http://schemas.microsoft.com/office/drawing/2014/main" id="{2B2FA53A-D149-DC00-82E3-A64868083C38}"/>
                    </a:ext>
                  </a:extLst>
                </p14:cNvPr>
                <p14:cNvContentPartPr/>
                <p14:nvPr/>
              </p14:nvContentPartPr>
              <p14:xfrm>
                <a:off x="7913540" y="4040100"/>
                <a:ext cx="87480" cy="41760"/>
              </p14:xfrm>
            </p:contentPart>
          </mc:Choice>
          <mc:Fallback>
            <p:pic>
              <p:nvPicPr>
                <p:cNvPr id="41000" name="잉크 40999">
                  <a:extLst>
                    <a:ext uri="{FF2B5EF4-FFF2-40B4-BE49-F238E27FC236}">
                      <a16:creationId xmlns:a16="http://schemas.microsoft.com/office/drawing/2014/main" id="{2B2FA53A-D149-DC00-82E3-A64868083C3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04900" y="4031100"/>
                  <a:ext cx="105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41001" name="잉크 41000">
                  <a:extLst>
                    <a:ext uri="{FF2B5EF4-FFF2-40B4-BE49-F238E27FC236}">
                      <a16:creationId xmlns:a16="http://schemas.microsoft.com/office/drawing/2014/main" id="{6C73D2E1-D1F5-06FE-973A-12F420716403}"/>
                    </a:ext>
                  </a:extLst>
                </p14:cNvPr>
                <p14:cNvContentPartPr/>
                <p14:nvPr/>
              </p14:nvContentPartPr>
              <p14:xfrm>
                <a:off x="7914620" y="4076100"/>
                <a:ext cx="111960" cy="60120"/>
              </p14:xfrm>
            </p:contentPart>
          </mc:Choice>
          <mc:Fallback>
            <p:pic>
              <p:nvPicPr>
                <p:cNvPr id="41001" name="잉크 41000">
                  <a:extLst>
                    <a:ext uri="{FF2B5EF4-FFF2-40B4-BE49-F238E27FC236}">
                      <a16:creationId xmlns:a16="http://schemas.microsoft.com/office/drawing/2014/main" id="{6C73D2E1-D1F5-06FE-973A-12F42071640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05620" y="4067100"/>
                  <a:ext cx="129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41003" name="잉크 41002">
                  <a:extLst>
                    <a:ext uri="{FF2B5EF4-FFF2-40B4-BE49-F238E27FC236}">
                      <a16:creationId xmlns:a16="http://schemas.microsoft.com/office/drawing/2014/main" id="{87B464EA-48BA-B3CB-891A-FC9037453E9A}"/>
                    </a:ext>
                  </a:extLst>
                </p14:cNvPr>
                <p14:cNvContentPartPr/>
                <p14:nvPr/>
              </p14:nvContentPartPr>
              <p14:xfrm>
                <a:off x="6929300" y="4181940"/>
                <a:ext cx="99360" cy="209160"/>
              </p14:xfrm>
            </p:contentPart>
          </mc:Choice>
          <mc:Fallback>
            <p:pic>
              <p:nvPicPr>
                <p:cNvPr id="41003" name="잉크 41002">
                  <a:extLst>
                    <a:ext uri="{FF2B5EF4-FFF2-40B4-BE49-F238E27FC236}">
                      <a16:creationId xmlns:a16="http://schemas.microsoft.com/office/drawing/2014/main" id="{87B464EA-48BA-B3CB-891A-FC9037453E9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20660" y="4173300"/>
                  <a:ext cx="117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1004" name="잉크 41003">
                  <a:extLst>
                    <a:ext uri="{FF2B5EF4-FFF2-40B4-BE49-F238E27FC236}">
                      <a16:creationId xmlns:a16="http://schemas.microsoft.com/office/drawing/2014/main" id="{99C4B590-DB43-79FD-E9C8-FDC0919099AB}"/>
                    </a:ext>
                  </a:extLst>
                </p14:cNvPr>
                <p14:cNvContentPartPr/>
                <p14:nvPr/>
              </p14:nvContentPartPr>
              <p14:xfrm>
                <a:off x="7021460" y="4202820"/>
                <a:ext cx="75600" cy="137160"/>
              </p14:xfrm>
            </p:contentPart>
          </mc:Choice>
          <mc:Fallback>
            <p:pic>
              <p:nvPicPr>
                <p:cNvPr id="41004" name="잉크 41003">
                  <a:extLst>
                    <a:ext uri="{FF2B5EF4-FFF2-40B4-BE49-F238E27FC236}">
                      <a16:creationId xmlns:a16="http://schemas.microsoft.com/office/drawing/2014/main" id="{99C4B590-DB43-79FD-E9C8-FDC0919099A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12460" y="4193820"/>
                  <a:ext cx="93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41005" name="잉크 41004">
                  <a:extLst>
                    <a:ext uri="{FF2B5EF4-FFF2-40B4-BE49-F238E27FC236}">
                      <a16:creationId xmlns:a16="http://schemas.microsoft.com/office/drawing/2014/main" id="{B6D7E588-2CFE-A2F1-42CC-25F0449E3D9F}"/>
                    </a:ext>
                  </a:extLst>
                </p14:cNvPr>
                <p14:cNvContentPartPr/>
                <p14:nvPr/>
              </p14:nvContentPartPr>
              <p14:xfrm>
                <a:off x="7089140" y="4215420"/>
                <a:ext cx="70560" cy="101520"/>
              </p14:xfrm>
            </p:contentPart>
          </mc:Choice>
          <mc:Fallback>
            <p:pic>
              <p:nvPicPr>
                <p:cNvPr id="41005" name="잉크 41004">
                  <a:extLst>
                    <a:ext uri="{FF2B5EF4-FFF2-40B4-BE49-F238E27FC236}">
                      <a16:creationId xmlns:a16="http://schemas.microsoft.com/office/drawing/2014/main" id="{B6D7E588-2CFE-A2F1-42CC-25F0449E3D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80140" y="4206420"/>
                  <a:ext cx="88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41006" name="잉크 41005">
                  <a:extLst>
                    <a:ext uri="{FF2B5EF4-FFF2-40B4-BE49-F238E27FC236}">
                      <a16:creationId xmlns:a16="http://schemas.microsoft.com/office/drawing/2014/main" id="{25DDC5E2-20C2-D909-57B5-8B1C80654960}"/>
                    </a:ext>
                  </a:extLst>
                </p14:cNvPr>
                <p14:cNvContentPartPr/>
                <p14:nvPr/>
              </p14:nvContentPartPr>
              <p14:xfrm>
                <a:off x="7112900" y="4319100"/>
                <a:ext cx="46800" cy="68040"/>
              </p14:xfrm>
            </p:contentPart>
          </mc:Choice>
          <mc:Fallback>
            <p:pic>
              <p:nvPicPr>
                <p:cNvPr id="41006" name="잉크 41005">
                  <a:extLst>
                    <a:ext uri="{FF2B5EF4-FFF2-40B4-BE49-F238E27FC236}">
                      <a16:creationId xmlns:a16="http://schemas.microsoft.com/office/drawing/2014/main" id="{25DDC5E2-20C2-D909-57B5-8B1C806549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03900" y="4310460"/>
                  <a:ext cx="64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41007" name="잉크 41006">
                  <a:extLst>
                    <a:ext uri="{FF2B5EF4-FFF2-40B4-BE49-F238E27FC236}">
                      <a16:creationId xmlns:a16="http://schemas.microsoft.com/office/drawing/2014/main" id="{1C60B705-5AC0-E0A6-C1EA-E75D5125DCA0}"/>
                    </a:ext>
                  </a:extLst>
                </p14:cNvPr>
                <p14:cNvContentPartPr/>
                <p14:nvPr/>
              </p14:nvContentPartPr>
              <p14:xfrm>
                <a:off x="7185980" y="4218660"/>
                <a:ext cx="77040" cy="104760"/>
              </p14:xfrm>
            </p:contentPart>
          </mc:Choice>
          <mc:Fallback>
            <p:pic>
              <p:nvPicPr>
                <p:cNvPr id="41007" name="잉크 41006">
                  <a:extLst>
                    <a:ext uri="{FF2B5EF4-FFF2-40B4-BE49-F238E27FC236}">
                      <a16:creationId xmlns:a16="http://schemas.microsoft.com/office/drawing/2014/main" id="{1C60B705-5AC0-E0A6-C1EA-E75D5125DCA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76980" y="4210020"/>
                  <a:ext cx="946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41008" name="잉크 41007">
                  <a:extLst>
                    <a:ext uri="{FF2B5EF4-FFF2-40B4-BE49-F238E27FC236}">
                      <a16:creationId xmlns:a16="http://schemas.microsoft.com/office/drawing/2014/main" id="{20CE81A9-0FEE-EB47-A8C8-B4C49B0E2DCB}"/>
                    </a:ext>
                  </a:extLst>
                </p14:cNvPr>
                <p14:cNvContentPartPr/>
                <p14:nvPr/>
              </p14:nvContentPartPr>
              <p14:xfrm>
                <a:off x="7255460" y="4238460"/>
                <a:ext cx="67680" cy="83520"/>
              </p14:xfrm>
            </p:contentPart>
          </mc:Choice>
          <mc:Fallback>
            <p:pic>
              <p:nvPicPr>
                <p:cNvPr id="41008" name="잉크 41007">
                  <a:extLst>
                    <a:ext uri="{FF2B5EF4-FFF2-40B4-BE49-F238E27FC236}">
                      <a16:creationId xmlns:a16="http://schemas.microsoft.com/office/drawing/2014/main" id="{20CE81A9-0FEE-EB47-A8C8-B4C49B0E2DC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46820" y="4229820"/>
                  <a:ext cx="85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41009" name="잉크 41008">
                  <a:extLst>
                    <a:ext uri="{FF2B5EF4-FFF2-40B4-BE49-F238E27FC236}">
                      <a16:creationId xmlns:a16="http://schemas.microsoft.com/office/drawing/2014/main" id="{3A6B54DF-D11D-9913-C461-05B18851E932}"/>
                    </a:ext>
                  </a:extLst>
                </p14:cNvPr>
                <p14:cNvContentPartPr/>
                <p14:nvPr/>
              </p14:nvContentPartPr>
              <p14:xfrm>
                <a:off x="7240340" y="4345380"/>
                <a:ext cx="83880" cy="48960"/>
              </p14:xfrm>
            </p:contentPart>
          </mc:Choice>
          <mc:Fallback>
            <p:pic>
              <p:nvPicPr>
                <p:cNvPr id="41009" name="잉크 41008">
                  <a:extLst>
                    <a:ext uri="{FF2B5EF4-FFF2-40B4-BE49-F238E27FC236}">
                      <a16:creationId xmlns:a16="http://schemas.microsoft.com/office/drawing/2014/main" id="{3A6B54DF-D11D-9913-C461-05B18851E93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231700" y="4336380"/>
                  <a:ext cx="101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41010" name="잉크 41009">
                  <a:extLst>
                    <a:ext uri="{FF2B5EF4-FFF2-40B4-BE49-F238E27FC236}">
                      <a16:creationId xmlns:a16="http://schemas.microsoft.com/office/drawing/2014/main" id="{5831F142-0230-E9D4-30B6-CE0854D53977}"/>
                    </a:ext>
                  </a:extLst>
                </p14:cNvPr>
                <p14:cNvContentPartPr/>
                <p14:nvPr/>
              </p14:nvContentPartPr>
              <p14:xfrm>
                <a:off x="7308020" y="4237740"/>
                <a:ext cx="104400" cy="104040"/>
              </p14:xfrm>
            </p:contentPart>
          </mc:Choice>
          <mc:Fallback>
            <p:pic>
              <p:nvPicPr>
                <p:cNvPr id="41010" name="잉크 41009">
                  <a:extLst>
                    <a:ext uri="{FF2B5EF4-FFF2-40B4-BE49-F238E27FC236}">
                      <a16:creationId xmlns:a16="http://schemas.microsoft.com/office/drawing/2014/main" id="{5831F142-0230-E9D4-30B6-CE0854D5397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299380" y="4228740"/>
                  <a:ext cx="122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41011" name="잉크 41010">
                  <a:extLst>
                    <a:ext uri="{FF2B5EF4-FFF2-40B4-BE49-F238E27FC236}">
                      <a16:creationId xmlns:a16="http://schemas.microsoft.com/office/drawing/2014/main" id="{8D9FE8A3-C6C8-5642-4147-ECE45C1E5AB4}"/>
                    </a:ext>
                  </a:extLst>
                </p14:cNvPr>
                <p14:cNvContentPartPr/>
                <p14:nvPr/>
              </p14:nvContentPartPr>
              <p14:xfrm>
                <a:off x="7414940" y="4251780"/>
                <a:ext cx="65880" cy="93600"/>
              </p14:xfrm>
            </p:contentPart>
          </mc:Choice>
          <mc:Fallback>
            <p:pic>
              <p:nvPicPr>
                <p:cNvPr id="41011" name="잉크 41010">
                  <a:extLst>
                    <a:ext uri="{FF2B5EF4-FFF2-40B4-BE49-F238E27FC236}">
                      <a16:creationId xmlns:a16="http://schemas.microsoft.com/office/drawing/2014/main" id="{8D9FE8A3-C6C8-5642-4147-ECE45C1E5AB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05940" y="4242780"/>
                  <a:ext cx="83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41012" name="잉크 41011">
                  <a:extLst>
                    <a:ext uri="{FF2B5EF4-FFF2-40B4-BE49-F238E27FC236}">
                      <a16:creationId xmlns:a16="http://schemas.microsoft.com/office/drawing/2014/main" id="{5A3C3635-C59A-AA29-72AC-0E86D8CB3272}"/>
                    </a:ext>
                  </a:extLst>
                </p14:cNvPr>
                <p14:cNvContentPartPr/>
                <p14:nvPr/>
              </p14:nvContentPartPr>
              <p14:xfrm>
                <a:off x="7462820" y="4231620"/>
                <a:ext cx="82080" cy="116280"/>
              </p14:xfrm>
            </p:contentPart>
          </mc:Choice>
          <mc:Fallback>
            <p:pic>
              <p:nvPicPr>
                <p:cNvPr id="41012" name="잉크 41011">
                  <a:extLst>
                    <a:ext uri="{FF2B5EF4-FFF2-40B4-BE49-F238E27FC236}">
                      <a16:creationId xmlns:a16="http://schemas.microsoft.com/office/drawing/2014/main" id="{5A3C3635-C59A-AA29-72AC-0E86D8CB327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454180" y="4222620"/>
                  <a:ext cx="99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41013" name="잉크 41012">
                  <a:extLst>
                    <a:ext uri="{FF2B5EF4-FFF2-40B4-BE49-F238E27FC236}">
                      <a16:creationId xmlns:a16="http://schemas.microsoft.com/office/drawing/2014/main" id="{69ABBB5F-DF2C-5056-E791-BFB96F8D1A6A}"/>
                    </a:ext>
                  </a:extLst>
                </p14:cNvPr>
                <p14:cNvContentPartPr/>
                <p14:nvPr/>
              </p14:nvContentPartPr>
              <p14:xfrm>
                <a:off x="7563980" y="4241340"/>
                <a:ext cx="104400" cy="126000"/>
              </p14:xfrm>
            </p:contentPart>
          </mc:Choice>
          <mc:Fallback>
            <p:pic>
              <p:nvPicPr>
                <p:cNvPr id="41013" name="잉크 41012">
                  <a:extLst>
                    <a:ext uri="{FF2B5EF4-FFF2-40B4-BE49-F238E27FC236}">
                      <a16:creationId xmlns:a16="http://schemas.microsoft.com/office/drawing/2014/main" id="{69ABBB5F-DF2C-5056-E791-BFB96F8D1A6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54980" y="4232340"/>
                  <a:ext cx="122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41014" name="잉크 41013">
                  <a:extLst>
                    <a:ext uri="{FF2B5EF4-FFF2-40B4-BE49-F238E27FC236}">
                      <a16:creationId xmlns:a16="http://schemas.microsoft.com/office/drawing/2014/main" id="{0670A898-C41C-6349-4A9F-244724EE77DA}"/>
                    </a:ext>
                  </a:extLst>
                </p14:cNvPr>
                <p14:cNvContentPartPr/>
                <p14:nvPr/>
              </p14:nvContentPartPr>
              <p14:xfrm>
                <a:off x="7752260" y="4190940"/>
                <a:ext cx="4680" cy="66240"/>
              </p14:xfrm>
            </p:contentPart>
          </mc:Choice>
          <mc:Fallback>
            <p:pic>
              <p:nvPicPr>
                <p:cNvPr id="41014" name="잉크 41013">
                  <a:extLst>
                    <a:ext uri="{FF2B5EF4-FFF2-40B4-BE49-F238E27FC236}">
                      <a16:creationId xmlns:a16="http://schemas.microsoft.com/office/drawing/2014/main" id="{0670A898-C41C-6349-4A9F-244724EE77D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43260" y="4181940"/>
                  <a:ext cx="22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41015" name="잉크 41014">
                  <a:extLst>
                    <a:ext uri="{FF2B5EF4-FFF2-40B4-BE49-F238E27FC236}">
                      <a16:creationId xmlns:a16="http://schemas.microsoft.com/office/drawing/2014/main" id="{0F614F0D-C2AE-E52F-C74E-B5610D1AB831}"/>
                    </a:ext>
                  </a:extLst>
                </p14:cNvPr>
                <p14:cNvContentPartPr/>
                <p14:nvPr/>
              </p14:nvContentPartPr>
              <p14:xfrm>
                <a:off x="7705460" y="4231620"/>
                <a:ext cx="101160" cy="34200"/>
              </p14:xfrm>
            </p:contentPart>
          </mc:Choice>
          <mc:Fallback>
            <p:pic>
              <p:nvPicPr>
                <p:cNvPr id="41015" name="잉크 41014">
                  <a:extLst>
                    <a:ext uri="{FF2B5EF4-FFF2-40B4-BE49-F238E27FC236}">
                      <a16:creationId xmlns:a16="http://schemas.microsoft.com/office/drawing/2014/main" id="{0F614F0D-C2AE-E52F-C74E-B5610D1AB83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696460" y="4222620"/>
                  <a:ext cx="1188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41016" name="잉크 41015">
                  <a:extLst>
                    <a:ext uri="{FF2B5EF4-FFF2-40B4-BE49-F238E27FC236}">
                      <a16:creationId xmlns:a16="http://schemas.microsoft.com/office/drawing/2014/main" id="{B5C83F7A-1F68-D6DC-A6A7-5CF510EFADCD}"/>
                    </a:ext>
                  </a:extLst>
                </p14:cNvPr>
                <p14:cNvContentPartPr/>
                <p14:nvPr/>
              </p14:nvContentPartPr>
              <p14:xfrm>
                <a:off x="7732460" y="4275180"/>
                <a:ext cx="75960" cy="57960"/>
              </p14:xfrm>
            </p:contentPart>
          </mc:Choice>
          <mc:Fallback>
            <p:pic>
              <p:nvPicPr>
                <p:cNvPr id="41016" name="잉크 41015">
                  <a:extLst>
                    <a:ext uri="{FF2B5EF4-FFF2-40B4-BE49-F238E27FC236}">
                      <a16:creationId xmlns:a16="http://schemas.microsoft.com/office/drawing/2014/main" id="{B5C83F7A-1F68-D6DC-A6A7-5CF510EFADC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723820" y="4266540"/>
                  <a:ext cx="93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41017" name="잉크 41016">
                  <a:extLst>
                    <a:ext uri="{FF2B5EF4-FFF2-40B4-BE49-F238E27FC236}">
                      <a16:creationId xmlns:a16="http://schemas.microsoft.com/office/drawing/2014/main" id="{CFD813C3-E668-7A7D-2158-F618D8FC344A}"/>
                    </a:ext>
                  </a:extLst>
                </p14:cNvPr>
                <p14:cNvContentPartPr/>
                <p14:nvPr/>
              </p14:nvContentPartPr>
              <p14:xfrm>
                <a:off x="7835780" y="4211820"/>
                <a:ext cx="50040" cy="98280"/>
              </p14:xfrm>
            </p:contentPart>
          </mc:Choice>
          <mc:Fallback>
            <p:pic>
              <p:nvPicPr>
                <p:cNvPr id="41017" name="잉크 41016">
                  <a:extLst>
                    <a:ext uri="{FF2B5EF4-FFF2-40B4-BE49-F238E27FC236}">
                      <a16:creationId xmlns:a16="http://schemas.microsoft.com/office/drawing/2014/main" id="{CFD813C3-E668-7A7D-2158-F618D8FC344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27140" y="4202820"/>
                  <a:ext cx="67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41018" name="잉크 41017">
                  <a:extLst>
                    <a:ext uri="{FF2B5EF4-FFF2-40B4-BE49-F238E27FC236}">
                      <a16:creationId xmlns:a16="http://schemas.microsoft.com/office/drawing/2014/main" id="{C3363417-C277-48DD-1D03-BA59B3A5503B}"/>
                    </a:ext>
                  </a:extLst>
                </p14:cNvPr>
                <p14:cNvContentPartPr/>
                <p14:nvPr/>
              </p14:nvContentPartPr>
              <p14:xfrm>
                <a:off x="7805900" y="4331700"/>
                <a:ext cx="79560" cy="57600"/>
              </p14:xfrm>
            </p:contentPart>
          </mc:Choice>
          <mc:Fallback>
            <p:pic>
              <p:nvPicPr>
                <p:cNvPr id="41018" name="잉크 41017">
                  <a:extLst>
                    <a:ext uri="{FF2B5EF4-FFF2-40B4-BE49-F238E27FC236}">
                      <a16:creationId xmlns:a16="http://schemas.microsoft.com/office/drawing/2014/main" id="{C3363417-C277-48DD-1D03-BA59B3A5503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796900" y="4322700"/>
                  <a:ext cx="97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41019" name="잉크 41018">
                  <a:extLst>
                    <a:ext uri="{FF2B5EF4-FFF2-40B4-BE49-F238E27FC236}">
                      <a16:creationId xmlns:a16="http://schemas.microsoft.com/office/drawing/2014/main" id="{E060851A-F96E-159C-FD7C-597B0507BDDA}"/>
                    </a:ext>
                  </a:extLst>
                </p14:cNvPr>
                <p14:cNvContentPartPr/>
                <p14:nvPr/>
              </p14:nvContentPartPr>
              <p14:xfrm>
                <a:off x="7930460" y="4258620"/>
                <a:ext cx="56160" cy="93960"/>
              </p14:xfrm>
            </p:contentPart>
          </mc:Choice>
          <mc:Fallback>
            <p:pic>
              <p:nvPicPr>
                <p:cNvPr id="41019" name="잉크 41018">
                  <a:extLst>
                    <a:ext uri="{FF2B5EF4-FFF2-40B4-BE49-F238E27FC236}">
                      <a16:creationId xmlns:a16="http://schemas.microsoft.com/office/drawing/2014/main" id="{E060851A-F96E-159C-FD7C-597B0507BDD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21820" y="4249620"/>
                  <a:ext cx="73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41020" name="잉크 41019">
                  <a:extLst>
                    <a:ext uri="{FF2B5EF4-FFF2-40B4-BE49-F238E27FC236}">
                      <a16:creationId xmlns:a16="http://schemas.microsoft.com/office/drawing/2014/main" id="{9C1604A5-91AB-7019-89C0-B94A8221A2DE}"/>
                    </a:ext>
                  </a:extLst>
                </p14:cNvPr>
                <p14:cNvContentPartPr/>
                <p14:nvPr/>
              </p14:nvContentPartPr>
              <p14:xfrm>
                <a:off x="7990580" y="4238460"/>
                <a:ext cx="97920" cy="127080"/>
              </p14:xfrm>
            </p:contentPart>
          </mc:Choice>
          <mc:Fallback>
            <p:pic>
              <p:nvPicPr>
                <p:cNvPr id="41020" name="잉크 41019">
                  <a:extLst>
                    <a:ext uri="{FF2B5EF4-FFF2-40B4-BE49-F238E27FC236}">
                      <a16:creationId xmlns:a16="http://schemas.microsoft.com/office/drawing/2014/main" id="{9C1604A5-91AB-7019-89C0-B94A8221A2D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981580" y="4229460"/>
                  <a:ext cx="115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41021" name="잉크 41020">
                  <a:extLst>
                    <a:ext uri="{FF2B5EF4-FFF2-40B4-BE49-F238E27FC236}">
                      <a16:creationId xmlns:a16="http://schemas.microsoft.com/office/drawing/2014/main" id="{825803E5-4B60-89C5-4811-91D806C033AC}"/>
                    </a:ext>
                  </a:extLst>
                </p14:cNvPr>
                <p14:cNvContentPartPr/>
                <p14:nvPr/>
              </p14:nvContentPartPr>
              <p14:xfrm>
                <a:off x="8150780" y="4224060"/>
                <a:ext cx="65520" cy="63000"/>
              </p14:xfrm>
            </p:contentPart>
          </mc:Choice>
          <mc:Fallback>
            <p:pic>
              <p:nvPicPr>
                <p:cNvPr id="41021" name="잉크 41020">
                  <a:extLst>
                    <a:ext uri="{FF2B5EF4-FFF2-40B4-BE49-F238E27FC236}">
                      <a16:creationId xmlns:a16="http://schemas.microsoft.com/office/drawing/2014/main" id="{825803E5-4B60-89C5-4811-91D806C033A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141780" y="4215420"/>
                  <a:ext cx="83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41022" name="잉크 41021">
                  <a:extLst>
                    <a:ext uri="{FF2B5EF4-FFF2-40B4-BE49-F238E27FC236}">
                      <a16:creationId xmlns:a16="http://schemas.microsoft.com/office/drawing/2014/main" id="{AEB6B8AA-1ECB-E612-5EE5-0CDF69D1CF47}"/>
                    </a:ext>
                  </a:extLst>
                </p14:cNvPr>
                <p14:cNvContentPartPr/>
                <p14:nvPr/>
              </p14:nvContentPartPr>
              <p14:xfrm>
                <a:off x="8184260" y="4207860"/>
                <a:ext cx="116640" cy="24480"/>
              </p14:xfrm>
            </p:contentPart>
          </mc:Choice>
          <mc:Fallback>
            <p:pic>
              <p:nvPicPr>
                <p:cNvPr id="41022" name="잉크 41021">
                  <a:extLst>
                    <a:ext uri="{FF2B5EF4-FFF2-40B4-BE49-F238E27FC236}">
                      <a16:creationId xmlns:a16="http://schemas.microsoft.com/office/drawing/2014/main" id="{AEB6B8AA-1ECB-E612-5EE5-0CDF69D1CF4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175620" y="4199220"/>
                  <a:ext cx="134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41023" name="잉크 41022">
                  <a:extLst>
                    <a:ext uri="{FF2B5EF4-FFF2-40B4-BE49-F238E27FC236}">
                      <a16:creationId xmlns:a16="http://schemas.microsoft.com/office/drawing/2014/main" id="{2619881D-4AE1-8645-31D1-9968D70105A6}"/>
                    </a:ext>
                  </a:extLst>
                </p14:cNvPr>
                <p14:cNvContentPartPr/>
                <p14:nvPr/>
              </p14:nvContentPartPr>
              <p14:xfrm>
                <a:off x="8215220" y="4173660"/>
                <a:ext cx="102240" cy="204120"/>
              </p14:xfrm>
            </p:contentPart>
          </mc:Choice>
          <mc:Fallback>
            <p:pic>
              <p:nvPicPr>
                <p:cNvPr id="41023" name="잉크 41022">
                  <a:extLst>
                    <a:ext uri="{FF2B5EF4-FFF2-40B4-BE49-F238E27FC236}">
                      <a16:creationId xmlns:a16="http://schemas.microsoft.com/office/drawing/2014/main" id="{2619881D-4AE1-8645-31D1-9968D70105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206220" y="4164660"/>
                  <a:ext cx="119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41024" name="잉크 41023">
                  <a:extLst>
                    <a:ext uri="{FF2B5EF4-FFF2-40B4-BE49-F238E27FC236}">
                      <a16:creationId xmlns:a16="http://schemas.microsoft.com/office/drawing/2014/main" id="{6B2A802C-C0DA-541D-34E4-47C93470F7A9}"/>
                    </a:ext>
                  </a:extLst>
                </p14:cNvPr>
                <p14:cNvContentPartPr/>
                <p14:nvPr/>
              </p14:nvContentPartPr>
              <p14:xfrm>
                <a:off x="8237900" y="4293540"/>
                <a:ext cx="43920" cy="88560"/>
              </p14:xfrm>
            </p:contentPart>
          </mc:Choice>
          <mc:Fallback>
            <p:pic>
              <p:nvPicPr>
                <p:cNvPr id="41024" name="잉크 41023">
                  <a:extLst>
                    <a:ext uri="{FF2B5EF4-FFF2-40B4-BE49-F238E27FC236}">
                      <a16:creationId xmlns:a16="http://schemas.microsoft.com/office/drawing/2014/main" id="{6B2A802C-C0DA-541D-34E4-47C93470F7A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29260" y="4284540"/>
                  <a:ext cx="61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41025" name="잉크 41024">
                  <a:extLst>
                    <a:ext uri="{FF2B5EF4-FFF2-40B4-BE49-F238E27FC236}">
                      <a16:creationId xmlns:a16="http://schemas.microsoft.com/office/drawing/2014/main" id="{42DD5451-7163-67A7-7D5C-3CF2FF714F98}"/>
                    </a:ext>
                  </a:extLst>
                </p14:cNvPr>
                <p14:cNvContentPartPr/>
                <p14:nvPr/>
              </p14:nvContentPartPr>
              <p14:xfrm>
                <a:off x="8304500" y="4293900"/>
                <a:ext cx="10080" cy="76320"/>
              </p14:xfrm>
            </p:contentPart>
          </mc:Choice>
          <mc:Fallback>
            <p:pic>
              <p:nvPicPr>
                <p:cNvPr id="41025" name="잉크 41024">
                  <a:extLst>
                    <a:ext uri="{FF2B5EF4-FFF2-40B4-BE49-F238E27FC236}">
                      <a16:creationId xmlns:a16="http://schemas.microsoft.com/office/drawing/2014/main" id="{42DD5451-7163-67A7-7D5C-3CF2FF714F9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95860" y="4284900"/>
                  <a:ext cx="27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41026" name="잉크 41025">
                  <a:extLst>
                    <a:ext uri="{FF2B5EF4-FFF2-40B4-BE49-F238E27FC236}">
                      <a16:creationId xmlns:a16="http://schemas.microsoft.com/office/drawing/2014/main" id="{2A0A2657-98A8-3379-F1E2-A8AF43467240}"/>
                    </a:ext>
                  </a:extLst>
                </p14:cNvPr>
                <p14:cNvContentPartPr/>
                <p14:nvPr/>
              </p14:nvContentPartPr>
              <p14:xfrm>
                <a:off x="8298740" y="4313340"/>
                <a:ext cx="70560" cy="46440"/>
              </p14:xfrm>
            </p:contentPart>
          </mc:Choice>
          <mc:Fallback>
            <p:pic>
              <p:nvPicPr>
                <p:cNvPr id="41026" name="잉크 41025">
                  <a:extLst>
                    <a:ext uri="{FF2B5EF4-FFF2-40B4-BE49-F238E27FC236}">
                      <a16:creationId xmlns:a16="http://schemas.microsoft.com/office/drawing/2014/main" id="{2A0A2657-98A8-3379-F1E2-A8AF4346724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90100" y="4304340"/>
                  <a:ext cx="88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1027" name="잉크 41026">
                  <a:extLst>
                    <a:ext uri="{FF2B5EF4-FFF2-40B4-BE49-F238E27FC236}">
                      <a16:creationId xmlns:a16="http://schemas.microsoft.com/office/drawing/2014/main" id="{8D9EDFE3-EDFB-777C-3A9D-EB3F6601963F}"/>
                    </a:ext>
                  </a:extLst>
                </p14:cNvPr>
                <p14:cNvContentPartPr/>
                <p14:nvPr/>
              </p14:nvContentPartPr>
              <p14:xfrm>
                <a:off x="8354540" y="4219020"/>
                <a:ext cx="126000" cy="82800"/>
              </p14:xfrm>
            </p:contentPart>
          </mc:Choice>
          <mc:Fallback>
            <p:pic>
              <p:nvPicPr>
                <p:cNvPr id="41027" name="잉크 41026">
                  <a:extLst>
                    <a:ext uri="{FF2B5EF4-FFF2-40B4-BE49-F238E27FC236}">
                      <a16:creationId xmlns:a16="http://schemas.microsoft.com/office/drawing/2014/main" id="{8D9EDFE3-EDFB-777C-3A9D-EB3F6601963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45540" y="4210380"/>
                  <a:ext cx="143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1028" name="잉크 41027">
                  <a:extLst>
                    <a:ext uri="{FF2B5EF4-FFF2-40B4-BE49-F238E27FC236}">
                      <a16:creationId xmlns:a16="http://schemas.microsoft.com/office/drawing/2014/main" id="{A2ADF630-4D04-F65E-8DCB-DFCA3B590DA5}"/>
                    </a:ext>
                  </a:extLst>
                </p14:cNvPr>
                <p14:cNvContentPartPr/>
                <p14:nvPr/>
              </p14:nvContentPartPr>
              <p14:xfrm>
                <a:off x="8456420" y="4194540"/>
                <a:ext cx="34920" cy="135360"/>
              </p14:xfrm>
            </p:contentPart>
          </mc:Choice>
          <mc:Fallback>
            <p:pic>
              <p:nvPicPr>
                <p:cNvPr id="41028" name="잉크 41027">
                  <a:extLst>
                    <a:ext uri="{FF2B5EF4-FFF2-40B4-BE49-F238E27FC236}">
                      <a16:creationId xmlns:a16="http://schemas.microsoft.com/office/drawing/2014/main" id="{A2ADF630-4D04-F65E-8DCB-DFCA3B590DA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447780" y="4185900"/>
                  <a:ext cx="52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1029" name="잉크 41028">
                  <a:extLst>
                    <a:ext uri="{FF2B5EF4-FFF2-40B4-BE49-F238E27FC236}">
                      <a16:creationId xmlns:a16="http://schemas.microsoft.com/office/drawing/2014/main" id="{016C2718-66AB-AFFC-523D-E087978019A4}"/>
                    </a:ext>
                  </a:extLst>
                </p14:cNvPr>
                <p14:cNvContentPartPr/>
                <p14:nvPr/>
              </p14:nvContentPartPr>
              <p14:xfrm>
                <a:off x="8525180" y="4166460"/>
                <a:ext cx="6840" cy="154440"/>
              </p14:xfrm>
            </p:contentPart>
          </mc:Choice>
          <mc:Fallback>
            <p:pic>
              <p:nvPicPr>
                <p:cNvPr id="41029" name="잉크 41028">
                  <a:extLst>
                    <a:ext uri="{FF2B5EF4-FFF2-40B4-BE49-F238E27FC236}">
                      <a16:creationId xmlns:a16="http://schemas.microsoft.com/office/drawing/2014/main" id="{016C2718-66AB-AFFC-523D-E087978019A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516540" y="4157460"/>
                  <a:ext cx="24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1030" name="잉크 41029">
                  <a:extLst>
                    <a:ext uri="{FF2B5EF4-FFF2-40B4-BE49-F238E27FC236}">
                      <a16:creationId xmlns:a16="http://schemas.microsoft.com/office/drawing/2014/main" id="{8B9C582C-A812-C605-E334-A437AB0B2F0C}"/>
                    </a:ext>
                  </a:extLst>
                </p14:cNvPr>
                <p14:cNvContentPartPr/>
                <p14:nvPr/>
              </p14:nvContentPartPr>
              <p14:xfrm>
                <a:off x="8530580" y="4204620"/>
                <a:ext cx="95400" cy="68040"/>
              </p14:xfrm>
            </p:contentPart>
          </mc:Choice>
          <mc:Fallback>
            <p:pic>
              <p:nvPicPr>
                <p:cNvPr id="41030" name="잉크 41029">
                  <a:extLst>
                    <a:ext uri="{FF2B5EF4-FFF2-40B4-BE49-F238E27FC236}">
                      <a16:creationId xmlns:a16="http://schemas.microsoft.com/office/drawing/2014/main" id="{8B9C582C-A812-C605-E334-A437AB0B2F0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521580" y="4195620"/>
                  <a:ext cx="1130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1031" name="잉크 41030">
                  <a:extLst>
                    <a:ext uri="{FF2B5EF4-FFF2-40B4-BE49-F238E27FC236}">
                      <a16:creationId xmlns:a16="http://schemas.microsoft.com/office/drawing/2014/main" id="{B57F7089-20FB-0AA5-21CA-710C8BC24AFA}"/>
                    </a:ext>
                  </a:extLst>
                </p14:cNvPr>
                <p14:cNvContentPartPr/>
                <p14:nvPr/>
              </p14:nvContentPartPr>
              <p14:xfrm>
                <a:off x="8606180" y="4180500"/>
                <a:ext cx="36720" cy="155520"/>
              </p14:xfrm>
            </p:contentPart>
          </mc:Choice>
          <mc:Fallback>
            <p:pic>
              <p:nvPicPr>
                <p:cNvPr id="41031" name="잉크 41030">
                  <a:extLst>
                    <a:ext uri="{FF2B5EF4-FFF2-40B4-BE49-F238E27FC236}">
                      <a16:creationId xmlns:a16="http://schemas.microsoft.com/office/drawing/2014/main" id="{B57F7089-20FB-0AA5-21CA-710C8BC24AF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97180" y="4171860"/>
                  <a:ext cx="54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41032" name="잉크 41031">
                  <a:extLst>
                    <a:ext uri="{FF2B5EF4-FFF2-40B4-BE49-F238E27FC236}">
                      <a16:creationId xmlns:a16="http://schemas.microsoft.com/office/drawing/2014/main" id="{1419EB47-11F7-8312-5A64-279F8A813F2B}"/>
                    </a:ext>
                  </a:extLst>
                </p14:cNvPr>
                <p14:cNvContentPartPr/>
                <p14:nvPr/>
              </p14:nvContentPartPr>
              <p14:xfrm>
                <a:off x="8625980" y="4135860"/>
                <a:ext cx="93600" cy="204120"/>
              </p14:xfrm>
            </p:contentPart>
          </mc:Choice>
          <mc:Fallback>
            <p:pic>
              <p:nvPicPr>
                <p:cNvPr id="41032" name="잉크 41031">
                  <a:extLst>
                    <a:ext uri="{FF2B5EF4-FFF2-40B4-BE49-F238E27FC236}">
                      <a16:creationId xmlns:a16="http://schemas.microsoft.com/office/drawing/2014/main" id="{1419EB47-11F7-8312-5A64-279F8A813F2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16980" y="4126860"/>
                  <a:ext cx="11124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52" name="그룹 41051">
            <a:extLst>
              <a:ext uri="{FF2B5EF4-FFF2-40B4-BE49-F238E27FC236}">
                <a16:creationId xmlns:a16="http://schemas.microsoft.com/office/drawing/2014/main" id="{ED7EAC46-6D14-8CF4-C5D8-694B7EDA79C3}"/>
              </a:ext>
            </a:extLst>
          </p:cNvPr>
          <p:cNvGrpSpPr/>
          <p:nvPr/>
        </p:nvGrpSpPr>
        <p:grpSpPr>
          <a:xfrm>
            <a:off x="7467860" y="1943810"/>
            <a:ext cx="1017360" cy="473400"/>
            <a:chOff x="7467860" y="1943810"/>
            <a:chExt cx="101736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1034" name="잉크 41033">
                  <a:extLst>
                    <a:ext uri="{FF2B5EF4-FFF2-40B4-BE49-F238E27FC236}">
                      <a16:creationId xmlns:a16="http://schemas.microsoft.com/office/drawing/2014/main" id="{EB6A2A30-C29A-C881-5F45-648BF8944A0F}"/>
                    </a:ext>
                  </a:extLst>
                </p14:cNvPr>
                <p14:cNvContentPartPr/>
                <p14:nvPr/>
              </p14:nvContentPartPr>
              <p14:xfrm>
                <a:off x="7467860" y="1943810"/>
                <a:ext cx="59760" cy="158040"/>
              </p14:xfrm>
            </p:contentPart>
          </mc:Choice>
          <mc:Fallback>
            <p:pic>
              <p:nvPicPr>
                <p:cNvPr id="41034" name="잉크 41033">
                  <a:extLst>
                    <a:ext uri="{FF2B5EF4-FFF2-40B4-BE49-F238E27FC236}">
                      <a16:creationId xmlns:a16="http://schemas.microsoft.com/office/drawing/2014/main" id="{EB6A2A30-C29A-C881-5F45-648BF8944A0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458860" y="1934810"/>
                  <a:ext cx="77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41035" name="잉크 41034">
                  <a:extLst>
                    <a:ext uri="{FF2B5EF4-FFF2-40B4-BE49-F238E27FC236}">
                      <a16:creationId xmlns:a16="http://schemas.microsoft.com/office/drawing/2014/main" id="{68F395F8-5CBA-AFFB-F4A4-9D13DA0B097F}"/>
                    </a:ext>
                  </a:extLst>
                </p14:cNvPr>
                <p14:cNvContentPartPr/>
                <p14:nvPr/>
              </p14:nvContentPartPr>
              <p14:xfrm>
                <a:off x="7477580" y="2012930"/>
                <a:ext cx="97920" cy="14760"/>
              </p14:xfrm>
            </p:contentPart>
          </mc:Choice>
          <mc:Fallback>
            <p:pic>
              <p:nvPicPr>
                <p:cNvPr id="41035" name="잉크 41034">
                  <a:extLst>
                    <a:ext uri="{FF2B5EF4-FFF2-40B4-BE49-F238E27FC236}">
                      <a16:creationId xmlns:a16="http://schemas.microsoft.com/office/drawing/2014/main" id="{68F395F8-5CBA-AFFB-F4A4-9D13DA0B097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68580" y="2004290"/>
                  <a:ext cx="115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41036" name="잉크 41035">
                  <a:extLst>
                    <a:ext uri="{FF2B5EF4-FFF2-40B4-BE49-F238E27FC236}">
                      <a16:creationId xmlns:a16="http://schemas.microsoft.com/office/drawing/2014/main" id="{2FC6A4E0-2342-7543-AC1A-665433040D4A}"/>
                    </a:ext>
                  </a:extLst>
                </p14:cNvPr>
                <p14:cNvContentPartPr/>
                <p14:nvPr/>
              </p14:nvContentPartPr>
              <p14:xfrm>
                <a:off x="7548140" y="1952450"/>
                <a:ext cx="31680" cy="208440"/>
              </p14:xfrm>
            </p:contentPart>
          </mc:Choice>
          <mc:Fallback>
            <p:pic>
              <p:nvPicPr>
                <p:cNvPr id="41036" name="잉크 41035">
                  <a:extLst>
                    <a:ext uri="{FF2B5EF4-FFF2-40B4-BE49-F238E27FC236}">
                      <a16:creationId xmlns:a16="http://schemas.microsoft.com/office/drawing/2014/main" id="{2FC6A4E0-2342-7543-AC1A-665433040D4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539140" y="1943450"/>
                  <a:ext cx="49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41037" name="잉크 41036">
                  <a:extLst>
                    <a:ext uri="{FF2B5EF4-FFF2-40B4-BE49-F238E27FC236}">
                      <a16:creationId xmlns:a16="http://schemas.microsoft.com/office/drawing/2014/main" id="{0B2464D0-560C-3FF2-4BFA-CED6846B0C26}"/>
                    </a:ext>
                  </a:extLst>
                </p14:cNvPr>
                <p14:cNvContentPartPr/>
                <p14:nvPr/>
              </p14:nvContentPartPr>
              <p14:xfrm>
                <a:off x="7596740" y="1997090"/>
                <a:ext cx="63000" cy="121320"/>
              </p14:xfrm>
            </p:contentPart>
          </mc:Choice>
          <mc:Fallback>
            <p:pic>
              <p:nvPicPr>
                <p:cNvPr id="41037" name="잉크 41036">
                  <a:extLst>
                    <a:ext uri="{FF2B5EF4-FFF2-40B4-BE49-F238E27FC236}">
                      <a16:creationId xmlns:a16="http://schemas.microsoft.com/office/drawing/2014/main" id="{0B2464D0-560C-3FF2-4BFA-CED6846B0C2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87740" y="1988090"/>
                  <a:ext cx="80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41038" name="잉크 41037">
                  <a:extLst>
                    <a:ext uri="{FF2B5EF4-FFF2-40B4-BE49-F238E27FC236}">
                      <a16:creationId xmlns:a16="http://schemas.microsoft.com/office/drawing/2014/main" id="{79E0C3BE-2725-74E6-BD0D-889E2B2553B7}"/>
                    </a:ext>
                  </a:extLst>
                </p14:cNvPr>
                <p14:cNvContentPartPr/>
                <p14:nvPr/>
              </p14:nvContentPartPr>
              <p14:xfrm>
                <a:off x="7599620" y="2001770"/>
                <a:ext cx="82080" cy="129600"/>
              </p14:xfrm>
            </p:contentPart>
          </mc:Choice>
          <mc:Fallback>
            <p:pic>
              <p:nvPicPr>
                <p:cNvPr id="41038" name="잉크 41037">
                  <a:extLst>
                    <a:ext uri="{FF2B5EF4-FFF2-40B4-BE49-F238E27FC236}">
                      <a16:creationId xmlns:a16="http://schemas.microsoft.com/office/drawing/2014/main" id="{79E0C3BE-2725-74E6-BD0D-889E2B2553B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590620" y="1992770"/>
                  <a:ext cx="99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41039" name="잉크 41038">
                  <a:extLst>
                    <a:ext uri="{FF2B5EF4-FFF2-40B4-BE49-F238E27FC236}">
                      <a16:creationId xmlns:a16="http://schemas.microsoft.com/office/drawing/2014/main" id="{F929A418-2356-DC81-D6A6-17CCF39C702E}"/>
                    </a:ext>
                  </a:extLst>
                </p14:cNvPr>
                <p14:cNvContentPartPr/>
                <p14:nvPr/>
              </p14:nvContentPartPr>
              <p14:xfrm>
                <a:off x="7661180" y="1994210"/>
                <a:ext cx="72000" cy="130320"/>
              </p14:xfrm>
            </p:contentPart>
          </mc:Choice>
          <mc:Fallback>
            <p:pic>
              <p:nvPicPr>
                <p:cNvPr id="41039" name="잉크 41038">
                  <a:extLst>
                    <a:ext uri="{FF2B5EF4-FFF2-40B4-BE49-F238E27FC236}">
                      <a16:creationId xmlns:a16="http://schemas.microsoft.com/office/drawing/2014/main" id="{F929A418-2356-DC81-D6A6-17CCF39C702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52540" y="1985570"/>
                  <a:ext cx="89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41040" name="잉크 41039">
                  <a:extLst>
                    <a:ext uri="{FF2B5EF4-FFF2-40B4-BE49-F238E27FC236}">
                      <a16:creationId xmlns:a16="http://schemas.microsoft.com/office/drawing/2014/main" id="{7970D60D-C382-8ADA-5787-4170F2B4D407}"/>
                    </a:ext>
                  </a:extLst>
                </p14:cNvPr>
                <p14:cNvContentPartPr/>
                <p14:nvPr/>
              </p14:nvContentPartPr>
              <p14:xfrm>
                <a:off x="7747580" y="2039570"/>
                <a:ext cx="72360" cy="93960"/>
              </p14:xfrm>
            </p:contentPart>
          </mc:Choice>
          <mc:Fallback>
            <p:pic>
              <p:nvPicPr>
                <p:cNvPr id="41040" name="잉크 41039">
                  <a:extLst>
                    <a:ext uri="{FF2B5EF4-FFF2-40B4-BE49-F238E27FC236}">
                      <a16:creationId xmlns:a16="http://schemas.microsoft.com/office/drawing/2014/main" id="{7970D60D-C382-8ADA-5787-4170F2B4D40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38580" y="2030930"/>
                  <a:ext cx="90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41041" name="잉크 41040">
                  <a:extLst>
                    <a:ext uri="{FF2B5EF4-FFF2-40B4-BE49-F238E27FC236}">
                      <a16:creationId xmlns:a16="http://schemas.microsoft.com/office/drawing/2014/main" id="{25757257-1ECF-46EA-B9D1-CAD865D07596}"/>
                    </a:ext>
                  </a:extLst>
                </p14:cNvPr>
                <p14:cNvContentPartPr/>
                <p14:nvPr/>
              </p14:nvContentPartPr>
              <p14:xfrm>
                <a:off x="7841900" y="2010050"/>
                <a:ext cx="80280" cy="140400"/>
              </p14:xfrm>
            </p:contentPart>
          </mc:Choice>
          <mc:Fallback>
            <p:pic>
              <p:nvPicPr>
                <p:cNvPr id="41041" name="잉크 41040">
                  <a:extLst>
                    <a:ext uri="{FF2B5EF4-FFF2-40B4-BE49-F238E27FC236}">
                      <a16:creationId xmlns:a16="http://schemas.microsoft.com/office/drawing/2014/main" id="{25757257-1ECF-46EA-B9D1-CAD865D0759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32900" y="2001410"/>
                  <a:ext cx="97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41042" name="잉크 41041">
                  <a:extLst>
                    <a:ext uri="{FF2B5EF4-FFF2-40B4-BE49-F238E27FC236}">
                      <a16:creationId xmlns:a16="http://schemas.microsoft.com/office/drawing/2014/main" id="{6BBCF0E4-BE25-3502-5C0B-121B3DD0213B}"/>
                    </a:ext>
                  </a:extLst>
                </p14:cNvPr>
                <p14:cNvContentPartPr/>
                <p14:nvPr/>
              </p14:nvContentPartPr>
              <p14:xfrm>
                <a:off x="7987700" y="1989890"/>
                <a:ext cx="91800" cy="144360"/>
              </p14:xfrm>
            </p:contentPart>
          </mc:Choice>
          <mc:Fallback>
            <p:pic>
              <p:nvPicPr>
                <p:cNvPr id="41042" name="잉크 41041">
                  <a:extLst>
                    <a:ext uri="{FF2B5EF4-FFF2-40B4-BE49-F238E27FC236}">
                      <a16:creationId xmlns:a16="http://schemas.microsoft.com/office/drawing/2014/main" id="{6BBCF0E4-BE25-3502-5C0B-121B3DD0213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78700" y="1981250"/>
                  <a:ext cx="109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41043" name="잉크 41042">
                  <a:extLst>
                    <a:ext uri="{FF2B5EF4-FFF2-40B4-BE49-F238E27FC236}">
                      <a16:creationId xmlns:a16="http://schemas.microsoft.com/office/drawing/2014/main" id="{A9F75633-F290-C069-ABB0-8D575780B32F}"/>
                    </a:ext>
                  </a:extLst>
                </p14:cNvPr>
                <p14:cNvContentPartPr/>
                <p14:nvPr/>
              </p14:nvContentPartPr>
              <p14:xfrm>
                <a:off x="8095340" y="2011130"/>
                <a:ext cx="144720" cy="120960"/>
              </p14:xfrm>
            </p:contentPart>
          </mc:Choice>
          <mc:Fallback>
            <p:pic>
              <p:nvPicPr>
                <p:cNvPr id="41043" name="잉크 41042">
                  <a:extLst>
                    <a:ext uri="{FF2B5EF4-FFF2-40B4-BE49-F238E27FC236}">
                      <a16:creationId xmlns:a16="http://schemas.microsoft.com/office/drawing/2014/main" id="{A9F75633-F290-C069-ABB0-8D575780B32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86700" y="2002130"/>
                  <a:ext cx="162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41044" name="잉크 41043">
                  <a:extLst>
                    <a:ext uri="{FF2B5EF4-FFF2-40B4-BE49-F238E27FC236}">
                      <a16:creationId xmlns:a16="http://schemas.microsoft.com/office/drawing/2014/main" id="{3F79E1E4-9CA7-F635-1A4E-735880CCD5B9}"/>
                    </a:ext>
                  </a:extLst>
                </p14:cNvPr>
                <p14:cNvContentPartPr/>
                <p14:nvPr/>
              </p14:nvContentPartPr>
              <p14:xfrm>
                <a:off x="8247980" y="2006450"/>
                <a:ext cx="51840" cy="89280"/>
              </p14:xfrm>
            </p:contentPart>
          </mc:Choice>
          <mc:Fallback>
            <p:pic>
              <p:nvPicPr>
                <p:cNvPr id="41044" name="잉크 41043">
                  <a:extLst>
                    <a:ext uri="{FF2B5EF4-FFF2-40B4-BE49-F238E27FC236}">
                      <a16:creationId xmlns:a16="http://schemas.microsoft.com/office/drawing/2014/main" id="{3F79E1E4-9CA7-F635-1A4E-735880CCD5B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38980" y="1997450"/>
                  <a:ext cx="69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41045" name="잉크 41044">
                  <a:extLst>
                    <a:ext uri="{FF2B5EF4-FFF2-40B4-BE49-F238E27FC236}">
                      <a16:creationId xmlns:a16="http://schemas.microsoft.com/office/drawing/2014/main" id="{C9BA5E1A-844D-5C3E-F856-DC641B17D5FC}"/>
                    </a:ext>
                  </a:extLst>
                </p14:cNvPr>
                <p14:cNvContentPartPr/>
                <p14:nvPr/>
              </p14:nvContentPartPr>
              <p14:xfrm>
                <a:off x="8299820" y="2026250"/>
                <a:ext cx="63720" cy="20520"/>
              </p14:xfrm>
            </p:contentPart>
          </mc:Choice>
          <mc:Fallback>
            <p:pic>
              <p:nvPicPr>
                <p:cNvPr id="41045" name="잉크 41044">
                  <a:extLst>
                    <a:ext uri="{FF2B5EF4-FFF2-40B4-BE49-F238E27FC236}">
                      <a16:creationId xmlns:a16="http://schemas.microsoft.com/office/drawing/2014/main" id="{C9BA5E1A-844D-5C3E-F856-DC641B17D5F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290820" y="2017250"/>
                  <a:ext cx="81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41046" name="잉크 41045">
                  <a:extLst>
                    <a:ext uri="{FF2B5EF4-FFF2-40B4-BE49-F238E27FC236}">
                      <a16:creationId xmlns:a16="http://schemas.microsoft.com/office/drawing/2014/main" id="{5D13192E-0581-D7EC-DB9A-8E89810B484C}"/>
                    </a:ext>
                  </a:extLst>
                </p14:cNvPr>
                <p14:cNvContentPartPr/>
                <p14:nvPr/>
              </p14:nvContentPartPr>
              <p14:xfrm>
                <a:off x="8286860" y="1990970"/>
                <a:ext cx="78480" cy="132840"/>
              </p14:xfrm>
            </p:contentPart>
          </mc:Choice>
          <mc:Fallback>
            <p:pic>
              <p:nvPicPr>
                <p:cNvPr id="41046" name="잉크 41045">
                  <a:extLst>
                    <a:ext uri="{FF2B5EF4-FFF2-40B4-BE49-F238E27FC236}">
                      <a16:creationId xmlns:a16="http://schemas.microsoft.com/office/drawing/2014/main" id="{5D13192E-0581-D7EC-DB9A-8E89810B484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277860" y="1982330"/>
                  <a:ext cx="96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41047" name="잉크 41046">
                  <a:extLst>
                    <a:ext uri="{FF2B5EF4-FFF2-40B4-BE49-F238E27FC236}">
                      <a16:creationId xmlns:a16="http://schemas.microsoft.com/office/drawing/2014/main" id="{98AEAD41-D786-CD85-F88C-180ED6C69032}"/>
                    </a:ext>
                  </a:extLst>
                </p14:cNvPr>
                <p14:cNvContentPartPr/>
                <p14:nvPr/>
              </p14:nvContentPartPr>
              <p14:xfrm>
                <a:off x="8295140" y="2110850"/>
                <a:ext cx="144360" cy="69480"/>
              </p14:xfrm>
            </p:contentPart>
          </mc:Choice>
          <mc:Fallback>
            <p:pic>
              <p:nvPicPr>
                <p:cNvPr id="41047" name="잉크 41046">
                  <a:extLst>
                    <a:ext uri="{FF2B5EF4-FFF2-40B4-BE49-F238E27FC236}">
                      <a16:creationId xmlns:a16="http://schemas.microsoft.com/office/drawing/2014/main" id="{98AEAD41-D786-CD85-F88C-180ED6C6903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86500" y="2102210"/>
                  <a:ext cx="162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41048" name="잉크 41047">
                  <a:extLst>
                    <a:ext uri="{FF2B5EF4-FFF2-40B4-BE49-F238E27FC236}">
                      <a16:creationId xmlns:a16="http://schemas.microsoft.com/office/drawing/2014/main" id="{C7977694-5586-37A3-313C-CA9F58634CE5}"/>
                    </a:ext>
                  </a:extLst>
                </p14:cNvPr>
                <p14:cNvContentPartPr/>
                <p14:nvPr/>
              </p14:nvContentPartPr>
              <p14:xfrm>
                <a:off x="7957100" y="2280050"/>
                <a:ext cx="154440" cy="137160"/>
              </p14:xfrm>
            </p:contentPart>
          </mc:Choice>
          <mc:Fallback>
            <p:pic>
              <p:nvPicPr>
                <p:cNvPr id="41048" name="잉크 41047">
                  <a:extLst>
                    <a:ext uri="{FF2B5EF4-FFF2-40B4-BE49-F238E27FC236}">
                      <a16:creationId xmlns:a16="http://schemas.microsoft.com/office/drawing/2014/main" id="{C7977694-5586-37A3-313C-CA9F58634CE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48460" y="2271410"/>
                  <a:ext cx="172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41049" name="잉크 41048">
                  <a:extLst>
                    <a:ext uri="{FF2B5EF4-FFF2-40B4-BE49-F238E27FC236}">
                      <a16:creationId xmlns:a16="http://schemas.microsoft.com/office/drawing/2014/main" id="{35057C2C-3A7D-7D32-090E-EE99A9BABFB6}"/>
                    </a:ext>
                  </a:extLst>
                </p14:cNvPr>
                <p14:cNvContentPartPr/>
                <p14:nvPr/>
              </p14:nvContentPartPr>
              <p14:xfrm>
                <a:off x="8170940" y="2319290"/>
                <a:ext cx="87480" cy="17640"/>
              </p14:xfrm>
            </p:contentPart>
          </mc:Choice>
          <mc:Fallback>
            <p:pic>
              <p:nvPicPr>
                <p:cNvPr id="41049" name="잉크 41048">
                  <a:extLst>
                    <a:ext uri="{FF2B5EF4-FFF2-40B4-BE49-F238E27FC236}">
                      <a16:creationId xmlns:a16="http://schemas.microsoft.com/office/drawing/2014/main" id="{35057C2C-3A7D-7D32-090E-EE99A9BABFB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61940" y="2310290"/>
                  <a:ext cx="105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1050" name="잉크 41049">
                  <a:extLst>
                    <a:ext uri="{FF2B5EF4-FFF2-40B4-BE49-F238E27FC236}">
                      <a16:creationId xmlns:a16="http://schemas.microsoft.com/office/drawing/2014/main" id="{F51E7AEB-E276-095C-EB4E-5EFC2DD2EF8D}"/>
                    </a:ext>
                  </a:extLst>
                </p14:cNvPr>
                <p14:cNvContentPartPr/>
                <p14:nvPr/>
              </p14:nvContentPartPr>
              <p14:xfrm>
                <a:off x="8176340" y="2374010"/>
                <a:ext cx="97560" cy="15480"/>
              </p14:xfrm>
            </p:contentPart>
          </mc:Choice>
          <mc:Fallback>
            <p:pic>
              <p:nvPicPr>
                <p:cNvPr id="41050" name="잉크 41049">
                  <a:extLst>
                    <a:ext uri="{FF2B5EF4-FFF2-40B4-BE49-F238E27FC236}">
                      <a16:creationId xmlns:a16="http://schemas.microsoft.com/office/drawing/2014/main" id="{F51E7AEB-E276-095C-EB4E-5EFC2DD2EF8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67340" y="2365370"/>
                  <a:ext cx="115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41051" name="잉크 41050">
                  <a:extLst>
                    <a:ext uri="{FF2B5EF4-FFF2-40B4-BE49-F238E27FC236}">
                      <a16:creationId xmlns:a16="http://schemas.microsoft.com/office/drawing/2014/main" id="{D2E9C09E-BB95-A98C-6D5E-AC53D125594B}"/>
                    </a:ext>
                  </a:extLst>
                </p14:cNvPr>
                <p14:cNvContentPartPr/>
                <p14:nvPr/>
              </p14:nvContentPartPr>
              <p14:xfrm>
                <a:off x="8376500" y="2243330"/>
                <a:ext cx="108720" cy="169560"/>
              </p14:xfrm>
            </p:contentPart>
          </mc:Choice>
          <mc:Fallback>
            <p:pic>
              <p:nvPicPr>
                <p:cNvPr id="41051" name="잉크 41050">
                  <a:extLst>
                    <a:ext uri="{FF2B5EF4-FFF2-40B4-BE49-F238E27FC236}">
                      <a16:creationId xmlns:a16="http://schemas.microsoft.com/office/drawing/2014/main" id="{D2E9C09E-BB95-A98C-6D5E-AC53D125594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367860" y="2234330"/>
                  <a:ext cx="12636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60" name="그룹 41059">
            <a:extLst>
              <a:ext uri="{FF2B5EF4-FFF2-40B4-BE49-F238E27FC236}">
                <a16:creationId xmlns:a16="http://schemas.microsoft.com/office/drawing/2014/main" id="{A19727C8-E30B-A2CD-E48C-1A9987FDD339}"/>
              </a:ext>
            </a:extLst>
          </p:cNvPr>
          <p:cNvGrpSpPr/>
          <p:nvPr/>
        </p:nvGrpSpPr>
        <p:grpSpPr>
          <a:xfrm>
            <a:off x="7954220" y="2555810"/>
            <a:ext cx="638640" cy="267480"/>
            <a:chOff x="7954220" y="2555810"/>
            <a:chExt cx="63864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41053" name="잉크 41052">
                  <a:extLst>
                    <a:ext uri="{FF2B5EF4-FFF2-40B4-BE49-F238E27FC236}">
                      <a16:creationId xmlns:a16="http://schemas.microsoft.com/office/drawing/2014/main" id="{702FDCFF-2CFD-0596-7B33-AE2A7091706D}"/>
                    </a:ext>
                  </a:extLst>
                </p14:cNvPr>
                <p14:cNvContentPartPr/>
                <p14:nvPr/>
              </p14:nvContentPartPr>
              <p14:xfrm>
                <a:off x="8004260" y="2555810"/>
                <a:ext cx="63000" cy="226800"/>
              </p14:xfrm>
            </p:contentPart>
          </mc:Choice>
          <mc:Fallback>
            <p:pic>
              <p:nvPicPr>
                <p:cNvPr id="41053" name="잉크 41052">
                  <a:extLst>
                    <a:ext uri="{FF2B5EF4-FFF2-40B4-BE49-F238E27FC236}">
                      <a16:creationId xmlns:a16="http://schemas.microsoft.com/office/drawing/2014/main" id="{702FDCFF-2CFD-0596-7B33-AE2A7091706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995260" y="2546810"/>
                  <a:ext cx="80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41054" name="잉크 41053">
                  <a:extLst>
                    <a:ext uri="{FF2B5EF4-FFF2-40B4-BE49-F238E27FC236}">
                      <a16:creationId xmlns:a16="http://schemas.microsoft.com/office/drawing/2014/main" id="{07810E00-BFFD-6889-DA1C-70688C78CACC}"/>
                    </a:ext>
                  </a:extLst>
                </p14:cNvPr>
                <p14:cNvContentPartPr/>
                <p14:nvPr/>
              </p14:nvContentPartPr>
              <p14:xfrm>
                <a:off x="7954220" y="2670650"/>
                <a:ext cx="237600" cy="103680"/>
              </p14:xfrm>
            </p:contentPart>
          </mc:Choice>
          <mc:Fallback>
            <p:pic>
              <p:nvPicPr>
                <p:cNvPr id="41054" name="잉크 41053">
                  <a:extLst>
                    <a:ext uri="{FF2B5EF4-FFF2-40B4-BE49-F238E27FC236}">
                      <a16:creationId xmlns:a16="http://schemas.microsoft.com/office/drawing/2014/main" id="{07810E00-BFFD-6889-DA1C-70688C78CAC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945580" y="2662010"/>
                  <a:ext cx="255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41055" name="잉크 41054">
                  <a:extLst>
                    <a:ext uri="{FF2B5EF4-FFF2-40B4-BE49-F238E27FC236}">
                      <a16:creationId xmlns:a16="http://schemas.microsoft.com/office/drawing/2014/main" id="{4B1A4D21-0185-0E74-6CD7-AD1F9B7F1BC0}"/>
                    </a:ext>
                  </a:extLst>
                </p14:cNvPr>
                <p14:cNvContentPartPr/>
                <p14:nvPr/>
              </p14:nvContentPartPr>
              <p14:xfrm>
                <a:off x="8197580" y="2591450"/>
                <a:ext cx="36720" cy="231840"/>
              </p14:xfrm>
            </p:contentPart>
          </mc:Choice>
          <mc:Fallback>
            <p:pic>
              <p:nvPicPr>
                <p:cNvPr id="41055" name="잉크 41054">
                  <a:extLst>
                    <a:ext uri="{FF2B5EF4-FFF2-40B4-BE49-F238E27FC236}">
                      <a16:creationId xmlns:a16="http://schemas.microsoft.com/office/drawing/2014/main" id="{4B1A4D21-0185-0E74-6CD7-AD1F9B7F1BC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188580" y="2582810"/>
                  <a:ext cx="54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41056" name="잉크 41055">
                  <a:extLst>
                    <a:ext uri="{FF2B5EF4-FFF2-40B4-BE49-F238E27FC236}">
                      <a16:creationId xmlns:a16="http://schemas.microsoft.com/office/drawing/2014/main" id="{383531A7-08DA-6966-DEA6-AE15B3F530BE}"/>
                    </a:ext>
                  </a:extLst>
                </p14:cNvPr>
                <p14:cNvContentPartPr/>
                <p14:nvPr/>
              </p14:nvContentPartPr>
              <p14:xfrm>
                <a:off x="8236460" y="2593610"/>
                <a:ext cx="32400" cy="215280"/>
              </p14:xfrm>
            </p:contentPart>
          </mc:Choice>
          <mc:Fallback>
            <p:pic>
              <p:nvPicPr>
                <p:cNvPr id="41056" name="잉크 41055">
                  <a:extLst>
                    <a:ext uri="{FF2B5EF4-FFF2-40B4-BE49-F238E27FC236}">
                      <a16:creationId xmlns:a16="http://schemas.microsoft.com/office/drawing/2014/main" id="{383531A7-08DA-6966-DEA6-AE15B3F530B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27820" y="2584610"/>
                  <a:ext cx="50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41057" name="잉크 41056">
                  <a:extLst>
                    <a:ext uri="{FF2B5EF4-FFF2-40B4-BE49-F238E27FC236}">
                      <a16:creationId xmlns:a16="http://schemas.microsoft.com/office/drawing/2014/main" id="{B2434ED2-0BA2-D6E3-1817-4D5048101AAB}"/>
                    </a:ext>
                  </a:extLst>
                </p14:cNvPr>
                <p14:cNvContentPartPr/>
                <p14:nvPr/>
              </p14:nvContentPartPr>
              <p14:xfrm>
                <a:off x="8322860" y="2655530"/>
                <a:ext cx="69480" cy="20880"/>
              </p14:xfrm>
            </p:contentPart>
          </mc:Choice>
          <mc:Fallback>
            <p:pic>
              <p:nvPicPr>
                <p:cNvPr id="41057" name="잉크 41056">
                  <a:extLst>
                    <a:ext uri="{FF2B5EF4-FFF2-40B4-BE49-F238E27FC236}">
                      <a16:creationId xmlns:a16="http://schemas.microsoft.com/office/drawing/2014/main" id="{B2434ED2-0BA2-D6E3-1817-4D5048101AA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313860" y="2646890"/>
                  <a:ext cx="87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41058" name="잉크 41057">
                  <a:extLst>
                    <a:ext uri="{FF2B5EF4-FFF2-40B4-BE49-F238E27FC236}">
                      <a16:creationId xmlns:a16="http://schemas.microsoft.com/office/drawing/2014/main" id="{1D4B584A-D1A4-7775-9633-3F12DCC18628}"/>
                    </a:ext>
                  </a:extLst>
                </p14:cNvPr>
                <p14:cNvContentPartPr/>
                <p14:nvPr/>
              </p14:nvContentPartPr>
              <p14:xfrm>
                <a:off x="8336900" y="2701970"/>
                <a:ext cx="63000" cy="16200"/>
              </p14:xfrm>
            </p:contentPart>
          </mc:Choice>
          <mc:Fallback>
            <p:pic>
              <p:nvPicPr>
                <p:cNvPr id="41058" name="잉크 41057">
                  <a:extLst>
                    <a:ext uri="{FF2B5EF4-FFF2-40B4-BE49-F238E27FC236}">
                      <a16:creationId xmlns:a16="http://schemas.microsoft.com/office/drawing/2014/main" id="{1D4B584A-D1A4-7775-9633-3F12DCC1862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28260" y="2692970"/>
                  <a:ext cx="80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41059" name="잉크 41058">
                  <a:extLst>
                    <a:ext uri="{FF2B5EF4-FFF2-40B4-BE49-F238E27FC236}">
                      <a16:creationId xmlns:a16="http://schemas.microsoft.com/office/drawing/2014/main" id="{D0C6DDF4-17B2-E1AB-5A59-9449D7437C14}"/>
                    </a:ext>
                  </a:extLst>
                </p14:cNvPr>
                <p14:cNvContentPartPr/>
                <p14:nvPr/>
              </p14:nvContentPartPr>
              <p14:xfrm>
                <a:off x="8465060" y="2614130"/>
                <a:ext cx="127800" cy="123840"/>
              </p14:xfrm>
            </p:contentPart>
          </mc:Choice>
          <mc:Fallback>
            <p:pic>
              <p:nvPicPr>
                <p:cNvPr id="41059" name="잉크 41058">
                  <a:extLst>
                    <a:ext uri="{FF2B5EF4-FFF2-40B4-BE49-F238E27FC236}">
                      <a16:creationId xmlns:a16="http://schemas.microsoft.com/office/drawing/2014/main" id="{D0C6DDF4-17B2-E1AB-5A59-9449D7437C1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456060" y="2605490"/>
                  <a:ext cx="1454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72" name="그룹 41071">
            <a:extLst>
              <a:ext uri="{FF2B5EF4-FFF2-40B4-BE49-F238E27FC236}">
                <a16:creationId xmlns:a16="http://schemas.microsoft.com/office/drawing/2014/main" id="{48B8AAC8-29BD-0A3D-CA8B-EA819830DD9C}"/>
              </a:ext>
            </a:extLst>
          </p:cNvPr>
          <p:cNvGrpSpPr/>
          <p:nvPr/>
        </p:nvGrpSpPr>
        <p:grpSpPr>
          <a:xfrm>
            <a:off x="7789340" y="2905010"/>
            <a:ext cx="939960" cy="261360"/>
            <a:chOff x="7789340" y="2905010"/>
            <a:chExt cx="93996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41061" name="잉크 41060">
                  <a:extLst>
                    <a:ext uri="{FF2B5EF4-FFF2-40B4-BE49-F238E27FC236}">
                      <a16:creationId xmlns:a16="http://schemas.microsoft.com/office/drawing/2014/main" id="{11585B78-E8A4-68F0-D3B4-C77C8F1775C6}"/>
                    </a:ext>
                  </a:extLst>
                </p14:cNvPr>
                <p14:cNvContentPartPr/>
                <p14:nvPr/>
              </p14:nvContentPartPr>
              <p14:xfrm>
                <a:off x="7789340" y="2946770"/>
                <a:ext cx="177120" cy="24120"/>
              </p14:xfrm>
            </p:contentPart>
          </mc:Choice>
          <mc:Fallback>
            <p:pic>
              <p:nvPicPr>
                <p:cNvPr id="41061" name="잉크 41060">
                  <a:extLst>
                    <a:ext uri="{FF2B5EF4-FFF2-40B4-BE49-F238E27FC236}">
                      <a16:creationId xmlns:a16="http://schemas.microsoft.com/office/drawing/2014/main" id="{11585B78-E8A4-68F0-D3B4-C77C8F1775C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780340" y="2937770"/>
                  <a:ext cx="194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41062" name="잉크 41061">
                  <a:extLst>
                    <a:ext uri="{FF2B5EF4-FFF2-40B4-BE49-F238E27FC236}">
                      <a16:creationId xmlns:a16="http://schemas.microsoft.com/office/drawing/2014/main" id="{B18AB684-B6FA-0959-68C0-48ACD2795D4F}"/>
                    </a:ext>
                  </a:extLst>
                </p14:cNvPr>
                <p14:cNvContentPartPr/>
                <p14:nvPr/>
              </p14:nvContentPartPr>
              <p14:xfrm>
                <a:off x="7921460" y="2905010"/>
                <a:ext cx="41760" cy="108000"/>
              </p14:xfrm>
            </p:contentPart>
          </mc:Choice>
          <mc:Fallback>
            <p:pic>
              <p:nvPicPr>
                <p:cNvPr id="41062" name="잉크 41061">
                  <a:extLst>
                    <a:ext uri="{FF2B5EF4-FFF2-40B4-BE49-F238E27FC236}">
                      <a16:creationId xmlns:a16="http://schemas.microsoft.com/office/drawing/2014/main" id="{B18AB684-B6FA-0959-68C0-48ACD2795D4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12820" y="2896010"/>
                  <a:ext cx="59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41063" name="잉크 41062">
                  <a:extLst>
                    <a:ext uri="{FF2B5EF4-FFF2-40B4-BE49-F238E27FC236}">
                      <a16:creationId xmlns:a16="http://schemas.microsoft.com/office/drawing/2014/main" id="{5831940B-0A3C-E61A-AF18-063538B2B863}"/>
                    </a:ext>
                  </a:extLst>
                </p14:cNvPr>
                <p14:cNvContentPartPr/>
                <p14:nvPr/>
              </p14:nvContentPartPr>
              <p14:xfrm>
                <a:off x="8038460" y="2961890"/>
                <a:ext cx="203400" cy="141120"/>
              </p14:xfrm>
            </p:contentPart>
          </mc:Choice>
          <mc:Fallback>
            <p:pic>
              <p:nvPicPr>
                <p:cNvPr id="41063" name="잉크 41062">
                  <a:extLst>
                    <a:ext uri="{FF2B5EF4-FFF2-40B4-BE49-F238E27FC236}">
                      <a16:creationId xmlns:a16="http://schemas.microsoft.com/office/drawing/2014/main" id="{5831940B-0A3C-E61A-AF18-063538B2B86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029460" y="2952890"/>
                  <a:ext cx="221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41064" name="잉크 41063">
                  <a:extLst>
                    <a:ext uri="{FF2B5EF4-FFF2-40B4-BE49-F238E27FC236}">
                      <a16:creationId xmlns:a16="http://schemas.microsoft.com/office/drawing/2014/main" id="{19E57998-E6B8-99EE-09CD-1A023F5A90DA}"/>
                    </a:ext>
                  </a:extLst>
                </p14:cNvPr>
                <p14:cNvContentPartPr/>
                <p14:nvPr/>
              </p14:nvContentPartPr>
              <p14:xfrm>
                <a:off x="8230340" y="2976290"/>
                <a:ext cx="82080" cy="190080"/>
              </p14:xfrm>
            </p:contentPart>
          </mc:Choice>
          <mc:Fallback>
            <p:pic>
              <p:nvPicPr>
                <p:cNvPr id="41064" name="잉크 41063">
                  <a:extLst>
                    <a:ext uri="{FF2B5EF4-FFF2-40B4-BE49-F238E27FC236}">
                      <a16:creationId xmlns:a16="http://schemas.microsoft.com/office/drawing/2014/main" id="{19E57998-E6B8-99EE-09CD-1A023F5A90D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21700" y="2967650"/>
                  <a:ext cx="99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41065" name="잉크 41064">
                  <a:extLst>
                    <a:ext uri="{FF2B5EF4-FFF2-40B4-BE49-F238E27FC236}">
                      <a16:creationId xmlns:a16="http://schemas.microsoft.com/office/drawing/2014/main" id="{B3587BCC-CD01-7073-66BB-045399C5A841}"/>
                    </a:ext>
                  </a:extLst>
                </p14:cNvPr>
                <p14:cNvContentPartPr/>
                <p14:nvPr/>
              </p14:nvContentPartPr>
              <p14:xfrm>
                <a:off x="8289740" y="2966570"/>
                <a:ext cx="107640" cy="19800"/>
              </p14:xfrm>
            </p:contentPart>
          </mc:Choice>
          <mc:Fallback>
            <p:pic>
              <p:nvPicPr>
                <p:cNvPr id="41065" name="잉크 41064">
                  <a:extLst>
                    <a:ext uri="{FF2B5EF4-FFF2-40B4-BE49-F238E27FC236}">
                      <a16:creationId xmlns:a16="http://schemas.microsoft.com/office/drawing/2014/main" id="{B3587BCC-CD01-7073-66BB-045399C5A84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280740" y="2957930"/>
                  <a:ext cx="125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41066" name="잉크 41065">
                  <a:extLst>
                    <a:ext uri="{FF2B5EF4-FFF2-40B4-BE49-F238E27FC236}">
                      <a16:creationId xmlns:a16="http://schemas.microsoft.com/office/drawing/2014/main" id="{01068615-02C3-3CE3-95FE-E0C74E0E5DD2}"/>
                    </a:ext>
                  </a:extLst>
                </p14:cNvPr>
                <p14:cNvContentPartPr/>
                <p14:nvPr/>
              </p14:nvContentPartPr>
              <p14:xfrm>
                <a:off x="8356340" y="2917970"/>
                <a:ext cx="24120" cy="164880"/>
              </p14:xfrm>
            </p:contentPart>
          </mc:Choice>
          <mc:Fallback>
            <p:pic>
              <p:nvPicPr>
                <p:cNvPr id="41066" name="잉크 41065">
                  <a:extLst>
                    <a:ext uri="{FF2B5EF4-FFF2-40B4-BE49-F238E27FC236}">
                      <a16:creationId xmlns:a16="http://schemas.microsoft.com/office/drawing/2014/main" id="{01068615-02C3-3CE3-95FE-E0C74E0E5DD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347700" y="2909330"/>
                  <a:ext cx="417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41067" name="잉크 41066">
                  <a:extLst>
                    <a:ext uri="{FF2B5EF4-FFF2-40B4-BE49-F238E27FC236}">
                      <a16:creationId xmlns:a16="http://schemas.microsoft.com/office/drawing/2014/main" id="{9FEC3595-1DC1-A31D-789B-D92D8E261E97}"/>
                    </a:ext>
                  </a:extLst>
                </p14:cNvPr>
                <p14:cNvContentPartPr/>
                <p14:nvPr/>
              </p14:nvContentPartPr>
              <p14:xfrm>
                <a:off x="8379380" y="2953250"/>
                <a:ext cx="67680" cy="187920"/>
              </p14:xfrm>
            </p:contentPart>
          </mc:Choice>
          <mc:Fallback>
            <p:pic>
              <p:nvPicPr>
                <p:cNvPr id="41067" name="잉크 41066">
                  <a:extLst>
                    <a:ext uri="{FF2B5EF4-FFF2-40B4-BE49-F238E27FC236}">
                      <a16:creationId xmlns:a16="http://schemas.microsoft.com/office/drawing/2014/main" id="{9FEC3595-1DC1-A31D-789B-D92D8E261E9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370380" y="2944610"/>
                  <a:ext cx="85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41068" name="잉크 41067">
                  <a:extLst>
                    <a:ext uri="{FF2B5EF4-FFF2-40B4-BE49-F238E27FC236}">
                      <a16:creationId xmlns:a16="http://schemas.microsoft.com/office/drawing/2014/main" id="{ACE0CCBE-BFCF-3905-960E-1C161B20779B}"/>
                    </a:ext>
                  </a:extLst>
                </p14:cNvPr>
                <p14:cNvContentPartPr/>
                <p14:nvPr/>
              </p14:nvContentPartPr>
              <p14:xfrm>
                <a:off x="8488460" y="2971250"/>
                <a:ext cx="76320" cy="21600"/>
              </p14:xfrm>
            </p:contentPart>
          </mc:Choice>
          <mc:Fallback>
            <p:pic>
              <p:nvPicPr>
                <p:cNvPr id="41068" name="잉크 41067">
                  <a:extLst>
                    <a:ext uri="{FF2B5EF4-FFF2-40B4-BE49-F238E27FC236}">
                      <a16:creationId xmlns:a16="http://schemas.microsoft.com/office/drawing/2014/main" id="{ACE0CCBE-BFCF-3905-960E-1C161B20779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479820" y="2962250"/>
                  <a:ext cx="93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41069" name="잉크 41068">
                  <a:extLst>
                    <a:ext uri="{FF2B5EF4-FFF2-40B4-BE49-F238E27FC236}">
                      <a16:creationId xmlns:a16="http://schemas.microsoft.com/office/drawing/2014/main" id="{A27CF632-BE63-E219-C7A9-05ADF5D1E16B}"/>
                    </a:ext>
                  </a:extLst>
                </p14:cNvPr>
                <p14:cNvContentPartPr/>
                <p14:nvPr/>
              </p14:nvContentPartPr>
              <p14:xfrm>
                <a:off x="8490980" y="3009050"/>
                <a:ext cx="78840" cy="19440"/>
              </p14:xfrm>
            </p:contentPart>
          </mc:Choice>
          <mc:Fallback>
            <p:pic>
              <p:nvPicPr>
                <p:cNvPr id="41069" name="잉크 41068">
                  <a:extLst>
                    <a:ext uri="{FF2B5EF4-FFF2-40B4-BE49-F238E27FC236}">
                      <a16:creationId xmlns:a16="http://schemas.microsoft.com/office/drawing/2014/main" id="{A27CF632-BE63-E219-C7A9-05ADF5D1E16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482340" y="3000050"/>
                  <a:ext cx="96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41070" name="잉크 41069">
                  <a:extLst>
                    <a:ext uri="{FF2B5EF4-FFF2-40B4-BE49-F238E27FC236}">
                      <a16:creationId xmlns:a16="http://schemas.microsoft.com/office/drawing/2014/main" id="{4977B5D5-6057-9E8C-BD71-3CB482EC9292}"/>
                    </a:ext>
                  </a:extLst>
                </p14:cNvPr>
                <p14:cNvContentPartPr/>
                <p14:nvPr/>
              </p14:nvContentPartPr>
              <p14:xfrm>
                <a:off x="8609780" y="2920130"/>
                <a:ext cx="119520" cy="104400"/>
              </p14:xfrm>
            </p:contentPart>
          </mc:Choice>
          <mc:Fallback>
            <p:pic>
              <p:nvPicPr>
                <p:cNvPr id="41070" name="잉크 41069">
                  <a:extLst>
                    <a:ext uri="{FF2B5EF4-FFF2-40B4-BE49-F238E27FC236}">
                      <a16:creationId xmlns:a16="http://schemas.microsoft.com/office/drawing/2014/main" id="{4977B5D5-6057-9E8C-BD71-3CB482EC929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01140" y="2911490"/>
                  <a:ext cx="137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41071" name="잉크 41070">
                  <a:extLst>
                    <a:ext uri="{FF2B5EF4-FFF2-40B4-BE49-F238E27FC236}">
                      <a16:creationId xmlns:a16="http://schemas.microsoft.com/office/drawing/2014/main" id="{95719DD3-1701-886C-EBC5-E960E3B4CF65}"/>
                    </a:ext>
                  </a:extLst>
                </p14:cNvPr>
                <p14:cNvContentPartPr/>
                <p14:nvPr/>
              </p14:nvContentPartPr>
              <p14:xfrm>
                <a:off x="8669540" y="2922650"/>
                <a:ext cx="18000" cy="161280"/>
              </p14:xfrm>
            </p:contentPart>
          </mc:Choice>
          <mc:Fallback>
            <p:pic>
              <p:nvPicPr>
                <p:cNvPr id="41071" name="잉크 41070">
                  <a:extLst>
                    <a:ext uri="{FF2B5EF4-FFF2-40B4-BE49-F238E27FC236}">
                      <a16:creationId xmlns:a16="http://schemas.microsoft.com/office/drawing/2014/main" id="{95719DD3-1701-886C-EBC5-E960E3B4CF6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60900" y="2914010"/>
                  <a:ext cx="3564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41073" name="잉크 41072">
                <a:extLst>
                  <a:ext uri="{FF2B5EF4-FFF2-40B4-BE49-F238E27FC236}">
                    <a16:creationId xmlns:a16="http://schemas.microsoft.com/office/drawing/2014/main" id="{B3D05B30-89D3-3F40-6FE6-E03EE57841D5}"/>
                  </a:ext>
                </a:extLst>
              </p14:cNvPr>
              <p14:cNvContentPartPr/>
              <p14:nvPr/>
            </p14:nvContentPartPr>
            <p14:xfrm>
              <a:off x="6366260" y="2863610"/>
              <a:ext cx="25920" cy="307800"/>
            </p14:xfrm>
          </p:contentPart>
        </mc:Choice>
        <mc:Fallback>
          <p:pic>
            <p:nvPicPr>
              <p:cNvPr id="41073" name="잉크 41072">
                <a:extLst>
                  <a:ext uri="{FF2B5EF4-FFF2-40B4-BE49-F238E27FC236}">
                    <a16:creationId xmlns:a16="http://schemas.microsoft.com/office/drawing/2014/main" id="{B3D05B30-89D3-3F40-6FE6-E03EE57841D5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6357620" y="2854970"/>
                <a:ext cx="43560" cy="32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85" name="그룹 41084">
            <a:extLst>
              <a:ext uri="{FF2B5EF4-FFF2-40B4-BE49-F238E27FC236}">
                <a16:creationId xmlns:a16="http://schemas.microsoft.com/office/drawing/2014/main" id="{2D57A56C-284C-8EA6-A495-0020E52C52D8}"/>
              </a:ext>
            </a:extLst>
          </p:cNvPr>
          <p:cNvGrpSpPr/>
          <p:nvPr/>
        </p:nvGrpSpPr>
        <p:grpSpPr>
          <a:xfrm>
            <a:off x="6348980" y="2817890"/>
            <a:ext cx="1081800" cy="344160"/>
            <a:chOff x="6348980" y="2817890"/>
            <a:chExt cx="108180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41074" name="잉크 41073">
                  <a:extLst>
                    <a:ext uri="{FF2B5EF4-FFF2-40B4-BE49-F238E27FC236}">
                      <a16:creationId xmlns:a16="http://schemas.microsoft.com/office/drawing/2014/main" id="{D8A43108-70FF-DACC-1B73-CC2245691B36}"/>
                    </a:ext>
                  </a:extLst>
                </p14:cNvPr>
                <p14:cNvContentPartPr/>
                <p14:nvPr/>
              </p14:nvContentPartPr>
              <p14:xfrm>
                <a:off x="6348980" y="2817890"/>
                <a:ext cx="1081800" cy="344160"/>
              </p14:xfrm>
            </p:contentPart>
          </mc:Choice>
          <mc:Fallback>
            <p:pic>
              <p:nvPicPr>
                <p:cNvPr id="41074" name="잉크 41073">
                  <a:extLst>
                    <a:ext uri="{FF2B5EF4-FFF2-40B4-BE49-F238E27FC236}">
                      <a16:creationId xmlns:a16="http://schemas.microsoft.com/office/drawing/2014/main" id="{D8A43108-70FF-DACC-1B73-CC2245691B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40340" y="2809250"/>
                  <a:ext cx="1099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41075" name="잉크 41074">
                  <a:extLst>
                    <a:ext uri="{FF2B5EF4-FFF2-40B4-BE49-F238E27FC236}">
                      <a16:creationId xmlns:a16="http://schemas.microsoft.com/office/drawing/2014/main" id="{594DF543-6AAA-8F2C-9398-BC355DF20F06}"/>
                    </a:ext>
                  </a:extLst>
                </p14:cNvPr>
                <p14:cNvContentPartPr/>
                <p14:nvPr/>
              </p14:nvContentPartPr>
              <p14:xfrm>
                <a:off x="6537260" y="2906450"/>
                <a:ext cx="32400" cy="231480"/>
              </p14:xfrm>
            </p:contentPart>
          </mc:Choice>
          <mc:Fallback>
            <p:pic>
              <p:nvPicPr>
                <p:cNvPr id="41075" name="잉크 41074">
                  <a:extLst>
                    <a:ext uri="{FF2B5EF4-FFF2-40B4-BE49-F238E27FC236}">
                      <a16:creationId xmlns:a16="http://schemas.microsoft.com/office/drawing/2014/main" id="{594DF543-6AAA-8F2C-9398-BC355DF20F0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28620" y="2897810"/>
                  <a:ext cx="500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41076" name="잉크 41075">
                  <a:extLst>
                    <a:ext uri="{FF2B5EF4-FFF2-40B4-BE49-F238E27FC236}">
                      <a16:creationId xmlns:a16="http://schemas.microsoft.com/office/drawing/2014/main" id="{DFA4FB86-93CB-55F3-A453-BA281A3FE5F0}"/>
                    </a:ext>
                  </a:extLst>
                </p14:cNvPr>
                <p14:cNvContentPartPr/>
                <p14:nvPr/>
              </p14:nvContentPartPr>
              <p14:xfrm>
                <a:off x="6663260" y="2900690"/>
                <a:ext cx="50760" cy="243360"/>
              </p14:xfrm>
            </p:contentPart>
          </mc:Choice>
          <mc:Fallback>
            <p:pic>
              <p:nvPicPr>
                <p:cNvPr id="41076" name="잉크 41075">
                  <a:extLst>
                    <a:ext uri="{FF2B5EF4-FFF2-40B4-BE49-F238E27FC236}">
                      <a16:creationId xmlns:a16="http://schemas.microsoft.com/office/drawing/2014/main" id="{DFA4FB86-93CB-55F3-A453-BA281A3FE5F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54620" y="2891690"/>
                  <a:ext cx="684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41078" name="잉크 41077">
                  <a:extLst>
                    <a:ext uri="{FF2B5EF4-FFF2-40B4-BE49-F238E27FC236}">
                      <a16:creationId xmlns:a16="http://schemas.microsoft.com/office/drawing/2014/main" id="{3B7D641A-30D3-7C34-0831-1AF528F36435}"/>
                    </a:ext>
                  </a:extLst>
                </p14:cNvPr>
                <p14:cNvContentPartPr/>
                <p14:nvPr/>
              </p14:nvContentPartPr>
              <p14:xfrm>
                <a:off x="6841820" y="2878370"/>
                <a:ext cx="41040" cy="230040"/>
              </p14:xfrm>
            </p:contentPart>
          </mc:Choice>
          <mc:Fallback>
            <p:pic>
              <p:nvPicPr>
                <p:cNvPr id="41078" name="잉크 41077">
                  <a:extLst>
                    <a:ext uri="{FF2B5EF4-FFF2-40B4-BE49-F238E27FC236}">
                      <a16:creationId xmlns:a16="http://schemas.microsoft.com/office/drawing/2014/main" id="{3B7D641A-30D3-7C34-0831-1AF528F3643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32820" y="2869370"/>
                  <a:ext cx="586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41079" name="잉크 41078">
                  <a:extLst>
                    <a:ext uri="{FF2B5EF4-FFF2-40B4-BE49-F238E27FC236}">
                      <a16:creationId xmlns:a16="http://schemas.microsoft.com/office/drawing/2014/main" id="{8F07391C-CE01-14C7-1EB3-EA78EFFA8C29}"/>
                    </a:ext>
                  </a:extLst>
                </p14:cNvPr>
                <p14:cNvContentPartPr/>
                <p14:nvPr/>
              </p14:nvContentPartPr>
              <p14:xfrm>
                <a:off x="7027220" y="2860730"/>
                <a:ext cx="45360" cy="215640"/>
              </p14:xfrm>
            </p:contentPart>
          </mc:Choice>
          <mc:Fallback>
            <p:pic>
              <p:nvPicPr>
                <p:cNvPr id="41079" name="잉크 41078">
                  <a:extLst>
                    <a:ext uri="{FF2B5EF4-FFF2-40B4-BE49-F238E27FC236}">
                      <a16:creationId xmlns:a16="http://schemas.microsoft.com/office/drawing/2014/main" id="{8F07391C-CE01-14C7-1EB3-EA78EFFA8C2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18220" y="2851730"/>
                  <a:ext cx="63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41080" name="잉크 41079">
                  <a:extLst>
                    <a:ext uri="{FF2B5EF4-FFF2-40B4-BE49-F238E27FC236}">
                      <a16:creationId xmlns:a16="http://schemas.microsoft.com/office/drawing/2014/main" id="{9ED0D32F-4B5C-A070-01FF-2099D58CB94C}"/>
                    </a:ext>
                  </a:extLst>
                </p14:cNvPr>
                <p14:cNvContentPartPr/>
                <p14:nvPr/>
              </p14:nvContentPartPr>
              <p14:xfrm>
                <a:off x="7229900" y="2846690"/>
                <a:ext cx="42840" cy="228240"/>
              </p14:xfrm>
            </p:contentPart>
          </mc:Choice>
          <mc:Fallback>
            <p:pic>
              <p:nvPicPr>
                <p:cNvPr id="41080" name="잉크 41079">
                  <a:extLst>
                    <a:ext uri="{FF2B5EF4-FFF2-40B4-BE49-F238E27FC236}">
                      <a16:creationId xmlns:a16="http://schemas.microsoft.com/office/drawing/2014/main" id="{9ED0D32F-4B5C-A070-01FF-2099D58CB94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221260" y="2838050"/>
                  <a:ext cx="60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41082" name="잉크 41081">
                  <a:extLst>
                    <a:ext uri="{FF2B5EF4-FFF2-40B4-BE49-F238E27FC236}">
                      <a16:creationId xmlns:a16="http://schemas.microsoft.com/office/drawing/2014/main" id="{15D1FFA3-49F9-69F0-C274-F47BA5169647}"/>
                    </a:ext>
                  </a:extLst>
                </p14:cNvPr>
                <p14:cNvContentPartPr/>
                <p14:nvPr/>
              </p14:nvContentPartPr>
              <p14:xfrm>
                <a:off x="6405500" y="2927330"/>
                <a:ext cx="41040" cy="99360"/>
              </p14:xfrm>
            </p:contentPart>
          </mc:Choice>
          <mc:Fallback>
            <p:pic>
              <p:nvPicPr>
                <p:cNvPr id="41082" name="잉크 41081">
                  <a:extLst>
                    <a:ext uri="{FF2B5EF4-FFF2-40B4-BE49-F238E27FC236}">
                      <a16:creationId xmlns:a16="http://schemas.microsoft.com/office/drawing/2014/main" id="{15D1FFA3-49F9-69F0-C274-F47BA516964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96500" y="2918690"/>
                  <a:ext cx="586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41083" name="잉크 41082">
                  <a:extLst>
                    <a:ext uri="{FF2B5EF4-FFF2-40B4-BE49-F238E27FC236}">
                      <a16:creationId xmlns:a16="http://schemas.microsoft.com/office/drawing/2014/main" id="{BB4E2B30-2564-413A-5B8C-D34832B8E1CB}"/>
                    </a:ext>
                  </a:extLst>
                </p14:cNvPr>
                <p14:cNvContentPartPr/>
                <p14:nvPr/>
              </p14:nvContentPartPr>
              <p14:xfrm>
                <a:off x="6424220" y="2935610"/>
                <a:ext cx="89640" cy="191160"/>
              </p14:xfrm>
            </p:contentPart>
          </mc:Choice>
          <mc:Fallback>
            <p:pic>
              <p:nvPicPr>
                <p:cNvPr id="41083" name="잉크 41082">
                  <a:extLst>
                    <a:ext uri="{FF2B5EF4-FFF2-40B4-BE49-F238E27FC236}">
                      <a16:creationId xmlns:a16="http://schemas.microsoft.com/office/drawing/2014/main" id="{BB4E2B30-2564-413A-5B8C-D34832B8E1C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415220" y="2926610"/>
                  <a:ext cx="107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41084" name="잉크 41083">
                  <a:extLst>
                    <a:ext uri="{FF2B5EF4-FFF2-40B4-BE49-F238E27FC236}">
                      <a16:creationId xmlns:a16="http://schemas.microsoft.com/office/drawing/2014/main" id="{56DC2979-41C9-01D3-B43E-210F29E72F45}"/>
                    </a:ext>
                  </a:extLst>
                </p14:cNvPr>
                <p14:cNvContentPartPr/>
                <p14:nvPr/>
              </p14:nvContentPartPr>
              <p14:xfrm>
                <a:off x="6581540" y="2921570"/>
                <a:ext cx="102600" cy="192960"/>
              </p14:xfrm>
            </p:contentPart>
          </mc:Choice>
          <mc:Fallback>
            <p:pic>
              <p:nvPicPr>
                <p:cNvPr id="41084" name="잉크 41083">
                  <a:extLst>
                    <a:ext uri="{FF2B5EF4-FFF2-40B4-BE49-F238E27FC236}">
                      <a16:creationId xmlns:a16="http://schemas.microsoft.com/office/drawing/2014/main" id="{56DC2979-41C9-01D3-B43E-210F29E72F4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72540" y="2912570"/>
                  <a:ext cx="120240" cy="210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125960-7135-7441-A894-165C48B4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D5AA60-BEF7-44D5-9266-3A1D605BF5F3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E7C134B-CDD2-5EB8-44AC-395D2F90008A}"/>
                  </a:ext>
                </a:extLst>
              </p14:cNvPr>
              <p14:cNvContentPartPr/>
              <p14:nvPr/>
            </p14:nvContentPartPr>
            <p14:xfrm>
              <a:off x="1233038" y="1241432"/>
              <a:ext cx="1729080" cy="29566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E7C134B-CDD2-5EB8-44AC-395D2F9000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4398" y="1232432"/>
                <a:ext cx="1746720" cy="29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E15ADE40-451F-FE56-1E2C-083BCF1F9D3A}"/>
                  </a:ext>
                </a:extLst>
              </p14:cNvPr>
              <p14:cNvContentPartPr/>
              <p14:nvPr/>
            </p14:nvContentPartPr>
            <p14:xfrm>
              <a:off x="5620358" y="1105352"/>
              <a:ext cx="1758960" cy="31626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E15ADE40-451F-FE56-1E2C-083BCF1F9D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1358" y="1096352"/>
                <a:ext cx="1776600" cy="31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90A31D5-1A9A-D770-D9A0-5EB8C0D6BF40}"/>
                  </a:ext>
                </a:extLst>
              </p14:cNvPr>
              <p14:cNvContentPartPr/>
              <p14:nvPr/>
            </p14:nvContentPartPr>
            <p14:xfrm>
              <a:off x="605198" y="161792"/>
              <a:ext cx="7176960" cy="56898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90A31D5-1A9A-D770-D9A0-5EB8C0D6BF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9558" y="90152"/>
                <a:ext cx="7248600" cy="58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15F4B60-5971-BBE5-2DCB-9064F68E7776}"/>
                  </a:ext>
                </a:extLst>
              </p14:cNvPr>
              <p14:cNvContentPartPr/>
              <p14:nvPr/>
            </p14:nvContentPartPr>
            <p14:xfrm>
              <a:off x="494678" y="5899112"/>
              <a:ext cx="1490760" cy="964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15F4B60-5971-BBE5-2DCB-9064F68E77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9038" y="5827472"/>
                <a:ext cx="15624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6AA5FB5-90C1-3DFB-4D8B-3B5FCEEDB522}"/>
                  </a:ext>
                </a:extLst>
              </p14:cNvPr>
              <p14:cNvContentPartPr/>
              <p14:nvPr/>
            </p14:nvContentPartPr>
            <p14:xfrm>
              <a:off x="594758" y="6309152"/>
              <a:ext cx="1151640" cy="1018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6AA5FB5-90C1-3DFB-4D8B-3B5FCEEDB5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9118" y="6237152"/>
                <a:ext cx="1223280" cy="24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8AF10E0B-FB77-39D5-47CE-8C548D0B8322}"/>
              </a:ext>
            </a:extLst>
          </p:cNvPr>
          <p:cNvGrpSpPr/>
          <p:nvPr/>
        </p:nvGrpSpPr>
        <p:grpSpPr>
          <a:xfrm>
            <a:off x="586838" y="5751512"/>
            <a:ext cx="1329480" cy="363960"/>
            <a:chOff x="586838" y="5751512"/>
            <a:chExt cx="132948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530AE0C-B4A7-0711-B769-BC335B27BAF2}"/>
                    </a:ext>
                  </a:extLst>
                </p14:cNvPr>
                <p14:cNvContentPartPr/>
                <p14:nvPr/>
              </p14:nvContentPartPr>
              <p14:xfrm>
                <a:off x="591518" y="5756192"/>
                <a:ext cx="17640" cy="2451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530AE0C-B4A7-0711-B769-BC335B27BA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2878" y="5747552"/>
                  <a:ext cx="352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DD2327F-EEEC-AAE5-1A95-227ED1070195}"/>
                    </a:ext>
                  </a:extLst>
                </p14:cNvPr>
                <p14:cNvContentPartPr/>
                <p14:nvPr/>
              </p14:nvContentPartPr>
              <p14:xfrm>
                <a:off x="586838" y="5763392"/>
                <a:ext cx="137880" cy="1454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DD2327F-EEEC-AAE5-1A95-227ED10701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8198" y="5754392"/>
                  <a:ext cx="155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98C3820-5160-E2AE-21D4-16FFCDC32646}"/>
                    </a:ext>
                  </a:extLst>
                </p14:cNvPr>
                <p14:cNvContentPartPr/>
                <p14:nvPr/>
              </p14:nvContentPartPr>
              <p14:xfrm>
                <a:off x="718238" y="5799032"/>
                <a:ext cx="65520" cy="212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98C3820-5160-E2AE-21D4-16FFCDC3264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9598" y="5790032"/>
                  <a:ext cx="83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A86F68D-2961-2BE1-8795-08E213E93A1C}"/>
                    </a:ext>
                  </a:extLst>
                </p14:cNvPr>
                <p14:cNvContentPartPr/>
                <p14:nvPr/>
              </p14:nvContentPartPr>
              <p14:xfrm>
                <a:off x="694478" y="5762672"/>
                <a:ext cx="185760" cy="3528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A86F68D-2961-2BE1-8795-08E213E93A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5838" y="5753672"/>
                  <a:ext cx="2034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F42F18B-1DA9-2F64-9DE0-E5B6565368AF}"/>
                    </a:ext>
                  </a:extLst>
                </p14:cNvPr>
                <p14:cNvContentPartPr/>
                <p14:nvPr/>
              </p14:nvContentPartPr>
              <p14:xfrm>
                <a:off x="775478" y="5800112"/>
                <a:ext cx="162720" cy="1825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F42F18B-1DA9-2F64-9DE0-E5B6565368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6478" y="5791472"/>
                  <a:ext cx="180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E5FB897-0608-4370-CC91-2CE838FDD874}"/>
                    </a:ext>
                  </a:extLst>
                </p14:cNvPr>
                <p14:cNvContentPartPr/>
                <p14:nvPr/>
              </p14:nvContentPartPr>
              <p14:xfrm>
                <a:off x="835238" y="5964632"/>
                <a:ext cx="216000" cy="1440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E5FB897-0608-4370-CC91-2CE838FDD8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6598" y="5955632"/>
                  <a:ext cx="233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9D504DD-DA73-7E70-5F3B-2E0F33EFCEB4}"/>
                    </a:ext>
                  </a:extLst>
                </p14:cNvPr>
                <p14:cNvContentPartPr/>
                <p14:nvPr/>
              </p14:nvContentPartPr>
              <p14:xfrm>
                <a:off x="1078598" y="5791472"/>
                <a:ext cx="36360" cy="1771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9D504DD-DA73-7E70-5F3B-2E0F33EFCE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9598" y="5782832"/>
                  <a:ext cx="54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EE45471-1F36-4062-B051-3372C1244B62}"/>
                    </a:ext>
                  </a:extLst>
                </p14:cNvPr>
                <p14:cNvContentPartPr/>
                <p14:nvPr/>
              </p14:nvContentPartPr>
              <p14:xfrm>
                <a:off x="1111718" y="5752952"/>
                <a:ext cx="172800" cy="2844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EE45471-1F36-4062-B051-3372C1244B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2718" y="5744312"/>
                  <a:ext cx="1904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9BB6ADB-0D2A-73EC-DFC5-C6D142B02BA0}"/>
                    </a:ext>
                  </a:extLst>
                </p14:cNvPr>
                <p14:cNvContentPartPr/>
                <p14:nvPr/>
              </p14:nvContentPartPr>
              <p14:xfrm>
                <a:off x="1278038" y="5755112"/>
                <a:ext cx="100440" cy="2743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9BB6ADB-0D2A-73EC-DFC5-C6D142B02BA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69398" y="5746472"/>
                  <a:ext cx="1180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C89759C-7346-7B27-8FC4-97A888F2A436}"/>
                    </a:ext>
                  </a:extLst>
                </p14:cNvPr>
                <p14:cNvContentPartPr/>
                <p14:nvPr/>
              </p14:nvContentPartPr>
              <p14:xfrm>
                <a:off x="1382798" y="5775272"/>
                <a:ext cx="151920" cy="1846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C89759C-7346-7B27-8FC4-97A888F2A43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73798" y="5766632"/>
                  <a:ext cx="169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AC1C4125-A9D8-1F55-73BB-B66134B4B3CE}"/>
                    </a:ext>
                  </a:extLst>
                </p14:cNvPr>
                <p14:cNvContentPartPr/>
                <p14:nvPr/>
              </p14:nvContentPartPr>
              <p14:xfrm>
                <a:off x="1492958" y="5768072"/>
                <a:ext cx="158040" cy="2566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AC1C4125-A9D8-1F55-73BB-B66134B4B3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83958" y="5759072"/>
                  <a:ext cx="1756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53C246F-2C67-0802-39B0-813BAF6C2F86}"/>
                    </a:ext>
                  </a:extLst>
                </p14:cNvPr>
                <p14:cNvContentPartPr/>
                <p14:nvPr/>
              </p14:nvContentPartPr>
              <p14:xfrm>
                <a:off x="1650278" y="5751512"/>
                <a:ext cx="84960" cy="453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53C246F-2C67-0802-39B0-813BAF6C2F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41278" y="5742512"/>
                  <a:ext cx="102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ADB5AB8-88E3-F06E-3FD7-25B132BAE7E4}"/>
                    </a:ext>
                  </a:extLst>
                </p14:cNvPr>
                <p14:cNvContentPartPr/>
                <p14:nvPr/>
              </p14:nvContentPartPr>
              <p14:xfrm>
                <a:off x="1666838" y="5820272"/>
                <a:ext cx="249480" cy="2584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ADB5AB8-88E3-F06E-3FD7-25B132BAE7E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58198" y="5811632"/>
                  <a:ext cx="267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3E57993-763A-538E-BB71-476AD98F065F}"/>
                    </a:ext>
                  </a:extLst>
                </p14:cNvPr>
                <p14:cNvContentPartPr/>
                <p14:nvPr/>
              </p14:nvContentPartPr>
              <p14:xfrm>
                <a:off x="1752158" y="5763392"/>
                <a:ext cx="37080" cy="1026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3E57993-763A-538E-BB71-476AD98F06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43518" y="5754392"/>
                  <a:ext cx="5472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0FDAB85-DF90-A410-6897-EDB1A8F9C860}"/>
              </a:ext>
            </a:extLst>
          </p:cNvPr>
          <p:cNvGrpSpPr/>
          <p:nvPr/>
        </p:nvGrpSpPr>
        <p:grpSpPr>
          <a:xfrm>
            <a:off x="710678" y="6219872"/>
            <a:ext cx="981360" cy="355320"/>
            <a:chOff x="710678" y="6219872"/>
            <a:chExt cx="98136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3A0B51C-C527-E496-625B-3175C67A16F6}"/>
                    </a:ext>
                  </a:extLst>
                </p14:cNvPr>
                <p14:cNvContentPartPr/>
                <p14:nvPr/>
              </p14:nvContentPartPr>
              <p14:xfrm>
                <a:off x="710678" y="6331472"/>
                <a:ext cx="54000" cy="1432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3A0B51C-C527-E496-625B-3175C67A16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2038" y="6322472"/>
                  <a:ext cx="71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9FD0360-E8F1-AFCB-9909-D5F7D759D81E}"/>
                    </a:ext>
                  </a:extLst>
                </p14:cNvPr>
                <p14:cNvContentPartPr/>
                <p14:nvPr/>
              </p14:nvContentPartPr>
              <p14:xfrm>
                <a:off x="727598" y="6287912"/>
                <a:ext cx="181440" cy="1530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9FD0360-E8F1-AFCB-9909-D5F7D759D8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8958" y="6278912"/>
                  <a:ext cx="199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79DB1B7-ED1E-F81A-A122-2490DB6D6E72}"/>
                    </a:ext>
                  </a:extLst>
                </p14:cNvPr>
                <p14:cNvContentPartPr/>
                <p14:nvPr/>
              </p14:nvContentPartPr>
              <p14:xfrm>
                <a:off x="788438" y="6240752"/>
                <a:ext cx="226080" cy="2631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79DB1B7-ED1E-F81A-A122-2490DB6D6E7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9438" y="6231752"/>
                  <a:ext cx="2437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9D6CA0B-6972-B380-D35E-FCB1CC8278A7}"/>
                    </a:ext>
                  </a:extLst>
                </p14:cNvPr>
                <p14:cNvContentPartPr/>
                <p14:nvPr/>
              </p14:nvContentPartPr>
              <p14:xfrm>
                <a:off x="884918" y="6295472"/>
                <a:ext cx="171720" cy="2732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9D6CA0B-6972-B380-D35E-FCB1CC8278A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6278" y="6286832"/>
                  <a:ext cx="189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BE4B11F-B306-5B44-BE78-480BBCFF15E8}"/>
                    </a:ext>
                  </a:extLst>
                </p14:cNvPr>
                <p14:cNvContentPartPr/>
                <p14:nvPr/>
              </p14:nvContentPartPr>
              <p14:xfrm>
                <a:off x="1102358" y="6279632"/>
                <a:ext cx="118440" cy="1522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BE4B11F-B306-5B44-BE78-480BBCFF15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3358" y="6270992"/>
                  <a:ext cx="136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B0DBABF-AD22-73B9-486D-E8228A9584D9}"/>
                    </a:ext>
                  </a:extLst>
                </p14:cNvPr>
                <p14:cNvContentPartPr/>
                <p14:nvPr/>
              </p14:nvContentPartPr>
              <p14:xfrm>
                <a:off x="1138358" y="6397712"/>
                <a:ext cx="185760" cy="1659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B0DBABF-AD22-73B9-486D-E8228A9584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9358" y="6388712"/>
                  <a:ext cx="203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2E749E3F-A0F2-24CA-A3DF-68002CD0DCEE}"/>
                    </a:ext>
                  </a:extLst>
                </p14:cNvPr>
                <p14:cNvContentPartPr/>
                <p14:nvPr/>
              </p14:nvContentPartPr>
              <p14:xfrm>
                <a:off x="1302518" y="6270272"/>
                <a:ext cx="175680" cy="2023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2E749E3F-A0F2-24CA-A3DF-68002CD0DCE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93878" y="6261632"/>
                  <a:ext cx="193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B620BCE5-8234-5960-A596-9FA78755C76D}"/>
                    </a:ext>
                  </a:extLst>
                </p14:cNvPr>
                <p14:cNvContentPartPr/>
                <p14:nvPr/>
              </p14:nvContentPartPr>
              <p14:xfrm>
                <a:off x="1498358" y="6219872"/>
                <a:ext cx="41400" cy="3553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B620BCE5-8234-5960-A596-9FA78755C7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89358" y="6211232"/>
                  <a:ext cx="590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BD55153-DA24-7911-DEF8-3C55F3E793C2}"/>
                    </a:ext>
                  </a:extLst>
                </p14:cNvPr>
                <p14:cNvContentPartPr/>
                <p14:nvPr/>
              </p14:nvContentPartPr>
              <p14:xfrm>
                <a:off x="1489718" y="6292592"/>
                <a:ext cx="202320" cy="1094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BD55153-DA24-7911-DEF8-3C55F3E793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80718" y="6283952"/>
                  <a:ext cx="21996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58CD621-5A88-CFD9-F290-73CF308EFF2E}"/>
              </a:ext>
            </a:extLst>
          </p:cNvPr>
          <p:cNvGrpSpPr/>
          <p:nvPr/>
        </p:nvGrpSpPr>
        <p:grpSpPr>
          <a:xfrm>
            <a:off x="1530758" y="843632"/>
            <a:ext cx="881640" cy="422280"/>
            <a:chOff x="1530758" y="843632"/>
            <a:chExt cx="88164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B4109415-A5DF-FC57-8682-0D9989137549}"/>
                    </a:ext>
                  </a:extLst>
                </p14:cNvPr>
                <p14:cNvContentPartPr/>
                <p14:nvPr/>
              </p14:nvContentPartPr>
              <p14:xfrm>
                <a:off x="1530758" y="843632"/>
                <a:ext cx="94680" cy="31248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B4109415-A5DF-FC57-8682-0D99891375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21758" y="834632"/>
                  <a:ext cx="1123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58F36A36-1E74-0D3A-B11F-4F1F2C1441D0}"/>
                    </a:ext>
                  </a:extLst>
                </p14:cNvPr>
                <p14:cNvContentPartPr/>
                <p14:nvPr/>
              </p14:nvContentPartPr>
              <p14:xfrm>
                <a:off x="1559558" y="880352"/>
                <a:ext cx="155160" cy="2055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58F36A36-1E74-0D3A-B11F-4F1F2C1441D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50918" y="871352"/>
                  <a:ext cx="1728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02E6DB94-87F7-AAA8-5F89-35CF9456EBB4}"/>
                    </a:ext>
                  </a:extLst>
                </p14:cNvPr>
                <p14:cNvContentPartPr/>
                <p14:nvPr/>
              </p14:nvContentPartPr>
              <p14:xfrm>
                <a:off x="1695278" y="888272"/>
                <a:ext cx="103680" cy="1936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02E6DB94-87F7-AAA8-5F89-35CF9456EB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86638" y="879632"/>
                  <a:ext cx="121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96223666-B727-EA20-C681-529022DFB14D}"/>
                    </a:ext>
                  </a:extLst>
                </p14:cNvPr>
                <p14:cNvContentPartPr/>
                <p14:nvPr/>
              </p14:nvContentPartPr>
              <p14:xfrm>
                <a:off x="1686998" y="898352"/>
                <a:ext cx="225360" cy="3675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96223666-B727-EA20-C681-529022DFB1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78358" y="889352"/>
                  <a:ext cx="2430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C9709BA9-EA23-C97D-D81F-B04C7316F23C}"/>
                    </a:ext>
                  </a:extLst>
                </p14:cNvPr>
                <p14:cNvContentPartPr/>
                <p14:nvPr/>
              </p14:nvContentPartPr>
              <p14:xfrm>
                <a:off x="1852238" y="909152"/>
                <a:ext cx="172440" cy="18180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C9709BA9-EA23-C97D-D81F-B04C7316F2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43238" y="900512"/>
                  <a:ext cx="190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49F1180B-9A5F-463C-2201-21F35BD9C29B}"/>
                    </a:ext>
                  </a:extLst>
                </p14:cNvPr>
                <p14:cNvContentPartPr/>
                <p14:nvPr/>
              </p14:nvContentPartPr>
              <p14:xfrm>
                <a:off x="1918838" y="976832"/>
                <a:ext cx="183240" cy="23796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49F1180B-9A5F-463C-2201-21F35BD9C2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09838" y="968192"/>
                  <a:ext cx="200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E8687904-DBFF-348C-B1CF-B93E2B04C4AE}"/>
                    </a:ext>
                  </a:extLst>
                </p14:cNvPr>
                <p14:cNvContentPartPr/>
                <p14:nvPr/>
              </p14:nvContentPartPr>
              <p14:xfrm>
                <a:off x="2099918" y="908072"/>
                <a:ext cx="154440" cy="20880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E8687904-DBFF-348C-B1CF-B93E2B04C4A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90918" y="899432"/>
                  <a:ext cx="172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F60C98AA-8E64-181A-E539-BC21549BC21A}"/>
                    </a:ext>
                  </a:extLst>
                </p14:cNvPr>
                <p14:cNvContentPartPr/>
                <p14:nvPr/>
              </p14:nvContentPartPr>
              <p14:xfrm>
                <a:off x="2259758" y="924992"/>
                <a:ext cx="152640" cy="25632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F60C98AA-8E64-181A-E539-BC21549BC2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50758" y="916352"/>
                  <a:ext cx="17028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42244BD-4E0D-A417-280E-7FC27A868267}"/>
              </a:ext>
            </a:extLst>
          </p:cNvPr>
          <p:cNvGrpSpPr/>
          <p:nvPr/>
        </p:nvGrpSpPr>
        <p:grpSpPr>
          <a:xfrm>
            <a:off x="5717558" y="765512"/>
            <a:ext cx="954000" cy="342000"/>
            <a:chOff x="5717558" y="765512"/>
            <a:chExt cx="95400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D14F07F0-DEDF-6D1C-25CD-543E0A27A9F0}"/>
                    </a:ext>
                  </a:extLst>
                </p14:cNvPr>
                <p14:cNvContentPartPr/>
                <p14:nvPr/>
              </p14:nvContentPartPr>
              <p14:xfrm>
                <a:off x="5717558" y="765512"/>
                <a:ext cx="71280" cy="25992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D14F07F0-DEDF-6D1C-25CD-543E0A27A9F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08918" y="756512"/>
                  <a:ext cx="889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9271CEDD-4FB4-D751-A31D-B08BA9C7390E}"/>
                    </a:ext>
                  </a:extLst>
                </p14:cNvPr>
                <p14:cNvContentPartPr/>
                <p14:nvPr/>
              </p14:nvContentPartPr>
              <p14:xfrm>
                <a:off x="5752478" y="840032"/>
                <a:ext cx="167760" cy="9936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9271CEDD-4FB4-D751-A31D-B08BA9C7390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43478" y="831392"/>
                  <a:ext cx="185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FED99522-560C-92BA-5062-3841C6C057D9}"/>
                    </a:ext>
                  </a:extLst>
                </p14:cNvPr>
                <p14:cNvContentPartPr/>
                <p14:nvPr/>
              </p14:nvContentPartPr>
              <p14:xfrm>
                <a:off x="5725838" y="975392"/>
                <a:ext cx="249480" cy="1209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FED99522-560C-92BA-5062-3841C6C057D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17198" y="966392"/>
                  <a:ext cx="2671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E320755C-71CA-7AEC-3315-9FF024A54EFA}"/>
                    </a:ext>
                  </a:extLst>
                </p14:cNvPr>
                <p14:cNvContentPartPr/>
                <p14:nvPr/>
              </p14:nvContentPartPr>
              <p14:xfrm>
                <a:off x="5934998" y="849392"/>
                <a:ext cx="11520" cy="20772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E320755C-71CA-7AEC-3315-9FF024A54E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25998" y="840752"/>
                  <a:ext cx="29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44952FF1-4C26-82D6-0D8B-6FCD42382D3E}"/>
                    </a:ext>
                  </a:extLst>
                </p14:cNvPr>
                <p14:cNvContentPartPr/>
                <p14:nvPr/>
              </p14:nvContentPartPr>
              <p14:xfrm>
                <a:off x="5950838" y="818072"/>
                <a:ext cx="216360" cy="27792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44952FF1-4C26-82D6-0D8B-6FCD42382D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41838" y="809432"/>
                  <a:ext cx="234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C13D1F38-0119-A8B8-EF00-69E4685E91C6}"/>
                    </a:ext>
                  </a:extLst>
                </p14:cNvPr>
                <p14:cNvContentPartPr/>
                <p14:nvPr/>
              </p14:nvContentPartPr>
              <p14:xfrm>
                <a:off x="6194198" y="876032"/>
                <a:ext cx="190440" cy="18432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C13D1F38-0119-A8B8-EF00-69E4685E91C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85198" y="867392"/>
                  <a:ext cx="208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CAD7A115-80CE-37EE-E441-CB60BF58336B}"/>
                    </a:ext>
                  </a:extLst>
                </p14:cNvPr>
                <p14:cNvContentPartPr/>
                <p14:nvPr/>
              </p14:nvContentPartPr>
              <p14:xfrm>
                <a:off x="6403718" y="818792"/>
                <a:ext cx="267840" cy="28872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CAD7A115-80CE-37EE-E441-CB60BF58336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94718" y="810152"/>
                  <a:ext cx="28548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13913AB-BE22-B9C9-BD05-F673654CB0B6}"/>
              </a:ext>
            </a:extLst>
          </p:cNvPr>
          <p:cNvGrpSpPr/>
          <p:nvPr/>
        </p:nvGrpSpPr>
        <p:grpSpPr>
          <a:xfrm>
            <a:off x="3515798" y="399392"/>
            <a:ext cx="747000" cy="379800"/>
            <a:chOff x="3515798" y="399392"/>
            <a:chExt cx="74700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F1D90251-5FE8-DC98-9F1A-69FF0DAC5E02}"/>
                    </a:ext>
                  </a:extLst>
                </p14:cNvPr>
                <p14:cNvContentPartPr/>
                <p14:nvPr/>
              </p14:nvContentPartPr>
              <p14:xfrm>
                <a:off x="3515798" y="399392"/>
                <a:ext cx="257760" cy="24372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F1D90251-5FE8-DC98-9F1A-69FF0DAC5E0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06798" y="390392"/>
                  <a:ext cx="275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A597DC45-670A-A604-BC34-42A35A0053DE}"/>
                    </a:ext>
                  </a:extLst>
                </p14:cNvPr>
                <p14:cNvContentPartPr/>
                <p14:nvPr/>
              </p14:nvContentPartPr>
              <p14:xfrm>
                <a:off x="3788678" y="487592"/>
                <a:ext cx="114120" cy="637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A597DC45-670A-A604-BC34-42A35A0053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80038" y="478592"/>
                  <a:ext cx="131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E23298C1-EF0D-E17C-FDE8-B828827E22D7}"/>
                    </a:ext>
                  </a:extLst>
                </p14:cNvPr>
                <p14:cNvContentPartPr/>
                <p14:nvPr/>
              </p14:nvContentPartPr>
              <p14:xfrm>
                <a:off x="3818198" y="578312"/>
                <a:ext cx="131040" cy="3168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E23298C1-EF0D-E17C-FDE8-B828827E22D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09198" y="569312"/>
                  <a:ext cx="148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724F70CC-F25C-C310-5586-D5D9BA87537C}"/>
                    </a:ext>
                  </a:extLst>
                </p14:cNvPr>
                <p14:cNvContentPartPr/>
                <p14:nvPr/>
              </p14:nvContentPartPr>
              <p14:xfrm>
                <a:off x="4019438" y="424952"/>
                <a:ext cx="243360" cy="35424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724F70CC-F25C-C310-5586-D5D9BA8753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10438" y="415952"/>
                  <a:ext cx="261000" cy="37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74E3C3D9-79EB-79ED-DCF2-1CF45A6ACDF0}"/>
              </a:ext>
            </a:extLst>
          </p:cNvPr>
          <p:cNvGrpSpPr/>
          <p:nvPr/>
        </p:nvGrpSpPr>
        <p:grpSpPr>
          <a:xfrm>
            <a:off x="2829998" y="1637432"/>
            <a:ext cx="2406240" cy="2049120"/>
            <a:chOff x="2829998" y="1637432"/>
            <a:chExt cx="2406240" cy="20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34C47068-82B1-4BB8-01BF-528AADAEA9CF}"/>
                    </a:ext>
                  </a:extLst>
                </p14:cNvPr>
                <p14:cNvContentPartPr/>
                <p14:nvPr/>
              </p14:nvContentPartPr>
              <p14:xfrm>
                <a:off x="3398078" y="2445632"/>
                <a:ext cx="20880" cy="57348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34C47068-82B1-4BB8-01BF-528AADAEA9C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89438" y="2436992"/>
                  <a:ext cx="3852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B78B72E8-0842-138C-CCAD-74232C663613}"/>
                    </a:ext>
                  </a:extLst>
                </p14:cNvPr>
                <p14:cNvContentPartPr/>
                <p14:nvPr/>
              </p14:nvContentPartPr>
              <p14:xfrm>
                <a:off x="3389438" y="2358512"/>
                <a:ext cx="1780560" cy="54288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B78B72E8-0842-138C-CCAD-74232C66361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80798" y="2349872"/>
                  <a:ext cx="179820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7C262556-45D1-93BD-CB19-BD657531105E}"/>
                    </a:ext>
                  </a:extLst>
                </p14:cNvPr>
                <p14:cNvContentPartPr/>
                <p14:nvPr/>
              </p14:nvContentPartPr>
              <p14:xfrm>
                <a:off x="3463598" y="2874392"/>
                <a:ext cx="1730160" cy="17496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7C262556-45D1-93BD-CB19-BD657531105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54598" y="2865392"/>
                  <a:ext cx="1747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47F9DD26-84D0-283D-6E1F-815A96549BD7}"/>
                    </a:ext>
                  </a:extLst>
                </p14:cNvPr>
                <p14:cNvContentPartPr/>
                <p14:nvPr/>
              </p14:nvContentPartPr>
              <p14:xfrm>
                <a:off x="3880838" y="2455352"/>
                <a:ext cx="56160" cy="54180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47F9DD26-84D0-283D-6E1F-815A96549BD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72198" y="2446352"/>
                  <a:ext cx="7380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5D407FA8-07AA-5B7D-89F7-C063745371A5}"/>
                    </a:ext>
                  </a:extLst>
                </p14:cNvPr>
                <p14:cNvContentPartPr/>
                <p14:nvPr/>
              </p14:nvContentPartPr>
              <p14:xfrm>
                <a:off x="4418678" y="2423312"/>
                <a:ext cx="75960" cy="53352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5D407FA8-07AA-5B7D-89F7-C063745371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10038" y="2414672"/>
                  <a:ext cx="9360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8009CBF3-ED9D-CA84-A52C-B59DBAD4261C}"/>
                    </a:ext>
                  </a:extLst>
                </p14:cNvPr>
                <p14:cNvContentPartPr/>
                <p14:nvPr/>
              </p14:nvContentPartPr>
              <p14:xfrm>
                <a:off x="4832678" y="2430872"/>
                <a:ext cx="30240" cy="46512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8009CBF3-ED9D-CA84-A52C-B59DBAD4261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23678" y="2421872"/>
                  <a:ext cx="478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A0CBBC3B-3E36-5AE4-43D6-5757EF394692}"/>
                    </a:ext>
                  </a:extLst>
                </p14:cNvPr>
                <p14:cNvContentPartPr/>
                <p14:nvPr/>
              </p14:nvContentPartPr>
              <p14:xfrm>
                <a:off x="2829998" y="1941632"/>
                <a:ext cx="1031040" cy="4647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A0CBBC3B-3E36-5AE4-43D6-5757EF39469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20998" y="1932632"/>
                  <a:ext cx="104868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47B248FE-6154-6897-BBD5-F56ECBD5F4B3}"/>
                    </a:ext>
                  </a:extLst>
                </p14:cNvPr>
                <p14:cNvContentPartPr/>
                <p14:nvPr/>
              </p14:nvContentPartPr>
              <p14:xfrm>
                <a:off x="2984438" y="1637432"/>
                <a:ext cx="1196280" cy="76644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47B248FE-6154-6897-BBD5-F56ECBD5F4B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975798" y="1628432"/>
                  <a:ext cx="121392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78CBD47A-943E-ABBA-4184-A40836C453D8}"/>
                    </a:ext>
                  </a:extLst>
                </p14:cNvPr>
                <p14:cNvContentPartPr/>
                <p14:nvPr/>
              </p14:nvContentPartPr>
              <p14:xfrm>
                <a:off x="4065158" y="1872872"/>
                <a:ext cx="716760" cy="53928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78CBD47A-943E-ABBA-4184-A40836C453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56158" y="1864232"/>
                  <a:ext cx="73440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ADFD49F9-B103-8067-9B14-648F29578F6C}"/>
                    </a:ext>
                  </a:extLst>
                </p14:cNvPr>
                <p14:cNvContentPartPr/>
                <p14:nvPr/>
              </p14:nvContentPartPr>
              <p14:xfrm>
                <a:off x="4709558" y="1981232"/>
                <a:ext cx="414720" cy="38592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ADFD49F9-B103-8067-9B14-648F29578F6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00558" y="1972232"/>
                  <a:ext cx="43236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C67F9993-90B3-9833-63E0-C79A494DA759}"/>
                    </a:ext>
                  </a:extLst>
                </p14:cNvPr>
                <p14:cNvContentPartPr/>
                <p14:nvPr/>
              </p14:nvContentPartPr>
              <p14:xfrm>
                <a:off x="4942838" y="2150072"/>
                <a:ext cx="253080" cy="1908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C67F9993-90B3-9833-63E0-C79A494DA75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34198" y="2141432"/>
                  <a:ext cx="270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0D9512F9-A9C2-3C72-D205-26751573D68E}"/>
                    </a:ext>
                  </a:extLst>
                </p14:cNvPr>
                <p14:cNvContentPartPr/>
                <p14:nvPr/>
              </p14:nvContentPartPr>
              <p14:xfrm>
                <a:off x="2863118" y="3063392"/>
                <a:ext cx="876600" cy="41976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0D9512F9-A9C2-3C72-D205-26751573D68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54118" y="3054752"/>
                  <a:ext cx="8942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D5860652-A0FA-95AC-95A1-39CADEA26698}"/>
                    </a:ext>
                  </a:extLst>
                </p14:cNvPr>
                <p14:cNvContentPartPr/>
                <p14:nvPr/>
              </p14:nvContentPartPr>
              <p14:xfrm>
                <a:off x="3721358" y="3031352"/>
                <a:ext cx="505080" cy="54324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D5860652-A0FA-95AC-95A1-39CADEA2669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12718" y="3022352"/>
                  <a:ext cx="52272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A04C381D-8F1B-A4F9-07AE-222CA5C1CBCC}"/>
                    </a:ext>
                  </a:extLst>
                </p14:cNvPr>
                <p14:cNvContentPartPr/>
                <p14:nvPr/>
              </p14:nvContentPartPr>
              <p14:xfrm>
                <a:off x="4226078" y="3025952"/>
                <a:ext cx="550080" cy="58140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A04C381D-8F1B-A4F9-07AE-222CA5C1CBC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17438" y="3017312"/>
                  <a:ext cx="56772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41D63D0C-6AE2-0B03-0B63-D8917A4817C4}"/>
                    </a:ext>
                  </a:extLst>
                </p14:cNvPr>
                <p14:cNvContentPartPr/>
                <p14:nvPr/>
              </p14:nvContentPartPr>
              <p14:xfrm>
                <a:off x="4764278" y="2963672"/>
                <a:ext cx="471960" cy="72288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41D63D0C-6AE2-0B03-0B63-D8917A4817C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55638" y="2954672"/>
                  <a:ext cx="48960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621F612E-9D3D-BCAE-C8ED-494601F929FB}"/>
                    </a:ext>
                  </a:extLst>
                </p14:cNvPr>
                <p14:cNvContentPartPr/>
                <p14:nvPr/>
              </p14:nvContentPartPr>
              <p14:xfrm>
                <a:off x="3255518" y="2067632"/>
                <a:ext cx="81000" cy="28620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621F612E-9D3D-BCAE-C8ED-494601F929F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46878" y="2058632"/>
                  <a:ext cx="98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0358C579-90E4-15B4-27F3-C1B2A3E370A6}"/>
                    </a:ext>
                  </a:extLst>
                </p14:cNvPr>
                <p14:cNvContentPartPr/>
                <p14:nvPr/>
              </p14:nvContentPartPr>
              <p14:xfrm>
                <a:off x="3268838" y="2260232"/>
                <a:ext cx="192600" cy="3888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0358C579-90E4-15B4-27F3-C1B2A3E370A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259838" y="2251232"/>
                  <a:ext cx="210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F4CFF603-3FC3-8021-0AFF-E1687AF666E9}"/>
                    </a:ext>
                  </a:extLst>
                </p14:cNvPr>
                <p14:cNvContentPartPr/>
                <p14:nvPr/>
              </p14:nvContentPartPr>
              <p14:xfrm>
                <a:off x="3609758" y="1947392"/>
                <a:ext cx="204840" cy="9108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F4CFF603-3FC3-8021-0AFF-E1687AF666E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601118" y="1938392"/>
                  <a:ext cx="222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F31EEFD2-471A-9EB5-A880-1142C8FBF8A6}"/>
                    </a:ext>
                  </a:extLst>
                </p14:cNvPr>
                <p14:cNvContentPartPr/>
                <p14:nvPr/>
              </p14:nvContentPartPr>
              <p14:xfrm>
                <a:off x="4192598" y="2012552"/>
                <a:ext cx="92160" cy="19944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F31EEFD2-471A-9EB5-A880-1142C8FBF8A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83958" y="2003552"/>
                  <a:ext cx="109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1F6B82E4-62A1-00CC-7B96-05E4C2AB74BF}"/>
                    </a:ext>
                  </a:extLst>
                </p14:cNvPr>
                <p14:cNvContentPartPr/>
                <p14:nvPr/>
              </p14:nvContentPartPr>
              <p14:xfrm>
                <a:off x="4593998" y="1947392"/>
                <a:ext cx="218520" cy="17460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1F6B82E4-62A1-00CC-7B96-05E4C2AB74B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85358" y="1938392"/>
                  <a:ext cx="236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1D7756C4-CB12-60F5-84F2-DE3191C6728F}"/>
                    </a:ext>
                  </a:extLst>
                </p14:cNvPr>
                <p14:cNvContentPartPr/>
                <p14:nvPr/>
              </p14:nvContentPartPr>
              <p14:xfrm>
                <a:off x="4723598" y="1945952"/>
                <a:ext cx="29160" cy="28008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1D7756C4-CB12-60F5-84F2-DE3191C6728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14598" y="1936952"/>
                  <a:ext cx="468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F1C3A830-FE25-F5CC-96E0-C06149DE8107}"/>
                    </a:ext>
                  </a:extLst>
                </p14:cNvPr>
                <p14:cNvContentPartPr/>
                <p14:nvPr/>
              </p14:nvContentPartPr>
              <p14:xfrm>
                <a:off x="3281078" y="3155912"/>
                <a:ext cx="96120" cy="25668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F1C3A830-FE25-F5CC-96E0-C06149DE81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272078" y="3146912"/>
                  <a:ext cx="1137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BF1D71D6-5E9C-E00A-30F3-4F09A69D921B}"/>
                    </a:ext>
                  </a:extLst>
                </p14:cNvPr>
                <p14:cNvContentPartPr/>
                <p14:nvPr/>
              </p14:nvContentPartPr>
              <p14:xfrm>
                <a:off x="3259478" y="3158072"/>
                <a:ext cx="229680" cy="11196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BF1D71D6-5E9C-E00A-30F3-4F09A69D921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250478" y="3149432"/>
                  <a:ext cx="247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3E32B300-8FF6-9FB7-CEA0-C79109FA8262}"/>
                    </a:ext>
                  </a:extLst>
                </p14:cNvPr>
                <p14:cNvContentPartPr/>
                <p14:nvPr/>
              </p14:nvContentPartPr>
              <p14:xfrm>
                <a:off x="3865358" y="3163832"/>
                <a:ext cx="118440" cy="27288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3E32B300-8FF6-9FB7-CEA0-C79109FA826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56358" y="3155192"/>
                  <a:ext cx="136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A2F9B1F7-ABCB-9CFA-E6FA-D080300B0288}"/>
                    </a:ext>
                  </a:extLst>
                </p14:cNvPr>
                <p14:cNvContentPartPr/>
                <p14:nvPr/>
              </p14:nvContentPartPr>
              <p14:xfrm>
                <a:off x="4293038" y="3178952"/>
                <a:ext cx="161640" cy="40788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A2F9B1F7-ABCB-9CFA-E6FA-D080300B028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84038" y="3169952"/>
                  <a:ext cx="1792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DC7767B7-1434-21F8-ACF2-665E01A0D411}"/>
                    </a:ext>
                  </a:extLst>
                </p14:cNvPr>
                <p14:cNvContentPartPr/>
                <p14:nvPr/>
              </p14:nvContentPartPr>
              <p14:xfrm>
                <a:off x="4872278" y="3242672"/>
                <a:ext cx="151200" cy="24480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DC7767B7-1434-21F8-ACF2-665E01A0D41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63638" y="3234032"/>
                  <a:ext cx="16884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CA996B2-C9FF-31D5-E6C9-7E5A75CB256D}"/>
              </a:ext>
            </a:extLst>
          </p:cNvPr>
          <p:cNvGrpSpPr/>
          <p:nvPr/>
        </p:nvGrpSpPr>
        <p:grpSpPr>
          <a:xfrm>
            <a:off x="3622358" y="1195352"/>
            <a:ext cx="2301120" cy="1221120"/>
            <a:chOff x="3622358" y="1195352"/>
            <a:chExt cx="2301120" cy="12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B786C027-669D-FCC7-BC9F-8EC61ECB7CAD}"/>
                    </a:ext>
                  </a:extLst>
                </p14:cNvPr>
                <p14:cNvContentPartPr/>
                <p14:nvPr/>
              </p14:nvContentPartPr>
              <p14:xfrm>
                <a:off x="3622358" y="1378232"/>
                <a:ext cx="2031120" cy="100908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B786C027-669D-FCC7-BC9F-8EC61ECB7CA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13718" y="1369592"/>
                  <a:ext cx="204876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1B948916-9432-55C9-586D-C88072EA4520}"/>
                    </a:ext>
                  </a:extLst>
                </p14:cNvPr>
                <p14:cNvContentPartPr/>
                <p14:nvPr/>
              </p14:nvContentPartPr>
              <p14:xfrm>
                <a:off x="4131758" y="1598192"/>
                <a:ext cx="1591200" cy="81252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1B948916-9432-55C9-586D-C88072EA452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23118" y="1589552"/>
                  <a:ext cx="160884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53B093A3-95B7-23F1-93CE-514D89407CEF}"/>
                    </a:ext>
                  </a:extLst>
                </p14:cNvPr>
                <p14:cNvContentPartPr/>
                <p14:nvPr/>
              </p14:nvContentPartPr>
              <p14:xfrm>
                <a:off x="4532078" y="1842632"/>
                <a:ext cx="1127880" cy="57384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53B093A3-95B7-23F1-93CE-514D89407CE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23438" y="1833992"/>
                  <a:ext cx="114552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C9FFA062-6D11-8B77-1D66-709767B57252}"/>
                    </a:ext>
                  </a:extLst>
                </p14:cNvPr>
                <p14:cNvContentPartPr/>
                <p14:nvPr/>
              </p14:nvContentPartPr>
              <p14:xfrm>
                <a:off x="5014838" y="2108672"/>
                <a:ext cx="603000" cy="30600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C9FFA062-6D11-8B77-1D66-709767B5725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05838" y="2099672"/>
                  <a:ext cx="6206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B95CD559-1977-9410-F201-3E9217C9CD16}"/>
                    </a:ext>
                  </a:extLst>
                </p14:cNvPr>
                <p14:cNvContentPartPr/>
                <p14:nvPr/>
              </p14:nvContentPartPr>
              <p14:xfrm>
                <a:off x="5752838" y="1195352"/>
                <a:ext cx="143280" cy="2217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B95CD559-1977-9410-F201-3E9217C9CD1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44198" y="1186352"/>
                  <a:ext cx="1609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751A3140-1C28-AC12-E4F4-AF78149567A4}"/>
                    </a:ext>
                  </a:extLst>
                </p14:cNvPr>
                <p14:cNvContentPartPr/>
                <p14:nvPr/>
              </p14:nvContentPartPr>
              <p14:xfrm>
                <a:off x="5762918" y="1537352"/>
                <a:ext cx="160560" cy="9900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751A3140-1C28-AC12-E4F4-AF78149567A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753918" y="1528712"/>
                  <a:ext cx="178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13969D40-FAE5-7548-28D7-A7871DEDB1D4}"/>
                    </a:ext>
                  </a:extLst>
                </p14:cNvPr>
                <p14:cNvContentPartPr/>
                <p14:nvPr/>
              </p14:nvContentPartPr>
              <p14:xfrm>
                <a:off x="5731958" y="1769552"/>
                <a:ext cx="86040" cy="23220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13969D40-FAE5-7548-28D7-A7871DEDB1D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723318" y="1760552"/>
                  <a:ext cx="103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62CF9C86-3BA4-5AC9-5F79-BD9499C1CDEF}"/>
                    </a:ext>
                  </a:extLst>
                </p14:cNvPr>
                <p14:cNvContentPartPr/>
                <p14:nvPr/>
              </p14:nvContentPartPr>
              <p14:xfrm>
                <a:off x="5685518" y="2123072"/>
                <a:ext cx="223200" cy="7416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62CF9C86-3BA4-5AC9-5F79-BD9499C1CDE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76878" y="2114432"/>
                  <a:ext cx="240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5DE7791B-6C28-6BC9-66CA-39CB3985CE8A}"/>
                    </a:ext>
                  </a:extLst>
                </p14:cNvPr>
                <p14:cNvContentPartPr/>
                <p14:nvPr/>
              </p14:nvContentPartPr>
              <p14:xfrm>
                <a:off x="5744558" y="2094272"/>
                <a:ext cx="16200" cy="26784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5DE7791B-6C28-6BC9-66CA-39CB3985CE8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35918" y="2085272"/>
                  <a:ext cx="3384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42C79DB3-7835-41C9-8241-2BC3691B42AE}"/>
              </a:ext>
            </a:extLst>
          </p:cNvPr>
          <p:cNvGrpSpPr/>
          <p:nvPr/>
        </p:nvGrpSpPr>
        <p:grpSpPr>
          <a:xfrm>
            <a:off x="3652238" y="2857472"/>
            <a:ext cx="2327760" cy="1332000"/>
            <a:chOff x="3652238" y="2857472"/>
            <a:chExt cx="2327760" cy="13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F92C5440-3D9D-BE94-9DB6-1B836A3FF219}"/>
                    </a:ext>
                  </a:extLst>
                </p14:cNvPr>
                <p14:cNvContentPartPr/>
                <p14:nvPr/>
              </p14:nvContentPartPr>
              <p14:xfrm>
                <a:off x="3652238" y="3021272"/>
                <a:ext cx="1951920" cy="79776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F92C5440-3D9D-BE94-9DB6-1B836A3FF21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43598" y="3012632"/>
                  <a:ext cx="196956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C426D33D-D172-C56A-11E0-4BD2418543C4}"/>
                    </a:ext>
                  </a:extLst>
                </p14:cNvPr>
                <p14:cNvContentPartPr/>
                <p14:nvPr/>
              </p14:nvContentPartPr>
              <p14:xfrm>
                <a:off x="4190798" y="3009392"/>
                <a:ext cx="1282680" cy="56700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C426D33D-D172-C56A-11E0-4BD2418543C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81798" y="3000392"/>
                  <a:ext cx="130032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ADF058F4-C365-0016-BF8E-ED356C14E81A}"/>
                    </a:ext>
                  </a:extLst>
                </p14:cNvPr>
                <p14:cNvContentPartPr/>
                <p14:nvPr/>
              </p14:nvContentPartPr>
              <p14:xfrm>
                <a:off x="4630358" y="2904992"/>
                <a:ext cx="918360" cy="39744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ADF058F4-C365-0016-BF8E-ED356C14E81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21718" y="2896352"/>
                  <a:ext cx="9360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DDD12946-B242-E09A-CF3A-2589F920406F}"/>
                    </a:ext>
                  </a:extLst>
                </p14:cNvPr>
                <p14:cNvContentPartPr/>
                <p14:nvPr/>
              </p14:nvContentPartPr>
              <p14:xfrm>
                <a:off x="5040758" y="2878712"/>
                <a:ext cx="711720" cy="21456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DDD12946-B242-E09A-CF3A-2589F92040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31758" y="2870072"/>
                  <a:ext cx="729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20DE5B87-F98B-1952-0AD8-A4A544294489}"/>
                    </a:ext>
                  </a:extLst>
                </p14:cNvPr>
                <p14:cNvContentPartPr/>
                <p14:nvPr/>
              </p14:nvContentPartPr>
              <p14:xfrm>
                <a:off x="5603798" y="3995792"/>
                <a:ext cx="96840" cy="19368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20DE5B87-F98B-1952-0AD8-A4A5442944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95158" y="3986792"/>
                  <a:ext cx="114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C2A9B30A-8FA6-ACD2-72AE-78D1771C8EDB}"/>
                    </a:ext>
                  </a:extLst>
                </p14:cNvPr>
                <p14:cNvContentPartPr/>
                <p14:nvPr/>
              </p14:nvContentPartPr>
              <p14:xfrm>
                <a:off x="5558438" y="3966992"/>
                <a:ext cx="180360" cy="1980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C2A9B30A-8FA6-ACD2-72AE-78D1771C8ED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49438" y="3957992"/>
                  <a:ext cx="19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083C268A-B906-8A0F-A6F5-A51505F69A52}"/>
                    </a:ext>
                  </a:extLst>
                </p14:cNvPr>
                <p14:cNvContentPartPr/>
                <p14:nvPr/>
              </p14:nvContentPartPr>
              <p14:xfrm>
                <a:off x="5623598" y="3393872"/>
                <a:ext cx="138960" cy="28080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083C268A-B906-8A0F-A6F5-A51505F69A5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14598" y="3385232"/>
                  <a:ext cx="1566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09CEE4DB-06CA-FBC8-A4FE-F9C4C7EB7C48}"/>
                    </a:ext>
                  </a:extLst>
                </p14:cNvPr>
                <p14:cNvContentPartPr/>
                <p14:nvPr/>
              </p14:nvContentPartPr>
              <p14:xfrm>
                <a:off x="5706758" y="3155192"/>
                <a:ext cx="134640" cy="27936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09CEE4DB-06CA-FBC8-A4FE-F9C4C7EB7C4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98118" y="3146192"/>
                  <a:ext cx="152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EE486ABA-46A2-ED3C-C889-E9B95B03E031}"/>
                    </a:ext>
                  </a:extLst>
                </p14:cNvPr>
                <p14:cNvContentPartPr/>
                <p14:nvPr/>
              </p14:nvContentPartPr>
              <p14:xfrm>
                <a:off x="5810798" y="2857472"/>
                <a:ext cx="169200" cy="26712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EE486ABA-46A2-ED3C-C889-E9B95B03E03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01798" y="2848832"/>
                  <a:ext cx="18684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9D7CEFDA-E6B8-DBB5-8A01-9182901FF13D}"/>
              </a:ext>
            </a:extLst>
          </p:cNvPr>
          <p:cNvGrpSpPr/>
          <p:nvPr/>
        </p:nvGrpSpPr>
        <p:grpSpPr>
          <a:xfrm>
            <a:off x="3810278" y="4172552"/>
            <a:ext cx="1337400" cy="848160"/>
            <a:chOff x="3810278" y="4172552"/>
            <a:chExt cx="1337400" cy="84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44D7688B-DE7F-844C-73E7-A873E5B13F86}"/>
                    </a:ext>
                  </a:extLst>
                </p14:cNvPr>
                <p14:cNvContentPartPr/>
                <p14:nvPr/>
              </p14:nvContentPartPr>
              <p14:xfrm>
                <a:off x="3980198" y="4243472"/>
                <a:ext cx="163800" cy="15948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44D7688B-DE7F-844C-73E7-A873E5B13F8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71198" y="4234472"/>
                  <a:ext cx="181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D88D11FB-DDE1-6A51-9C27-538EE3FF9776}"/>
                    </a:ext>
                  </a:extLst>
                </p14:cNvPr>
                <p14:cNvContentPartPr/>
                <p14:nvPr/>
              </p14:nvContentPartPr>
              <p14:xfrm>
                <a:off x="3948518" y="4392512"/>
                <a:ext cx="179280" cy="12240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D88D11FB-DDE1-6A51-9C27-538EE3FF977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39878" y="4383872"/>
                  <a:ext cx="196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AFBFD8BC-4AC8-F74C-68EB-A796A4BFECF6}"/>
                    </a:ext>
                  </a:extLst>
                </p14:cNvPr>
                <p14:cNvContentPartPr/>
                <p14:nvPr/>
              </p14:nvContentPartPr>
              <p14:xfrm>
                <a:off x="4017998" y="4512392"/>
                <a:ext cx="150840" cy="7524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AFBFD8BC-4AC8-F74C-68EB-A796A4BFECF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008998" y="4503392"/>
                  <a:ext cx="168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81A0DBF9-C7A8-1439-571B-FD451EDE576C}"/>
                    </a:ext>
                  </a:extLst>
                </p14:cNvPr>
                <p14:cNvContentPartPr/>
                <p14:nvPr/>
              </p14:nvContentPartPr>
              <p14:xfrm>
                <a:off x="4204838" y="4193072"/>
                <a:ext cx="5400" cy="14544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81A0DBF9-C7A8-1439-571B-FD451EDE576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95838" y="4184072"/>
                  <a:ext cx="23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BE720676-C47E-F5A9-8A00-6ADF9F2F036F}"/>
                    </a:ext>
                  </a:extLst>
                </p14:cNvPr>
                <p14:cNvContentPartPr/>
                <p14:nvPr/>
              </p14:nvContentPartPr>
              <p14:xfrm>
                <a:off x="4156958" y="4222952"/>
                <a:ext cx="142560" cy="6948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BE720676-C47E-F5A9-8A00-6ADF9F2F036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48318" y="4213952"/>
                  <a:ext cx="160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C557C3D0-D4C3-D954-1F55-300F54CCFF0A}"/>
                    </a:ext>
                  </a:extLst>
                </p14:cNvPr>
                <p14:cNvContentPartPr/>
                <p14:nvPr/>
              </p14:nvContentPartPr>
              <p14:xfrm>
                <a:off x="4196918" y="4278752"/>
                <a:ext cx="219960" cy="17964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C557C3D0-D4C3-D954-1F55-300F54CCFF0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88278" y="4269752"/>
                  <a:ext cx="237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5C95642A-2BC5-FDEE-A901-663C60B01DF5}"/>
                    </a:ext>
                  </a:extLst>
                </p14:cNvPr>
                <p14:cNvContentPartPr/>
                <p14:nvPr/>
              </p14:nvContentPartPr>
              <p14:xfrm>
                <a:off x="4400318" y="4277312"/>
                <a:ext cx="101160" cy="10980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5C95642A-2BC5-FDEE-A901-663C60B01DF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91678" y="4268312"/>
                  <a:ext cx="118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52B7486F-A152-73C4-9C4E-B8080A743A16}"/>
                    </a:ext>
                  </a:extLst>
                </p14:cNvPr>
                <p14:cNvContentPartPr/>
                <p14:nvPr/>
              </p14:nvContentPartPr>
              <p14:xfrm>
                <a:off x="4329038" y="4443992"/>
                <a:ext cx="193680" cy="6300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52B7486F-A152-73C4-9C4E-B8080A743A1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20398" y="4434992"/>
                  <a:ext cx="211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79EACF55-85A4-5738-BD02-49864D98528C}"/>
                    </a:ext>
                  </a:extLst>
                </p14:cNvPr>
                <p14:cNvContentPartPr/>
                <p14:nvPr/>
              </p14:nvContentPartPr>
              <p14:xfrm>
                <a:off x="4628918" y="4172552"/>
                <a:ext cx="79560" cy="28044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79EACF55-85A4-5738-BD02-49864D98528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619918" y="4163912"/>
                  <a:ext cx="972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D63DCFFC-9B87-04B7-CACF-765AAEE643DC}"/>
                    </a:ext>
                  </a:extLst>
                </p14:cNvPr>
                <p14:cNvContentPartPr/>
                <p14:nvPr/>
              </p14:nvContentPartPr>
              <p14:xfrm>
                <a:off x="3810278" y="4780232"/>
                <a:ext cx="141120" cy="24048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D63DCFFC-9B87-04B7-CACF-765AAEE643D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801638" y="4771592"/>
                  <a:ext cx="1587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06E109E6-731B-6667-13CA-CE07E0F51E71}"/>
                    </a:ext>
                  </a:extLst>
                </p14:cNvPr>
                <p14:cNvContentPartPr/>
                <p14:nvPr/>
              </p14:nvContentPartPr>
              <p14:xfrm>
                <a:off x="3968318" y="4723712"/>
                <a:ext cx="34920" cy="1620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06E109E6-731B-6667-13CA-CE07E0F51E7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59318" y="4715072"/>
                  <a:ext cx="52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9D8DD6A6-6607-7231-37EF-96E65334DDA1}"/>
                    </a:ext>
                  </a:extLst>
                </p14:cNvPr>
                <p14:cNvContentPartPr/>
                <p14:nvPr/>
              </p14:nvContentPartPr>
              <p14:xfrm>
                <a:off x="4004318" y="4801472"/>
                <a:ext cx="48960" cy="20304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9D8DD6A6-6607-7231-37EF-96E65334DDA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995678" y="4792832"/>
                  <a:ext cx="666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8F3CFFA9-8517-2FE7-9F1C-6678BAA1C513}"/>
                    </a:ext>
                  </a:extLst>
                </p14:cNvPr>
                <p14:cNvContentPartPr/>
                <p14:nvPr/>
              </p14:nvContentPartPr>
              <p14:xfrm>
                <a:off x="4081358" y="4733072"/>
                <a:ext cx="281160" cy="22608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8F3CFFA9-8517-2FE7-9F1C-6678BAA1C51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72718" y="4724432"/>
                  <a:ext cx="298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ABFDB0A0-F84D-6E9F-4882-770B9D6171BB}"/>
                    </a:ext>
                  </a:extLst>
                </p14:cNvPr>
                <p14:cNvContentPartPr/>
                <p14:nvPr/>
              </p14:nvContentPartPr>
              <p14:xfrm>
                <a:off x="4365398" y="4635872"/>
                <a:ext cx="232200" cy="24840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ABFDB0A0-F84D-6E9F-4882-770B9D6171B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56758" y="4626872"/>
                  <a:ext cx="249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B92E9BC1-AF31-2A5B-8146-2A31EC5542E4}"/>
                    </a:ext>
                  </a:extLst>
                </p14:cNvPr>
                <p14:cNvContentPartPr/>
                <p14:nvPr/>
              </p14:nvContentPartPr>
              <p14:xfrm>
                <a:off x="4572758" y="4571072"/>
                <a:ext cx="101160" cy="23436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B92E9BC1-AF31-2A5B-8146-2A31EC5542E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64118" y="4562432"/>
                  <a:ext cx="118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BE4A6A82-2442-26AE-CFA3-88381C039F59}"/>
                    </a:ext>
                  </a:extLst>
                </p14:cNvPr>
                <p14:cNvContentPartPr/>
                <p14:nvPr/>
              </p14:nvContentPartPr>
              <p14:xfrm>
                <a:off x="4722158" y="4600592"/>
                <a:ext cx="200520" cy="163800"/>
              </p14:xfrm>
            </p:contentPart>
          </mc:Choice>
          <mc:Fallback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BE4A6A82-2442-26AE-CFA3-88381C039F5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713158" y="4591952"/>
                  <a:ext cx="218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AD5539D8-FDB2-B0FA-37D6-BE4E6007925B}"/>
                    </a:ext>
                  </a:extLst>
                </p14:cNvPr>
                <p14:cNvContentPartPr/>
                <p14:nvPr/>
              </p14:nvContentPartPr>
              <p14:xfrm>
                <a:off x="4910798" y="4536152"/>
                <a:ext cx="236880" cy="182520"/>
              </p14:xfrm>
            </p:contentPart>
          </mc:Choice>
          <mc:Fallback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AD5539D8-FDB2-B0FA-37D6-BE4E6007925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02158" y="4527512"/>
                  <a:ext cx="254520" cy="20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4173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ChangeArrowheads="1"/>
          </p:cNvSpPr>
          <p:nvPr/>
        </p:nvSpPr>
        <p:spPr bwMode="auto">
          <a:xfrm>
            <a:off x="714375" y="2571750"/>
            <a:ext cx="3429000" cy="187801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8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>
                <a:latin typeface="Times New Roman" panose="02020603050405020304" pitchFamily="18" charset="0"/>
              </a:rPr>
              <a:t> writer</a:t>
            </a:r>
            <a:r>
              <a:rPr lang="en-US" altLang="ko-KR" sz="2400">
                <a:latin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</a:rPr>
              <a:t>프로세스</a:t>
            </a:r>
            <a:endParaRPr lang="ko-KR" altLang="en-US" sz="1800">
              <a:latin typeface="Times New Roman" panose="02020603050405020304" pitchFamily="18" charset="0"/>
            </a:endParaRPr>
          </a:p>
          <a:p>
            <a:pPr latinLnBrk="0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ko-KR" altLang="en-US" sz="1800" b="1">
                <a:latin typeface="Helvetica" panose="020B0604020202020204" pitchFamily="34" charset="0"/>
              </a:rPr>
              <a:t>    	</a:t>
            </a:r>
            <a:r>
              <a:rPr lang="en-US" altLang="ko-KR" sz="1800" b="1">
                <a:latin typeface="Helvetica" panose="020B0604020202020204" pitchFamily="34" charset="0"/>
              </a:rPr>
              <a:t>wait(wrt);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 …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</a:t>
            </a:r>
            <a:r>
              <a:rPr lang="en-US" altLang="ko-KR" sz="1800">
                <a:latin typeface="Helvetica" panose="020B0604020202020204" pitchFamily="34" charset="0"/>
              </a:rPr>
              <a:t>writing is performed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 …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signal(wrt);</a:t>
            </a:r>
            <a:endParaRPr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4643438" y="2500313"/>
            <a:ext cx="3357562" cy="419258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8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>
                <a:latin typeface="Times New Roman" panose="02020603050405020304" pitchFamily="18" charset="0"/>
              </a:rPr>
              <a:t> reader</a:t>
            </a:r>
            <a:r>
              <a:rPr lang="en-US" altLang="ko-KR" sz="2400">
                <a:latin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</a:rPr>
              <a:t>프로세스</a:t>
            </a:r>
            <a:endParaRPr lang="ko-KR" altLang="en-US" sz="1800" b="1">
              <a:latin typeface="Helvetica" panose="020B0604020202020204" pitchFamily="34" charset="0"/>
            </a:endParaRP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ko-KR" altLang="en-US" sz="1800" b="1">
                <a:latin typeface="Helvetica" panose="020B0604020202020204" pitchFamily="34" charset="0"/>
              </a:rPr>
              <a:t>	</a:t>
            </a:r>
            <a:r>
              <a:rPr lang="en-US" altLang="ko-KR" sz="1800" b="1">
                <a:latin typeface="Helvetica" panose="020B0604020202020204" pitchFamily="34" charset="0"/>
              </a:rPr>
              <a:t>wait(mutex);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readcount++;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if (readcount == 1)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wait(wrt);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signal(mutex);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 …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</a:t>
            </a:r>
            <a:r>
              <a:rPr lang="en-US" altLang="ko-KR" sz="1800">
                <a:latin typeface="Helvetica" panose="020B0604020202020204" pitchFamily="34" charset="0"/>
              </a:rPr>
              <a:t>reading is performed</a:t>
            </a:r>
            <a:endParaRPr lang="en-US" altLang="ko-KR" sz="1800" b="1">
              <a:latin typeface="Helvetica" panose="020B0604020202020204" pitchFamily="34" charset="0"/>
            </a:endParaRP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 …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wait(mutex);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readcount--;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if (readcount == 0)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signal(wrt);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signal(mutex);</a:t>
            </a:r>
            <a:endParaRPr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4198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769150-9287-4218-B14B-8A6A10C08DE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14313" y="1357313"/>
            <a:ext cx="8715375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sz="2800" b="1" kern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2800" b="1" kern="0" dirty="0">
                <a:solidFill>
                  <a:srgbClr val="000000"/>
                </a:solidFill>
                <a:latin typeface="+mn-ea"/>
                <a:ea typeface="+mn-ea"/>
              </a:rPr>
              <a:t>Readers-Writer </a:t>
            </a:r>
            <a:r>
              <a:rPr lang="ko-KR" altLang="en-US" sz="2800" b="1" kern="0" dirty="0">
                <a:solidFill>
                  <a:srgbClr val="000000"/>
                </a:solidFill>
                <a:latin typeface="+mn-ea"/>
                <a:ea typeface="+mn-ea"/>
              </a:rPr>
              <a:t>문제</a:t>
            </a:r>
            <a:endParaRPr lang="en-US" altLang="ko-KR" sz="2800" b="1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solidFill>
                  <a:srgbClr val="000000"/>
                </a:solidFill>
                <a:latin typeface="+mn-ea"/>
                <a:ea typeface="+mn-ea"/>
              </a:rPr>
              <a:t>공유 데이터</a:t>
            </a:r>
            <a:r>
              <a:rPr lang="en-US" altLang="ko-KR" sz="2000" kern="0" dirty="0">
                <a:solidFill>
                  <a:srgbClr val="000000"/>
                </a:solidFill>
                <a:latin typeface="+mn-ea"/>
                <a:ea typeface="+mn-ea"/>
              </a:rPr>
              <a:t>: semaphore </a:t>
            </a:r>
            <a:r>
              <a:rPr lang="en-US" altLang="ko-KR" sz="2000" kern="0" dirty="0" err="1">
                <a:solidFill>
                  <a:srgbClr val="000000"/>
                </a:solidFill>
                <a:latin typeface="+mn-ea"/>
                <a:ea typeface="+mn-ea"/>
              </a:rPr>
              <a:t>mutex</a:t>
            </a:r>
            <a:r>
              <a:rPr lang="en-US" altLang="ko-KR" sz="2000" kern="0" dirty="0">
                <a:solidFill>
                  <a:srgbClr val="000000"/>
                </a:solidFill>
                <a:latin typeface="+mn-ea"/>
                <a:ea typeface="+mn-ea"/>
              </a:rPr>
              <a:t>=1, </a:t>
            </a:r>
            <a:r>
              <a:rPr lang="en-US" altLang="ko-KR" sz="2000" kern="0" dirty="0" err="1">
                <a:solidFill>
                  <a:srgbClr val="000000"/>
                </a:solidFill>
                <a:latin typeface="+mn-ea"/>
                <a:ea typeface="+mn-ea"/>
              </a:rPr>
              <a:t>wrt</a:t>
            </a:r>
            <a:r>
              <a:rPr lang="en-US" altLang="ko-KR" sz="2000" kern="0" dirty="0">
                <a:solidFill>
                  <a:srgbClr val="000000"/>
                </a:solidFill>
                <a:latin typeface="+mn-ea"/>
                <a:ea typeface="+mn-ea"/>
              </a:rPr>
              <a:t>=1;</a:t>
            </a:r>
          </a:p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altLang="ko-KR" sz="2800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8875" y="2857500"/>
            <a:ext cx="6534150" cy="3357563"/>
          </a:xfrm>
        </p:spPr>
        <p:txBody>
          <a:bodyPr/>
          <a:lstStyle/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v"/>
              <a:defRPr/>
            </a:pPr>
            <a:r>
              <a:rPr lang="ko-KR" altLang="en-US" sz="2000" b="1" dirty="0">
                <a:latin typeface="+mn-ea"/>
              </a:rPr>
              <a:t>철학자 </a:t>
            </a:r>
            <a:r>
              <a:rPr lang="en-US" altLang="ko-KR" sz="2000" b="1" dirty="0" err="1">
                <a:latin typeface="+mn-ea"/>
              </a:rPr>
              <a:t>i</a:t>
            </a:r>
            <a:endParaRPr lang="en-US" altLang="ko-KR" sz="2000" b="1" dirty="0">
              <a:latin typeface="+mn-ea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800" dirty="0">
                <a:latin typeface="+mn-ea"/>
              </a:rPr>
              <a:t>		</a:t>
            </a:r>
            <a:r>
              <a:rPr lang="en-US" altLang="ko-KR" sz="1400" b="1" dirty="0">
                <a:latin typeface="+mn-ea"/>
              </a:rPr>
              <a:t>do {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wait(chopstick[</a:t>
            </a:r>
            <a:r>
              <a:rPr lang="en-US" altLang="ko-KR" sz="1400" b="1" dirty="0" err="1">
                <a:latin typeface="+mn-ea"/>
              </a:rPr>
              <a:t>i</a:t>
            </a:r>
            <a:r>
              <a:rPr lang="en-US" altLang="ko-KR" sz="1400" b="1" dirty="0">
                <a:latin typeface="+mn-ea"/>
              </a:rPr>
              <a:t>]); // </a:t>
            </a:r>
            <a:r>
              <a:rPr lang="ko-KR" altLang="en-US" sz="1400" b="1" dirty="0">
                <a:latin typeface="+mn-ea"/>
              </a:rPr>
              <a:t>왼쪽 젓가락을 집음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1400" b="1" dirty="0">
                <a:latin typeface="+mn-ea"/>
              </a:rPr>
              <a:t>			</a:t>
            </a:r>
            <a:r>
              <a:rPr lang="en-US" altLang="ko-KR" sz="1400" b="1" dirty="0">
                <a:latin typeface="+mn-ea"/>
              </a:rPr>
              <a:t>wait(chopstick[(i+1) % 5]); //</a:t>
            </a:r>
            <a:r>
              <a:rPr lang="ko-KR" altLang="en-US" sz="1400" b="1" dirty="0">
                <a:latin typeface="+mn-ea"/>
              </a:rPr>
              <a:t>오른쪽 젓가락을 집음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1400" b="1" dirty="0">
                <a:latin typeface="+mn-ea"/>
              </a:rPr>
              <a:t>				 </a:t>
            </a:r>
            <a:r>
              <a:rPr lang="en-US" altLang="ko-KR" sz="1400" b="1" dirty="0">
                <a:latin typeface="+mn-ea"/>
              </a:rPr>
              <a:t>…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	</a:t>
            </a:r>
            <a:r>
              <a:rPr lang="en-US" altLang="ko-KR" sz="1400" dirty="0">
                <a:latin typeface="+mn-ea"/>
              </a:rPr>
              <a:t>eat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	 …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signal(chopstick[</a:t>
            </a:r>
            <a:r>
              <a:rPr lang="en-US" altLang="ko-KR" sz="1400" b="1" dirty="0" err="1">
                <a:latin typeface="+mn-ea"/>
              </a:rPr>
              <a:t>i</a:t>
            </a:r>
            <a:r>
              <a:rPr lang="en-US" altLang="ko-KR" sz="1400" b="1" dirty="0">
                <a:latin typeface="+mn-ea"/>
              </a:rPr>
              <a:t>]); // </a:t>
            </a:r>
            <a:r>
              <a:rPr lang="ko-KR" altLang="en-US" sz="1400" b="1" dirty="0">
                <a:latin typeface="+mn-ea"/>
              </a:rPr>
              <a:t>왼쪽 젓가락을 놓음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1400" b="1" dirty="0">
                <a:latin typeface="+mn-ea"/>
              </a:rPr>
              <a:t>			</a:t>
            </a:r>
            <a:r>
              <a:rPr lang="en-US" altLang="ko-KR" sz="1400" b="1" dirty="0">
                <a:latin typeface="+mn-ea"/>
              </a:rPr>
              <a:t>signal(chopstick[(i+1) % 5]); //</a:t>
            </a:r>
            <a:r>
              <a:rPr lang="ko-KR" altLang="en-US" sz="1400" b="1" dirty="0">
                <a:latin typeface="+mn-ea"/>
              </a:rPr>
              <a:t>오른쪽 젓가락을 놓음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1400" b="1" dirty="0">
                <a:latin typeface="+mn-ea"/>
              </a:rPr>
              <a:t>				 </a:t>
            </a:r>
            <a:r>
              <a:rPr lang="en-US" altLang="ko-KR" sz="1400" b="1" dirty="0">
                <a:latin typeface="+mn-ea"/>
              </a:rPr>
              <a:t>…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	</a:t>
            </a:r>
            <a:r>
              <a:rPr lang="en-US" altLang="ko-KR" sz="1400" dirty="0">
                <a:latin typeface="+mn-ea"/>
              </a:rPr>
              <a:t>think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	 …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} while (1);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403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AB98ED-316A-4B1B-A08C-D4F8AE3B89A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44036" name="Picture 102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1" t="1514" r="9152" b="702"/>
          <a:stretch>
            <a:fillRect/>
          </a:stretch>
        </p:blipFill>
        <p:spPr bwMode="auto">
          <a:xfrm>
            <a:off x="285750" y="3214688"/>
            <a:ext cx="2735263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14313" y="1357313"/>
            <a:ext cx="871537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sz="2800" b="1" kern="0" dirty="0">
                <a:solidFill>
                  <a:srgbClr val="000000"/>
                </a:solidFill>
                <a:latin typeface="+mn-ea"/>
                <a:ea typeface="+mn-ea"/>
              </a:rPr>
              <a:t> 식사하는 철학자 문제</a:t>
            </a:r>
            <a:endParaRPr lang="en-US" altLang="ko-KR" sz="2800" b="1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solidFill>
                  <a:srgbClr val="000000"/>
                </a:solidFill>
              </a:rPr>
              <a:t>공유 데이터</a:t>
            </a:r>
            <a:r>
              <a:rPr lang="en-US" altLang="ko-KR" sz="2000" kern="0" dirty="0">
                <a:solidFill>
                  <a:srgbClr val="000000"/>
                </a:solidFill>
              </a:rPr>
              <a:t>: semaphore chopstick[5] ={1, 1, 1, 1, 1};</a:t>
            </a:r>
            <a:endParaRPr lang="en-US" altLang="ko-KR" sz="2800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86375" y="2928938"/>
            <a:ext cx="3467100" cy="37623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monitor </a:t>
            </a:r>
            <a:r>
              <a:rPr lang="en-US" altLang="ko-KR" sz="1600" b="1" i="1" kern="0" dirty="0" err="1">
                <a:latin typeface="+mn-lt"/>
                <a:ea typeface="+mn-ea"/>
              </a:rPr>
              <a:t>monitor</a:t>
            </a:r>
            <a:r>
              <a:rPr lang="en-US" altLang="ko-KR" sz="1600" b="1" i="1" kern="0" dirty="0">
                <a:latin typeface="+mn-lt"/>
                <a:ea typeface="+mn-ea"/>
              </a:rPr>
              <a:t>-name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{</a:t>
            </a:r>
            <a:endParaRPr lang="en-US" altLang="ko-KR" sz="1600" i="1" kern="0" dirty="0">
              <a:latin typeface="+mn-lt"/>
              <a:ea typeface="+mn-ea"/>
            </a:endParaRP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</a:rPr>
              <a:t>	shared variable declarations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</a:rPr>
              <a:t>	</a:t>
            </a:r>
            <a:r>
              <a:rPr lang="en-US" altLang="ko-KR" sz="1600" b="1" kern="0" dirty="0">
                <a:latin typeface="+mn-lt"/>
                <a:ea typeface="+mn-ea"/>
              </a:rPr>
              <a:t>procedure body</a:t>
            </a:r>
            <a:r>
              <a:rPr lang="en-US" altLang="ko-KR" sz="1600" kern="0" dirty="0">
                <a:latin typeface="+mn-lt"/>
                <a:ea typeface="+mn-ea"/>
              </a:rPr>
              <a:t> </a:t>
            </a:r>
            <a:r>
              <a:rPr lang="en-US" altLang="ko-KR" sz="1600" i="1" kern="0" dirty="0">
                <a:latin typeface="+mn-lt"/>
                <a:ea typeface="+mn-ea"/>
              </a:rPr>
              <a:t>P1</a:t>
            </a:r>
            <a:r>
              <a:rPr lang="en-US" altLang="ko-KR" sz="1600" kern="0" dirty="0">
                <a:latin typeface="+mn-lt"/>
                <a:ea typeface="+mn-ea"/>
              </a:rPr>
              <a:t> </a:t>
            </a:r>
            <a:r>
              <a:rPr lang="en-US" altLang="ko-KR" sz="1600" b="1" kern="0" dirty="0">
                <a:latin typeface="+mn-lt"/>
                <a:ea typeface="+mn-ea"/>
              </a:rPr>
              <a:t>(</a:t>
            </a:r>
            <a:r>
              <a:rPr lang="en-US" altLang="ko-KR" sz="1600" b="1" kern="0" dirty="0">
                <a:latin typeface="Helvetica" pitchFamily="34" charset="0"/>
                <a:ea typeface="+mn-ea"/>
              </a:rPr>
              <a:t>…</a:t>
            </a:r>
            <a:r>
              <a:rPr lang="en-US" altLang="ko-KR" sz="1600" b="1" kern="0" dirty="0">
                <a:latin typeface="+mn-lt"/>
                <a:ea typeface="+mn-ea"/>
              </a:rPr>
              <a:t>) {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		. . .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	}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</a:rPr>
              <a:t>	</a:t>
            </a:r>
            <a:r>
              <a:rPr lang="en-US" altLang="ko-KR" sz="1600" b="1" kern="0" dirty="0">
                <a:latin typeface="+mn-lt"/>
                <a:ea typeface="+mn-ea"/>
              </a:rPr>
              <a:t>procedure</a:t>
            </a:r>
            <a:r>
              <a:rPr lang="en-US" altLang="ko-KR" sz="1600" kern="0" dirty="0">
                <a:latin typeface="+mn-lt"/>
                <a:ea typeface="+mn-ea"/>
              </a:rPr>
              <a:t> </a:t>
            </a:r>
            <a:r>
              <a:rPr lang="en-US" altLang="ko-KR" sz="1600" b="1" kern="0" dirty="0">
                <a:latin typeface="+mn-lt"/>
                <a:ea typeface="+mn-ea"/>
              </a:rPr>
              <a:t>body</a:t>
            </a:r>
            <a:r>
              <a:rPr lang="en-US" altLang="ko-KR" sz="1600" kern="0" dirty="0">
                <a:latin typeface="+mn-lt"/>
                <a:ea typeface="+mn-ea"/>
              </a:rPr>
              <a:t> </a:t>
            </a:r>
            <a:r>
              <a:rPr lang="en-US" altLang="ko-KR" sz="1600" i="1" kern="0" dirty="0">
                <a:latin typeface="+mn-lt"/>
                <a:ea typeface="+mn-ea"/>
              </a:rPr>
              <a:t>P2 </a:t>
            </a:r>
            <a:r>
              <a:rPr lang="en-US" altLang="ko-KR" sz="1600" b="1" kern="0" dirty="0">
                <a:latin typeface="+mn-lt"/>
                <a:ea typeface="+mn-ea"/>
              </a:rPr>
              <a:t>(</a:t>
            </a:r>
            <a:r>
              <a:rPr lang="en-US" altLang="ko-KR" sz="1600" b="1" kern="0" dirty="0">
                <a:latin typeface="Helvetica" pitchFamily="34" charset="0"/>
                <a:ea typeface="+mn-ea"/>
              </a:rPr>
              <a:t>…</a:t>
            </a:r>
            <a:r>
              <a:rPr lang="en-US" altLang="ko-KR" sz="1600" b="1" kern="0" dirty="0">
                <a:latin typeface="+mn-lt"/>
                <a:ea typeface="+mn-ea"/>
              </a:rPr>
              <a:t>) {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		. . .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	} 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	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procedure body</a:t>
            </a: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 </a:t>
            </a:r>
            <a:r>
              <a:rPr lang="en-US" altLang="ko-KR" sz="1600" i="1" kern="0" dirty="0" err="1">
                <a:latin typeface="+mn-lt"/>
                <a:ea typeface="+mn-ea"/>
                <a:sym typeface="MT Extra" pitchFamily="18" charset="2"/>
              </a:rPr>
              <a:t>Pn</a:t>
            </a: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 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(</a:t>
            </a:r>
            <a:r>
              <a:rPr lang="en-US" altLang="ko-KR" sz="1600" b="1" kern="0" dirty="0">
                <a:latin typeface="Helvetica" pitchFamily="34" charset="0"/>
                <a:ea typeface="+mn-ea"/>
                <a:sym typeface="MT Extra" pitchFamily="18" charset="2"/>
              </a:rPr>
              <a:t>…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) {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		 . . .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	} 			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	 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initialization code (</a:t>
            </a:r>
            <a:r>
              <a:rPr lang="en-US" altLang="ko-KR" sz="1600" b="1" kern="0" dirty="0">
                <a:latin typeface="Helvetica" pitchFamily="34" charset="0"/>
                <a:ea typeface="+mn-ea"/>
                <a:sym typeface="MT Extra" pitchFamily="18" charset="2"/>
              </a:rPr>
              <a:t>…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)</a:t>
            </a: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 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{</a:t>
            </a:r>
            <a:endParaRPr lang="en-US" altLang="ko-KR" sz="1600" kern="0" dirty="0">
              <a:latin typeface="+mn-lt"/>
              <a:ea typeface="+mn-ea"/>
              <a:sym typeface="MT Extra" pitchFamily="18" charset="2"/>
            </a:endParaRP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		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 . . .</a:t>
            </a:r>
            <a:endParaRPr lang="en-US" altLang="ko-KR" sz="1600" kern="0" dirty="0">
              <a:latin typeface="+mn-lt"/>
              <a:ea typeface="+mn-ea"/>
              <a:sym typeface="MT Extra" pitchFamily="18" charset="2"/>
            </a:endParaRP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	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}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}</a:t>
            </a:r>
            <a:endParaRPr lang="en-US" altLang="ko-KR" sz="1600" kern="0" dirty="0">
              <a:latin typeface="+mn-lt"/>
              <a:ea typeface="+mn-ea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모니터 </a:t>
            </a:r>
            <a:r>
              <a:rPr lang="en-US" altLang="ko-KR"/>
              <a:t>(Monitors)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857375"/>
            <a:ext cx="8929687" cy="928688"/>
          </a:xfrm>
        </p:spPr>
        <p:txBody>
          <a:bodyPr/>
          <a:lstStyle/>
          <a:p>
            <a:pPr marL="342900" lvl="1" indent="-342900"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dirty="0"/>
              <a:t>많은 </a:t>
            </a:r>
            <a:r>
              <a:rPr lang="ko-KR" altLang="en-US" dirty="0" err="1"/>
              <a:t>세마포</a:t>
            </a:r>
            <a:r>
              <a:rPr lang="ko-KR" altLang="en-US" dirty="0"/>
              <a:t> 사용시</a:t>
            </a:r>
            <a:r>
              <a:rPr lang="en-US" altLang="ko-KR" dirty="0"/>
              <a:t>, </a:t>
            </a:r>
            <a:r>
              <a:rPr lang="ko-KR" altLang="en-US" dirty="0"/>
              <a:t>잘못된 사용으로 오류가 발생하기 쉬움</a:t>
            </a:r>
            <a:endParaRPr lang="en-US" altLang="ko-KR" dirty="0"/>
          </a:p>
          <a:p>
            <a:pPr marL="342900" lvl="1" indent="-342900">
              <a:buSzTx/>
              <a:buFont typeface="Wingdings" panose="05000000000000000000" pitchFamily="2" charset="2"/>
              <a:buChar char="q"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4506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842FF8-AC10-48B1-AE96-3067BCF4E1E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4313" y="2714625"/>
            <a:ext cx="485775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kern="0" dirty="0">
                <a:latin typeface="+mn-lt"/>
                <a:ea typeface="+mn-ea"/>
              </a:rPr>
              <a:t>모니터</a:t>
            </a:r>
            <a:endParaRPr lang="en-US" altLang="ko-KR" kern="0" dirty="0">
              <a:latin typeface="+mn-lt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latin typeface="+mn-lt"/>
                <a:ea typeface="+mn-ea"/>
              </a:rPr>
              <a:t>프로그래밍 언어에서 제공되는 프로그래머 정의 연산자들의 집합</a:t>
            </a: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latin typeface="+mn-lt"/>
                <a:ea typeface="+mn-ea"/>
              </a:rPr>
              <a:t>한 순간에 하나의 프로세스만 모니터 안에서 활동하도록 </a:t>
            </a:r>
            <a:r>
              <a:rPr lang="ko-KR" altLang="en-US" sz="2000" kern="0" dirty="0" err="1">
                <a:latin typeface="+mn-lt"/>
                <a:ea typeface="+mn-ea"/>
              </a:rPr>
              <a:t>상호배제를</a:t>
            </a:r>
            <a:r>
              <a:rPr lang="ko-KR" altLang="en-US" sz="2000" kern="0" dirty="0">
                <a:latin typeface="+mn-lt"/>
                <a:ea typeface="+mn-ea"/>
              </a:rPr>
              <a:t> 자동 보장</a:t>
            </a:r>
            <a:endParaRPr lang="en-US" altLang="ko-KR" sz="2000" kern="0" dirty="0">
              <a:latin typeface="+mn-lt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endParaRPr lang="en-US" altLang="ko-KR" kern="0" dirty="0">
              <a:latin typeface="+mn-lt"/>
              <a:ea typeface="+mn-e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36E3B0C-3B8C-DAF9-A96F-B52794A19A7C}"/>
                  </a:ext>
                </a:extLst>
              </p14:cNvPr>
              <p14:cNvContentPartPr/>
              <p14:nvPr/>
            </p14:nvContentPartPr>
            <p14:xfrm>
              <a:off x="3533250" y="4342755"/>
              <a:ext cx="1374840" cy="19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36E3B0C-3B8C-DAF9-A96F-B52794A19A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7610" y="4271115"/>
                <a:ext cx="14464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D7A2CE5-D94E-9AB2-292F-255170EE7D5F}"/>
                  </a:ext>
                </a:extLst>
              </p14:cNvPr>
              <p14:cNvContentPartPr/>
              <p14:nvPr/>
            </p14:nvContentPartPr>
            <p14:xfrm>
              <a:off x="999570" y="4637235"/>
              <a:ext cx="1171080" cy="396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D7A2CE5-D94E-9AB2-292F-255170EE7D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3930" y="4565235"/>
                <a:ext cx="12427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C9C26E1-4FE2-48E1-1FA3-7B57E731A584}"/>
                  </a:ext>
                </a:extLst>
              </p14:cNvPr>
              <p14:cNvContentPartPr/>
              <p14:nvPr/>
            </p14:nvContentPartPr>
            <p14:xfrm>
              <a:off x="7291290" y="471315"/>
              <a:ext cx="272880" cy="10800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C9C26E1-4FE2-48E1-1FA3-7B57E731A58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82290" y="462675"/>
                <a:ext cx="2905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D2E1131-9C14-FF37-6EE7-3F5E2DD7D55A}"/>
                  </a:ext>
                </a:extLst>
              </p14:cNvPr>
              <p14:cNvContentPartPr/>
              <p14:nvPr/>
            </p14:nvContentPartPr>
            <p14:xfrm>
              <a:off x="7399650" y="519915"/>
              <a:ext cx="141480" cy="30240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D2E1131-9C14-FF37-6EE7-3F5E2DD7D5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90650" y="511275"/>
                <a:ext cx="15912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31B5C697-49A5-9468-3E81-47071FA02919}"/>
                  </a:ext>
                </a:extLst>
              </p14:cNvPr>
              <p14:cNvContentPartPr/>
              <p14:nvPr/>
            </p14:nvContentPartPr>
            <p14:xfrm>
              <a:off x="7634370" y="514155"/>
              <a:ext cx="124200" cy="27144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31B5C697-49A5-9468-3E81-47071FA0291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25730" y="505515"/>
                <a:ext cx="1418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D0C24EDC-E0A5-80D0-31EE-CD0CD16F8768}"/>
                  </a:ext>
                </a:extLst>
              </p14:cNvPr>
              <p14:cNvContentPartPr/>
              <p14:nvPr/>
            </p14:nvContentPartPr>
            <p14:xfrm>
              <a:off x="7583970" y="622155"/>
              <a:ext cx="205200" cy="81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D0C24EDC-E0A5-80D0-31EE-CD0CD16F876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74970" y="613155"/>
                <a:ext cx="2228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CB248751-321C-143A-05F2-BAA1F3C00F0D}"/>
                  </a:ext>
                </a:extLst>
              </p14:cNvPr>
              <p14:cNvContentPartPr/>
              <p14:nvPr/>
            </p14:nvContentPartPr>
            <p14:xfrm>
              <a:off x="7752450" y="482475"/>
              <a:ext cx="158040" cy="26064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CB248751-321C-143A-05F2-BAA1F3C00F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43810" y="473835"/>
                <a:ext cx="1756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43FEE735-D803-6B33-99D7-14506D15DF50}"/>
                  </a:ext>
                </a:extLst>
              </p14:cNvPr>
              <p14:cNvContentPartPr/>
              <p14:nvPr/>
            </p14:nvContentPartPr>
            <p14:xfrm>
              <a:off x="7973130" y="370875"/>
              <a:ext cx="182160" cy="34776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43FEE735-D803-6B33-99D7-14506D15DF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64130" y="362235"/>
                <a:ext cx="19980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1FF3BA99-E73A-DD87-2CC9-5C7E77BCFA14}"/>
                  </a:ext>
                </a:extLst>
              </p14:cNvPr>
              <p14:cNvContentPartPr/>
              <p14:nvPr/>
            </p14:nvContentPartPr>
            <p14:xfrm>
              <a:off x="7968090" y="526395"/>
              <a:ext cx="183240" cy="4392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1FF3BA99-E73A-DD87-2CC9-5C7E77BCFA1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59090" y="517395"/>
                <a:ext cx="200880" cy="6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15375" cy="4714875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동기화를 위한 조건 변수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(condition variable)</a:t>
            </a:r>
          </a:p>
          <a:p>
            <a:pPr lvl="1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프로세스가 모니터 내에서 대기하도록 하는 데 사용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condition x, y;</a:t>
            </a:r>
          </a:p>
          <a:p>
            <a:pPr lvl="1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오직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와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signal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동작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operation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과 함께 사용</a:t>
            </a:r>
          </a:p>
          <a:p>
            <a:pPr lvl="1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x.wait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()</a:t>
            </a:r>
          </a:p>
          <a:p>
            <a:pPr marL="1143000" lvl="2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동작을 수행한 프로세스는  또 다른 프로세스가 </a:t>
            </a:r>
            <a:r>
              <a:rPr lang="en-US" altLang="ko-KR" sz="1800" dirty="0" err="1">
                <a:solidFill>
                  <a:srgbClr val="000000"/>
                </a:solidFill>
                <a:latin typeface="+mn-ea"/>
              </a:rPr>
              <a:t>x.signal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()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을  호출할 때까지 대기</a:t>
            </a:r>
          </a:p>
          <a:p>
            <a:pPr lvl="1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x.signal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()</a:t>
            </a:r>
          </a:p>
          <a:p>
            <a:pPr marL="1143000" lvl="2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대기하고 있는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하나의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)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프로세스를 재실행</a:t>
            </a:r>
          </a:p>
          <a:p>
            <a:pPr marL="1143000" lvl="2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대기하고 있는 프로세스가 없으면 아무 효과가 없음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	</a:t>
            </a:r>
          </a:p>
        </p:txBody>
      </p:sp>
      <p:sp>
        <p:nvSpPr>
          <p:cNvPr id="4608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870590-35AA-4D00-B30E-7BE1812FD6C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5" t="517" r="8325" b="517"/>
          <a:stretch>
            <a:fillRect/>
          </a:stretch>
        </p:blipFill>
        <p:spPr bwMode="auto">
          <a:xfrm>
            <a:off x="428625" y="2143125"/>
            <a:ext cx="3600450" cy="34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F5F320-0652-4DB9-B09C-D90C2784E266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" t="6474" r="383" b="5995"/>
          <a:stretch>
            <a:fillRect/>
          </a:stretch>
        </p:blipFill>
        <p:spPr bwMode="auto">
          <a:xfrm>
            <a:off x="4071938" y="2071688"/>
            <a:ext cx="4910137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786313" y="5643563"/>
            <a:ext cx="3500437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1800" kern="0">
                <a:solidFill>
                  <a:schemeClr val="tx2"/>
                </a:solidFill>
                <a:latin typeface="+mn-ea"/>
                <a:ea typeface="+mn-ea"/>
                <a:cs typeface="+mj-cs"/>
              </a:rPr>
              <a:t>조건 변수를 가지는 모니터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85813" y="5643563"/>
            <a:ext cx="1643062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1800" kern="0">
                <a:solidFill>
                  <a:schemeClr val="tx2"/>
                </a:solidFill>
                <a:latin typeface="+mn-ea"/>
                <a:ea typeface="+mn-ea"/>
                <a:cs typeface="+mj-cs"/>
              </a:rPr>
              <a:t>모니터 구조</a:t>
            </a:r>
            <a:endParaRPr lang="ko-KR" altLang="en-US" sz="1800" kern="0" dirty="0">
              <a:solidFill>
                <a:schemeClr val="tx2"/>
              </a:solidFill>
              <a:latin typeface="+mn-ea"/>
              <a:ea typeface="+mn-ea"/>
              <a:cs typeface="+mj-cs"/>
            </a:endParaRPr>
          </a:p>
        </p:txBody>
      </p:sp>
      <p:grpSp>
        <p:nvGrpSpPr>
          <p:cNvPr id="47132" name="그룹 47131">
            <a:extLst>
              <a:ext uri="{FF2B5EF4-FFF2-40B4-BE49-F238E27FC236}">
                <a16:creationId xmlns:a16="http://schemas.microsoft.com/office/drawing/2014/main" id="{177EADAB-47C5-3653-0AD7-545A06A5F5B3}"/>
              </a:ext>
            </a:extLst>
          </p:cNvPr>
          <p:cNvGrpSpPr/>
          <p:nvPr/>
        </p:nvGrpSpPr>
        <p:grpSpPr>
          <a:xfrm>
            <a:off x="5289690" y="688035"/>
            <a:ext cx="2571480" cy="677160"/>
            <a:chOff x="5289690" y="688035"/>
            <a:chExt cx="2571480" cy="67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7770093-6A30-6EF3-DA72-AAC0B79C3B6F}"/>
                    </a:ext>
                  </a:extLst>
                </p14:cNvPr>
                <p14:cNvContentPartPr/>
                <p14:nvPr/>
              </p14:nvContentPartPr>
              <p14:xfrm>
                <a:off x="5346930" y="688035"/>
                <a:ext cx="10440" cy="986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7770093-6A30-6EF3-DA72-AAC0B79C3B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38290" y="679395"/>
                  <a:ext cx="28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4B43911-73D7-14E8-ACCD-B9F036EB6F0E}"/>
                    </a:ext>
                  </a:extLst>
                </p14:cNvPr>
                <p14:cNvContentPartPr/>
                <p14:nvPr/>
              </p14:nvContentPartPr>
              <p14:xfrm>
                <a:off x="5289690" y="750315"/>
                <a:ext cx="116280" cy="414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4B43911-73D7-14E8-ACCD-B9F036EB6F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81050" y="741675"/>
                  <a:ext cx="133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D5A6C57-42B3-933D-7C7A-774FF71493A8}"/>
                    </a:ext>
                  </a:extLst>
                </p14:cNvPr>
                <p14:cNvContentPartPr/>
                <p14:nvPr/>
              </p14:nvContentPartPr>
              <p14:xfrm>
                <a:off x="5340450" y="823755"/>
                <a:ext cx="93240" cy="1011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D5A6C57-42B3-933D-7C7A-774FF71493A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31450" y="815115"/>
                  <a:ext cx="110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036CF9F-A6EE-3E37-EED5-EA2224E303E4}"/>
                    </a:ext>
                  </a:extLst>
                </p14:cNvPr>
                <p14:cNvContentPartPr/>
                <p14:nvPr/>
              </p14:nvContentPartPr>
              <p14:xfrm>
                <a:off x="5346210" y="829515"/>
                <a:ext cx="158040" cy="1245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036CF9F-A6EE-3E37-EED5-EA2224E303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37570" y="820515"/>
                  <a:ext cx="175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62F0C34-F314-3DFD-C5A2-0AFED259E5E7}"/>
                    </a:ext>
                  </a:extLst>
                </p14:cNvPr>
                <p14:cNvContentPartPr/>
                <p14:nvPr/>
              </p14:nvContentPartPr>
              <p14:xfrm>
                <a:off x="5477970" y="886755"/>
                <a:ext cx="65880" cy="241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62F0C34-F314-3DFD-C5A2-0AFED259E5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68970" y="877755"/>
                  <a:ext cx="83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2F8EAC2-C511-8A71-B119-6AA42A97E26E}"/>
                    </a:ext>
                  </a:extLst>
                </p14:cNvPr>
                <p14:cNvContentPartPr/>
                <p14:nvPr/>
              </p14:nvContentPartPr>
              <p14:xfrm>
                <a:off x="5503170" y="782715"/>
                <a:ext cx="195840" cy="135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2F8EAC2-C511-8A71-B119-6AA42A97E2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94530" y="774075"/>
                  <a:ext cx="213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CBF6F33-2C59-1B41-9940-6B56732B5F55}"/>
                    </a:ext>
                  </a:extLst>
                </p14:cNvPr>
                <p14:cNvContentPartPr/>
                <p14:nvPr/>
              </p14:nvContentPartPr>
              <p14:xfrm>
                <a:off x="5589210" y="922755"/>
                <a:ext cx="91440" cy="626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CBF6F33-2C59-1B41-9940-6B56732B5F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80210" y="913755"/>
                  <a:ext cx="109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82DD8F9-19D5-A2B1-5EC3-44DD5E3BE5A6}"/>
                    </a:ext>
                  </a:extLst>
                </p14:cNvPr>
                <p14:cNvContentPartPr/>
                <p14:nvPr/>
              </p14:nvContentPartPr>
              <p14:xfrm>
                <a:off x="5707290" y="777675"/>
                <a:ext cx="128160" cy="1162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82DD8F9-19D5-A2B1-5EC3-44DD5E3BE5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98290" y="769035"/>
                  <a:ext cx="145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88F6265-E4E2-E79A-5920-810C3F165262}"/>
                    </a:ext>
                  </a:extLst>
                </p14:cNvPr>
                <p14:cNvContentPartPr/>
                <p14:nvPr/>
              </p14:nvContentPartPr>
              <p14:xfrm>
                <a:off x="5754090" y="922395"/>
                <a:ext cx="126720" cy="640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88F6265-E4E2-E79A-5920-810C3F1652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45450" y="913395"/>
                  <a:ext cx="1443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CC6F0D70-0D8B-4A55-BD29-076412785190}"/>
                    </a:ext>
                  </a:extLst>
                </p14:cNvPr>
                <p14:cNvContentPartPr/>
                <p14:nvPr/>
              </p14:nvContentPartPr>
              <p14:xfrm>
                <a:off x="5999250" y="769755"/>
                <a:ext cx="172800" cy="1796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CC6F0D70-0D8B-4A55-BD29-0764127851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90610" y="760755"/>
                  <a:ext cx="190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4C72D5F-F9FE-9B69-83E6-7C8A8DCBF9C9}"/>
                    </a:ext>
                  </a:extLst>
                </p14:cNvPr>
                <p14:cNvContentPartPr/>
                <p14:nvPr/>
              </p14:nvContentPartPr>
              <p14:xfrm>
                <a:off x="6082410" y="810075"/>
                <a:ext cx="45720" cy="1843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4C72D5F-F9FE-9B69-83E6-7C8A8DCBF9C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73410" y="801435"/>
                  <a:ext cx="63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2A17FBC4-7878-FED7-3F79-F21EE2CD38F0}"/>
                    </a:ext>
                  </a:extLst>
                </p14:cNvPr>
                <p14:cNvContentPartPr/>
                <p14:nvPr/>
              </p14:nvContentPartPr>
              <p14:xfrm>
                <a:off x="6173850" y="754275"/>
                <a:ext cx="96840" cy="1141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2A17FBC4-7878-FED7-3F79-F21EE2CD38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64850" y="745275"/>
                  <a:ext cx="114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4634BDDF-1816-ECD4-F00F-1F197ADACEC5}"/>
                    </a:ext>
                  </a:extLst>
                </p14:cNvPr>
                <p14:cNvContentPartPr/>
                <p14:nvPr/>
              </p14:nvContentPartPr>
              <p14:xfrm>
                <a:off x="6175650" y="777315"/>
                <a:ext cx="111960" cy="633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4634BDDF-1816-ECD4-F00F-1F197ADACE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66650" y="768315"/>
                  <a:ext cx="129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9670825A-31D8-687C-48BA-C7F1678D3D5F}"/>
                    </a:ext>
                  </a:extLst>
                </p14:cNvPr>
                <p14:cNvContentPartPr/>
                <p14:nvPr/>
              </p14:nvContentPartPr>
              <p14:xfrm>
                <a:off x="6246570" y="735555"/>
                <a:ext cx="134640" cy="2469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9670825A-31D8-687C-48BA-C7F1678D3D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37930" y="726555"/>
                  <a:ext cx="1522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7109" name="잉크 47108">
                  <a:extLst>
                    <a:ext uri="{FF2B5EF4-FFF2-40B4-BE49-F238E27FC236}">
                      <a16:creationId xmlns:a16="http://schemas.microsoft.com/office/drawing/2014/main" id="{F9278C80-2869-4BB4-63EA-7A318D534266}"/>
                    </a:ext>
                  </a:extLst>
                </p14:cNvPr>
                <p14:cNvContentPartPr/>
                <p14:nvPr/>
              </p14:nvContentPartPr>
              <p14:xfrm>
                <a:off x="5371770" y="1201755"/>
                <a:ext cx="94680" cy="132840"/>
              </p14:xfrm>
            </p:contentPart>
          </mc:Choice>
          <mc:Fallback>
            <p:pic>
              <p:nvPicPr>
                <p:cNvPr id="47109" name="잉크 47108">
                  <a:extLst>
                    <a:ext uri="{FF2B5EF4-FFF2-40B4-BE49-F238E27FC236}">
                      <a16:creationId xmlns:a16="http://schemas.microsoft.com/office/drawing/2014/main" id="{F9278C80-2869-4BB4-63EA-7A318D5342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63130" y="1192755"/>
                  <a:ext cx="112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7110" name="잉크 47109">
                  <a:extLst>
                    <a:ext uri="{FF2B5EF4-FFF2-40B4-BE49-F238E27FC236}">
                      <a16:creationId xmlns:a16="http://schemas.microsoft.com/office/drawing/2014/main" id="{D6DAFCB4-21CD-75CF-E872-FF306D14EC17}"/>
                    </a:ext>
                  </a:extLst>
                </p14:cNvPr>
                <p14:cNvContentPartPr/>
                <p14:nvPr/>
              </p14:nvContentPartPr>
              <p14:xfrm>
                <a:off x="5469690" y="1218315"/>
                <a:ext cx="90000" cy="125640"/>
              </p14:xfrm>
            </p:contentPart>
          </mc:Choice>
          <mc:Fallback>
            <p:pic>
              <p:nvPicPr>
                <p:cNvPr id="47110" name="잉크 47109">
                  <a:extLst>
                    <a:ext uri="{FF2B5EF4-FFF2-40B4-BE49-F238E27FC236}">
                      <a16:creationId xmlns:a16="http://schemas.microsoft.com/office/drawing/2014/main" id="{D6DAFCB4-21CD-75CF-E872-FF306D14EC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61050" y="1209315"/>
                  <a:ext cx="1076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7111" name="잉크 47110">
                  <a:extLst>
                    <a:ext uri="{FF2B5EF4-FFF2-40B4-BE49-F238E27FC236}">
                      <a16:creationId xmlns:a16="http://schemas.microsoft.com/office/drawing/2014/main" id="{F94FF5CD-E35B-B6E8-30AA-D788E9132E23}"/>
                    </a:ext>
                  </a:extLst>
                </p14:cNvPr>
                <p14:cNvContentPartPr/>
                <p14:nvPr/>
              </p14:nvContentPartPr>
              <p14:xfrm>
                <a:off x="5571210" y="1231275"/>
                <a:ext cx="74880" cy="52560"/>
              </p14:xfrm>
            </p:contentPart>
          </mc:Choice>
          <mc:Fallback>
            <p:pic>
              <p:nvPicPr>
                <p:cNvPr id="47111" name="잉크 47110">
                  <a:extLst>
                    <a:ext uri="{FF2B5EF4-FFF2-40B4-BE49-F238E27FC236}">
                      <a16:creationId xmlns:a16="http://schemas.microsoft.com/office/drawing/2014/main" id="{F94FF5CD-E35B-B6E8-30AA-D788E9132E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62210" y="1222635"/>
                  <a:ext cx="92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112" name="잉크 47111">
                  <a:extLst>
                    <a:ext uri="{FF2B5EF4-FFF2-40B4-BE49-F238E27FC236}">
                      <a16:creationId xmlns:a16="http://schemas.microsoft.com/office/drawing/2014/main" id="{1B7260E0-F49C-8EBD-4597-5C42AD242C01}"/>
                    </a:ext>
                  </a:extLst>
                </p14:cNvPr>
                <p14:cNvContentPartPr/>
                <p14:nvPr/>
              </p14:nvContentPartPr>
              <p14:xfrm>
                <a:off x="5699370" y="1177275"/>
                <a:ext cx="78480" cy="126360"/>
              </p14:xfrm>
            </p:contentPart>
          </mc:Choice>
          <mc:Fallback>
            <p:pic>
              <p:nvPicPr>
                <p:cNvPr id="47112" name="잉크 47111">
                  <a:extLst>
                    <a:ext uri="{FF2B5EF4-FFF2-40B4-BE49-F238E27FC236}">
                      <a16:creationId xmlns:a16="http://schemas.microsoft.com/office/drawing/2014/main" id="{1B7260E0-F49C-8EBD-4597-5C42AD242C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90370" y="1168635"/>
                  <a:ext cx="96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7113" name="잉크 47112">
                  <a:extLst>
                    <a:ext uri="{FF2B5EF4-FFF2-40B4-BE49-F238E27FC236}">
                      <a16:creationId xmlns:a16="http://schemas.microsoft.com/office/drawing/2014/main" id="{33927BDB-280E-2539-FA7F-D705E322D35E}"/>
                    </a:ext>
                  </a:extLst>
                </p14:cNvPr>
                <p14:cNvContentPartPr/>
                <p14:nvPr/>
              </p14:nvContentPartPr>
              <p14:xfrm>
                <a:off x="5883330" y="1150275"/>
                <a:ext cx="101880" cy="75960"/>
              </p14:xfrm>
            </p:contentPart>
          </mc:Choice>
          <mc:Fallback>
            <p:pic>
              <p:nvPicPr>
                <p:cNvPr id="47113" name="잉크 47112">
                  <a:extLst>
                    <a:ext uri="{FF2B5EF4-FFF2-40B4-BE49-F238E27FC236}">
                      <a16:creationId xmlns:a16="http://schemas.microsoft.com/office/drawing/2014/main" id="{33927BDB-280E-2539-FA7F-D705E322D35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74330" y="1141635"/>
                  <a:ext cx="119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114" name="잉크 47113">
                  <a:extLst>
                    <a:ext uri="{FF2B5EF4-FFF2-40B4-BE49-F238E27FC236}">
                      <a16:creationId xmlns:a16="http://schemas.microsoft.com/office/drawing/2014/main" id="{28DD2BAC-6372-576A-DCB2-0007192ADC0E}"/>
                    </a:ext>
                  </a:extLst>
                </p14:cNvPr>
                <p14:cNvContentPartPr/>
                <p14:nvPr/>
              </p14:nvContentPartPr>
              <p14:xfrm>
                <a:off x="5886210" y="1253595"/>
                <a:ext cx="92880" cy="30600"/>
              </p14:xfrm>
            </p:contentPart>
          </mc:Choice>
          <mc:Fallback>
            <p:pic>
              <p:nvPicPr>
                <p:cNvPr id="47114" name="잉크 47113">
                  <a:extLst>
                    <a:ext uri="{FF2B5EF4-FFF2-40B4-BE49-F238E27FC236}">
                      <a16:creationId xmlns:a16="http://schemas.microsoft.com/office/drawing/2014/main" id="{28DD2BAC-6372-576A-DCB2-0007192ADC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77210" y="1244955"/>
                  <a:ext cx="110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7115" name="잉크 47114">
                  <a:extLst>
                    <a:ext uri="{FF2B5EF4-FFF2-40B4-BE49-F238E27FC236}">
                      <a16:creationId xmlns:a16="http://schemas.microsoft.com/office/drawing/2014/main" id="{2574BFA2-0336-C584-3367-A8CD608146D6}"/>
                    </a:ext>
                  </a:extLst>
                </p14:cNvPr>
                <p14:cNvContentPartPr/>
                <p14:nvPr/>
              </p14:nvContentPartPr>
              <p14:xfrm>
                <a:off x="5921490" y="1301475"/>
                <a:ext cx="82440" cy="63720"/>
              </p14:xfrm>
            </p:contentPart>
          </mc:Choice>
          <mc:Fallback>
            <p:pic>
              <p:nvPicPr>
                <p:cNvPr id="47115" name="잉크 47114">
                  <a:extLst>
                    <a:ext uri="{FF2B5EF4-FFF2-40B4-BE49-F238E27FC236}">
                      <a16:creationId xmlns:a16="http://schemas.microsoft.com/office/drawing/2014/main" id="{2574BFA2-0336-C584-3367-A8CD608146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12850" y="1292475"/>
                  <a:ext cx="100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116" name="잉크 47115">
                  <a:extLst>
                    <a:ext uri="{FF2B5EF4-FFF2-40B4-BE49-F238E27FC236}">
                      <a16:creationId xmlns:a16="http://schemas.microsoft.com/office/drawing/2014/main" id="{6DF62576-1908-A942-62D1-887E0E7E4C4B}"/>
                    </a:ext>
                  </a:extLst>
                </p14:cNvPr>
                <p14:cNvContentPartPr/>
                <p14:nvPr/>
              </p14:nvContentPartPr>
              <p14:xfrm>
                <a:off x="6022650" y="1190235"/>
                <a:ext cx="138960" cy="134280"/>
              </p14:xfrm>
            </p:contentPart>
          </mc:Choice>
          <mc:Fallback>
            <p:pic>
              <p:nvPicPr>
                <p:cNvPr id="47116" name="잉크 47115">
                  <a:extLst>
                    <a:ext uri="{FF2B5EF4-FFF2-40B4-BE49-F238E27FC236}">
                      <a16:creationId xmlns:a16="http://schemas.microsoft.com/office/drawing/2014/main" id="{6DF62576-1908-A942-62D1-887E0E7E4C4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13650" y="1181595"/>
                  <a:ext cx="156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7117" name="잉크 47116">
                  <a:extLst>
                    <a:ext uri="{FF2B5EF4-FFF2-40B4-BE49-F238E27FC236}">
                      <a16:creationId xmlns:a16="http://schemas.microsoft.com/office/drawing/2014/main" id="{281D6D6F-C3D3-E9C6-EE37-22BE0122DA08}"/>
                    </a:ext>
                  </a:extLst>
                </p14:cNvPr>
                <p14:cNvContentPartPr/>
                <p14:nvPr/>
              </p14:nvContentPartPr>
              <p14:xfrm>
                <a:off x="6199410" y="1162515"/>
                <a:ext cx="97560" cy="92520"/>
              </p14:xfrm>
            </p:contentPart>
          </mc:Choice>
          <mc:Fallback>
            <p:pic>
              <p:nvPicPr>
                <p:cNvPr id="47117" name="잉크 47116">
                  <a:extLst>
                    <a:ext uri="{FF2B5EF4-FFF2-40B4-BE49-F238E27FC236}">
                      <a16:creationId xmlns:a16="http://schemas.microsoft.com/office/drawing/2014/main" id="{281D6D6F-C3D3-E9C6-EE37-22BE0122DA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90410" y="1153875"/>
                  <a:ext cx="115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118" name="잉크 47117">
                  <a:extLst>
                    <a:ext uri="{FF2B5EF4-FFF2-40B4-BE49-F238E27FC236}">
                      <a16:creationId xmlns:a16="http://schemas.microsoft.com/office/drawing/2014/main" id="{9E3DFC46-5D75-3528-6AF2-0D99A74F910E}"/>
                    </a:ext>
                  </a:extLst>
                </p14:cNvPr>
                <p14:cNvContentPartPr/>
                <p14:nvPr/>
              </p14:nvContentPartPr>
              <p14:xfrm>
                <a:off x="6328290" y="1136955"/>
                <a:ext cx="83880" cy="130320"/>
              </p14:xfrm>
            </p:contentPart>
          </mc:Choice>
          <mc:Fallback>
            <p:pic>
              <p:nvPicPr>
                <p:cNvPr id="47118" name="잉크 47117">
                  <a:extLst>
                    <a:ext uri="{FF2B5EF4-FFF2-40B4-BE49-F238E27FC236}">
                      <a16:creationId xmlns:a16="http://schemas.microsoft.com/office/drawing/2014/main" id="{9E3DFC46-5D75-3528-6AF2-0D99A74F91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19290" y="1128315"/>
                  <a:ext cx="101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119" name="잉크 47118">
                  <a:extLst>
                    <a:ext uri="{FF2B5EF4-FFF2-40B4-BE49-F238E27FC236}">
                      <a16:creationId xmlns:a16="http://schemas.microsoft.com/office/drawing/2014/main" id="{B9FAAAC2-8AD9-8DF1-1801-0E221AF58A9D}"/>
                    </a:ext>
                  </a:extLst>
                </p14:cNvPr>
                <p14:cNvContentPartPr/>
                <p14:nvPr/>
              </p14:nvContentPartPr>
              <p14:xfrm>
                <a:off x="6441690" y="1120395"/>
                <a:ext cx="121320" cy="77400"/>
              </p14:xfrm>
            </p:contentPart>
          </mc:Choice>
          <mc:Fallback>
            <p:pic>
              <p:nvPicPr>
                <p:cNvPr id="47119" name="잉크 47118">
                  <a:extLst>
                    <a:ext uri="{FF2B5EF4-FFF2-40B4-BE49-F238E27FC236}">
                      <a16:creationId xmlns:a16="http://schemas.microsoft.com/office/drawing/2014/main" id="{B9FAAAC2-8AD9-8DF1-1801-0E221AF58A9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32690" y="1111755"/>
                  <a:ext cx="138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120" name="잉크 47119">
                  <a:extLst>
                    <a:ext uri="{FF2B5EF4-FFF2-40B4-BE49-F238E27FC236}">
                      <a16:creationId xmlns:a16="http://schemas.microsoft.com/office/drawing/2014/main" id="{22632B99-3230-DAE3-5F19-5247CC474AAF}"/>
                    </a:ext>
                  </a:extLst>
                </p14:cNvPr>
                <p14:cNvContentPartPr/>
                <p14:nvPr/>
              </p14:nvContentPartPr>
              <p14:xfrm>
                <a:off x="6483450" y="1166835"/>
                <a:ext cx="119160" cy="100440"/>
              </p14:xfrm>
            </p:contentPart>
          </mc:Choice>
          <mc:Fallback>
            <p:pic>
              <p:nvPicPr>
                <p:cNvPr id="47120" name="잉크 47119">
                  <a:extLst>
                    <a:ext uri="{FF2B5EF4-FFF2-40B4-BE49-F238E27FC236}">
                      <a16:creationId xmlns:a16="http://schemas.microsoft.com/office/drawing/2014/main" id="{22632B99-3230-DAE3-5F19-5247CC474A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74450" y="1158195"/>
                  <a:ext cx="136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121" name="잉크 47120">
                  <a:extLst>
                    <a:ext uri="{FF2B5EF4-FFF2-40B4-BE49-F238E27FC236}">
                      <a16:creationId xmlns:a16="http://schemas.microsoft.com/office/drawing/2014/main" id="{24524B09-8298-EA5E-1FB2-9B831FCA7945}"/>
                    </a:ext>
                  </a:extLst>
                </p14:cNvPr>
                <p14:cNvContentPartPr/>
                <p14:nvPr/>
              </p14:nvContentPartPr>
              <p14:xfrm>
                <a:off x="6724650" y="1097715"/>
                <a:ext cx="182520" cy="196560"/>
              </p14:xfrm>
            </p:contentPart>
          </mc:Choice>
          <mc:Fallback>
            <p:pic>
              <p:nvPicPr>
                <p:cNvPr id="47121" name="잉크 47120">
                  <a:extLst>
                    <a:ext uri="{FF2B5EF4-FFF2-40B4-BE49-F238E27FC236}">
                      <a16:creationId xmlns:a16="http://schemas.microsoft.com/office/drawing/2014/main" id="{24524B09-8298-EA5E-1FB2-9B831FCA79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16010" y="1088715"/>
                  <a:ext cx="200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122" name="잉크 47121">
                  <a:extLst>
                    <a:ext uri="{FF2B5EF4-FFF2-40B4-BE49-F238E27FC236}">
                      <a16:creationId xmlns:a16="http://schemas.microsoft.com/office/drawing/2014/main" id="{A17980E2-D322-9346-C7B8-73677C2BD87D}"/>
                    </a:ext>
                  </a:extLst>
                </p14:cNvPr>
                <p14:cNvContentPartPr/>
                <p14:nvPr/>
              </p14:nvContentPartPr>
              <p14:xfrm>
                <a:off x="6945690" y="1101675"/>
                <a:ext cx="115200" cy="100080"/>
              </p14:xfrm>
            </p:contentPart>
          </mc:Choice>
          <mc:Fallback>
            <p:pic>
              <p:nvPicPr>
                <p:cNvPr id="47122" name="잉크 47121">
                  <a:extLst>
                    <a:ext uri="{FF2B5EF4-FFF2-40B4-BE49-F238E27FC236}">
                      <a16:creationId xmlns:a16="http://schemas.microsoft.com/office/drawing/2014/main" id="{A17980E2-D322-9346-C7B8-73677C2BD87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37050" y="1093035"/>
                  <a:ext cx="1328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123" name="잉크 47122">
                  <a:extLst>
                    <a:ext uri="{FF2B5EF4-FFF2-40B4-BE49-F238E27FC236}">
                      <a16:creationId xmlns:a16="http://schemas.microsoft.com/office/drawing/2014/main" id="{984BB605-2654-0997-AF11-AEDB2CA6E026}"/>
                    </a:ext>
                  </a:extLst>
                </p14:cNvPr>
                <p14:cNvContentPartPr/>
                <p14:nvPr/>
              </p14:nvContentPartPr>
              <p14:xfrm>
                <a:off x="6968010" y="1097715"/>
                <a:ext cx="219960" cy="97920"/>
              </p14:xfrm>
            </p:contentPart>
          </mc:Choice>
          <mc:Fallback>
            <p:pic>
              <p:nvPicPr>
                <p:cNvPr id="47123" name="잉크 47122">
                  <a:extLst>
                    <a:ext uri="{FF2B5EF4-FFF2-40B4-BE49-F238E27FC236}">
                      <a16:creationId xmlns:a16="http://schemas.microsoft.com/office/drawing/2014/main" id="{984BB605-2654-0997-AF11-AEDB2CA6E02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59010" y="1089075"/>
                  <a:ext cx="237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124" name="잉크 47123">
                  <a:extLst>
                    <a:ext uri="{FF2B5EF4-FFF2-40B4-BE49-F238E27FC236}">
                      <a16:creationId xmlns:a16="http://schemas.microsoft.com/office/drawing/2014/main" id="{FBAAB0A9-4D2B-045A-0B66-691FF3C0411D}"/>
                    </a:ext>
                  </a:extLst>
                </p14:cNvPr>
                <p14:cNvContentPartPr/>
                <p14:nvPr/>
              </p14:nvContentPartPr>
              <p14:xfrm>
                <a:off x="7086090" y="1214715"/>
                <a:ext cx="107280" cy="61920"/>
              </p14:xfrm>
            </p:contentPart>
          </mc:Choice>
          <mc:Fallback>
            <p:pic>
              <p:nvPicPr>
                <p:cNvPr id="47124" name="잉크 47123">
                  <a:extLst>
                    <a:ext uri="{FF2B5EF4-FFF2-40B4-BE49-F238E27FC236}">
                      <a16:creationId xmlns:a16="http://schemas.microsoft.com/office/drawing/2014/main" id="{FBAAB0A9-4D2B-045A-0B66-691FF3C0411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77090" y="1206075"/>
                  <a:ext cx="124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125" name="잉크 47124">
                  <a:extLst>
                    <a:ext uri="{FF2B5EF4-FFF2-40B4-BE49-F238E27FC236}">
                      <a16:creationId xmlns:a16="http://schemas.microsoft.com/office/drawing/2014/main" id="{CFD74B9A-8226-13EA-75E0-E68BA0F3D6FC}"/>
                    </a:ext>
                  </a:extLst>
                </p14:cNvPr>
                <p14:cNvContentPartPr/>
                <p14:nvPr/>
              </p14:nvContentPartPr>
              <p14:xfrm>
                <a:off x="7317930" y="1055955"/>
                <a:ext cx="93600" cy="106200"/>
              </p14:xfrm>
            </p:contentPart>
          </mc:Choice>
          <mc:Fallback>
            <p:pic>
              <p:nvPicPr>
                <p:cNvPr id="47125" name="잉크 47124">
                  <a:extLst>
                    <a:ext uri="{FF2B5EF4-FFF2-40B4-BE49-F238E27FC236}">
                      <a16:creationId xmlns:a16="http://schemas.microsoft.com/office/drawing/2014/main" id="{CFD74B9A-8226-13EA-75E0-E68BA0F3D6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09290" y="1047315"/>
                  <a:ext cx="111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126" name="잉크 47125">
                  <a:extLst>
                    <a:ext uri="{FF2B5EF4-FFF2-40B4-BE49-F238E27FC236}">
                      <a16:creationId xmlns:a16="http://schemas.microsoft.com/office/drawing/2014/main" id="{17AC83B9-248F-7994-F881-27437B4FBCD2}"/>
                    </a:ext>
                  </a:extLst>
                </p14:cNvPr>
                <p14:cNvContentPartPr/>
                <p14:nvPr/>
              </p14:nvContentPartPr>
              <p14:xfrm>
                <a:off x="7429170" y="1044075"/>
                <a:ext cx="72720" cy="102240"/>
              </p14:xfrm>
            </p:contentPart>
          </mc:Choice>
          <mc:Fallback>
            <p:pic>
              <p:nvPicPr>
                <p:cNvPr id="47126" name="잉크 47125">
                  <a:extLst>
                    <a:ext uri="{FF2B5EF4-FFF2-40B4-BE49-F238E27FC236}">
                      <a16:creationId xmlns:a16="http://schemas.microsoft.com/office/drawing/2014/main" id="{17AC83B9-248F-7994-F881-27437B4FBC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20170" y="1035435"/>
                  <a:ext cx="90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127" name="잉크 47126">
                  <a:extLst>
                    <a:ext uri="{FF2B5EF4-FFF2-40B4-BE49-F238E27FC236}">
                      <a16:creationId xmlns:a16="http://schemas.microsoft.com/office/drawing/2014/main" id="{A1A248AC-7F16-F18A-42A6-5A6B0A4B2E41}"/>
                    </a:ext>
                  </a:extLst>
                </p14:cNvPr>
                <p14:cNvContentPartPr/>
                <p14:nvPr/>
              </p14:nvContentPartPr>
              <p14:xfrm>
                <a:off x="7386330" y="1181235"/>
                <a:ext cx="125640" cy="81360"/>
              </p14:xfrm>
            </p:contentPart>
          </mc:Choice>
          <mc:Fallback>
            <p:pic>
              <p:nvPicPr>
                <p:cNvPr id="47127" name="잉크 47126">
                  <a:extLst>
                    <a:ext uri="{FF2B5EF4-FFF2-40B4-BE49-F238E27FC236}">
                      <a16:creationId xmlns:a16="http://schemas.microsoft.com/office/drawing/2014/main" id="{A1A248AC-7F16-F18A-42A6-5A6B0A4B2E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77330" y="1172595"/>
                  <a:ext cx="1432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128" name="잉크 47127">
                  <a:extLst>
                    <a:ext uri="{FF2B5EF4-FFF2-40B4-BE49-F238E27FC236}">
                      <a16:creationId xmlns:a16="http://schemas.microsoft.com/office/drawing/2014/main" id="{B1BFA39B-9324-75B0-F3F6-AA6FE24E20F8}"/>
                    </a:ext>
                  </a:extLst>
                </p14:cNvPr>
                <p14:cNvContentPartPr/>
                <p14:nvPr/>
              </p14:nvContentPartPr>
              <p14:xfrm>
                <a:off x="7394610" y="1127595"/>
                <a:ext cx="221040" cy="131400"/>
              </p14:xfrm>
            </p:contentPart>
          </mc:Choice>
          <mc:Fallback>
            <p:pic>
              <p:nvPicPr>
                <p:cNvPr id="47128" name="잉크 47127">
                  <a:extLst>
                    <a:ext uri="{FF2B5EF4-FFF2-40B4-BE49-F238E27FC236}">
                      <a16:creationId xmlns:a16="http://schemas.microsoft.com/office/drawing/2014/main" id="{B1BFA39B-9324-75B0-F3F6-AA6FE24E20F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85610" y="1118595"/>
                  <a:ext cx="238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129" name="잉크 47128">
                  <a:extLst>
                    <a:ext uri="{FF2B5EF4-FFF2-40B4-BE49-F238E27FC236}">
                      <a16:creationId xmlns:a16="http://schemas.microsoft.com/office/drawing/2014/main" id="{E1DC14C3-7B49-FF49-54CA-6881B56EF24F}"/>
                    </a:ext>
                  </a:extLst>
                </p14:cNvPr>
                <p14:cNvContentPartPr/>
                <p14:nvPr/>
              </p14:nvContentPartPr>
              <p14:xfrm>
                <a:off x="7638690" y="1063515"/>
                <a:ext cx="85680" cy="126720"/>
              </p14:xfrm>
            </p:contentPart>
          </mc:Choice>
          <mc:Fallback>
            <p:pic>
              <p:nvPicPr>
                <p:cNvPr id="47129" name="잉크 47128">
                  <a:extLst>
                    <a:ext uri="{FF2B5EF4-FFF2-40B4-BE49-F238E27FC236}">
                      <a16:creationId xmlns:a16="http://schemas.microsoft.com/office/drawing/2014/main" id="{E1DC14C3-7B49-FF49-54CA-6881B56EF2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29690" y="1054515"/>
                  <a:ext cx="103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130" name="잉크 47129">
                  <a:extLst>
                    <a:ext uri="{FF2B5EF4-FFF2-40B4-BE49-F238E27FC236}">
                      <a16:creationId xmlns:a16="http://schemas.microsoft.com/office/drawing/2014/main" id="{2BEA071D-44FC-16AE-6602-5B94B1A2ED5F}"/>
                    </a:ext>
                  </a:extLst>
                </p14:cNvPr>
                <p14:cNvContentPartPr/>
                <p14:nvPr/>
              </p14:nvContentPartPr>
              <p14:xfrm>
                <a:off x="7713930" y="1053435"/>
                <a:ext cx="147240" cy="163440"/>
              </p14:xfrm>
            </p:contentPart>
          </mc:Choice>
          <mc:Fallback>
            <p:pic>
              <p:nvPicPr>
                <p:cNvPr id="47130" name="잉크 47129">
                  <a:extLst>
                    <a:ext uri="{FF2B5EF4-FFF2-40B4-BE49-F238E27FC236}">
                      <a16:creationId xmlns:a16="http://schemas.microsoft.com/office/drawing/2014/main" id="{2BEA071D-44FC-16AE-6602-5B94B1A2ED5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04930" y="1044435"/>
                  <a:ext cx="164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131" name="잉크 47130">
                  <a:extLst>
                    <a:ext uri="{FF2B5EF4-FFF2-40B4-BE49-F238E27FC236}">
                      <a16:creationId xmlns:a16="http://schemas.microsoft.com/office/drawing/2014/main" id="{D929C789-E839-F512-F7E6-318FA6D9CAFB}"/>
                    </a:ext>
                  </a:extLst>
                </p14:cNvPr>
                <p14:cNvContentPartPr/>
                <p14:nvPr/>
              </p14:nvContentPartPr>
              <p14:xfrm>
                <a:off x="7664970" y="1126515"/>
                <a:ext cx="44280" cy="17640"/>
              </p14:xfrm>
            </p:contentPart>
          </mc:Choice>
          <mc:Fallback>
            <p:pic>
              <p:nvPicPr>
                <p:cNvPr id="47131" name="잉크 47130">
                  <a:extLst>
                    <a:ext uri="{FF2B5EF4-FFF2-40B4-BE49-F238E27FC236}">
                      <a16:creationId xmlns:a16="http://schemas.microsoft.com/office/drawing/2014/main" id="{D929C789-E839-F512-F7E6-318FA6D9CAF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56330" y="1117515"/>
                  <a:ext cx="619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69" name="그룹 47168">
            <a:extLst>
              <a:ext uri="{FF2B5EF4-FFF2-40B4-BE49-F238E27FC236}">
                <a16:creationId xmlns:a16="http://schemas.microsoft.com/office/drawing/2014/main" id="{1591826B-E109-5AE5-4C38-188B84A27412}"/>
              </a:ext>
            </a:extLst>
          </p:cNvPr>
          <p:cNvGrpSpPr/>
          <p:nvPr/>
        </p:nvGrpSpPr>
        <p:grpSpPr>
          <a:xfrm>
            <a:off x="5427210" y="1464915"/>
            <a:ext cx="597960" cy="241920"/>
            <a:chOff x="5427210" y="1464915"/>
            <a:chExt cx="59796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133" name="잉크 47132">
                  <a:extLst>
                    <a:ext uri="{FF2B5EF4-FFF2-40B4-BE49-F238E27FC236}">
                      <a16:creationId xmlns:a16="http://schemas.microsoft.com/office/drawing/2014/main" id="{5B5FE721-0A7C-4917-B3A4-A50322544091}"/>
                    </a:ext>
                  </a:extLst>
                </p14:cNvPr>
                <p14:cNvContentPartPr/>
                <p14:nvPr/>
              </p14:nvContentPartPr>
              <p14:xfrm>
                <a:off x="5427210" y="1464915"/>
                <a:ext cx="46440" cy="142200"/>
              </p14:xfrm>
            </p:contentPart>
          </mc:Choice>
          <mc:Fallback>
            <p:pic>
              <p:nvPicPr>
                <p:cNvPr id="47133" name="잉크 47132">
                  <a:extLst>
                    <a:ext uri="{FF2B5EF4-FFF2-40B4-BE49-F238E27FC236}">
                      <a16:creationId xmlns:a16="http://schemas.microsoft.com/office/drawing/2014/main" id="{5B5FE721-0A7C-4917-B3A4-A503225440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18570" y="1456275"/>
                  <a:ext cx="64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134" name="잉크 47133">
                  <a:extLst>
                    <a:ext uri="{FF2B5EF4-FFF2-40B4-BE49-F238E27FC236}">
                      <a16:creationId xmlns:a16="http://schemas.microsoft.com/office/drawing/2014/main" id="{B8F864FF-9507-79C0-9570-916D27F8A73E}"/>
                    </a:ext>
                  </a:extLst>
                </p14:cNvPr>
                <p14:cNvContentPartPr/>
                <p14:nvPr/>
              </p14:nvContentPartPr>
              <p14:xfrm>
                <a:off x="5442690" y="1477515"/>
                <a:ext cx="83520" cy="132480"/>
              </p14:xfrm>
            </p:contentPart>
          </mc:Choice>
          <mc:Fallback>
            <p:pic>
              <p:nvPicPr>
                <p:cNvPr id="47134" name="잉크 47133">
                  <a:extLst>
                    <a:ext uri="{FF2B5EF4-FFF2-40B4-BE49-F238E27FC236}">
                      <a16:creationId xmlns:a16="http://schemas.microsoft.com/office/drawing/2014/main" id="{B8F864FF-9507-79C0-9570-916D27F8A7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34050" y="1468515"/>
                  <a:ext cx="101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135" name="잉크 47134">
                  <a:extLst>
                    <a:ext uri="{FF2B5EF4-FFF2-40B4-BE49-F238E27FC236}">
                      <a16:creationId xmlns:a16="http://schemas.microsoft.com/office/drawing/2014/main" id="{84A853CA-761A-5F93-E6D6-3B41F3A5505E}"/>
                    </a:ext>
                  </a:extLst>
                </p14:cNvPr>
                <p14:cNvContentPartPr/>
                <p14:nvPr/>
              </p14:nvContentPartPr>
              <p14:xfrm>
                <a:off x="5501010" y="1487595"/>
                <a:ext cx="115560" cy="219240"/>
              </p14:xfrm>
            </p:contentPart>
          </mc:Choice>
          <mc:Fallback>
            <p:pic>
              <p:nvPicPr>
                <p:cNvPr id="47135" name="잉크 47134">
                  <a:extLst>
                    <a:ext uri="{FF2B5EF4-FFF2-40B4-BE49-F238E27FC236}">
                      <a16:creationId xmlns:a16="http://schemas.microsoft.com/office/drawing/2014/main" id="{84A853CA-761A-5F93-E6D6-3B41F3A550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92010" y="1478595"/>
                  <a:ext cx="1332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136" name="잉크 47135">
                  <a:extLst>
                    <a:ext uri="{FF2B5EF4-FFF2-40B4-BE49-F238E27FC236}">
                      <a16:creationId xmlns:a16="http://schemas.microsoft.com/office/drawing/2014/main" id="{DDABF848-5CD5-0808-3BDD-6108C3702F6A}"/>
                    </a:ext>
                  </a:extLst>
                </p14:cNvPr>
                <p14:cNvContentPartPr/>
                <p14:nvPr/>
              </p14:nvContentPartPr>
              <p14:xfrm>
                <a:off x="5565090" y="1618995"/>
                <a:ext cx="72360" cy="50400"/>
              </p14:xfrm>
            </p:contentPart>
          </mc:Choice>
          <mc:Fallback>
            <p:pic>
              <p:nvPicPr>
                <p:cNvPr id="47136" name="잉크 47135">
                  <a:extLst>
                    <a:ext uri="{FF2B5EF4-FFF2-40B4-BE49-F238E27FC236}">
                      <a16:creationId xmlns:a16="http://schemas.microsoft.com/office/drawing/2014/main" id="{DDABF848-5CD5-0808-3BDD-6108C3702F6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56090" y="1609995"/>
                  <a:ext cx="90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137" name="잉크 47136">
                  <a:extLst>
                    <a:ext uri="{FF2B5EF4-FFF2-40B4-BE49-F238E27FC236}">
                      <a16:creationId xmlns:a16="http://schemas.microsoft.com/office/drawing/2014/main" id="{9ACCAA6D-E515-6519-AE87-F7D6BC43B709}"/>
                    </a:ext>
                  </a:extLst>
                </p14:cNvPr>
                <p14:cNvContentPartPr/>
                <p14:nvPr/>
              </p14:nvContentPartPr>
              <p14:xfrm>
                <a:off x="5655090" y="1536195"/>
                <a:ext cx="110520" cy="105480"/>
              </p14:xfrm>
            </p:contentPart>
          </mc:Choice>
          <mc:Fallback>
            <p:pic>
              <p:nvPicPr>
                <p:cNvPr id="47137" name="잉크 47136">
                  <a:extLst>
                    <a:ext uri="{FF2B5EF4-FFF2-40B4-BE49-F238E27FC236}">
                      <a16:creationId xmlns:a16="http://schemas.microsoft.com/office/drawing/2014/main" id="{9ACCAA6D-E515-6519-AE87-F7D6BC43B70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646450" y="1527195"/>
                  <a:ext cx="128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7138" name="잉크 47137">
                  <a:extLst>
                    <a:ext uri="{FF2B5EF4-FFF2-40B4-BE49-F238E27FC236}">
                      <a16:creationId xmlns:a16="http://schemas.microsoft.com/office/drawing/2014/main" id="{89E1BA14-D0FD-153F-FD72-1F2E7FFA200A}"/>
                    </a:ext>
                  </a:extLst>
                </p14:cNvPr>
                <p14:cNvContentPartPr/>
                <p14:nvPr/>
              </p14:nvContentPartPr>
              <p14:xfrm>
                <a:off x="5791530" y="1512795"/>
                <a:ext cx="33840" cy="136440"/>
              </p14:xfrm>
            </p:contentPart>
          </mc:Choice>
          <mc:Fallback>
            <p:pic>
              <p:nvPicPr>
                <p:cNvPr id="47138" name="잉크 47137">
                  <a:extLst>
                    <a:ext uri="{FF2B5EF4-FFF2-40B4-BE49-F238E27FC236}">
                      <a16:creationId xmlns:a16="http://schemas.microsoft.com/office/drawing/2014/main" id="{89E1BA14-D0FD-153F-FD72-1F2E7FFA200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82890" y="1504155"/>
                  <a:ext cx="51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139" name="잉크 47138">
                  <a:extLst>
                    <a:ext uri="{FF2B5EF4-FFF2-40B4-BE49-F238E27FC236}">
                      <a16:creationId xmlns:a16="http://schemas.microsoft.com/office/drawing/2014/main" id="{B6C1AE2C-D6F8-F5A7-E42F-472A456652B8}"/>
                    </a:ext>
                  </a:extLst>
                </p14:cNvPr>
                <p14:cNvContentPartPr/>
                <p14:nvPr/>
              </p14:nvContentPartPr>
              <p14:xfrm>
                <a:off x="5853810" y="1509915"/>
                <a:ext cx="75240" cy="123480"/>
              </p14:xfrm>
            </p:contentPart>
          </mc:Choice>
          <mc:Fallback>
            <p:pic>
              <p:nvPicPr>
                <p:cNvPr id="47139" name="잉크 47138">
                  <a:extLst>
                    <a:ext uri="{FF2B5EF4-FFF2-40B4-BE49-F238E27FC236}">
                      <a16:creationId xmlns:a16="http://schemas.microsoft.com/office/drawing/2014/main" id="{B6C1AE2C-D6F8-F5A7-E42F-472A456652B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45170" y="1500915"/>
                  <a:ext cx="92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7140" name="잉크 47139">
                  <a:extLst>
                    <a:ext uri="{FF2B5EF4-FFF2-40B4-BE49-F238E27FC236}">
                      <a16:creationId xmlns:a16="http://schemas.microsoft.com/office/drawing/2014/main" id="{66639FB4-8F25-8ADB-51CC-B2FCF8A67EC0}"/>
                    </a:ext>
                  </a:extLst>
                </p14:cNvPr>
                <p14:cNvContentPartPr/>
                <p14:nvPr/>
              </p14:nvContentPartPr>
              <p14:xfrm>
                <a:off x="5909250" y="1499475"/>
                <a:ext cx="115920" cy="127080"/>
              </p14:xfrm>
            </p:contentPart>
          </mc:Choice>
          <mc:Fallback>
            <p:pic>
              <p:nvPicPr>
                <p:cNvPr id="47140" name="잉크 47139">
                  <a:extLst>
                    <a:ext uri="{FF2B5EF4-FFF2-40B4-BE49-F238E27FC236}">
                      <a16:creationId xmlns:a16="http://schemas.microsoft.com/office/drawing/2014/main" id="{66639FB4-8F25-8ADB-51CC-B2FCF8A67E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00250" y="1490835"/>
                  <a:ext cx="1335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68" name="그룹 47167">
            <a:extLst>
              <a:ext uri="{FF2B5EF4-FFF2-40B4-BE49-F238E27FC236}">
                <a16:creationId xmlns:a16="http://schemas.microsoft.com/office/drawing/2014/main" id="{3650D595-446E-2851-E29A-ABE55E13F383}"/>
              </a:ext>
            </a:extLst>
          </p:cNvPr>
          <p:cNvGrpSpPr/>
          <p:nvPr/>
        </p:nvGrpSpPr>
        <p:grpSpPr>
          <a:xfrm>
            <a:off x="6174210" y="1448355"/>
            <a:ext cx="443880" cy="151920"/>
            <a:chOff x="6174210" y="1448355"/>
            <a:chExt cx="44388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141" name="잉크 47140">
                  <a:extLst>
                    <a:ext uri="{FF2B5EF4-FFF2-40B4-BE49-F238E27FC236}">
                      <a16:creationId xmlns:a16="http://schemas.microsoft.com/office/drawing/2014/main" id="{0E5AEA31-50F6-6D56-AF75-9537186042E8}"/>
                    </a:ext>
                  </a:extLst>
                </p14:cNvPr>
                <p14:cNvContentPartPr/>
                <p14:nvPr/>
              </p14:nvContentPartPr>
              <p14:xfrm>
                <a:off x="6174210" y="1473555"/>
                <a:ext cx="142560" cy="119160"/>
              </p14:xfrm>
            </p:contentPart>
          </mc:Choice>
          <mc:Fallback>
            <p:pic>
              <p:nvPicPr>
                <p:cNvPr id="47141" name="잉크 47140">
                  <a:extLst>
                    <a:ext uri="{FF2B5EF4-FFF2-40B4-BE49-F238E27FC236}">
                      <a16:creationId xmlns:a16="http://schemas.microsoft.com/office/drawing/2014/main" id="{0E5AEA31-50F6-6D56-AF75-9537186042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65570" y="1464555"/>
                  <a:ext cx="16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7142" name="잉크 47141">
                  <a:extLst>
                    <a:ext uri="{FF2B5EF4-FFF2-40B4-BE49-F238E27FC236}">
                      <a16:creationId xmlns:a16="http://schemas.microsoft.com/office/drawing/2014/main" id="{33ABC59C-86E4-E7F3-C362-B9ED52136DE5}"/>
                    </a:ext>
                  </a:extLst>
                </p14:cNvPr>
                <p14:cNvContentPartPr/>
                <p14:nvPr/>
              </p14:nvContentPartPr>
              <p14:xfrm>
                <a:off x="6320730" y="1466355"/>
                <a:ext cx="87120" cy="126000"/>
              </p14:xfrm>
            </p:contentPart>
          </mc:Choice>
          <mc:Fallback>
            <p:pic>
              <p:nvPicPr>
                <p:cNvPr id="47142" name="잉크 47141">
                  <a:extLst>
                    <a:ext uri="{FF2B5EF4-FFF2-40B4-BE49-F238E27FC236}">
                      <a16:creationId xmlns:a16="http://schemas.microsoft.com/office/drawing/2014/main" id="{33ABC59C-86E4-E7F3-C362-B9ED52136DE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11730" y="1457355"/>
                  <a:ext cx="104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7143" name="잉크 47142">
                  <a:extLst>
                    <a:ext uri="{FF2B5EF4-FFF2-40B4-BE49-F238E27FC236}">
                      <a16:creationId xmlns:a16="http://schemas.microsoft.com/office/drawing/2014/main" id="{346B82B6-48E2-5CC0-8F48-77E290422C09}"/>
                    </a:ext>
                  </a:extLst>
                </p14:cNvPr>
                <p14:cNvContentPartPr/>
                <p14:nvPr/>
              </p14:nvContentPartPr>
              <p14:xfrm>
                <a:off x="6428370" y="1482915"/>
                <a:ext cx="95040" cy="91440"/>
              </p14:xfrm>
            </p:contentPart>
          </mc:Choice>
          <mc:Fallback>
            <p:pic>
              <p:nvPicPr>
                <p:cNvPr id="47143" name="잉크 47142">
                  <a:extLst>
                    <a:ext uri="{FF2B5EF4-FFF2-40B4-BE49-F238E27FC236}">
                      <a16:creationId xmlns:a16="http://schemas.microsoft.com/office/drawing/2014/main" id="{346B82B6-48E2-5CC0-8F48-77E290422C0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19730" y="1474275"/>
                  <a:ext cx="112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7144" name="잉크 47143">
                  <a:extLst>
                    <a:ext uri="{FF2B5EF4-FFF2-40B4-BE49-F238E27FC236}">
                      <a16:creationId xmlns:a16="http://schemas.microsoft.com/office/drawing/2014/main" id="{7B9A9159-BDEE-7F79-F4F8-9213BA77BE57}"/>
                    </a:ext>
                  </a:extLst>
                </p14:cNvPr>
                <p14:cNvContentPartPr/>
                <p14:nvPr/>
              </p14:nvContentPartPr>
              <p14:xfrm>
                <a:off x="6579210" y="1448355"/>
                <a:ext cx="38880" cy="151920"/>
              </p14:xfrm>
            </p:contentPart>
          </mc:Choice>
          <mc:Fallback>
            <p:pic>
              <p:nvPicPr>
                <p:cNvPr id="47144" name="잉크 47143">
                  <a:extLst>
                    <a:ext uri="{FF2B5EF4-FFF2-40B4-BE49-F238E27FC236}">
                      <a16:creationId xmlns:a16="http://schemas.microsoft.com/office/drawing/2014/main" id="{7B9A9159-BDEE-7F79-F4F8-9213BA77BE5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70210" y="1439355"/>
                  <a:ext cx="565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67" name="그룹 47166">
            <a:extLst>
              <a:ext uri="{FF2B5EF4-FFF2-40B4-BE49-F238E27FC236}">
                <a16:creationId xmlns:a16="http://schemas.microsoft.com/office/drawing/2014/main" id="{01D9C30E-79DA-F53D-C573-4972FF30ED57}"/>
              </a:ext>
            </a:extLst>
          </p:cNvPr>
          <p:cNvGrpSpPr/>
          <p:nvPr/>
        </p:nvGrpSpPr>
        <p:grpSpPr>
          <a:xfrm>
            <a:off x="5685690" y="1841115"/>
            <a:ext cx="437040" cy="334440"/>
            <a:chOff x="5685690" y="1841115"/>
            <a:chExt cx="43704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7146" name="잉크 47145">
                  <a:extLst>
                    <a:ext uri="{FF2B5EF4-FFF2-40B4-BE49-F238E27FC236}">
                      <a16:creationId xmlns:a16="http://schemas.microsoft.com/office/drawing/2014/main" id="{C9BBC931-9288-F3AC-6EAC-A545AA4CC267}"/>
                    </a:ext>
                  </a:extLst>
                </p14:cNvPr>
                <p14:cNvContentPartPr/>
                <p14:nvPr/>
              </p14:nvContentPartPr>
              <p14:xfrm>
                <a:off x="5685690" y="1857675"/>
                <a:ext cx="117360" cy="180720"/>
              </p14:xfrm>
            </p:contentPart>
          </mc:Choice>
          <mc:Fallback>
            <p:pic>
              <p:nvPicPr>
                <p:cNvPr id="47146" name="잉크 47145">
                  <a:extLst>
                    <a:ext uri="{FF2B5EF4-FFF2-40B4-BE49-F238E27FC236}">
                      <a16:creationId xmlns:a16="http://schemas.microsoft.com/office/drawing/2014/main" id="{C9BBC931-9288-F3AC-6EAC-A545AA4CC26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77050" y="1849035"/>
                  <a:ext cx="135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7147" name="잉크 47146">
                  <a:extLst>
                    <a:ext uri="{FF2B5EF4-FFF2-40B4-BE49-F238E27FC236}">
                      <a16:creationId xmlns:a16="http://schemas.microsoft.com/office/drawing/2014/main" id="{869D57E6-5E7D-29CB-082A-33A873C94EB0}"/>
                    </a:ext>
                  </a:extLst>
                </p14:cNvPr>
                <p14:cNvContentPartPr/>
                <p14:nvPr/>
              </p14:nvContentPartPr>
              <p14:xfrm>
                <a:off x="5801610" y="1900875"/>
                <a:ext cx="119880" cy="274680"/>
              </p14:xfrm>
            </p:contentPart>
          </mc:Choice>
          <mc:Fallback>
            <p:pic>
              <p:nvPicPr>
                <p:cNvPr id="47147" name="잉크 47146">
                  <a:extLst>
                    <a:ext uri="{FF2B5EF4-FFF2-40B4-BE49-F238E27FC236}">
                      <a16:creationId xmlns:a16="http://schemas.microsoft.com/office/drawing/2014/main" id="{869D57E6-5E7D-29CB-082A-33A873C94EB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92610" y="1891875"/>
                  <a:ext cx="1375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7150" name="잉크 47149">
                  <a:extLst>
                    <a:ext uri="{FF2B5EF4-FFF2-40B4-BE49-F238E27FC236}">
                      <a16:creationId xmlns:a16="http://schemas.microsoft.com/office/drawing/2014/main" id="{C508E740-58A3-7B78-40A4-5545CEB204A1}"/>
                    </a:ext>
                  </a:extLst>
                </p14:cNvPr>
                <p14:cNvContentPartPr/>
                <p14:nvPr/>
              </p14:nvContentPartPr>
              <p14:xfrm>
                <a:off x="6026610" y="1841115"/>
                <a:ext cx="85680" cy="173160"/>
              </p14:xfrm>
            </p:contentPart>
          </mc:Choice>
          <mc:Fallback>
            <p:pic>
              <p:nvPicPr>
                <p:cNvPr id="47150" name="잉크 47149">
                  <a:extLst>
                    <a:ext uri="{FF2B5EF4-FFF2-40B4-BE49-F238E27FC236}">
                      <a16:creationId xmlns:a16="http://schemas.microsoft.com/office/drawing/2014/main" id="{C508E740-58A3-7B78-40A4-5545CEB204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17970" y="1832115"/>
                  <a:ext cx="103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7151" name="잉크 47150">
                  <a:extLst>
                    <a:ext uri="{FF2B5EF4-FFF2-40B4-BE49-F238E27FC236}">
                      <a16:creationId xmlns:a16="http://schemas.microsoft.com/office/drawing/2014/main" id="{4962323B-568F-3B03-B670-3CC27DCE1DAC}"/>
                    </a:ext>
                  </a:extLst>
                </p14:cNvPr>
                <p14:cNvContentPartPr/>
                <p14:nvPr/>
              </p14:nvContentPartPr>
              <p14:xfrm>
                <a:off x="6095370" y="2029035"/>
                <a:ext cx="27360" cy="65880"/>
              </p14:xfrm>
            </p:contentPart>
          </mc:Choice>
          <mc:Fallback>
            <p:pic>
              <p:nvPicPr>
                <p:cNvPr id="47151" name="잉크 47150">
                  <a:extLst>
                    <a:ext uri="{FF2B5EF4-FFF2-40B4-BE49-F238E27FC236}">
                      <a16:creationId xmlns:a16="http://schemas.microsoft.com/office/drawing/2014/main" id="{4962323B-568F-3B03-B670-3CC27DCE1DA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86370" y="2020035"/>
                  <a:ext cx="450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65" name="그룹 47164">
            <a:extLst>
              <a:ext uri="{FF2B5EF4-FFF2-40B4-BE49-F238E27FC236}">
                <a16:creationId xmlns:a16="http://schemas.microsoft.com/office/drawing/2014/main" id="{A415A7C6-1A52-FCD0-C59F-310B5AAC5B5D}"/>
              </a:ext>
            </a:extLst>
          </p:cNvPr>
          <p:cNvGrpSpPr/>
          <p:nvPr/>
        </p:nvGrpSpPr>
        <p:grpSpPr>
          <a:xfrm>
            <a:off x="6303810" y="1788195"/>
            <a:ext cx="975600" cy="258480"/>
            <a:chOff x="6303810" y="1788195"/>
            <a:chExt cx="97560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7152" name="잉크 47151">
                  <a:extLst>
                    <a:ext uri="{FF2B5EF4-FFF2-40B4-BE49-F238E27FC236}">
                      <a16:creationId xmlns:a16="http://schemas.microsoft.com/office/drawing/2014/main" id="{3D06B2A1-A71A-4508-B993-DF63631F6CBE}"/>
                    </a:ext>
                  </a:extLst>
                </p14:cNvPr>
                <p14:cNvContentPartPr/>
                <p14:nvPr/>
              </p14:nvContentPartPr>
              <p14:xfrm>
                <a:off x="6303810" y="1820595"/>
                <a:ext cx="149040" cy="119160"/>
              </p14:xfrm>
            </p:contentPart>
          </mc:Choice>
          <mc:Fallback>
            <p:pic>
              <p:nvPicPr>
                <p:cNvPr id="47152" name="잉크 47151">
                  <a:extLst>
                    <a:ext uri="{FF2B5EF4-FFF2-40B4-BE49-F238E27FC236}">
                      <a16:creationId xmlns:a16="http://schemas.microsoft.com/office/drawing/2014/main" id="{3D06B2A1-A71A-4508-B993-DF63631F6CB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95170" y="1811955"/>
                  <a:ext cx="166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7153" name="잉크 47152">
                  <a:extLst>
                    <a:ext uri="{FF2B5EF4-FFF2-40B4-BE49-F238E27FC236}">
                      <a16:creationId xmlns:a16="http://schemas.microsoft.com/office/drawing/2014/main" id="{2819A20B-B9A8-7933-B2DA-47E9325926AC}"/>
                    </a:ext>
                  </a:extLst>
                </p14:cNvPr>
                <p14:cNvContentPartPr/>
                <p14:nvPr/>
              </p14:nvContentPartPr>
              <p14:xfrm>
                <a:off x="6358170" y="1910595"/>
                <a:ext cx="19440" cy="92160"/>
              </p14:xfrm>
            </p:contentPart>
          </mc:Choice>
          <mc:Fallback>
            <p:pic>
              <p:nvPicPr>
                <p:cNvPr id="47153" name="잉크 47152">
                  <a:extLst>
                    <a:ext uri="{FF2B5EF4-FFF2-40B4-BE49-F238E27FC236}">
                      <a16:creationId xmlns:a16="http://schemas.microsoft.com/office/drawing/2014/main" id="{2819A20B-B9A8-7933-B2DA-47E9325926A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49530" y="1901955"/>
                  <a:ext cx="37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7154" name="잉크 47153">
                  <a:extLst>
                    <a:ext uri="{FF2B5EF4-FFF2-40B4-BE49-F238E27FC236}">
                      <a16:creationId xmlns:a16="http://schemas.microsoft.com/office/drawing/2014/main" id="{FC47E9F0-3075-C0A1-6AE7-4C4662E65B2D}"/>
                    </a:ext>
                  </a:extLst>
                </p14:cNvPr>
                <p14:cNvContentPartPr/>
                <p14:nvPr/>
              </p14:nvContentPartPr>
              <p14:xfrm>
                <a:off x="6319650" y="1916355"/>
                <a:ext cx="202680" cy="117360"/>
              </p14:xfrm>
            </p:contentPart>
          </mc:Choice>
          <mc:Fallback>
            <p:pic>
              <p:nvPicPr>
                <p:cNvPr id="47154" name="잉크 47153">
                  <a:extLst>
                    <a:ext uri="{FF2B5EF4-FFF2-40B4-BE49-F238E27FC236}">
                      <a16:creationId xmlns:a16="http://schemas.microsoft.com/office/drawing/2014/main" id="{FC47E9F0-3075-C0A1-6AE7-4C4662E65B2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10650" y="1907355"/>
                  <a:ext cx="220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7155" name="잉크 47154">
                  <a:extLst>
                    <a:ext uri="{FF2B5EF4-FFF2-40B4-BE49-F238E27FC236}">
                      <a16:creationId xmlns:a16="http://schemas.microsoft.com/office/drawing/2014/main" id="{7D471E6D-31F7-FF17-6C47-AEB680F3874F}"/>
                    </a:ext>
                  </a:extLst>
                </p14:cNvPr>
                <p14:cNvContentPartPr/>
                <p14:nvPr/>
              </p14:nvContentPartPr>
              <p14:xfrm>
                <a:off x="6527370" y="1804755"/>
                <a:ext cx="7200" cy="82800"/>
              </p14:xfrm>
            </p:contentPart>
          </mc:Choice>
          <mc:Fallback>
            <p:pic>
              <p:nvPicPr>
                <p:cNvPr id="47155" name="잉크 47154">
                  <a:extLst>
                    <a:ext uri="{FF2B5EF4-FFF2-40B4-BE49-F238E27FC236}">
                      <a16:creationId xmlns:a16="http://schemas.microsoft.com/office/drawing/2014/main" id="{7D471E6D-31F7-FF17-6C47-AEB680F387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18730" y="1796115"/>
                  <a:ext cx="24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7156" name="잉크 47155">
                  <a:extLst>
                    <a:ext uri="{FF2B5EF4-FFF2-40B4-BE49-F238E27FC236}">
                      <a16:creationId xmlns:a16="http://schemas.microsoft.com/office/drawing/2014/main" id="{E05D7ED2-88B6-9800-E573-3656817B20BE}"/>
                    </a:ext>
                  </a:extLst>
                </p14:cNvPr>
                <p14:cNvContentPartPr/>
                <p14:nvPr/>
              </p14:nvContentPartPr>
              <p14:xfrm>
                <a:off x="6484530" y="1886475"/>
                <a:ext cx="123120" cy="70560"/>
              </p14:xfrm>
            </p:contentPart>
          </mc:Choice>
          <mc:Fallback>
            <p:pic>
              <p:nvPicPr>
                <p:cNvPr id="47156" name="잉크 47155">
                  <a:extLst>
                    <a:ext uri="{FF2B5EF4-FFF2-40B4-BE49-F238E27FC236}">
                      <a16:creationId xmlns:a16="http://schemas.microsoft.com/office/drawing/2014/main" id="{E05D7ED2-88B6-9800-E573-3656817B20B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75530" y="1877475"/>
                  <a:ext cx="140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7157" name="잉크 47156">
                  <a:extLst>
                    <a:ext uri="{FF2B5EF4-FFF2-40B4-BE49-F238E27FC236}">
                      <a16:creationId xmlns:a16="http://schemas.microsoft.com/office/drawing/2014/main" id="{05F09209-4AC8-C1B3-B827-A5189685BB89}"/>
                    </a:ext>
                  </a:extLst>
                </p14:cNvPr>
                <p14:cNvContentPartPr/>
                <p14:nvPr/>
              </p14:nvContentPartPr>
              <p14:xfrm>
                <a:off x="6545010" y="1832835"/>
                <a:ext cx="147240" cy="213840"/>
              </p14:xfrm>
            </p:contentPart>
          </mc:Choice>
          <mc:Fallback>
            <p:pic>
              <p:nvPicPr>
                <p:cNvPr id="47157" name="잉크 47156">
                  <a:extLst>
                    <a:ext uri="{FF2B5EF4-FFF2-40B4-BE49-F238E27FC236}">
                      <a16:creationId xmlns:a16="http://schemas.microsoft.com/office/drawing/2014/main" id="{05F09209-4AC8-C1B3-B827-A5189685BB8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6010" y="1824195"/>
                  <a:ext cx="164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7158" name="잉크 47157">
                  <a:extLst>
                    <a:ext uri="{FF2B5EF4-FFF2-40B4-BE49-F238E27FC236}">
                      <a16:creationId xmlns:a16="http://schemas.microsoft.com/office/drawing/2014/main" id="{A17FE2BE-595E-C549-D33F-3B66175814BE}"/>
                    </a:ext>
                  </a:extLst>
                </p14:cNvPr>
                <p14:cNvContentPartPr/>
                <p14:nvPr/>
              </p14:nvContentPartPr>
              <p14:xfrm>
                <a:off x="6787650" y="1829595"/>
                <a:ext cx="10800" cy="101520"/>
              </p14:xfrm>
            </p:contentPart>
          </mc:Choice>
          <mc:Fallback>
            <p:pic>
              <p:nvPicPr>
                <p:cNvPr id="47158" name="잉크 47157">
                  <a:extLst>
                    <a:ext uri="{FF2B5EF4-FFF2-40B4-BE49-F238E27FC236}">
                      <a16:creationId xmlns:a16="http://schemas.microsoft.com/office/drawing/2014/main" id="{A17FE2BE-595E-C549-D33F-3B66175814B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78650" y="1820955"/>
                  <a:ext cx="28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7159" name="잉크 47158">
                  <a:extLst>
                    <a:ext uri="{FF2B5EF4-FFF2-40B4-BE49-F238E27FC236}">
                      <a16:creationId xmlns:a16="http://schemas.microsoft.com/office/drawing/2014/main" id="{A199CB53-1807-D557-0AB9-7D14802FA0D0}"/>
                    </a:ext>
                  </a:extLst>
                </p14:cNvPr>
                <p14:cNvContentPartPr/>
                <p14:nvPr/>
              </p14:nvContentPartPr>
              <p14:xfrm>
                <a:off x="6794490" y="1877115"/>
                <a:ext cx="104400" cy="27000"/>
              </p14:xfrm>
            </p:contentPart>
          </mc:Choice>
          <mc:Fallback>
            <p:pic>
              <p:nvPicPr>
                <p:cNvPr id="47159" name="잉크 47158">
                  <a:extLst>
                    <a:ext uri="{FF2B5EF4-FFF2-40B4-BE49-F238E27FC236}">
                      <a16:creationId xmlns:a16="http://schemas.microsoft.com/office/drawing/2014/main" id="{A199CB53-1807-D557-0AB9-7D14802FA0D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85490" y="1868475"/>
                  <a:ext cx="122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7160" name="잉크 47159">
                  <a:extLst>
                    <a:ext uri="{FF2B5EF4-FFF2-40B4-BE49-F238E27FC236}">
                      <a16:creationId xmlns:a16="http://schemas.microsoft.com/office/drawing/2014/main" id="{2CA62862-FE5A-6321-61F2-7A29D0A34E6C}"/>
                    </a:ext>
                  </a:extLst>
                </p14:cNvPr>
                <p14:cNvContentPartPr/>
                <p14:nvPr/>
              </p14:nvContentPartPr>
              <p14:xfrm>
                <a:off x="6902850" y="1820595"/>
                <a:ext cx="86400" cy="82440"/>
              </p14:xfrm>
            </p:contentPart>
          </mc:Choice>
          <mc:Fallback>
            <p:pic>
              <p:nvPicPr>
                <p:cNvPr id="47160" name="잉크 47159">
                  <a:extLst>
                    <a:ext uri="{FF2B5EF4-FFF2-40B4-BE49-F238E27FC236}">
                      <a16:creationId xmlns:a16="http://schemas.microsoft.com/office/drawing/2014/main" id="{2CA62862-FE5A-6321-61F2-7A29D0A34E6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893850" y="1811595"/>
                  <a:ext cx="104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7161" name="잉크 47160">
                  <a:extLst>
                    <a:ext uri="{FF2B5EF4-FFF2-40B4-BE49-F238E27FC236}">
                      <a16:creationId xmlns:a16="http://schemas.microsoft.com/office/drawing/2014/main" id="{9192CF0E-55B3-9A0B-ED0D-ABB1734147F4}"/>
                    </a:ext>
                  </a:extLst>
                </p14:cNvPr>
                <p14:cNvContentPartPr/>
                <p14:nvPr/>
              </p14:nvContentPartPr>
              <p14:xfrm>
                <a:off x="6884850" y="1962435"/>
                <a:ext cx="101160" cy="72000"/>
              </p14:xfrm>
            </p:contentPart>
          </mc:Choice>
          <mc:Fallback>
            <p:pic>
              <p:nvPicPr>
                <p:cNvPr id="47161" name="잉크 47160">
                  <a:extLst>
                    <a:ext uri="{FF2B5EF4-FFF2-40B4-BE49-F238E27FC236}">
                      <a16:creationId xmlns:a16="http://schemas.microsoft.com/office/drawing/2014/main" id="{9192CF0E-55B3-9A0B-ED0D-ABB1734147F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75850" y="1953435"/>
                  <a:ext cx="118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7162" name="잉크 47161">
                  <a:extLst>
                    <a:ext uri="{FF2B5EF4-FFF2-40B4-BE49-F238E27FC236}">
                      <a16:creationId xmlns:a16="http://schemas.microsoft.com/office/drawing/2014/main" id="{81BDC720-E2FA-BE15-87E3-8DB8EEB8D493}"/>
                    </a:ext>
                  </a:extLst>
                </p14:cNvPr>
                <p14:cNvContentPartPr/>
                <p14:nvPr/>
              </p14:nvContentPartPr>
              <p14:xfrm>
                <a:off x="7054770" y="1803315"/>
                <a:ext cx="114120" cy="141840"/>
              </p14:xfrm>
            </p:contentPart>
          </mc:Choice>
          <mc:Fallback>
            <p:pic>
              <p:nvPicPr>
                <p:cNvPr id="47162" name="잉크 47161">
                  <a:extLst>
                    <a:ext uri="{FF2B5EF4-FFF2-40B4-BE49-F238E27FC236}">
                      <a16:creationId xmlns:a16="http://schemas.microsoft.com/office/drawing/2014/main" id="{81BDC720-E2FA-BE15-87E3-8DB8EEB8D49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45770" y="1794675"/>
                  <a:ext cx="131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7163" name="잉크 47162">
                  <a:extLst>
                    <a:ext uri="{FF2B5EF4-FFF2-40B4-BE49-F238E27FC236}">
                      <a16:creationId xmlns:a16="http://schemas.microsoft.com/office/drawing/2014/main" id="{F24B1A7F-8056-4494-C533-806A0EFDC4D5}"/>
                    </a:ext>
                  </a:extLst>
                </p14:cNvPr>
                <p14:cNvContentPartPr/>
                <p14:nvPr/>
              </p14:nvContentPartPr>
              <p14:xfrm>
                <a:off x="7059450" y="1852995"/>
                <a:ext cx="119520" cy="32760"/>
              </p14:xfrm>
            </p:contentPart>
          </mc:Choice>
          <mc:Fallback>
            <p:pic>
              <p:nvPicPr>
                <p:cNvPr id="47163" name="잉크 47162">
                  <a:extLst>
                    <a:ext uri="{FF2B5EF4-FFF2-40B4-BE49-F238E27FC236}">
                      <a16:creationId xmlns:a16="http://schemas.microsoft.com/office/drawing/2014/main" id="{F24B1A7F-8056-4494-C533-806A0EFDC4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50450" y="1843995"/>
                  <a:ext cx="137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7164" name="잉크 47163">
                  <a:extLst>
                    <a:ext uri="{FF2B5EF4-FFF2-40B4-BE49-F238E27FC236}">
                      <a16:creationId xmlns:a16="http://schemas.microsoft.com/office/drawing/2014/main" id="{EF116A95-F8D3-876E-D869-64FD5677D5D7}"/>
                    </a:ext>
                  </a:extLst>
                </p14:cNvPr>
                <p14:cNvContentPartPr/>
                <p14:nvPr/>
              </p14:nvContentPartPr>
              <p14:xfrm>
                <a:off x="7194810" y="1788195"/>
                <a:ext cx="84600" cy="139680"/>
              </p14:xfrm>
            </p:contentPart>
          </mc:Choice>
          <mc:Fallback>
            <p:pic>
              <p:nvPicPr>
                <p:cNvPr id="47164" name="잉크 47163">
                  <a:extLst>
                    <a:ext uri="{FF2B5EF4-FFF2-40B4-BE49-F238E27FC236}">
                      <a16:creationId xmlns:a16="http://schemas.microsoft.com/office/drawing/2014/main" id="{EF116A95-F8D3-876E-D869-64FD5677D5D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85810" y="1779195"/>
                  <a:ext cx="10224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47170" name="잉크 47169">
                <a:extLst>
                  <a:ext uri="{FF2B5EF4-FFF2-40B4-BE49-F238E27FC236}">
                    <a16:creationId xmlns:a16="http://schemas.microsoft.com/office/drawing/2014/main" id="{78E5CABB-34A0-932F-2A1C-2CF648176507}"/>
                  </a:ext>
                </a:extLst>
              </p14:cNvPr>
              <p14:cNvContentPartPr/>
              <p14:nvPr/>
            </p14:nvContentPartPr>
            <p14:xfrm>
              <a:off x="5499210" y="1944435"/>
              <a:ext cx="142920" cy="126000"/>
            </p14:xfrm>
          </p:contentPart>
        </mc:Choice>
        <mc:Fallback>
          <p:pic>
            <p:nvPicPr>
              <p:cNvPr id="47170" name="잉크 47169">
                <a:extLst>
                  <a:ext uri="{FF2B5EF4-FFF2-40B4-BE49-F238E27FC236}">
                    <a16:creationId xmlns:a16="http://schemas.microsoft.com/office/drawing/2014/main" id="{78E5CABB-34A0-932F-2A1C-2CF64817650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490210" y="1935435"/>
                <a:ext cx="160560" cy="14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내용 개체 틀 1"/>
          <p:cNvSpPr>
            <a:spLocks noGrp="1"/>
          </p:cNvSpPr>
          <p:nvPr>
            <p:ph sz="quarter" idx="4294967295"/>
          </p:nvPr>
        </p:nvSpPr>
        <p:spPr>
          <a:xfrm>
            <a:off x="142875" y="980728"/>
            <a:ext cx="9001125" cy="3349625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모니터의 구조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하나 이상의 </a:t>
            </a:r>
            <a:r>
              <a:rPr lang="en-US" altLang="ko-KR" sz="1800" dirty="0">
                <a:latin typeface="+mn-ea"/>
              </a:rPr>
              <a:t>procedure</a:t>
            </a:r>
            <a:r>
              <a:rPr lang="ko-KR" altLang="en-US" sz="1800" dirty="0">
                <a:latin typeface="+mn-ea"/>
              </a:rPr>
              <a:t>들과 초기화 코드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공유 변수로 구성된 소프트웨어 모듈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모니터 내의 </a:t>
            </a:r>
            <a:r>
              <a:rPr lang="en-US" altLang="ko-KR" sz="1800" dirty="0">
                <a:latin typeface="+mn-ea"/>
              </a:rPr>
              <a:t>procedure</a:t>
            </a:r>
            <a:r>
              <a:rPr lang="ko-KR" altLang="en-US" sz="1800" dirty="0">
                <a:latin typeface="+mn-ea"/>
              </a:rPr>
              <a:t>는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모니터 내에 정의된 변수들만 접근 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모니터 경계에서 한 번에 한 프로세스만 진입하도록 제어</a:t>
            </a:r>
            <a:r>
              <a:rPr lang="en-US" altLang="ko-KR" sz="1800" dirty="0">
                <a:latin typeface="+mn-ea"/>
              </a:rPr>
              <a:t>,</a:t>
            </a:r>
            <a:r>
              <a:rPr lang="ko-KR" altLang="en-US" sz="1800" dirty="0">
                <a:latin typeface="+mn-ea"/>
              </a:rPr>
              <a:t> 상호 배제를 지킴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동기화를 위한 </a:t>
            </a:r>
            <a:r>
              <a:rPr lang="en-US" altLang="ko-KR" sz="1800" dirty="0">
                <a:latin typeface="+mn-ea"/>
              </a:rPr>
              <a:t>wait(), signal() </a:t>
            </a:r>
            <a:r>
              <a:rPr lang="ko-KR" altLang="en-US" sz="1800" dirty="0">
                <a:latin typeface="+mn-ea"/>
              </a:rPr>
              <a:t>기능을 제공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800" dirty="0">
                <a:latin typeface="+mn-ea"/>
              </a:rPr>
              <a:t>Signal()</a:t>
            </a:r>
            <a:r>
              <a:rPr lang="ko-KR" altLang="en-US" sz="1800" dirty="0">
                <a:latin typeface="+mn-ea"/>
              </a:rPr>
              <a:t>에 의해서 깨워진 프로세스라도 상호 배제를 위해서 대기하는 경우가 </a:t>
            </a:r>
            <a:r>
              <a:rPr lang="ko-KR" altLang="en-US" sz="1800" dirty="0" err="1">
                <a:latin typeface="+mn-ea"/>
              </a:rPr>
              <a:t>발생할수</a:t>
            </a:r>
            <a:r>
              <a:rPr lang="ko-KR" altLang="en-US" sz="1800" dirty="0">
                <a:latin typeface="+mn-ea"/>
              </a:rPr>
              <a:t> 있음</a:t>
            </a:r>
            <a:r>
              <a:rPr lang="en-US" altLang="ko-KR" sz="1800" dirty="0">
                <a:latin typeface="+mn-ea"/>
              </a:rPr>
              <a:t>. </a:t>
            </a:r>
            <a:r>
              <a:rPr lang="ko-KR" altLang="en-US" sz="1800" dirty="0">
                <a:latin typeface="+mn-ea"/>
              </a:rPr>
              <a:t>  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800" dirty="0">
                <a:latin typeface="+mn-ea"/>
              </a:rPr>
              <a:t>    </a:t>
            </a:r>
          </a:p>
        </p:txBody>
      </p:sp>
      <p:grpSp>
        <p:nvGrpSpPr>
          <p:cNvPr id="48131" name="그룹 5"/>
          <p:cNvGrpSpPr>
            <a:grpSpLocks/>
          </p:cNvGrpSpPr>
          <p:nvPr/>
        </p:nvGrpSpPr>
        <p:grpSpPr bwMode="auto">
          <a:xfrm>
            <a:off x="1785938" y="4071938"/>
            <a:ext cx="5286375" cy="2563812"/>
            <a:chOff x="1785918" y="4467231"/>
            <a:chExt cx="5092232" cy="2348701"/>
          </a:xfrm>
        </p:grpSpPr>
        <p:pic>
          <p:nvPicPr>
            <p:cNvPr id="48133" name="Picture 2" descr="C:\Documents and Settings\Hanami\바탕 화면\운영체제\(강의교안)_그림파일_1장-13장\ch04_병행 프로세스와 상호배제\ch04-17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167"/>
            <a:stretch>
              <a:fillRect/>
            </a:stretch>
          </p:blipFill>
          <p:spPr bwMode="auto">
            <a:xfrm>
              <a:off x="1785918" y="4467231"/>
              <a:ext cx="5092232" cy="2051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4" name="TextBox 6"/>
            <p:cNvSpPr txBox="1">
              <a:spLocks noChangeArrowheads="1"/>
            </p:cNvSpPr>
            <p:nvPr/>
          </p:nvSpPr>
          <p:spPr bwMode="auto">
            <a:xfrm>
              <a:off x="3714744" y="6538933"/>
              <a:ext cx="151836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모니터의 일반 구조</a:t>
              </a:r>
            </a:p>
          </p:txBody>
        </p:sp>
      </p:grpSp>
      <p:sp>
        <p:nvSpPr>
          <p:cNvPr id="4813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7DACD0-88C3-44BA-A680-D9AE8C8B5A4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95369A-A432-4580-973A-2815F2B922C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6" name="내용 개체 틀 1"/>
          <p:cNvSpPr>
            <a:spLocks noGrp="1"/>
          </p:cNvSpPr>
          <p:nvPr>
            <p:ph sz="quarter" idx="4294967295"/>
          </p:nvPr>
        </p:nvSpPr>
        <p:spPr>
          <a:xfrm>
            <a:off x="152557" y="908720"/>
            <a:ext cx="9001125" cy="3349625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2400" dirty="0">
                <a:latin typeface="+mn-ea"/>
              </a:rPr>
              <a:t>Java </a:t>
            </a:r>
            <a:r>
              <a:rPr lang="ko-KR" altLang="en-US" sz="2400" dirty="0">
                <a:latin typeface="+mn-ea"/>
              </a:rPr>
              <a:t>모니터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800" dirty="0">
                <a:latin typeface="+mn-ea"/>
              </a:rPr>
              <a:t>Synchronized </a:t>
            </a:r>
            <a:r>
              <a:rPr lang="ko-KR" altLang="en-US" sz="1800" dirty="0">
                <a:latin typeface="+mn-ea"/>
              </a:rPr>
              <a:t>키워드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상호배제를</a:t>
            </a:r>
            <a:r>
              <a:rPr lang="ko-KR" altLang="en-US" sz="1800" dirty="0">
                <a:latin typeface="+mn-ea"/>
              </a:rPr>
              <a:t> 지원하는 함수 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한 프로세스가 </a:t>
            </a:r>
            <a:r>
              <a:rPr lang="en-US" altLang="ko-KR" sz="1800" dirty="0">
                <a:latin typeface="+mn-ea"/>
              </a:rPr>
              <a:t>Foo() </a:t>
            </a:r>
            <a:r>
              <a:rPr lang="ko-KR" altLang="en-US" sz="1800" dirty="0">
                <a:latin typeface="+mn-ea"/>
              </a:rPr>
              <a:t>함수를 실행 중이면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다른 프로세스는 </a:t>
            </a:r>
            <a:r>
              <a:rPr lang="en-US" altLang="ko-KR" sz="1800" dirty="0">
                <a:latin typeface="+mn-ea"/>
              </a:rPr>
              <a:t>Goo() </a:t>
            </a:r>
            <a:r>
              <a:rPr lang="ko-KR" altLang="en-US" sz="1800" dirty="0">
                <a:latin typeface="+mn-ea"/>
              </a:rPr>
              <a:t>함수도 </a:t>
            </a:r>
            <a:r>
              <a:rPr lang="ko-KR" altLang="en-US" sz="1800" dirty="0" err="1">
                <a:latin typeface="+mn-ea"/>
              </a:rPr>
              <a:t>사용할수</a:t>
            </a:r>
            <a:r>
              <a:rPr lang="ko-KR" altLang="en-US" sz="1800" dirty="0">
                <a:latin typeface="+mn-ea"/>
              </a:rPr>
              <a:t> 없음 </a:t>
            </a:r>
            <a:r>
              <a:rPr lang="en-US" altLang="ko-KR" sz="1800" dirty="0">
                <a:latin typeface="+mn-ea"/>
              </a:rPr>
              <a:t>(Foo() </a:t>
            </a:r>
            <a:r>
              <a:rPr lang="ko-KR" altLang="en-US" sz="1800" dirty="0">
                <a:latin typeface="+mn-ea"/>
              </a:rPr>
              <a:t>함수와 </a:t>
            </a:r>
            <a:r>
              <a:rPr lang="en-US" altLang="ko-KR" sz="1800" dirty="0">
                <a:latin typeface="+mn-ea"/>
              </a:rPr>
              <a:t>Goo()</a:t>
            </a:r>
            <a:r>
              <a:rPr lang="ko-KR" altLang="en-US" sz="1800" dirty="0">
                <a:latin typeface="+mn-ea"/>
              </a:rPr>
              <a:t>함수가 공유 변수에 동시 접근을 막음</a:t>
            </a:r>
            <a:r>
              <a:rPr lang="en-US" altLang="ko-KR" sz="1800" dirty="0">
                <a:latin typeface="+mn-ea"/>
              </a:rPr>
              <a:t>). 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동기화를 위한</a:t>
            </a:r>
            <a:r>
              <a:rPr lang="en-US" altLang="ko-KR" sz="1800" dirty="0">
                <a:latin typeface="+mn-ea"/>
              </a:rPr>
              <a:t> wait(), notify(), </a:t>
            </a:r>
            <a:r>
              <a:rPr lang="en-US" altLang="ko-KR" sz="1800" dirty="0" err="1">
                <a:latin typeface="+mn-ea"/>
              </a:rPr>
              <a:t>notifyall</a:t>
            </a:r>
            <a:r>
              <a:rPr lang="en-US" altLang="ko-KR" sz="1800" dirty="0">
                <a:latin typeface="+mn-ea"/>
              </a:rPr>
              <a:t>() </a:t>
            </a:r>
            <a:r>
              <a:rPr lang="ko-KR" altLang="en-US" sz="1800" dirty="0">
                <a:latin typeface="+mn-ea"/>
              </a:rPr>
              <a:t>함수 제공</a:t>
            </a:r>
            <a:endParaRPr lang="en-US" altLang="ko-KR" sz="18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486" y="3501008"/>
            <a:ext cx="3528392" cy="2533205"/>
          </a:xfrm>
          <a:prstGeom prst="rect">
            <a:avLst/>
          </a:prstGeom>
          <a:ln w="12700">
            <a:solidFill>
              <a:srgbClr val="000000"/>
            </a:solidFill>
          </a:ln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C4E3D5A0-8650-A61E-E9C0-9352CA0BFAC8}"/>
              </a:ext>
            </a:extLst>
          </p:cNvPr>
          <p:cNvGrpSpPr/>
          <p:nvPr/>
        </p:nvGrpSpPr>
        <p:grpSpPr>
          <a:xfrm>
            <a:off x="229890" y="2972595"/>
            <a:ext cx="1186200" cy="302760"/>
            <a:chOff x="229890" y="2972595"/>
            <a:chExt cx="118620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C97E3C65-4412-8A10-D8A8-E6AC18EE9DA7}"/>
                    </a:ext>
                  </a:extLst>
                </p14:cNvPr>
                <p14:cNvContentPartPr/>
                <p14:nvPr/>
              </p14:nvContentPartPr>
              <p14:xfrm>
                <a:off x="229890" y="2972595"/>
                <a:ext cx="26640" cy="2412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C97E3C65-4412-8A10-D8A8-E6AC18EE9DA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0890" y="2963955"/>
                  <a:ext cx="44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34F3B03-2810-BBEC-C852-A98E9E8593A8}"/>
                    </a:ext>
                  </a:extLst>
                </p14:cNvPr>
                <p14:cNvContentPartPr/>
                <p14:nvPr/>
              </p14:nvContentPartPr>
              <p14:xfrm>
                <a:off x="323850" y="3006435"/>
                <a:ext cx="71640" cy="14760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34F3B03-2810-BBEC-C852-A98E9E8593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4850" y="2997435"/>
                  <a:ext cx="89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13A8FD7-64F0-9F8A-DCD4-A8A7E46CE2C9}"/>
                    </a:ext>
                  </a:extLst>
                </p14:cNvPr>
                <p14:cNvContentPartPr/>
                <p14:nvPr/>
              </p14:nvContentPartPr>
              <p14:xfrm>
                <a:off x="386130" y="3033435"/>
                <a:ext cx="42480" cy="194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13A8FD7-64F0-9F8A-DCD4-A8A7E46CE2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7490" y="3024435"/>
                  <a:ext cx="60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EDD05D13-37A2-B431-92D4-6A502A51CED6}"/>
                    </a:ext>
                  </a:extLst>
                </p14:cNvPr>
                <p14:cNvContentPartPr/>
                <p14:nvPr/>
              </p14:nvContentPartPr>
              <p14:xfrm>
                <a:off x="402690" y="3009315"/>
                <a:ext cx="57600" cy="100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EDD05D13-37A2-B431-92D4-6A502A51CED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4050" y="3000675"/>
                  <a:ext cx="75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8EDCE7B-5804-226B-A265-92A84D302575}"/>
                    </a:ext>
                  </a:extLst>
                </p14:cNvPr>
                <p14:cNvContentPartPr/>
                <p14:nvPr/>
              </p14:nvContentPartPr>
              <p14:xfrm>
                <a:off x="397650" y="3186435"/>
                <a:ext cx="95400" cy="306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8EDCE7B-5804-226B-A265-92A84D30257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9010" y="3177435"/>
                  <a:ext cx="113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8A0ED80-5FAC-C197-56F0-CE2F1AF9A171}"/>
                    </a:ext>
                  </a:extLst>
                </p14:cNvPr>
                <p14:cNvContentPartPr/>
                <p14:nvPr/>
              </p14:nvContentPartPr>
              <p14:xfrm>
                <a:off x="497010" y="3053955"/>
                <a:ext cx="118080" cy="1296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8A0ED80-5FAC-C197-56F0-CE2F1AF9A17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8010" y="3044955"/>
                  <a:ext cx="135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6C97CC4-43A4-6D84-0185-3AD56BBAF5B1}"/>
                    </a:ext>
                  </a:extLst>
                </p14:cNvPr>
                <p14:cNvContentPartPr/>
                <p14:nvPr/>
              </p14:nvContentPartPr>
              <p14:xfrm>
                <a:off x="653250" y="3018675"/>
                <a:ext cx="10440" cy="1630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6C97CC4-43A4-6D84-0185-3AD56BBAF5B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4250" y="3010035"/>
                  <a:ext cx="28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6495677-7AE2-B88D-CAC1-ED5DF71FF283}"/>
                    </a:ext>
                  </a:extLst>
                </p14:cNvPr>
                <p14:cNvContentPartPr/>
                <p14:nvPr/>
              </p14:nvContentPartPr>
              <p14:xfrm>
                <a:off x="800850" y="2978355"/>
                <a:ext cx="27720" cy="80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6495677-7AE2-B88D-CAC1-ED5DF71FF2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1850" y="2969355"/>
                  <a:ext cx="45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90D3A62-A25A-2D98-C85B-F6C9F58DA88C}"/>
                    </a:ext>
                  </a:extLst>
                </p14:cNvPr>
                <p14:cNvContentPartPr/>
                <p14:nvPr/>
              </p14:nvContentPartPr>
              <p14:xfrm>
                <a:off x="762690" y="3041355"/>
                <a:ext cx="94680" cy="1522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90D3A62-A25A-2D98-C85B-F6C9F58DA88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3690" y="3032355"/>
                  <a:ext cx="112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27F1E49-1492-A413-CD79-7967381F7745}"/>
                    </a:ext>
                  </a:extLst>
                </p14:cNvPr>
                <p14:cNvContentPartPr/>
                <p14:nvPr/>
              </p14:nvContentPartPr>
              <p14:xfrm>
                <a:off x="894090" y="3014355"/>
                <a:ext cx="68760" cy="1533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27F1E49-1492-A413-CD79-7967381F774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5450" y="3005715"/>
                  <a:ext cx="86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EFE8A30-14D2-958A-7142-3BB2AFDCD354}"/>
                    </a:ext>
                  </a:extLst>
                </p14:cNvPr>
                <p14:cNvContentPartPr/>
                <p14:nvPr/>
              </p14:nvContentPartPr>
              <p14:xfrm>
                <a:off x="846570" y="3201195"/>
                <a:ext cx="128160" cy="741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EFE8A30-14D2-958A-7142-3BB2AFDCD35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7930" y="3192555"/>
                  <a:ext cx="145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33CFCF5-833D-691B-4227-6ABA77E63F24}"/>
                    </a:ext>
                  </a:extLst>
                </p14:cNvPr>
                <p14:cNvContentPartPr/>
                <p14:nvPr/>
              </p14:nvContentPartPr>
              <p14:xfrm>
                <a:off x="1035570" y="3047475"/>
                <a:ext cx="24480" cy="1033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33CFCF5-833D-691B-4227-6ABA77E63F2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6570" y="3038835"/>
                  <a:ext cx="42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EBBD939-4E61-DF28-F869-C88D6FA9D80E}"/>
                    </a:ext>
                  </a:extLst>
                </p14:cNvPr>
                <p14:cNvContentPartPr/>
                <p14:nvPr/>
              </p14:nvContentPartPr>
              <p14:xfrm>
                <a:off x="1062210" y="3005715"/>
                <a:ext cx="133920" cy="1720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EBBD939-4E61-DF28-F869-C88D6FA9D8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3570" y="2997075"/>
                  <a:ext cx="151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852A93C-3EE7-C574-25D2-492309C2C059}"/>
                    </a:ext>
                  </a:extLst>
                </p14:cNvPr>
                <p14:cNvContentPartPr/>
                <p14:nvPr/>
              </p14:nvContentPartPr>
              <p14:xfrm>
                <a:off x="1140330" y="3159435"/>
                <a:ext cx="62640" cy="662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852A93C-3EE7-C574-25D2-492309C2C05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31690" y="3150795"/>
                  <a:ext cx="80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2A291FC-FEFE-7B45-0624-8B0E5818E0CF}"/>
                    </a:ext>
                  </a:extLst>
                </p14:cNvPr>
                <p14:cNvContentPartPr/>
                <p14:nvPr/>
              </p14:nvContentPartPr>
              <p14:xfrm>
                <a:off x="1228530" y="3033075"/>
                <a:ext cx="75600" cy="1216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2A291FC-FEFE-7B45-0624-8B0E5818E0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19890" y="3024435"/>
                  <a:ext cx="93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2C0F5CC-49A5-9B3B-AF99-FE025559016C}"/>
                    </a:ext>
                  </a:extLst>
                </p14:cNvPr>
                <p14:cNvContentPartPr/>
                <p14:nvPr/>
              </p14:nvContentPartPr>
              <p14:xfrm>
                <a:off x="1287570" y="3032355"/>
                <a:ext cx="110520" cy="1177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2C0F5CC-49A5-9B3B-AF99-FE025559016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78930" y="3023715"/>
                  <a:ext cx="1281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7879BAF-0D7C-139E-30F9-ED6DDA995A4F}"/>
                    </a:ext>
                  </a:extLst>
                </p14:cNvPr>
                <p14:cNvContentPartPr/>
                <p14:nvPr/>
              </p14:nvContentPartPr>
              <p14:xfrm>
                <a:off x="1303770" y="3191835"/>
                <a:ext cx="112320" cy="360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7879BAF-0D7C-139E-30F9-ED6DDA995A4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94770" y="3182835"/>
                  <a:ext cx="12996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BF10D20-BB33-41FA-BE39-96291B331830}"/>
              </a:ext>
            </a:extLst>
          </p:cNvPr>
          <p:cNvGrpSpPr/>
          <p:nvPr/>
        </p:nvGrpSpPr>
        <p:grpSpPr>
          <a:xfrm>
            <a:off x="1599690" y="3005715"/>
            <a:ext cx="629640" cy="240120"/>
            <a:chOff x="1599690" y="3005715"/>
            <a:chExt cx="62964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FF5739C-9895-A305-34BB-15E104B29289}"/>
                    </a:ext>
                  </a:extLst>
                </p14:cNvPr>
                <p14:cNvContentPartPr/>
                <p14:nvPr/>
              </p14:nvContentPartPr>
              <p14:xfrm>
                <a:off x="1599690" y="3045315"/>
                <a:ext cx="110520" cy="1692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FF5739C-9895-A305-34BB-15E104B2928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90690" y="3036315"/>
                  <a:ext cx="128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7E2FEC6-00E7-6DD7-F7AE-EABB2CE89B10}"/>
                    </a:ext>
                  </a:extLst>
                </p14:cNvPr>
                <p14:cNvContentPartPr/>
                <p14:nvPr/>
              </p14:nvContentPartPr>
              <p14:xfrm>
                <a:off x="1731450" y="3029835"/>
                <a:ext cx="68400" cy="1738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7E2FEC6-00E7-6DD7-F7AE-EABB2CE89B1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22450" y="3021195"/>
                  <a:ext cx="86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E06A0C4-EFA6-30DC-E645-92EEAD2ADBC3}"/>
                    </a:ext>
                  </a:extLst>
                </p14:cNvPr>
                <p14:cNvContentPartPr/>
                <p14:nvPr/>
              </p14:nvContentPartPr>
              <p14:xfrm>
                <a:off x="1811730" y="3060435"/>
                <a:ext cx="170640" cy="1832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E06A0C4-EFA6-30DC-E645-92EEAD2ADBC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03090" y="3051795"/>
                  <a:ext cx="188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7DD8953-8811-6365-782B-8892343A77EF}"/>
                    </a:ext>
                  </a:extLst>
                </p14:cNvPr>
                <p14:cNvContentPartPr/>
                <p14:nvPr/>
              </p14:nvContentPartPr>
              <p14:xfrm>
                <a:off x="1996410" y="3072315"/>
                <a:ext cx="102600" cy="1310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7DD8953-8811-6365-782B-8892343A77E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87770" y="3063675"/>
                  <a:ext cx="1202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DC874AD3-8EDA-D2A7-684A-47F436CA58CB}"/>
                    </a:ext>
                  </a:extLst>
                </p14:cNvPr>
                <p14:cNvContentPartPr/>
                <p14:nvPr/>
              </p14:nvContentPartPr>
              <p14:xfrm>
                <a:off x="2141850" y="3005715"/>
                <a:ext cx="42840" cy="1666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DC874AD3-8EDA-D2A7-684A-47F436CA58C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32850" y="2997075"/>
                  <a:ext cx="60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25D0BEBC-85C5-3EFE-8BAB-103C06D89E52}"/>
                    </a:ext>
                  </a:extLst>
                </p14:cNvPr>
                <p14:cNvContentPartPr/>
                <p14:nvPr/>
              </p14:nvContentPartPr>
              <p14:xfrm>
                <a:off x="2213850" y="3219915"/>
                <a:ext cx="15480" cy="259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25D0BEBC-85C5-3EFE-8BAB-103C06D89E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05210" y="3210915"/>
                  <a:ext cx="3312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D3C25147-1FB8-949A-FFDC-3D9B75CDD412}"/>
                  </a:ext>
                </a:extLst>
              </p14:cNvPr>
              <p14:cNvContentPartPr/>
              <p14:nvPr/>
            </p14:nvContentPartPr>
            <p14:xfrm>
              <a:off x="3304650" y="1599555"/>
              <a:ext cx="1038960" cy="2160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D3C25147-1FB8-949A-FFDC-3D9B75CDD41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69010" y="1527555"/>
                <a:ext cx="11106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44C9EDF7-4664-1C7C-5930-6DFD8DB0F38B}"/>
                  </a:ext>
                </a:extLst>
              </p14:cNvPr>
              <p14:cNvContentPartPr/>
              <p14:nvPr/>
            </p14:nvContentPartPr>
            <p14:xfrm>
              <a:off x="952050" y="1580115"/>
              <a:ext cx="1535040" cy="4860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44C9EDF7-4664-1C7C-5930-6DFD8DB0F38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16410" y="1508475"/>
                <a:ext cx="1606680" cy="19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95369A-A432-4580-973A-2815F2B922C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6" name="내용 개체 틀 1"/>
          <p:cNvSpPr>
            <a:spLocks noGrp="1"/>
          </p:cNvSpPr>
          <p:nvPr>
            <p:ph sz="quarter" idx="4294967295"/>
          </p:nvPr>
        </p:nvSpPr>
        <p:spPr>
          <a:xfrm>
            <a:off x="152557" y="908721"/>
            <a:ext cx="4275427" cy="720080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2400" dirty="0">
                <a:latin typeface="+mn-ea"/>
              </a:rPr>
              <a:t>Java </a:t>
            </a:r>
            <a:r>
              <a:rPr lang="ko-KR" altLang="en-US" sz="2400" dirty="0">
                <a:latin typeface="+mn-ea"/>
              </a:rPr>
              <a:t>모니터 기반 생산자</a:t>
            </a:r>
            <a:r>
              <a:rPr lang="en-US" altLang="ko-KR" sz="2400" dirty="0">
                <a:latin typeface="+mn-ea"/>
              </a:rPr>
              <a:t>/</a:t>
            </a:r>
            <a:r>
              <a:rPr lang="ko-KR" altLang="en-US" sz="2400" dirty="0">
                <a:latin typeface="+mn-ea"/>
              </a:rPr>
              <a:t>소비자 프로그램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476672"/>
            <a:ext cx="3567139" cy="6310359"/>
          </a:xfrm>
          <a:prstGeom prst="rect">
            <a:avLst/>
          </a:prstGeom>
          <a:ln w="12700">
            <a:solidFill>
              <a:srgbClr val="000000"/>
            </a:solidFill>
          </a:ln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17130" y="2276872"/>
            <a:ext cx="3786187" cy="160659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8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 sz="2400" dirty="0">
                <a:latin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</a:rPr>
              <a:t>생산자 프로세스</a:t>
            </a:r>
            <a:endParaRPr lang="ko-KR" altLang="en-US" sz="1600" b="1" dirty="0">
              <a:latin typeface="Times New Roman" panose="02020603050405020304" pitchFamily="18" charset="0"/>
            </a:endParaRPr>
          </a:p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lang="ko-KR" altLang="en-US" sz="1600" dirty="0">
                <a:latin typeface="Helvetica" panose="020B0604020202020204" pitchFamily="34" charset="0"/>
              </a:rPr>
              <a:t>    </a:t>
            </a:r>
            <a:r>
              <a:rPr lang="en-US" altLang="ko-KR" sz="1600" dirty="0">
                <a:latin typeface="Helvetica" panose="020B0604020202020204" pitchFamily="34" charset="0"/>
              </a:rPr>
              <a:t>do { 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600" dirty="0">
                <a:latin typeface="Helvetica" panose="020B0604020202020204" pitchFamily="34" charset="0"/>
              </a:rPr>
              <a:t>	 …  // </a:t>
            </a:r>
            <a:r>
              <a:rPr lang="en-US" altLang="ko-KR" sz="1600" dirty="0" err="1">
                <a:latin typeface="Helvetica" panose="020B0604020202020204" pitchFamily="34" charset="0"/>
              </a:rPr>
              <a:t>nextp</a:t>
            </a:r>
            <a:r>
              <a:rPr lang="ko-KR" altLang="en-US" sz="1600" dirty="0">
                <a:latin typeface="Helvetica" panose="020B0604020202020204" pitchFamily="34" charset="0"/>
              </a:rPr>
              <a:t>에 하나 생산</a:t>
            </a:r>
            <a:endParaRPr lang="en-US" altLang="ko-KR" sz="1600" dirty="0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600" b="1" dirty="0">
                <a:latin typeface="Helvetica" panose="020B0604020202020204" pitchFamily="34" charset="0"/>
              </a:rPr>
              <a:t>	</a:t>
            </a:r>
            <a:r>
              <a:rPr lang="en-US" altLang="ko-KR" sz="1600" b="1" dirty="0" err="1">
                <a:latin typeface="Helvetica" panose="020B0604020202020204" pitchFamily="34" charset="0"/>
              </a:rPr>
              <a:t>Buffer.insert</a:t>
            </a:r>
            <a:r>
              <a:rPr lang="en-US" altLang="ko-KR" sz="1600" b="1" dirty="0">
                <a:latin typeface="Helvetica" panose="020B0604020202020204" pitchFamily="34" charset="0"/>
              </a:rPr>
              <a:t>(item)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600" dirty="0">
                <a:latin typeface="Helvetica" panose="020B0604020202020204" pitchFamily="34" charset="0"/>
              </a:rPr>
              <a:t>    } while (1);</a:t>
            </a:r>
            <a:endParaRPr lang="en-US" altLang="ko-KR" sz="1600" dirty="0">
              <a:latin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17131" y="4365104"/>
            <a:ext cx="3810854" cy="161890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FontTx/>
              <a:buChar char="•"/>
            </a:pPr>
            <a:r>
              <a:rPr lang="en-US" altLang="ko-KR" sz="2000" dirty="0">
                <a:latin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</a:rPr>
              <a:t>소비자 프로세스</a:t>
            </a:r>
          </a:p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lang="ko-KR" altLang="en-US" sz="1600" dirty="0">
                <a:latin typeface="Times New Roman" panose="02020603050405020304" pitchFamily="18" charset="0"/>
              </a:rPr>
              <a:t>   </a:t>
            </a:r>
            <a:r>
              <a:rPr lang="en-US" altLang="ko-KR" sz="1600" dirty="0">
                <a:latin typeface="Helvetica" panose="020B0604020202020204" pitchFamily="34" charset="0"/>
              </a:rPr>
              <a:t>do { 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600" b="1" dirty="0">
                <a:latin typeface="Helvetica" panose="020B0604020202020204" pitchFamily="34" charset="0"/>
              </a:rPr>
              <a:t>	</a:t>
            </a:r>
            <a:r>
              <a:rPr lang="en-US" altLang="ko-KR" sz="1600" b="1" dirty="0" err="1">
                <a:latin typeface="Helvetica" panose="020B0604020202020204" pitchFamily="34" charset="0"/>
              </a:rPr>
              <a:t>Buffer.remove</a:t>
            </a:r>
            <a:r>
              <a:rPr lang="en-US" altLang="ko-KR" sz="1600" b="1" dirty="0">
                <a:latin typeface="Helvetica" panose="020B0604020202020204" pitchFamily="34" charset="0"/>
              </a:rPr>
              <a:t>(item)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600" dirty="0">
                <a:latin typeface="Helvetica" panose="020B0604020202020204" pitchFamily="34" charset="0"/>
              </a:rPr>
              <a:t>	…  // </a:t>
            </a:r>
            <a:r>
              <a:rPr lang="ko-KR" altLang="en-US" sz="1600" dirty="0">
                <a:latin typeface="Helvetica" panose="020B0604020202020204" pitchFamily="34" charset="0"/>
              </a:rPr>
              <a:t>소비</a:t>
            </a:r>
            <a:endParaRPr lang="en-US" altLang="ko-KR" sz="1600" dirty="0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600" dirty="0">
                <a:latin typeface="Helvetica" panose="020B0604020202020204" pitchFamily="34" charset="0"/>
              </a:rPr>
              <a:t>  } while (1);</a:t>
            </a:r>
            <a:endParaRPr lang="en-US" altLang="ko-KR" sz="1600" dirty="0">
              <a:latin typeface="Times New Roman" panose="02020603050405020304" pitchFamily="18" charset="0"/>
            </a:endParaRPr>
          </a:p>
        </p:txBody>
      </p:sp>
      <p:grpSp>
        <p:nvGrpSpPr>
          <p:cNvPr id="52240" name="그룹 52239">
            <a:extLst>
              <a:ext uri="{FF2B5EF4-FFF2-40B4-BE49-F238E27FC236}">
                <a16:creationId xmlns:a16="http://schemas.microsoft.com/office/drawing/2014/main" id="{EE634B62-423E-74CD-FCCB-D280AF8EEE7B}"/>
              </a:ext>
            </a:extLst>
          </p:cNvPr>
          <p:cNvGrpSpPr/>
          <p:nvPr/>
        </p:nvGrpSpPr>
        <p:grpSpPr>
          <a:xfrm>
            <a:off x="4765530" y="134715"/>
            <a:ext cx="3787920" cy="500760"/>
            <a:chOff x="4765530" y="134715"/>
            <a:chExt cx="3787920" cy="50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429BEB3A-E726-38CE-F8AE-CBC90D843B27}"/>
                    </a:ext>
                  </a:extLst>
                </p14:cNvPr>
                <p14:cNvContentPartPr/>
                <p14:nvPr/>
              </p14:nvContentPartPr>
              <p14:xfrm>
                <a:off x="4765530" y="227955"/>
                <a:ext cx="264240" cy="40752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429BEB3A-E726-38CE-F8AE-CBC90D843B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56890" y="218955"/>
                  <a:ext cx="2818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BA82826B-0E44-A80F-38FB-4AFAEEA4C9F2}"/>
                    </a:ext>
                  </a:extLst>
                </p14:cNvPr>
                <p14:cNvContentPartPr/>
                <p14:nvPr/>
              </p14:nvContentPartPr>
              <p14:xfrm>
                <a:off x="5111490" y="154155"/>
                <a:ext cx="64800" cy="1915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BA82826B-0E44-A80F-38FB-4AFAEEA4C9F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02850" y="145515"/>
                  <a:ext cx="82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7B6CE7B-72D7-BE19-91F2-348986E46868}"/>
                    </a:ext>
                  </a:extLst>
                </p14:cNvPr>
                <p14:cNvContentPartPr/>
                <p14:nvPr/>
              </p14:nvContentPartPr>
              <p14:xfrm>
                <a:off x="5157930" y="180075"/>
                <a:ext cx="101160" cy="979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7B6CE7B-72D7-BE19-91F2-348986E4686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48930" y="171435"/>
                  <a:ext cx="118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015B7CF-EEE9-2C4B-0633-0858E0F4F1DB}"/>
                    </a:ext>
                  </a:extLst>
                </p14:cNvPr>
                <p14:cNvContentPartPr/>
                <p14:nvPr/>
              </p14:nvContentPartPr>
              <p14:xfrm>
                <a:off x="5253690" y="134715"/>
                <a:ext cx="47880" cy="2304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015B7CF-EEE9-2C4B-0633-0858E0F4F1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44690" y="125715"/>
                  <a:ext cx="65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56B8B84-BAEF-B6CC-8E36-EBA6BA76F75A}"/>
                    </a:ext>
                  </a:extLst>
                </p14:cNvPr>
                <p14:cNvContentPartPr/>
                <p14:nvPr/>
              </p14:nvContentPartPr>
              <p14:xfrm>
                <a:off x="5278170" y="168915"/>
                <a:ext cx="195120" cy="1875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56B8B84-BAEF-B6CC-8E36-EBA6BA76F75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69170" y="160275"/>
                  <a:ext cx="212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E9B40BA-5705-4A09-EFB8-3CA57E8B74B6}"/>
                    </a:ext>
                  </a:extLst>
                </p14:cNvPr>
                <p14:cNvContentPartPr/>
                <p14:nvPr/>
              </p14:nvContentPartPr>
              <p14:xfrm>
                <a:off x="5453490" y="186555"/>
                <a:ext cx="136080" cy="1159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E9B40BA-5705-4A09-EFB8-3CA57E8B74B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44850" y="177915"/>
                  <a:ext cx="153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4F942697-4892-1111-1676-D0961D2E7DD9}"/>
                    </a:ext>
                  </a:extLst>
                </p14:cNvPr>
                <p14:cNvContentPartPr/>
                <p14:nvPr/>
              </p14:nvContentPartPr>
              <p14:xfrm>
                <a:off x="5611890" y="157755"/>
                <a:ext cx="58680" cy="1638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4F942697-4892-1111-1676-D0961D2E7DD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03250" y="148755"/>
                  <a:ext cx="76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BCA3B90-90FB-E0F3-F171-4EFC6EBC4067}"/>
                    </a:ext>
                  </a:extLst>
                </p14:cNvPr>
                <p14:cNvContentPartPr/>
                <p14:nvPr/>
              </p14:nvContentPartPr>
              <p14:xfrm>
                <a:off x="5549250" y="301395"/>
                <a:ext cx="128520" cy="910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BCA3B90-90FB-E0F3-F171-4EFC6EBC40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40610" y="292755"/>
                  <a:ext cx="146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C561DDD-5A68-13E7-647A-12A598FE47B8}"/>
                    </a:ext>
                  </a:extLst>
                </p14:cNvPr>
                <p14:cNvContentPartPr/>
                <p14:nvPr/>
              </p14:nvContentPartPr>
              <p14:xfrm>
                <a:off x="5718090" y="154155"/>
                <a:ext cx="48240" cy="1346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C561DDD-5A68-13E7-647A-12A598FE47B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09450" y="145155"/>
                  <a:ext cx="65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3E2FD13-2BFC-BF8E-28D1-7022C8B2ADE7}"/>
                    </a:ext>
                  </a:extLst>
                </p14:cNvPr>
                <p14:cNvContentPartPr/>
                <p14:nvPr/>
              </p14:nvContentPartPr>
              <p14:xfrm>
                <a:off x="5753730" y="167475"/>
                <a:ext cx="80640" cy="957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83E2FD13-2BFC-BF8E-28D1-7022C8B2ADE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45090" y="158835"/>
                  <a:ext cx="98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1BA84EA-1896-DD64-9937-8DD0B9DB2526}"/>
                    </a:ext>
                  </a:extLst>
                </p14:cNvPr>
                <p14:cNvContentPartPr/>
                <p14:nvPr/>
              </p14:nvContentPartPr>
              <p14:xfrm>
                <a:off x="5748690" y="276915"/>
                <a:ext cx="167760" cy="1346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1BA84EA-1896-DD64-9937-8DD0B9DB252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40050" y="267915"/>
                  <a:ext cx="185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247E9DE-51B6-4084-FEB9-48A530E6314A}"/>
                    </a:ext>
                  </a:extLst>
                </p14:cNvPr>
                <p14:cNvContentPartPr/>
                <p14:nvPr/>
              </p14:nvContentPartPr>
              <p14:xfrm>
                <a:off x="5886930" y="207075"/>
                <a:ext cx="46440" cy="1134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247E9DE-51B6-4084-FEB9-48A530E6314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8290" y="198075"/>
                  <a:ext cx="64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6864A87-6501-03E2-9007-5D9C7ABC9532}"/>
                    </a:ext>
                  </a:extLst>
                </p14:cNvPr>
                <p14:cNvContentPartPr/>
                <p14:nvPr/>
              </p14:nvContentPartPr>
              <p14:xfrm>
                <a:off x="5900610" y="218235"/>
                <a:ext cx="157320" cy="1080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6864A87-6501-03E2-9007-5D9C7ABC953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91610" y="209235"/>
                  <a:ext cx="174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5CEE839-C7B4-B475-C9F3-38DB2919FE75}"/>
                    </a:ext>
                  </a:extLst>
                </p14:cNvPr>
                <p14:cNvContentPartPr/>
                <p14:nvPr/>
              </p14:nvContentPartPr>
              <p14:xfrm>
                <a:off x="5976570" y="177555"/>
                <a:ext cx="146160" cy="2408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5CEE839-C7B4-B475-C9F3-38DB2919FE7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67570" y="168915"/>
                  <a:ext cx="163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3655D27-3156-4720-7CF4-2C8E58356E28}"/>
                    </a:ext>
                  </a:extLst>
                </p14:cNvPr>
                <p14:cNvContentPartPr/>
                <p14:nvPr/>
              </p14:nvContentPartPr>
              <p14:xfrm>
                <a:off x="6176370" y="140835"/>
                <a:ext cx="195840" cy="1670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3655D27-3156-4720-7CF4-2C8E58356E2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67730" y="132195"/>
                  <a:ext cx="213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17BE6B8-6379-4334-28DD-0280B2206062}"/>
                    </a:ext>
                  </a:extLst>
                </p14:cNvPr>
                <p14:cNvContentPartPr/>
                <p14:nvPr/>
              </p14:nvContentPartPr>
              <p14:xfrm>
                <a:off x="6347010" y="191235"/>
                <a:ext cx="18000" cy="1231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17BE6B8-6379-4334-28DD-0280B220606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38010" y="182595"/>
                  <a:ext cx="35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3547C41-CC30-3371-B7CF-FDAD83CB8882}"/>
                    </a:ext>
                  </a:extLst>
                </p14:cNvPr>
                <p14:cNvContentPartPr/>
                <p14:nvPr/>
              </p14:nvContentPartPr>
              <p14:xfrm>
                <a:off x="6268530" y="324075"/>
                <a:ext cx="138960" cy="1065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3547C41-CC30-3371-B7CF-FDAD83CB888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59530" y="315075"/>
                  <a:ext cx="156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20B8D4B-C531-85E0-8D1B-289080D69181}"/>
                    </a:ext>
                  </a:extLst>
                </p14:cNvPr>
                <p14:cNvContentPartPr/>
                <p14:nvPr/>
              </p14:nvContentPartPr>
              <p14:xfrm>
                <a:off x="6389130" y="259275"/>
                <a:ext cx="265320" cy="1364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20B8D4B-C531-85E0-8D1B-289080D691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80130" y="250275"/>
                  <a:ext cx="282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B44AAAC-C867-E7D7-699F-61F0CF12CB3C}"/>
                    </a:ext>
                  </a:extLst>
                </p14:cNvPr>
                <p14:cNvContentPartPr/>
                <p14:nvPr/>
              </p14:nvContentPartPr>
              <p14:xfrm>
                <a:off x="6749850" y="211035"/>
                <a:ext cx="153360" cy="1591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B44AAAC-C867-E7D7-699F-61F0CF12CB3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41210" y="202035"/>
                  <a:ext cx="171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AED6F53-9A34-3932-61CF-F6059F18EC18}"/>
                    </a:ext>
                  </a:extLst>
                </p14:cNvPr>
                <p14:cNvContentPartPr/>
                <p14:nvPr/>
              </p14:nvContentPartPr>
              <p14:xfrm>
                <a:off x="6892410" y="185115"/>
                <a:ext cx="36360" cy="1839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AED6F53-9A34-3932-61CF-F6059F18EC1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83410" y="176475"/>
                  <a:ext cx="54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F3F7202-7746-EF1D-65E9-22316CDF9139}"/>
                    </a:ext>
                  </a:extLst>
                </p14:cNvPr>
                <p14:cNvContentPartPr/>
                <p14:nvPr/>
              </p14:nvContentPartPr>
              <p14:xfrm>
                <a:off x="6950010" y="202395"/>
                <a:ext cx="49680" cy="1270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F3F7202-7746-EF1D-65E9-22316CDF913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41370" y="193755"/>
                  <a:ext cx="67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0466956-D648-AFDA-59E5-620B985FFCB3}"/>
                    </a:ext>
                  </a:extLst>
                </p14:cNvPr>
                <p14:cNvContentPartPr/>
                <p14:nvPr/>
              </p14:nvContentPartPr>
              <p14:xfrm>
                <a:off x="6984210" y="177555"/>
                <a:ext cx="187560" cy="1915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0466956-D648-AFDA-59E5-620B985FFCB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75210" y="168555"/>
                  <a:ext cx="205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33A1682-31E7-A2D0-75EB-7F9A71E00800}"/>
                    </a:ext>
                  </a:extLst>
                </p14:cNvPr>
                <p14:cNvContentPartPr/>
                <p14:nvPr/>
              </p14:nvContentPartPr>
              <p14:xfrm>
                <a:off x="7190490" y="156675"/>
                <a:ext cx="146160" cy="1548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33A1682-31E7-A2D0-75EB-7F9A71E0080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81490" y="147675"/>
                  <a:ext cx="163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757C89F8-7613-19EC-4F52-EAE1FBB7E709}"/>
                    </a:ext>
                  </a:extLst>
                </p14:cNvPr>
                <p14:cNvContentPartPr/>
                <p14:nvPr/>
              </p14:nvContentPartPr>
              <p14:xfrm>
                <a:off x="7255290" y="308235"/>
                <a:ext cx="100800" cy="1054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757C89F8-7613-19EC-4F52-EAE1FBB7E70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246290" y="299595"/>
                  <a:ext cx="118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524358D5-AD58-3F02-1949-ADE4E9561380}"/>
                    </a:ext>
                  </a:extLst>
                </p14:cNvPr>
                <p14:cNvContentPartPr/>
                <p14:nvPr/>
              </p14:nvContentPartPr>
              <p14:xfrm>
                <a:off x="7445370" y="191235"/>
                <a:ext cx="133200" cy="1692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524358D5-AD58-3F02-1949-ADE4E956138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36370" y="182595"/>
                  <a:ext cx="150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2224" name="잉크 52223">
                  <a:extLst>
                    <a:ext uri="{FF2B5EF4-FFF2-40B4-BE49-F238E27FC236}">
                      <a16:creationId xmlns:a16="http://schemas.microsoft.com/office/drawing/2014/main" id="{381D7A13-D6D9-4494-D5AB-401C375C3CC9}"/>
                    </a:ext>
                  </a:extLst>
                </p14:cNvPr>
                <p14:cNvContentPartPr/>
                <p14:nvPr/>
              </p14:nvContentPartPr>
              <p14:xfrm>
                <a:off x="7568850" y="204555"/>
                <a:ext cx="99360" cy="148320"/>
              </p14:xfrm>
            </p:contentPart>
          </mc:Choice>
          <mc:Fallback>
            <p:pic>
              <p:nvPicPr>
                <p:cNvPr id="52224" name="잉크 52223">
                  <a:extLst>
                    <a:ext uri="{FF2B5EF4-FFF2-40B4-BE49-F238E27FC236}">
                      <a16:creationId xmlns:a16="http://schemas.microsoft.com/office/drawing/2014/main" id="{381D7A13-D6D9-4494-D5AB-401C375C3CC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559850" y="195555"/>
                  <a:ext cx="117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2225" name="잉크 52224">
                  <a:extLst>
                    <a:ext uri="{FF2B5EF4-FFF2-40B4-BE49-F238E27FC236}">
                      <a16:creationId xmlns:a16="http://schemas.microsoft.com/office/drawing/2014/main" id="{3154C9DF-C706-6228-1B1B-B21868EA09BB}"/>
                    </a:ext>
                  </a:extLst>
                </p14:cNvPr>
                <p14:cNvContentPartPr/>
                <p14:nvPr/>
              </p14:nvContentPartPr>
              <p14:xfrm>
                <a:off x="7578930" y="333435"/>
                <a:ext cx="117000" cy="74880"/>
              </p14:xfrm>
            </p:contentPart>
          </mc:Choice>
          <mc:Fallback>
            <p:pic>
              <p:nvPicPr>
                <p:cNvPr id="52225" name="잉크 52224">
                  <a:extLst>
                    <a:ext uri="{FF2B5EF4-FFF2-40B4-BE49-F238E27FC236}">
                      <a16:creationId xmlns:a16="http://schemas.microsoft.com/office/drawing/2014/main" id="{3154C9DF-C706-6228-1B1B-B21868EA09B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569930" y="324435"/>
                  <a:ext cx="134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227" name="잉크 52226">
                  <a:extLst>
                    <a:ext uri="{FF2B5EF4-FFF2-40B4-BE49-F238E27FC236}">
                      <a16:creationId xmlns:a16="http://schemas.microsoft.com/office/drawing/2014/main" id="{DD197135-4513-68BB-16A2-8510487E545A}"/>
                    </a:ext>
                  </a:extLst>
                </p14:cNvPr>
                <p14:cNvContentPartPr/>
                <p14:nvPr/>
              </p14:nvContentPartPr>
              <p14:xfrm>
                <a:off x="7708170" y="191235"/>
                <a:ext cx="14760" cy="83520"/>
              </p14:xfrm>
            </p:contentPart>
          </mc:Choice>
          <mc:Fallback>
            <p:pic>
              <p:nvPicPr>
                <p:cNvPr id="52227" name="잉크 52226">
                  <a:extLst>
                    <a:ext uri="{FF2B5EF4-FFF2-40B4-BE49-F238E27FC236}">
                      <a16:creationId xmlns:a16="http://schemas.microsoft.com/office/drawing/2014/main" id="{DD197135-4513-68BB-16A2-8510487E545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99530" y="182595"/>
                  <a:ext cx="32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2228" name="잉크 52227">
                  <a:extLst>
                    <a:ext uri="{FF2B5EF4-FFF2-40B4-BE49-F238E27FC236}">
                      <a16:creationId xmlns:a16="http://schemas.microsoft.com/office/drawing/2014/main" id="{A9EB7E91-457D-BF9F-1CA4-C24A96A9AD6D}"/>
                    </a:ext>
                  </a:extLst>
                </p14:cNvPr>
                <p14:cNvContentPartPr/>
                <p14:nvPr/>
              </p14:nvContentPartPr>
              <p14:xfrm>
                <a:off x="7668210" y="221835"/>
                <a:ext cx="109800" cy="133920"/>
              </p14:xfrm>
            </p:contentPart>
          </mc:Choice>
          <mc:Fallback>
            <p:pic>
              <p:nvPicPr>
                <p:cNvPr id="52228" name="잉크 52227">
                  <a:extLst>
                    <a:ext uri="{FF2B5EF4-FFF2-40B4-BE49-F238E27FC236}">
                      <a16:creationId xmlns:a16="http://schemas.microsoft.com/office/drawing/2014/main" id="{A9EB7E91-457D-BF9F-1CA4-C24A96A9AD6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59210" y="213195"/>
                  <a:ext cx="127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2229" name="잉크 52228">
                  <a:extLst>
                    <a:ext uri="{FF2B5EF4-FFF2-40B4-BE49-F238E27FC236}">
                      <a16:creationId xmlns:a16="http://schemas.microsoft.com/office/drawing/2014/main" id="{860E74DF-176E-21A3-3CA8-2BD77083764B}"/>
                    </a:ext>
                  </a:extLst>
                </p14:cNvPr>
                <p14:cNvContentPartPr/>
                <p14:nvPr/>
              </p14:nvContentPartPr>
              <p14:xfrm>
                <a:off x="7773330" y="189435"/>
                <a:ext cx="132840" cy="215640"/>
              </p14:xfrm>
            </p:contentPart>
          </mc:Choice>
          <mc:Fallback>
            <p:pic>
              <p:nvPicPr>
                <p:cNvPr id="52229" name="잉크 52228">
                  <a:extLst>
                    <a:ext uri="{FF2B5EF4-FFF2-40B4-BE49-F238E27FC236}">
                      <a16:creationId xmlns:a16="http://schemas.microsoft.com/office/drawing/2014/main" id="{860E74DF-176E-21A3-3CA8-2BD77083764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64330" y="180795"/>
                  <a:ext cx="150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231" name="잉크 52230">
                  <a:extLst>
                    <a:ext uri="{FF2B5EF4-FFF2-40B4-BE49-F238E27FC236}">
                      <a16:creationId xmlns:a16="http://schemas.microsoft.com/office/drawing/2014/main" id="{80B571D1-400A-DAFF-CCC9-15B16B107DC6}"/>
                    </a:ext>
                  </a:extLst>
                </p14:cNvPr>
                <p14:cNvContentPartPr/>
                <p14:nvPr/>
              </p14:nvContentPartPr>
              <p14:xfrm>
                <a:off x="7775130" y="295635"/>
                <a:ext cx="127080" cy="69120"/>
              </p14:xfrm>
            </p:contentPart>
          </mc:Choice>
          <mc:Fallback>
            <p:pic>
              <p:nvPicPr>
                <p:cNvPr id="52231" name="잉크 52230">
                  <a:extLst>
                    <a:ext uri="{FF2B5EF4-FFF2-40B4-BE49-F238E27FC236}">
                      <a16:creationId xmlns:a16="http://schemas.microsoft.com/office/drawing/2014/main" id="{80B571D1-400A-DAFF-CCC9-15B16B107DC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66130" y="286635"/>
                  <a:ext cx="144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2232" name="잉크 52231">
                  <a:extLst>
                    <a:ext uri="{FF2B5EF4-FFF2-40B4-BE49-F238E27FC236}">
                      <a16:creationId xmlns:a16="http://schemas.microsoft.com/office/drawing/2014/main" id="{FD401148-2CE6-B3BE-DDC2-F1F3AA700211}"/>
                    </a:ext>
                  </a:extLst>
                </p14:cNvPr>
                <p14:cNvContentPartPr/>
                <p14:nvPr/>
              </p14:nvContentPartPr>
              <p14:xfrm>
                <a:off x="7928850" y="155595"/>
                <a:ext cx="124920" cy="241560"/>
              </p14:xfrm>
            </p:contentPart>
          </mc:Choice>
          <mc:Fallback>
            <p:pic>
              <p:nvPicPr>
                <p:cNvPr id="52232" name="잉크 52231">
                  <a:extLst>
                    <a:ext uri="{FF2B5EF4-FFF2-40B4-BE49-F238E27FC236}">
                      <a16:creationId xmlns:a16="http://schemas.microsoft.com/office/drawing/2014/main" id="{FD401148-2CE6-B3BE-DDC2-F1F3AA70021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19850" y="146955"/>
                  <a:ext cx="142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233" name="잉크 52232">
                  <a:extLst>
                    <a:ext uri="{FF2B5EF4-FFF2-40B4-BE49-F238E27FC236}">
                      <a16:creationId xmlns:a16="http://schemas.microsoft.com/office/drawing/2014/main" id="{A4D3D312-972C-D600-F010-BED11415B87B}"/>
                    </a:ext>
                  </a:extLst>
                </p14:cNvPr>
                <p14:cNvContentPartPr/>
                <p14:nvPr/>
              </p14:nvContentPartPr>
              <p14:xfrm>
                <a:off x="8037210" y="192675"/>
                <a:ext cx="146520" cy="107280"/>
              </p14:xfrm>
            </p:contentPart>
          </mc:Choice>
          <mc:Fallback>
            <p:pic>
              <p:nvPicPr>
                <p:cNvPr id="52233" name="잉크 52232">
                  <a:extLst>
                    <a:ext uri="{FF2B5EF4-FFF2-40B4-BE49-F238E27FC236}">
                      <a16:creationId xmlns:a16="http://schemas.microsoft.com/office/drawing/2014/main" id="{A4D3D312-972C-D600-F010-BED11415B87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28210" y="184035"/>
                  <a:ext cx="164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234" name="잉크 52233">
                  <a:extLst>
                    <a:ext uri="{FF2B5EF4-FFF2-40B4-BE49-F238E27FC236}">
                      <a16:creationId xmlns:a16="http://schemas.microsoft.com/office/drawing/2014/main" id="{4FC0FFDF-EE80-1E3E-2818-F029DED5A2D4}"/>
                    </a:ext>
                  </a:extLst>
                </p14:cNvPr>
                <p14:cNvContentPartPr/>
                <p14:nvPr/>
              </p14:nvContentPartPr>
              <p14:xfrm>
                <a:off x="8178330" y="202755"/>
                <a:ext cx="60120" cy="110880"/>
              </p14:xfrm>
            </p:contentPart>
          </mc:Choice>
          <mc:Fallback>
            <p:pic>
              <p:nvPicPr>
                <p:cNvPr id="52234" name="잉크 52233">
                  <a:extLst>
                    <a:ext uri="{FF2B5EF4-FFF2-40B4-BE49-F238E27FC236}">
                      <a16:creationId xmlns:a16="http://schemas.microsoft.com/office/drawing/2014/main" id="{4FC0FFDF-EE80-1E3E-2818-F029DED5A2D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69330" y="193755"/>
                  <a:ext cx="777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235" name="잉크 52234">
                  <a:extLst>
                    <a:ext uri="{FF2B5EF4-FFF2-40B4-BE49-F238E27FC236}">
                      <a16:creationId xmlns:a16="http://schemas.microsoft.com/office/drawing/2014/main" id="{BF648583-29D6-C611-37A6-CD6FEE73BBCA}"/>
                    </a:ext>
                  </a:extLst>
                </p14:cNvPr>
                <p14:cNvContentPartPr/>
                <p14:nvPr/>
              </p14:nvContentPartPr>
              <p14:xfrm>
                <a:off x="8125050" y="329475"/>
                <a:ext cx="92160" cy="98640"/>
              </p14:xfrm>
            </p:contentPart>
          </mc:Choice>
          <mc:Fallback>
            <p:pic>
              <p:nvPicPr>
                <p:cNvPr id="52235" name="잉크 52234">
                  <a:extLst>
                    <a:ext uri="{FF2B5EF4-FFF2-40B4-BE49-F238E27FC236}">
                      <a16:creationId xmlns:a16="http://schemas.microsoft.com/office/drawing/2014/main" id="{BF648583-29D6-C611-37A6-CD6FEE73BBC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16050" y="320835"/>
                  <a:ext cx="109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236" name="잉크 52235">
                  <a:extLst>
                    <a:ext uri="{FF2B5EF4-FFF2-40B4-BE49-F238E27FC236}">
                      <a16:creationId xmlns:a16="http://schemas.microsoft.com/office/drawing/2014/main" id="{4953679C-3F33-E600-1F28-E94102B14B33}"/>
                    </a:ext>
                  </a:extLst>
                </p14:cNvPr>
                <p14:cNvContentPartPr/>
                <p14:nvPr/>
              </p14:nvContentPartPr>
              <p14:xfrm>
                <a:off x="8236290" y="203115"/>
                <a:ext cx="95760" cy="119880"/>
              </p14:xfrm>
            </p:contentPart>
          </mc:Choice>
          <mc:Fallback>
            <p:pic>
              <p:nvPicPr>
                <p:cNvPr id="52236" name="잉크 52235">
                  <a:extLst>
                    <a:ext uri="{FF2B5EF4-FFF2-40B4-BE49-F238E27FC236}">
                      <a16:creationId xmlns:a16="http://schemas.microsoft.com/office/drawing/2014/main" id="{4953679C-3F33-E600-1F28-E94102B14B3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227290" y="194475"/>
                  <a:ext cx="113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237" name="잉크 52236">
                  <a:extLst>
                    <a:ext uri="{FF2B5EF4-FFF2-40B4-BE49-F238E27FC236}">
                      <a16:creationId xmlns:a16="http://schemas.microsoft.com/office/drawing/2014/main" id="{410EA5E1-0E84-517D-6737-DE1BE499A0EC}"/>
                    </a:ext>
                  </a:extLst>
                </p14:cNvPr>
                <p14:cNvContentPartPr/>
                <p14:nvPr/>
              </p14:nvContentPartPr>
              <p14:xfrm>
                <a:off x="8294610" y="198435"/>
                <a:ext cx="96840" cy="158400"/>
              </p14:xfrm>
            </p:contentPart>
          </mc:Choice>
          <mc:Fallback>
            <p:pic>
              <p:nvPicPr>
                <p:cNvPr id="52237" name="잉크 52236">
                  <a:extLst>
                    <a:ext uri="{FF2B5EF4-FFF2-40B4-BE49-F238E27FC236}">
                      <a16:creationId xmlns:a16="http://schemas.microsoft.com/office/drawing/2014/main" id="{410EA5E1-0E84-517D-6737-DE1BE499A0E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85610" y="189435"/>
                  <a:ext cx="114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238" name="잉크 52237">
                  <a:extLst>
                    <a:ext uri="{FF2B5EF4-FFF2-40B4-BE49-F238E27FC236}">
                      <a16:creationId xmlns:a16="http://schemas.microsoft.com/office/drawing/2014/main" id="{0AE225EF-B615-5F42-1E92-A81DDF052FC8}"/>
                    </a:ext>
                  </a:extLst>
                </p14:cNvPr>
                <p14:cNvContentPartPr/>
                <p14:nvPr/>
              </p14:nvContentPartPr>
              <p14:xfrm>
                <a:off x="8275530" y="330555"/>
                <a:ext cx="132120" cy="93240"/>
              </p14:xfrm>
            </p:contentPart>
          </mc:Choice>
          <mc:Fallback>
            <p:pic>
              <p:nvPicPr>
                <p:cNvPr id="52238" name="잉크 52237">
                  <a:extLst>
                    <a:ext uri="{FF2B5EF4-FFF2-40B4-BE49-F238E27FC236}">
                      <a16:creationId xmlns:a16="http://schemas.microsoft.com/office/drawing/2014/main" id="{0AE225EF-B615-5F42-1E92-A81DDF052FC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66890" y="321915"/>
                  <a:ext cx="149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239" name="잉크 52238">
                  <a:extLst>
                    <a:ext uri="{FF2B5EF4-FFF2-40B4-BE49-F238E27FC236}">
                      <a16:creationId xmlns:a16="http://schemas.microsoft.com/office/drawing/2014/main" id="{1EC8190B-6EBD-E8B8-1959-41F5BF480203}"/>
                    </a:ext>
                  </a:extLst>
                </p14:cNvPr>
                <p14:cNvContentPartPr/>
                <p14:nvPr/>
              </p14:nvContentPartPr>
              <p14:xfrm>
                <a:off x="8430330" y="136155"/>
                <a:ext cx="123120" cy="281520"/>
              </p14:xfrm>
            </p:contentPart>
          </mc:Choice>
          <mc:Fallback>
            <p:pic>
              <p:nvPicPr>
                <p:cNvPr id="52239" name="잉크 52238">
                  <a:extLst>
                    <a:ext uri="{FF2B5EF4-FFF2-40B4-BE49-F238E27FC236}">
                      <a16:creationId xmlns:a16="http://schemas.microsoft.com/office/drawing/2014/main" id="{1EC8190B-6EBD-E8B8-1959-41F5BF48020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421690" y="127155"/>
                  <a:ext cx="140760" cy="29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1509550"/>
      </p:ext>
    </p:extLst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1787</TotalTime>
  <Words>2595</Words>
  <Application>Microsoft Office PowerPoint</Application>
  <PresentationFormat>화면 슬라이드 쇼(4:3)</PresentationFormat>
  <Paragraphs>407</Paragraphs>
  <Slides>32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1" baseType="lpstr">
      <vt:lpstr>HY견고딕</vt:lpstr>
      <vt:lpstr>Monotype Sorts</vt:lpstr>
      <vt:lpstr>굴림</vt:lpstr>
      <vt:lpstr>맑은 고딕</vt:lpstr>
      <vt:lpstr>Arial</vt:lpstr>
      <vt:lpstr>Helvetica</vt:lpstr>
      <vt:lpstr>Times New Roman</vt:lpstr>
      <vt:lpstr>Wingdings</vt:lpstr>
      <vt:lpstr>직선과 네모</vt:lpstr>
      <vt:lpstr>5장. 프로세스 동기화</vt:lpstr>
      <vt:lpstr>목  차</vt:lpstr>
      <vt:lpstr>1. 배경</vt:lpstr>
      <vt:lpstr>PowerPoint 프레젠테이션</vt:lpstr>
      <vt:lpstr>PowerPoint 프레젠테이션</vt:lpstr>
      <vt:lpstr>상호배제 및 동기화의 예</vt:lpstr>
      <vt:lpstr>PowerPoint 프레젠테이션</vt:lpstr>
      <vt:lpstr>PowerPoint 프레젠테이션</vt:lpstr>
      <vt:lpstr>2. 임계구역 문제</vt:lpstr>
      <vt:lpstr>PowerPoint 프레젠테이션</vt:lpstr>
      <vt:lpstr>PowerPoint 프레젠테이션</vt:lpstr>
      <vt:lpstr>3. 임계구역 SW 해결법</vt:lpstr>
      <vt:lpstr>PowerPoint 프레젠테이션</vt:lpstr>
      <vt:lpstr>PowerPoint 프레젠테이션</vt:lpstr>
      <vt:lpstr> N 프로세스에 대한 임계구역 해결 </vt:lpstr>
      <vt:lpstr>4. 임계구역 HW 해결법</vt:lpstr>
      <vt:lpstr>PowerPoint 프레젠테이션</vt:lpstr>
      <vt:lpstr>5. 세마포(Semaphore)</vt:lpstr>
      <vt:lpstr>N 개의 프로세스들의 임계 구역</vt:lpstr>
      <vt:lpstr>세마포 구현</vt:lpstr>
      <vt:lpstr>동기화 도구로서의 세마포</vt:lpstr>
      <vt:lpstr>교착상태와 기아상태</vt:lpstr>
      <vt:lpstr>6. 고전적 동기화 문제</vt:lpstr>
      <vt:lpstr>PowerPoint 프레젠테이션</vt:lpstr>
      <vt:lpstr>PowerPoint 프레젠테이션</vt:lpstr>
      <vt:lpstr>PowerPoint 프레젠테이션</vt:lpstr>
      <vt:lpstr>7. 모니터 (Monitors)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436</cp:revision>
  <cp:lastPrinted>1996-03-06T04:51:07Z</cp:lastPrinted>
  <dcterms:created xsi:type="dcterms:W3CDTF">1996-06-05T03:01:40Z</dcterms:created>
  <dcterms:modified xsi:type="dcterms:W3CDTF">2023-10-13T02:32:31Z</dcterms:modified>
</cp:coreProperties>
</file>