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notesSlides/notesSlide3.xml" ContentType="application/vnd.openxmlformats-officedocument.presentationml.notesSlide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notesSlides/notesSlide4.xml" ContentType="application/vnd.openxmlformats-officedocument.presentationml.notesSlide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notesSlides/notesSlide5.xml" ContentType="application/vnd.openxmlformats-officedocument.presentationml.notesSlide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notesSlides/notesSlide6.xml" ContentType="application/vnd.openxmlformats-officedocument.presentationml.notesSlide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notesSlides/notesSlide7.xml" ContentType="application/vnd.openxmlformats-officedocument.presentationml.notesSlide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notesSlides/notesSlide8.xml" ContentType="application/vnd.openxmlformats-officedocument.presentationml.notesSlide+xml"/>
  <Override PartName="/ppt/ink/ink405.xml" ContentType="application/inkml+xml"/>
  <Override PartName="/ppt/ink/ink406.xml" ContentType="application/inkml+xml"/>
  <Override PartName="/ppt/notesSlides/notesSlide9.xml" ContentType="application/vnd.openxmlformats-officedocument.presentationml.notesSlide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notesSlides/notesSlide10.xml" ContentType="application/vnd.openxmlformats-officedocument.presentationml.notesSlide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</p:sldMasterIdLst>
  <p:notesMasterIdLst>
    <p:notesMasterId r:id="rId23"/>
  </p:notesMasterIdLst>
  <p:handoutMasterIdLst>
    <p:handoutMasterId r:id="rId24"/>
  </p:handoutMasterIdLst>
  <p:sldIdLst>
    <p:sldId id="340" r:id="rId2"/>
    <p:sldId id="533" r:id="rId3"/>
    <p:sldId id="619" r:id="rId4"/>
    <p:sldId id="654" r:id="rId5"/>
    <p:sldId id="663" r:id="rId6"/>
    <p:sldId id="621" r:id="rId7"/>
    <p:sldId id="622" r:id="rId8"/>
    <p:sldId id="624" r:id="rId9"/>
    <p:sldId id="625" r:id="rId10"/>
    <p:sldId id="629" r:id="rId11"/>
    <p:sldId id="655" r:id="rId12"/>
    <p:sldId id="631" r:id="rId13"/>
    <p:sldId id="632" r:id="rId14"/>
    <p:sldId id="656" r:id="rId15"/>
    <p:sldId id="657" r:id="rId16"/>
    <p:sldId id="659" r:id="rId17"/>
    <p:sldId id="661" r:id="rId18"/>
    <p:sldId id="660" r:id="rId19"/>
    <p:sldId id="662" r:id="rId20"/>
    <p:sldId id="642" r:id="rId21"/>
    <p:sldId id="644" r:id="rId22"/>
  </p:sldIdLst>
  <p:sldSz cx="9144000" cy="6858000" type="screen4x3"/>
  <p:notesSz cx="6735763" cy="986948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814" autoAdjust="0"/>
    <p:restoredTop sz="95730" autoAdjust="0"/>
  </p:normalViewPr>
  <p:slideViewPr>
    <p:cSldViewPr>
      <p:cViewPr>
        <p:scale>
          <a:sx n="114" d="100"/>
          <a:sy n="114" d="100"/>
        </p:scale>
        <p:origin x="1974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72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9525"/>
            <a:ext cx="2919413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defTabSz="762000" eaLnBrk="0" latinLnBrk="0" hangingPunct="0">
              <a:defRPr sz="1000" i="1">
                <a:latin typeface="Times New Roman" pitchFamily="18" charset="0"/>
                <a:ea typeface="돋움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16350" y="9525"/>
            <a:ext cx="2919413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algn="r" defTabSz="762000" eaLnBrk="0" latinLnBrk="0" hangingPunct="0">
              <a:defRPr sz="1000" i="1">
                <a:latin typeface="Times New Roman" pitchFamily="18" charset="0"/>
                <a:ea typeface="돋움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96413"/>
            <a:ext cx="2919413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defTabSz="762000" eaLnBrk="0" latinLnBrk="0" hangingPunct="0">
              <a:defRPr sz="1000" i="1">
                <a:latin typeface="Times New Roman" pitchFamily="18" charset="0"/>
                <a:ea typeface="돋움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16350" y="9396413"/>
            <a:ext cx="2919413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algn="r" defTabSz="762000" eaLnBrk="0" latinLnBrk="0" hangingPunct="0">
              <a:defRPr sz="1000" i="1">
                <a:ea typeface="돋움" panose="020B0600000101010101" pitchFamily="50" charset="-127"/>
              </a:defRPr>
            </a:lvl1pPr>
          </a:lstStyle>
          <a:p>
            <a:pPr>
              <a:defRPr/>
            </a:pPr>
            <a:fld id="{340CB18C-A66D-46B3-8E5C-5A1C7B96D9D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35:35.8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18 137 1240 0 0,'-18'9'3962'0'0,"28"-15"-854"0"0,77-44-2238 0 0,-68 37-753 0 0,1 0 0 0 0,0 2 1 0 0,1 0-1 0 0,0 2 0 0 0,0 0 0 0 0,1 1 1 0 0,35-7-1 0 0,-54 15-104 0 0,-1-1 0 0 0,0 1 0 0 0,0 0 0 0 0,1 0 0 0 0,-1 1 0 0 0,0-1 0 0 0,0 0 0 0 0,1 1 0 0 0,-1-1 0 0 0,0 1 0 0 0,0 0 0 0 0,0 0 0 0 0,0 0 0 0 0,0 0 0 0 0,0 0 0 0 0,0 0 0 0 0,0 0 0 0 0,0 1 0 0 0,0-1 0 0 0,-1 1-1 0 0,1-1 1 0 0,-1 1 0 0 0,1 0 0 0 0,-1 0 0 0 0,1-1 0 0 0,-1 1 0 0 0,0 0 0 0 0,0 0 0 0 0,0 0 0 0 0,0 0 0 0 0,-1 1 0 0 0,1-1 0 0 0,0 0 0 0 0,-1 0 0 0 0,1 0 0 0 0,-1 4 0 0 0,3 10 6 0 0,-2 1 1 0 0,0 0-1 0 0,-2 33 0 0 0,0-25-290 0 0,1-11-159 0 0,1-4-612 0 0,-1-1 0 0 0,-1 1 0 0 0,1-1 0 0 0,-2 1 0 0 0,-2 10 0 0 0,-3-20-1518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35:36.2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 82 1096 0 0,'-1'1'248'0'0,"1"0"-1"0"0,-1 1 0 0 0,0-1 0 0 0,1 0 1 0 0,-1 0-1 0 0,1 0 0 0 0,-1 0 0 0 0,1 1 1 0 0,0-1-1 0 0,-1 0 0 0 0,1 0 1 0 0,0 1-1 0 0,0-1 0 0 0,0 0 0 0 0,0 0 1 0 0,0 1-1 0 0,0-1 0 0 0,0 0 0 0 0,0 1 1 0 0,1 1-1 0 0,0-3-115 0 0,-1 0 1 0 0,1 1-1 0 0,0-1 0 0 0,0 1 0 0 0,-1-1 1 0 0,1 0-1 0 0,0 0 0 0 0,0 1 1 0 0,-1-1-1 0 0,1 0 0 0 0,0 0 0 0 0,0 0 1 0 0,0 0-1 0 0,0 0 0 0 0,-1 0 0 0 0,1 0 1 0 0,0 0-1 0 0,0 0 0 0 0,0 0 1 0 0,-1-1-1 0 0,1 1 0 0 0,0 0 0 0 0,1-1 1 0 0,62-30 2270 0 0,-47 21-2170 0 0,8 0-371 0 0,0 1 1 0 0,0 1-1 0 0,1 1 0 0 0,47-6 1 0 0,-73 13 19 0 0,0 0 0 0 0,1 0 0 0 0,-1 0 1 0 0,0 0-1 0 0,1 0 0 0 0,-1 0 0 0 0,0 0 0 0 0,1 0 0 0 0,-1 0 1 0 0,0 0-1 0 0,1 0 0 0 0,-1 0 0 0 0,0 0 0 0 0,0 0 1 0 0,1-1-1 0 0,-1 1 0 0 0,0 0 0 0 0,1 0 0 0 0,-1 0 1 0 0,0 0-1 0 0,0-1 0 0 0,1 1 0 0 0,-1 0 0 0 0,0 0 0 0 0,0 0 1 0 0,1-1-1 0 0,-1 1 0 0 0,0 0 0 0 0,0 0 0 0 0,0-1 1 0 0,0 1-1 0 0,1 0 0 0 0,-1-1 0 0 0,0 1 0 0 0,0 0 1 0 0,0-1-1 0 0,0 1 0 0 0,0 0 0 0 0,0 0 0 0 0,0-1 0 0 0,0 1 1 0 0,0-1-1 0 0,-8-9-4873 0 0,5 8 5290 0 0,2-1-1673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35:36.6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1 197 608 0 0,'0'0'110'0'0,"0"-1"0"0"0,0 0-1 0 0,0 1 1 0 0,0-1 0 0 0,0 0 0 0 0,0 1-1 0 0,0-1 1 0 0,1 0 0 0 0,-1 1 0 0 0,0-1-1 0 0,1 0 1 0 0,-1 1 0 0 0,0-1 0 0 0,1 1-1 0 0,-1-1 1 0 0,0 1 0 0 0,1-1 0 0 0,-1 1-1 0 0,1-1 1 0 0,-1 1 0 0 0,1-1 0 0 0,0 1-1 0 0,-1-1 1 0 0,1 1 0 0 0,-1 0 0 0 0,1-1 0 0 0,0 1-1 0 0,-1 0 1 0 0,1 0 0 0 0,0 0 0 0 0,-1-1-1 0 0,1 1 1 0 0,0 0 0 0 0,-1 0 0 0 0,1 0-1 0 0,0 0 1 0 0,0 0 0 0 0,45-12 2118 0 0,-24 7-1088 0 0,127-35 1847 0 0,-94 28-2524 0 0,0-3 1 0 0,85-35-1 0 0,-133 46-487 0 0,0 1-64 0 0,1 0 0 0 0,-1-1 0 0 0,-1 0 0 0 0,1 0 0 0 0,7-7 0 0 0,-28 11-5840 0 0,-11-10 1827 0 0,19 7 2526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35:37.1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1 123 1400 0 0,'0'-1'227'0'0,"1"-1"0"0"0,-1 0-1 0 0,1 1 1 0 0,0-1-1 0 0,0 0 1 0 0,0 1 0 0 0,0-1-1 0 0,0 1 1 0 0,0 0-1 0 0,0-1 1 0 0,0 1 0 0 0,1 0-1 0 0,-1-1 1 0 0,0 1 0 0 0,1 0-1 0 0,-1 0 1 0 0,4-1-1 0 0,36-21 903 0 0,-25 15-414 0 0,13-11 248 0 0,-19 12-746 0 0,0 0 0 0 0,1 0 0 0 0,0 1 0 0 0,1 0 0 0 0,-1 1 0 0 0,15-4 0 0 0,-26 10-195 0 0,1-1-1 0 0,-1 1 1 0 0,1 0 0 0 0,-1-1 0 0 0,0 1-1 0 0,1 0 1 0 0,-1-1 0 0 0,0 1 0 0 0,0 0 0 0 0,0-1-1 0 0,1 1 1 0 0,-1 0 0 0 0,0-1 0 0 0,0 1 0 0 0,0 0-1 0 0,0 0 1 0 0,0-1 0 0 0,0 1 0 0 0,0 0 0 0 0,-1-1-1 0 0,1 1 1 0 0,0 0 0 0 0,0-1 0 0 0,-1 1-1 0 0,1 0 1 0 0,0-1 0 0 0,0 1 0 0 0,-1 0 0 0 0,1-1-1 0 0,-1 1 1 0 0,0 0 0 0 0,-11 30 144 0 0,12-30-146 0 0,-17 34 92 0 0,10-23-102 0 0,1-1 0 0 0,1 1 1 0 0,0 1-1 0 0,0-1 0 0 0,1 0 1 0 0,1 1-1 0 0,-3 21 0 0 0,6-33-10 0 0,0-1 0 0 0,0 1 0 0 0,0 0 0 0 0,0-1 0 0 0,0 1 0 0 0,0 0 0 0 0,0-1 0 0 0,0 1 0 0 0,0-1 0 0 0,0 1 0 0 0,1 0 0 0 0,-1-1 0 0 0,0 1 0 0 0,0-1 0 0 0,1 1 0 0 0,-1-1 0 0 0,0 1 0 0 0,1-1 0 0 0,-1 1 0 0 0,0-1 0 0 0,1 1 0 0 0,-1-1 0 0 0,1 1 0 0 0,-1-1 0 0 0,1 1 0 0 0,-1-1 0 0 0,1 0 0 0 0,-1 1 0 0 0,1-1 0 0 0,-1 0 0 0 0,1 0 0 0 0,0 1 0 0 0,22-6 90 0 0,22-22 160 0 0,-43 26-234 0 0,7-6 104 0 0,1 1-1 0 0,0 1 0 0 0,0 0 0 0 0,0 0 0 0 0,1 1 1 0 0,-1 0-1 0 0,1 0 0 0 0,18-2 0 0 0,-27 5-84 0 0,1 1 0 0 0,0 0 0 0 0,0-1 0 0 0,-1 1 0 0 0,1 0 0 0 0,0 1 0 0 0,0-1 0 0 0,-1 0 0 0 0,1 1 0 0 0,0-1 0 0 0,0 1 0 0 0,-1 0 0 0 0,1 0 0 0 0,-1 0 0 0 0,1 0 0 0 0,-1 1 1 0 0,1-1-1 0 0,-1 0 0 0 0,0 1 0 0 0,0 0 0 0 0,0 0 0 0 0,1 0 0 0 0,-2-1 0 0 0,1 2 0 0 0,0-1 0 0 0,0 0 0 0 0,-1 0 0 0 0,1 1 0 0 0,-1-1 0 0 0,0 0 0 0 0,0 1 0 0 0,1 0 0 0 0,-2-1 0 0 0,1 1 0 0 0,0-1 0 0 0,-1 1 0 0 0,1 0 0 0 0,-1 0 0 0 0,0-1 0 0 0,0 5 0 0 0,1-5-143 0 0,-1 0 0 0 0,0-1 0 0 0,0 1 0 0 0,0-1 0 0 0,0 1 0 0 0,-1 0 0 0 0,1-1 0 0 0,0 1 0 0 0,-1-1 0 0 0,1 1-1 0 0,-1-1 1 0 0,1 1 0 0 0,-1-1 0 0 0,0 1 0 0 0,1-1 0 0 0,-1 0 0 0 0,0 1 0 0 0,0-1 0 0 0,0 0 0 0 0,0 0 0 0 0,0 1 0 0 0,-1-1 0 0 0,1 0 0 0 0,0 0 0 0 0,0 0 0 0 0,-1-1 0 0 0,1 1 0 0 0,-1 0 0 0 0,1 0 0 0 0,-1-1 0 0 0,1 1 0 0 0,-1-1 0 0 0,-1 1-1 0 0,-6 1-1437 0 0,1-1-1 0 0,-1 0 0 0 0,0 0 0 0 0,-15-1 0 0 0,13 0 1062 0 0,0 1-1025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35:37.5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39 149 1232 0 0,'-26'19'2963'0'0,"25"-18"-2747"0"0,0 0 1 0 0,0-1-1 0 0,0 1 1 0 0,0 0-1 0 0,1 0 1 0 0,-1 0-1 0 0,0-1 1 0 0,0 1 0 0 0,1 0-1 0 0,-1 0 1 0 0,1 0-1 0 0,-1 0 1 0 0,1 0-1 0 0,-1 0 1 0 0,1 0 0 0 0,-1 0-1 0 0,1 1 1 0 0,0-1-1 0 0,0 0 1 0 0,0 0-1 0 0,-1 0 1 0 0,1 0 0 0 0,0 0-1 0 0,1 3 1 0 0,37-19 3930 0 0,77-42-2056 0 0,18-9-1299 0 0,2 11-3523 0 0,-119 53-2853 0 0,-27 11-437 0 0,5-4 4222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35:37.9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15 133 2761 0 0,'-4'18'1528'0'0,"1"-6"-871"0"0,0 1 0 0 0,1-1 0 0 0,0 20 0 0 0,2-28-676 0 0,0-1-1 0 0,0 0 0 0 0,1 0 1 0 0,-1 0-1 0 0,1 0 0 0 0,-1 0 1 0 0,1 0-1 0 0,0 0 0 0 0,0 0 1 0 0,1 0-1 0 0,-1 0 0 0 0,1 0 1 0 0,-1-1-1 0 0,1 1 0 0 0,0 0 1 0 0,0-1-1 0 0,0 0 0 0 0,0 1 1 0 0,4 2-1 0 0,2-2-2164 0 0</inkml:trace>
  <inkml:trace contextRef="#ctx0" brushRef="#br0" timeOffset="1">12 171 1000 0 0,'0'-2'392'0'0,"1"0"0"0"0,0 1 0 0 0,0-1 0 0 0,-1 1-1 0 0,1-1 1 0 0,0 0 0 0 0,1 1 0 0 0,-1 0 0 0 0,0-1 0 0 0,0 1 0 0 0,1 0-1 0 0,-1 0 1 0 0,0 0 0 0 0,1-1 0 0 0,-1 1 0 0 0,1 1 0 0 0,0-1-1 0 0,1-1 1 0 0,47-23 1125 0 0,-12 5-814 0 0,-3-4-354 0 0,44-26 283 0 0,-72 46-526 0 0,0 0 0 0 0,0 1 0 0 0,0 0 0 0 0,1 0 0 0 0,-1 1 0 0 0,1 0 0 0 0,0 0-1 0 0,0 1 1 0 0,8 0 0 0 0,-14 1-51 0 0,1 0 0 0 0,-1 1-1 0 0,1 0 1 0 0,-1-1 0 0 0,0 1-1 0 0,1 0 1 0 0,-1 0 0 0 0,0 0-1 0 0,0 1 1 0 0,0-1 0 0 0,1 1-1 0 0,-1-1 1 0 0,-1 1 0 0 0,1-1-1 0 0,0 1 1 0 0,0 0 0 0 0,-1 0-1 0 0,1 0 1 0 0,-1 0 0 0 0,1 0-1 0 0,-1 0 1 0 0,0 1-1 0 0,0-1 1 0 0,0 0 0 0 0,2 5-1 0 0,2 9 67 0 0,0 1 0 0 0,5 30-1 0 0,-6-23-77 0 0,0-7 990 0 0,-4-1-5897 0 0,-1-16 4600 0 0,0 0 0 0 0,1 1 0 0 0,-1-1 0 0 0,0 0 0 0 0,0 0 0 0 0,1 1 0 0 0,-1-1 0 0 0,0 0 0 0 0,0 0 0 0 0,1 0 0 0 0,-1 0 0 0 0,0 0 0 0 0,0 0 0 0 0,1 0 0 0 0,-1 0 0 0 0,0-1 0 0 0,0 1 0 0 0,1 0 0 0 0,-1 0 0 0 0,0-1 0 0 0,0 1 0 0 0,1 0 0 0 0,-1-1 0 0 0,0 1 0 0 0,1 0 0 0 0,-1-1 0 0 0,1 1 0 0 0,-1-1 0 0 0,0 1 0 0 0,1-1 0 0 0,-1 0 0 0 0,1 1 0 0 0,-1-2 0 0 0,-4-1-1140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35:38.3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11 206 1736 0 0,'-1'1'152'0'0,"0"0"0"0"0,0 0 0 0 0,0 0 0 0 0,1 0-1 0 0,-1 0 1 0 0,0 0 0 0 0,0 0 0 0 0,1 0 0 0 0,-1 1-1 0 0,1-1 1 0 0,-1 0 0 0 0,1 0 0 0 0,-1 1 0 0 0,1-1-1 0 0,0 0 1 0 0,-1 1 0 0 0,1-1 0 0 0,0 2 0 0 0,1-2-44 0 0,-1-1 0 0 0,1 0-1 0 0,0 1 1 0 0,-1-1 0 0 0,1 0 0 0 0,0 0 0 0 0,-1 0 0 0 0,1 0 0 0 0,0 1 0 0 0,0-1 0 0 0,-1 0 0 0 0,1 0-1 0 0,0 0 1 0 0,-1 0 0 0 0,1 0 0 0 0,0-1 0 0 0,0 1 0 0 0,-1 0 0 0 0,1 0 0 0 0,0 0 0 0 0,-1-1 0 0 0,1 1-1 0 0,1-1 1 0 0,54-26 2963 0 0,-50 23-2962 0 0,52-27 601 0 0,-1-4 0 0 0,96-77 0 0 0,-150 110-1087 0 0,19-14-1942 0 0,-22 15 2039 0 0,1 1 1 0 0,-1 0-1 0 0,1 0 0 0 0,-1-1 0 0 0,1 1 0 0 0,-1 0 0 0 0,1 0 0 0 0,0 0 0 0 0,-1 0 1 0 0,1 0-1 0 0,-1 0 0 0 0,1 0 0 0 0,-1 0 0 0 0,1 0 0 0 0,-1 0 0 0 0,1 0 0 0 0,0 0 0 0 0,-1 0 1 0 0,1 0-1 0 0,-1 0 0 0 0,1 0 0 0 0,-1 1 0 0 0,1-1 0 0 0,0 1 0 0 0,7 5-1707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35:38.7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 16 2841 0 0,'0'-1'218'0'0,"0"0"0"0"0,0 1 0 0 0,1-1 0 0 0,-1 0 1 0 0,0 0-1 0 0,0 1 0 0 0,1-1 0 0 0,-1 0 1 0 0,0 1-1 0 0,1-1 0 0 0,-1 0 0 0 0,0 1 0 0 0,1-1 1 0 0,-1 1-1 0 0,1-1 0 0 0,-1 1 0 0 0,1-1 0 0 0,0 1 1 0 0,-1-1-1 0 0,1 1 0 0 0,0 0 0 0 0,-1-1 0 0 0,1 1 1 0 0,0 0-1 0 0,-1-1 0 0 0,1 1 0 0 0,1 0 1 0 0,2 18 2965 0 0,-7 32-1560 0 0,3-46-1266 0 0,-7 21-2536 0 0,7-25 1993 0 0,0 0-1 0 0,0 1 0 0 0,0-1 0 0 0,-1 1 0 0 0,1-1 1 0 0,0 0-1 0 0,-1 1 0 0 0,1-1 0 0 0,0 0 0 0 0,-1 1 0 0 0,1-1 1 0 0,0 0-1 0 0,-1 0 0 0 0,1 1 0 0 0,-1-1 0 0 0,1 0 0 0 0,-1 0 1 0 0,1 0-1 0 0,0 1 0 0 0,-1-1 0 0 0,1 0 0 0 0,-1 0 0 0 0,1 0 1 0 0,-1 0-1 0 0,1 0 0 0 0,-1 0 0 0 0,1 0 0 0 0,-1 0 0 0 0,1 0 1 0 0,-1 0-1 0 0,1 0 0 0 0,0 0 0 0 0,-1-1 0 0 0,1 1 0 0 0,-1 0 1 0 0,1 0-1 0 0,-1 0 0 0 0,1-1 0 0 0,0 1 0 0 0,-1 0 1 0 0,1 0-1 0 0,-1-1 0 0 0,1 1 0 0 0,0 0 0 0 0,-1-1 0 0 0,-3-2-2413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35:40.0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77 54 1624 0 0,'-1'0'82'0'0,"0"0"-1"0"0,-1-1 0 0 0,1 1 1 0 0,0 0-1 0 0,0 0 0 0 0,-1 0 0 0 0,1 0 1 0 0,0 0-1 0 0,0 0 0 0 0,-1 0 1 0 0,1 0-1 0 0,0 0 0 0 0,0 1 1 0 0,-1-1-1 0 0,1 0 0 0 0,0 1 1 0 0,0-1-1 0 0,0 1 0 0 0,0-1 0 0 0,-1 1 1 0 0,1 0-1 0 0,0 0 0 0 0,0-1 1 0 0,-1 2-1 0 0,-1 1 40 0 0,1 0 0 0 0,0 0 0 0 0,0 0-1 0 0,0 1 1 0 0,0-1 0 0 0,0 0 0 0 0,0 1 0 0 0,-1 4 0 0 0,-1 7 132 0 0,0 1 1 0 0,1-1 0 0 0,-2 17 0 0 0,4-28-205 0 0,1 1-1 0 0,0-1 1 0 0,-1 1-1 0 0,1-1 1 0 0,1 1 0 0 0,-1-1-1 0 0,1 1 1 0 0,0-1 0 0 0,0 1-1 0 0,0-1 1 0 0,0 0-1 0 0,1 0 1 0 0,-1 0 0 0 0,1 1-1 0 0,1-2 1 0 0,-1 1 0 0 0,0 0-1 0 0,1 0 1 0 0,0-1-1 0 0,0 1 1 0 0,0-1 0 0 0,6 6-1 0 0,-4-6 9 0 0,0 0 0 0 0,1 0 0 0 0,-1-1 1 0 0,1 0-1 0 0,0 0 0 0 0,-1 0 0 0 0,1 0 0 0 0,0-1 0 0 0,0 0 0 0 0,0 0 0 0 0,0-1 0 0 0,0 0 0 0 0,0 0 0 0 0,0 0 0 0 0,0-1 0 0 0,10-1 0 0 0,-10 1 58 0 0,1-1 1 0 0,-1 1-1 0 0,1-1 0 0 0,-1 0 0 0 0,0-1 0 0 0,0 1 0 0 0,0-1 0 0 0,0-1 1 0 0,0 1-1 0 0,-1-1 0 0 0,0 0 0 0 0,1 0 0 0 0,-1 0 0 0 0,-1-1 0 0 0,1 0 1 0 0,-1 0-1 0 0,0 0 0 0 0,7-11 0 0 0,-8 11-33 0 0,-1-1 0 0 0,0 1 0 0 0,0-1 1 0 0,-1 0-1 0 0,1 0 0 0 0,-1 0 0 0 0,-1 1 0 0 0,1-1 0 0 0,-1 0 0 0 0,0 0 0 0 0,0 0 0 0 0,0 0 1 0 0,-1 0-1 0 0,0 0 0 0 0,-1 0 0 0 0,1 0 0 0 0,-1 1 0 0 0,0-1 0 0 0,0 1 0 0 0,-1-1 0 0 0,-4-6 1 0 0,4 6-94 0 0,0 0 1 0 0,-1 0-1 0 0,0 1 1 0 0,0 0 0 0 0,0-1-1 0 0,-1 1 1 0 0,0 1-1 0 0,0-1 1 0 0,0 1 0 0 0,-1 0-1 0 0,1 0 1 0 0,-1 1 0 0 0,0-1-1 0 0,0 1 1 0 0,0 1-1 0 0,0-1 1 0 0,-1 1 0 0 0,1 0-1 0 0,-9-2 1 0 0,9 4-287 0 0,0 0 0 0 0,0 0 0 0 0,1 0 0 0 0,-1 0 0 0 0,0 1 0 0 0,0 0 0 0 0,1 0 0 0 0,-1 0 0 0 0,1 1 0 0 0,-1 0 0 0 0,1 0 0 0 0,-1 0 1 0 0,1 1-1 0 0,0 0 0 0 0,0 0 0 0 0,1 0 0 0 0,-1 1 0 0 0,0-1 0 0 0,1 1 0 0 0,0 0 0 0 0,0 0 0 0 0,-5 8 0 0 0,-9 15-2117 0 0,13-13 559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35:40.3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50 0 3537 0 0,'-10'27'924'0'0,"1"-1"0"0"0,1 1 0 0 0,1 0 1 0 0,1 1-1 0 0,-3 46 0 0 0,9-60-1049 0 0,0 0 1 0 0,1-1-1 0 0,0 1 0 0 0,1-1 0 0 0,7 25 1 0 0,-6-29-298 0 0,0 0 1 0 0,1-1-1 0 0,0 1 1 0 0,0-1 0 0 0,1 1-1 0 0,1-1 1 0 0,-1-1-1 0 0,1 1 1 0 0,8 7 0 0 0,-6-8-933 0 0,4 2-596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35:40.7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41 2705 0 0,'2'5'254'0'0,"0"-1"1"0"0,0 0-1 0 0,0 0 1 0 0,1 0 0 0 0,-1-1-1 0 0,1 1 1 0 0,0-1 0 0 0,0 1-1 0 0,0-1 1 0 0,1 0 0 0 0,-1 0-1 0 0,1 0 1 0 0,0 0 0 0 0,-1-1-1 0 0,1 0 1 0 0,0 0-1 0 0,5 2 1 0 0,-1-1-30 0 0,1 0 1 0 0,0-1-1 0 0,0 0 0 0 0,0-1 0 0 0,0 0 1 0 0,0 0-1 0 0,0-1 0 0 0,11-1 0 0 0,9-2 100 0 0,-1-2-1 0 0,1-1 0 0 0,-1-1 1 0 0,38-15-1 0 0,-50 17-373 0 0,-3 1-295 0 0,0-1 0 0 0,0 0 0 0 0,0-1 0 0 0,-1-1 0 0 0,16-9 1 0 0,-19-4-5183 0 0,-4 18 3355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35:41.1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33 3809 0 0,'0'1'183'0'0,"0"-1"0"0"0,0 1 1 0 0,0 0-1 0 0,0-1 0 0 0,0 1 0 0 0,1 0 1 0 0,-1 0-1 0 0,0-1 0 0 0,0 1 0 0 0,1 0 1 0 0,-1-1-1 0 0,1 1 0 0 0,-1-1 0 0 0,0 1 1 0 0,1-1-1 0 0,-1 1 0 0 0,1 0 0 0 0,-1-1 1 0 0,1 0-1 0 0,-1 1 0 0 0,1-1 0 0 0,0 1 1 0 0,-1-1-1 0 0,1 0 0 0 0,-1 1 0 0 0,1-1 1 0 0,0 0-1 0 0,-1 1 0 0 0,2-1 0 0 0,29 2 1760 0 0,27-16-675 0 0,-50 11-1115 0 0,-1 0-38 0 0,1 1 0 0 0,-1-2 0 0 0,0 1-1 0 0,-1-1 1 0 0,1 0 0 0 0,11-9 0 0 0,-60 22 618 0 0,33-6-766 0 0,1 1-1 0 0,0 0 1 0 0,0 0-1 0 0,0 0 1 0 0,0 1-1 0 0,1 1 1 0 0,0-1-1 0 0,0 1 1 0 0,1 0-1 0 0,-1 1 1 0 0,1-1-1 0 0,0 1 1 0 0,1 0-1 0 0,-6 10 1 0 0,8-10 4 0 0,0 0-1 0 0,0 0 1 0 0,1 1 0 0 0,0-1 0 0 0,1 0 0 0 0,-1 1 0 0 0,1-1 0 0 0,1 1-1 0 0,-1 0 1 0 0,1-1 0 0 0,1 1 0 0 0,-1-1 0 0 0,1 1 0 0 0,1-1 0 0 0,-1 1-1 0 0,1-1 1 0 0,5 11 0 0 0,-3-9 86 0 0,0 1 1 0 0,1-1-1 0 0,1 0 1 0 0,-1 0-1 0 0,1-1 0 0 0,1 0 1 0 0,0 0-1 0 0,0 0 0 0 0,0-1 1 0 0,1 0-1 0 0,0 0 0 0 0,0-1 1 0 0,14 8-1 0 0,-18-12 26 0 0,0 1 0 0 0,0-1 0 0 0,0 0 0 0 0,0-1 0 0 0,0 1 0 0 0,0-1 1 0 0,1 1-1 0 0,-1-1 0 0 0,0 0 0 0 0,1-1 0 0 0,-1 1 0 0 0,1-1 0 0 0,0 0 0 0 0,-1 0 0 0 0,1-1 0 0 0,-1 1 0 0 0,1-1 1 0 0,-1 0-1 0 0,0 0 0 0 0,1 0 0 0 0,-1-1 0 0 0,0 1 0 0 0,0-1 0 0 0,0 0 0 0 0,0 0 0 0 0,0-1 0 0 0,0 1 0 0 0,-1-1 1 0 0,1 0-1 0 0,-1 0 0 0 0,1 0 0 0 0,4-7 0 0 0,-7 9-311 0 0,-1 0 0 0 0,1 0 0 0 0,-1 0 0 0 0,1 0 0 0 0,-1 0 0 0 0,0 0 0 0 0,0 0 0 0 0,1 0 0 0 0,-1 0 0 0 0,0 0 0 0 0,0-1 0 0 0,0 1 0 0 0,0 0 0 0 0,0 0 1 0 0,0 0-1 0 0,-1 0 0 0 0,1 0 0 0 0,0 0 0 0 0,-1 0 0 0 0,1 0 0 0 0,0 0 0 0 0,-1 0 0 0 0,1 0 0 0 0,-1 0 0 0 0,-1-2 0 0 0,-19-24-7153 0 0,16 22 6602 0 0,-1-4-1275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35:41.4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1 159 4473 0 0,'6'0'5185'0'0,"24"-2"-3553"0"0,-17 1-1591 0 0,-1-1-1 0 0,0-1 1 0 0,-1 0-1 0 0,1-1 1 0 0,0 0-1 0 0,-1-1 1 0 0,21-11-1 0 0,-24 12-625 0 0,-1-1 1 0 0,0 0-1 0 0,0 0 1 0 0,0-1-1 0 0,-1 1 1 0 0,1-1-1 0 0,-2-1 1 0 0,1 1 0 0 0,-1-1-1 0 0,1 0 1 0 0,-2 0-1 0 0,5-9 1 0 0,-9-9-1813 0 0,2 18 994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35:41.8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1 178 2481 0 0,'5'-4'1048'0'0,"0"0"0"0"0,1 1 0 0 0,-1 0 0 0 0,1 0 0 0 0,0 0 0 0 0,9-2 0 0 0,17-8 793 0 0,-31 11-1728 0 0,1 2-1 0 0,-1-1 0 0 0,1 0 0 0 0,-1 0 0 0 0,1 0 0 0 0,-1 1 0 0 0,1-1 1 0 0,-1 0-1 0 0,1 1 0 0 0,-1 0 0 0 0,1-1 0 0 0,0 1 0 0 0,-1 0 0 0 0,1 0 0 0 0,-1 0 1 0 0,1 0-1 0 0,0 0 0 0 0,-1 0 0 0 0,1 0 0 0 0,0 1 0 0 0,-1-1 0 0 0,1 1 0 0 0,-1-1 1 0 0,1 1-1 0 0,-1-1 0 0 0,1 1 0 0 0,-1 0 0 0 0,1 0 0 0 0,-1 0 0 0 0,0 0 0 0 0,1 0 1 0 0,-1 0-1 0 0,0 0 0 0 0,0 0 0 0 0,0 0 0 0 0,0 1 0 0 0,0-1 0 0 0,0 0 1 0 0,0 1-1 0 0,0-1 0 0 0,0 1 0 0 0,-1-1 0 0 0,1 1 0 0 0,-1-1 0 0 0,1 3 0 0 0,4 10-104 0 0,-2 0 0 0 0,0 0 0 0 0,0 0 0 0 0,0 20 0 0 0,-1-11 158 0 0,1 5-511 0 0,9 54-2675 0 0,-10-76 1866 0 0,-1-1 1 0 0,1 1 0 0 0,1-1 0 0 0,-1 1-1 0 0,1-1 1 0 0,5 8 0 0 0</inkml:trace>
  <inkml:trace contextRef="#ctx0" brushRef="#br0" timeOffset="1">184 1 3465 0 0,'2'77'5836'0'0,"7"4"-4509"0"0,-6-64-1367 0 0,1 0 0 0 0,0 0 0 0 0,1 0-1 0 0,1-1 1 0 0,0 0 0 0 0,1 0-1 0 0,10 16 1 0 0,-14-28 33 0 0,0-1 0 0 0,0 1-1 0 0,0-1 1 0 0,1 1 0 0 0,-1-1 0 0 0,1 0-1 0 0,0-1 1 0 0,-1 1 0 0 0,2 0-1 0 0,-1-1 1 0 0,0 0 0 0 0,0 0 0 0 0,1 0-1 0 0,-1-1 1 0 0,0 0 0 0 0,1 1 0 0 0,0-1-1 0 0,-1-1 1 0 0,10 1 0 0 0,-10-1-26 0 0,0 0 1 0 0,0 0-1 0 0,0 0 1 0 0,0-1-1 0 0,0 1 1 0 0,-1-1-1 0 0,1 0 1 0 0,0-1-1 0 0,0 1 1 0 0,-1-1-1 0 0,1 1 1 0 0,-1-1-1 0 0,1 0 1 0 0,-1 0 0 0 0,0 0-1 0 0,0-1 1 0 0,0 1-1 0 0,0-1 1 0 0,0 0-1 0 0,0 0 1 0 0,-1 0-1 0 0,1 0 1 0 0,-1 0-1 0 0,3-6 1 0 0,-4 7-232 0 0,-1 1 0 0 0,1-1 1 0 0,-1 0-1 0 0,1 0 0 0 0,-1 1 0 0 0,1-1 1 0 0,-1 0-1 0 0,0 0 0 0 0,0 0 1 0 0,0 0-1 0 0,0 1 0 0 0,0-1 1 0 0,-1 0-1 0 0,1 0 0 0 0,0 0 1 0 0,-1 1-1 0 0,1-1 0 0 0,-1 0 0 0 0,0 0 1 0 0,1 1-1 0 0,-1-1 0 0 0,0 1 1 0 0,0-1-1 0 0,0 1 0 0 0,-2-3 1 0 0,-4-4-1654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35:42.2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1 102 2825 0 0,'0'1'172'0'0,"0"-1"0"0"0,0 1 0 0 0,0-1 0 0 0,0 0 0 0 0,0 1 0 0 0,0-1 0 0 0,0 1 0 0 0,0-1 1 0 0,0 1-1 0 0,0-1 0 0 0,0 0 0 0 0,0 1 0 0 0,1-1 0 0 0,-1 1 0 0 0,0-1 0 0 0,0 0 0 0 0,0 1 0 0 0,1-1 1 0 0,-1 0-1 0 0,0 1 0 0 0,0-1 0 0 0,1 0 0 0 0,-1 1 0 0 0,0-1 0 0 0,1 0 0 0 0,-1 0 0 0 0,0 1 0 0 0,1-1 1 0 0,-1 0-1 0 0,1 0 0 0 0,-1 0 0 0 0,0 0 0 0 0,1 1 0 0 0,15-5 2104 0 0,13-13-1235 0 0,7-18-102 0 0,-32 30-687 0 0,0-1 1 0 0,1 1-1 0 0,0 0 0 0 0,0 1 1 0 0,0-1-1 0 0,0 1 1 0 0,1 0-1 0 0,0 0 0 0 0,0 1 1 0 0,0-1-1 0 0,0 1 0 0 0,9-2 1 0 0,-15 5-175 0 0,1 0 0 0 0,0 1 0 0 0,-1-1 0 0 0,1 1 0 0 0,0 0 0 0 0,-1-1 0 0 0,1 1 0 0 0,-1-1-1 0 0,1 1 1 0 0,-1 0 0 0 0,1-1 0 0 0,-1 1 0 0 0,0 0 0 0 0,1 0 0 0 0,-1-1 0 0 0,0 1 0 0 0,0 0 0 0 0,1 0 0 0 0,-1-1 0 0 0,0 1 0 0 0,0 0 0 0 0,0 0 0 0 0,0 0 0 0 0,0-1 0 0 0,0 1 0 0 0,0 0 0 0 0,0 0 0 0 0,0 0 0 0 0,-1-1 0 0 0,1 2 0 0 0,-3 35 285 0 0,3-31-219 0 0,-4 29-266 0 0,2-13 79 0 0,0 0 0 0 0,2 37 0 0 0,11-10-3135 0 0,-8-44 2230 0 0,-1 0 1 0 0,1 0 0 0 0,-1 0-1 0 0,1-1 1 0 0,1 1-1 0 0,-1-1 1 0 0,5 6-1 0 0,-8-10 833 0 0,1 0 0 0 0,-1 0 0 0 0,0 0 0 0 0,0 1-1 0 0,0-1 1 0 0,0 0 0 0 0,0 0 0 0 0,1 0-1 0 0,-1 1 1 0 0,0-1 0 0 0,0 0 0 0 0,0 0 0 0 0,0 0-1 0 0,1 0 1 0 0,-1 1 0 0 0,0-1 0 0 0,0 0 0 0 0,1 0-1 0 0,-1 0 1 0 0,0 0 0 0 0,0 0 0 0 0,1 0 0 0 0,-1 0-1 0 0,0 0 1 0 0,0 0 0 0 0,1 0 0 0 0,-1 0-1 0 0,0 0 1 0 0,0 0 0 0 0,1 0 0 0 0,-1 0 0 0 0,0 0-1 0 0,0 0 1 0 0,1 0 0 0 0,-1 0 0 0 0,0 0 0 0 0,0 0-1 0 0,1 0 1 0 0,-1 0 0 0 0,0-1 0 0 0,0 1-1 0 0,0 0 1 0 0,1 0 0 0 0,-1 0 0 0 0,0-1 0 0 0,4-2-2058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35:42.6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150 0 3281 0 0,'3'42'5745'0'0,"4"1"-3952"0"0,2 28-923 0 0,-1 18-2426 0 0,3 0-6239 0 0,-8-76 5993 0 0</inkml:trace>
  <inkml:trace contextRef="#ctx0" brushRef="#br0" timeOffset="1">125 433 2136 0 0,'-41'67'3386'0'0,"22"-35"-3176"0"0,-38 49 1 0 0,57-81-259 0 0,0 0 1 0 0,0 0-1 0 0,0 0 1 0 0,0 0-1 0 0,0-1 1 0 0,0 1-1 0 0,0 0 1 0 0,0 0-1 0 0,0 0 1 0 0,0 0-1 0 0,0-1 1 0 0,0 1-1 0 0,0 0 1 0 0,-1 0-1 0 0,1 0 1 0 0,0 0-1 0 0,0 0 1 0 0,0-1-1 0 0,0 1 1 0 0,0 0-1 0 0,0 0 1 0 0,-1 0-1 0 0,1 0 1 0 0,0 0-1 0 0,0 0 1 0 0,0 0-1 0 0,0 0 1 0 0,0 0-1 0 0,-1 0 1 0 0,1-1-1 0 0,0 1 1 0 0,0 0-1 0 0,0 0 1 0 0,0 0-1 0 0,-1 0 1 0 0,1 0-1 0 0,0 0 1 0 0,0 0-1 0 0,0 0 1 0 0,0 0-1 0 0,-1 0 1 0 0,1 1-1 0 0,0-1 1 0 0,0 0-1 0 0,0 0 1 0 0,0 0-1 0 0,-1 0 1 0 0,1 0-1 0 0,0 0 1 0 0,0 0-1 0 0,0 0 1 0 0,0 0-1 0 0,0 0 1 0 0,-1 1-1 0 0,1-1 1 0 0,0 0-1 0 0,0 0 1 0 0,0 0-1 0 0,0 0 1 0 0,0 0-1 0 0,0 0 1 0 0,0 1-1 0 0,0-1 1 0 0,0 0-1 0 0,0 0 1 0 0,-1 0-1 0 0,4-13-1424 0 0,5 7 608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35:42.9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22 1664 0 0,'14'-21'3142'0'0,"-14"21"-2939"0"0,1 1 0 0 0,0-1 0 0 0,-1 1 0 0 0,1-1-1 0 0,-1 1 1 0 0,0 0 0 0 0,1-1 0 0 0,-1 1 0 0 0,1 0-1 0 0,-1-1 1 0 0,0 1 0 0 0,0 0 0 0 0,1-1 0 0 0,-1 1-1 0 0,0 0 1 0 0,0-1 0 0 0,0 1 0 0 0,0 0 0 0 0,0 0-1 0 0,0-1 1 0 0,0 1 0 0 0,0 0 0 0 0,0 0 0 0 0,0-1-1 0 0,0 1 1 0 0,0 0 0 0 0,-1 1 0 0 0,2 2-21 0 0,0 0 0 0 0,0 1 0 0 0,0-1 1 0 0,0 0-1 0 0,1 0 0 0 0,0 0 0 0 0,-1 0 0 0 0,2 0 0 0 0,-1 0 0 0 0,0 0 1 0 0,1-1-1 0 0,0 1 0 0 0,-1-1 0 0 0,1 0 0 0 0,1 0 0 0 0,-1 0 1 0 0,0 0-1 0 0,1-1 0 0 0,-1 1 0 0 0,1-1 0 0 0,0 0 0 0 0,0 0 1 0 0,0 0-1 0 0,8 2 0 0 0,12 6-277 0 0,1-2-1 0 0,48 10 1 0 0,-64-16 102 0 0,70 11-2312 0 0,-27-10-2272 0 0,-51-2 4504 0 0,-1-1 0 0 0,0 0 0 0 0,1 0 0 0 0,-1 0 1 0 0,0 0-1 0 0,0 0 0 0 0,1 0 0 0 0,-1 0 0 0 0,0 0 0 0 0,1 0 1 0 0,-1 0-1 0 0,0 0 0 0 0,1 0 0 0 0,-1 0 0 0 0,0 0 1 0 0,1 0-1 0 0,-1 0 0 0 0,0 0 0 0 0,1 0 0 0 0,-1 0 0 0 0,0 0 1 0 0,0-1-1 0 0,1 1 0 0 0,-1 0 0 0 0,0 0 0 0 0,1 0 1 0 0,-1-1-1 0 0,0 1 0 0 0,0 0 0 0 0,1 0 0 0 0,-1-1 0 0 0,0 1 1 0 0,0 0-1 0 0,0 0 0 0 0,0-1 0 0 0,1 1 0 0 0,-1 0 0 0 0,0 0 1 0 0,0-1-1 0 0,0 1 0 0 0,0 0 0 0 0,0-1 0 0 0,0 1 1 0 0,0 0-1 0 0,0-1 0 0 0,0 1 0 0 0,0 0 0 0 0,0-1 0 0 0,0 1 1 0 0,0 0-1 0 0,0-1 0 0 0,0 1 0 0 0,0 0 0 0 0,0-1 1 0 0,0 1-1 0 0,-1-4-598 0 0,3 1-1882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35:43.3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98 36 992 0 0,'0'0'13'0'0,"-4"-5"519"0"0,-1 1 1 0 0,0-1-1 0 0,0 1 1 0 0,0 0-1 0 0,0 0 1 0 0,-7-3-1 0 0,11 7-462 0 0,0-1 0 0 0,0 1 0 0 0,-1 0 0 0 0,1-1 0 0 0,0 1 0 0 0,0 0-1 0 0,-1 0 1 0 0,1 0 0 0 0,0 0 0 0 0,0 0 0 0 0,-1 0 0 0 0,1 0 0 0 0,0 0 0 0 0,0 0 0 0 0,0 0 0 0 0,-1 1 0 0 0,1-1 0 0 0,0 1 0 0 0,0-1 0 0 0,0 1-1 0 0,0-1 1 0 0,-1 1 0 0 0,1 0 0 0 0,0-1 0 0 0,0 1 0 0 0,0 0 0 0 0,1 0 0 0 0,-1 0 0 0 0,0 0 0 0 0,0-1 0 0 0,0 1 0 0 0,1 1 0 0 0,-1-1-1 0 0,0 0 1 0 0,1 0 0 0 0,-1 0 0 0 0,1 0 0 0 0,-1 0 0 0 0,1 0 0 0 0,-1 3 0 0 0,-3 7 10 0 0,1 0 0 0 0,0 0-1 0 0,1 1 1 0 0,0-1 0 0 0,1 1 0 0 0,1 0 0 0 0,-1-1 0 0 0,2 1-1 0 0,-1 0 1 0 0,2 0 0 0 0,0-1 0 0 0,0 1 0 0 0,1-1 0 0 0,0 0-1 0 0,1 0 1 0 0,0 0 0 0 0,7 13 0 0 0,-8-19-20 0 0,0 1 1 0 0,0-1-1 0 0,0 0 1 0 0,0 0-1 0 0,1-1 1 0 0,0 1-1 0 0,0-1 1 0 0,0 0-1 0 0,0 0 1 0 0,1 0 0 0 0,-1 0-1 0 0,1-1 1 0 0,0 1-1 0 0,0-2 1 0 0,0 1-1 0 0,1 0 1 0 0,-1-1-1 0 0,1 0 1 0 0,0 0-1 0 0,-1-1 1 0 0,1 1-1 0 0,0-1 1 0 0,0 0-1 0 0,0-1 1 0 0,0 0-1 0 0,0 0 1 0 0,-1 0-1 0 0,1 0 1 0 0,0-1-1 0 0,0 0 1 0 0,0 0-1 0 0,0-1 1 0 0,-1 0-1 0 0,1 0 1 0 0,7-3-1 0 0,-10 3-18 0 0,1 0-1 0 0,-1 1 0 0 0,1-1 0 0 0,-1 0 0 0 0,1-1 0 0 0,-1 1 0 0 0,0 0 0 0 0,0-1 1 0 0,0 0-1 0 0,0 0 0 0 0,-1 0 0 0 0,1 0 0 0 0,-1 0 0 0 0,0 0 0 0 0,1-1 1 0 0,-2 1-1 0 0,1-1 0 0 0,0 0 0 0 0,-1 1 0 0 0,2-7 0 0 0,-2 4 25 0 0,0-1 0 0 0,-1 1 0 0 0,0-1-1 0 0,0 1 1 0 0,0-1 0 0 0,-1 1 0 0 0,0 0 0 0 0,0-1-1 0 0,-1 1 1 0 0,0 0 0 0 0,-4-11 0 0 0,1 5-163 0 0,-1 1 0 0 0,0-1 0 0 0,-1 1 0 0 0,0 1 0 0 0,0-1 0 0 0,-1 1 0 0 0,-1 1 0 0 0,0-1 1 0 0,0 1-1 0 0,0 1 0 0 0,-1 0 0 0 0,-17-10 0 0 0,19 15-540 0 0,1 0 0 0 0,-1 1 0 0 0,0 0 1 0 0,0 1-1 0 0,-1 0 0 0 0,1 0 0 0 0,0 1 0 0 0,0 0 1 0 0,0 0-1 0 0,-1 1 0 0 0,1 0 0 0 0,-8 2 1 0 0,7-2-216 0 0,0 2-1042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35:43.7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0 2288 0 0,'-1'69'2617'0'0,"-1"-16"-1008"0"0,9 80 1 0 0,-6-119-1889 0 0,1 0 1 0 0,1 0-1 0 0,0 0 1 0 0,1 0-1 0 0,1-1 1 0 0,0 0 0 0 0,1 0-1 0 0,0 0 1 0 0,1 0-1 0 0,13 17 1 0 0,-3-13-2169 0 0,-7-12 449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35:44.0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1 634 2080 0 0,'5'-5'398'0'0,"0"0"0"0"0,0 0-1 0 0,0 1 1 0 0,1 0 0 0 0,0 0-1 0 0,0 0 1 0 0,0 1 0 0 0,12-5-1 0 0,-5 1 181 0 0,15-7 142 0 0,1 0 0 0 0,1 2-1 0 0,31-8 1 0 0,-49 16-622 0 0,1 1-1 0 0,-1 1 1 0 0,1 0 0 0 0,0 0 0 0 0,-1 1 0 0 0,1 1-1 0 0,0 0 1 0 0,0 1 0 0 0,0 0 0 0 0,17 4 0 0 0,-27-4-36 0 0,1 1 1 0 0,-1-1-1 0 0,1 0 1 0 0,-1 1-1 0 0,0 0 1 0 0,1 0-1 0 0,-1 0 1 0 0,0 0-1 0 0,0 0 1 0 0,-1 1-1 0 0,1-1 1 0 0,0 1-1 0 0,-1 0 1 0 0,0 0-1 0 0,1 0 1 0 0,-1 0-1 0 0,0 0 1 0 0,-1 0-1 0 0,4 7 1 0 0,-2 2-97 0 0,0 0 1 0 0,0 0-1 0 0,-1 0 0 0 0,1 20 1 0 0,4 25-5170 0 0,-7-66 1350 0 0,2 0 2107 0 0</inkml:trace>
  <inkml:trace contextRef="#ctx0" brushRef="#br0" timeOffset="1">561 0 3913 0 0,'-1'4'3310'0'0,"-6"16"-1812"0"0,-1 9-322 0 0,0 1 0 0 0,-5 59 1 0 0,11-76-1414 0 0,2 1 0 0 0,-1-1 1 0 0,2 0-1 0 0,0 1 0 0 0,0-1 0 0 0,2 1 0 0 0,-1-1 1 0 0,2 0-1 0 0,5 15 0 0 0,-8-26-6 0 0,-1 0-1 0 0,2 0 0 0 0,-1 0 1 0 0,0-1-1 0 0,0 1 1 0 0,0 0-1 0 0,1 0 0 0 0,-1-1 1 0 0,1 1-1 0 0,0-1 1 0 0,-1 1-1 0 0,1-1 0 0 0,0 1 1 0 0,0-1-1 0 0,0 0 1 0 0,0 0-1 0 0,0 0 0 0 0,4 1 1 0 0,-5-2 134 0 0,0 0-1 0 0,1 0 1 0 0,-1 0 0 0 0,0 0 0 0 0,1 0 0 0 0,-1 0-1 0 0,1 0 1 0 0,-1 0 0 0 0,0-1 0 0 0,1 1 0 0 0,-1 0-1 0 0,0-1 1 0 0,0 1 0 0 0,1-1 0 0 0,-1 0-1 0 0,0 1 1 0 0,0-1 0 0 0,0 0 0 0 0,0 0 0 0 0,0 0-1 0 0,0 0 1 0 0,0 0 0 0 0,0 0 0 0 0,0 0 0 0 0,0 0-1 0 0,0 0 1 0 0,-1 0 0 0 0,1 0 0 0 0,0-1 0 0 0,0-1-1 0 0,5-9-1286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35:44.4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176 1 2545 0 0,'0'4'199'0'0,"1"0"0"0"0,0 0 0 0 0,-1 0 0 0 0,2 0 0 0 0,-1 0 0 0 0,0 0 0 0 0,1-1 0 0 0,0 1 0 0 0,0 0 0 0 0,0-1 0 0 0,0 0 0 0 0,0 1 0 0 0,1-1 0 0 0,-1 0 0 0 0,1 0 0 0 0,0 0 0 0 0,0 0 0 0 0,0-1 0 0 0,1 1 0 0 0,-1-1 0 0 0,1 0 0 0 0,-1 0 0 0 0,1 0 0 0 0,-1 0 0 0 0,1-1 0 0 0,0 1 0 0 0,4 0 0 0 0,16 5-797 0 0,1 0-1 0 0,-1-2 1 0 0,33 3 0 0 0,-28-4-1170 0 0,-11-7-336 0 0,-10 5 596 0 0</inkml:trace>
  <inkml:trace contextRef="#ctx0" brushRef="#br0" timeOffset="1">1 439 2208 0 0,'8'2'1076'0'0,"1"0"0"0"0,-1-1-1 0 0,1-1 1 0 0,-1 0 0 0 0,16-1-1 0 0,48-14 1355 0 0,63-37-1845 0 0,-124 47-378 0 0,42-19-999 0 0,54-33 0 0 0,-89 45-678 0 0,1 0 1 0 0,-2-2 0 0 0,22-19-1 0 0,-27 22 29 0 0,4 6-540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35:44.8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0 165 3841 0 0,'10'0'4260'0'0,"16"-1"-2424"0"0,5-5-1114 0 0,-1-1 1 0 0,0-2 0 0 0,32-13 0 0 0,-23 5-2196 0 0,64-37 0 0 0,-74 33-1225 0 0,-28 20 2531 0 0,0 1 0 0 0,0-1-1 0 0,0 1 1 0 0,0-1 0 0 0,0 0 0 0 0,0 1-1 0 0,0-1 1 0 0,0 0 0 0 0,-1 0 0 0 0,1 1-1 0 0,0-1 1 0 0,-1 0 0 0 0,1 0-1 0 0,0 0 1 0 0,-1 0 0 0 0,1 0 0 0 0,-1 0-1 0 0,0 0 1 0 0,1 0 0 0 0,-1 0-1 0 0,0 0 1 0 0,1 0 0 0 0,-1 0 0 0 0,0 0-1 0 0,0 0 1 0 0,0 0 0 0 0,0-2 0 0 0,-12 2-1032 0 0,4 3 121 0 0</inkml:trace>
  <inkml:trace contextRef="#ctx0" brushRef="#br0" timeOffset="1">216 96 1192 0 0,'-4'5'292'0'0,"-1"0"-1"0"0,1 1 0 0 0,0 0 1 0 0,0 0-1 0 0,1 0 1 0 0,0 0-1 0 0,0 0 1 0 0,0 1-1 0 0,1-1 0 0 0,0 1 1 0 0,0-1-1 0 0,1 1 1 0 0,0 0-1 0 0,0 0 0 0 0,0 0 1 0 0,1 11-1 0 0,0 6-35 0 0,1 1 0 0 0,1-1 0 0 0,8 33 0 0 0,-10-57-266 0 0,10 38-867 0 0,-10-37 757 0 0,0 0 0 0 0,0-1 0 0 0,0 1 0 0 0,0 0 0 0 0,0 0 0 0 0,0 0 0 0 0,0 0 0 0 0,1 0 0 0 0,-1 0 0 0 0,0-1 0 0 0,1 1 0 0 0,-1 0 0 0 0,0 0 0 0 0,1-1 0 0 0,-1 1 0 0 0,1 0 0 0 0,0 0 0 0 0,-1-1 0 0 0,1 1-1 0 0,-1 0 1 0 0,1-1 0 0 0,0 1 0 0 0,0-1 0 0 0,-1 1 0 0 0,1-1 0 0 0,0 1 0 0 0,0-1 0 0 0,0 0 0 0 0,-1 1 0 0 0,1-1 0 0 0,0 0 0 0 0,0 0 0 0 0,0 0 0 0 0,1 1 0 0 0,4-4-1490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35:45.1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237 1 3113 0 0,'-9'41'3623'0'0,"4"27"-2831"0"0,4-49-726 0 0,7 36-1693 0 0,0-36-3241 0 0,-5-17 3857 0 0</inkml:trace>
  <inkml:trace contextRef="#ctx0" brushRef="#br0" timeOffset="1">33 298 2232 0 0,'-29'25'2929'0'0,"29"-25"-2861"0"0,-1 0 0 0 0,1 1 0 0 0,0-1 0 0 0,0 0 0 0 0,-1 0 0 0 0,1 1 0 0 0,0-1 0 0 0,0 0-1 0 0,0 0 1 0 0,0 1 0 0 0,-1-1 0 0 0,1 0 0 0 0,0 1 0 0 0,0-1 0 0 0,0 0 0 0 0,0 1 0 0 0,0-1 0 0 0,0 0 0 0 0,0 1 0 0 0,0-1 0 0 0,0 0 0 0 0,0 1 0 0 0,0-1 0 0 0,0 0 0 0 0,0 1 0 0 0,0-1 0 0 0,0 0 0 0 0,0 1 0 0 0,0-1 0 0 0,1 0 0 0 0,-1 1-1 0 0,0-1 1 0 0,21 1 1635 0 0,7-7-1154 0 0,0-1 0 0 0,-1-1 0 0 0,0-2 0 0 0,0-1 0 0 0,33-18 0 0 0,-20 6-1307 0 0,0-2-1 0 0,55-45 1 0 0,-87 64 193 0 0,-2 2-204 0 0,-1-1 1 0 0,1 1-1 0 0,-1-1 0 0 0,0 0 0 0 0,-1 0 1 0 0,1 0-1 0 0,4-8 0 0 0,-8 11-314 0 0,2 5-668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35:45.5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1 145 3033 0 0,'27'-6'1362'0'0,"0"-1"1"0"0,-1-1 0 0 0,35-16 0 0 0,-45 17-1985 0 0,0-2 0 0 0,0 0 1 0 0,-1-1-1 0 0,0-1 0 0 0,0 0 0 0 0,14-15 1 0 0,-22 13-1435 0 0,-8 9 420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35:45.9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93 2136 0 0,'0'1'121'0'0,"1"-1"-1"0"0,0 1 0 0 0,0-1 0 0 0,-1 1 0 0 0,1-1 0 0 0,0 1 0 0 0,0-1 0 0 0,0 0 1 0 0,-1 1-1 0 0,1-1 0 0 0,0 0 0 0 0,0 0 0 0 0,0 0 0 0 0,0 1 0 0 0,0-1 1 0 0,0 0-1 0 0,0 0 0 0 0,0 0 0 0 0,-1 0 0 0 0,1-1 0 0 0,0 1 0 0 0,0 0 0 0 0,0 0 1 0 0,0 0-1 0 0,0-1 0 0 0,0 1 0 0 0,1-1 0 0 0,28-11 1187 0 0,-27 10-1038 0 0,52-25 1244 0 0,-34 15-1255 0 0,0 1 0 0 0,1 2 0 0 0,41-13 0 0 0,-63 21-255 0 0,0 1 0 0 0,1 0 0 0 0,-1 0 1 0 0,0 0-1 0 0,0 0 0 0 0,0 0 0 0 0,0 0 1 0 0,1 0-1 0 0,-1 0 0 0 0,0 0 0 0 0,0 0 1 0 0,0 0-1 0 0,0 0 0 0 0,1 0 0 0 0,-1 0 1 0 0,0 0-1 0 0,0 0 0 0 0,0 0 0 0 0,0 1 1 0 0,1-1-1 0 0,-1 0 0 0 0,0 0 0 0 0,0 0 0 0 0,0 0 1 0 0,0 0-1 0 0,0 0 0 0 0,0 0 0 0 0,1 0 1 0 0,-1 1-1 0 0,0-1 0 0 0,0 0 0 0 0,0 0 1 0 0,0 0-1 0 0,0 0 0 0 0,0 0 0 0 0,0 1 1 0 0,0-1-1 0 0,0 0 0 0 0,0 0 0 0 0,0 0 1 0 0,1 0-1 0 0,-1 1 0 0 0,0-1 0 0 0,0 0 0 0 0,0 0 1 0 0,0 0-1 0 0,0 0 0 0 0,0 1 0 0 0,0-1 1 0 0,-1 0-1 0 0,1 0 0 0 0,0 0 0 0 0,0 0 1 0 0,0 0-1 0 0,0 1 0 0 0,-6 15-83 0 0,-16 19-255 0 0,21-32 323 0 0,-32 39-194 0 0,-11 18 217 0 0,41-56 53 0 0,0 1 0 0 0,1-1 0 0 0,-1 1 0 0 0,1 0 1 0 0,0 0-1 0 0,1 0 0 0 0,-1 0 0 0 0,1 0 1 0 0,0 1-1 0 0,0 6 0 0 0,0-10-41 0 0,1-1-1 0 0,0 0 1 0 0,0 0-1 0 0,1 1 1 0 0,-1-1-1 0 0,0 0 1 0 0,0 0 0 0 0,1 1-1 0 0,-1-1 1 0 0,0 0-1 0 0,1 0 1 0 0,-1 0-1 0 0,1 0 1 0 0,0 0-1 0 0,-1 1 1 0 0,1-1-1 0 0,0 0 1 0 0,0-1 0 0 0,-1 1-1 0 0,1 0 1 0 0,0 0-1 0 0,0 0 1 0 0,0 0-1 0 0,0-1 1 0 0,0 1-1 0 0,2 1 1 0 0,0-1 0 0 0,0-1 1 0 0,0 1-1 0 0,0 0 1 0 0,1-1-1 0 0,-1 0 1 0 0,0 0-1 0 0,0 0 1 0 0,0 0-1 0 0,0 0 1 0 0,6-1-1 0 0,0-1-31 0 0,0-1 0 0 0,0 0 0 0 0,0 0-1 0 0,0 0 1 0 0,0-1 0 0 0,11-8 0 0 0,-8 4-469 0 0,-1-1 0 0 0,0 0 1 0 0,11-13-1 0 0,-18 17-39 0 0,1-1 0 0 0,-1 1 1 0 0,0-1-1 0 0,-1 0 0 0 0,1 0 0 0 0,-1 0 0 0 0,-1 0 0 0 0,1 0 0 0 0,-1-1 0 0 0,0 1 1 0 0,0-1-1 0 0,-1 0 0 0 0,1-9 0 0 0,3-2-875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35:46.3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93 2649 0 0,'35'-21'6191'0'0,"-17"9"-5648"0"0,0 0 0 0 0,1 1 0 0 0,1 2 0 0 0,0 0 1 0 0,27-9-1 0 0,-47 18-532 0 0,1 0 0 0 0,-1 0 0 0 0,0 0 0 0 0,1 0 0 0 0,-1 0 1 0 0,1-1-1 0 0,-1 1 0 0 0,0 0 0 0 0,1 0 0 0 0,-1 0 0 0 0,0 0 1 0 0,1 0-1 0 0,-1 0 0 0 0,1 1 0 0 0,-1-1 0 0 0,0 0 1 0 0,1 0-1 0 0,-1 0 0 0 0,0 0 0 0 0,1 0 0 0 0,-1 1 0 0 0,0-1 1 0 0,1 0-1 0 0,-1 0 0 0 0,0 0 0 0 0,1 1 0 0 0,-1-1 0 0 0,0 0 1 0 0,1 1-1 0 0,-1-1 0 0 0,0 0 0 0 0,0 0 0 0 0,0 1 0 0 0,1-1 1 0 0,-1 0-1 0 0,0 1 0 0 0,0-1 0 0 0,0 1 0 0 0,0-1 1 0 0,0 0-1 0 0,1 1 0 0 0,-6 21 161 0 0,-16 20-317 0 0,21-42 145 0 0,-32 49-444 0 0,17-28 118 0 0,1 2 0 0 0,2-1-1 0 0,-15 34 1 0 0,27-56 309 0 0,0 1 1 0 0,-1-1-1 0 0,1 1 0 0 0,0-1 0 0 0,0 1 0 0 0,0-1 0 0 0,-1 0 1 0 0,1 1-1 0 0,0-1 0 0 0,0 1 0 0 0,0-1 0 0 0,0 1 0 0 0,0-1 0 0 0,0 1 1 0 0,0-1-1 0 0,0 1 0 0 0,0-1 0 0 0,0 1 0 0 0,0-1 0 0 0,0 1 1 0 0,0-1-1 0 0,1 1 0 0 0,-1-1 0 0 0,0 1 0 0 0,0-1 0 0 0,1 1 0 0 0,-1-1 1 0 0,0 1-1 0 0,0-1 0 0 0,1 0 0 0 0,-1 1 0 0 0,0-1 0 0 0,1 0 1 0 0,-1 1-1 0 0,1-1 0 0 0,-1 0 0 0 0,1 1 0 0 0,22-2-221 0 0,31-21 399 0 0,-50 21-120 0 0,13-7 227 0 0,-1 1 1 0 0,28-7-1 0 0,-40 13-225 0 0,-1 0 1 0 0,1 0-1 0 0,0 0 1 0 0,-1 1-1 0 0,1 0 0 0 0,0-1 1 0 0,0 1-1 0 0,-1 0 1 0 0,1 1-1 0 0,0-1 1 0 0,0 1-1 0 0,-1 0 1 0 0,1 0-1 0 0,-1 0 1 0 0,1 0-1 0 0,-1 0 1 0 0,1 1-1 0 0,-1 0 0 0 0,6 3 1 0 0,-8-3-42 0 0,1 0 0 0 0,-1 0 0 0 0,0 1 0 0 0,1-1 0 0 0,-1 0 0 0 0,0 1 0 0 0,0-1 0 0 0,-1 1 0 0 0,1 0 1 0 0,0-1-1 0 0,-1 1 0 0 0,0 0 0 0 0,1-1 0 0 0,-1 1 0 0 0,0 0 0 0 0,0-1 0 0 0,-1 1 0 0 0,1-1 0 0 0,0 1 0 0 0,-1 0 0 0 0,0-1 0 0 0,0 1 0 0 0,0-1 1 0 0,0 1-1 0 0,0-1 0 0 0,-2 3 0 0 0,-2 7-287 0 0,-1-1 1 0 0,0 0 0 0 0,-1 0 0 0 0,-9 11-1 0 0,-14 14-605 0 0,4-5 356 0 0,-39 60 0 0 0,64-90 574 0 0,0 0 0 0 0,1 0 0 0 0,-1 0 0 0 0,0 0 0 0 0,1 1 0 0 0,-1-1 0 0 0,1 0 0 0 0,-1 0-1 0 0,1 0 1 0 0,-1 1 0 0 0,1-1 0 0 0,0 0 0 0 0,0 1 0 0 0,0-1 0 0 0,0 0 0 0 0,0 1 0 0 0,0-1-1 0 0,0 0 1 0 0,0 2 0 0 0,1-2-12 0 0,-1-1 1 0 0,1 1-1 0 0,-1-1 0 0 0,1 1 0 0 0,-1-1 0 0 0,1 0 0 0 0,0 1 1 0 0,-1-1-1 0 0,1 0 0 0 0,0 1 0 0 0,-1-1 0 0 0,1 0 0 0 0,0 0 0 0 0,-1 1 1 0 0,1-1-1 0 0,0 0 0 0 0,-1 0 0 0 0,1 0 0 0 0,0 0 0 0 0,0 0 1 0 0,-1 0-1 0 0,1 0 0 0 0,0 0 0 0 0,0-1 0 0 0,6 0 140 0 0,0 0 0 0 0,0-1 0 0 0,-1 0 0 0 0,1-1 0 0 0,8-4 0 0 0,48-22 539 0 0,31-19-612 0 0,-41 8-4219 0 0,-52 39 3785 0 0,1-1 1 0 0,-1 1-1 0 0,0-1 0 0 0,0 1 0 0 0,0-1 0 0 0,0 0 0 0 0,0 0 1 0 0,-1 1-1 0 0,1-1 0 0 0,0 0 0 0 0,-1 0 0 0 0,1 0 0 0 0,-1-3 1 0 0,1 3 4 0 0,2-10-1761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35:46.7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111 232 4449 0 0,'-2'-1'240'0'0,"-1"0"-1"0"0,0 1 1 0 0,0 0 0 0 0,0-1 0 0 0,0 1 0 0 0,0 0-1 0 0,0 0 1 0 0,0 1 0 0 0,1-1 0 0 0,-1 1-1 0 0,0-1 1 0 0,0 1 0 0 0,0 0 0 0 0,1 0-1 0 0,-1 0 1 0 0,0 0 0 0 0,1 1 0 0 0,-1-1-1 0 0,-2 3 1 0 0,1-1-92 0 0,0 1 0 0 0,0 0 0 0 0,1 0 0 0 0,-1 0-1 0 0,1 0 1 0 0,0 0 0 0 0,0 1 0 0 0,1 0 0 0 0,-1-1 0 0 0,-1 7 0 0 0,1-3-112 0 0,0 0 1 0 0,0 0 0 0 0,1 0-1 0 0,0 1 1 0 0,1-1 0 0 0,0 0-1 0 0,0 1 1 0 0,1-1-1 0 0,0 1 1 0 0,1-1 0 0 0,0 1-1 0 0,0-1 1 0 0,3 11 0 0 0,-2-15-29 0 0,0-1 0 0 0,0 1 0 0 0,0 0 0 0 0,1 0 0 0 0,0-1 0 0 0,0 1 0 0 0,0-1 0 0 0,0 0 0 0 0,0 0 0 0 0,1 0 0 0 0,-1-1 0 0 0,1 1 0 0 0,0-1 0 0 0,0 0 1 0 0,0 0-1 0 0,0 0 0 0 0,0 0 0 0 0,0-1 0 0 0,0 1 0 0 0,1-1 0 0 0,-1 0 0 0 0,0-1 0 0 0,1 1 0 0 0,-1-1 0 0 0,1 0 0 0 0,-1 0 0 0 0,1 0 0 0 0,-1 0 0 0 0,7-2 0 0 0,-7 1 15 0 0,0 1 1 0 0,-1-1-1 0 0,1 0 0 0 0,-1 0 0 0 0,1 0 0 0 0,-1 0 0 0 0,0-1 0 0 0,1 1 1 0 0,-1-1-1 0 0,0 0 0 0 0,0 0 0 0 0,0 0 0 0 0,0 0 0 0 0,0 0 0 0 0,-1-1 0 0 0,1 1 1 0 0,-1-1-1 0 0,1 0 0 0 0,-1 0 0 0 0,0 0 0 0 0,0 0 0 0 0,0 0 0 0 0,-1 0 1 0 0,1-1-1 0 0,-1 1 0 0 0,0-1 0 0 0,0 1 0 0 0,0-1 0 0 0,0 1 0 0 0,0-1 1 0 0,-1 1-1 0 0,0-1 0 0 0,1 0 0 0 0,-1 1 0 0 0,-1-1 0 0 0,0-4 0 0 0,-2-4 44 0 0,-1 0-1 0 0,0 0 1 0 0,-1 0 0 0 0,0 1-1 0 0,-1-1 1 0 0,-1 1-1 0 0,1 1 1 0 0,-2-1 0 0 0,1 1-1 0 0,-2 1 1 0 0,1-1-1 0 0,-20-15 1 0 0,29 24-52 0 0,-1 0 0 0 0,0 0 1 0 0,1 0-1 0 0,-1 0 0 0 0,1 0 0 0 0,0 0 1 0 0,-1 0-1 0 0,1 0 0 0 0,0 1 1 0 0,-1-1-1 0 0,1 0 0 0 0,0 0 0 0 0,0 1 1 0 0,0-1-1 0 0,-1 0 0 0 0,1 1 1 0 0,0-1-1 0 0,0 1 0 0 0,0-1 0 0 0,0 1 1 0 0,2-1-1 0 0,24-14 10 0 0,39-18 850 0 0,-1-3 0 0 0,64-47 0 0 0,-117 72-510 0 0,-10 8-211 0 0,1 0 0 0 0,0 1 0 0 0,-1-1 0 0 0,1 1-1 0 0,0-1 1 0 0,0 1 0 0 0,0 0 0 0 0,1 0 0 0 0,-1 1-1 0 0,0-1 1 0 0,7-2 0 0 0,-9 7-79 0 0,0 0 1 0 0,0 0-1 0 0,0-1 0 0 0,-1 1 0 0 0,1 0 1 0 0,-1 0-1 0 0,0 0 0 0 0,0-1 0 0 0,0 1 1 0 0,-1 4-1 0 0,1-2 10 0 0,2 93 142 0 0,29 189-1 0 0,-6-161-2871 0 0,8-1-4046 0 0,-31-116 4527 0 0,-2-3-2144 0 0,1-2 1622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36:02.4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8 3177 0 0,'1'-1'522'0'0,"1"0"-1"0"0,-1 0 1 0 0,1 1 0 0 0,0-1 0 0 0,0 0 0 0 0,-1 0 0 0 0,1 1-1 0 0,0-1 1 0 0,0 1 0 0 0,0 0 0 0 0,0-1 0 0 0,0 1 0 0 0,0 0 0 0 0,-1 0-1 0 0,1 0 1 0 0,4 1 0 0 0,37 7 3981 0 0,-21-4-1589 0 0,-9 0-1268 0 0,-7 1-5893 0 0,-6-5 3776 0 0,-1 1-1 0 0,1-1 1 0 0,0 1 0 0 0,-1 0 0 0 0,1-1 0 0 0,-1 1 0 0 0,1-1 0 0 0,-3 3-1885 0 0,3-3 1885 0 0,-1 0 0 0 0,0 1-1 0 0,1-1 1 0 0,-1 0 0 0 0,0 1 0 0 0,1-1 0 0 0,-1 0 0 0 0,0 0 0 0 0,1 0 0 0 0,-1 1-1 0 0,0-1 1 0 0,0 0 0 0 0,1 0 0 0 0,-1 0 0 0 0,-1 0 0 0 0,-1 1-1962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36:02.8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4369 0 0,'5'11'1125'0'0,"0"1"1"0"0,-1 0 0 0 0,0 0-1 0 0,-1 0 1 0 0,0 0-1 0 0,0 14 1 0 0,1 77 706 0 0,-3-28-2388 0 0,-4-95-8351 0 0,0 1 5973 0 0,5 8 1395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36:03.2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2208 0 0,'9'89'5838'0'0,"0"7"-3074"0"0,-9-88-2568 0 0,0 1 0 0 0,-1-1 0 0 0,0 1 0 0 0,0-1 0 0 0,-1 0 0 0 0,0 1 0 0 0,-1-1 1 0 0,-5 13-1 0 0,10-66 1083 0 0,1 33-1175 0 0,0-3 309 0 0,2-1 1 0 0,0 1 0 0 0,0-1-1 0 0,14-23 1 0 0,-18 37-347 0 0,0 0 0 0 0,0 0-1 0 0,0 0 1 0 0,0 0 0 0 0,1 1 0 0 0,-1-1-1 0 0,0 0 1 0 0,1 1 0 0 0,-1-1-1 0 0,1 1 1 0 0,0 0 0 0 0,-1-1 0 0 0,1 1-1 0 0,0 0 1 0 0,0 0 0 0 0,0 0 0 0 0,0 0-1 0 0,0 0 1 0 0,0 1 0 0 0,0-1 0 0 0,0 1-1 0 0,0-1 1 0 0,0 1 0 0 0,0 0 0 0 0,0 0-1 0 0,0 0 1 0 0,1 0 0 0 0,-1 0 0 0 0,0 0-1 0 0,0 0 1 0 0,0 1 0 0 0,0-1-1 0 0,0 1 1 0 0,0 0 0 0 0,0-1 0 0 0,0 1-1 0 0,0 0 1 0 0,0 0 0 0 0,0 0 0 0 0,0 1-1 0 0,-1-1 1 0 0,1 0 0 0 0,0 1 0 0 0,-1-1-1 0 0,2 2 1 0 0,4 5 109 0 0,0 1 0 0 0,-1-1-1 0 0,0 1 1 0 0,-1 0 0 0 0,0 0 0 0 0,0 1 0 0 0,-1 0-1 0 0,0-1 1 0 0,-1 1 0 0 0,4 16 0 0 0,5 35-1256 0 0,-8-30-5625 0 0,-3-69 1150 0 0,-6-64 0 0 0,7 80 3828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36:03.6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93 0 2120 0 0,'-15'3'6665'0'0,"-2"2"-4220"0"0,14-4-2287 0 0,-1 0 0 0 0,1 1 0 0 0,0-1 0 0 0,1 1 0 0 0,-1 0-1 0 0,0-1 1 0 0,0 1 0 0 0,1 0 0 0 0,-1 1 0 0 0,1-1 0 0 0,0 0 0 0 0,-1 1-1 0 0,1 0 1 0 0,0-1 0 0 0,1 1 0 0 0,-1 0 0 0 0,0 0 0 0 0,1 0 0 0 0,-2 5-1 0 0,1-5-147 0 0,0 1-1 0 0,1 0 1 0 0,0-1-1 0 0,-1 1 1 0 0,1 0-1 0 0,0 0 1 0 0,1 0-1 0 0,-1 0 1 0 0,1 0-1 0 0,0 0 1 0 0,0 0-1 0 0,0 0 1 0 0,0 0-1 0 0,1 0 1 0 0,1 7-1 0 0,-1-10-17 0 0,0 0 0 0 0,0 0 0 0 0,0-1 0 0 0,0 1 0 0 0,0 0 0 0 0,0 0-1 0 0,0-1 1 0 0,0 1 0 0 0,0 0 0 0 0,0-1 0 0 0,0 1 0 0 0,0-1 0 0 0,1 0 0 0 0,-1 1 0 0 0,0-1 0 0 0,0 0-1 0 0,0 0 1 0 0,1 0 0 0 0,-1 0 0 0 0,0 0 0 0 0,0 0 0 0 0,1 0 0 0 0,-1 0 0 0 0,0 0 0 0 0,0 0 0 0 0,0-1 0 0 0,1 1-1 0 0,-1 0 1 0 0,0-1 0 0 0,0 1 0 0 0,0-1 0 0 0,2-1 0 0 0,42-22 93 0 0,-40 21-28 0 0,-1 0 8 0 0,0 0 1 0 0,0 0 0 0 0,0 0-1 0 0,-1 0 1 0 0,1-1-1 0 0,-1 1 1 0 0,0-1 0 0 0,0 0-1 0 0,0 0 1 0 0,-1 0-1 0 0,1 0 1 0 0,-1 0 0 0 0,0-1-1 0 0,0 1 1 0 0,-1-1-1 0 0,1 1 1 0 0,-1-1 0 0 0,0 0-1 0 0,0 0 1 0 0,0-5-1 0 0,-16 37 1102 0 0,14-21-1150 0 0,0-1-1 0 0,0 0 0 0 0,1 0 0 0 0,0 0 0 0 0,0 1 1 0 0,0-1-1 0 0,0 0 0 0 0,1 0 0 0 0,0 0 0 0 0,0 1 1 0 0,3 7-1 0 0,29 56-366 0 0,-11-25-27 0 0,10 26-322 0 0,-6-14-227 0 0,-2 1 0 0 0,26 93 0 0 0,-49-142 877 0 0,1 0-1 0 0,-1 0 0 0 0,0 0 1 0 0,-1-1-1 0 0,0 1 0 0 0,0 0 1 0 0,-1 0-1 0 0,0 0 0 0 0,0 0 1 0 0,0-1-1 0 0,-1 1 1 0 0,-6 14-1 0 0,6-19 14 0 0,1-1 0 0 0,-1 1-1 0 0,0 0 1 0 0,0-1 0 0 0,0 1 0 0 0,0-1 0 0 0,0 1 0 0 0,-1-1 0 0 0,1 0 0 0 0,-1 0 0 0 0,1 0-1 0 0,-1 0 1 0 0,0-1 0 0 0,0 1 0 0 0,1-1 0 0 0,-1 1 0 0 0,-1-1 0 0 0,1 0 0 0 0,0 0-1 0 0,0-1 1 0 0,0 1 0 0 0,0-1 0 0 0,-1 1 0 0 0,1-1 0 0 0,0 0 0 0 0,0 0 0 0 0,-1 0-1 0 0,1-1 1 0 0,0 1 0 0 0,0-1 0 0 0,0 0 0 0 0,0 0 0 0 0,-4-1 0 0 0,-2-1-9 0 0,0-1 0 0 0,0 1 1 0 0,0-2-1 0 0,0 1 0 0 0,1-1 0 0 0,0 0 1 0 0,0-1-1 0 0,0 0 0 0 0,1 0 0 0 0,-1-1 1 0 0,2 0-1 0 0,-1 0 0 0 0,1-1 1 0 0,0 1-1 0 0,-9-18 0 0 0,11 19 160 0 0,1 0-1 0 0,1 0 1 0 0,-1 0-1 0 0,1-1 1 0 0,0 1-1 0 0,0-1 1 0 0,1 1 0 0 0,0-1-1 0 0,0 0 1 0 0,1 0-1 0 0,0 1 1 0 0,0-1-1 0 0,0 0 1 0 0,1 0-1 0 0,0 0 1 0 0,0 1 0 0 0,1-1-1 0 0,0 1 1 0 0,0-1-1 0 0,1 1 1 0 0,-1 0-1 0 0,1 0 1 0 0,6-9-1 0 0,8-8 505 0 0,0 2 0 0 0,1 0 0 0 0,1 1 0 0 0,28-22 0 0 0,94-66 739 0 0,-85 67-1340 0 0,-36 28-314 0 0,27-21-1710 0 0,-45 33 1633 0 0,0-1-1 0 0,0 0 1 0 0,0 1-1 0 0,0-1 1 0 0,-1 0-1 0 0,1 0 1 0 0,-1 0-1 0 0,1 0 1 0 0,-1 0-1 0 0,0-1 1 0 0,1 1-1 0 0,-1 0 1 0 0,-1-1-1 0 0,1 1 1 0 0,0-1-1 0 0,0 1 1 0 0,0-4-1 0 0,-8-23-3781 0 0,7 6 475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40:06.2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136 68 2577 0 0,'-9'4'596'0'0,"0"0"0"0"0,0 1 0 0 0,0 0 0 0 0,0 1 0 0 0,1 0 0 0 0,0 0 1 0 0,1 1-1 0 0,-1 0 0 0 0,1 0 0 0 0,0 1 0 0 0,-6 9 0 0 0,9-11-493 0 0,0 1-1 0 0,0-1 1 0 0,1 0-1 0 0,0 1 1 0 0,0 0-1 0 0,0 0 0 0 0,1-1 1 0 0,0 2-1 0 0,1-1 1 0 0,-1 0-1 0 0,1 0 1 0 0,1 0-1 0 0,0 1 0 0 0,0-1 1 0 0,0 0-1 0 0,2 8 1 0 0,1 0-75 0 0,1 0 1 0 0,1 0-1 0 0,0-1 1 0 0,1 1-1 0 0,11 19 0 0 0,-13-27-15 0 0,0-1 0 0 0,-1 0 0 0 0,2 0 0 0 0,-1 0 0 0 0,1-1 0 0 0,0 1 0 0 0,0-1 0 0 0,0 0 0 0 0,1-1 0 0 0,0 1 0 0 0,0-1 0 0 0,0 0 0 0 0,13 6 0 0 0,-16-10 26 0 0,1 1 0 0 0,0-1 0 0 0,0 0 0 0 0,0 0 0 0 0,0 0 0 0 0,0 0 0 0 0,0-1 1 0 0,0 1-1 0 0,0-1 0 0 0,-1 0 0 0 0,1-1 0 0 0,0 1 0 0 0,0 0 0 0 0,-1-1 0 0 0,1 0 0 0 0,-1 0 0 0 0,0 0 0 0 0,1 0 0 0 0,-1-1 1 0 0,0 1-1 0 0,0-1 0 0 0,-1 0 0 0 0,1 1 0 0 0,0-1 0 0 0,-1-1 0 0 0,3-3 0 0 0,8-10 220 0 0,-1-2 0 0 0,0 0 0 0 0,10-23 0 0 0,-7 11 42 0 0,-1 0 1 0 0,12-40-1 0 0,-23 62-238 0 0,-1 0 1 0 0,0 0 0 0 0,0 0-1 0 0,-1 0 1 0 0,0-1 0 0 0,0 1-1 0 0,-1 0 1 0 0,0-1 0 0 0,-1 1-1 0 0,0 0 1 0 0,0-1 0 0 0,-1 1-1 0 0,-4-10 1 0 0,5 16-34 0 0,0 0 1 0 0,0 0-1 0 0,-1 0 0 0 0,0 0 1 0 0,1 0-1 0 0,-1 0 1 0 0,0 0-1 0 0,0 0 0 0 0,-1 1 1 0 0,1-1-1 0 0,-1 1 0 0 0,1 0 1 0 0,-1 0-1 0 0,0 0 0 0 0,1 0 1 0 0,-5-2-1 0 0,5 3-28 0 0,-1 1 0 0 0,1-1 1 0 0,-1 1-1 0 0,1-1 0 0 0,-1 1 0 0 0,1 0 0 0 0,-1 0 0 0 0,1 0 1 0 0,-1 0-1 0 0,1 1 0 0 0,-1-1 0 0 0,1 1 0 0 0,-1-1 0 0 0,1 1 1 0 0,-1 0-1 0 0,1 0 0 0 0,-3 1 0 0 0,-3 3-106 0 0,0 0 1 0 0,0 1-1 0 0,1 0 0 0 0,0 0 1 0 0,0 0-1 0 0,0 1 1 0 0,0 0-1 0 0,1 1 0 0 0,-9 14 1 0 0,2 0-420 0 0,0 1 0 0 0,-12 31 1 0 0,21-44 122 0 0,1 0 0 0 0,0 0 1 0 0,0 1-1 0 0,1-1 0 0 0,0 1 1 0 0,1-1-1 0 0,0 1 0 0 0,1 13 0 0 0,0-22 216 0 0,0-1-1 0 0,0 0 1 0 0,0 1-1 0 0,0-1 1 0 0,1 0-1 0 0,-1 1 0 0 0,0-1 1 0 0,1 0-1 0 0,-1 0 1 0 0,1 1-1 0 0,-1-1 0 0 0,1 0 1 0 0,0 0-1 0 0,-1 0 1 0 0,1 0-1 0 0,0 0 0 0 0,1 2 1 0 0,-1-3 51 0 0,0 0 0 0 0,-1 0 0 0 0,1 0 0 0 0,0 0 0 0 0,0 0 0 0 0,-1 0 0 0 0,1 0 0 0 0,0 0 0 0 0,0 0 0 0 0,-1 0 0 0 0,1 0 0 0 0,0 0-1 0 0,0-1 1 0 0,-1 1 0 0 0,1 0 0 0 0,0-1 0 0 0,-1 1 0 0 0,1 0 0 0 0,0-1 0 0 0,-1 1 0 0 0,1-1 0 0 0,-1 1 0 0 0,1-1 0 0 0,0 1 0 0 0,-1-1 0 0 0,0 1 0 0 0,1-1 0 0 0,-1 0 0 0 0,1-1 0 0 0,12-11-2001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40:06.7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1 944 0 0,'7'67'6029'0'0,"19"34"-3924"0"0,-5-21-1106 0 0,-18-68-941 0 0,11 68 521 0 0,-13-74-605 0 0,-1 0 0 0 0,1 0 0 0 0,-1 1-1 0 0,-1-1 1 0 0,1 0 0 0 0,-1 1 0 0 0,0-1 0 0 0,-1 0 0 0 0,1 0-1 0 0,-4 7 1 0 0,5-13-9 0 0,0 1-1 0 0,0-1 1 0 0,0 0-1 0 0,0 0 1 0 0,0 0-1 0 0,0 0 0 0 0,0 1 1 0 0,0-1-1 0 0,-1 0 1 0 0,1 0-1 0 0,0 0 1 0 0,0 0-1 0 0,0 0 1 0 0,0 0-1 0 0,0 1 1 0 0,0-1-1 0 0,0 0 1 0 0,0 0-1 0 0,-1 0 1 0 0,1 0-1 0 0,0 0 0 0 0,0 0 1 0 0,0 0-1 0 0,0 0 1 0 0,0 1-1 0 0,-1-1 1 0 0,1 0-1 0 0,0 0 1 0 0,0 0-1 0 0,0 0 1 0 0,0 0-1 0 0,-1 0 1 0 0,1 0-1 0 0,0 0 1 0 0,0 0-1 0 0,0 0 0 0 0,0 0 1 0 0,-1 0-1 0 0,1 0 1 0 0,0 0-1 0 0,0 0 1 0 0,0 0-1 0 0,0 0 1 0 0,-1-1-1 0 0,1 1 1 0 0,0 0-1 0 0,0 0 1 0 0,0 0-1 0 0,0 0 1 0 0,0 0-1 0 0,-1 0 1 0 0,1 0-1 0 0,0 0 0 0 0,0-1 1 0 0,0 1-1 0 0,-7-14-883 0 0,-2-17 379 0 0,9 30 514 0 0,-8-43-98 0 0,4 24 355 0 0,0 0-1 0 0,-1 0 1 0 0,-1 0 0 0 0,-9-22-1 0 0,18 47 129 0 0,-2 0-141 0 0,2-1-1 0 0,-1 1 1 0 0,0-1 0 0 0,1 0-1 0 0,0 0 1 0 0,0 0 0 0 0,5 4 0 0 0,-7-7-181 0 0,1 1 0 0 0,0-1 1 0 0,0 0-1 0 0,0 0 1 0 0,0 0-1 0 0,-1-1 0 0 0,1 1 1 0 0,0 0-1 0 0,1-1 1 0 0,-1 1-1 0 0,0-1 0 0 0,0 0 1 0 0,0 0-1 0 0,0 0 1 0 0,0 0-1 0 0,0 0 0 0 0,0 0 1 0 0,0 0-1 0 0,0-1 1 0 0,0 1-1 0 0,1-1 1 0 0,-1 1-1 0 0,2-2 0 0 0,55-28 591 0 0,-51 24-1075 0 0,0 1 0 0 0,1 0 0 0 0,0 0 0 0 0,0 1 0 0 0,0 1 0 0 0,14-4-1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40:07.0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1504 0 0,'27'141'6993'0'0,"-9"-53"-5689"0"0,-16-79-1102 0 0,-1 0 0 0 0,1 0 0 0 0,1 0 0 0 0,0 0-1 0 0,0-1 1 0 0,5 11 0 0 0,-7-18-154 0 0,1 1 0 0 0,-1 0 0 0 0,0-1 0 0 0,0 1-1 0 0,1-1 1 0 0,-1 0 0 0 0,1 0 0 0 0,-1 1 0 0 0,1-1 0 0 0,-1 0-1 0 0,1 0 1 0 0,0 0 0 0 0,0-1 0 0 0,-1 1 0 0 0,1 0 0 0 0,0-1-1 0 0,0 1 1 0 0,0-1 0 0 0,0 1 0 0 0,0-1 0 0 0,0 0 0 0 0,0 0-1 0 0,-1 0 1 0 0,1 0 0 0 0,0 0 0 0 0,0 0 0 0 0,0-1-1 0 0,0 1 1 0 0,0-1 0 0 0,0 1 0 0 0,0-1 0 0 0,-1 0 0 0 0,1 1-1 0 0,0-1 1 0 0,2-1 0 0 0,20-10 329 0 0,-1 0-1 0 0,0-1 1 0 0,0-1 0 0 0,-2-1-1 0 0,1-1 1 0 0,-2-1-1 0 0,0-1 1 0 0,-2-1 0 0 0,20-24-1 0 0,-44 52-2579 0 0,5-6 1621 0 0,0-1-1 0 0,0 0 1 0 0,0 1-1 0 0,-1-1 1 0 0,1 0-1 0 0,-1 0 1 0 0,1 0-1 0 0,-1-1 1 0 0,0 1-1 0 0,0 0 1 0 0,0 0-1 0 0,0-1 1 0 0,0 1-1 0 0,0-1 1 0 0,0 0-1 0 0,-5 2 1 0 0,1-2-2887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40:07.5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0 112 824 0 0,'1'-4'262'0'0,"0"1"0"0"0,-1-1 0 0 0,2 1 0 0 0,-1-1 0 0 0,0 1 0 0 0,1-1 0 0 0,-1 1 0 0 0,1 0 0 0 0,0 0 0 0 0,0 0 0 0 0,1 0 0 0 0,-1 0 0 0 0,1 1 0 0 0,-1-1 0 0 0,1 0 0 0 0,0 1 0 0 0,5-4 0 0 0,56-32 2468 0 0,-60 35-2575 0 0,0 1 0 0 0,0 1 1 0 0,0-1-1 0 0,0 0 0 0 0,1 1 0 0 0,-1 0 1 0 0,1 0-1 0 0,-1 0 0 0 0,1 1 0 0 0,-1-1 1 0 0,1 1-1 0 0,-1 0 0 0 0,1 1 0 0 0,-1-1 1 0 0,1 1-1 0 0,5 1 0 0 0,-7-1-99 0 0,-1 1 1 0 0,0-1-1 0 0,1 0 0 0 0,-1 1 0 0 0,0 0 1 0 0,0-1-1 0 0,0 1 0 0 0,0 0 1 0 0,-1 0-1 0 0,1 0 0 0 0,0 0 0 0 0,-1 1 1 0 0,1-1-1 0 0,-1 0 0 0 0,0 1 1 0 0,0-1-1 0 0,0 1 0 0 0,0-1 0 0 0,0 1 1 0 0,-1-1-1 0 0,1 1 0 0 0,-1 0 0 0 0,1-1 1 0 0,-1 1-1 0 0,0 0 0 0 0,0-1 1 0 0,0 1-1 0 0,-1-1 0 0 0,0 4 0 0 0,-4 22 7 0 0,-1 0-1 0 0,-2 0 1 0 0,-1 0-1 0 0,-1-1 1 0 0,-2-1-1 0 0,-20 36 1 0 0,25-47-135 0 0,-1 1-202 0 0,0-1 0 0 0,-1 0 0 0 0,-13 17 0 0 0,36-99-748 0 0,-8 50 1191 0 0,0 0 1 0 0,1 1-1 0 0,1-1 0 0 0,1 1 1 0 0,0 1-1 0 0,22-28 0 0 0,-29 40-126 0 0,1 1-1 0 0,-1-1 0 0 0,1 0 1 0 0,0 1-1 0 0,-1-1 1 0 0,1 1-1 0 0,1 0 0 0 0,-1 0 1 0 0,0 0-1 0 0,0 1 1 0 0,1-1-1 0 0,-1 1 0 0 0,1-1 1 0 0,-1 1-1 0 0,1 0 0 0 0,-1 1 1 0 0,1-1-1 0 0,0 1 1 0 0,-1-1-1 0 0,1 1 0 0 0,0 0 1 0 0,0 0-1 0 0,-1 1 0 0 0,1-1 1 0 0,0 1-1 0 0,-1 0 1 0 0,1 0-1 0 0,-1 0 0 0 0,1 0 1 0 0,-1 1-1 0 0,1-1 1 0 0,-1 1-1 0 0,0 0 0 0 0,0 0 1 0 0,0 0-1 0 0,0 1 0 0 0,0-1 1 0 0,0 1-1 0 0,4 4 1 0 0,23 25 172 0 0,-20-16-2938 0 0,-11-16 2513 0 0,1 0-1 0 0,0 0 1 0 0,-1 1-1 0 0,1-1 1 0 0,0 0-1 0 0,-1 0 1 0 0,1 0-1 0 0,0 1 1 0 0,-1-1-1 0 0,1 0 1 0 0,0 0-1 0 0,-1 0 1 0 0,1 0 0 0 0,0 0-1 0 0,-1 0 1 0 0,1 0-1 0 0,0 0 1 0 0,-1 0-1 0 0,1 0 1 0 0,-1 0-1 0 0,1 0 1 0 0,0 0-1 0 0,-1 0 1 0 0,1 0-1 0 0,0 0 1 0 0,-1 0-1 0 0,1 0 1 0 0,0-1-1 0 0,-1 1 1 0 0,1 0-1 0 0,0 0 1 0 0,-1-1-1 0 0,-6 1-3061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40:08.1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0 226 2633 0 0,'16'-3'1156'0'0,"0"-2"1"0"0,-1 0-1 0 0,0-1 0 0 0,0-1 1 0 0,-1 0-1 0 0,0-1 1 0 0,17-11-1 0 0,87-78 511 0 0,-49 39-524 0 0,-68 57-1119 0 0,-1 0 1 0 0,1 0-1 0 0,0 1 1 0 0,-1-1-1 0 0,1 0 0 0 0,0 1 1 0 0,0-1-1 0 0,0 0 1 0 0,0 1-1 0 0,0-1 1 0 0,0 1-1 0 0,-1 0 1 0 0,1-1-1 0 0,0 1 1 0 0,0 0-1 0 0,0-1 0 0 0,0 1 1 0 0,0 0-1 0 0,0 0 1 0 0,1 0-1 0 0,-1 0 1 0 0,0 0-1 0 0,0 0 1 0 0,0 0-1 0 0,0 0 0 0 0,0 1 1 0 0,1-1-1 0 0,-1 2 4 0 0,0-1 0 0 0,0 0 0 0 0,0 0-1 0 0,0 1 1 0 0,-1-1 0 0 0,1 0 0 0 0,-1 1 0 0 0,1-1-1 0 0,-1 0 1 0 0,1 1 0 0 0,-1-1 0 0 0,0 1-1 0 0,0-1 1 0 0,0 1 0 0 0,0-1 0 0 0,0 3 0 0 0,-10 72 353 0 0,8-68-384 0 0,0 0-17 0 0,-1 16-168 0 0,3-23 168 0 0,0-1 0 0 0,0 1 0 0 0,0-1 0 0 0,0 1 0 0 0,0-1 0 0 0,0 0 0 0 0,0 1 0 0 0,0-1-1 0 0,0 1 1 0 0,0-1 0 0 0,0 1 0 0 0,1-1 0 0 0,-1 1 0 0 0,0-1 0 0 0,0 0 0 0 0,1 1 0 0 0,-1-1 0 0 0,0 1 0 0 0,0-1 0 0 0,1 0-1 0 0,-1 1 1 0 0,0-1 0 0 0,1 0 0 0 0,-1 0 0 0 0,1 1 0 0 0,-1-1 0 0 0,0 0 0 0 0,1 0 0 0 0,-1 1 0 0 0,1-1 0 0 0,-1 0 0 0 0,1 0-1 0 0,-1 0 1 0 0,0 0 0 0 0,1 0 0 0 0,-1 0 0 0 0,1 0 0 0 0,0 0 0 0 0,-1 5 11 0 0,1-1-1 0 0,-1 0 1 0 0,0 0 0 0 0,0 0 0 0 0,-1 0-1 0 0,0 0 1 0 0,1 0 0 0 0,-1 0-1 0 0,-2 5 1 0 0,2-5 6 0 0,-16 61 38 0 0,12-50-33 0 0,0 0 0 0 0,1 1 1 0 0,1-1-1 0 0,0 1 0 0 0,1 0 0 0 0,1-1 0 0 0,0 1 0 0 0,3 27 1 0 0,-2-42-2 0 0,0-1 1 0 0,0 1 0 0 0,0 0-1 0 0,0 0 1 0 0,1 0 0 0 0,-1 0 0 0 0,0 0-1 0 0,1 0 1 0 0,-1-1 0 0 0,1 1-1 0 0,-1 0 1 0 0,0 0 0 0 0,1-1 0 0 0,0 1-1 0 0,-1 0 1 0 0,1-1 0 0 0,-1 1-1 0 0,1 0 1 0 0,0-1 0 0 0,0 1 0 0 0,-1-1-1 0 0,1 1 1 0 0,0-1 0 0 0,0 1-1 0 0,-1-1 1 0 0,1 0 0 0 0,0 1 0 0 0,0-1-1 0 0,1 0 1 0 0,0 0 10 0 0,0 0 0 0 0,1 0 1 0 0,-1-1-1 0 0,0 1 0 0 0,0-1 0 0 0,0 1 0 0 0,0-1 1 0 0,0 0-1 0 0,0 0 0 0 0,0 0 0 0 0,3-2 0 0 0,44-38 311 0 0,-29 20-132 0 0,-1-1 0 0 0,-2-1 0 0 0,0-1 0 0 0,-1 0 0 0 0,-1-1 0 0 0,-2 0 0 0 0,17-46 0 0 0,-29 71-175 0 0,-1 0-1 0 0,0-1 1 0 0,0 1-1 0 0,0 0 1 0 0,0 0 0 0 0,0 0-1 0 0,0-1 1 0 0,0 1-1 0 0,0 0 1 0 0,0 0 0 0 0,0 0-1 0 0,0 0 1 0 0,0-1 0 0 0,0 1-1 0 0,0 0 1 0 0,0 0-1 0 0,0 0 1 0 0,0-1 0 0 0,0 1-1 0 0,0 0 1 0 0,0 0-1 0 0,0 0 1 0 0,0-1 0 0 0,0 1-1 0 0,-1 0 1 0 0,1 0-1 0 0,0 0 1 0 0,0 0 0 0 0,0 0-1 0 0,0-1 1 0 0,0 1 0 0 0,0 0-1 0 0,-1 0 1 0 0,1 0-1 0 0,0 0 1 0 0,0 0 0 0 0,0 0-1 0 0,0 0 1 0 0,-1-1-1 0 0,1 1 1 0 0,0 0 0 0 0,0 0-1 0 0,0 0 1 0 0,0 0-1 0 0,-1 0 1 0 0,1 0 0 0 0,0 0-1 0 0,0 0 1 0 0,0 0-1 0 0,-1 0 1 0 0,1 0 0 0 0,0 0-1 0 0,0 0 1 0 0,0 0 0 0 0,-1 0-1 0 0,1 0 1 0 0,0 1-1 0 0,-20 5 335 0 0,-17 14-271 0 0,-22 21-520 0 0,40-26-583 0 0,0-2 1 0 0,-23 13-1 0 0,42-26 971 0 0,0 0-1 0 0,-1 0 1 0 0,1 0 0 0 0,0 0-1 0 0,0 0 1 0 0,0 0-1 0 0,0 0 1 0 0,0 0 0 0 0,0 0-1 0 0,0 0 1 0 0,0 0-1 0 0,0 0 1 0 0,-1 1 0 0 0,1-1-1 0 0,0 0 1 0 0,0 0-1 0 0,0 0 1 0 0,0 0 0 0 0,0 0-1 0 0,0 0 1 0 0,0 0-1 0 0,0-1 1 0 0,-1 1 0 0 0,1 0-1 0 0,0 0 1 0 0,0 0-1 0 0,0 0 1 0 0,0 0 0 0 0,0 0-1 0 0,0 0 1 0 0,0 0-1 0 0,0 0 1 0 0,0 0 0 0 0,-1 0-1 0 0,1 0 1 0 0,0 0-1 0 0,0 0 1 0 0,0 0 0 0 0,0 0-1 0 0,0-1 1 0 0,0 1-1 0 0,0 0 1 0 0,0 0 0 0 0,0 0-1 0 0,0 0 1 0 0,0 0-1 0 0,0 0 1 0 0,0 0 0 0 0,0 0-1 0 0,0 0 1 0 0,0-1-1 0 0,0 1 1 0 0,0 0 0 0 0,0 0-1 0 0,0 0 1 0 0,0 0-1 0 0,0 0 1 0 0,0 0 0 0 0,0 0-1 0 0,0 0 1 0 0,0-1-1 0 0,0 1 1 0 0,0 0 0 0 0,0 0-1 0 0,0 0 1 0 0,0 0-1 0 0,4-13-1812 0 0,10-14-347 0 0,30-54-2706 0 0,-25 50 2932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40:08.8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152 24 2208 0 0,'0'0'225'0'0,"0"-1"0"0"0,0 0 0 0 0,0 1 0 0 0,1-1 0 0 0,-1 0-1 0 0,0 1 1 0 0,0-1 0 0 0,0 0 0 0 0,-1 1 0 0 0,1-1-1 0 0,0 0 1 0 0,0 1 0 0 0,0-1 0 0 0,0 0 0 0 0,-1 1 0 0 0,1-1-1 0 0,0 0 1 0 0,0 1 0 0 0,-1-1 0 0 0,1 1 0 0 0,-1-1-1 0 0,1 1 1 0 0,0-1 0 0 0,-1 1 0 0 0,1-1 0 0 0,-1 1 0 0 0,1-1-1 0 0,-1 1 1 0 0,0 0 0 0 0,1-1 0 0 0,-1 1 0 0 0,1 0-1 0 0,-1-1 1 0 0,0 1 0 0 0,0-1 0 0 0,-1 2-24 0 0,0-1 1 0 0,0 0 0 0 0,0 1-1 0 0,0 0 1 0 0,0-1-1 0 0,0 1 1 0 0,0 0-1 0 0,1 0 1 0 0,-1 0-1 0 0,0 0 1 0 0,1 0-1 0 0,-3 2 1 0 0,-4 3-47 0 0,0 1 0 0 0,0 1 0 0 0,1 0 0 0 0,-7 8 1 0 0,5-4-120 0 0,1 1 0 0 0,0 0 0 0 0,1 0 0 0 0,0 1 0 0 0,1 0 0 0 0,1 0 0 0 0,0 0 0 0 0,1 1 0 0 0,1-1 0 0 0,-4 30 0 0 0,7-43-40 0 0,0-1 1 0 0,0 1 0 0 0,0 0 0 0 0,-1-1 0 0 0,1 1-1 0 0,0-1 1 0 0,0 1 0 0 0,0 0 0 0 0,0-1 0 0 0,1 1-1 0 0,-1-1 1 0 0,0 1 0 0 0,0-1 0 0 0,0 1 0 0 0,0 0-1 0 0,1-1 1 0 0,-1 1 0 0 0,0-1 0 0 0,0 1 0 0 0,1-1-1 0 0,-1 1 1 0 0,0-1 0 0 0,1 1 0 0 0,-1-1 0 0 0,1 0-1 0 0,-1 1 1 0 0,1-1 0 0 0,-1 1 0 0 0,1-1 0 0 0,-1 0-1 0 0,1 1 1 0 0,-1-1 0 0 0,1 0 0 0 0,-1 0 0 0 0,1 0-1 0 0,0 1 1 0 0,24-12-47 0 0,23-34 166 0 0,-45 41-74 0 0,26-25 127 0 0,-15 17-9 0 0,0-1 0 0 0,-1-1 0 0 0,-1-1 1 0 0,0 1-1 0 0,-1-2 0 0 0,-1 0 0 0 0,0 0 1 0 0,10-24-1 0 0,-20 40-140 0 0,1 0 0 0 0,-1-1-1 0 0,0 1 1 0 0,0 0 0 0 0,0-1 0 0 0,1 1-1 0 0,-1 0 1 0 0,0-1 0 0 0,0 1 0 0 0,0 0-1 0 0,0-1 1 0 0,0 1 0 0 0,1 0 0 0 0,-1-1-1 0 0,0 1 1 0 0,0 0 0 0 0,0-1 0 0 0,0 1 0 0 0,0 0-1 0 0,0-1 1 0 0,0 1 0 0 0,0-1 0 0 0,0 1-1 0 0,0 0 1 0 0,-1-1 0 0 0,1 1 0 0 0,0 0-1 0 0,0-1 1 0 0,0 1 0 0 0,0 0 0 0 0,0-1-1 0 0,-1 1 1 0 0,1 0 0 0 0,0 0 0 0 0,0-1-1 0 0,-1 1 1 0 0,1 0 0 0 0,0 0 0 0 0,0-1 0 0 0,-1 1-1 0 0,1 0 1 0 0,0 0 0 0 0,-1-1 0 0 0,-17 9 343 0 0,-17 19-257 0 0,24-14-117 0 0,0 1 1 0 0,1 0-1 0 0,0 1 1 0 0,1 0 0 0 0,1 0-1 0 0,0 0 1 0 0,1 1-1 0 0,-5 18 1 0 0,8-21-11 0 0,0 0 0 0 0,1 0 0 0 0,0 1 1 0 0,2-1-1 0 0,-1 1 0 0 0,1-1 0 0 0,1 1 0 0 0,1 0 1 0 0,0-1-1 0 0,5 26 0 0 0,-5-36-2 0 0,-1-1 0 0 0,1 1 0 0 0,0 0 0 0 0,0 0 0 0 0,0-1 0 0 0,1 1-1 0 0,-1-1 1 0 0,1 1 0 0 0,-1-1 0 0 0,1 0 0 0 0,0 1 0 0 0,0-1 0 0 0,0 0 0 0 0,0 0-1 0 0,0 0 1 0 0,0 0 0 0 0,1-1 0 0 0,-1 1 0 0 0,1-1 0 0 0,-1 1 0 0 0,1-1 0 0 0,-1 0 0 0 0,1 0-1 0 0,0 0 1 0 0,0 0 0 0 0,-1-1 0 0 0,1 1 0 0 0,0-1 0 0 0,0 1 0 0 0,0-1 0 0 0,0 0 0 0 0,0 0-1 0 0,0 0 1 0 0,-1-1 0 0 0,1 1 0 0 0,0-1 0 0 0,0 1 0 0 0,0-1 0 0 0,2-1 0 0 0,2 0-55 0 0,-1-1 1 0 0,1 0 0 0 0,-1 1-1 0 0,0-2 1 0 0,0 1 0 0 0,0-1-1 0 0,0 0 1 0 0,-1 0 0 0 0,0 0-1 0 0,0-1 1 0 0,0 0 0 0 0,0 0-1 0 0,-1 0 1 0 0,1-1 0 0 0,5-10-1 0 0,-6 5-3 0 0,0-1-1 0 0,-1 1 0 0 0,0-1 1 0 0,-1 0-1 0 0,0 1 1 0 0,-1-1-1 0 0,0 0 0 0 0,-2-19 1 0 0,1 15 55 0 0,1-1 0 0 0,0 0 1 0 0,4-20-1 0 0,-5 37 35 0 0,0 0 0 0 0,0-1 0 0 0,0 1 0 0 0,0 0 0 0 0,0-1 0 0 0,0 1 0 0 0,0-1 0 0 0,0 1 0 0 0,0 0 0 0 0,0-1 0 0 0,0 1 0 0 0,0 0 0 0 0,0-1 0 0 0,1 1 0 0 0,-1 0 0 0 0,0-1 0 0 0,0 1 0 0 0,0 0 0 0 0,1-1 0 0 0,-1 1 0 0 0,0 0 0 0 0,0 0 0 0 0,1-1 0 0 0,-1 1 0 0 0,0 0 0 0 0,0 0 0 0 0,1-1 0 0 0,-1 1 0 0 0,0 0 0 0 0,1 0 0 0 0,-1 0 0 0 0,0-1 0 0 0,1 1 0 0 0,-1 0 0 0 0,0 0 0 0 0,1 0 0 0 0,-1 0 0 0 0,0 0 0 0 0,1 0 0 0 0,-1 0 0 0 0,1 0 0 0 0,-1 0 0 0 0,1 0 0 0 0,11 15 418 0 0,6 27 101 0 0,-14-23-433 0 0,0 1 0 0 0,-2-1 0 0 0,0 1 0 0 0,-1-1 0 0 0,-1 1 0 0 0,0-1 0 0 0,-2 1 0 0 0,0-1 0 0 0,-1 1 0 0 0,-1-1 0 0 0,-1 0 0 0 0,-1-1 0 0 0,-9 20 0 0 0,9-21-79 0 0,-2 0-1 0 0,-1-1 0 0 0,0 0 0 0 0,0-1 1 0 0,-2 0-1 0 0,0 0 0 0 0,-1-1 0 0 0,0-1 1 0 0,-1 0-1 0 0,0 0 0 0 0,-1-2 0 0 0,-1 1 0 0 0,0-2 1 0 0,-19 11-1 0 0,22-19-22 0 0,18-14 151 0 0,19-15 304 0 0,0 11-27 0 0,2 2-1 0 0,0 0 0 0 0,0 2 0 0 0,1 1 0 0 0,0 1 0 0 0,1 1 1 0 0,35-5-1 0 0,-28 6-371 0 0,0-2-1 0 0,0-1 1 0 0,64-30 0 0 0,-94 37-415 0 0,0 1 0 0 0,-1-1 0 0 0,1 0 0 0 0,-1-1 0 0 0,0 1-1 0 0,-1-1 1 0 0,8-8 0 0 0,-6 4-2428 0 0,0 0-1 0 0,0 0 1 0 0,7-19-1 0 0,-6 14-2037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40:09.8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 1 2056 0 0,'-4'31'799'0'0,"1"0"0"0"0,2 0 0 0 0,0 0 0 0 0,3 0 0 0 0,5 38 0 0 0,39 156-174 0 0,-23-124-21 0 0,-12-51-326 0 0,-4-24 183 0 0,-1 0 1 0 0,-1 1 0 0 0,-1 0-1 0 0,-2 0 1 0 0,-1 49-1 0 0,-1-76-444 0 0,0 0-1 0 0,0 0 1 0 0,0 0-1 0 0,0 0 1 0 0,0 0-1 0 0,-1 0 1 0 0,1 0-1 0 0,0 0 1 0 0,0 0-1 0 0,0 0 1 0 0,0 0-1 0 0,0 0 1 0 0,0 0-1 0 0,0-1 1 0 0,0 1-1 0 0,0 0 1 0 0,-1 0-1 0 0,1 0 1 0 0,0 0-1 0 0,0 0 1 0 0,0 0-1 0 0,0 0 1 0 0,0 0-1 0 0,0 0 1 0 0,0 0-1 0 0,0 0 1 0 0,-1 0-1 0 0,1 0 1 0 0,0 0-1 0 0,0 0 1 0 0,0 1-1 0 0,0-1 1 0 0,0 0-1 0 0,0 0 1 0 0,0 0-1 0 0,0 0 1 0 0,0 0-1 0 0,-1 0 1 0 0,1 0-1 0 0,0 0 1 0 0,0 0-1 0 0,0 0 1 0 0,0 0-1 0 0,0 0 1 0 0,0 0-1 0 0,0 0 1 0 0,0 1-1 0 0,0-1 1 0 0,0 0-1 0 0,0 0 1 0 0,0 0-1 0 0,0 0 1 0 0,0 0-1 0 0,0 0 1 0 0,0 0-1 0 0,0 0 1 0 0,0 1-1 0 0,0-1 1 0 0,0 0-1 0 0,0 0 1 0 0,0 0-1 0 0,0 0 1 0 0,0 0-1 0 0,0 0 1 0 0,0 0-1 0 0,0 1 1 0 0,-7-14 334 0 0,-5-17-231 0 0,4-5-55 0 0,1-1 0 0 0,-4-62 0 0 0,11 83-39 0 0,-1 0 0 0 0,2 1 1 0 0,0-1-1 0 0,1 1 1 0 0,0 0-1 0 0,1 0 0 0 0,1-1 1 0 0,0 2-1 0 0,11-25 0 0 0,-12 34 18 0 0,-1 0-1 0 0,1 0 1 0 0,0 0-1 0 0,1 0 0 0 0,-1 1 1 0 0,1-1-1 0 0,-1 1 1 0 0,1 0-1 0 0,0 0 0 0 0,0 0 1 0 0,0 0-1 0 0,1 1 0 0 0,-1 0 1 0 0,1 0-1 0 0,-1 0 1 0 0,1 0-1 0 0,0 1 0 0 0,-1-1 1 0 0,1 1-1 0 0,0 1 0 0 0,0-1 1 0 0,0 1-1 0 0,0 0 1 0 0,0 0-1 0 0,0 0 0 0 0,0 0 1 0 0,9 3-1 0 0,-9-2 20 0 0,1 0 0 0 0,0 1 0 0 0,-1-1 0 0 0,1 1 0 0 0,-1 1 0 0 0,0-1 0 0 0,0 1 0 0 0,0 0 0 0 0,0 0 0 0 0,0 0 0 0 0,0 1 0 0 0,-1-1 0 0 0,0 1 0 0 0,0 0 0 0 0,0 1 0 0 0,0-1 0 0 0,0 1 0 0 0,-1-1 0 0 0,0 1 0 0 0,0 0-1 0 0,0 1 1 0 0,-1-1 0 0 0,3 9 0 0 0,-2 1 40 0 0,-1 0 0 0 0,-1 0-1 0 0,-1 0 1 0 0,0 0-1 0 0,-1 0 1 0 0,0-1 0 0 0,-1 1-1 0 0,-7 25 1 0 0,-41 113-190 0 0,43-132-502 0 0,-1-2 1 0 0,-1 1 0 0 0,0-1 0 0 0,-18 25 0 0 0,18-37-1192 0 0,8-18 761 0 0,7-19 256 0 0,14-39 820 0 0,3 0-1 0 0,4 1 1 0 0,2 2 0 0 0,50-84 0 0 0,-78 148 21 0 0,0-1-1 0 0,1 1 1 0 0,-1 0-1 0 0,0 0 1 0 0,1 0 0 0 0,0 0-1 0 0,-1 0 1 0 0,1 0 0 0 0,0 0-1 0 0,0 1 1 0 0,0-1-1 0 0,0 1 1 0 0,0-1 0 0 0,0 1-1 0 0,0 0 1 0 0,4-2 0 0 0,-5 3-30 0 0,-1 0 0 0 0,1 0 1 0 0,0 1-1 0 0,-1-1 1 0 0,1 0-1 0 0,-1 0 0 0 0,1 0 1 0 0,-1 1-1 0 0,1-1 1 0 0,-1 0-1 0 0,1 1 0 0 0,-1-1 1 0 0,1 0-1 0 0,-1 1 1 0 0,1-1-1 0 0,-1 0 0 0 0,1 1 1 0 0,-1-1-1 0 0,0 1 1 0 0,1-1-1 0 0,-1 1 0 0 0,0-1 1 0 0,1 2-1 0 0,8 26 737 0 0,-3 13-29 0 0,2 58 0 0 0,-6-61-440 0 0,1 1 0 0 0,9 37 0 0 0,-12-74-306 0 0,0 1-1 0 0,1-1 0 0 0,-1 0 0 0 0,1 0 0 0 0,-1 1 0 0 0,1-1 0 0 0,0 0 0 0 0,0 0 0 0 0,0 0 0 0 0,1 0 0 0 0,-1 0 0 0 0,0 0 1 0 0,1 0-1 0 0,-1 0 0 0 0,1-1 0 0 0,-1 1 0 0 0,1 0 0 0 0,2 1 0 0 0,-3-3-6 0 0,1 0-1 0 0,-1 1 1 0 0,0-1-1 0 0,0 0 1 0 0,1 0 0 0 0,-1 0-1 0 0,0 0 1 0 0,1 0-1 0 0,-1 0 1 0 0,0-1 0 0 0,1 1-1 0 0,-1 0 1 0 0,0 0-1 0 0,0-1 1 0 0,0 1 0 0 0,1-1-1 0 0,-1 1 1 0 0,0-1-1 0 0,0 0 1 0 0,0 1 0 0 0,0-1-1 0 0,2-2 1 0 0,5-4-1 0 0,-1-1 1 0 0,0 1-1 0 0,0-1 1 0 0,-1-1-1 0 0,0 0 0 0 0,6-11 1 0 0,10-26 74 0 0,-1-1-1 0 0,20-74 1 0 0,-24 69 208 0 0,-17 51-270 0 0,0 1 1 0 0,0-1 0 0 0,0 1 0 0 0,0 0-1 0 0,0-1 1 0 0,0 1 0 0 0,0-1-1 0 0,0 1 1 0 0,0 0 0 0 0,1-1 0 0 0,-1 1-1 0 0,0-1 1 0 0,0 1 0 0 0,0 0-1 0 0,0-1 1 0 0,1 1 0 0 0,-1 0 0 0 0,0-1-1 0 0,0 1 1 0 0,1 0 0 0 0,-1-1-1 0 0,0 1 1 0 0,0 0 0 0 0,1-1 0 0 0,-1 1-1 0 0,0 0 1 0 0,1 0 0 0 0,-1-1-1 0 0,0 1 1 0 0,1 0 0 0 0,-1 0 0 0 0,1 0-1 0 0,-1 0 1 0 0,0 0 0 0 0,1-1-1 0 0,-1 1 1 0 0,1 0 0 0 0,-1 0 0 0 0,0 0-1 0 0,1 0 1 0 0,0 0 0 0 0,7 19 356 0 0,4 42-64 0 0,-12-55-264 0 0,8 53 59 0 0,-6-34-377 0 0,1-1 0 0 0,1 1 0 0 0,1-1 0 0 0,1 0 0 0 0,15 37 1 0 0,-21-60 219 0 0,0-1 1 0 0,0 1 0 0 0,0-1 0 0 0,0 0 0 0 0,0 1 0 0 0,0-1 0 0 0,1 1 0 0 0,-1-1 0 0 0,0 0-1 0 0,0 1 1 0 0,0-1 0 0 0,1 1 0 0 0,-1-1 0 0 0,0 0 0 0 0,0 1 0 0 0,1-1 0 0 0,-1 0 0 0 0,0 1-1 0 0,1-1 1 0 0,-1 0 0 0 0,0 0 0 0 0,1 1 0 0 0,-1-1 0 0 0,0 0 0 0 0,1 0 0 0 0,-1 0 0 0 0,1 0-1 0 0,-1 1 1 0 0,0-1 0 0 0,1 0 0 0 0,-1 0 0 0 0,1 0 0 0 0,-1 0 0 0 0,1 0 0 0 0,-1 0 0 0 0,0 0-1 0 0,1 0 1 0 0,-1 0 0 0 0,1 0 0 0 0,-1 0 0 0 0,1 0 0 0 0,-1 0 0 0 0,1-1 0 0 0,10-20-1865 0 0,0-32-1498 0 0,-10 39 2461 0 0,0-1-1 0 0,-2 1 1 0 0,1-1 0 0 0,-2 1 0 0 0,-3-15 0 0 0,4 21 853 0 0,-1 1-1 0 0,0 0 1 0 0,0 0-1 0 0,-1 0 1 0 0,0 0-1 0 0,0 0 1 0 0,0 0-1 0 0,-1 1 1 0 0,0 0-1 0 0,-1 0 1 0 0,-7-9-1 0 0,12 14 155 0 0,-1 1-1 0 0,1-1 0 0 0,-1 0 0 0 0,1 1 0 0 0,-1-1 0 0 0,0 1 0 0 0,1-1 0 0 0,-1 1 0 0 0,0-1 0 0 0,1 1 1 0 0,-1-1-1 0 0,0 1 0 0 0,0 0 0 0 0,0-1 0 0 0,1 1 0 0 0,-1 0 0 0 0,0 0 0 0 0,0 0 0 0 0,0 0 0 0 0,1-1 1 0 0,-1 1-1 0 0,0 0 0 0 0,0 0 0 0 0,0 1 0 0 0,0-1 0 0 0,0 0 0 0 0,1 0 0 0 0,-1 0 0 0 0,0 0 0 0 0,0 1 1 0 0,0-1-1 0 0,1 0 0 0 0,-1 1 0 0 0,0-1 0 0 0,1 1 0 0 0,-1-1 0 0 0,0 1 0 0 0,1-1 0 0 0,-1 1 0 0 0,0-1 1 0 0,1 1-1 0 0,-1 0 0 0 0,1-1 0 0 0,-1 1 0 0 0,1 0 0 0 0,-1-1 0 0 0,1 1 0 0 0,0 0 0 0 0,-1 0 0 0 0,1-1 1 0 0,0 1-1 0 0,-1 0 0 0 0,1 0 0 0 0,0 0 0 0 0,0-1 0 0 0,0 1 0 0 0,0 1 0 0 0,-1 1 96 0 0,0 0 0 0 0,1 0-1 0 0,-1 1 1 0 0,1-1 0 0 0,0 0-1 0 0,0 0 1 0 0,0 0 0 0 0,0 0-1 0 0,1 0 1 0 0,-1 0 0 0 0,1 0-1 0 0,0 0 1 0 0,0 0 0 0 0,0 0-1 0 0,2 5 1 0 0,-1-6-33 0 0,1 1-1 0 0,0-1 1 0 0,0 0-1 0 0,-1 0 1 0 0,1 0 0 0 0,0-1-1 0 0,1 1 1 0 0,-1 0-1 0 0,0-1 1 0 0,0 0 0 0 0,1 0-1 0 0,-1 0 1 0 0,0 0-1 0 0,1-1 1 0 0,-1 1-1 0 0,1-1 1 0 0,-1 0 0 0 0,1 0-1 0 0,-1 0 1 0 0,1-1-1 0 0,-1 1 1 0 0,1-1 0 0 0,-1 1-1 0 0,0-1 1 0 0,1 0-1 0 0,-1-1 1 0 0,4-1 0 0 0,14-5 80 0 0,1-1 0 0 0,37-22-1 0 0,-45 23-142 0 0,29-14-70 0 0,-25 13-498 0 0,-1 0 0 0 0,1-1 0 0 0,-1-1 0 0 0,29-24 1 0 0,-45 34 320 0 0,0 0 0 0 0,-1 0 0 0 0,1-1 0 0 0,-1 1 0 0 0,1 0 0 0 0,-1 0 0 0 0,0 0 0 0 0,1-1 0 0 0,-1 1 0 0 0,0 0 0 0 0,0 0-1 0 0,0-1 1 0 0,0 1 0 0 0,0 0 0 0 0,0 0 0 0 0,0-1 0 0 0,0 1 0 0 0,0 0 0 0 0,-1 0 0 0 0,1 0 0 0 0,-1-1 0 0 0,1 1 0 0 0,-1 0 0 0 0,1 0 0 0 0,-1 0 0 0 0,1 0 0 0 0,-1 0 0 0 0,0 0 0 0 0,0 0 0 0 0,0 0 0 0 0,1 0 0 0 0,-1 0 0 0 0,0 0 0 0 0,0 1 0 0 0,0-1 0 0 0,0 0 0 0 0,-2-1 0 0 0,0 0 88 0 0,-5-5-944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40:10.1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64 7 784 0 0,'-1'-1'149'0'0,"-1"0"-1"0"0,0 0 0 0 0,0 0 1 0 0,0 0-1 0 0,0 1 1 0 0,0-1-1 0 0,0 1 0 0 0,-1 0 1 0 0,1-1-1 0 0,0 1 0 0 0,0 0 1 0 0,0 0-1 0 0,0 0 1 0 0,0 1-1 0 0,0-1 0 0 0,0 0 1 0 0,-1 1-1 0 0,1 0 1 0 0,0-1-1 0 0,0 1 0 0 0,1 0 1 0 0,-5 2-1 0 0,5-1-21 0 0,-1 1 0 0 0,0 0 0 0 0,1 0 0 0 0,-1 0 0 0 0,1 0 0 0 0,0 0 0 0 0,0 0 0 0 0,0 0 0 0 0,1 1 0 0 0,-1-1 1 0 0,1 0-1 0 0,-1 0 0 0 0,1 1 0 0 0,1 4 0 0 0,1 49 228 0 0,2 0 0 0 0,3-1 0 0 0,2 0-1 0 0,2-1 1 0 0,29 80 0 0 0,-40-133-424 0 0,19 45-684 0 0,-19-46 554 0 0,1 1 0 0 0,-1 0 0 0 0,1-1 0 0 0,0 1 1 0 0,0-1-1 0 0,0 1 0 0 0,0-1 0 0 0,0 1 0 0 0,0-1 0 0 0,1 0 1 0 0,-1 1-1 0 0,0-1 0 0 0,1 0 0 0 0,-1 0 0 0 0,1 0 0 0 0,-1 0 1 0 0,1 0-1 0 0,-1 0 0 0 0,1-1 0 0 0,0 1 0 0 0,-1 0 1 0 0,1-1-1 0 0,3 1 0 0 0,3-1-1927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40:10.5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122 0 2801 0 0,'53'186'6247'0'0,"15"94"-2755"0"0,-59-239-3226 0 0,-7-22-188 0 0,2-1 1 0 0,0 1-1 0 0,1-1 1 0 0,1 0-1 0 0,0 0 0 0 0,18 31 1 0 0,-24-48-81 0 0,0 0 0 0 0,1 0 0 0 0,-1 0 0 0 0,1 0 0 0 0,-1-1 0 0 0,1 1 0 0 0,-1 0 1 0 0,1 0-1 0 0,0-1 0 0 0,-1 1 0 0 0,1 0 0 0 0,0-1 0 0 0,-1 1 0 0 0,1-1 0 0 0,0 1 0 0 0,0-1 0 0 0,-1 1 0 0 0,1-1 1 0 0,0 1-1 0 0,0-1 0 0 0,0 0 0 0 0,0 0 0 0 0,0 1 0 0 0,0-1 0 0 0,0 0 0 0 0,-1 0 0 0 0,1 0 0 0 0,0 0 0 0 0,2 0 1 0 0,-2-1-6 0 0,0 0 0 0 0,0 0 0 0 0,0 0 0 0 0,0 0 1 0 0,0 0-1 0 0,0 0 0 0 0,0-1 0 0 0,0 1 0 0 0,0 0 0 0 0,0 0 1 0 0,-1-1-1 0 0,1 1 0 0 0,0 0 0 0 0,-1-1 0 0 0,1-2 1 0 0,2-5-38 0 0,-1-1 0 0 0,0 1 1 0 0,-1-1-1 0 0,1-14 1 0 0,-3 11 37 0 0,-1 0 0 0 0,0-1 0 0 0,-1 1 0 0 0,0 0 1 0 0,-1 0-1 0 0,-1 0 0 0 0,0 1 0 0 0,0 0 0 0 0,-2 0 0 0 0,-8-14 1 0 0,11 19 15 0 0,0 1 1 0 0,-1 0-1 0 0,0 0 1 0 0,0 1-1 0 0,0-1 1 0 0,0 1-1 0 0,-1 0 0 0 0,0 0 1 0 0,0 1-1 0 0,0 0 1 0 0,0 0-1 0 0,-1 1 1 0 0,0-1-1 0 0,0 1 1 0 0,0 1-1 0 0,0-1 1 0 0,0 1-1 0 0,0 0 1 0 0,-15-1-1 0 0,18 4-5 0 0,-1-1 1 0 0,0 1-1 0 0,0 0 0 0 0,0 0 1 0 0,1 1-1 0 0,-1-1 0 0 0,0 1 1 0 0,1 0-1 0 0,0 1 0 0 0,-1-1 0 0 0,1 1 1 0 0,0-1-1 0 0,0 1 0 0 0,1 0 1 0 0,-1 1-1 0 0,0-1 0 0 0,1 1 1 0 0,0 0-1 0 0,0-1 0 0 0,0 1 1 0 0,0 1-1 0 0,1-1 0 0 0,0 0 0 0 0,-3 7 1 0 0,-5 10-8 0 0,1 1 0 0 0,2 0 0 0 0,-9 38 0 0 0,8-24-2 0 0,2 0 0 0 0,-3 49-1 0 0,8-70-8 0 0,1 0 0 0 0,1 0 0 0 0,0 0-1 0 0,1 0 1 0 0,0 0 0 0 0,2-1 0 0 0,-1 1 0 0 0,9 19-1 0 0,-11-31 1 0 0,0 0 0 0 0,0-1-1 0 0,1 1 1 0 0,-1 0-1 0 0,1 0 1 0 0,-1-1 0 0 0,1 1-1 0 0,0-1 1 0 0,0 1-1 0 0,0-1 1 0 0,0 0 0 0 0,1 0-1 0 0,-1 0 1 0 0,1 0-1 0 0,-1 0 1 0 0,1-1 0 0 0,0 1-1 0 0,-1-1 1 0 0,1 0-1 0 0,0 1 1 0 0,0-1 0 0 0,0-1-1 0 0,0 1 1 0 0,0 0-1 0 0,0-1 1 0 0,0 1 0 0 0,0-1-1 0 0,1 0 1 0 0,-1 0-1 0 0,0 0 1 0 0,0-1 0 0 0,0 1-1 0 0,0-1 1 0 0,0 1-1 0 0,0-1 1 0 0,0 0 0 0 0,0 0-1 0 0,3-2 1 0 0,3-2-84 0 0,0 0 0 0 0,0 0 0 0 0,0-1 0 0 0,-1 0 0 0 0,0 0 0 0 0,0-1 0 0 0,0 0 0 0 0,-1-1 0 0 0,0 0 0 0 0,7-11 0 0 0,5-12-1093 0 0,-1-1-1 0 0,-2-1 1 0 0,-1-1 0 0 0,-1-1 0 0 0,-3 1-1 0 0,0-2 1 0 0,7-50 0 0 0,-9 40-544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40:10.8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 93 2993 0 0,'-3'14'1865'0'0,"1"-9"-1502"0"0,1 1 0 0 0,0-1-1 0 0,0 1 1 0 0,0 0-1 0 0,1-1 1 0 0,0 1-1 0 0,0 0 1 0 0,0-1-1 0 0,1 1 1 0 0,-1 0-1 0 0,1-1 1 0 0,1 1 0 0 0,3 9-1 0 0,-5-15-367 0 0,0 1-1 0 0,0-1 1 0 0,1 1-1 0 0,-1-1 0 0 0,1 0 1 0 0,-1 1-1 0 0,0-1 1 0 0,1 1-1 0 0,-1-1 1 0 0,1 0-1 0 0,-1 1 1 0 0,1-1-1 0 0,-1 0 1 0 0,1 0-1 0 0,-1 0 1 0 0,1 1-1 0 0,-1-1 0 0 0,1 0 1 0 0,-1 0-1 0 0,1 0 1 0 0,-1 0-1 0 0,1 0 1 0 0,0 0-1 0 0,-1 0 1 0 0,1 0-1 0 0,-1 0 1 0 0,1 0-1 0 0,-1 0 1 0 0,1 0-1 0 0,-1 0 1 0 0,2-1-1 0 0,16-12-288 0 0,10-23-517 0 0,-28 36 801 0 0,21-33-1062 0 0,-6 9-197 0 0,0 1 1 0 0,2 1 0 0 0,20-23 0 0 0,-31 41 330 0 0,0 6-357 0 0</inkml:trace>
  <inkml:trace contextRef="#ctx0" brushRef="#br0" timeOffset="1">153 170 936 0 0,'-11'22'529'0'0,"2"0"0"0"0,0 2 0 0 0,2-1 0 0 0,1 1 0 0 0,0 0 0 0 0,2 0-1 0 0,1 0 1 0 0,-1 33 0 0 0,4-44-665 0 0,0 1-1 0 0,1-1 0 0 0,1 0 1 0 0,0 0-1 0 0,0 1 1 0 0,1-2-1 0 0,1 1 0 0 0,0 0 1 0 0,1-1-1 0 0,0 1 1 0 0,1-1-1 0 0,1-1 0 0 0,-1 1 1 0 0,2-1-1 0 0,0 0 1 0 0,17 17-1 0 0,-24-26 36 0 0,0-1 0 0 0,0 0 0 0 0,0 0 0 0 0,1 0 0 0 0,-1 1 0 0 0,0-2 0 0 0,1 1 0 0 0,-1 0 0 0 0,1 0 0 0 0,-1 0 0 0 0,1-1 0 0 0,0 1 0 0 0,-1-1 0 0 0,1 1 0 0 0,0-1 0 0 0,-1 1 0 0 0,1-1 0 0 0,0 0 0 0 0,-1 0 0 0 0,1 0 0 0 0,2 0 0 0 0,8-3-955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40:11.2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63 38 3481 0 0,'1'-10'543'0'0,"1"-17"4927"0"0,-6 28-2572 0 0,-7 15-1242 0 0,3-2-1590 0 0,1-1-1 0 0,1 1 1 0 0,0 1-1 0 0,0-1 1 0 0,2 1-1 0 0,0 0 0 0 0,1 0 1 0 0,0 0-1 0 0,1 0 1 0 0,1 1-1 0 0,0-1 1 0 0,1 1-1 0 0,4 23 1 0 0,2 2-424 0 0,1 1 1 0 0,17 50-1 0 0,-12-54-1203 0 0,-3 0-1 0 0,9 71 0 0 0,-18-102 1150 0 0,1-3 36 0 0,0-1 1 0 0,-1 1-1 0 0,0 0 1 0 0,0-1-1 0 0,0 1 1 0 0,0 0-1 0 0,0-1 1 0 0,-1 1-1 0 0,1 0 1 0 0,-1-1-1 0 0,0 1 1 0 0,0-1-1 0 0,-1 1 1 0 0,1-1-1 0 0,-1 1 1 0 0,-3 5-1 0 0,-1-2-1571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40:11.7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86 592 1592 0 0,'-5'-5'335'0'0,"0"1"0"0"0,-1 1 0 0 0,1-1 0 0 0,0 1-1 0 0,-1 0 1 0 0,-7-3 0 0 0,12 6-244 0 0,0-1 0 0 0,0 0 0 0 0,0 1 0 0 0,0-1 0 0 0,0 1 0 0 0,0-1 0 0 0,0 1 0 0 0,0 0 0 0 0,0 0 0 0 0,0-1 0 0 0,0 1 0 0 0,0 0 0 0 0,0 0 0 0 0,0 0 0 0 0,-1 0 0 0 0,1 0 0 0 0,0 0 1 0 0,0 0-1 0 0,0 0 0 0 0,0 1 0 0 0,0-1 0 0 0,0 0 0 0 0,0 1 0 0 0,0-1 0 0 0,0 1 0 0 0,0-1 0 0 0,0 1 0 0 0,0-1 0 0 0,0 1 0 0 0,0 0 0 0 0,0-1 0 0 0,1 1 0 0 0,-1 0 0 0 0,0 0 0 0 0,0 0 0 0 0,1 0 0 0 0,-1-1 0 0 0,1 1 0 0 0,-1 0 0 0 0,1 0 0 0 0,-1 0 0 0 0,1 0 0 0 0,-1 0 0 0 0,1 2 0 0 0,0-2-35 0 0,0-1 0 0 0,0 1-1 0 0,0 0 1 0 0,1-1-1 0 0,-1 1 1 0 0,0-1 0 0 0,1 1-1 0 0,-1-1 1 0 0,0 1-1 0 0,1-1 1 0 0,-1 1-1 0 0,0-1 1 0 0,1 0 0 0 0,-1 1-1 0 0,1-1 1 0 0,-1 1-1 0 0,1-1 1 0 0,-1 0 0 0 0,1 0-1 0 0,-1 1 1 0 0,1-1-1 0 0,-1 0 1 0 0,1 0 0 0 0,0 1-1 0 0,-1-1 1 0 0,1 0-1 0 0,-1 0 1 0 0,1 0-1 0 0,0 0 1 0 0,-1 0 0 0 0,1 0-1 0 0,-1 0 1 0 0,1 0-1 0 0,0 0 1 0 0,-1 0 0 0 0,1-1-1 0 0,-1 1 1 0 0,1 0-1 0 0,-1 0 1 0 0,1 0 0 0 0,-1-1-1 0 0,2 1 1 0 0,28-8 1086 0 0,21-13-404 0 0,0-2 0 0 0,60-38 0 0 0,39-19-643 0 0,-126 69-234 0 0,1 2 1 0 0,-1 0-1 0 0,1 2 0 0 0,40-7 0 0 0,-48 12-547 0 0,42-8-2572 0 0,-56 9 2841 0 0,0 1-1 0 0,1-1 1 0 0,-1 0-1 0 0,0-1 1 0 0,1 1-1 0 0,-1-1 1 0 0,0 1-1 0 0,0-1 1 0 0,0 0-1 0 0,0 0 1 0 0,-1 0-1 0 0,1-1 1 0 0,2-2-1 0 0,-4 4 362 0 0,-1 1 0 0 0,0-1-1 0 0,1 0 1 0 0,-1 0-1 0 0,0 1 1 0 0,1-1 0 0 0,-1 0-1 0 0,0 0 1 0 0,0 1-1 0 0,0-1 1 0 0,0 0 0 0 0,0 0-1 0 0,0 0 1 0 0,0 1-1 0 0,0-1 1 0 0,0 0 0 0 0,0 0-1 0 0,0 1 1 0 0,0-1-1 0 0,-1 0 1 0 0,1 0 0 0 0,0 1-1 0 0,-1-1 1 0 0,1 0-1 0 0,0 0 1 0 0,-1 1 0 0 0,1-1-1 0 0,-1 0 1 0 0,1 1-1 0 0,-1-1 1 0 0,1 1 0 0 0,-1-1-1 0 0,1 1 1 0 0,-1-1-1 0 0,0 1 1 0 0,1-1 0 0 0,-1 1-1 0 0,0 0 1 0 0,1-1-1 0 0,-1 1 1 0 0,0 0 0 0 0,-1-1-1 0 0,-41-16 952 0 0,25 12-613 0 0,7-1 56 0 0,0-1-1 0 0,0 1 1 0 0,0-2-1 0 0,1 0 1 0 0,0 0-1 0 0,0 0 1 0 0,1-2-1 0 0,1 1 1 0 0,-1-1-1 0 0,1 0 1 0 0,-11-19-1 0 0,19 29-295 0 0,0-1 1 0 0,0 1-1 0 0,0 0 0 0 0,0 0 0 0 0,0 0 0 0 0,0 0 0 0 0,-1-1 0 0 0,1 1 0 0 0,0 0 0 0 0,0 0 1 0 0,0 0-1 0 0,0 0 0 0 0,0 0 0 0 0,-1 0 0 0 0,1 0 0 0 0,0-1 0 0 0,0 1 0 0 0,0 0 0 0 0,0 0 1 0 0,-1 0-1 0 0,1 0 0 0 0,0 0 0 0 0,0 0 0 0 0,0 0 0 0 0,0 0 0 0 0,-1 0 0 0 0,1 0 0 0 0,0 0 1 0 0,0 0-1 0 0,0 0 0 0 0,-1 0 0 0 0,1 0 0 0 0,0 0 0 0 0,0 0 0 0 0,0 0 0 0 0,0 0 0 0 0,-1 0 1 0 0,1 1-1 0 0,0-1 0 0 0,0 0 0 0 0,0 0 0 0 0,0 0 0 0 0,-1 0 0 0 0,1 0 0 0 0,0 0 0 0 0,0 0 1 0 0,0 1-1 0 0,0-1 0 0 0,0 0 0 0 0,0 0 0 0 0,0 0 0 0 0,-1 0 0 0 0,1 1 0 0 0,0-1 0 0 0,0 0 1 0 0,0 0-1 0 0,0 0 0 0 0,0 0 0 0 0,0 1 0 0 0,0-1 0 0 0,-7 22 986 0 0,-2 31-530 0 0,8-49-321 0 0,-6 43 163 0 0,-4 21 235 0 0,-2 88 0 0 0,13-137-811 0 0,0-1 1 0 0,1 1-1 0 0,1-1 1 0 0,1 0-1 0 0,0 0 1 0 0,2 0-1 0 0,0 0 1 0 0,0 0-1 0 0,16 30 0 0 0,4-14-1321 0 0,-25-33 1397 0 0,1 0 0 0 0,0 0 0 0 0,0 0 1 0 0,0 0-1 0 0,0 0 0 0 0,0-1 0 0 0,0 1 0 0 0,0 0 0 0 0,0-1 0 0 0,0 1 0 0 0,0-1 1 0 0,0 1-1 0 0,1-1 0 0 0,-1 1 0 0 0,0-1 0 0 0,0 0 0 0 0,1 1 0 0 0,-1-1 1 0 0,0 0-1 0 0,0 0 0 0 0,1 0 0 0 0,-1 0 0 0 0,0 0 0 0 0,0 0 0 0 0,1-1 0 0 0,-1 1 1 0 0,0 0-1 0 0,0-1 0 0 0,2 0 0 0 0,6-3-1966 0 0</inkml:trace>
  <inkml:trace contextRef="#ctx0" brushRef="#br0" timeOffset="0.99">669 107 3441 0 0,'0'0'87'0'0,"0"0"0"0"0,0 0 0 0 0,0-1 0 0 0,0 1 0 0 0,0 0 0 0 0,0 0 0 0 0,0 0 0 0 0,0-1 0 0 0,0 1 0 0 0,0 0 0 0 0,0 0 0 0 0,0 0 0 0 0,-1-1 0 0 0,1 1 0 0 0,0 0 0 0 0,0 0 0 0 0,0 0 0 0 0,0 0 0 0 0,0-1 0 0 0,0 1 0 0 0,-1 0 0 0 0,1 0 0 0 0,0 0 0 0 0,0 0 0 0 0,0 0 0 0 0,0 0 0 0 0,-1-1 0 0 0,1 1 0 0 0,0 0 0 0 0,0 0 0 0 0,0 0 0 0 0,-1 0 0 0 0,1 0 0 0 0,0 0 0 0 0,0 0 0 0 0,0 0 0 0 0,-1 0 0 0 0,1 0 0 0 0,0 0 0 0 0,0 0 0 0 0,0 0 0 0 0,-1 0 0 0 0,1 0 0 0 0,0 0 0 0 0,0 0 1 0 0,0 0-1 0 0,-1 0 0 0 0,1 0 0 0 0,0 1 0 0 0,0-1 0 0 0,0 0 0 0 0,0 0 0 0 0,-1 0 0 0 0,1 0 0 0 0,0 0 0 0 0,0 0 0 0 0,0 1 0 0 0,-1-1 0 0 0,-5 19 1641 0 0,4 28-995 0 0,8-44-1621 0 0,4-11 111 0 0,5-11-456 0 0,-2-2-207 0 0,-1 1 0 0 0,-1-2 1 0 0,14-37-1 0 0,-15 36-435 0 0</inkml:trace>
  <inkml:trace contextRef="#ctx0" brushRef="#br0" timeOffset="1.99">699 291 1136 0 0,'-1'28'1369'0'0,"2"8"-449"0"0,1 12-120 0 0,3-4-200 0 0,1-3-224 0 0,1-1-128 0 0,2-2-144 0 0,1 0-88 0 0,0 0 8 0 0,1-3-64 0 0,1-5-168 0 0,-1-4-296 0 0,1-8-280 0 0,0-7-232 0 0,-1-8 23 0 0,4-3-463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40:12.1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 1 2441 0 0,'-1'0'246'0'0,"1"1"1"0"0,-1 0 0 0 0,0-1 0 0 0,0 1 0 0 0,1 0 0 0 0,-1-1 0 0 0,1 1 0 0 0,-1 0 0 0 0,1 0 0 0 0,-1 0 0 0 0,1 0 0 0 0,-1-1 0 0 0,1 1 0 0 0,0 0 0 0 0,-1 0 0 0 0,1 0 0 0 0,0 0 0 0 0,0 0 0 0 0,0 0 0 0 0,0 0 0 0 0,0 0-1 0 0,0 2 1 0 0,-3 30 377 0 0,3-26-109 0 0,-4 43 425 0 0,0-18-580 0 0,1 1-1 0 0,2-1 0 0 0,1 0 1 0 0,8 51-1 0 0,-8-81-369 0 0,0 0 0 0 0,0 0-1 0 0,0-1 1 0 0,1 1 0 0 0,-1 0 0 0 0,1 0 0 0 0,-1-1-1 0 0,1 1 1 0 0,0 0 0 0 0,-1-1 0 0 0,1 1 0 0 0,0-1-1 0 0,0 1 1 0 0,0-1 0 0 0,1 0 0 0 0,-1 1 0 0 0,0-1 0 0 0,0 0-1 0 0,1 0 1 0 0,-1 0 0 0 0,0 0 0 0 0,1 0 0 0 0,-1 0-1 0 0,1 0 1 0 0,0 0 0 0 0,-1 0 0 0 0,1-1 0 0 0,0 1 0 0 0,-1-1-1 0 0,1 1 1 0 0,0-1 0 0 0,0 0 0 0 0,-1 0 0 0 0,1 0-1 0 0,0 0 1 0 0,0 0 0 0 0,-1 0 0 0 0,1 0 0 0 0,0 0-1 0 0,0-1 1 0 0,-1 1 0 0 0,1-1 0 0 0,0 1 0 0 0,-1-1 0 0 0,1 0-1 0 0,-1 0 1 0 0,1 1 0 0 0,2-3 0 0 0,10-5-111 0 0,0-1 0 0 0,0-1 1 0 0,0 0-1 0 0,13-14 1 0 0,-14 13 20 0 0,38-27 157 0 0,-27 22 149 0 0,-1-2 0 0 0,25-23 0 0 0,-44 36-86 0 0,1 1 0 0 0,-1 0 0 0 0,0-1 0 0 0,-1 0 0 0 0,1 0 0 0 0,-1 0 0 0 0,0-1 0 0 0,0 1-1 0 0,0-1 1 0 0,-1 0 0 0 0,0 1 0 0 0,0-1 0 0 0,-1 0 0 0 0,1 0 0 0 0,0-12 0 0 0,-3 25 159 0 0,0 0-1 0 0,-1 0 1 0 0,0 0-1 0 0,0-1 1 0 0,-5 12 0 0 0,-5 17-185 0 0,5-6-109 0 0,1 0 0 0 0,2 0 0 0 0,1 0 0 0 0,1 1 0 0 0,2-1 0 0 0,0 1 0 0 0,10 55 0 0 0,-10-84-4 0 0,0 0 0 0 0,0 1 0 0 0,0-1 0 0 0,1 1 0 0 0,-1-1 0 0 0,0 1 0 0 0,1-1 0 0 0,-1 0 0 0 0,1 1 1 0 0,0-1-1 0 0,-1 0 0 0 0,1 0 0 0 0,0 0 0 0 0,0 1 0 0 0,0-1 0 0 0,0 0 0 0 0,0 0 0 0 0,0 0 0 0 0,0 0 0 0 0,0 0 0 0 0,0-1 0 0 0,0 1 0 0 0,1 0 0 0 0,-1 0 0 0 0,2 0 1 0 0,-1-1-2 0 0,0 0 0 0 0,-1-1 0 0 0,1 1 0 0 0,0 0 0 0 0,-1-1 0 0 0,1 0 0 0 0,-1 1 0 0 0,1-1 0 0 0,-1 0 0 0 0,1 0 0 0 0,-1 1 0 0 0,1-1 0 0 0,-1-1 1 0 0,0 1-1 0 0,1 0 0 0 0,-1 0 0 0 0,2-3 0 0 0,6-7-15 0 0,0 0 1 0 0,-1-1-1 0 0,12-22 0 0 0,130-300 1873 0 0,-150 334-1820 0 0,0 0 0 0 0,0 0 0 0 0,0 1 0 0 0,0-1 0 0 0,1 0 0 0 0,-1 0 0 0 0,0 0 0 0 0,0 0 0 0 0,0 0 0 0 0,0 0 0 0 0,0 0 0 0 0,0 1 0 0 0,1-1 0 0 0,-1 0 0 0 0,0 0 0 0 0,0 0 0 0 0,0 0 0 0 0,0 0 0 0 0,0 0 0 0 0,1 0-1 0 0,-1 0 1 0 0,0 0 0 0 0,0 0 0 0 0,0 0 0 0 0,0 0 0 0 0,0 0 0 0 0,1 0 0 0 0,-1 0 0 0 0,0 0 0 0 0,0 0 0 0 0,0 0 0 0 0,0 0 0 0 0,1 0 0 0 0,-1 0 0 0 0,0 0 0 0 0,0 0 0 0 0,0 0 0 0 0,0 0 0 0 0,0-1 0 0 0,1 1 0 0 0,-1 0 0 0 0,0 0 0 0 0,0 0 0 0 0,0 0 0 0 0,0 0 0 0 0,0 0 0 0 0,0 0 0 0 0,0-1 0 0 0,0 1 0 0 0,1 0 0 0 0,-1 0 0 0 0,0 0 0 0 0,0 0 0 0 0,0 0 0 0 0,0-1 0 0 0,0 1 0 0 0,0 0 0 0 0,0 0 0 0 0,0 0-1 0 0,4 25 436 0 0,-1 33-145 0 0,-2-37-278 0 0,-1 19 64 0 0,7 39 0 0 0,-6-69-211 0 0,1 1-1 0 0,0-1 0 0 0,1 0 0 0 0,0 0 1 0 0,1 0-1 0 0,0 0 0 0 0,0 0 1 0 0,1-1-1 0 0,6 9 0 0 0,-9-16 34 0 0,-1 0-1 0 0,0 0 0 0 0,1 0 1 0 0,0 0-1 0 0,-1 0 1 0 0,1-1-1 0 0,0 1 0 0 0,0 0 1 0 0,0-1-1 0 0,0 0 0 0 0,0 1 1 0 0,1-1-1 0 0,-1 0 1 0 0,0 0-1 0 0,1 0 0 0 0,3 1 1 0 0,-4-2-85 0 0,0 0 0 0 0,0 0 1 0 0,-1 0-1 0 0,1-1 1 0 0,0 1-1 0 0,0 0 0 0 0,-1-1 1 0 0,1 1-1 0 0,0-1 0 0 0,-1 0 1 0 0,1 1-1 0 0,0-1 1 0 0,-1 0-1 0 0,1 0 0 0 0,-1 0 1 0 0,1 0-1 0 0,1-3 0 0 0,3-2-758 0 0,-1 0-1 0 0,0 0 0 0 0,-1-1 1 0 0,1 1-1 0 0,-1-1 1 0 0,-1 0-1 0 0,1-1 0 0 0,2-10 1 0 0,7-8-2125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40:12.6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 1 4881 0 0,'0'0'113'0'0,"-1"0"-1"0"0,0 0 1 0 0,1 0-1 0 0,-1 0 1 0 0,1 0 0 0 0,-1 0-1 0 0,0 1 1 0 0,1-1-1 0 0,-1 0 1 0 0,1 0 0 0 0,-1 1-1 0 0,1-1 1 0 0,-1 0 0 0 0,1 1-1 0 0,-1-1 1 0 0,1 0-1 0 0,-1 1 1 0 0,1-1 0 0 0,-1 1-1 0 0,1-1 1 0 0,0 1-1 0 0,-1-1 1 0 0,1 1 0 0 0,0-1-1 0 0,-1 1 1 0 0,1-1-1 0 0,0 1 1 0 0,0 0 0 0 0,0-1-1 0 0,-1 1 1 0 0,1-1-1 0 0,0 1 1 0 0,0 0 0 0 0,0-1-1 0 0,0 1 1 0 0,0 0-1 0 0,-6 27 194 0 0,6-28-242 0 0,-4 44 672 0 0,1-1-1 0 0,3 0 1 0 0,5 55 0 0 0,26 129 569 0 0,-26-196-1336 0 0,-5-30 31 0 0,18 74-255 0 0,-18-73 168 0 0,1 1-1 0 0,0-1 0 0 0,-1 1 0 0 0,1-1 0 0 0,0 0 0 0 0,1 1 0 0 0,-1-1 0 0 0,0 0 0 0 0,1 0 0 0 0,-1 0 0 0 0,1 0 0 0 0,0 0 0 0 0,-1 0 0 0 0,1 0 0 0 0,0 0 0 0 0,0-1 1 0 0,0 1-1 0 0,1-1 0 0 0,-1 1 0 0 0,0-1 0 0 0,0 0 0 0 0,1 0 0 0 0,-1 0 0 0 0,1 0 0 0 0,3 1 0 0 0,-4-3-80 0 0,0 0-1 0 0,0 0 1 0 0,0 1 0 0 0,0-1 0 0 0,0 0-1 0 0,-1-1 1 0 0,1 1 0 0 0,0 0-1 0 0,-1 0 1 0 0,1-1 0 0 0,0 1 0 0 0,-1-1-1 0 0,0 1 1 0 0,1-1 0 0 0,-1 0-1 0 0,0 1 1 0 0,0-1 0 0 0,0 0 0 0 0,0 0-1 0 0,1-3 1 0 0,18-46-2950 0 0,-18 46 2695 0 0,13-47-2079 0 0,-10 26 1194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40:12.9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0 266 3113 0 0,'1'1'166'0'0,"0"0"0"0"0,-1 0 1 0 0,1 0-1 0 0,0-1 1 0 0,0 1-1 0 0,0 0 0 0 0,0-1 1 0 0,-1 1-1 0 0,1 0 0 0 0,0-1 1 0 0,0 1-1 0 0,0-1 1 0 0,0 0-1 0 0,0 1 0 0 0,0-1 1 0 0,1 0-1 0 0,-1 0 1 0 0,0 1-1 0 0,0-1 0 0 0,0 0 1 0 0,0 0-1 0 0,0 0 0 0 0,0 0 1 0 0,0-1-1 0 0,0 1 1 0 0,0 0-1 0 0,0 0 0 0 0,0-1 1 0 0,1 1-1 0 0,-1 0 1 0 0,0-1-1 0 0,-1 1 0 0 0,3-2 1 0 0,46-20 1839 0 0,-36 15-1665 0 0,15-6-102 0 0,331-169-151 0 0,-378 183-8378 0 0,-31 5 5650 0 0,43-5 2728 0 0,0 0 0 0 0,0-1 0 0 0,0 0-1 0 0,1 0 1 0 0,-1 0 0 0 0,0-1 0 0 0,0 0 0 0 0,0-1-1 0 0,-9-3 1 0 0,10 2 233 0 0,1 0 0 0 0,-1-1 0 0 0,1 0 0 0 0,0 0-1 0 0,-7-8 1 0 0,-6-5 1336 0 0,15 33 1735 0 0,5 26-2535 0 0,1-14-606 0 0,22 169 1124 0 0,-18-159-1253 0 0,1-1 1 0 0,2-1-1 0 0,18 43 0 0 0,-25-71-71 0 0,0-1-1 0 0,1 0 1 0 0,0 0-1 0 0,0 0 1 0 0,0 0-1 0 0,1-1 1 0 0,0 0-1 0 0,0 0 1 0 0,1 0-1 0 0,0 0 1 0 0,0-1-1 0 0,0 0 1 0 0,0 0-1 0 0,1-1 1 0 0,0 0-1 0 0,0 0 0 0 0,0 0 1 0 0,1-1-1 0 0,-1 0 1 0 0,1 0-1 0 0,-1-1 1 0 0,1 0-1 0 0,0-1 1 0 0,0 1-1 0 0,0-2 1 0 0,0 1-1 0 0,0-1 1 0 0,0 0-1 0 0,0-1 1 0 0,0 1-1 0 0,0-2 1 0 0,0 1-1 0 0,0-1 0 0 0,-1 0 1 0 0,1-1-1 0 0,-1 0 1 0 0,1 0-1 0 0,7-5 1 0 0,4-2-245 0 0,0-1 0 0 0,-1-1 0 0 0,0-1 0 0 0,0 0 0 0 0,-2-2 0 0 0,24-24 0 0 0,-28 26-1070 0 0,-1-1 0 0 0,0-1-1 0 0,-1 1 1 0 0,14-30 0 0 0,-8 11-2836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43:51.03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109 75 2777 0 0,'-13'-7'8394'0'0,"6"5"-5806"0"0,-6 32-2464 0 0,1 1 0 0 0,1 0 0 0 0,2 1 0 0 0,1 0-1 0 0,-5 42 1 0 0,-6 168-183 0 0,19-176 54 0 0,2 0 0 0 0,12 76 0 0 0,36 129-9 0 0,-43-237 68 0 0,2 0-1 0 0,2-1 1 0 0,0 0 0 0 0,3-1 0 0 0,0 0-1 0 0,2-1 1 0 0,29 42 0 0 0,-36-60-21 0 0,1-1 1 0 0,1 0-1 0 0,0 0 1 0 0,0-1-1 0 0,1-1 1 0 0,1 0-1 0 0,0-1 1 0 0,15 9-1 0 0,-18-13-21 0 0,1 0-1 0 0,-1-1 0 0 0,1 0 1 0 0,0 0-1 0 0,0-2 1 0 0,0 1-1 0 0,0-1 1 0 0,1-1-1 0 0,-1 0 1 0 0,1-1-1 0 0,-1 0 0 0 0,17-2 1 0 0,-21 0 4 0 0,1 0 1 0 0,-1 0-1 0 0,1 0 1 0 0,-1-1-1 0 0,0 0 1 0 0,0-1-1 0 0,0 0 1 0 0,0 0-1 0 0,-1 0 1 0 0,1-1-1 0 0,-1 0 1 0 0,0 0-1 0 0,7-9 1 0 0,8-11 41 0 0,36-51 0 0 0,-42 53-42 0 0,2-2 34 0 0,-1-1 0 0 0,-1-1 0 0 0,-2-1 1 0 0,-1 0-1 0 0,-1-1 0 0 0,-1 0 0 0 0,7-39 0 0 0,-7 10 85 0 0,-2 0-1 0 0,-1-109 0 0 0,-9 120-51 0 0,-2 0 0 0 0,-2 0 0 0 0,-2 0 0 0 0,-2 1 0 0 0,-2 0 0 0 0,-1 1 0 0 0,-3 1 1 0 0,-2 0-1 0 0,-39-70 0 0 0,36 84 6 0 0,-2 1 0 0 0,0 1 1 0 0,-2 1-1 0 0,-1 1 0 0 0,-35-27 1 0 0,50 44-61 0 0,-1 1 1 0 0,1 1 0 0 0,-1 0-1 0 0,-1 0 1 0 0,1 1 0 0 0,-1 1-1 0 0,0 0 1 0 0,-1 1 0 0 0,1 0-1 0 0,-1 1 1 0 0,-19-2 0 0 0,0 2-6 0 0,1 1 0 0 0,0 2 0 0 0,-61 8 0 0 0,85-7-192 0 0,1 0-1 0 0,-1 1 1 0 0,0 0 0 0 0,1 0 0 0 0,-1 0-1 0 0,1 1 1 0 0,0 1 0 0 0,-11 6-1 0 0,14-8-533 0 0,1 1-1 0 0,-1 0 0 0 0,1 0 0 0 0,0 0 0 0 0,0 0 0 0 0,0 0 0 0 0,1 1 1 0 0,-1-1-1 0 0,1 1 0 0 0,-4 7 0 0 0,0 5-5026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43:52.91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439 1226 912 0 0,'-3'2'622'0'0,"-1"-1"0"0"0,0 1 1 0 0,0-1-1 0 0,0 0 0 0 0,0 0 0 0 0,0 0 0 0 0,0-1 0 0 0,0 1 0 0 0,-5-1 1 0 0,-2-1 183 0 0,0 0 0 0 0,0-1 0 0 0,1-1 0 0 0,-13-3 0 0 0,-16-5 283 0 0,30 9-954 0 0,0-1 0 0 0,1 0 0 0 0,-1-1 0 0 0,1 0 0 0 0,0-1 0 0 0,0 1 0 0 0,0-2 0 0 0,1 1 0 0 0,0-1-1 0 0,0 0 1 0 0,0 0 0 0 0,1-1 0 0 0,0 0 0 0 0,0 0 0 0 0,1 0 0 0 0,-6-10 0 0 0,-10-18 81 0 0,2-1 1 0 0,-20-52-1 0 0,20 44 117 0 0,7 14-180 0 0,1 0 0 0 0,1-1 0 0 0,2 1 0 0 0,1-2 1 0 0,1 1-1 0 0,2-1 0 0 0,1 0 0 0 0,2 0 0 0 0,1 0 1 0 0,1 0-1 0 0,2 0 0 0 0,1 1 0 0 0,2-1 0 0 0,12-41 0 0 0,-9 50-107 0 0,2 0 0 0 0,0 1 0 0 0,1 0 0 0 0,1 1 0 0 0,1 1 0 0 0,1 0 0 0 0,1 1-1 0 0,0 0 1 0 0,2 1 0 0 0,0 1 0 0 0,28-20 0 0 0,-21 19-39 0 0,1 1 0 0 0,1 0-1 0 0,1 3 1 0 0,0 0 0 0 0,0 1 0 0 0,2 2 0 0 0,-1 1 0 0 0,52-10 0 0 0,-69 19 4 0 0,1 0 1 0 0,0 1 0 0 0,-1 0 0 0 0,1 1 0 0 0,0 0 0 0 0,-1 1 0 0 0,1 0-1 0 0,-1 1 1 0 0,0 0 0 0 0,0 1 0 0 0,0 1 0 0 0,0 0 0 0 0,-1 0-1 0 0,0 1 1 0 0,0 1 0 0 0,0 0 0 0 0,-1 0 0 0 0,0 1 0 0 0,-1 0-1 0 0,14 16 1 0 0,-4-4 33 0 0,-1 2 0 0 0,0 0 0 0 0,-2 1 0 0 0,-1 0-1 0 0,-1 2 1 0 0,-1 0 0 0 0,-1 0 0 0 0,11 34 0 0 0,-9-15-13 0 0,-2 0 0 0 0,-2 0 1 0 0,-2 1-1 0 0,-1 1 0 0 0,-3-1 0 0 0,-2 1 0 0 0,-2 0 1 0 0,-1-1-1 0 0,-3 1 0 0 0,-12 57 0 0 0,8-79-50 0 0,0-1 0 0 0,-2 0 0 0 0,-1-1 0 0 0,-20 32 0 0 0,4-8-101 0 0,20-34 118 0 0,0 0 0 0 0,-1 0 0 0 0,-1-1 1 0 0,0 0-1 0 0,0 0 0 0 0,-1-1 0 0 0,-1 0 0 0 0,0-1 0 0 0,0 0 0 0 0,-18 10 0 0 0,9-8 17 0 0,0-1 0 0 0,-1-1 0 0 0,-1-1 0 0 0,1-1 0 0 0,-39 8-1 0 0,0 0-98 0 0,40-9-219 0 0,1-1 1 0 0,0 0-1 0 0,-1-2 1 0 0,0 0 0 0 0,-37-1-1 0 0,56-2 132 0 0,0 0-1 0 0,0 0 1 0 0,0-1-1 0 0,0 1 1 0 0,0 0-1 0 0,0-1 1 0 0,1 1-1 0 0,-1-1 1 0 0,0 1-1 0 0,0-1 1 0 0,0 1-1 0 0,0-1 1 0 0,1 1-1 0 0,-1-1 1 0 0,0 0-1 0 0,0 0 1 0 0,1 1 0 0 0,-1-1-1 0 0,1 0 1 0 0,-1 0-1 0 0,1 0 1 0 0,-1 0-1 0 0,1 0 1 0 0,-1 0-1 0 0,1 0 1 0 0,0 0-1 0 0,-1-1 1 0 0,-2-29-5823 0 0,3 25 5090 0 0,1-17-3345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41:32.60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1 225 2769 0 0,'0'-11'11655'0'0,"1"10"-11417"0"0,18-26 2954 0 0,28-24-2025 0 0,-18 21-410 0 0,-12 11-289 0 0,2 1 0 0 0,0 0 0 0 0,39-26 0 0 0,-58 43-449 0 0,0 1 0 0 0,1-1 0 0 0,-1 1 0 0 0,1 0 0 0 0,-1-1 0 0 0,1 1 0 0 0,0 0 1 0 0,-1-1-1 0 0,1 1 0 0 0,-1 0 0 0 0,1 0 0 0 0,0-1 0 0 0,-1 1 0 0 0,1 0 0 0 0,-1 0 0 0 0,1 0 0 0 0,0 0 0 0 0,-1 0 0 0 0,1 0 0 0 0,0 0 0 0 0,-1 0 1 0 0,1 0-1 0 0,-1 0 0 0 0,1 0 0 0 0,0 1 0 0 0,-1-1 0 0 0,1 0 0 0 0,-1 0 0 0 0,1 1 0 0 0,0-1 0 0 0,-1 0 0 0 0,1 1 0 0 0,0 0 0 0 0,3 23 354 0 0,-15 40-114 0 0,10-58-244 0 0,-23 84-643 0 0,-5-1 0 0 0,-46 103 0 0 0,79-207-386 0 0,2-12 928 0 0,1 1-1 0 0,13-29 0 0 0,-17 49 138 0 0,0-1 0 0 0,1 0 0 0 0,1 1 0 0 0,-1 0 1 0 0,1 0-1 0 0,0 0 0 0 0,0 1 0 0 0,0 0 0 0 0,1 0 0 0 0,0 0 0 0 0,0 1 1 0 0,11-7-1 0 0,-14 10 10 0 0,0-1 1 0 0,0 1 0 0 0,0 1-1 0 0,0-1 1 0 0,0 0 0 0 0,0 1-1 0 0,0-1 1 0 0,1 1 0 0 0,-1 0-1 0 0,0 0 1 0 0,0 0-1 0 0,0 1 1 0 0,0-1 0 0 0,0 1-1 0 0,1 0 1 0 0,-1 0 0 0 0,0 0-1 0 0,-1 0 1 0 0,1 0 0 0 0,0 1-1 0 0,0-1 1 0 0,0 1 0 0 0,-1 0-1 0 0,1-1 1 0 0,-1 1 0 0 0,1 1-1 0 0,-1-1 1 0 0,0 0 0 0 0,0 0-1 0 0,0 1 1 0 0,0-1-1 0 0,2 6 1 0 0,3 2-3 0 0,-1 1-1 0 0,-1-1 1 0 0,0 1-1 0 0,4 13 1 0 0,-4-13-635 0 0,-1 0 1 0 0,1 0-1 0 0,11 17 0 0 0,-3-15-1961 0 0,-5-19-2488 0 0,-5-25-2875 0 0,-2 14 4118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41:33.19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44 7 5889 0 0,'-4'3'6513'0'0,"2"6"-3550"0"0,-1 24-2186 0 0,3-30-109 0 0,-9 277 2983 0 0,7-93-6160 0 0,2-193 1110 0 0,0-37-2451 0 0,-1 18 3563 0 0,-1 0 0 0 0,0 0 0 0 0,-8-28-1 0 0,8 46 354 0 0,-4-23-103 0 0,6 29 90 0 0,-1 1 1 0 0,1-1 0 0 0,0 1 0 0 0,0-1 0 0 0,0 1 0 0 0,0-1 0 0 0,0 0 0 0 0,0 1 0 0 0,0-1 0 0 0,1 1 0 0 0,-1-1 0 0 0,0 1 0 0 0,0-1 0 0 0,0 1 0 0 0,0-1 0 0 0,1 1 0 0 0,-1-1 0 0 0,0 1 0 0 0,1-1 0 0 0,-1 1 0 0 0,0-1 0 0 0,1 1 0 0 0,-1-1 0 0 0,0 1 0 0 0,1 0 0 0 0,-1-1-1 0 0,1 1 1 0 0,-1 0 0 0 0,1-1 0 0 0,-1 1 0 0 0,1 0 0 0 0,-1 0 0 0 0,1-1 0 0 0,-1 1 0 0 0,1 0 0 0 0,-1 0 0 0 0,1 0 0 0 0,-1 0 0 0 0,1 0 0 0 0,1 0 0 0 0,2-1 26 0 0,1 0-1 0 0,-1 0 1 0 0,0 0 0 0 0,1-1 0 0 0,-1 1-1 0 0,0-1 1 0 0,0 0 0 0 0,0 0-1 0 0,0 0 1 0 0,0-1 0 0 0,0 0 0 0 0,-1 1-1 0 0,1-1 1 0 0,-1 0 0 0 0,4-6-1 0 0,0 2-62 0 0,-1 0 1 0 0,0 0-1 0 0,0-1 0 0 0,-1 0 0 0 0,0 0 0 0 0,5-13 0 0 0,14-61-538 0 0,-19 60 638 0 0,0 1 0 0 0,2 1 0 0 0,10-22 0 0 0,-14 49 569 0 0,-1 1 0 0 0,0-1 1 0 0,0 1-1 0 0,-1 0 0 0 0,1 11 1 0 0,-1 224 2781 0 0,1 18-3467 0 0,-1-232-1220 0 0,0-22-2442 0 0,-1-26-115 0 0,-7-47-5526 0 0,6 38 5424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41:33.75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65 4001 0 0,'21'-3'8798'0'0,"23"-18"-7496"0"0,-39 18-576 0 0,14-7-231 0 0,-11 6-175 0 0,0-1-1 0 0,0 1 1 0 0,0 1 0 0 0,1 0 0 0 0,-1 0 0 0 0,14-3-1 0 0,-20 6-268 0 0,1 0 1 0 0,-1 0-1 0 0,0 0 0 0 0,0 1 0 0 0,0-1 0 0 0,0 0 0 0 0,0 1 0 0 0,0-1 0 0 0,0 1 0 0 0,0 0 0 0 0,0 0 0 0 0,0 0 0 0 0,0 0 0 0 0,0 0 0 0 0,0 0 0 0 0,0 0 0 0 0,-1 1 1 0 0,1-1-1 0 0,-1 1 0 0 0,1-1 0 0 0,-1 1 0 0 0,1 0 0 0 0,-1-1 0 0 0,0 1 0 0 0,0 0 0 0 0,0 0 0 0 0,0 0 0 0 0,0 0 0 0 0,0 0 0 0 0,0 0 0 0 0,-1 0 0 0 0,1 3 0 0 0,8 23 42 0 0,-2 0 0 0 0,6 44 0 0 0,-11-56-794 0 0,-1 0 1 0 0,-1 0-1 0 0,-2 23 0 0 0,2-38 397 0 0,0 1 0 0 0,0 0 0 0 0,0-1 0 0 0,-1 1-1 0 0,1 0 1 0 0,0-1 0 0 0,-1 1 0 0 0,0-1 0 0 0,1 1 0 0 0,-1-1 0 0 0,0 1 0 0 0,0-1 0 0 0,0 0 0 0 0,0 1 0 0 0,0-1-1 0 0,0 0 1 0 0,0 0 0 0 0,-2 2 0 0 0,2-2 33 0 0,0-1 1 0 0,0 0-1 0 0,0 1 1 0 0,0-1-1 0 0,0 0 0 0 0,0 0 1 0 0,0 0-1 0 0,0 0 0 0 0,0 0 1 0 0,0 0-1 0 0,0 0 0 0 0,0 0 1 0 0,0 0-1 0 0,1-1 0 0 0,-1 1 1 0 0,0 0-1 0 0,0 0 0 0 0,0-1 1 0 0,0 1-1 0 0,0-1 0 0 0,0 1 1 0 0,0-1-1 0 0,1 1 0 0 0,-1-1 1 0 0,0 0-1 0 0,0 1 0 0 0,0-2 1 0 0,-7-5-2495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41:34.23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28 2849 0 0,'5'2'7836'0'0,"17"0"-3570"0"0,91-3-2451 0 0,-61 1-410 0 0,105-14 497 0 0,-1 0-1669 0 0,-175 16-1955 0 0,8 0 1458 0 0,0 0-1 0 0,0-2 1 0 0,-20 0-1 0 0,9-3 146 0 0,14 1 113 0 0,0 1-1 0 0,0 0 1 0 0,0 0-1 0 0,-1 0 1 0 0,1 1-1 0 0,0 1 1 0 0,-13 1 0 0 0,19-1 22 0 0,-1 0 1 0 0,1 1 0 0 0,0-1 0 0 0,-1 0 0 0 0,1 1 0 0 0,0-1-1 0 0,0 1 1 0 0,0 0 0 0 0,0 0 0 0 0,0-1 0 0 0,0 1-1 0 0,1 1 1 0 0,-1-1 0 0 0,0 0 0 0 0,1 0 0 0 0,0 1 0 0 0,0-1-1 0 0,-1 0 1 0 0,1 1 0 0 0,1-1 0 0 0,-1 1 0 0 0,0 0-1 0 0,1-1 1 0 0,-1 1 0 0 0,1 0 0 0 0,0-1 0 0 0,0 6-1 0 0,-3 28 198 0 0,2 45 0 0 0,1-70-428 0 0,1-1 0 0 0,0 1 1 0 0,1-1-1 0 0,0 1 0 0 0,1-1 1 0 0,0 0-1 0 0,0 0 0 0 0,1 0 0 0 0,5 9 1 0 0,-9-19 131 0 0,0 1 0 0 0,0-1 0 0 0,0 0 0 0 0,1 0 0 0 0,-1 1 0 0 0,0-1 0 0 0,0 0 0 0 0,0 0 0 0 0,1 1 0 0 0,-1-1 0 0 0,0 0 0 0 0,0 0 0 0 0,0 0 0 0 0,1 1 0 0 0,-1-1 0 0 0,0 0 0 0 0,1 0 0 0 0,-1 0 0 0 0,0 0 0 0 0,0 0 0 0 0,1 0 0 0 0,-1 0 0 0 0,0 0 0 0 0,1 1 0 0 0,-1-1 0 0 0,0 0 0 0 0,0 0 0 0 0,1 0 0 0 0,-1 0 0 0 0,0-1 0 0 0,1 1 0 0 0,-1 0 0 0 0,0 0-1 0 0,0 0 1 0 0,1 0 0 0 0,-1 0 0 0 0,0 0 0 0 0,1 0 0 0 0,-1 0 0 0 0,0-1 0 0 0,0 1 0 0 0,1 0 0 0 0,-1 0 0 0 0,0 0 0 0 0,0 0 0 0 0,1-1 0 0 0,11-18-2721 0 0,4-23-1719 0 0,-12 19 1561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41:34.60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14 34 1688 0 0,'-5'-34'13171'0'0,"3"56"-11041"0"0,-3 44-641 0 0,3-1 0 0 0,10 88 0 0 0,27 131-1927 0 0,-26-221 8 0 0,-8-54 91 0 0,-1-5-51 0 0,1 0 1 0 0,-1 0-1 0 0,1 0 1 0 0,-1-1 0 0 0,1 1-1 0 0,0 0 1 0 0,0 0-1 0 0,1-1 1 0 0,2 7-1 0 0,-2-23-6627 0 0,-2-17 1501 0 0,0 11 2247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41:35.07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 0 3929 0 0,'-3'9'9195'0'0,"6"5"-5715"0"0,9 20-3856 0 0,-8-25 1162 0 0,21 51-461 0 0,-7-22-1807 0 0,-9-11-2737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41:35.57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14 1 3361 0 0,'-1'1'437'0'0,"0"-1"1"0"0,0 1-1 0 0,0 0 1 0 0,0 0 0 0 0,0 0-1 0 0,0 1 1 0 0,0-1-1 0 0,0 0 1 0 0,1 0-1 0 0,-1 0 1 0 0,0 0-1 0 0,1 1 1 0 0,-1-1 0 0 0,1 0-1 0 0,0 1 1 0 0,-1-1-1 0 0,1 0 1 0 0,0 1-1 0 0,0-1 1 0 0,0 1-1 0 0,0-1 1 0 0,0 3 0 0 0,0-3-183 0 0,1 1 0 0 0,0-1 0 0 0,0 0 0 0 0,-1 0 0 0 0,1 0 1 0 0,0 0-1 0 0,0 1 0 0 0,0-1 0 0 0,0 0 0 0 0,0 0 0 0 0,0-1 1 0 0,1 1-1 0 0,-1 0 0 0 0,0 0 0 0 0,0-1 0 0 0,1 1 0 0 0,2 1 0 0 0,1 0-58 0 0,1-1 0 0 0,0 1 0 0 0,-1-1-1 0 0,1 0 1 0 0,0 0 0 0 0,0-1-1 0 0,0 0 1 0 0,0 0 0 0 0,9-1-1 0 0,35-13 1 0 0,-36 9-139 0 0,1 1-1 0 0,29-5 1 0 0,-43 9-52 0 0,0 0 0 0 0,0 0 1 0 0,0-1-1 0 0,0 1 0 0 0,0 0 1 0 0,0 0-1 0 0,0 0 0 0 0,0 0 1 0 0,0 0-1 0 0,0 1 0 0 0,1-1 0 0 0,-1 0 1 0 0,0 0-1 0 0,0 1 0 0 0,0-1 1 0 0,0 1-1 0 0,0-1 0 0 0,0 1 1 0 0,0-1-1 0 0,-1 1 0 0 0,1-1 1 0 0,0 1-1 0 0,0 0 0 0 0,0 0 0 0 0,-1-1 1 0 0,1 1-1 0 0,0 0 0 0 0,1 2 1 0 0,-2-1-9 0 0,0 0 1 0 0,1 0-1 0 0,-1 0 0 0 0,0 0 1 0 0,0 0-1 0 0,0 0 1 0 0,0 0-1 0 0,0 0 1 0 0,-1 1-1 0 0,1-1 1 0 0,0 0-1 0 0,-1 0 0 0 0,-1 3 1 0 0,-3 6-110 0 0,0 0-1 0 0,-1 0 1 0 0,-12 17 0 0 0,-4 1-22 0 0,9-12-19 0 0,1 0 0 0 0,0 0 0 0 0,-10 21 0 0 0,19-31 78 0 0,1-1 1 0 0,-1 1 0 0 0,1 0-1 0 0,0-1 1 0 0,1 1-1 0 0,-1 0 1 0 0,2 0 0 0 0,-1 0-1 0 0,1 0 1 0 0,0 1-1 0 0,0-1 1 0 0,1 0 0 0 0,1 9-1 0 0,-2-14 58 0 0,1 1 0 0 0,-1-1-1 0 0,1 0 1 0 0,-1 1-1 0 0,1-1 1 0 0,0 0 0 0 0,0 0-1 0 0,0 0 1 0 0,0 0 0 0 0,0 0-1 0 0,1 0 1 0 0,-1 0-1 0 0,1 0 1 0 0,-1 0 0 0 0,1-1-1 0 0,-1 1 1 0 0,1-1 0 0 0,0 1-1 0 0,0-1 1 0 0,0 1-1 0 0,0-1 1 0 0,0 0 0 0 0,2 1-1 0 0,0-1 39 0 0,-1-1-1 0 0,1 1 1 0 0,-1-1 0 0 0,1 0-1 0 0,-1 0 1 0 0,0 0-1 0 0,1 0 1 0 0,-1-1-1 0 0,1 0 1 0 0,-1 1-1 0 0,0-1 1 0 0,1 0-1 0 0,5-3 1 0 0,1-1 122 0 0,0-1 0 0 0,0 0-1 0 0,0 0 1 0 0,-1 0 0 0 0,0-1 0 0 0,-1-1 0 0 0,1 0-1 0 0,10-12 1 0 0,-15 13-96 0 0,-1 0 1 0 0,1 0-1 0 0,-1 0 0 0 0,0 0 1 0 0,-1 0-1 0 0,0-1 0 0 0,0 1 0 0 0,0-1 1 0 0,-1 1-1 0 0,0-1 0 0 0,-1-10 1 0 0,1 16-72 0 0,-1 0 0 0 0,0 0 0 0 0,0 0 1 0 0,0 0-1 0 0,0 0 0 0 0,-1 1 0 0 0,1-1 1 0 0,0 0-1 0 0,-1 0 0 0 0,1 0 0 0 0,-1 1 1 0 0,0-1-1 0 0,0 0 0 0 0,1 1 1 0 0,-1-1-1 0 0,0 0 0 0 0,0 1 0 0 0,-1-1 1 0 0,1 1-1 0 0,0 0 0 0 0,0-1 0 0 0,-1 1 1 0 0,1 0-1 0 0,-1 0 0 0 0,1 0 0 0 0,-1 0 1 0 0,1 0-1 0 0,-1 0 0 0 0,0 0 1 0 0,1 0-1 0 0,-1 1 0 0 0,0-1 0 0 0,0 1 1 0 0,0-1-1 0 0,1 1 0 0 0,-1 0 0 0 0,0 0 1 0 0,0-1-1 0 0,0 1 0 0 0,0 1 0 0 0,0-1 1 0 0,1 0-1 0 0,-1 0 0 0 0,0 1 0 0 0,0-1 1 0 0,0 1-1 0 0,1-1 0 0 0,-1 1 1 0 0,0 0-1 0 0,-2 1 0 0 0,-25 12-1430 0 0,-18 4-5238 0 0,37-22 1021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41:35.92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 5 3377 0 0,'-3'-5'8959'0'0,"15"35"-6755"0"0,15 179-1654 0 0,-24-163-3943 0 0,-3 48-1 0 0,0-93 3071 0 0,0 1-1 0 0,0-1 1 0 0,0 0 0 0 0,0 0-1 0 0,0 0 1 0 0,0 1 0 0 0,0-1-1 0 0,-1 0 1 0 0,1 0 0 0 0,0 0-1 0 0,-1 0 1 0 0,1 0 0 0 0,-1 1-1 0 0,0-1 1 0 0,1 0 0 0 0,-1 0-1 0 0,0 0 1 0 0,1-1 0 0 0,-2 2-1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41:36.27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173 0 4809 0 0,'0'0'4445'0'0,"6"6"425"0"0,20 17-2614 0 0,-19-21-2172 0 0,0 0 0 0 0,0 0 0 0 0,0 0 0 0 0,0-1 0 0 0,1 0 0 0 0,-1-1 0 0 0,0 0 0 0 0,0 0 1 0 0,1 0-1 0 0,-1-1 0 0 0,0 0 0 0 0,0 0 0 0 0,9-4 0 0 0,46-3-7908 0 0</inkml:trace>
  <inkml:trace contextRef="#ctx0" brushRef="#br0" timeOffset="1">36 386 2873 0 0,'-6'13'1869'0'0,"0"1"1"0"0,1 0-1 0 0,-6 29 1 0 0,8-28-1826 0 0,1 1 0 0 0,1-1 1 0 0,0 1-1 0 0,1-1 0 0 0,0 1 1 0 0,5 25-1 0 0,-1-29-1908 0 0,-4-12 1794 0 0,0 0 1 0 0,0-1 0 0 0,0 1-1 0 0,0 0 1 0 0,0 0 0 0 0,0 0-1 0 0,0 0 1 0 0,0 0 0 0 0,0 0-1 0 0,0 0 1 0 0,0-1 0 0 0,0 1 0 0 0,0 0-1 0 0,0 0 1 0 0,0 0 0 0 0,0 0-1 0 0,0 0 1 0 0,0 0 0 0 0,0-1-1 0 0,0 1 1 0 0,0 0 0 0 0,0 0-1 0 0,0 0 1 0 0,0 0 0 0 0,1 0 0 0 0,-1 0-1 0 0,0 0 1 0 0,0 0 0 0 0,0-1-1 0 0,0 1 1 0 0,0 0 0 0 0,0 0-1 0 0,0 0 1 0 0,0 0 0 0 0,1 0-1 0 0,-1 0 1 0 0,0 0 0 0 0,0 0 0 0 0,0 0-1 0 0,0 0 1 0 0,0 0 0 0 0,0 0-1 0 0,0 0 1 0 0,1 0 0 0 0,-1 0-1 0 0,0 0 1 0 0,0 0 0 0 0,0 0-1 0 0,0 0 1 0 0,0 0 0 0 0,0 0 0 0 0,1 0-1 0 0,-1 0 1 0 0,0 0 0 0 0,0 0-1 0 0,0 0 1 0 0,0 0 0 0 0,0 0-1 0 0,0 0 1 0 0,0 0 0 0 0,1 0 0 0 0,-1 0-1 0 0,0 1 1 0 0,0-1 0 0 0,1-5-3023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41:36.60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 96 1960 0 0,'0'0'283'0'0,"0"-1"-1"0"0,-1 1 1 0 0,1 0-1 0 0,0-1 1 0 0,0 1-1 0 0,0-1 0 0 0,0 1 1 0 0,-1-1-1 0 0,1 1 1 0 0,0-1-1 0 0,0 1 1 0 0,0 0-1 0 0,0-1 0 0 0,0 1 1 0 0,0-1-1 0 0,0 1 1 0 0,0-1-1 0 0,0 1 1 0 0,0-1-1 0 0,0 1 0 0 0,1-1 1 0 0,-1 1-1 0 0,0 0 1 0 0,0-1-1 0 0,0 1 1 0 0,1-1-1 0 0,-1 1 0 0 0,0 0 1 0 0,0-1-1 0 0,1 1 1 0 0,-1 0-1 0 0,1-1 1 0 0,18-17 2344 0 0,23-9-1005 0 0,-32 21-1244 0 0,0 1 0 0 0,0 0 0 0 0,0 1 1 0 0,1 0-1 0 0,0 1 0 0 0,-1 0 0 0 0,1 1 0 0 0,0 0 0 0 0,17-1 1 0 0,-24 3-317 0 0,0 1 0 0 0,1-1 0 0 0,-1 0 0 0 0,0 1 0 0 0,0 0 0 0 0,0 0 1 0 0,0 1-1 0 0,0-1 0 0 0,0 1 0 0 0,0-1 0 0 0,0 1 0 0 0,-1 0 0 0 0,1 1 0 0 0,0-1 1 0 0,-1 1-1 0 0,0-1 0 0 0,0 1 0 0 0,0 0 0 0 0,0 0 0 0 0,0 1 0 0 0,-1-1 0 0 0,1 1 1 0 0,-1-1-1 0 0,0 1 0 0 0,0 0 0 0 0,0-1 0 0 0,2 8 0 0 0,2 6-134 0 0,-1 1 0 0 0,-1 0-1 0 0,0 0 1 0 0,1 19 0 0 0,-4-25-957 0 0,-1 0 0 0 0,0 0 0 0 0,-3 23 0 0 0,3-34 851 0 0,0 0-1 0 0,0-1 0 0 0,0 1 1 0 0,0 0-1 0 0,0-1 0 0 0,-1 1 0 0 0,1 0 1 0 0,0-1-1 0 0,0 1 0 0 0,0 0 1 0 0,-1-1-1 0 0,1 1 0 0 0,0 0 1 0 0,-1-1-1 0 0,1 1 0 0 0,-1-1 1 0 0,1 1-1 0 0,-1 0 0 0 0,1-1 1 0 0,-1 1-1 0 0,1-1 0 0 0,-1 1 1 0 0,1-1-1 0 0,-1 0 0 0 0,1 1 1 0 0,-1-1-1 0 0,0 0 0 0 0,1 1 1 0 0,-1-1-1 0 0,-1 0 0 0 0,-19-8-6363 0 0,11 2 3177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41:37.03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 46 4521 0 0,'-5'4'8699'0'0,"5"-4"-8563"0"0,14 1 2791 0 0,-3-3-2371 0 0,0 0-1 0 0,1 1 0 0 0,-1 1 0 0 0,0 0 0 0 0,0 0 1 0 0,14 3-1 0 0,39 0-1452 0 0,-59-3 232 0 0,0-1 1 0 0,1 1 0 0 0,-1-1 0 0 0,0 0 0 0 0,0-1 0 0 0,0 1 0 0 0,0-1 0 0 0,0 0 0 0 0,6-4 0 0 0,-10 5 250 0 0,0 1 0 0 0,1-1 1 0 0,-1 0-1 0 0,-1 0 0 0 0,1 0 0 0 0,0 0 0 0 0,0 0 0 0 0,0-1 1 0 0,0 1-1 0 0,-1 0 0 0 0,1 0 0 0 0,-1 0 0 0 0,1-1 0 0 0,0-1 1 0 0,2-5-2363 0 0,4-2-369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41:37.41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78 4 5417 0 0,'0'-1'201'0'0,"0"1"0"0"0,-1 0 0 0 0,1 0 0 0 0,0-1 0 0 0,0 1 0 0 0,-1 0 0 0 0,1 0 0 0 0,0 0 0 0 0,-1-1 0 0 0,1 1-1 0 0,0 0 1 0 0,-1 0 0 0 0,1 0 0 0 0,0 0 0 0 0,-1 0 0 0 0,1 0 0 0 0,-1 0 0 0 0,1 0 0 0 0,0 0 0 0 0,-1 0 0 0 0,1 0 0 0 0,0 0 0 0 0,-1 0 0 0 0,1 0 0 0 0,0 0 0 0 0,-1 0-1 0 0,1 0 1 0 0,0 1 0 0 0,-1-1 0 0 0,1 0 0 0 0,0 0 0 0 0,-1 0 0 0 0,1 0 0 0 0,0 1 0 0 0,0-1 0 0 0,-1 0 0 0 0,-11 16 1959 0 0,-3 22-1667 0 0,14-38-308 0 0,-9 31 136 0 0,-11 56 0 0 0,19-76-848 0 0,0 1 0 0 0,1 0 1 0 0,0 0-1 0 0,1 0 0 0 0,0 0 1 0 0,1 0-1 0 0,1 0 0 0 0,2 12 1 0 0,1-14-1994 0 0,1-14-29 0 0,1-18-1518 0 0,-6 17 3385 0 0,3-6-892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41:37.79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 33 2897 0 0,'-6'-33'9876'0'0,"6"35"-9630"0"0,0 0 0 0 0,1 0-1 0 0,0 0 1 0 0,-1 0-1 0 0,1 0 1 0 0,0 0-1 0 0,0 0 1 0 0,0 0-1 0 0,0 0 1 0 0,0 0 0 0 0,1-1-1 0 0,-1 1 1 0 0,0 0-1 0 0,1-1 1 0 0,-1 1-1 0 0,1-1 1 0 0,0 0 0 0 0,-1 0-1 0 0,1 1 1 0 0,3 0-1 0 0,48 24 1066 0 0,-25-13-738 0 0,31 27-297 0 0,-34-13-2212 0 0,-24-25 1371 0 0,0 0 0 0 0,1 0-1 0 0,-1 0 1 0 0,0 0 0 0 0,0 1-1 0 0,-1-1 1 0 0,1 0 0 0 0,0 1-1 0 0,-1-1 1 0 0,1 0 0 0 0,-1 4-1 0 0,0-6 414 0 0,0 1 0 0 0,0-1-1 0 0,0 0 1 0 0,-1 0 0 0 0,1 0-1 0 0,0 1 1 0 0,0-1 0 0 0,0 0-1 0 0,-1 0 1 0 0,1 0 0 0 0,0 0-1 0 0,0 0 1 0 0,-1 1 0 0 0,1-1-1 0 0,0 0 1 0 0,0 0-1 0 0,-1 0 1 0 0,1 0 0 0 0,0 0-1 0 0,0 0 1 0 0,-1 0 0 0 0,1 0-1 0 0,0 0 1 0 0,0 0 0 0 0,-1 0-1 0 0,1 0 1 0 0,0 0 0 0 0,0 0-1 0 0,-1 0 1 0 0,1 0 0 0 0,0 0-1 0 0,0-1 1 0 0,-1 1-1 0 0,1 0 1 0 0,0 0 0 0 0,0 0-1 0 0,-1 0 1 0 0,1 0 0 0 0,0-1-1 0 0,0 1 1 0 0,0 0 0 0 0,0 0-1 0 0,-1 0 1 0 0,1-1 0 0 0,0 1-1 0 0,-1-1-420 0 0,-3-1-2512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41:38.17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 63 2937 0 0,'0'0'146'0'0,"0"0"1"0"0,0 0-1 0 0,-1 0 0 0 0,1 0 1 0 0,0 0-1 0 0,0 0 1 0 0,-1 0-1 0 0,1 0 1 0 0,0 0-1 0 0,0 0 0 0 0,0 0 1 0 0,-1 0-1 0 0,1 0 1 0 0,0 0-1 0 0,0 0 1 0 0,-1 0-1 0 0,1 0 1 0 0,0 1-1 0 0,0-1 0 0 0,0 0 1 0 0,-1 0-1 0 0,1 0 1 0 0,0 0-1 0 0,0 0 1 0 0,0 1-1 0 0,-1-1 0 0 0,1 0 1 0 0,0 0-1 0 0,0 0 1 0 0,0 1-1 0 0,0-1 1 0 0,0 0-1 0 0,0 0 1 0 0,0 0-1 0 0,-1 1 0 0 0,1-1 1 0 0,0 0-1 0 0,0 0 1 0 0,0 1-1 0 0,0-1 1 0 0,0 0-1 0 0,0 0 1 0 0,0 1-1 0 0,0-1 0 0 0,0 0 1 0 0,0 0-1 0 0,0 0 1 0 0,0 1-1 0 0,0-1 1 0 0,0 0-1 0 0,1 0 0 0 0,-1 1 1 0 0,15 6 2660 0 0,23 1-1117 0 0,2-2 209 0 0,72-1 0 0 0,-72-6-1573 0 0,1-3-1 0 0,-1-1 1 0 0,64-16-1 0 0,-64 14-302 0 0,-32 6-259 0 0,0 1 1 0 0,0-2-1 0 0,0 1 1 0 0,0-1-1 0 0,0 0 0 0 0,-1 0 1 0 0,1-1-1 0 0,-1 0 1 0 0,0-1-1 0 0,12-7 0 0 0,-18 11 178 0 0,-1 0 0 0 0,0 0 0 0 0,0-1 0 0 0,0 1 0 0 0,1 0 0 0 0,-1 0 0 0 0,0-1 0 0 0,0 1 0 0 0,0 0-1 0 0,0 0 1 0 0,0-1 0 0 0,1 1 0 0 0,-1 0 0 0 0,0 0 0 0 0,0-1 0 0 0,0 1 0 0 0,0 0 0 0 0,0-1 0 0 0,0 1-1 0 0,0 0 1 0 0,0 0 0 0 0,0-1 0 0 0,0 1 0 0 0,0 0 0 0 0,0-1 0 0 0,0 1 0 0 0,0 0 0 0 0,0 0 0 0 0,-1-1-1 0 0,1 1 1 0 0,0 0 0 0 0,0-1 0 0 0,0 1 0 0 0,0 0 0 0 0,0 0 0 0 0,-1 0 0 0 0,1-1 0 0 0,0 1-1 0 0,-1 0 1 0 0,-14-9-1300 0 0,-17 1-558 0 0,19 8 1273 0 0,-1 0 0 0 0,0 1 0 0 0,1 0-1 0 0,-1 1 1 0 0,1 1 0 0 0,-23 6 0 0 0,-37 19 3684 0 0,48-17-113 0 0,24-11-2753 0 0,0 1 0 0 0,1-1 1 0 0,-1 1-1 0 0,0 0 0 0 0,1-1 1 0 0,-1 1-1 0 0,1 0 0 0 0,-1 0 0 0 0,1-1 1 0 0,-1 1-1 0 0,1 0 0 0 0,0 0 1 0 0,-1 0-1 0 0,1 0 0 0 0,0 0 1 0 0,0-1-1 0 0,0 1 0 0 0,-1 0 0 0 0,1 0 1 0 0,0 0-1 0 0,0 0 0 0 0,0 0 1 0 0,1 0-1 0 0,-1 0 0 0 0,0 0 0 0 0,0-1 1 0 0,1 3-1 0 0,8 32 923 0 0,-5-21-709 0 0,6 39-390 0 0,-3 0 0 0 0,-1 0 0 0 0,-3 1 0 0 0,-2-1 0 0 0,-9 73 0 0 0,-1-95-3843 0 0,8-31 3643 0 0,1 1 0 0 0,0-1-1 0 0,-1 1 1 0 0,1-1 0 0 0,-1 1 0 0 0,1-1 0 0 0,0 0-1 0 0,-1 1 1 0 0,1-1 0 0 0,-1 0 0 0 0,1 0 0 0 0,-1 1-1 0 0,1-1 1 0 0,-1 0 0 0 0,1 0 0 0 0,-1 0 0 0 0,0 1-1 0 0,1-1 1 0 0,-1 0 0 0 0,1 0 0 0 0,-1 0 0 0 0,1 0-1 0 0,-1 0 1 0 0,0 0 0 0 0,1 0 0 0 0,-1-1 0 0 0,1 1-1 0 0,-1 0 1 0 0,1 0 0 0 0,-1 0 0 0 0,1 0 0 0 0,-1-1-1 0 0,1 1 1 0 0,-1 0 0 0 0,1 0 0 0 0,-1-1 0 0 0,1 1-1 0 0,-1-1 1 0 0,1 1 0 0 0,-1 0 0 0 0,1-1 0 0 0,0 1-1 0 0,-1-1 1 0 0,1 1 0 0 0,0-1 0 0 0,-1 1 0 0 0,1-1-1 0 0,0 1 1 0 0,-1-1 0 0 0,-5-10-4215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42:05.48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97 2433 0 0,'3'0'7673'0'0,"5"-2"-3673"0"0,39-23-2091 0 0,52-44-491 0 0,-136 119-306 0 0,1 2-1186 0 0,25-41 20 0 0,0 1-36 0 0,0 1 0 0 0,-15 23 0 0 0,25-34 76 0 0,-1 0-1 0 0,1 0 1 0 0,-1 1-1 0 0,1-1 1 0 0,0 0 0 0 0,0 1-1 0 0,0-1 1 0 0,0 1-1 0 0,1-1 1 0 0,-1 1-1 0 0,1 0 1 0 0,-1-1 0 0 0,1 1-1 0 0,0-1 1 0 0,0 1-1 0 0,0 0 1 0 0,0-1-1 0 0,1 1 1 0 0,-1 0 0 0 0,1-1-1 0 0,-1 1 1 0 0,1-1-1 0 0,0 1 1 0 0,1 2-1 0 0,-1-4 5 0 0,0-1-1 0 0,0 1 0 0 0,0 0 1 0 0,1-1-1 0 0,-1 1 0 0 0,0-1 0 0 0,0 1 1 0 0,0-1-1 0 0,0 0 0 0 0,1 1 0 0 0,-1-1 1 0 0,0 0-1 0 0,0 0 0 0 0,1 0 0 0 0,-1 0 1 0 0,0 0-1 0 0,1 0 0 0 0,-1 0 0 0 0,0 0 1 0 0,0 0-1 0 0,1-1 0 0 0,-1 1 0 0 0,0-1 1 0 0,0 1-1 0 0,0-1 0 0 0,0 1 0 0 0,1-1 1 0 0,-1 1-1 0 0,0-1 0 0 0,0 0 0 0 0,0 0 1 0 0,0 0-1 0 0,0 0 0 0 0,43-33 22 0 0,-38 28 1 0 0,-3 3 20 0 0,0 1 0 0 0,0-1 0 0 0,1 1 0 0 0,-1-1 0 0 0,1 1 0 0 0,-1 0 0 0 0,1 0 0 0 0,0 0 0 0 0,0 1 0 0 0,6-3 0 0 0,-9 4-19 0 0,0 0-1 0 0,-1 0 1 0 0,1 0 0 0 0,0 0-1 0 0,0 1 1 0 0,-1-1-1 0 0,1 0 1 0 0,0 0 0 0 0,-1 0-1 0 0,1 1 1 0 0,0-1-1 0 0,-1 0 1 0 0,1 1 0 0 0,0-1-1 0 0,-1 0 1 0 0,1 1 0 0 0,0-1-1 0 0,-1 1 1 0 0,1-1-1 0 0,-1 1 1 0 0,1-1 0 0 0,0 2-1 0 0,7 27 139 0 0,-2 35-51 0 0,1 0-1138 0 0,-6-22-3338 0 0,-1-42 4240 0 0,0 1 1 0 0,0-1-1 0 0,0 0 0 0 0,0 0 1 0 0,0 0-1 0 0,0 1 1 0 0,0-1-1 0 0,-1 0 1 0 0,1 0-1 0 0,0 0 1 0 0,0 1-1 0 0,0-1 0 0 0,0 0 1 0 0,-1 0-1 0 0,1 0 1 0 0,0 0-1 0 0,0 0 1 0 0,0 1-1 0 0,-1-1 0 0 0,1 0 1 0 0,0 0-1 0 0,0 0 1 0 0,0 0-1 0 0,-1 0 1 0 0,1 0-1 0 0,0 0 0 0 0,0 0 1 0 0,-1 0-1 0 0,1 0 1 0 0,0 0-1 0 0,0 0 1 0 0,0 0-1 0 0,-1 0 1 0 0,1 0-1 0 0,0 0 0 0 0,0 0 1 0 0,-1 0-1 0 0,1 0 1 0 0,0 0-1 0 0,0 0 1 0 0,0 0-1 0 0,-1-1 0 0 0,1 1 1 0 0,0 0-1 0 0,0 0 1 0 0,0 0-1 0 0,-1 0 1 0 0,1 0-1 0 0,0-1 0 0 0,0 1 1 0 0,0 0-1 0 0,0 0 1 0 0,-1 0-1 0 0,1-1 1 0 0,-1 0-560 0 0,-5-2-2797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42:05.86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1 165 2433 0 0,'4'1'3288'0'0,"-4"0"-3171"0"0,0-1 1 0 0,0 0-1 0 0,0 0 1 0 0,0 0-1 0 0,0 0 1 0 0,0 0-1 0 0,0 1 0 0 0,-2 2 3172 0 0,2-3-3172 0 0,0 1 1 0 0,18-4 1985 0 0,10-18-615 0 0,100-66 1843 0 0,-111 76-3967 0 0,1 2 0 0 0,0 0-1 0 0,1 2 1 0 0,0 0 0 0 0,32-8-1 0 0,-45 14-713 0 0,1 0-1764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42:06.21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52 12 2849 0 0,'-8'12'1026'0'0,"1"2"-1"0"0,0-1 1 0 0,1 1 0 0 0,0 0 0 0 0,-5 20 0 0 0,10-31-980 0 0,0 1-1 0 0,-1 0 0 0 0,2 0 1 0 0,-1-1-1 0 0,0 1 1 0 0,1 0-1 0 0,0 0 0 0 0,-1 0 1 0 0,2 0-1 0 0,-1 0 1 0 0,0 0-1 0 0,1-1 1 0 0,0 1-1 0 0,0 0 0 0 0,0 0 1 0 0,0-1-1 0 0,0 1 1 0 0,1 0-1 0 0,0-1 0 0 0,0 0 1 0 0,0 1-1 0 0,0-1 1 0 0,0 0-1 0 0,0 0 0 0 0,6 5 1 0 0,-5-6 15 0 0,0-1 0 0 0,0-1-1 0 0,0 1 1 0 0,0 0 0 0 0,0-1 0 0 0,1 1 0 0 0,-1-1 0 0 0,0 0 0 0 0,0 0-1 0 0,0 0 1 0 0,0 0 0 0 0,0-1 0 0 0,0 1 0 0 0,0-1 0 0 0,1 0 0 0 0,-1 0-1 0 0,-1 0 1 0 0,1 0 0 0 0,4-3 0 0 0,54-30 1628 0 0,-55 31-1522 0 0,-1-1-1 0 0,0 1 1 0 0,-1-1 0 0 0,1-1 0 0 0,-1 1 0 0 0,0-1 0 0 0,0 1-1 0 0,0-1 1 0 0,0 0 0 0 0,-1-1 0 0 0,0 1 0 0 0,0-1 0 0 0,0 1-1 0 0,1-8 1 0 0,-3 10-111 0 0,-1 1-1 0 0,1-1 0 0 0,-1 0 0 0 0,0 0 1 0 0,0 0-1 0 0,0 1 0 0 0,0-1 0 0 0,0 0 1 0 0,-1 0-1 0 0,1 0 0 0 0,-1 1 1 0 0,0-1-1 0 0,0 0 0 0 0,0 1 0 0 0,0-1 1 0 0,-1 0-1 0 0,1 1 0 0 0,0 0 0 0 0,-1-1 1 0 0,0 1-1 0 0,0 0 0 0 0,1 0 0 0 0,-1 0 1 0 0,-1 0-1 0 0,1 0 0 0 0,0 0 0 0 0,0 1 1 0 0,-1-1-1 0 0,1 1 0 0 0,-1-1 1 0 0,1 1-1 0 0,-6-2 0 0 0,-1-1-52 0 0,0 1 1 0 0,0 0-1 0 0,-1 1 1 0 0,1 0-1 0 0,-1 0 1 0 0,-17-1-1 0 0,22 3-315 0 0,0 0-1 0 0,0 1 1 0 0,0-1 0 0 0,0 1-1 0 0,0 0 1 0 0,-9 3 0 0 0,12-3-119 0 0,0 0 1 0 0,0 0 0 0 0,0 0 0 0 0,0 0 0 0 0,0 0-1 0 0,0 1 1 0 0,0-1 0 0 0,1 1 0 0 0,-1-1-1 0 0,0 1 1 0 0,1 0 0 0 0,-1 0 0 0 0,1 0 0 0 0,-1-1-1 0 0,0 4 1 0 0,2 0-2298 0 0,7 5-1171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42:06.59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29 4073 0 0,'1'1'426'0'0,"0"1"0"0"0,1-1 1 0 0,-1-1-1 0 0,0 1 0 0 0,1 0 0 0 0,-1 0 1 0 0,1 0-1 0 0,-1-1 0 0 0,1 1 0 0 0,-1-1 1 0 0,1 1-1 0 0,-1-1 0 0 0,1 0 0 0 0,0 1 1 0 0,-1-1-1 0 0,1 0 0 0 0,0 0 0 0 0,-1 0 1 0 0,1 0-1 0 0,-1 0 0 0 0,1-1 0 0 0,1 0 0 0 0,42-16 1219 0 0,-38 13-1458 0 0,0 1-1 0 0,0 0 1 0 0,1 0 0 0 0,-1 1-1 0 0,14-3 1 0 0,-20 5-150 0 0,1 0 1 0 0,-1 0-1 0 0,0 1 1 0 0,0-1-1 0 0,0 0 1 0 0,0 1 0 0 0,1-1-1 0 0,-1 1 1 0 0,0 0-1 0 0,0-1 1 0 0,0 1-1 0 0,0 0 1 0 0,0-1-1 0 0,0 1 1 0 0,-1 0-1 0 0,1 0 1 0 0,0 0-1 0 0,0 0 1 0 0,-1 0-1 0 0,1 0 1 0 0,0 0-1 0 0,-1 0 1 0 0,1 0-1 0 0,-1 0 1 0 0,1 0-1 0 0,-1 1 1 0 0,0-1-1 0 0,1 0 1 0 0,-1 0 0 0 0,0 0-1 0 0,0 1 1 0 0,0-1-1 0 0,0 0 1 0 0,0 0-1 0 0,0 0 1 0 0,0 1-1 0 0,-1 0 1 0 0,-3 51 400 0 0,-3-17-904 0 0,-2 0 0 0 0,-1 0 0 0 0,-2-1 0 0 0,-32 65 0 0 0,34-88-530 0 0,10-25 522 0 0,15-26 839 0 0,-14 38-301 0 0,1-1 0 0 0,0 0 0 0 0,-1 1 1 0 0,1-1-1 0 0,0 1 0 0 0,0-1 0 0 0,0 1 0 0 0,0 0 0 0 0,0 0 0 0 0,1 0 1 0 0,-1 0-1 0 0,0 0 0 0 0,0 1 0 0 0,1-1 0 0 0,-1 1 0 0 0,0-1 1 0 0,1 1-1 0 0,-1 0 0 0 0,0 0 0 0 0,1 0 0 0 0,-1 0 0 0 0,0 0 0 0 0,1 1 1 0 0,-1-1-1 0 0,0 1 0 0 0,0-1 0 0 0,1 1 0 0 0,-1 0 0 0 0,0 0 1 0 0,0 0-1 0 0,0 0 0 0 0,2 2 0 0 0,10 5 117 0 0,-2 1 0 0 0,1 0 0 0 0,-1 1-1 0 0,11 13 1 0 0,16 11-796 0 0,-28-28 853 0 0,-1-3-5194 0 0,-10-3 4687 0 0,0 0 0 0 0,1-1-1 0 0,-1 1 1 0 0,0-1 0 0 0,0 1-1 0 0,1-1 1 0 0,-1 1 0 0 0,0-1-1 0 0,0 1 1 0 0,0-1 0 0 0,0 1 0 0 0,0-1-1 0 0,0 1 1 0 0,0-1 0 0 0,0 0-1 0 0,0 1 1 0 0,0-1 0 0 0,0 1 0 0 0,0-1-1 0 0,0 1 1 0 0,0-1 0 0 0,0 1-1 0 0,0-1 1 0 0,-1 1 0 0 0,1-1 0 0 0,0 1-1 0 0,0-1 1 0 0,-1 1 0 0 0,1-1-1 0 0,0 1 1 0 0,-1-1 0 0 0,0-9-2936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42:06.95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0 106 3945 0 0,'49'-4'11615'0'0,"10"-7"-9934"0"0,-52 10-2520 0 0,1-1 1 0 0,0-1-1 0 0,-1 1 1 0 0,0-1-1 0 0,1-1 1 0 0,-1 1-1 0 0,-1-1 1 0 0,1-1-1 0 0,0 1 1 0 0,-1-1-1 0 0,0 0 1 0 0,6-7-1 0 0,-11 11 535 0 0,0-1-1 0 0,0 1 1 0 0,-1-1 0 0 0,1 1-1 0 0,0-1 1 0 0,-1 0 0 0 0,1 1 0 0 0,-1-1-1 0 0,0 0 1 0 0,0 1 0 0 0,1-1-1 0 0,-1-2 1 0 0,0-1-285 0 0,1-4-862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42:07.35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255 18 1840 0 0,'-13'-18'5938'0'0,"15"32"-536"0"0,3 21-3444 0 0,-5 141 678 0 0,-11-59-7426 0 0,11-116 4347 0 0,0 0-1 0 0,0 1 1 0 0,-1-1-1 0 0,1 0 1 0 0,0 0 0 0 0,-1 1-1 0 0,1-1 1 0 0,-1 0-1 0 0,1 0 1 0 0,-1 0-1 0 0,0 0 1 0 0,0 1-1 0 0,1-1 1 0 0,-1 0 0 0 0,0-1-1 0 0,-1 2 1 0 0,2-1 233 0 0</inkml:trace>
  <inkml:trace contextRef="#ctx0" brushRef="#br0" timeOffset="0.99">0 580 3985 0 0,'23'-13'9333'0'0,"5"-4"-7622"0"0,49-20 0 0 0,-62 32-1454 0 0,0 0 0 0 0,0 0 0 0 0,1 1 0 0 0,-1 1 0 0 0,30-1 0 0 0,-42 3-219 0 0,0 1 1 0 0,0 0-1 0 0,0 1 0 0 0,0-1 1 0 0,0 1-1 0 0,0-1 0 0 0,0 1 1 0 0,-1 0-1 0 0,1 0 0 0 0,0 0 0 0 0,0 0 1 0 0,0 1-1 0 0,-1-1 0 0 0,1 1 1 0 0,-1-1-1 0 0,1 1 0 0 0,-1 0 1 0 0,0 0-1 0 0,0 0 0 0 0,1 0 0 0 0,-2 1 1 0 0,1-1-1 0 0,0 1 0 0 0,0-1 1 0 0,-1 1-1 0 0,1-1 0 0 0,-1 1 1 0 0,0 0-1 0 0,0 0 0 0 0,0 0 0 0 0,0 0 1 0 0,0-1-1 0 0,-1 1 0 0 0,1 0 1 0 0,-1 0-1 0 0,0 0 0 0 0,0 4 1 0 0,1 13 31 0 0,-1-1 0 0 0,-5 35 0 0 0,-9 5-3344 0 0,14-59 3138 0 0,0-1-1 0 0,0 1 0 0 0,0 0 0 0 0,0 0 1 0 0,0 0-1 0 0,0-1 0 0 0,0 1 1 0 0,0 0-1 0 0,0 0 0 0 0,0 0 1 0 0,0-1-1 0 0,0 1 0 0 0,-1 0 1 0 0,1 0-1 0 0,0 0 0 0 0,-2-2-1913 0 0,2 2 1913 0 0,0 0 0 0 0,-1 0 1 0 0,1 0-1 0 0,0 0 0 0 0,0 0 1 0 0,0 0-1 0 0,-1 0 0 0 0,1 0 1 0 0,0 0-1 0 0,0 0 0 0 0,0 0 0 0 0,-1 0 1 0 0,1 0-1 0 0,0 0 0 0 0,0 0 1 0 0,0 0-1 0 0,-1 0 0 0 0,1 1 1 0 0,0-1-1 0 0,0 0 0 0 0,-2 2-1913 0 0,-4-16-2475 0 0,4 4 1966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42:13.28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55 75 3441 0 0,'-1'-1'1125'0'0,"1"1"-843"0"0,0 0-1 0 0,-1-1 1 0 0,1 1-1 0 0,0 0 0 0 0,-1 0 1 0 0,1 0-1 0 0,-1 0 1 0 0,1 0-1 0 0,0 0 0 0 0,-1-1 1 0 0,1 1-1 0 0,0 0 1 0 0,-1 0-1 0 0,1 0 0 0 0,-1 0 1 0 0,1 0-1 0 0,0 0 1 0 0,-1 1-1 0 0,1-1 0 0 0,-1 0 1 0 0,1 0-1 0 0,0 0 1 0 0,-1 0-1 0 0,1 0 1 0 0,0 1-1 0 0,-1-1 0 0 0,1 0 1 0 0,-1 1-1 0 0,-12 13 1697 0 0,-3 18-2397 0 0,16-28 416 0 0,-1 0 1 0 0,1 1-1 0 0,0-1 0 0 0,1 0 1 0 0,-1 0-1 0 0,1 1 1 0 0,-1-1-1 0 0,1 0 0 0 0,1 0 1 0 0,-1 0-1 0 0,0 0 1 0 0,1 0-1 0 0,0 0 0 0 0,0 0 1 0 0,0 0-1 0 0,0-1 1 0 0,1 1-1 0 0,0-1 1 0 0,-1 0-1 0 0,7 6 0 0 0,-6-6-4 0 0,-1-1-1 0 0,0 1 0 0 0,1-1 1 0 0,0 0-1 0 0,-1 0 1 0 0,1 0-1 0 0,0 0 0 0 0,0-1 1 0 0,0 1-1 0 0,0-1 1 0 0,0 0-1 0 0,1 0 0 0 0,-1 0 1 0 0,0 0-1 0 0,1 0 0 0 0,-1-1 1 0 0,0 1-1 0 0,1-1 1 0 0,-1 0-1 0 0,1 0 0 0 0,-1-1 1 0 0,0 1-1 0 0,1 0 1 0 0,-1-1-1 0 0,0 0 0 0 0,5-1 1 0 0,-4-1 62 0 0,-1 0 1 0 0,1 0 0 0 0,0 0-1 0 0,-1 0 1 0 0,0-1-1 0 0,0 1 1 0 0,0-1 0 0 0,0 0-1 0 0,0 0 1 0 0,-1 0-1 0 0,1 0 1 0 0,-1 0 0 0 0,0-1-1 0 0,-1 1 1 0 0,1-1-1 0 0,-1 1 1 0 0,0-1 0 0 0,0 0-1 0 0,0 1 1 0 0,-1-1 0 0 0,1 0-1 0 0,-1 0 1 0 0,-1-5-1 0 0,1 4 55 0 0,0 1-1 0 0,0-1 1 0 0,-1 1 0 0 0,0-1-1 0 0,0 1 1 0 0,0-1-1 0 0,-1 1 1 0 0,1 0-1 0 0,-1 0 1 0 0,-1 0 0 0 0,1 0-1 0 0,-1 0 1 0 0,0 0-1 0 0,0 0 1 0 0,0 1-1 0 0,-1 0 1 0 0,1-1 0 0 0,-1 1-1 0 0,-7-6 1 0 0,5 7-54 0 0,1 0 1 0 0,-1 0 0 0 0,0 1 0 0 0,0-1-1 0 0,1 1 1 0 0,-2 0 0 0 0,1 1-1 0 0,0 0 1 0 0,-12-2 0 0 0,15 3-223 0 0,0 0 0 0 0,0 0-1 0 0,0 1 1 0 0,1-1 0 0 0,-1 1 0 0 0,0-1 0 0 0,0 1 0 0 0,1 0 0 0 0,-1 0 0 0 0,1 0 0 0 0,-1 0 0 0 0,1 0-1 0 0,-1 1 1 0 0,1-1 0 0 0,0 1 0 0 0,-1 0 0 0 0,1-1 0 0 0,0 1 0 0 0,0 0 0 0 0,0 0 0 0 0,1 0 0 0 0,-1 1 0 0 0,0-1-1 0 0,1 0 1 0 0,-2 4 0 0 0,2-4-308 0 0,1-1-1 0 0,0 1 1 0 0,-1-1-1 0 0,1 1 1 0 0,0 0-1 0 0,0-1 1 0 0,0 1-1 0 0,0 0 1 0 0,0-1-1 0 0,1 1 1 0 0,-1 0-1 0 0,0-1 1 0 0,1 1-1 0 0,-1-1 1 0 0,1 1-1 0 0,0-1 1 0 0,-1 1 0 0 0,3 1-1 0 0,2 6-2918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42:13.65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34 4017 0 0,'7'-1'7639'0'0,"27"0"-5060"0"0,5 3-1450 0 0,-1-2 0 0 0,46-6 0 0 0,21-12-2261 0 0,-91 15-298 0 0,8-2-6382 0 0,-15 3 3021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42:14.30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14 2985 0 0,'3'-6'9337'0'0,"-2"6"-9171"0"0,19-3 3185 0 0,39 1-4132 0 0,-38 1 1969 0 0,-11 0-1034 0 0,0 1 0 0 0,0 0-1 0 0,-1 0 1 0 0,1 1 0 0 0,0 0-1 0 0,15 5 1 0 0,-23-5-131 0 0,0-1-1 0 0,0 1 1 0 0,0 0-1 0 0,0 1 1 0 0,0-1 0 0 0,0 0-1 0 0,0 1 1 0 0,0-1-1 0 0,-1 1 1 0 0,1-1 0 0 0,0 1-1 0 0,-1 0 1 0 0,0-1-1 0 0,1 1 1 0 0,-1 0 0 0 0,0 0-1 0 0,0 0 1 0 0,0 0-1 0 0,0 0 1 0 0,0 0 0 0 0,-1 1-1 0 0,1-1 1 0 0,0 0-1 0 0,-1 0 1 0 0,0 1 0 0 0,0-1-1 0 0,1 0 1 0 0,-1 0 0 0 0,-1 1-1 0 0,1-1 1 0 0,0 0-1 0 0,0 0 1 0 0,-2 5 0 0 0,0 1-101 0 0,0 0 1 0 0,-1-1-1 0 0,0 1 1 0 0,0 0-1 0 0,-1-1 1 0 0,0 0 0 0 0,0 0-1 0 0,-1 0 1 0 0,0-1-1 0 0,0 1 1 0 0,-9 8-1 0 0,-23 32-302 0 0,36-47 376 0 0,1 1 0 0 0,-1-1-1 0 0,1 1 1 0 0,-1-1 0 0 0,1 1 0 0 0,0-1-1 0 0,-1 1 1 0 0,1 0 0 0 0,-1-1 0 0 0,1 1 0 0 0,0 0-1 0 0,0-1 1 0 0,-1 1 0 0 0,1 0 0 0 0,0-1 0 0 0,0 1-1 0 0,0 0 1 0 0,0 0 0 0 0,0-1 0 0 0,0 1 0 0 0,0 0-1 0 0,0-1 1 0 0,0 1 0 0 0,0 0 0 0 0,0 0 0 0 0,0-1-1 0 0,1 1 1 0 0,-1 0 0 0 0,0-1 0 0 0,0 1 0 0 0,1 0-1 0 0,-1-1 1 0 0,1 1 0 0 0,-1 0 0 0 0,0-1-1 0 0,1 1 1 0 0,-1-1 0 0 0,1 1 0 0 0,-1-1 0 0 0,1 1-1 0 0,0-1 1 0 0,-1 1 0 0 0,1-1 0 0 0,-1 0 0 0 0,1 1-1 0 0,0-1 1 0 0,-1 0 0 0 0,1 0 0 0 0,0 1 0 0 0,0-1-1 0 0,-1 0 1 0 0,1 0 0 0 0,0 0 0 0 0,54 2 615 0 0,-22-1-84 0 0,-29-1-460 0 0,0 1 1 0 0,0 0-1 0 0,0 0 0 0 0,0 0 1 0 0,0 0-1 0 0,0 1 1 0 0,-1-1-1 0 0,1 1 0 0 0,-1 0 1 0 0,1 0-1 0 0,-1 0 1 0 0,0 1-1 0 0,0-1 1 0 0,0 1-1 0 0,0 0 0 0 0,0 0 1 0 0,0 0-1 0 0,3 6 1 0 0,-5-6-83 0 0,1 0 0 0 0,-2 0 1 0 0,1 0-1 0 0,0 1 0 0 0,-1-1 1 0 0,1 0-1 0 0,-1 0 0 0 0,0 0 1 0 0,0 0-1 0 0,0 1 1 0 0,0-1-1 0 0,-1 0 0 0 0,1 0 1 0 0,-1 0-1 0 0,0 0 0 0 0,0 0 1 0 0,0 0-1 0 0,0 0 0 0 0,-1 0 1 0 0,1 0-1 0 0,-1 0 1 0 0,0-1-1 0 0,1 1 0 0 0,-3 2 1 0 0,-1 1-125 0 0,0 0 0 0 0,1-1 1 0 0,-2 1-1 0 0,1-1 0 0 0,-1 0 1 0 0,0 0-1 0 0,0-1 0 0 0,0 0 1 0 0,0 0-1 0 0,-1 0 1 0 0,1-1-1 0 0,-1 0 0 0 0,-10 3 1 0 0,-3-1 26 0 0,-1-1 1 0 0,0 0 0 0 0,-28 0-1 0 0,32-3 282 0 0,-8 5 532 0 0,25-6-679 0 0,0 0 0 0 0,0 0 0 0 0,0 1 0 0 0,0-1 0 0 0,0 0-1 0 0,0 1 1 0 0,0-1 0 0 0,0 0 0 0 0,0 0 0 0 0,0 1 0 0 0,0-1 0 0 0,0 0 0 0 0,0 0 0 0 0,0 1 0 0 0,0-1 0 0 0,0 0 0 0 0,0 0-1 0 0,1 1 1 0 0,-1-1 0 0 0,0 0 0 0 0,0 0 0 0 0,0 1 0 0 0,0-1 0 0 0,0 0 0 0 0,1 0 0 0 0,-1 0 0 0 0,0 1 0 0 0,0-1 0 0 0,0 0-1 0 0,1 0 1 0 0,-1 0 0 0 0,0 0 0 0 0,0 0 0 0 0,1 1 0 0 0,-1-1 0 0 0,0 0 0 0 0,0 0 0 0 0,1 0 0 0 0,-1 0 0 0 0,0 0 0 0 0,0 0 0 0 0,1 0-1 0 0,4 2 144 0 0,1 0 0 0 0,-1 0 0 0 0,1 0 0 0 0,0-1 0 0 0,0 0 0 0 0,7 1 0 0 0,137-3 2128 0 0,45 3-3047 0 0,-191-2 370 0 0,11 0-3693 0 0,-15 0 3762 0 0,1 0 0 0 0,-1 0 1 0 0,1 0-1 0 0,-1 0 0 0 0,0 0 1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42:15.12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52 0 2697 0 0,'-1'0'452'0'0,"0"1"0"0"0,0-1 0 0 0,1 0 0 0 0,-1 0 0 0 0,0 0 0 0 0,0 1 0 0 0,0-1 0 0 0,0 0 0 0 0,1 1 0 0 0,-1-1 0 0 0,0 1 0 0 0,0-1 0 0 0,0 1 0 0 0,1-1 0 0 0,-1 1 0 0 0,0-1 0 0 0,1 1 0 0 0,-2 1 0 0 0,-9 20 2319 0 0,-2 30-3827 0 0,11-37 1826 0 0,-7 48-709 0 0,9-60-76 0 0,-1 0-1 0 0,1 1 1 0 0,0-1 0 0 0,0 0-1 0 0,1 1 1 0 0,-1-1 0 0 0,1 0 0 0 0,-1 1-1 0 0,1-1 1 0 0,0 0 0 0 0,0 0-1 0 0,0 0 1 0 0,1 0 0 0 0,-1 0-1 0 0,1 0 1 0 0,3 4 0 0 0,-2-5 0 0 0,0 0 1 0 0,1-1-1 0 0,-1 1 0 0 0,0-1 1 0 0,1 0-1 0 0,-1 0 0 0 0,1 0 1 0 0,0 0-1 0 0,-1-1 0 0 0,1 1 1 0 0,-1-1-1 0 0,1 0 0 0 0,0 0 1 0 0,0 0-1 0 0,3-1 0 0 0,62-12 263 0 0,-54 10-225 0 0,37-14-144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42:15.52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68 2184 0 0,'19'-9'7413'0'0,"21"2"-5220"0"0,-18 3-1120 0 0,38-13 107 0 0,-28 8-740 0 0,46-9-1 0 0,-69 16-1007 0 0,0 2 1 0 0,0-1-1 0 0,0 1 0 0 0,0 0 1 0 0,15 3-1 0 0,-16-2-2150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42:15.91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29 3337 0 0,'6'-1'1143'0'0,"0"0"0"0"0,0 0 1 0 0,0 0-1 0 0,0-1 0 0 0,0 0 1 0 0,8-4-1 0 0,-10 4-963 0 0,1 0 1 0 0,-1 0-1 0 0,0 0 0 0 0,1 1 1 0 0,0-1-1 0 0,-1 1 0 0 0,1 0 1 0 0,0 1-1 0 0,-1-1 0 0 0,1 1 1 0 0,0 0-1 0 0,7 1 0 0 0,-10 0-153 0 0,-1-1 0 0 0,0 1-1 0 0,0 0 1 0 0,0 0 0 0 0,1 0-1 0 0,-1 1 1 0 0,0-1 0 0 0,0 0-1 0 0,0 0 1 0 0,-1 0 0 0 0,1 1 0 0 0,0-1-1 0 0,0 0 1 0 0,-1 1 0 0 0,1-1-1 0 0,-1 1 1 0 0,1-1 0 0 0,-1 1-1 0 0,0-1 1 0 0,1 1 0 0 0,-1-1-1 0 0,0 1 1 0 0,0-1 0 0 0,0 1 0 0 0,0 0-1 0 0,0-1 1 0 0,-1 1 0 0 0,1-1-1 0 0,-1 3 1 0 0,-11 51 5 0 0,11-50-54 0 0,-9 29-73 0 0,4-18 135 0 0,2 1-1 0 0,-1-1 1 0 0,2 1-1 0 0,-2 22 1 0 0,5-38-9 0 0,0 0 0 0 0,0-1 0 0 0,0 1 0 0 0,0-1 0 0 0,0 1 0 0 0,0 0 0 0 0,0-1 0 0 0,0 1 0 0 0,0-1 0 0 0,1 1 0 0 0,-1 0 0 0 0,0-1 0 0 0,0 1 0 0 0,1-1 0 0 0,-1 1 0 0 0,0-1 0 0 0,1 1 1 0 0,-1-1-1 0 0,0 1 0 0 0,1-1 0 0 0,-1 0 0 0 0,1 1 0 0 0,-1-1 0 0 0,1 1 0 0 0,-1-1 0 0 0,1 0 0 0 0,-1 1 0 0 0,1-1 0 0 0,-1 0 0 0 0,1 0 0 0 0,-1 1 0 0 0,1-1 0 0 0,-1 0 0 0 0,1 0 0 0 0,0 0 0 0 0,28-5 502 0 0,22-22-228 0 0,-44 23-398 0 0,-1-1 1 0 0,0 1-1 0 0,0-1 1 0 0,-1 0 0 0 0,1 0-1 0 0,-1-1 1 0 0,6-8-1 0 0,-9 11-573 0 0,0 0 0 0 0,-1 0 0 0 0,0 1 0 0 0,1-1 0 0 0,-1 0 0 0 0,0 0 0 0 0,0 0 0 0 0,-1 0 0 0 0,1 0 0 0 0,-1 0 0 0 0,1 0 0 0 0,-1-7 0 0 0,-1 0-3432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42:16.28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74 0 3633 0 0,'-3'0'337'0'0,"-1"0"1"0"0,1 0 0 0 0,0 1 0 0 0,0-1-1 0 0,0 1 1 0 0,-1-1 0 0 0,1 1 0 0 0,0 0-1 0 0,0 0 1 0 0,0 1 0 0 0,0-1-1 0 0,1 1 1 0 0,-1-1 0 0 0,0 1 0 0 0,1 0-1 0 0,-5 4 1 0 0,5-4-252 0 0,0 0 0 0 0,1 0 0 0 0,-1 0 1 0 0,1 0-1 0 0,-1 1 0 0 0,1-1 0 0 0,0 0 0 0 0,0 1 0 0 0,0-1 0 0 0,0 1 1 0 0,1-1-1 0 0,-1 1 0 0 0,1 0 0 0 0,0-1 0 0 0,-1 1 0 0 0,1 4 0 0 0,1-4-87 0 0,-1 1-1 0 0,1-1 0 0 0,-1 0 1 0 0,1 1-1 0 0,0-1 0 0 0,1 0 0 0 0,-1 0 1 0 0,0 0-1 0 0,1 0 0 0 0,0 0 1 0 0,-1 0-1 0 0,1 0 0 0 0,0 0 0 0 0,1-1 1 0 0,-1 1-1 0 0,0-1 0 0 0,1 0 1 0 0,-1 0-1 0 0,1 1 0 0 0,0-2 0 0 0,0 1 1 0 0,0 0-1 0 0,0 0 0 0 0,0-1 1 0 0,0 0-1 0 0,0 0 0 0 0,0 0 0 0 0,0 0 1 0 0,1 0-1 0 0,-1 0 0 0 0,5-1 1 0 0,-2 0 148 0 0,1 0 0 0 0,-1 0 0 0 0,1-1 0 0 0,0 0 0 0 0,-1-1 1 0 0,1 0-1 0 0,-1 0 0 0 0,0 0 0 0 0,0 0 0 0 0,0-1 0 0 0,0 0 1 0 0,8-6-1 0 0,-10 7 36 0 0,-1 0 1 0 0,1 0 0 0 0,-1-1 0 0 0,0 0-1 0 0,0 0 1 0 0,0 0 0 0 0,0 0 0 0 0,0 0 0 0 0,0 0-1 0 0,-1-1 1 0 0,1 1 0 0 0,-1-1 0 0 0,0 0-1 0 0,-1 0 1 0 0,1 0 0 0 0,0 0 0 0 0,-1 0-1 0 0,0 0 1 0 0,0 0 0 0 0,0-6 0 0 0,-1 9-146 0 0,0-1 1 0 0,-1 0 0 0 0,0 0-1 0 0,1 1 1 0 0,-1-1 0 0 0,0 0 0 0 0,0 1-1 0 0,0-1 1 0 0,0 1 0 0 0,0-1 0 0 0,0 1-1 0 0,0 0 1 0 0,-1-1 0 0 0,1 1-1 0 0,0 0 1 0 0,-1 0 0 0 0,1 0 0 0 0,-1 0-1 0 0,1 0 1 0 0,-1 0 0 0 0,0 0 0 0 0,1 1-1 0 0,-1-1 1 0 0,0 1 0 0 0,1-1-1 0 0,-1 1 1 0 0,0-1 0 0 0,0 1 0 0 0,0 0-1 0 0,1 0 1 0 0,-5 0 0 0 0,-58 0-1779 0 0,26 7-873 0 0,30-4 879 0 0,-1-2-1 0 0,0 1 1 0 0,1-1 0 0 0,-17 0-1 0 0,16-2-1107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42:16.66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1 223 4457 0 0,'6'4'1355'0'0,"0"0"-1"0"0,0-1 1 0 0,0 0-1 0 0,1 0 1 0 0,9 3-1 0 0,-10-5-866 0 0,-1 0 0 0 0,0 0 0 0 0,1 0-1 0 0,-1-1 1 0 0,1 0 0 0 0,6 0 0 0 0,1-3-346 0 0,-1 1 1 0 0,0-1-1 0 0,0-1 1 0 0,0 0 0 0 0,22-12-1 0 0,16-4-2502 0 0,-17 7-3983 0 0,-23 9 3044 0 0,-3 3 327 0 0</inkml:trace>
  <inkml:trace contextRef="#ctx0" brushRef="#br0" timeOffset="1">275 1 2937 0 0,'-1'112'11437'0'0,"1"4"-8269"0"0,4 159-5180 0 0,-4-273 1884 0 0,4 35-1348 0 0,6-18-2288 0 0,-10-19 3648 0 0,0 0-1 0 0,0 0 0 0 0,1 0 1 0 0,-1 0-1 0 0,0 0 1 0 0,0 0-1 0 0,0 0 1 0 0,1-1-1 0 0,-1 1 0 0 0,0 0 1 0 0,0 0-1 0 0,1 0 1 0 0,-1 0-1 0 0,0 0 1 0 0,0 0-1 0 0,0-1 0 0 0,1 1 1 0 0,-1 0-1 0 0,0 0 1 0 0,0 0-1 0 0,0-1 1 0 0,0 1-1 0 0,0 0 0 0 0,1 0 1 0 0,-1 0-1 0 0,0-1 1 0 0,0 1-1 0 0,0 0 1 0 0,0 0-1 0 0,0-1 0 0 0,0 1 1 0 0,0 0-1 0 0,0 0 1 0 0,0-1-1 0 0,0 1 1 0 0,0 0-1 0 0,0 0 0 0 0,0-1 1 0 0,0 1-1 0 0,0 0 1 0 0,1-4-945 0 0,8-1-1821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42:17.02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16 1 7802 0 0,'-3'6'6592'0'0,"-6"25"-6346"0"0,7-19-271 0 0,1 0 0 0 0,0 1 0 0 0,1-1 0 0 0,1 1 0 0 0,0-1 0 0 0,4 18 0 0 0,-4-27 10 0 0,-1 0 0 0 0,1 0 1 0 0,0 0-1 0 0,0 0 1 0 0,0 0-1 0 0,0 0 0 0 0,1 0 1 0 0,-1-1-1 0 0,1 1 0 0 0,0 0 1 0 0,-1-1-1 0 0,1 0 0 0 0,0 1 1 0 0,1-1-1 0 0,-1 0 1 0 0,0 0-1 0 0,1 0 0 0 0,-1 0 1 0 0,1 0-1 0 0,-1-1 0 0 0,1 1 1 0 0,0-1-1 0 0,0 0 0 0 0,0 0 1 0 0,-1 0-1 0 0,1 0 1 0 0,0 0-1 0 0,0-1 0 0 0,1 1 1 0 0,4-1-1 0 0,6 0 343 0 0,-1-1 0 0 0,1-1 0 0 0,16-3-1 0 0,-26 4-335 0 0,-1 0 0 0 0,1 1-1 0 0,-1-1 1 0 0,0 0-1 0 0,0-1 1 0 0,1 1-1 0 0,-1-1 1 0 0,0 1-1 0 0,0-1 1 0 0,0 0-1 0 0,-1 0 1 0 0,1 0 0 0 0,0 0-1 0 0,-1-1 1 0 0,1 1-1 0 0,-1-1 1 0 0,0 1-1 0 0,3-5 1 0 0,-4 3-870 0 0,0 0 1 0 0,-1 0-1 0 0,1 0 1 0 0,-1 0 0 0 0,0 0-1 0 0,0 0 1 0 0,0-1-1 0 0,-2-4 1 0 0,1-2-1674 0 0,1 1-835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42:17.39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 3505 0 0,'2'10'8653'0'0,"2"5"-6345"0"0,5 20-2071 0 0,-3 25 48 0 0,7 54 485 0 0,-11-101-1657 0 0,1 0 0 0 0,1 0 0 0 0,0 0 0 0 0,0-1 1 0 0,1 1-1 0 0,8 12 0 0 0,-11-20-18 0 0,2 1-1415 0 0</inkml:trace>
  <inkml:trace contextRef="#ctx0" brushRef="#br0" timeOffset="1">50 153 2601 0 0,'9'5'10305'0'0,"8"-5"-7238"0"0,27-14-3059 0 0,-28 8-858 0 0,-16 7 649 0 0,1-1-1 0 0,-1 0 1 0 0,1 0-1 0 0,-1 0 1 0 0,1 0-1 0 0,-1 0 1 0 0,0 0-1 0 0,1 0 1 0 0,-1 0-1 0 0,1 0 0 0 0,-1 0 1 0 0,0 0-1 0 0,1 0 1 0 0,-1-1-1 0 0,1 1 1 0 0,-1 0-1 0 0,0 0 1 0 0,1 0-1 0 0,-1 0 1 0 0,1-1-1 0 0,-1 1 1 0 0,0 0-1 0 0,1 0 1 0 0,-1-1-1 0 0,0 1 1 0 0,0 0-1 0 0,1-1 0 0 0,-1 1 1 0 0,0 0-1 0 0,1-1 1 0 0,-1 1-1 0 0,0 0 1 0 0,0-1-1 0 0,0 1 1 0 0,0 0-1 0 0,1-1 1 0 0,-1 1-1 0 0,0-1 1 0 0,0 1-1 0 0,0-1 1 0 0,0 1-1 0 0,0 0 1 0 0,0-1-1 0 0,0 1 1 0 0,0-1-1 0 0,0 1 0 0 0,0 0 1 0 0,0-1-1 0 0,0 1 1 0 0,-1-1-1 0 0,1 1 1 0 0,0-1-1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42:17.72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 0 6089 0 0,'-2'12'656'0'0,"1"0"0"0"0,1 1 0 0 0,0-1 0 0 0,0 0 0 0 0,1 0-1 0 0,1 0 1 0 0,0 0 0 0 0,5 17 0 0 0,-5-23-838 0 0,1 1-1 0 0,-1-1 1 0 0,1 0 0 0 0,1 0-1 0 0,-1 0 1 0 0,1 0 0 0 0,0 0-1 0 0,0-1 1 0 0,0 0 0 0 0,1 0-1 0 0,0 0 1 0 0,0 0 0 0 0,0-1 0 0 0,1 0-1 0 0,0 0 1 0 0,8 4 0 0 0,-14-7 110 0 0,0-1 0 0 0,0 0 0 0 0,0 0-1 0 0,0 0 1 0 0,0 1 0 0 0,1-1 0 0 0,-1 0 0 0 0,0 0 0 0 0,0 0 0 0 0,0 0 0 0 0,1 0 0 0 0,-1 1 0 0 0,0-1 0 0 0,0 0 0 0 0,0 0 0 0 0,1 0 0 0 0,-1 0 0 0 0,0 0 0 0 0,0 0 0 0 0,1 0 0 0 0,-1 0 0 0 0,0 0 0 0 0,0 0 0 0 0,1 0 0 0 0,-1 0 0 0 0,0 0 0 0 0,0 0 0 0 0,0 0 0 0 0,1 0 0 0 0,-1 0 0 0 0,0 0 0 0 0,0 0 0 0 0,1 0 0 0 0,-1-1 0 0 0,0 1 0 0 0,0 0 0 0 0,0 0 0 0 0,1 0 0 0 0,-1 0 0 0 0,0 0 0 0 0,0-1 0 0 0,0 1 0 0 0,0 0 0 0 0,1 0 0 0 0,-1 0 0 0 0,0-1 0 0 0,0 1 0 0 0,0 0 0 0 0,0 0 0 0 0,0-1 0 0 0,-3-11-3473 0 0,0 6 1990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42:18.07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81 2040 0 0,'0'-1'424'0'0,"0"0"-1"0"0,1 0 1 0 0,-1 0-1 0 0,1 0 1 0 0,-1 0-1 0 0,1 0 1 0 0,0 0-1 0 0,-1 0 1 0 0,1 0-1 0 0,0 0 1 0 0,0 0-1 0 0,-1 0 1 0 0,1 1 0 0 0,0-1-1 0 0,0 0 1 0 0,0 0-1 0 0,0 1 1 0 0,0-1-1 0 0,0 1 1 0 0,0-1-1 0 0,0 1 1 0 0,1-1-1 0 0,32-11 1586 0 0,-20 8-958 0 0,17-10 223 0 0,-20 8-787 0 0,0 1 0 0 0,1 0 0 0 0,-1 1 0 0 0,1 1-1 0 0,0 0 1 0 0,13-2 0 0 0,-21 5-426 0 0,0 0 0 0 0,0 0 1 0 0,-1 1-1 0 0,1-1 0 0 0,0 1 0 0 0,0 0 0 0 0,0 0 0 0 0,0 0 1 0 0,0 0-1 0 0,-1 1 0 0 0,1 0 0 0 0,-1-1 0 0 0,1 1 0 0 0,-1 1 1 0 0,0-1-1 0 0,1 0 0 0 0,-1 1 0 0 0,0 0 0 0 0,-1-1 0 0 0,1 1 1 0 0,0 0-1 0 0,-1 1 0 0 0,3 3 0 0 0,3 5-34 0 0,-1 1-1 0 0,0 0 1 0 0,-1 0 0 0 0,7 21-1 0 0,-10-26-1539 0 0,-1 1 0 0 0,0-1 0 0 0,0 1 0 0 0,0 16 0 0 0,-2-24 1349 0 0,0-1 0 0 0,0 0 0 0 0,0 1 0 0 0,0-1 0 0 0,0 0 0 0 0,0 1 1 0 0,-1-1-1 0 0,1 0 0 0 0,0 1 0 0 0,0-1 0 0 0,0 0 0 0 0,-1 0 0 0 0,1 1 0 0 0,0-1 0 0 0,0 0 0 0 0,-1 1 0 0 0,1-1 1 0 0,0 0-1 0 0,0 0 0 0 0,-1 0 0 0 0,1 1 0 0 0,0-1 0 0 0,-1 0 0 0 0,1 0 0 0 0,0 0 0 0 0,-1 0 0 0 0,1 0 0 0 0,0 0 1 0 0,-1 0-1 0 0,1 0 0 0 0,0 1 0 0 0,-1-1 0 0 0,1 0 0 0 0,0-1 0 0 0,-1 1 0 0 0,1 0 0 0 0,-1 0 0 0 0,1 0 1 0 0,0 0-1 0 0,-1 0 0 0 0,1 0 0 0 0,0 0 0 0 0,-1 0 0 0 0,1-1 0 0 0,0 1 0 0 0,0 0 0 0 0,-1 0 0 0 0,0-1 0 0 0,-1 1-819 0 0,-5 0-2449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42:18.47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0 114 3577 0 0,'7'-17'7401'0'0,"10"1"-4469"0"0,22-7-1111 0 0,-36 21-1253 0 0,20-11 1005 0 0,49-18-1 0 0,-66 29-1611 0 0,-1 0 0 0 0,1 0-1 0 0,0 1 1 0 0,0-1-1 0 0,0 1 1 0 0,0 1-1 0 0,0-1 1 0 0,0 1-1 0 0,0 0 1 0 0,0 0 0 0 0,0 1-1 0 0,0-1 1 0 0,-1 1-1 0 0,1 1 1 0 0,7 1-1 0 0,-3 5-6779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42:25.74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 3289 0 0,'2'16'6951'0'0,"4"10"-4293"0"0,2 4-2395 0 0,-8-24-352 0 0,15 64 523 0 0,-15-67-599 0 0,2 1 0 0 0,-1 0 0 0 0,0-1 0 0 0,1 1 0 0 0,-1-1 0 0 0,1 1 0 0 0,0-1 0 0 0,0 0 0 0 0,1 0 0 0 0,-1 0 0 0 0,1 0 0 0 0,-1 0 0 0 0,1-1 0 0 0,0 1 0 0 0,6 3 0 0 0,-17-16-6723 0 0,2 5 3870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42:26.11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1 154 5089 0 0,'5'-1'5577'0'0,"16"-6"-3566"0"0,12-12-654 0 0,38-15 0 0 0,17-10-1786 0 0,-72 35-85 0 0,17-10-2720 0 0,-16 2-3270 0 0,-13 13 2986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42:26.46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23 6 3945 0 0,'-5'11'541'0'0,"1"0"-1"0"0,1 0 1 0 0,0 1 0 0 0,1-1 0 0 0,0 0 0 0 0,0 1 0 0 0,1 0-1 0 0,1-1 1 0 0,0 1 0 0 0,0 0 0 0 0,4 15 0 0 0,-4-20-423 0 0,1 0-1 0 0,1-1 1 0 0,-1 1 0 0 0,1-1 0 0 0,0 1-1 0 0,1-1 1 0 0,-1 0 0 0 0,1 1 0 0 0,0-1 0 0 0,1-1-1 0 0,0 1 1 0 0,0 0 0 0 0,0-1 0 0 0,0 0-1 0 0,1 0 1 0 0,0 0 0 0 0,0 0 0 0 0,0-1 0 0 0,0 0-1 0 0,10 5 1 0 0,-12-8-62 0 0,0 1 0 0 0,0-1-1 0 0,0 0 1 0 0,0 0 0 0 0,0-1 0 0 0,0 1 0 0 0,0-1 0 0 0,0 0-1 0 0,1 1 1 0 0,-1-1 0 0 0,0 0 0 0 0,0-1 0 0 0,0 1-1 0 0,1-1 1 0 0,-1 1 0 0 0,0-1 0 0 0,0 0 0 0 0,5-2-1 0 0,-3 0 69 0 0,-1 0-1 0 0,0 0 0 0 0,1 0 1 0 0,-1 0-1 0 0,0-1 0 0 0,-1 0 1 0 0,1 1-1 0 0,-1-1 0 0 0,1-1 1 0 0,3-6-1 0 0,-1 1 69 0 0,-1 0 0 0 0,0 0 1 0 0,-1 0-1 0 0,0-1 0 0 0,-1 1 0 0 0,0-1 1 0 0,0 0-1 0 0,-1 0 0 0 0,-1 0 0 0 0,1-13 1 0 0,-2 18-117 0 0,-1-1 1 0 0,1 1 0 0 0,-1 0 0 0 0,0 0 0 0 0,0 1-1 0 0,-1-1 1 0 0,0 0 0 0 0,0 0 0 0 0,0 1-1 0 0,-1-1 1 0 0,0 1 0 0 0,0 0 0 0 0,-6-9-1 0 0,7 12-81 0 0,0 0-1 0 0,-1 0 0 0 0,1 1 0 0 0,0-1 1 0 0,-1 1-1 0 0,1-1 0 0 0,-1 1 0 0 0,0 0 1 0 0,1 0-1 0 0,-1 0 0 0 0,0 0 0 0 0,0 0 1 0 0,0 1-1 0 0,0-1 0 0 0,0 1 0 0 0,1 0 0 0 0,-1 0 1 0 0,0 0-1 0 0,0 0 0 0 0,0 0 0 0 0,0 1 1 0 0,0-1-1 0 0,0 1 0 0 0,0 0 0 0 0,1 0 1 0 0,-1 0-1 0 0,0 0 0 0 0,1 0 0 0 0,-1 0 1 0 0,-2 3-1 0 0,-6 1-408 0 0,1 2 0 0 0,0-1-1 0 0,0 1 1 0 0,-13 13 0 0 0,20-17-192 0 0,-1 1-1 0 0,1-1 1 0 0,0 1-1 0 0,0 0 0 0 0,0 0 1 0 0,1 0-1 0 0,0 0 1 0 0,-4 6-1 0 0,14-21-5188 0 0,-3 2 4251 0 0,5-5-1131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42:26.84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5169 0 0,'6'35'5951'0'0,"-9"24"-2979"0"0,1 5-1975 0 0,7-33-820 0 0,1-1 1 0 0,1 0 0 0 0,21 55 0 0 0,-5-28-2518 0 0,2-4-3652 0 0,-31-62 815 0 0,8 5 3382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42:27.18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50 280 1112 0 0,'-19'-20'2390'0'0,"15"16"-1669"0"0,0 0-1 0 0,0 0 0 0 0,0 0 1 0 0,1 0-1 0 0,-1-1 0 0 0,-4-8 0 0 0,10 10-470 0 0,-1-1-1 0 0,1 1 0 0 0,0 0 0 0 0,0-1 0 0 0,0 1 0 0 0,0 0 0 0 0,1 0 0 0 0,-1 0 0 0 0,1 1 0 0 0,0-1 0 0 0,0 1 0 0 0,0-1 0 0 0,5-2 1 0 0,3-4 14 0 0,3-6-82 0 0,-1 0-1 0 0,24-32 1 0 0,-33 41-51 0 0,0-1 0 0 0,-1 1 0 0 0,1-1 0 0 0,-1 0 0 0 0,-1 0 0 0 0,1 0 1 0 0,-1-1-1 0 0,0 1 0 0 0,-1-1 0 0 0,1-14 0 0 0,18 87 3126 0 0,-8 24-2721 0 0,11 56-436 0 0,-18-124-1132 0 0,1 0 1 0 0,12 28 0 0 0,-12-39-1116 0 0,-4-34-6914 0 0,-2 9 5963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42:27.53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1 101 6401 0 0,'9'-7'7255'0'0,"21"-4"-5172"0"0,-8 4-1412 0 0,31-27 262 0 0,-41 26-647 0 0,-1 0-1 0 0,1 1 1 0 0,24-11-1 0 0,-35 18-252 0 0,-1 0-1 0 0,1 0 0 0 0,0 0 0 0 0,-1 0 1 0 0,1 0-1 0 0,0 0 0 0 0,-1 0 0 0 0,1 0 1 0 0,-1 1-1 0 0,1-1 0 0 0,0 0 0 0 0,-1 1 1 0 0,1-1-1 0 0,-1 0 0 0 0,1 1 0 0 0,-1-1 1 0 0,1 0-1 0 0,-1 1 0 0 0,1-1 0 0 0,-1 1 1 0 0,1-1-1 0 0,-1 1 0 0 0,0-1 0 0 0,1 1 1 0 0,-1 0-1 0 0,0-1 0 0 0,1 1 0 0 0,-1-1 1 0 0,0 1-1 0 0,0 0 0 0 0,0-1 0 0 0,1 1 1 0 0,-1 1-1 0 0,8 28 246 0 0,-7-24-235 0 0,9 40-117 0 0,6 83 1 0 0,-14-96-1511 0 0,-4 51 1 0 0,-3-71-1894 0 0,-3-18-323 0 0,-7-23-1886 0 0,13 23 5163 0 0,-3-7-1900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42:27.87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1 504 4049 0 0,'0'-1'456'0'0,"1"-1"-1"0"0,-1 0 1 0 0,1 1 0 0 0,0-1-1 0 0,0 0 1 0 0,0 1 0 0 0,0-1 0 0 0,0 1-1 0 0,0-1 1 0 0,0 1 0 0 0,0 0-1 0 0,1 0 1 0 0,-1-1 0 0 0,0 1-1 0 0,1 0 1 0 0,-1 0 0 0 0,1 0 0 0 0,2-1-1 0 0,38-19 940 0 0,-31 16-570 0 0,12-8-275 0 0,-1-1-1 0 0,-1-1 1 0 0,34-30-1 0 0,9-8-1265 0 0,-53 46-259 0 0,-9 7 467 0 0,-1-1-1 0 0,1 0 0 0 0,-1 0 0 0 0,0 0 0 0 0,1 0 0 0 0,-1 0 1 0 0,0 0-1 0 0,1 0 0 0 0,-1 0 0 0 0,0 0 0 0 0,0 0 0 0 0,0-1 1 0 0,0 1-1 0 0,0-1 0 0 0,0 1 0 0 0,0 0 0 0 0,-1-1 1 0 0,1 1-1 0 0,-1-1 0 0 0,1 0 0 0 0,-1 1 0 0 0,1-3 0 0 0,1 0-2518 0 0</inkml:trace>
  <inkml:trace contextRef="#ctx0" brushRef="#br0" timeOffset="1">366 0 4937 0 0,'11'26'9320'0'0,"-1"34"-9078"0"0,-6-34 584 0 0,36 173-1006 0 0,-14-76-6918 0 0,-26-123 7043 0 0,0 0-1 0 0,0 0 1 0 0,0 0-1 0 0,0 0 1 0 0,-1 0-1 0 0,1 0 1 0 0,0 0 0 0 0,0 0-1 0 0,0-1 1 0 0,0 1-1 0 0,0 0 1 0 0,0 0-1 0 0,0 1 1 0 0,-1-1-1 0 0,1 0 1 0 0,0 0 0 0 0,0 0-1 0 0,0 0 1 0 0,0 0-1 0 0,0 0 1 0 0,0 0-1 0 0,0 0 1 0 0,0 0-1 0 0,-1 0 1 0 0,1 0 0 0 0,0 0-1 0 0,0 0 1 0 0,0 0-1 0 0,0 0 1 0 0,0 0-1 0 0,0 0 1 0 0,0 1-1 0 0,0-1 1 0 0,0 0 0 0 0,0 0-1 0 0,0 0 1 0 0,0 0-1 0 0,0 0 1 0 0,-1 0-1 0 0,1 0 1 0 0,0 0-1 0 0,0 1 1 0 0,0-1 0 0 0,0 0-1 0 0,0 0 1 0 0,0 0-1 0 0,0 0 1 0 0,0 0-1 0 0,0 0 1 0 0,0 0-1 0 0,0 1 1 0 0,0-1 0 0 0,0 0-1 0 0,0 0 1 0 0,1 0-1 0 0,-1 0 1 0 0,0 0-1 0 0,0 0 1 0 0,0 0-1 0 0,0 0 1 0 0,0 1 0 0 0,-1-2-781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42:28.22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69 1 3529 0 0,'-9'11'789'0'0,"1"0"1"0"0,0 1-1 0 0,1 0 1 0 0,0 0 0 0 0,1 1-1 0 0,1 0 1 0 0,0 0-1 0 0,-4 14 1 0 0,8-24-737 0 0,0 1 0 0 0,1-1-1 0 0,-1 0 1 0 0,0 0 0 0 0,1 0 0 0 0,0 1 0 0 0,0-1-1 0 0,0 0 1 0 0,0 0 0 0 0,0 1 0 0 0,1-1 0 0 0,-1 0-1 0 0,1 0 1 0 0,0 0 0 0 0,0 1 0 0 0,0-1 0 0 0,0 0-1 0 0,1 0 1 0 0,-1-1 0 0 0,1 1 0 0 0,0 0 0 0 0,0 0 0 0 0,0-1-1 0 0,0 1 1 0 0,0-1 0 0 0,0 0 0 0 0,1 0 0 0 0,-1 1-1 0 0,1-2 1 0 0,0 1 0 0 0,-1 0 0 0 0,1 0 0 0 0,0-1-1 0 0,0 0 1 0 0,0 1 0 0 0,0-1 0 0 0,0 0 0 0 0,0 0-1 0 0,1-1 1 0 0,3 1 0 0 0,1 0 113 0 0,1 0-1 0 0,-1-1 1 0 0,0 0 0 0 0,1-1-1 0 0,-1 1 1 0 0,0-2-1 0 0,0 1 1 0 0,0-1 0 0 0,0 0-1 0 0,0-1 1 0 0,0 0 0 0 0,0 0-1 0 0,-1-1 1 0 0,0 0-1 0 0,0 0 1 0 0,0 0 0 0 0,0-1-1 0 0,7-6 1 0 0,-11 8-86 0 0,1-1-1 0 0,-1 1 1 0 0,0 0 0 0 0,1-1 0 0 0,-2 0-1 0 0,1 0 1 0 0,0 0 0 0 0,-1 0-1 0 0,0 0 1 0 0,0 0 0 0 0,0 0 0 0 0,0-1-1 0 0,-1 1 1 0 0,0-1 0 0 0,0 1-1 0 0,0-1 1 0 0,0 0 0 0 0,-1 1 0 0 0,1-1-1 0 0,-1 0 1 0 0,0 1 0 0 0,-1-1-1 0 0,1 0 1 0 0,-1 0 0 0 0,0 1 0 0 0,0-1-1 0 0,-1 1 1 0 0,1-1 0 0 0,-1 1-1 0 0,0 0 1 0 0,0 0 0 0 0,-1-1 0 0 0,-2-3-1 0 0,3 5-56 0 0,0 1 0 0 0,1 0 0 0 0,-1 0 1 0 0,0 0-1 0 0,0 0 0 0 0,0 1 0 0 0,0-1 0 0 0,0 0 0 0 0,-1 1 0 0 0,1 0 0 0 0,0-1 0 0 0,-1 1 0 0 0,1 0 0 0 0,-1 0 0 0 0,0 0 0 0 0,1 0 0 0 0,-1 1 0 0 0,1-1 0 0 0,-6 1 0 0 0,2 0-31 0 0,0 0 0 0 0,1 0 0 0 0,-1 1 0 0 0,0 0 1 0 0,1 0-1 0 0,-1 1 0 0 0,1-1 0 0 0,-1 1 0 0 0,-6 4 0 0 0,3-2-351 0 0,1 1 0 0 0,0 0 1 0 0,1 0-1 0 0,-1 0 1 0 0,-9 11-1 0 0,13-13-217 0 0,1 1 1 0 0,-1 0-1 0 0,1-1 0 0 0,0 1 1 0 0,0 1-1 0 0,1-1 0 0 0,-1 0 1 0 0,1 1-1 0 0,-3 7 0 0 0,0 5-5002 0 0,5-9 1538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42:28.61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2801 0 0,'5'5'11534'0'0,"8"7"-6281"0"0,6 4-4862 0 0,5 3-6099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42:28.98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2553 0 0,'12'6'7435'0'0,"-3"10"-3455"0"0,0 24-1648 0 0,-5-21-1214 0 0,-4-18-1171 0 0,0-1 0 0 0,0 1 0 0 0,0 0 0 0 0,1 0-1 0 0,-1-1 1 0 0,0 1 0 0 0,0 0 0 0 0,1-1 0 0 0,-1 1-1 0 0,1 0 1 0 0,-1-1 0 0 0,1 1 0 0 0,-1-1 0 0 0,1 1-1 0 0,-1-1 1 0 0,1 1 0 0 0,-1-1 0 0 0,1 1 0 0 0,0-1 0 0 0,-1 1-1 0 0,1-1 1 0 0,0 0 0 0 0,-1 1 0 0 0,1-1 0 0 0,0 0-1 0 0,-1 0 1 0 0,1 1 0 0 0,0-1 0 0 0,0 0 0 0 0,-1 0-1 0 0,1 0 1 0 0,0 0 0 0 0,0 0 0 0 0,-1 0 0 0 0,1 0-1 0 0,0 0 1 0 0,0-1 0 0 0,-1 1 0 0 0,1 0 0 0 0,0 0-1 0 0,-1 0 1 0 0,1-1 0 0 0,0 1 0 0 0,-1 0 0 0 0,1-1-1 0 0,0 0 1 0 0,30-25-9452 0 0,-24 20 5732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42:29.35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3537 0 0,'10'8'12767'0'0,"-9"-7"-12327"0"0,1 20 2861 0 0,-2-19-3342 0 0,0-1 1 0 0,0 1-1 0 0,0 0 1 0 0,0 0-1 0 0,0-1 0 0 0,0 1 1 0 0,1 0-1 0 0,-1 0 1 0 0,1-1-1 0 0,-1 1 1 0 0,1 0-1 0 0,-1-1 0 0 0,1 1 1 0 0,0-1-1 0 0,0 1 1 0 0,0-1-1 0 0,0 1 1 0 0,0-1-1 0 0,2 2 0 0 0,-3-3-93 0 0,0 0-1 0 0,1 0 0 0 0,-1 0 0 0 0,0 0 1 0 0,1 0-1 0 0,-1 0 0 0 0,0 0 0 0 0,1 0 1 0 0,-1 0-1 0 0,0 0 0 0 0,0 0 0 0 0,1 0 0 0 0,-1 0 1 0 0,0-1-1 0 0,1 1 0 0 0,-1 0 0 0 0,0 0 1 0 0,0 0-1 0 0,1-1 0 0 0,-1 1 0 0 0,0 0 0 0 0,0 0 1 0 0,1 0-1 0 0,-1-1 0 0 0,0 1 0 0 0,0 0 1 0 0,0 0-1 0 0,0-1 0 0 0,1 1 0 0 0,-1 0 1 0 0,0-1-1 0 0,0 1 0 0 0,0 0 0 0 0,0-1 0 0 0,0 1 1 0 0,0 0-1 0 0,0-1 0 0 0,0 1 0 0 0,0 0 1 0 0,0-1-1 0 0,0 1 0 0 0,0 0 0 0 0,0 0 1 0 0,0-1-1 0 0,0 1 0 0 0,0 0 0 0 0,0-1 0 0 0,0 1 1 0 0,0 0-1 0 0,-1-1 0 0 0,1 1 0 0 0,0 0 1 0 0,0 0-1 0 0,0-1 0 0 0,-1 1 0 0 0,-2-17-4215 0 0,3 4-882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37:40.30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32 64 2865 0 0,'11'0'3640'0'0,"21"0"2020"0"0,24-7-3761 0 0,-51 6-1888 0 0,0 0 0 0 0,-1 0 0 0 0,0-1-1 0 0,1 1 1 0 0,-1-1 0 0 0,0 0 0 0 0,0 0 0 0 0,0-1-1 0 0,0 1 1 0 0,0-1 0 0 0,-1 0 0 0 0,1 0 0 0 0,-1 0 0 0 0,0 0-1 0 0,1 0 1 0 0,-2-1 0 0 0,1 0 0 0 0,4-6 0 0 0,-13 9-185 0 0,0 0 0 0 0,0 0 0 0 0,1 1 0 0 0,-1 0 0 0 0,0 0 1 0 0,-11 2-1 0 0,15-2 150 0 0,-6 0-2 0 0,0 1-1 0 0,-1 0 0 0 0,1 0 0 0 0,1 0 0 0 0,-1 1 0 0 0,0 1 0 0 0,-14 5 1 0 0,19-6 38 0 0,0 0-1 0 0,0 0 1 0 0,0 1 0 0 0,0-1 0 0 0,0 1 0 0 0,1 0 0 0 0,-1 0 0 0 0,1 0 0 0 0,0 0 0 0 0,0 0 0 0 0,0 0 0 0 0,0 0 0 0 0,1 1 0 0 0,-1-1 0 0 0,1 1 0 0 0,0-1 0 0 0,0 1 0 0 0,0 0 0 0 0,0 4-1 0 0,-21 164 978 0 0,14-87-411 0 0,6-67-478 0 0,1 0 0 0 0,2 33 0 0 0,-1-46-93 0 0,0-1-1 0 0,1 0 1 0 0,-1 1 0 0 0,1-1 0 0 0,0 0 0 0 0,0 0 0 0 0,1 1 0 0 0,-1-1-1 0 0,1 0 1 0 0,0 0 0 0 0,0-1 0 0 0,0 1 0 0 0,0 0 0 0 0,1-1 0 0 0,-1 1 0 0 0,1-1-1 0 0,5 5 1 0 0,-4-7 1 0 0,-1 1-1 0 0,1-1 1 0 0,-1 0-1 0 0,1 0 1 0 0,0-1-1 0 0,-1 1 1 0 0,1-1-1 0 0,0 0 1 0 0,-1 0-1 0 0,1 0 1 0 0,0 0-1 0 0,-1-1 1 0 0,1 1-1 0 0,-1-1 1 0 0,1 0-1 0 0,-1 0 1 0 0,1 0-1 0 0,-1-1 1 0 0,1 1-1 0 0,2-3 1 0 0,10-4-27 0 0,-1 0 0 0 0,25-20 1 0 0,18-19-1785 0 0,-4-5-4586 0 0,-42 29 3117 0 0,-9 14 2116 0 0,6-4-985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37:40.71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26 0 2577 0 0,'-1'0'254'0'0,"0"0"1"0"0,0 0 0 0 0,0 1 0 0 0,0-1 0 0 0,0 0 0 0 0,0 0 0 0 0,0 0 0 0 0,0 0 0 0 0,0 1 0 0 0,0-1 0 0 0,1 1 0 0 0,-1-1 0 0 0,0 0 0 0 0,0 1 0 0 0,0-1 0 0 0,1 1 0 0 0,-1 0 0 0 0,0-1-1 0 0,1 1 1 0 0,-1 0 0 0 0,0-1 0 0 0,1 1 0 0 0,-1 0 0 0 0,0 1 0 0 0,-3 24 2299 0 0,16 38-1846 0 0,-9-53-53 0 0,33 163 709 0 0,17 64-2654 0 0,-42-214-1791 0 0,-7-37-542 0 0,-4-42 577 0 0,-2 38 2748 0 0,-1 1 0 0 0,-1-1 0 0 0,-7-19 0 0 0,6 22 983 0 0,1 0 0 0 0,0-1 1 0 0,1 1-1 0 0,-2-28 0 0 0,5 45-388 0 0,1-1 0 0 0,-1 0 0 0 0,1 1 1 0 0,0-1-1 0 0,-1 0 0 0 0,1 0 0 0 0,0 0 0 0 0,1 1 0 0 0,-1-1 0 0 0,0 0 0 0 0,1 0 0 0 0,-1-1 0 0 0,1 1 0 0 0,-1 0 0 0 0,1 0 1 0 0,2 1-1 0 0,-1 0-237 0 0,0-1 1 0 0,0 1-1 0 0,0-1 1 0 0,0 0 0 0 0,0 0-1 0 0,1 0 1 0 0,-1 0-1 0 0,1-1 1 0 0,-1 1 0 0 0,1-1-1 0 0,0 0 1 0 0,0 0-1 0 0,0 0 1 0 0,-1 0 0 0 0,7-1-1 0 0,-6-1-190 0 0,0 0 0 0 0,0 0 0 0 0,0-1 0 0 0,0 0 0 0 0,0 0-1 0 0,0 0 1 0 0,0 0 0 0 0,-1-1 0 0 0,1 1 0 0 0,-1-1 0 0 0,0 0 0 0 0,0 0 0 0 0,0 0-1 0 0,0-1 1 0 0,0 1 0 0 0,-1-1 0 0 0,1 1 0 0 0,-1-1 0 0 0,0 0 0 0 0,3-7 0 0 0,3-8-1319 0 0,-2 0 0 0 0,0-1 1 0 0,4-19-1 0 0,-9 32 1105 0 0,4-8-1486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37:41.06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26 1704 0 0,'11'-1'4914'0'0,"20"-6"-3048"0"0,-16 3-893 0 0,2 0-323 0 0,-8 1-413 0 0,1 1-1 0 0,-1 1 1 0 0,1-1 0 0 0,-1 1-1 0 0,16 1 1 0 0,-23 0-210 0 0,0 0 1 0 0,0 1 0 0 0,0-1-1 0 0,0 0 1 0 0,0 1 0 0 0,0 0-1 0 0,-1-1 1 0 0,1 1 0 0 0,0 0 0 0 0,0 0-1 0 0,-1 0 1 0 0,1 0 0 0 0,0 1-1 0 0,-1-1 1 0 0,1 0 0 0 0,-1 0-1 0 0,0 1 1 0 0,1-1 0 0 0,-1 1-1 0 0,0 0 1 0 0,0-1 0 0 0,0 1-1 0 0,0 0 1 0 0,0 0 0 0 0,0-1-1 0 0,-1 1 1 0 0,1 0 0 0 0,0 0-1 0 0,-1 0 1 0 0,0 0 0 0 0,1 0-1 0 0,-1 3 1 0 0,1 13-16 0 0,-1-1 0 0 0,-1 0-1 0 0,-4 27 1 0 0,2-27-402 0 0,1 0 0 0 0,1 0 1 0 0,2 26-1 0 0,29-125 1014 0 0,-29 81-573 0 0,-1 0 0 0 0,1 0 1 0 0,0 0-1 0 0,-1 1 0 0 0,1-1 0 0 0,0 0 1 0 0,0 0-1 0 0,0 0 0 0 0,-1 1 0 0 0,1-1 1 0 0,0 0-1 0 0,0 1 0 0 0,0-1 0 0 0,0 1 1 0 0,0-1-1 0 0,0 1 0 0 0,1 0 0 0 0,-1-1 1 0 0,0 1-1 0 0,0 0 0 0 0,0 0 0 0 0,0-1 1 0 0,0 1-1 0 0,0 0 0 0 0,1 0 0 0 0,-1 0 1 0 0,0 1-1 0 0,0-1 0 0 0,0 0 0 0 0,0 0 1 0 0,0 1-1 0 0,0-1 0 0 0,1 0 0 0 0,-1 1 1 0 0,0-1-1 0 0,0 1 0 0 0,0 0 0 0 0,0-1 1 0 0,-1 1-1 0 0,3 1 0 0 0,51 39 164 0 0,-33-24-203 0 0,15 11-4004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37:41.40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6 128 3105 0 0,'0'1'145'0'0,"-1"0"-1"0"0,0 0 1 0 0,1 0 0 0 0,-1 0 0 0 0,1 0 0 0 0,-1 0 0 0 0,1 0 0 0 0,-1 0 0 0 0,1 1 0 0 0,0-1-1 0 0,0 0 1 0 0,-1 0 0 0 0,1 0 0 0 0,0 0 0 0 0,0 1 0 0 0,0-1 0 0 0,1 2 0 0 0,-1-3-111 0 0,0 0 1 0 0,1 1 0 0 0,-1-1 0 0 0,0 0 0 0 0,1 1-1 0 0,-1-1 1 0 0,1 0 0 0 0,-1 0 0 0 0,1 1 0 0 0,-1-1 0 0 0,1 0-1 0 0,-1 0 1 0 0,0 0 0 0 0,1 0 0 0 0,-1 0 0 0 0,1 0-1 0 0,-1 0 1 0 0,1 0 0 0 0,-1 0 0 0 0,1 0 0 0 0,-1 0 0 0 0,1 0-1 0 0,-1 0 1 0 0,1 0 0 0 0,-1 0 0 0 0,1 0 0 0 0,-1-1-1 0 0,1 1 1 0 0,-1 0 0 0 0,1 0 0 0 0,-1 0 0 0 0,0-1 0 0 0,1 1-1 0 0,-1 0 1 0 0,1-1 0 0 0,-1 1 0 0 0,0 0 0 0 0,1-1-1 0 0,-1 1 1 0 0,0-1 0 0 0,1 0 0 0 0,67-53 1657 0 0,-42 32-1323 0 0,1 1 0 0 0,42-25 0 0 0,-68 45-360 0 0,-1 1-1 0 0,1-1 0 0 0,0 1 1 0 0,0 0-1 0 0,0-1 1 0 0,0 1-1 0 0,-1 0 1 0 0,1 0-1 0 0,0 0 0 0 0,0 0 1 0 0,0 0-1 0 0,0-1 1 0 0,0 2-1 0 0,0-1 0 0 0,0 0 1 0 0,-1 0-1 0 0,1 0 1 0 0,0 0-1 0 0,0 0 1 0 0,0 1-1 0 0,0-1 0 0 0,0 0 1 0 0,-1 1-1 0 0,1-1 1 0 0,0 1-1 0 0,0-1 1 0 0,-1 1-1 0 0,1-1 0 0 0,0 1 1 0 0,-1 0-1 0 0,1-1 1 0 0,0 1-1 0 0,-1 0 0 0 0,1-1 1 0 0,-1 1-1 0 0,1 0 1 0 0,-1 0-1 0 0,0 0 1 0 0,1-1-1 0 0,-1 1 0 0 0,0 0 1 0 0,1 0-1 0 0,-1 0 1 0 0,0 1-1 0 0,1 2-494 0 0,0-1 0 0 0,0 0 0 0 0,-1 1 0 0 0,1-1 0 0 0,-1 1 0 0 0,0-1 1 0 0,0 1-1 0 0,0-1 0 0 0,0 1 0 0 0,-2 6 0 0 0,-5-7-2087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37:41.75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28 1 2489 0 0,'-5'12'1051'0'0,"1"0"0"0"0,0 0 0 0 0,0 1 0 0 0,1 0 0 0 0,1-1 0 0 0,0 1 0 0 0,1 0 0 0 0,1 0 0 0 0,1 19 0 0 0,-2 3-227 0 0,-1-22-743 0 0,2 1 1 0 0,0-1-1 0 0,1 1 0 0 0,0-1 1 0 0,6 26-1 0 0,-7-39-159 0 0,0-1 0 0 0,0 1 1 0 0,0 0-1 0 0,0 0 0 0 0,0-1 0 0 0,0 1 0 0 0,0 0 0 0 0,0-1 0 0 0,0 1 1 0 0,0 0-1 0 0,0 0 0 0 0,0-1 0 0 0,1 1 0 0 0,-1 0 0 0 0,0 0 0 0 0,0-1 1 0 0,0 1-1 0 0,0 0 0 0 0,1 0 0 0 0,-1 0 0 0 0,0-1 0 0 0,0 1 0 0 0,1 0 1 0 0,-1 0-1 0 0,0 0 0 0 0,0 0 0 0 0,1 0 0 0 0,-1 0 0 0 0,0-1 1 0 0,0 1-1 0 0,1 0 0 0 0,-1 0 0 0 0,0 0 0 0 0,0 0 0 0 0,1 0 0 0 0,-1 0 1 0 0,0 0-1 0 0,1 0 0 0 0,-1 0 0 0 0,0 0 0 0 0,0 0 0 0 0,1 0 0 0 0,-1 0 1 0 0,0 0-1 0 0,0 1 0 0 0,1-1 0 0 0,-1 0 0 0 0,0 0 0 0 0,0 0 1 0 0,1 0-1 0 0,-1 0 0 0 0,0 1 0 0 0,0-1 0 0 0,1 0 0 0 0,-1 0 0 0 0,0 0 1 0 0,0 1-1 0 0,0-1 0 0 0,1 0 0 0 0,-1 0 0 0 0,0 0 0 0 0,0 1 0 0 0,0-1 1 0 0,0 0-1 0 0,0 0 0 0 0,0 1 0 0 0,10-26-4867 0 0,-9 24 4544 0 0,3-9-2332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37:42.14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34 89 2849 0 0,'-3'2'322'0'0,"1"0"0"0"0,-1 0 1 0 0,1 0-1 0 0,0 1 0 0 0,0-1 1 0 0,-1 1-1 0 0,2-1 0 0 0,-1 1 1 0 0,0-1-1 0 0,1 1 0 0 0,-1 0 1 0 0,1 0-1 0 0,0 0 1 0 0,-2 6-1 0 0,2-4-174 0 0,0 1 1 0 0,0-1-1 0 0,1 1 1 0 0,0-1 0 0 0,0 1-1 0 0,0-1 1 0 0,1 1-1 0 0,0-1 1 0 0,0 1-1 0 0,0-1 1 0 0,1 0-1 0 0,-1 1 1 0 0,5 7-1 0 0,-5-10-128 0 0,0 0-1 0 0,1 0 1 0 0,-1 0-1 0 0,1 1 1 0 0,0-1-1 0 0,0-1 1 0 0,0 1-1 0 0,0 0 1 0 0,0 0-1 0 0,1-1 1 0 0,-1 1-1 0 0,1-1 1 0 0,0 0-1 0 0,0 0 1 0 0,0 0-1 0 0,0 0 1 0 0,0-1-1 0 0,0 1 1 0 0,0-1-1 0 0,0 1 1 0 0,1-1-1 0 0,-1 0 1 0 0,1 0-1 0 0,-1-1 1 0 0,0 1-1 0 0,1-1 1 0 0,-1 0-1 0 0,1 0 1 0 0,-1 0-1 0 0,1 0 1 0 0,-1 0-1 0 0,1-1 1 0 0,-1 0-1 0 0,1 0 1 0 0,-1 0-1 0 0,0 0 1 0 0,1 0-1 0 0,4-3 1 0 0,-1-1 100 0 0,0 0 0 0 0,0 0 0 0 0,-1-1 0 0 0,1 0 0 0 0,-1 0 0 0 0,-1 0 1 0 0,1-1-1 0 0,-1 0 0 0 0,0 0 0 0 0,-1 0 0 0 0,1-1 0 0 0,-1 0 1 0 0,3-11-1 0 0,-4 13-11 0 0,-1 0 0 0 0,0 0-1 0 0,0 0 1 0 0,-1 0 0 0 0,1-1 0 0 0,-2 1 0 0 0,1-1 0 0 0,-1 1 0 0 0,0-1 0 0 0,0 1 0 0 0,0-1 0 0 0,-1 1 0 0 0,0 0-1 0 0,0-1 1 0 0,-1 1 0 0 0,0 0 0 0 0,0 0 0 0 0,-4-9 0 0 0,5 13-79 0 0,-1 0 0 0 0,1 0-1 0 0,0 0 1 0 0,0 0 0 0 0,-1 0-1 0 0,1 1 1 0 0,-1-1 0 0 0,0 0 0 0 0,0 1-1 0 0,1-1 1 0 0,-1 1 0 0 0,0-1 0 0 0,0 1-1 0 0,0 0 1 0 0,0 0 0 0 0,-1 0 0 0 0,1 0-1 0 0,0 0 1 0 0,0 1 0 0 0,0-1 0 0 0,-1 1-1 0 0,1-1 1 0 0,0 1 0 0 0,-1 0 0 0 0,1 0-1 0 0,0 0 1 0 0,-1 0 0 0 0,1 0 0 0 0,-1 1-1 0 0,1-1 1 0 0,0 1 0 0 0,0-1 0 0 0,-1 1-1 0 0,1 0 1 0 0,0 0 0 0 0,0 0-1 0 0,0 0 1 0 0,0 0 0 0 0,-2 2 0 0 0,-4 2-302 0 0,1 1 0 0 0,-1-1 0 0 0,1 2 1 0 0,1-1-1 0 0,-1 1 0 0 0,1 0 0 0 0,0 0 1 0 0,-6 11-1 0 0,7-9-495 0 0,0 1 0 0 0,0-1 0 0 0,1 1 0 0 0,-3 14 1 0 0,1 19-5204 0 0,9-34 3507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37:42.54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0 150 1984 0 0,'13'-7'5680'0'0,"23"-1"-4259"0"0,-28 6-792 0 0,16-4-312 0 0,0-2 0 0 0,-1-1 0 0 0,0-1 0 0 0,37-22 0 0 0,-38 18-2337 0 0,0-1 0 0 0,23-20-1 0 0,-41 31 378 0 0</inkml:trace>
  <inkml:trace contextRef="#ctx0" brushRef="#br0" timeOffset="1">188 181 3137 0 0,'6'64'2772'0'0,"-1"2"-1056"0"0,19 85 0 0 0,-14-127-2043 0 0,-9-24 251 0 0,-1 1 0 0 0,0-1 0 0 0,0 0 0 0 0,1 0-1 0 0,-1 1 1 0 0,0-1 0 0 0,1 0 0 0 0,-1 0 0 0 0,0 1 0 0 0,1-1-1 0 0,-1 0 1 0 0,0 0 0 0 0,1 0 0 0 0,-1 1 0 0 0,0-1-1 0 0,1 0 1 0 0,-1 0 0 0 0,1 0 0 0 0,-1 0 0 0 0,0 0-1 0 0,1 0 1 0 0,-1 0 0 0 0,1 0 0 0 0,-1 0 0 0 0,0 0 0 0 0,1 0-1 0 0,-1 0 1 0 0,1 0 0 0 0,-1 0 0 0 0,1-1 0 0 0,0 0-88 0 0,0-1 1 0 0,1 1-1 0 0,-1-1 1 0 0,0 1 0 0 0,0-1-1 0 0,-1 1 1 0 0,1-1-1 0 0,0 0 1 0 0,0 0 0 0 0,-1 1-1 0 0,1-1 1 0 0,-1 0 0 0 0,0 0-1 0 0,1 0 1 0 0,-1 1-1 0 0,0-1 1 0 0,0 0 0 0 0,0 0-1 0 0,0 0 1 0 0,-1 0-1 0 0,0-2 1 0 0,-1-21-891 0 0,2 0-502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37:42.87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169 0 2585 0 0,'22'98'5756'0'0,"2"0"-3615"0"0,2 7-2953 0 0,-20-90-221 0 0,-3-6-2557 0 0,-11-10 873 0 0,2 0 827 0 0</inkml:trace>
  <inkml:trace contextRef="#ctx0" brushRef="#br0" timeOffset="1">0 453 3049 0 0,'0'0'143'0'0,"0"1"0"0"0,0 0 0 0 0,0-1 0 0 0,0 1 0 0 0,0-1 0 0 0,0 1 0 0 0,1 0 1 0 0,-1-1-1 0 0,0 1 0 0 0,0-1 0 0 0,0 1 0 0 0,1-1 0 0 0,-1 1 0 0 0,0 0 0 0 0,0-1 0 0 0,1 1 1 0 0,-1-1-1 0 0,1 1 0 0 0,-1-1 0 0 0,0 0 0 0 0,1 1 0 0 0,-1-1 0 0 0,1 1 0 0 0,-1-1 1 0 0,1 0-1 0 0,-1 1 0 0 0,1-1 0 0 0,-1 0 0 0 0,1 0 0 0 0,-1 1 0 0 0,2-1 0 0 0,21-2 2325 0 0,21-16-405 0 0,-21 4-1468 0 0,41-32-1 0 0,12-7-1738 0 0,-21 28-3208 0 0,-50 24 3455 0 0,-5 1 834 0 0,1 0 1 0 0,-1 0-1 0 0,0 0 1 0 0,0 0-1 0 0,0 0 1 0 0,0 0-1 0 0,0 1 0 0 0,1-1 1 0 0,-1 0-1 0 0,0 0 1 0 0,0 0-1 0 0,0 0 1 0 0,0 0-1 0 0,1 0 1 0 0,-1 0-1 0 0,0 0 1 0 0,0 0-1 0 0,0 0 1 0 0,1 0-1 0 0,-1 0 1 0 0,0 0-1 0 0,0 0 0 0 0,0-1 1 0 0,0 1-1 0 0,0 0 1 0 0,1 0-1 0 0,-1 0 1 0 0,0 0-1 0 0,0 0 1 0 0,0 0-1 0 0,0 0 1 0 0,0 0-1 0 0,1-1 1 0 0,-1 1-1 0 0,0 0 1 0 0,0 0-1 0 0,0 0 0 0 0,0 0 1 0 0,0 0-1 0 0,0 0 1 0 0,0-1-1 0 0,0 1 1 0 0,0 0-1 0 0,1 0 1 0 0,-1 0-1 0 0,0 0 1 0 0,0-1-1 0 0,0 1 1 0 0,0 0-1 0 0,0 0 1 0 0,0 0-1 0 0,0-1 0 0 0,0 1 1 0 0,0 0-1 0 0,0 0 1 0 0,0 0-1 0 0,0 0 1 0 0,-1-1-1 0 0,1 1 1 0 0,0 0-1 0 0,0 0 1 0 0,0 0-1 0 0,0 0 1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37:43.25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1 263 5169 0 0,'5'-9'5950'0'0,"30"-25"-4438"0"0,2 6-663 0 0,2 1 1 0 0,72-37-1 0 0,-33 21-2243 0 0,-4-5-4085 0 0,-59 38 1391 0 0,-1 17 1294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37:43.65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79 2425 0 0,'18'-1'5998'0'0,"12"-11"-4187"0"0,29-20-849 0 0,-48 25-799 0 0,-5 3-6 0 0,1 0-1 0 0,-1 0 1 0 0,0 1-1 0 0,1 0 1 0 0,0 0 0 0 0,10-2-1 0 0,-16 4-130 0 0,0 1 0 0 0,1 0 0 0 0,-1 0-1 0 0,0 0 1 0 0,0 0 0 0 0,0 0 0 0 0,0 0 0 0 0,0 1-1 0 0,0-1 1 0 0,0 0 0 0 0,1 1 0 0 0,-1-1 0 0 0,0 0 0 0 0,0 1-1 0 0,0-1 1 0 0,0 1 0 0 0,0-1 0 0 0,0 1 0 0 0,0 1 0 0 0,1-1-6 0 0,-1 1 1 0 0,0 0 0 0 0,1 0 0 0 0,-1 0 0 0 0,0-1-1 0 0,-1 1 1 0 0,1 0 0 0 0,0 0 0 0 0,0 0 0 0 0,-1 1-1 0 0,1-1 1 0 0,-1 0 0 0 0,1 4 0 0 0,0 20-148 0 0,-1 0 0 0 0,-1 0 1 0 0,-1 0-1 0 0,-9 42 0 0 0,5-35-123 0 0,-4 66 0 0 0,10-99 250 0 0,0 1 0 0 0,0-1-1 0 0,0 0 1 0 0,0 1-1 0 0,0-1 1 0 0,0 0 0 0 0,0 1-1 0 0,0-1 1 0 0,0 1-1 0 0,0-1 1 0 0,0 0 0 0 0,0 1-1 0 0,0-1 1 0 0,0 0 0 0 0,0 1-1 0 0,1-1 1 0 0,-1 0-1 0 0,0 0 1 0 0,0 1 0 0 0,0-1-1 0 0,0 0 1 0 0,1 1 0 0 0,-1-1-1 0 0,0 0 1 0 0,0 0-1 0 0,1 1 1 0 0,-1-1 0 0 0,0 0-1 0 0,0 0 1 0 0,1 1 0 0 0,-1-1-1 0 0,0 0 1 0 0,1 0-1 0 0,-1 0 1 0 0,0 0 0 0 0,1 0-1 0 0,-1 0 1 0 0,0 1 0 0 0,1-1-1 0 0,-1 0 1 0 0,17-9 256 0 0,20-25 558 0 0,-32 29-639 0 0,52-43 966 0 0,-54 46-1099 0 0,1-1-1 0 0,0 1 0 0 0,0 0 1 0 0,0 0-1 0 0,0 0 1 0 0,0 0-1 0 0,0 1 0 0 0,0 0 1 0 0,0 0-1 0 0,1 0 0 0 0,-1 0 1 0 0,0 0-1 0 0,1 1 0 0 0,6 0 1 0 0,-10 0-24 0 0,0 1 0 0 0,0-1 0 0 0,0 0-1 0 0,-1 1 1 0 0,1-1 0 0 0,0 0 0 0 0,0 1 0 0 0,-1-1 0 0 0,1 1 0 0 0,0-1 0 0 0,-1 1 0 0 0,1-1 0 0 0,0 1 0 0 0,-1 0 0 0 0,1-1 0 0 0,-1 1 0 0 0,1 0 0 0 0,-1-1 0 0 0,1 1 0 0 0,-1 0 0 0 0,0 0 0 0 0,1 0 0 0 0,-1-1 0 0 0,0 1 0 0 0,1 0 0 0 0,-1 2 0 0 0,-2 29 57 0 0,-17 29-742 0 0,18-61 638 0 0,-12 27-409 0 0,-1 0 1 0 0,-1-2 0 0 0,-1 0-1 0 0,-21 24 1 0 0,-28 45 776 0 0,64-94-324 0 0,1 0 0 0 0,0 0-1 0 0,0 0 1 0 0,0 1 0 0 0,0-1-1 0 0,0 0 1 0 0,0 0-1 0 0,0 0 1 0 0,0 0 0 0 0,0 0-1 0 0,0 1 1 0 0,0-1-1 0 0,0 0 1 0 0,0 0 0 0 0,0 0-1 0 0,0 0 1 0 0,0 0-1 0 0,0 1 1 0 0,0-1 0 0 0,0 0-1 0 0,0 0 1 0 0,0 0-1 0 0,0 0 1 0 0,0 1 0 0 0,0-1-1 0 0,0 0 1 0 0,0 0-1 0 0,0 0 1 0 0,1 0 0 0 0,-1 0-1 0 0,0 0 1 0 0,0 1 0 0 0,0-1-1 0 0,0 0 1 0 0,0 0-1 0 0,0 0 1 0 0,0 0 0 0 0,1 0-1 0 0,-1 0 1 0 0,0 0-1 0 0,0 0 1 0 0,0 0 0 0 0,0 0-1 0 0,0 0 1 0 0,1 0-1 0 0,-1 0 1 0 0,0 0 0 0 0,0 0-1 0 0,0 1 1 0 0,0-1-1 0 0,1 0 1 0 0,-1-1 0 0 0,0 1-1 0 0,0 0 1 0 0,0 0-1 0 0,0 0 1 0 0,0 0 0 0 0,1 0-1 0 0,-1 0 1 0 0,18-2 620 0 0,18-7 281 0 0,41-23 232 0 0,-59 23-1364 0 0,0 1 0 0 0,0 1 0 0 0,1 1 0 0 0,-1 0 0 0 0,26-3 0 0 0,-38 8-1187 0 0,18 0-7326 0 0,-9 10 5316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37:44.04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1 179 3841 0 0,'71'-45'4934'0'0,"25"-36"-3504"0"0,-49 40-881 0 0,-46 40-506 0 0,0 0 0 0 0,0 0-1 0 0,0 0 1 0 0,0 0 0 0 0,0 0-1 0 0,0 1 1 0 0,0-1-1 0 0,0 0 1 0 0,0 1 0 0 0,1-1-1 0 0,-1 1 1 0 0,0-1 0 0 0,0 1-1 0 0,0 0 1 0 0,1-1 0 0 0,-1 1-1 0 0,0 0 1 0 0,0 0 0 0 0,1 0-1 0 0,-1 0 1 0 0,0 0 0 0 0,1 0-1 0 0,-1 0 1 0 0,0 0 0 0 0,0 1-1 0 0,2 0 1 0 0,-1 0 28 0 0,0 0 1 0 0,-1 1 0 0 0,1-1-1 0 0,0 1 1 0 0,-1-1-1 0 0,1 1 1 0 0,-1 0-1 0 0,0 0 1 0 0,1 0 0 0 0,-1 0-1 0 0,0 0 1 0 0,0 0-1 0 0,0 0 1 0 0,0 2-1 0 0,4 13 266 0 0,0 0-1 0 0,-2 1 0 0 0,3 21 0 0 0,-4-23-270 0 0,4 19-136 0 0,13 105-49 0 0,-14-48-5339 0 0,-4-91 5290 0 0,-1-1-1 0 0,0 1 0 0 0,0-1 1 0 0,0 1-1 0 0,0 0 1 0 0,0-1-1 0 0,0 1 0 0 0,0-1 1 0 0,0 1-1 0 0,0 0 1 0 0,0-1-1 0 0,0 1 0 0 0,0-1 1 0 0,0 1-1 0 0,-1-1 1 0 0,1 1-1 0 0,0 0 0 0 0,0-1 1 0 0,-1 1-1 0 0,1-1 1 0 0,0 1-1 0 0,-1-1 0 0 0,1 1 1 0 0,-1-1-1 0 0,1 0 1 0 0,0 1-1 0 0,-1-1 0 0 0,1 1 1 0 0,-1-1-1 0 0,1 0 1 0 0,-1 1-1 0 0,0-1 0 0 0,-2 0-2130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37:44.42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6 107 3961 0 0,'0'0'211'0'0,"0"0"0"0"0,-1 1 0 0 0,1-1 0 0 0,-1 0 0 0 0,1 0 0 0 0,0 1 0 0 0,-1-1 0 0 0,1 0 0 0 0,0 1 0 0 0,-1-1 0 0 0,1 1 0 0 0,0-1 0 0 0,0 0 0 0 0,0 1 0 0 0,-1-1 0 0 0,1 1 0 0 0,0-1 0 0 0,0 1 0 0 0,0-1 0 0 0,0 1 0 0 0,0-1 0 0 0,0 1 0 0 0,-1-1 0 0 0,1 1 0 0 0,0-1 0 0 0,1 1 0 0 0,-1-1 0 0 0,0 0 0 0 0,0 1 0 0 0,0-1 0 0 0,0 1 0 0 0,0 0 0 0 0,15 4 2877 0 0,21-6-1271 0 0,-11-7-1185 0 0,-1 0 1 0 0,0-2 0 0 0,40-22-1 0 0,-39 18-2048 0 0,0 2-1 0 0,47-16 1 0 0,-35 17-8337 0 0,-33 9 6644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37:45.05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7 174 2184 0 0,'-1'-1'295'0'0,"0"0"-1"0"0,1 0 1 0 0,-1-1-1 0 0,0 1 0 0 0,1 0 1 0 0,-1-1-1 0 0,1 1 1 0 0,-1 0-1 0 0,1-1 0 0 0,0 1 1 0 0,0-1-1 0 0,0 1 1 0 0,0-1-1 0 0,0 1 1 0 0,0 0-1 0 0,0-1 0 0 0,0 1 1 0 0,0-1-1 0 0,1 1 1 0 0,-1-1-1 0 0,1-2 0 0 0,1 1 7 0 0,0-1-1 0 0,0 0 0 0 0,0 1 0 0 0,0-1 1 0 0,1 1-1 0 0,0 0 0 0 0,-1 0 0 0 0,4-3 1 0 0,-2 2-87 0 0,0 0 0 0 0,1 1-1 0 0,-1 0 1 0 0,0-1 0 0 0,1 1 0 0 0,0 1 0 0 0,0-1 0 0 0,0 1 0 0 0,0 0 0 0 0,0 0 0 0 0,0 0-1 0 0,10-1 1 0 0,-14 4-156 0 0,1-1-1 0 0,0 1 0 0 0,0-1 1 0 0,-1 1-1 0 0,1 0 0 0 0,-1 0 1 0 0,1 0-1 0 0,-1 0 0 0 0,1 0 1 0 0,-1 0-1 0 0,0 0 0 0 0,1 0 1 0 0,-1 1-1 0 0,0-1 0 0 0,0 0 1 0 0,0 1-1 0 0,0-1 0 0 0,0 1 1 0 0,0-1-1 0 0,0 1 1 0 0,0 0-1 0 0,-1-1 0 0 0,1 1 1 0 0,-1 0-1 0 0,1 2 0 0 0,11 48 250 0 0,-11-46-264 0 0,2 22-5 0 0,-1 1 0 0 0,-2 29 0 0 0,-1-25-86 0 0,5 47 0 0 0,-3-71 53 0 0,1 0 1 0 0,0 1 0 0 0,0-1 0 0 0,1 0 0 0 0,0 0 0 0 0,1-1-1 0 0,0 1 1 0 0,0-1 0 0 0,8 12 0 0 0,-10-16-41 0 0,1-1 1 0 0,0 1 0 0 0,0-1-1 0 0,0 0 1 0 0,0 0 0 0 0,0 0-1 0 0,0 0 1 0 0,1-1 0 0 0,0 1-1 0 0,-1-1 1 0 0,1 0 0 0 0,0 0-1 0 0,0 0 1 0 0,0-1-1 0 0,0 1 1 0 0,1-1 0 0 0,-1 0-1 0 0,0 0 1 0 0,0-1 0 0 0,1 1-1 0 0,-1-1 1 0 0,0 0 0 0 0,1 0-1 0 0,-1 0 1 0 0,1-1 0 0 0,-1 1-1 0 0,0-1 1 0 0,0 0 0 0 0,1-1-1 0 0,-1 1 1 0 0,4-3-1 0 0,-3 2-263 0 0,-1 0-1 0 0,0-1 1 0 0,0 0-1 0 0,-1 0 1 0 0,1 0-1 0 0,-1 0 0 0 0,1-1 1 0 0,-1 1-1 0 0,0-1 1 0 0,0 0-1 0 0,0 0 1 0 0,-1 0-1 0 0,0 0 0 0 0,1 0 1 0 0,-1 0-1 0 0,-1-1 1 0 0,1 1-1 0 0,1-9 1 0 0,0-3-407 0 0,0 0 1 0 0,-2 0 0 0 0,0-1 0 0 0,-1 1-1 0 0,0 0 1 0 0,-1-1 0 0 0,-6-26 0 0 0,-5-5 798 0 0,-21-56 0 0 0,17 59 1740 0 0,26 81 1623 0 0,6 43-1 0 0,10 43-2531 0 0,-24-118-953 0 0,0 6-145 0 0,1-1 1 0 0,0 0-1 0 0,1-1 0 0 0,0 1 0 0 0,8 13 1 0 0,-11-22 129 0 0,-1 0 0 0 0,0 0 0 0 0,0 1-1 0 0,0-1 1 0 0,0 0 0 0 0,0 0 0 0 0,0 0 0 0 0,0 0 0 0 0,0 0 0 0 0,0 0 0 0 0,0 0 0 0 0,0 0 0 0 0,1 0 0 0 0,-1 0 0 0 0,0 0 0 0 0,0 0 0 0 0,0 1 0 0 0,0-1 0 0 0,0 0 0 0 0,0 0 0 0 0,0 0 0 0 0,1 0 0 0 0,-1 0 0 0 0,0 0 0 0 0,0 0-1 0 0,0 0 1 0 0,0 0 0 0 0,0 0 0 0 0,0 0 0 0 0,0 0 0 0 0,1 0 0 0 0,-1 0 0 0 0,0-1 0 0 0,0 1 0 0 0,0 0 0 0 0,0 0 0 0 0,0 0 0 0 0,0 0 0 0 0,0 0 0 0 0,1 0 0 0 0,-1 0 0 0 0,0 0 0 0 0,0 0 0 0 0,0 0 0 0 0,0 0 0 0 0,0 0 0 0 0,0-1-1 0 0,0 1 1 0 0,0 0 0 0 0,0 0 0 0 0,0 0 0 0 0,0 0 0 0 0,0 0 0 0 0,0 0 0 0 0,0 0 0 0 0,0 0 0 0 0,1-1 0 0 0,-1 1 0 0 0,0 0 0 0 0,0 0 0 0 0,3-14-1313 0 0,-1-12 26 0 0,-2 13 1083 0 0,-2 1 0 0 0,0-1 1 0 0,0 1-1 0 0,-8-23 0 0 0,-2-12 2270 0 0,17 47 1952 0 0,5-11-2969 0 0,6-15-687 0 0,16-50 811 0 0,-24 53-919 0 0,1 1 0 0 0,1 0 0 0 0,14-21 0 0 0,-24 42-188 0 0,0 1 0 0 0,0-1 0 0 0,1 1 0 0 0,-1-1 0 0 0,0 1 0 0 0,1 0 0 0 0,-1-1 0 0 0,0 1 0 0 0,1-1 0 0 0,-1 1 0 0 0,1 0 0 0 0,-1-1 0 0 0,1 1 0 0 0,-1 0 0 0 0,1-1 0 0 0,-1 1 0 0 0,1 0 0 0 0,-1 0 0 0 0,1 0 0 0 0,-1-1 1 0 0,1 1-1 0 0,-1 0 0 0 0,1 0 0 0 0,-1 0 0 0 0,1 0 0 0 0,-1 0 0 0 0,1 0 0 0 0,0 0 0 0 0,-1 0 0 0 0,1 0 0 0 0,-1 0 0 0 0,1 0 0 0 0,0 1 0 0 0,15 15 643 0 0,3 26 199 0 0,-9-4-465 0 0,-1 0-1 0 0,-3 0 1 0 0,4 56 0 0 0,7 47-347 0 0,-13-122-394 0 0,0 0 0 0 0,2 0 0 0 0,0-1 0 0 0,1 0 0 0 0,13 24 0 0 0,-4-24-1509 0 0,-16-18 1680 0 0,1 1 1 0 0,-1-1 0 0 0,0 0 0 0 0,1 0-1 0 0,-1 0 1 0 0,1 0 0 0 0,-1 0 0 0 0,1 0-1 0 0,-1 0 1 0 0,0 1 0 0 0,1-1 0 0 0,-1 0-1 0 0,1 0 1 0 0,-1-1 0 0 0,1 1 0 0 0,-1 0-1 0 0,0 0 1 0 0,1 0 0 0 0,-1 0 0 0 0,1 0-1 0 0,-1 0 1 0 0,0 0 0 0 0,1-1 0 0 0,-1 1-1 0 0,1 0 1 0 0,-1 0 0 0 0,0-1 0 0 0,1 1 0 0 0,0-2-252 0 0,0 0 1 0 0,0 1 0 0 0,0-1 0 0 0,0 0 0 0 0,0 0 0 0 0,0 0 0 0 0,-1 0 0 0 0,1 0 0 0 0,-1 0 0 0 0,1 0 0 0 0,-1 0-1 0 0,0 0 1 0 0,0 0 0 0 0,0 0 0 0 0,0 0 0 0 0,-1-3 0 0 0,2-9-1962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37:45.63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0 1760 0 0,'0'10'3979'0'0,"8"16"-2920"0"0,-7-23-678 0 0,11 34 572 0 0,6 41 0 0 0,-14-52-1219 0 0,2-1 0 0 0,1 1 0 0 0,1-1 0 0 0,19 41 0 0 0,-27-66 232 0 0,0 0 0 0 0,0 0 0 0 0,0 0 0 0 0,0 0 0 0 0,0 0 0 0 0,0 0 0 0 0,0 0 0 0 0,0-1 0 0 0,0 1 0 0 0,0 0 0 0 0,0 0 0 0 0,0 0 0 0 0,0 0 0 0 0,0 0 0 0 0,0 0 0 0 0,0 0 0 0 0,0 0 0 0 0,0 0 0 0 0,0-1 0 0 0,0 1 0 0 0,0 0 0 0 0,0 0 0 0 0,0 0 0 0 0,0 0 0 0 0,0 0 0 0 0,0 0 0 0 0,0 0 0 0 0,0 0 0 0 0,1 0 0 0 0,-1 0 0 0 0,0-1 1 0 0,0 1-1 0 0,0 0 0 0 0,0 0 0 0 0,0 0 0 0 0,0 0 0 0 0,0 0 0 0 0,0 0 0 0 0,0 0 0 0 0,0 0 0 0 0,1 0 0 0 0,-1 0 0 0 0,0 0 0 0 0,0 0 0 0 0,0 0 0 0 0,0 0 0 0 0,0 0 0 0 0,0 0 0 0 0,0 0 0 0 0,0 0 0 0 0,0 0 0 0 0,1 0 0 0 0,-2-19-450 0 0,-4-22 511 0 0,-8-19 323 0 0,8 44 87 0 0,1 0 1 0 0,1 0-1 0 0,0-1 0 0 0,1 1 1 0 0,1-19-1 0 0,1 34-358 0 0,0 0-1 0 0,0 1 1 0 0,0-1 0 0 0,0 0-1 0 0,0 0 1 0 0,0 1 0 0 0,0-1-1 0 0,0 0 1 0 0,0 0 0 0 0,1 1-1 0 0,-1-1 1 0 0,0 0 0 0 0,1 1-1 0 0,-1-1 1 0 0,0 0 0 0 0,1 1-1 0 0,-1-1 1 0 0,1 0-1 0 0,-1 1 1 0 0,1-1 0 0 0,-1 1-1 0 0,1-1 1 0 0,-1 1 0 0 0,1-1-1 0 0,0 1 1 0 0,-1-1 0 0 0,1 1-1 0 0,0 0 1 0 0,-1-1 0 0 0,1 1-1 0 0,0 0 1 0 0,0 0 0 0 0,-1 0-1 0 0,2-1 1 0 0,1 1 127 0 0,0 1 0 0 0,0-1-1 0 0,0 1 1 0 0,-1-1 0 0 0,1 1 0 0 0,0 0 0 0 0,-1 0-1 0 0,1 0 1 0 0,4 3 0 0 0,49 36 1851 0 0,-46-32-1915 0 0,-1 1-1 0 0,0 0 1 0 0,0 1-1 0 0,-1 0 1 0 0,8 12-1 0 0,-14-20-197 0 0,-1 0 0 0 0,0 0 0 0 0,0 0 0 0 0,0 0 0 0 0,0 0 0 0 0,0 0 0 0 0,0 0 0 0 0,-1 0 0 0 0,1 0 0 0 0,-1 0 0 0 0,1 1-1 0 0,-1-1 1 0 0,0 0 0 0 0,0 0 0 0 0,0 0 0 0 0,0 1 0 0 0,0-1 0 0 0,0 0 0 0 0,0 0 0 0 0,-1 0 0 0 0,0 1 0 0 0,1-1 0 0 0,-1 0 0 0 0,0 0 0 0 0,0 0 0 0 0,0 0-1 0 0,0 0 1 0 0,0 0 0 0 0,0-1 0 0 0,-1 1 0 0 0,1 0 0 0 0,-1 0 0 0 0,1-1 0 0 0,-1 1 0 0 0,0-1 0 0 0,1 0 0 0 0,-1 1 0 0 0,-4 1 0 0 0,6-2 52 0 0,-1-1 1 0 0,1 1 0 0 0,-1-1-1 0 0,0 1 1 0 0,1-1-1 0 0,-1 0 1 0 0,1 1 0 0 0,-1-1-1 0 0,0 0 1 0 0,0 1 0 0 0,1-1-1 0 0,-1 0 1 0 0,0 0 0 0 0,1 0-1 0 0,-1 1 1 0 0,0-1 0 0 0,0 0-1 0 0,1 0 1 0 0,-1 0-1 0 0,0 0 1 0 0,0 0 0 0 0,1-1-1 0 0,-1 1 1 0 0,0 0 0 0 0,0 0-1 0 0,1 0 1 0 0,-1-1 0 0 0,0 1-1 0 0,1 0 1 0 0,-1 0 0 0 0,0-1-1 0 0,1 1 1 0 0,-1-1-1 0 0,1 1 1 0 0,-1-1 0 0 0,0 1-1 0 0,1-1 1 0 0,-1 1 0 0 0,1-1-1 0 0,0 1 1 0 0,-1-1 0 0 0,1 0-1 0 0,-1 1 1 0 0,1-1-1 0 0,0 0 1 0 0,-1 1 0 0 0,1-1-1 0 0,0 0 1 0 0,0 0 0 0 0,0 1-1 0 0,0-1 1 0 0,-1 0 0 0 0,1 0-1 0 0,0-1 75 0 0,0 0 0 0 0,0 0-1 0 0,0 0 1 0 0,0 0 0 0 0,1 0-1 0 0,-1 0 1 0 0,0 1 0 0 0,1-1-1 0 0,-1 0 1 0 0,1 0 0 0 0,0 0-1 0 0,-1 1 1 0 0,1-1 0 0 0,0 0 0 0 0,0 1-1 0 0,0-1 1 0 0,0 1 0 0 0,1-1-1 0 0,-1 1 1 0 0,0-1 0 0 0,1 1-1 0 0,2-2 1 0 0,31-14 21 0 0,-33 17-564 0 0,1-1 0 0 0,0 0 0 0 0,0 0 0 0 0,0 0 0 0 0,-1 0 0 0 0,1-1 1 0 0,-1 1-1 0 0,1-1 0 0 0,-1 1 0 0 0,1-1 0 0 0,-1 0 0 0 0,0 0 0 0 0,0 0 0 0 0,0 0 0 0 0,0 0 0 0 0,0 0 1 0 0,0-1-1 0 0,-1 1 0 0 0,1-1 0 0 0,-1 1 0 0 0,1-1 0 0 0,-1 0 0 0 0,0 1 0 0 0,0-1 0 0 0,-1 0 0 0 0,2-4 1 0 0,2-2-1838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37:46.01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11 8 2601 0 0,'-10'-8'7073'0'0,"13"21"-3120"0"0,1 1-3681 0 0,58 183 2832 0 0,21-7-5140 0 0,-80-183 1442 0 0,15 26-2685 0 0,-3-15-4262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37:46.39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57 41 2897 0 0,'-5'4'319'0'0,"1"1"1"0"0,0 0 0 0 0,0 1-1 0 0,0-1 1 0 0,1 1-1 0 0,0 0 1 0 0,0 0 0 0 0,0 0-1 0 0,1 0 1 0 0,0 0 0 0 0,0 0-1 0 0,0 1 1 0 0,1-1 0 0 0,0 1-1 0 0,0-1 1 0 0,1 1-1 0 0,0-1 1 0 0,0 1 0 0 0,0 0-1 0 0,1-1 1 0 0,0 1 0 0 0,0-1-1 0 0,3 8 1 0 0,-2-9-262 0 0,0-1 1 0 0,0 1 0 0 0,0-1-1 0 0,0 0 1 0 0,1 0-1 0 0,-1 0 1 0 0,1 0 0 0 0,0 0-1 0 0,1-1 1 0 0,-1 1-1 0 0,0-1 1 0 0,1 0 0 0 0,0 0-1 0 0,0 0 1 0 0,0 0-1 0 0,0-1 1 0 0,0 0-1 0 0,0 0 1 0 0,1 0 0 0 0,-1 0-1 0 0,1-1 1 0 0,0 1-1 0 0,-1-1 1 0 0,1 0 0 0 0,0-1-1 0 0,0 1 1 0 0,-1-1-1 0 0,1 0 1 0 0,0 0 0 0 0,0 0-1 0 0,-1-1 1 0 0,7-1-1 0 0,-4 0 109 0 0,-1 1-1 0 0,1-1 0 0 0,-1 0 0 0 0,0 0 0 0 0,0-1 0 0 0,0 0 1 0 0,0 0-1 0 0,0-1 0 0 0,0 1 0 0 0,-1-1 0 0 0,0 0 0 0 0,0-1 1 0 0,0 1-1 0 0,0-1 0 0 0,-1 0 0 0 0,0 0 0 0 0,0-1 0 0 0,0 1 1 0 0,-1-1-1 0 0,1 0 0 0 0,-1 0 0 0 0,4-12 0 0 0,-6 14-95 0 0,0-1 0 0 0,0 0 0 0 0,0 1 0 0 0,0-1 0 0 0,-1 0 0 0 0,0 1 0 0 0,0-1 0 0 0,0 0 0 0 0,-1 1 0 0 0,1-1 0 0 0,-1 0 0 0 0,0 1 0 0 0,0-1 0 0 0,-1 1 0 0 0,0-1 0 0 0,1 1 0 0 0,-1 0 0 0 0,-1-1 0 0 0,1 1 0 0 0,-1 0 0 0 0,1 1 0 0 0,-1-1 0 0 0,0 0 0 0 0,0 1 0 0 0,-1 0 0 0 0,1-1-1 0 0,-1 1 1 0 0,0 1 0 0 0,0-1 0 0 0,0 0 0 0 0,0 1 0 0 0,-8-4 0 0 0,2 2-66 0 0,0-1 1 0 0,0 1-1 0 0,0 1 0 0 0,0-1 0 0 0,-1 2 0 0 0,1 0 0 0 0,-14-2 1 0 0,19 4-237 0 0,1 0 1 0 0,0 1 0 0 0,0-1 0 0 0,-1 1 0 0 0,1-1 0 0 0,0 1 0 0 0,0 1 0 0 0,-8 2-1 0 0,9-2-294 0 0,-1 0-1 0 0,0 0 0 0 0,1 1 0 0 0,0-1 0 0 0,0 1 1 0 0,-1 0-1 0 0,2 0 0 0 0,-1 0 0 0 0,0 0 0 0 0,-3 6 1 0 0,-15 11-6138 0 0,15-5 3266 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37:56.81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3318 1 2128 0 0,'-2'21'6687'0'0,"-96"113"-2864"0"0,60-89-3604 0 0,-3-1 0 0 0,-1-3 0 0 0,-2-1-1 0 0,-70 49 1 0 0,-41 19-349 0 0,-5-8-1 0 0,-301 140 0 0 0,438-230 106 0 0,0-1-1 0 0,-1-1 0 0 0,0-2 1 0 0,0 0-1 0 0,-49 5 1 0 0,56-11 21 0 0,0 0 1 0 0,0-1-1 0 0,0-1 1 0 0,1 0-1 0 0,-1-1 1 0 0,1-1-1 0 0,-1-1 1 0 0,1 0 0 0 0,-26-13-1 0 0,3 0-24 0 0,1 1-2 0 0,1-1 0 0 0,1-2 0 0 0,0-1 0 0 0,-45-37-1 0 0,74 51 7 0 0,1 0-1 0 0,0 0 1 0 0,1-1 0 0 0,0 1-1 0 0,0-1 1 0 0,0 0-1 0 0,1-1 1 0 0,0 1-1 0 0,1-1 1 0 0,0 0-1 0 0,0 0 1 0 0,1 0-1 0 0,0 0 1 0 0,1 0-1 0 0,0 0 1 0 0,0-1-1 0 0,1 1 1 0 0,0 0-1 0 0,1 0 1 0 0,3-16-1 0 0,-3 16 19 0 0,1 0 0 0 0,0 0-1 0 0,0 0 1 0 0,1 0-1 0 0,0 1 1 0 0,1-1 0 0 0,0 1-1 0 0,0 0 1 0 0,1 0-1 0 0,0 1 1 0 0,0-1 0 0 0,1 1-1 0 0,0 0 1 0 0,0 1-1 0 0,0-1 1 0 0,1 1 0 0 0,0 0-1 0 0,1 1 1 0 0,-1 0-1 0 0,1 0 1 0 0,11-5 0 0 0,-16 9 24 0 0,0 0-1 0 0,0 0 1 0 0,0 0 0 0 0,0 0 0 0 0,0 1 0 0 0,0 0 0 0 0,1-1 0 0 0,-1 1 0 0 0,0 0 0 0 0,0 0 0 0 0,1 1-1 0 0,-1-1 1 0 0,0 1 0 0 0,0 0 0 0 0,0-1 0 0 0,0 1 0 0 0,0 1 0 0 0,5 2 0 0 0,-2-1 14 0 0,-1 1 0 0 0,0-1 0 0 0,0 2 0 0 0,0-1 1 0 0,0 0-1 0 0,-1 1 0 0 0,1 0 0 0 0,-1 0 0 0 0,3 6 1 0 0,1 2 32 0 0,-1-1 0 0 0,-1 1 0 0 0,0 0 0 0 0,0 1 0 0 0,-2 0 0 0 0,1-1 0 0 0,3 29 1 0 0,-7-32-14 0 0,0-1 0 0 0,-1 1 0 0 0,0-1 1 0 0,-1 1-1 0 0,0 0 0 0 0,-1-1 0 0 0,0 0 1 0 0,0 1-1 0 0,-1-1 0 0 0,0 0 1 0 0,-1 0-1 0 0,-7 15 0 0 0,3-12 2 0 0,0-1 0 0 0,-1 0 0 0 0,0 0 0 0 0,0-1 1 0 0,-1 0-1 0 0,-1 0 0 0 0,-21 14 0 0 0,-9 2 51 0 0,-2-3-1 0 0,0-1 1 0 0,-91 30 0 0 0,128-50-99 0 0,-35 13 41 0 0,-1-2-1 0 0,0-1 1 0 0,-81 10 0 0 0,104-20 1 0 0,-1-1 1 0 0,1-1 0 0 0,0 0-1 0 0,0-2 1 0 0,0 0-1 0 0,0-2 1 0 0,0 0-1 0 0,1 0 1 0 0,0-2 0 0 0,-1-1-1 0 0,-22-11 1 0 0,-15-12 146 0 0,2-2 0 0 0,1-2 1 0 0,-91-77-1 0 0,117 86-135 0 0,1-2 0 0 0,0 0 0 0 0,3-2 0 0 0,0-1-1 0 0,2-1 1 0 0,1 0 0 0 0,-29-64 0 0 0,31 47 66 0 0,14 35-34 0 0,0 0 0 0 0,-1 0 0 0 0,-1 0 0 0 0,0 1 0 0 0,0 0 0 0 0,-1 0 0 0 0,-12-15-1 0 0,17 26-62 0 0,0 0 0 0 0,1-1 0 0 0,-1 1-1 0 0,0 0 1 0 0,0 0 0 0 0,0 0-1 0 0,0 1 1 0 0,0-1 0 0 0,0 0 0 0 0,0 1-1 0 0,0-1 1 0 0,-3 1 0 0 0,4 0-28 0 0,0 0 1 0 0,0 0 0 0 0,0 0-1 0 0,0 0 1 0 0,0-1-1 0 0,1 1 1 0 0,-1 0 0 0 0,0 0-1 0 0,0 0 1 0 0,0-1-1 0 0,0 1 1 0 0,0-1 0 0 0,0 1-1 0 0,0-1 1 0 0,1 1 0 0 0,-1-1-1 0 0,0 1 1 0 0,0-1-1 0 0,1 1 1 0 0,-1-1 0 0 0,0 0-1 0 0,1 0 1 0 0,-1 1-1 0 0,0-1 1 0 0,1 0 0 0 0,-1 0-1 0 0,1 0 1 0 0,0 0-1 0 0,-1 1 1 0 0,1-1 0 0 0,0 0-1 0 0,-1 0 1 0 0,1 0 0 0 0,0 0-1 0 0,0 0 1 0 0,0 0-1 0 0,0 0 1 0 0,0-1 0 0 0,0 2 1 0 0,0 0 1 0 0,0 0-1 0 0,0-1 1 0 0,0 1-1 0 0,0 0 1 0 0,0 0-1 0 0,0 0 1 0 0,0 0 0 0 0,0 0-1 0 0,0 0 1 0 0,0 0-1 0 0,0 0 1 0 0,0-1-1 0 0,0 1 1 0 0,0 0-1 0 0,0 0 1 0 0,0 0 0 0 0,0 0-1 0 0,0 0 1 0 0,0 0-1 0 0,0 0 1 0 0,-1 0-1 0 0,1-1 1 0 0,0 1-1 0 0,0 0 1 0 0,0 0 0 0 0,0 0-1 0 0,0 0 1 0 0,0 0-1 0 0,0 0 1 0 0,0 0-1 0 0,0 0 1 0 0,0 0-1 0 0,-1 0 1 0 0,1 0 0 0 0,0 0-1 0 0,0 0 1 0 0,0 0-1 0 0,0 0 1 0 0,0 0-1 0 0,0 0 1 0 0,0 0-1 0 0,0 0 1 0 0,-1 0 0 0 0,1 0-1 0 0,0 0 1 0 0,0 0-1 0 0,0 0 1 0 0,0 0-1 0 0,0 0 1 0 0,0 0-1 0 0,0 0 1 0 0,0 0 0 0 0,-1 0-1 0 0,1 0 1 0 0,0 0-1 0 0,0 0 1 0 0,0 0-1 0 0,0 0 1 0 0,0 0-1 0 0,0 0 1 0 0,0 0 0 0 0,0 0-1 0 0,0 1 1 0 0,-1-1-1 0 0,-8 10 159 0 0,-8 12 48 0 0,-37 99 9 0 0,-65 219 0 0 0,163-530-427 0 0,-37 168 218 0 0,8-30 67 0 0,2 0 0 0 0,47-97 0 0 0,-63 148-68 0 0,-1 0-1 0 0,1 0 1 0 0,0 0 0 0 0,-1 0-1 0 0,1 0 1 0 0,0 0 0 0 0,-1 0-1 0 0,1 0 1 0 0,0 1 0 0 0,0-1-1 0 0,0 0 1 0 0,-1 0-1 0 0,1 1 1 0 0,0-1 0 0 0,0 1-1 0 0,0-1 1 0 0,0 1 0 0 0,0-1-1 0 0,1 1 1 0 0,-1 0 0 0 0,0-1-1 0 0,0 1 1 0 0,0 0-1 0 0,0 0 1 0 0,2 0 0 0 0,25 10 342 0 0,-4 0-264 0 0,154 54 499 0 0,-121-41-525 0 0,1-2-1 0 0,1-3 1 0 0,70 12-1 0 0,-118-28-264 0 0,0-1-1 0 0,1 0 1 0 0,-1-1-1 0 0,0 0 1 0 0,1-1-1 0 0,19-4 1 0 0,-26 4-345 0 0,0 0-1 0 0,0-1 1 0 0,-1 0-1 0 0,1 0 1 0 0,0 0 0 0 0,-1-1-1 0 0,6-4 1 0 0,-7 4-251 0 0,0 1-1 0 0,0-1 1 0 0,0 0 0 0 0,0 0-1 0 0,-1 0 1 0 0,1-1 0 0 0,-1 1-1 0 0,0-1 1 0 0,0 1 0 0 0,2-6-1 0 0,4-13-3680 0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38:19.58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27 0 2200 0 0,'-19'2'3997'0'0,"11"0"277"0"0,23 8-2882 0 0,-4-5-1128 0 0,0-1 1 0 0,1-1 0 0 0,-1 0 0 0 0,1 0-1 0 0,-1-1 1 0 0,1-1 0 0 0,14 1 0 0 0,25 4 234 0 0,532 139 363 0 0,-225-51-626 0 0,105 32 96 0 0,-378-103-238 0 0,0-5 1 0 0,2-2-1 0 0,0-5 1 0 0,146 1-1 0 0,-283-49 1030 0 0,-58-54-1 0 0,79 62-1045 0 0,20 22-59 0 0,1 0 1 0 0,0-1 0 0 0,1 0-1 0 0,-1 0 1 0 0,2-1 0 0 0,-1 0 0 0 0,1 0-1 0 0,-7-14 1 0 0,13 23-21 0 0,0-1 0 0 0,0 1 0 0 0,0 0 0 0 0,0-1 0 0 0,0 1 0 0 0,-1 0-1 0 0,1-1 1 0 0,0 1 0 0 0,0 0 0 0 0,0 0 0 0 0,0-1 0 0 0,0 1 0 0 0,0 0 0 0 0,0-1 0 0 0,0 1 0 0 0,0 0 0 0 0,0-1-1 0 0,1 1 1 0 0,-1 0 0 0 0,0-1 0 0 0,0 1 0 0 0,0 0 0 0 0,0-1 0 0 0,0 1 0 0 0,0 0 0 0 0,1 0 0 0 0,-1-1 0 0 0,0 1 0 0 0,0 0-1 0 0,1 0 1 0 0,-1-1 0 0 0,0 1 0 0 0,0 0 0 0 0,1 0 0 0 0,-1 0 0 0 0,0-1 0 0 0,0 1 0 0 0,1 0 0 0 0,-1 0 0 0 0,18 0-60 0 0,18 10-42 0 0,-35-9 101 0 0,243 88 108 0 0,-242-88-100 0 0,0-1 1 0 0,0 1-1 0 0,0 0 0 0 0,0 0 0 0 0,0 0 0 0 0,0 0 0 0 0,0 0 0 0 0,0 0 0 0 0,0 1 0 0 0,0-1 0 0 0,-1 0 0 0 0,1 1 1 0 0,-1 0-1 0 0,1-1 0 0 0,-1 1 0 0 0,0 0 0 0 0,1 0 0 0 0,-1 0 0 0 0,0-1 0 0 0,0 1 0 0 0,0 1 0 0 0,0-1 1 0 0,-1 0-1 0 0,1 0 0 0 0,0 3 0 0 0,-2-2 26 0 0,1 0 1 0 0,-1 0 0 0 0,0-1-1 0 0,0 1 1 0 0,0 0-1 0 0,-1 0 1 0 0,1 0 0 0 0,-1-1-1 0 0,1 1 1 0 0,-1-1 0 0 0,0 1-1 0 0,0-1 1 0 0,0 0-1 0 0,0 0 1 0 0,0 0 0 0 0,-1 0-1 0 0,-4 3 1 0 0,-43 34 356 0 0,8-8-440 0 0,2 2 1 0 0,1 1 0 0 0,-58 66 0 0 0,89-90-1540 0 0,12-31-12553 0 0,1 8 13604 0 0,1-5-2160 0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38:21.82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92 117 1504 0 0,'-1'-2'237'0'0,"0"1"0"0"0,0-1 0 0 0,0 0 0 0 0,-1 0 0 0 0,1 0 0 0 0,0 1 0 0 0,-1-1 0 0 0,1 1 0 0 0,-1-1 0 0 0,1 1 0 0 0,-1 0 0 0 0,0-1 0 0 0,0 1 0 0 0,0 0 0 0 0,1 0 0 0 0,-1 0 0 0 0,0 0 0 0 0,0 1-1 0 0,0-1 1 0 0,0 0 0 0 0,-1 1 0 0 0,1 0 0 0 0,0-1 0 0 0,0 1 0 0 0,0 0 0 0 0,0 0 0 0 0,0 0 0 0 0,0 0 0 0 0,-4 1 0 0 0,4 0-173 0 0,-1 1 0 0 0,1-1 0 0 0,0 1 0 0 0,0 0 0 0 0,0-1 0 0 0,0 1 0 0 0,0 0 0 0 0,0 0 0 0 0,0 0 0 0 0,1 1 0 0 0,-1-1 0 0 0,1 0 0 0 0,-1 1 0 0 0,1-1 0 0 0,0 0 0 0 0,0 1 0 0 0,0 0 0 0 0,0-1 0 0 0,1 1 0 0 0,-1 0 0 0 0,1-1 0 0 0,-1 6 0 0 0,0 4-74 0 0,0 0 1 0 0,1 0 0 0 0,1 0-1 0 0,0 0 1 0 0,0 0-1 0 0,1 0 1 0 0,1-1 0 0 0,0 1-1 0 0,8 20 1 0 0,-10-29 3 0 0,0 0 1 0 0,0-1 0 0 0,1 1 0 0 0,-1 0-1 0 0,1-1 1 0 0,0 1 0 0 0,-1-1-1 0 0,1 0 1 0 0,0 1 0 0 0,0-1 0 0 0,1 0-1 0 0,-1 0 1 0 0,0 0 0 0 0,1-1-1 0 0,-1 1 1 0 0,1 0 0 0 0,0-1 0 0 0,-1 0-1 0 0,1 0 1 0 0,0 0 0 0 0,0 0-1 0 0,0 0 1 0 0,0 0 0 0 0,0-1 0 0 0,0 1-1 0 0,0-1 1 0 0,0 0 0 0 0,0 0-1 0 0,0 0 1 0 0,0 0 0 0 0,0 0 0 0 0,0-1-1 0 0,0 0 1 0 0,-1 1 0 0 0,1-1-1 0 0,0 0 1 0 0,0 0 0 0 0,0-1 0 0 0,-1 1-1 0 0,1-1 1 0 0,0 1 0 0 0,4-5-1 0 0,0 2 37 0 0,1-2-1 0 0,-1 1 1 0 0,0-1-1 0 0,0 0 1 0 0,-1-1-1 0 0,0 1 1 0 0,0-1-1 0 0,0 0 1 0 0,-1-1-1 0 0,0 1 1 0 0,-1-1-1 0 0,1 0 1 0 0,-2-1-1 0 0,1 1 1 0 0,-1 0-1 0 0,0-1 1 0 0,2-15-1 0 0,-4 18-18 0 0,0-1 0 0 0,-1 1 1 0 0,1-1-1 0 0,-2 1 0 0 0,1-1 0 0 0,-1 1 1 0 0,0-1-1 0 0,0 1 0 0 0,0 0 0 0 0,-1 0 1 0 0,0-1-1 0 0,-1 1 0 0 0,1 0 0 0 0,-1 1 1 0 0,0-1-1 0 0,-1 0 0 0 0,1 1 0 0 0,-1 0 1 0 0,0 0-1 0 0,0 0 0 0 0,-1 0 0 0 0,1 1 1 0 0,-1-1-1 0 0,0 1 0 0 0,-9-5 0 0 0,11 7-418 0 0,-1 0 0 0 0,0 0 0 0 0,0 0 0 0 0,-1 0 0 0 0,1 1 0 0 0,0-1 0 0 0,0 1 0 0 0,-1 0 0 0 0,1 1 0 0 0,-1-1 0 0 0,1 1 0 0 0,-1 0 0 0 0,1 0 0 0 0,-1 0 0 0 0,1 1 0 0 0,-1-1 0 0 0,1 1 0 0 0,0 0 0 0 0,-1 0 0 0 0,-6 4 0 0 0,4 0-1178 0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38:22.18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0 2385 0 0,'6'14'520'0'0,"0"-1"0"0"0,-1 0 0 0 0,0 1 1 0 0,-1 0-1 0 0,-1 0 0 0 0,0 1 1 0 0,-1-1-1 0 0,1 22 0 0 0,6 34 292 0 0,2-22-598 0 0,13 80-482 0 0,-22-112-971 0 0,-1 0-1 0 0,-1 0 1 0 0,-2 20-1 0 0,2-36 1214 0 0,1 1-1 0 0,-1-1 1 0 0,0 1-1 0 0,0-1 0 0 0,0 0 1 0 0,-1 1-1 0 0,1-1 1 0 0,0 1-1 0 0,0-1 1 0 0,0 0-1 0 0,0 1 0 0 0,0-1 1 0 0,0 0-1 0 0,0 1 1 0 0,-1-1-1 0 0,1 1 1 0 0,0-1-1 0 0,0 0 0 0 0,-1 0 1 0 0,1 1-1 0 0,0-1 1 0 0,0 0-1 0 0,-1 1 1 0 0,1-1-1 0 0,0 0 0 0 0,-1 0 1 0 0,1 1-1 0 0,0-1 1 0 0,-1 0-1 0 0,1 0 1 0 0,0 0-1 0 0,-1 0 0 0 0,1 1 1 0 0,-1-1-1 0 0,0 0 1 0 0,-4 2-419 0 0,2 5-757 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38:22.56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23 1 1904 0 0,'-2'0'42'0'0,"1"1"-1"0"0,-1 0 0 0 0,1 0 0 0 0,-1 0 0 0 0,1 1 0 0 0,0-1 1 0 0,-1 0-1 0 0,1 0 0 0 0,0 1 0 0 0,0-1 0 0 0,0 1 1 0 0,0-1-1 0 0,0 1 0 0 0,0-1 0 0 0,0 1 0 0 0,1 0 0 0 0,-1 0 1 0 0,1-1-1 0 0,-1 1 0 0 0,1 0 0 0 0,0 0 0 0 0,-1-1 0 0 0,1 1 1 0 0,0 0-1 0 0,0 0 0 0 0,0 0 0 0 0,0-1 0 0 0,1 1 1 0 0,-1 0-1 0 0,0 0 0 0 0,1 1 0 0 0,15 67-32 0 0,-13-60 23 0 0,2 9-28 0 0,21 62-4 0 0,-24-73-5 0 0,2-1 0 0 0,-1 1 0 0 0,1-1 0 0 0,0 0 0 0 0,0-1 0 0 0,1 1 0 0 0,0-1 0 0 0,7 7 0 0 0,-10-11-1 0 0,1-1 0 0 0,-1 1 0 0 0,1-1 0 0 0,-1 0 0 0 0,1 0 0 0 0,0 0 0 0 0,0 0 0 0 0,0 0-1 0 0,-1 0 1 0 0,1-1 0 0 0,0 1 0 0 0,0-1 0 0 0,0 0 0 0 0,0 0 0 0 0,0 0 0 0 0,0-1 0 0 0,0 1 0 0 0,0 0 0 0 0,0-1 0 0 0,0 0 0 0 0,4-2 0 0 0,9-2 54 0 0,1-2 1 0 0,22-12 0 0 0,-19 8 25 0 0,51-19 382 0 0,-42 18 390 0 0,0 0 1 0 0,41-26-1 0 0,-69 37-727 0 0,0 0 0 0 0,0 0 0 0 0,0 0 0 0 0,0 0 0 0 0,-1 0 0 0 0,1 0 0 0 0,0 0 0 0 0,0 0 0 0 0,-1 0 0 0 0,1 0 0 0 0,-1 0 0 0 0,1 0 0 0 0,-1 0 0 0 0,1 0 0 0 0,-1-1-1 0 0,0 1 1 0 0,0 0 0 0 0,0 0 0 0 0,1-1 0 0 0,-1 1 0 0 0,0 0 0 0 0,0 0 0 0 0,-1-1 0 0 0,1 1 0 0 0,0 0 0 0 0,0 0 0 0 0,-1 0 0 0 0,1-1 0 0 0,0 1 0 0 0,-1 0 0 0 0,1 0 0 0 0,-1 0 0 0 0,0 0 0 0 0,1 0 0 0 0,-1 0 0 0 0,0 0 0 0 0,1 0 0 0 0,-1 0 0 0 0,-2-1 0 0 0,-44-46 473 0 0,30 31-507 0 0,3 4-75 0 0,-11-6-9207 0 0,16 13 8224 0 0,5 4-303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38:22.90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 97 2200 0 0,'0'1'80'0'0,"0"-1"-1"0"0,0 0 0 0 0,0 0 1 0 0,-1 0-1 0 0,1 0 0 0 0,0 0 1 0 0,0 1-1 0 0,0-1 0 0 0,0 0 0 0 0,0 0 1 0 0,0 0-1 0 0,0 0 0 0 0,0 1 1 0 0,-1-1-1 0 0,1 0 0 0 0,0 0 1 0 0,0 0-1 0 0,0 1 0 0 0,0-1 0 0 0,0 0 1 0 0,0 0-1 0 0,0 0 0 0 0,0 0 1 0 0,0 1-1 0 0,0-1 0 0 0,0 0 1 0 0,0 0-1 0 0,0 0 0 0 0,1 1 0 0 0,-1-1 1 0 0,0 0-1 0 0,0 0 0 0 0,0 0 1 0 0,0 0-1 0 0,0 1 0 0 0,0-1 0 0 0,0 0 1 0 0,0 0-1 0 0,1 0 0 0 0,-1 0 1 0 0,0 0-1 0 0,0 1 0 0 0,0-1 1 0 0,0 0-1 0 0,0 0 0 0 0,1 0 0 0 0,-1 0 1 0 0,14 5 1507 0 0,16-1-278 0 0,-10-5-1121 0 0,0 0 0 0 0,0-2 0 0 0,-1 0 0 0 0,1-2-1 0 0,27-9 1 0 0,24-18-2132 0 0,-62 26 876 0 0,0 0-1 0 0,0 0 1 0 0,-1-1 0 0 0,13-12 0 0 0,-12 11 333 0 0,4 5-715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38:23.26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0 3593 0 0,'0'3'270'0'0,"0"-1"0"0"0,1 0 0 0 0,-1 1 0 0 0,0-1 0 0 0,1 0 0 0 0,0 0 0 0 0,-1 1 0 0 0,1-1 0 0 0,0 0 0 0 0,0 0 0 0 0,0 0 0 0 0,0 0 0 0 0,1 0 0 0 0,-1 0 0 0 0,1 0 0 0 0,1 1 0 0 0,0 0-146 0 0,0 0 1 0 0,1 0-1 0 0,-1-1 0 0 0,1 1 1 0 0,0-1-1 0 0,-1 0 0 0 0,1 0 1 0 0,6 1-1 0 0,-4 0-280 0 0,1-2 1 0 0,-1 1-1 0 0,1-1 0 0 0,0 0 1 0 0,-1 0-1 0 0,1 0 0 0 0,0-1 1 0 0,-1 0-1 0 0,1-1 0 0 0,13-2 1 0 0,16-12-5603 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38:23.61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92 2016 0 0,'1'0'144'0'0,"-1"1"0"0"0,1 0-1 0 0,0 0 1 0 0,0-1-1 0 0,-1 1 1 0 0,1-1 0 0 0,0 1-1 0 0,0 0 1 0 0,0-1-1 0 0,0 0 1 0 0,0 1-1 0 0,0-1 1 0 0,0 1 0 0 0,0-1-1 0 0,0 0 1 0 0,0 0-1 0 0,0 0 1 0 0,0 0 0 0 0,0 0-1 0 0,0 0 1 0 0,0 0-1 0 0,0 0 1 0 0,0 0-1 0 0,0 0 1 0 0,0 0 0 0 0,0-1-1 0 0,0 1 1 0 0,0 0-1 0 0,0-1 1 0 0,0 1 0 0 0,0-1-1 0 0,0 1 1 0 0,0-1-1 0 0,0 1 1 0 0,1-2 0 0 0,41-27 1191 0 0,-32 21-651 0 0,8-6-80 0 0,-12 8-395 0 0,0 1 0 0 0,0 0-1 0 0,1 0 1 0 0,0 0 0 0 0,0 1 0 0 0,0 0 0 0 0,15-5 0 0 0,-22 10-183 0 0,-1-1 0 0 0,1 0 0 0 0,0 0 0 0 0,-1 1 0 0 0,1-1 0 0 0,-1 0 0 0 0,1 1 0 0 0,0-1-1 0 0,-1 1 1 0 0,1-1 0 0 0,-1 1 0 0 0,1-1 0 0 0,-1 1 0 0 0,1-1 0 0 0,-1 1 0 0 0,0-1 0 0 0,1 1 0 0 0,-1-1 0 0 0,0 1 0 0 0,1 0 0 0 0,-1-1 0 0 0,0 1 0 0 0,0 0 0 0 0,1-1 0 0 0,-1 1 0 0 0,0 0 0 0 0,0-1 0 0 0,0 1 0 0 0,0 0 0 0 0,0 0 0 0 0,0-1 0 0 0,0 1 0 0 0,0 0 0 0 0,0-1 0 0 0,-1 1 0 0 0,1 0 0 0 0,0-1 0 0 0,0 1 0 0 0,0 0 0 0 0,-1-1-1 0 0,0 2 1 0 0,-8 37 91 0 0,7-35-80 0 0,-64 171-2184 0 0,72-186 2219 0 0,1 0 1 0 0,0 1-1 0 0,1-1 1 0 0,0 1-1 0 0,15-14 1 0 0,-19 20 51 0 0,1-1-1 0 0,0 1 1 0 0,-1 0 0 0 0,1 1 0 0 0,1-1 0 0 0,-1 1 0 0 0,0 0 0 0 0,11-4 0 0 0,-12 6-85 0 0,-1 0 0 0 0,1 0 0 0 0,-1 1 0 0 0,1-1 1 0 0,-1 1-1 0 0,1 0 0 0 0,-1 0 0 0 0,1 0 1 0 0,-1 1-1 0 0,1-1 0 0 0,-1 1 0 0 0,1 0 1 0 0,-1 0-1 0 0,1 0 0 0 0,-1 0 0 0 0,5 3 0 0 0,2 1-2957 0 0,-25-13-6130 0 0,7 6 10037 0 0,0 5-2381 0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38:24.24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0 153 2889 0 0,'64'-55'6753'0'0,"-46"41"-6217"0"0,0 2 1 0 0,0 0-1 0 0,1 1 1 0 0,1 1-1 0 0,0 0 1 0 0,0 2-1 0 0,30-9 1 0 0,-48 16-475 0 0,1 1 0 0 0,-1-1 1 0 0,1 0-1 0 0,-1 1 0 0 0,1 0 1 0 0,0-1-1 0 0,-1 1 0 0 0,1 0 0 0 0,-1 0 1 0 0,1 1-1 0 0,0-1 0 0 0,-1 0 1 0 0,1 1-1 0 0,-1 0 0 0 0,1 0 1 0 0,-1-1-1 0 0,1 1 0 0 0,-1 1 1 0 0,1-1-1 0 0,-1 0 0 0 0,0 1 1 0 0,0-1-1 0 0,0 1 0 0 0,0-1 1 0 0,0 1-1 0 0,3 3 0 0 0,-3-1-219 0 0,0 0-1 0 0,0 1 0 0 0,-1-1 1 0 0,1 1-1 0 0,-1-1 1 0 0,0 1-1 0 0,0 0 0 0 0,0-1 1 0 0,-1 1-1 0 0,0 0 1 0 0,0-1-1 0 0,0 1 0 0 0,0 0 1 0 0,-2 5-1 0 0,2-5-601 0 0,-1 1-1 0 0,0-1 1 0 0,0 0-1 0 0,-1 1 1 0 0,0-1 0 0 0,0 0-1 0 0,0 0 1 0 0,0 0-1 0 0,-1 0 1 0 0,-5 8-1 0 0,7-12 668 0 0,-1 1 0 0 0,0 0 0 0 0,1-1-1 0 0,-1 0 1 0 0,0 1 0 0 0,0-1 0 0 0,1 0-1 0 0,-1 0 1 0 0,0 0 0 0 0,0 0 0 0 0,0 0-1 0 0,-1 0 1 0 0,1 0 0 0 0,0-1 0 0 0,0 1-1 0 0,0-1 1 0 0,0 0 0 0 0,-1 0 0 0 0,1 0-1 0 0,0 0 1 0 0,0 0 0 0 0,-1 0 0 0 0,1 0-1 0 0,0-1 1 0 0,0 1 0 0 0,0-1 0 0 0,0 1-1 0 0,-3-2 1 0 0,-3-1 254 0 0,1 1 0 0 0,0 0 0 0 0,-1 1 0 0 0,-14-2 0 0 0,21 3-67 0 0,0 0 0 0 0,0 0-1 0 0,0 0 1 0 0,0 0-1 0 0,0 0 1 0 0,0 0 0 0 0,0 1-1 0 0,0-1 1 0 0,0 0-1 0 0,0 0 1 0 0,1 1 0 0 0,-1-1-1 0 0,0 1 1 0 0,0-1-1 0 0,0 1 1 0 0,0-1 0 0 0,0 1-1 0 0,1 0 1 0 0,-2 0-1 0 0,1 0 28 0 0,1 0 0 0 0,0 0 0 0 0,-1 1 0 0 0,1-1 1 0 0,0 0-1 0 0,0 0 0 0 0,0 0 0 0 0,0 0 0 0 0,0 0 0 0 0,0 0 0 0 0,0 0 0 0 0,1 0 0 0 0,-1 1 0 0 0,0-1 0 0 0,0 0 0 0 0,1 0 0 0 0,-1 0 0 0 0,1 0 0 0 0,-1 0 0 0 0,1 0 0 0 0,-1 0 0 0 0,2 1 0 0 0,-1-1 2 0 0,0 0 0 0 0,0 0 0 0 0,0 0 0 0 0,-1 0 0 0 0,1 0-1 0 0,0 0 1 0 0,1 0 0 0 0,-1 0 0 0 0,0 0 0 0 0,0-1 0 0 0,0 1 0 0 0,0 0-1 0 0,0-1 1 0 0,1 1 0 0 0,-1-1 0 0 0,0 1 0 0 0,1-1 0 0 0,-1 0-1 0 0,0 0 1 0 0,1 1 0 0 0,1-1 0 0 0,37-7 1605 0 0,-29 3-1323 0 0,0 0 0 0 0,0-1 1 0 0,0-1-1 0 0,13-8 1 0 0,-21 11-310 0 0,4-1 106 0 0,0-1 0 0 0,-1 0-1 0 0,0 0 1 0 0,0-1 0 0 0,0 0-1 0 0,5-7 1 0 0,-26 78 449 0 0,-10-8-1158 0 0,14-33 241 0 0,0 0 1 0 0,-7 31 0 0 0,16-50 249 0 0,1 0 0 0 0,0 0 0 0 0,0 0 0 0 0,0 0 0 0 0,0 1 0 0 0,1-1 0 0 0,0 0 0 0 0,0 0 0 0 0,1 0 0 0 0,0 0 0 0 0,-1 1 0 0 0,1-1 0 0 0,1 0 0 0 0,-1 0 0 0 0,1-1 0 0 0,4 10 1 0 0,-5-13 18 0 0,0 0 0 0 0,0 0 0 0 0,0 1 0 0 0,0-1 1 0 0,0 0-1 0 0,0 0 0 0 0,0 0 0 0 0,0-1 1 0 0,0 1-1 0 0,0 0 0 0 0,1 0 0 0 0,-1-1 0 0 0,0 1 1 0 0,1 0-1 0 0,-1-1 0 0 0,0 0 0 0 0,1 1 1 0 0,-1-1-1 0 0,1 0 0 0 0,-1 1 0 0 0,0-1 0 0 0,3 0 1 0 0,0-1 14 0 0,0 1 0 0 0,1-1 1 0 0,-1 0-1 0 0,0 0 1 0 0,0 0-1 0 0,-1 0 1 0 0,9-5-1 0 0,1-1 40 0 0,1-1-1 0 0,-2-1 1 0 0,15-12-1 0 0,-14 9-374 0 0,0 0 0 0 0,0-1 0 0 0,12-16 0 0 0,0-12-3751 0 0,-14 0-3539 0 0,-9 31 5776 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38:25.15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19 383 2961 0 0,'-1'0'161'0'0,"0"0"-1"0"0,0 0 1 0 0,0 0 0 0 0,0-1 0 0 0,0 1 0 0 0,1-1 0 0 0,-1 1 0 0 0,0-1 0 0 0,0 1 0 0 0,0-1-1 0 0,1 1 1 0 0,-1-1 0 0 0,0 0 0 0 0,0 1 0 0 0,1-1 0 0 0,-1 0 0 0 0,1 1 0 0 0,-1-1 0 0 0,1 0-1 0 0,-1 0 1 0 0,1 0 0 0 0,-1 0 0 0 0,1 1 0 0 0,0-1 0 0 0,-1 0 0 0 0,1 0 0 0 0,0 0 0 0 0,0 0 0 0 0,0 0-1 0 0,0 0 1 0 0,0-1 0 0 0,0-1 9 0 0,1 0-1 0 0,0 0 1 0 0,-1 1-1 0 0,1-1 1 0 0,1 0-1 0 0,-1 1 0 0 0,0-1 1 0 0,1 1-1 0 0,-1-1 1 0 0,4-3-1 0 0,1-1 128 0 0,1-1 0 0 0,-1 1 0 0 0,1 1 0 0 0,1-1 0 0 0,14-9 0 0 0,-18 14-203 0 0,5-3 173 0 0,1 1 1 0 0,-1-1-1 0 0,1 1 1 0 0,15-3 0 0 0,-23 6-232 0 0,-1 1 0 0 0,0-1 0 0 0,1 1 0 0 0,-1 0 0 0 0,1 0 0 0 0,-1-1 0 0 0,0 1 0 0 0,1 0 0 0 0,-1 0 0 0 0,1 1 0 0 0,-1-1 0 0 0,1 0 0 0 0,-1 0 0 0 0,1 1 0 0 0,-1-1 0 0 0,0 1 0 0 0,1-1 0 0 0,-1 1 0 0 0,0-1 0 0 0,1 1 0 0 0,-1 0 0 0 0,0 0 0 0 0,0 0 0 0 0,0 0 0 0 0,0 0 0 0 0,0 0 0 0 0,0 0 0 0 0,0 0 0 0 0,0 0 0 0 0,0 0 0 0 0,0 0 0 0 0,-1 1 0 0 0,1-1 0 0 0,0 0 0 0 0,-1 1 0 0 0,1-1 0 0 0,-1 0 0 0 0,1 1 0 0 0,-1-1 0 0 0,0 1 0 0 0,1 1 0 0 0,0 18 64 0 0,-1-1-1 0 0,-1 1 1 0 0,0-1 0 0 0,-2 1-1 0 0,0-1 1 0 0,-7 24 0 0 0,5-27-106 0 0,1 0 1 0 0,0 0-1 0 0,2 0 0 0 0,0 0 1 0 0,1 1-1 0 0,0-1 0 0 0,2 1 1 0 0,0-1-1 0 0,4 22 1 0 0,-5-37 5 0 0,1 0 1 0 0,-1 0 0 0 0,1 0 0 0 0,-1 0 0 0 0,1 0 0 0 0,0 0 0 0 0,0-1 0 0 0,0 1-1 0 0,0 0 1 0 0,0 0 0 0 0,0-1 0 0 0,0 1 0 0 0,0-1 0 0 0,1 1 0 0 0,-1-1 0 0 0,1 0-1 0 0,-1 1 1 0 0,1-1 0 0 0,-1 0 0 0 0,1 0 0 0 0,0 0 0 0 0,0 0 0 0 0,-1 0 0 0 0,4 0-1 0 0,-3-1 3 0 0,1 0 0 0 0,0 0 0 0 0,0 0 0 0 0,-1 0 0 0 0,1 0 0 0 0,0-1 0 0 0,0 0 0 0 0,-1 1 0 0 0,1-1 0 0 0,0 0 0 0 0,-1 0 0 0 0,1-1 0 0 0,-1 1 0 0 0,0 0-1 0 0,3-3 1 0 0,4-2-113 0 0,0-1 0 0 0,-1 0 0 0 0,1-1-1 0 0,-2 0 1 0 0,1 0 0 0 0,-1-1-1 0 0,8-13 1 0 0,-10 13-529 0 0,0-1 1 0 0,-1 0-1 0 0,-1 0 0 0 0,0-1 1 0 0,0 1-1 0 0,-1-1 0 0 0,0 1 0 0 0,-1-1 1 0 0,0 0-1 0 0,-1 0 0 0 0,0 1 1 0 0,-1-1-1 0 0,0 0 0 0 0,-1 1 0 0 0,-3-14 1 0 0,0 5-136 0 0,0 1 0 0 0,-2 0 0 0 0,-8-17 0 0 0,-32-44 1610 0 0,46 78-783 0 0,1 1 0 0 0,0 0 0 0 0,-1 0-1 0 0,1-1 1 0 0,0 1 0 0 0,0 0 0 0 0,-1-1 0 0 0,1 1-1 0 0,0 0 1 0 0,0-1 0 0 0,0 1 0 0 0,-1 0-1 0 0,1-1 1 0 0,0 1 0 0 0,0 0 0 0 0,0-1-1 0 0,0 1 1 0 0,0-1 0 0 0,0 1 0 0 0,0 0-1 0 0,0-1 1 0 0,0 1 0 0 0,0-1 0 0 0,0 1 0 0 0,0 0-1 0 0,0-1 1 0 0,0 1 0 0 0,0 0 0 0 0,0-1-1 0 0,0 1 1 0 0,1-1 0 0 0,12-3 3953 0 0,1 1-2535 0 0,-3-1-807 0 0,-1 0 0 0 0,0 0 0 0 0,19-11 0 0 0,57-44-811 0 0,-78 52 50 0 0,-24 26-5855 0 0,-15 29 3876 0 0,6-10 1788 0 0,22-34 374 0 0,1 0 0 0 0,0 0 1 0 0,0 0-1 0 0,1 0 0 0 0,-1 0 0 0 0,1 1 0 0 0,0-1 0 0 0,0 0 1 0 0,0 1-1 0 0,0-1 0 0 0,1 1 0 0 0,0 8 0 0 0,0-12-41 0 0,0 1 0 0 0,0-1 0 0 0,1 0 0 0 0,-1 0 0 0 0,0 1 0 0 0,1-1 0 0 0,-1 0 0 0 0,1 0 0 0 0,-1 0 0 0 0,1 0 0 0 0,-1 1 0 0 0,1-1 0 0 0,0 0 0 0 0,0 0 0 0 0,0 0 0 0 0,-1-1 0 0 0,1 1 0 0 0,0 0 0 0 0,2 1 0 0 0,-1-1-35 0 0,0 0 1 0 0,-1-1-1 0 0,1 1 0 0 0,0-1 0 0 0,0 0 1 0 0,0 0-1 0 0,0 1 0 0 0,-1-1 0 0 0,1 0 1 0 0,0 0-1 0 0,0-1 0 0 0,0 1 0 0 0,0 0 1 0 0,0-1-1 0 0,-1 1 0 0 0,1-1 0 0 0,3-1 1 0 0,1 0-113 0 0,-1-1 0 0 0,1-1 1 0 0,-1 1-1 0 0,0-1 0 0 0,0 0 1 0 0,0 0-1 0 0,0 0 1 0 0,-1-1-1 0 0,0 0 0 0 0,1 1 1 0 0,-2-2-1 0 0,1 1 1 0 0,-1 0-1 0 0,1-1 0 0 0,-2 1 1 0 0,1-1-1 0 0,-1 0 1 0 0,1 0-1 0 0,1-13 0 0 0,0 2-132 0 0,0 0-1 0 0,-1-1 0 0 0,-2 0 0 0 0,1 0 1 0 0,-4-33-1 0 0,-17-23 260 0 0,63 211 5196 0 0,-27-77-4599 0 0,-8-30-245 0 0,7 48-1 0 0,-15-68-1697 0 0,0 1 0 0 0,-1 0-1 0 0,0-1 1 0 0,-2 19-1 0 0,1-24-222 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38:25.53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97 2545 0 0,'0'0'82'0'0,"0"0"0"0"0,0 0 0 0 0,0 0 0 0 0,0 1 1 0 0,0-1-1 0 0,0 0 0 0 0,0 0 0 0 0,0 0 1 0 0,0 1-1 0 0,1-1 0 0 0,-1 0 0 0 0,0 0 1 0 0,0 0-1 0 0,0 0 0 0 0,0 1 0 0 0,0-1 0 0 0,0 0 1 0 0,0 0-1 0 0,1 0 0 0 0,-1 0 0 0 0,0 1 1 0 0,0-1-1 0 0,0 0 0 0 0,0 0 0 0 0,0 0 0 0 0,1 0 1 0 0,-1 0-1 0 0,0 0 0 0 0,0 0 0 0 0,0 0 1 0 0,1 0-1 0 0,-1 1 0 0 0,0-1 0 0 0,0 0 1 0 0,0 0-1 0 0,1 0 0 0 0,-1 0 0 0 0,0 0 0 0 0,0 0 1 0 0,0 0-1 0 0,1 0 0 0 0,-1 0 0 0 0,0-1 1 0 0,0 1-1 0 0,0 0 0 0 0,1 0 0 0 0,15-7 1865 0 0,18-16-316 0 0,-30 19-1096 0 0,13-8 50 0 0,-7 4-183 0 0,0 0 0 0 0,1 1 0 0 0,-1 0 0 0 0,2 1 1 0 0,22-10-1 0 0,-32 16-344 0 0,0-1 0 0 0,0 1 1 0 0,1-1-1 0 0,-1 1 0 0 0,0 0 1 0 0,1 0-1 0 0,-1 0 0 0 0,0 0 1 0 0,0 0-1 0 0,1 0 0 0 0,-1 1 0 0 0,0-1 1 0 0,0 1-1 0 0,0-1 0 0 0,1 1 1 0 0,1 1-1 0 0,-1 0-13 0 0,-1 0 0 0 0,1 0 1 0 0,-1 0-1 0 0,0 0 0 0 0,0 1 0 0 0,0-1 0 0 0,0 1 0 0 0,0-1 1 0 0,-1 1-1 0 0,1 0 0 0 0,-1-1 0 0 0,1 1 0 0 0,-1 0 1 0 0,0 0-1 0 0,1 4 0 0 0,1 8-176 0 0,0 1-1 0 0,-1 0 1 0 0,0 0 0 0 0,-1 0 0 0 0,-3 28-1 0 0,1-23-2860 0 0,1 0 0 0 0,4 32-1 0 0,-4-53 2946 0 0,0 0-1 0 0,0 0 0 0 0,0-1 1 0 0,0 1-1 0 0,0 0 1 0 0,0 0-1 0 0,-1 0 0 0 0,1 0 1 0 0,0-1-1 0 0,0 1 0 0 0,0 0 1 0 0,0 0-1 0 0,0 0 1 0 0,0 0-1 0 0,-1 0 0 0 0,1-1 1 0 0,0 1-1 0 0,0 0 1 0 0,0 0-1 0 0,0 0 0 0 0,-1 0 1 0 0,1 0-1 0 0,0 0 1 0 0,0 0-1 0 0,0 0 0 0 0,-1 0 1 0 0,1 0-1 0 0,0 0 1 0 0,0 0-1 0 0,0-1 0 0 0,-1 1 1 0 0,1 1-1 0 0,0-1 0 0 0,0 0 1 0 0,0 0-1 0 0,-1 0 1 0 0,1 0-1 0 0,0 0 0 0 0,0 0 1 0 0,0 0-1 0 0,0 0 1 0 0,-1 0-1 0 0,1 0 0 0 0,0 0 1 0 0,0 0-1 0 0,0 0 1 0 0,0 1-1 0 0,-1-1 0 0 0,1 0 1 0 0,0 0-1 0 0,0 0 1 0 0,0 0-1 0 0,0 0 0 0 0,0 1 1 0 0,0-1-1 0 0,-1 0 0 0 0,1 0 1 0 0,0 0-1 0 0,0 1 1 0 0,0-1-1 0 0,0 0 0 0 0,0 0 1 0 0,0 0-1 0 0,0 1 1 0 0,0-1-1 0 0,0 0-81 0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38:25.92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69 1 4089 0 0,'-5'11'4631'0'0,"2"17"-3621"0"0,2-11-806 0 0,-36 178-215 0 0,18-64-7343 0 0,15-127 6523 0 0,6-2-427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38:26.34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39 712 0 0,'0'-2'183'0'0,"0"0"0"0"0,1 0-1 0 0,-1 0 1 0 0,0 0 0 0 0,1 0 0 0 0,0 0 0 0 0,-1 1-1 0 0,1-1 1 0 0,0 0 0 0 0,0 0 0 0 0,0 1-1 0 0,0-1 1 0 0,0 0 0 0 0,0 1 0 0 0,1-1-1 0 0,-1 1 1 0 0,1 0 0 0 0,-1-1 0 0 0,1 1 0 0 0,-1 0-1 0 0,1 0 1 0 0,2-1 0 0 0,-1 1 11 0 0,0 1 0 0 0,1 0 1 0 0,-1 1-1 0 0,0-1 0 0 0,0 1 1 0 0,1-1-1 0 0,-1 1 0 0 0,0 0 1 0 0,0 0-1 0 0,0 1 0 0 0,0-1 1 0 0,0 1-1 0 0,3 1 0 0 0,9 5-137 0 0,0-1-1 0 0,0-1 0 0 0,0-1 1 0 0,26 6-1 0 0,-34-10-412 0 0,0 0 0 0 0,0 0 0 0 0,1-1 0 0 0,-1 0 0 0 0,0 0 0 0 0,0-1 0 0 0,0 0 0 0 0,7-2 0 0 0,-13 2 280 0 0,0 1-1 0 0,0-1 1 0 0,0 1-1 0 0,0-1 0 0 0,0 0 1 0 0,0 1-1 0 0,0-1 1 0 0,-1 0-1 0 0,1 0 0 0 0,0 0 1 0 0,0 1-1 0 0,-1-1 1 0 0,1 0-1 0 0,-1 0 0 0 0,1 0 1 0 0,-1 0-1 0 0,1 0 1 0 0,-1 0-1 0 0,0 0 0 0 0,1-1 1 0 0,-1 1-1 0 0,0 0 1 0 0,0 0-1 0 0,0 0 0 0 0,0 0 1 0 0,0 0-1 0 0,0 0 1 0 0,0 0-1 0 0,0 0 0 0 0,0-1 1 0 0,-1 1-1 0 0,1 0 1 0 0,0 0-1 0 0,-1 0 0 0 0,1 0 1 0 0,0 0-1 0 0,-1 0 1 0 0,0-1-1 0 0,-1-7-1130 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38:26.72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1 1408 0 0,'0'1'56'0'0,"0"-1"0"0"0,0 0 0 0 0,1 0 0 0 0,-1 0 0 0 0,0 0 0 0 0,0 0 0 0 0,0 0 0 0 0,0 0 0 0 0,0 0-1 0 0,0 0 1 0 0,1 0 0 0 0,-1 0 0 0 0,0 0 0 0 0,0 0 0 0 0,0 0 0 0 0,0 0 0 0 0,0 0 0 0 0,0 0 0 0 0,1 0 0 0 0,-1 0-1 0 0,0 0 1 0 0,0 0 0 0 0,0 0 0 0 0,0 0 0 0 0,0 0 0 0 0,0 0 0 0 0,1 0 0 0 0,-1 0 0 0 0,0-1 0 0 0,0 1 0 0 0,0 0 0 0 0,0 0-1 0 0,0 0 1 0 0,0 0 0 0 0,0 0 0 0 0,0 0 0 0 0,1 0 0 0 0,-1 0 0 0 0,0-1 0 0 0,0 1 0 0 0,0 0 0 0 0,11 27 901 0 0,10 39-156 0 0,4 12 31 0 0,-11-40-1925 0 0,12 59 0 0 0,-24-80-622 0 0,-7-39 1113 0 0,-3-5 633 0 0,-34-61 621 0 0,42 87-606 0 0,0 0-1 0 0,0 1 1 0 0,0-1-1 0 0,0 0 1 0 0,0 1-1 0 0,0-1 1 0 0,0 0-1 0 0,0 1 0 0 0,0-1 1 0 0,0 0-1 0 0,0 1 1 0 0,1-1-1 0 0,-1 0 1 0 0,0 1-1 0 0,0-1 1 0 0,1 1-1 0 0,-1-1 1 0 0,1 0-1 0 0,-1 1 1 0 0,0-1-1 0 0,1 1 1 0 0,-1-1-1 0 0,1 1 1 0 0,-1-1-1 0 0,1 1 1 0 0,-1 0-1 0 0,1-1 0 0 0,0 1 1 0 0,-1-1-1 0 0,1 1 1 0 0,-1 0-1 0 0,1 0 1 0 0,0-1-1 0 0,-1 1 1 0 0,1 0-1 0 0,0 0 1 0 0,-1 0-1 0 0,1 0 1 0 0,0 0-1 0 0,-1 0 1 0 0,1 0-1 0 0,1 0 1 0 0,42-4 1126 0 0,-22 3-1023 0 0,-17 0-126 0 0,46-12-80 0 0,-48 12-176 0 0,1 0-1 0 0,-1 0 1 0 0,0 0 0 0 0,0-1 0 0 0,-1 1 0 0 0,1-1 0 0 0,0 0 0 0 0,0 0 0 0 0,-1 0-1 0 0,1 0 1 0 0,-1-1 0 0 0,0 1 0 0 0,3-3 0 0 0,-5-1-519 0 0,-1 5-530 0 0</inkml:trace>
  <inkml:trace contextRef="#ctx0" brushRef="#br0" timeOffset="1">12 493 1600 0 0,'0'16'166'0'0,"1"-1"0"0"0,0 1-1 0 0,1-1 1 0 0,1 0 0 0 0,0 0-1 0 0,1 0 1 0 0,9 20 0 0 0,-12-31-74 0 0,1-1 0 0 0,0 0 1 0 0,0 0-1 0 0,0 0 0 0 0,0 0 1 0 0,0 0-1 0 0,0 0 0 0 0,1 0 1 0 0,0-1-1 0 0,-1 1 0 0 0,1-1 1 0 0,0 0-1 0 0,0 0 0 0 0,0 0 0 0 0,5 2 1 0 0,-4-3 24 0 0,0 0 0 0 0,-1-1 0 0 0,1 1 0 0 0,0-1 0 0 0,0 0 0 0 0,-1 0 0 0 0,1 0 0 0 0,0 0 0 0 0,0-1 0 0 0,-1 1 0 0 0,1-1 0 0 0,0 0 0 0 0,-1 0 1 0 0,1-1-1 0 0,-1 1 0 0 0,0-1 0 0 0,1 1 0 0 0,3-4 0 0 0,2 0 221 0 0,-1-1 0 0 0,0-1 0 0 0,0 1 1 0 0,0-1-1 0 0,-1 0 0 0 0,0-1 0 0 0,-1 0 0 0 0,0 0 0 0 0,7-11 1 0 0,-10 15-159 0 0,0-1 1 0 0,0 0 0 0 0,-1 1 0 0 0,0-1 0 0 0,0-1 0 0 0,0 1-1 0 0,0 0 1 0 0,-1 0 0 0 0,0-1 0 0 0,0 1 0 0 0,-1 0-1 0 0,1-1 1 0 0,-1 1 0 0 0,0-1 0 0 0,-1 1 0 0 0,1-1 0 0 0,-1 1-1 0 0,-3-11 1 0 0,3 13-140 0 0,-2 0-1 0 0,1 0 0 0 0,0 0 1 0 0,0 1-1 0 0,-1-1 1 0 0,0 0-1 0 0,1 1 1 0 0,-1 0-1 0 0,0-1 0 0 0,0 1 1 0 0,0 0-1 0 0,0 1 1 0 0,-1-1-1 0 0,1 0 0 0 0,-1 1 1 0 0,1 0-1 0 0,-1 0 1 0 0,1 0-1 0 0,-1 0 1 0 0,1 1-1 0 0,-1-1 0 0 0,0 1 1 0 0,1 0-1 0 0,-7 0 1 0 0,1 0-267 0 0,0 0 0 0 0,0 1 0 0 0,0 0 0 0 0,1 1 0 0 0,-1-1 0 0 0,0 2 0 0 0,1-1 0 0 0,-1 1 0 0 0,-9 5 0 0 0,15-6-247 0 0,-1 0 0 0 0,0 0 0 0 0,1 0 1 0 0,-1 1-1 0 0,1 0 0 0 0,0-1 0 0 0,0 1 1 0 0,0 0-1 0 0,0 1 0 0 0,1-1 1 0 0,-1 0-1 0 0,1 1 0 0 0,0 0 0 0 0,0-1 1 0 0,0 1-1 0 0,0 0 0 0 0,1 0 0 0 0,-2 6 1 0 0,1-4-1195 0 0,7-3 425 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38:27.29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 41 2256 0 0,'1'1'1394'0'0,"-1"-1"-1321"0"0,0 0 0 0 0,0 0 1 0 0,0 0-1 0 0,0 0 0 0 0,0 0 1 0 0,0 1-1 0 0,0-1 0 0 0,0 0 0 0 0,0 0 1 0 0,0 0-1 0 0,0 0 0 0 0,0 0 1 0 0,0 1 659 0 0,0-1-660 0 0,20 1 1301 0 0,30-5-141 0 0,-24-5-273 0 0,48-22-1 0 0,-91 39-537 0 0,-2 1-262 0 0,0 1 0 0 0,1 0 0 0 0,0 2 1 0 0,-17 13-1 0 0,31-21-179 0 0,0-1 1 0 0,0 1 0 0 0,0 0-1 0 0,1 0 1 0 0,0 1 0 0 0,-1-1-1 0 0,1 1 1 0 0,1-1 0 0 0,-1 1 0 0 0,1 0-1 0 0,0 0 1 0 0,0 0 0 0 0,0 0-1 0 0,1 1 1 0 0,-1-1 0 0 0,1 0-1 0 0,1 1 1 0 0,-1-1 0 0 0,1 1-1 0 0,0 10 1 0 0,6 23-124 0 0,1 0 0 0 0,2 0 1 0 0,2 0-1 0 0,2-1 0 0 0,28 61 0 0 0,-40-96 134 0 0,0 0 1 0 0,1 0-1 0 0,-1 0 0 0 0,1 0 0 0 0,0 0 1 0 0,0 0-1 0 0,0-1 0 0 0,0 1 0 0 0,0-1 1 0 0,0 1-1 0 0,1-1 0 0 0,-1 0 1 0 0,1 0-1 0 0,0 0 0 0 0,0 0 0 0 0,-1-1 1 0 0,1 1-1 0 0,0-1 0 0 0,6 3 0 0 0,-5-4 86 0 0,0 0 0 0 0,0-1 0 0 0,0 1 0 0 0,1-1 0 0 0,-1 0 0 0 0,0 0 0 0 0,0 0 0 0 0,0 0 0 0 0,0-1 0 0 0,0 1 0 0 0,0-1 0 0 0,0 0 0 0 0,-1 0 0 0 0,7-6 0 0 0,12-4 422 0 0,1 0 0 0 0,39-14 0 0 0,-11 5-140 0 0,-35 7-1721 0 0,-21 3-2600 0 0,-29-7-2252 0 0,28 16 6869 0 0,-8-2-2206 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38:27.68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88 4321 0 0,'3'-3'820'0'0,"0"1"0"0"0,1-1 0 0 0,0 1 0 0 0,-1-1 0 0 0,1 1 0 0 0,0 0 0 0 0,0 0 0 0 0,6-1 0 0 0,66-13 1805 0 0,-28 7-1913 0 0,7-8-718 0 0,-19 5-4217 0 0,-8 3-4016 0 0,-21 6 6269 0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38:28.07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0 2409 0 0,'1'6'5598'0'0,"3"23"-3715"0"0,44 212 904 0 0,-3-83-3148 0 0,-38-134-168 0 0,13 36-1491 0 0,-2-26-2571 0 0,-19-50 1704 0 0,-1-19 2689 0 0,-35-101-238 0 0,24 95 540 0 0,1-1 0 0 0,-8-60 0 0 0,21 102-69 0 0,-1 0 0 0 0,0 0 0 0 0,0 0 1 0 0,0 0-1 0 0,1 0 0 0 0,-1 0 0 0 0,0 0 0 0 0,0 0 0 0 0,0 0 0 0 0,1 0 1 0 0,-1 0-1 0 0,0 0 0 0 0,0 0 0 0 0,0 0 0 0 0,1 0 0 0 0,-1 0 0 0 0,0 0 0 0 0,0 0 1 0 0,1 0-1 0 0,-1 0 0 0 0,0 0 0 0 0,0 0 0 0 0,0 0 0 0 0,1 0 0 0 0,-1 0 1 0 0,0 0-1 0 0,0 0 0 0 0,0-1 0 0 0,0 1 0 0 0,1 0 0 0 0,-1 0 0 0 0,0 0 0 0 0,0 0 1 0 0,0 0-1 0 0,0-1 0 0 0,0 1 0 0 0,1 0 0 0 0,-1 0 0 0 0,0 0 0 0 0,0-1 1 0 0,0 1-1 0 0,0 0 0 0 0,0 0 0 0 0,0 0 0 0 0,0-1 0 0 0,0 1 0 0 0,0 0 1 0 0,0 0-1 0 0,0 0 0 0 0,0-1 0 0 0,0 1 0 0 0,0 0 0 0 0,0 0 0 0 0,0 0 0 0 0,0-1 1 0 0,0 1-1 0 0,0 0 0 0 0,0 0 0 0 0,0 0 0 0 0,0-1 0 0 0,0 1 0 0 0,-1 0 1 0 0,1 0-1 0 0,0 0 0 0 0,0-1 0 0 0,0 1 0 0 0,0 0 0 0 0,18 19 2458 0 0,-15-15-2190 0 0,1 0-1 0 0,-1-1 0 0 0,0 1 1 0 0,1-1-1 0 0,0 0 0 0 0,-1 0 0 0 0,1 0 1 0 0,5 3-1 0 0,-7-6-263 0 0,0 1-1 0 0,0-1 1 0 0,0 0-1 0 0,1 0 1 0 0,-1 1-1 0 0,0-1 1 0 0,0-1-1 0 0,0 1 1 0 0,0 0-1 0 0,0 0 1 0 0,0-1-1 0 0,0 1 1 0 0,0-1-1 0 0,0 0 1 0 0,0 1-1 0 0,0-1 1 0 0,-1 0-1 0 0,1 0 1 0 0,0 0-1 0 0,2-3 1 0 0,-1 1-11 0 0,0 0 0 0 0,0 0 0 0 0,0 0 0 0 0,-1-1 0 0 0,1 0 0 0 0,-1 1 1 0 0,0-1-1 0 0,0 0 0 0 0,2-6 0 0 0,0-1 0 0 0,-1 0 0 0 0,0 0 0 0 0,-1-1 1 0 0,0 1-1 0 0,-1-1 0 0 0,0-17 0 0 0,-4-33 515 0 0,17 128 2541 0 0,11 63-2619 0 0,5 0 0 0 0,48 125 0 0 0,-68-227-832 0 0,12 41-340 0 0,-21-62 187 0 0,0-1 0 0 0,0 0 0 0 0,0 1 0 0 0,-1-1 0 0 0,0 0 0 0 0,0 1 0 0 0,0-1 0 0 0,0 0 0 0 0,-1 1 0 0 0,-1 5 0 0 0,1-11 368 0 0,1 0 1 0 0,0 1 0 0 0,0-1 0 0 0,0 0 0 0 0,0 1 0 0 0,-1-1 0 0 0,1 0-1 0 0,0 1 1 0 0,0-1 0 0 0,-1 0 0 0 0,1 1 0 0 0,0-1 0 0 0,-1 0 0 0 0,1 0-1 0 0,0 1 1 0 0,-1-1 0 0 0,1 0 0 0 0,0 0 0 0 0,-1 0 0 0 0,1 1 0 0 0,0-1-1 0 0,-1 0 1 0 0,1 0 0 0 0,-1 0 0 0 0,1 0 0 0 0,0 0 0 0 0,-1 0 0 0 0,1 0-1 0 0,-1 0 1 0 0,1 0 0 0 0,0 0 0 0 0,-1 0 0 0 0,1 0 0 0 0,-1 0-1 0 0,-1-1-468 0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48:51.76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28 529 2465 0 0,'-20'5'5525'0'0,"12"-15"-976"0"0,8 8-4302 0 0,1-1 0 0 0,-1 1-1 0 0,0-1 1 0 0,0 1 0 0 0,1-1 0 0 0,0 1 0 0 0,-1 0 0 0 0,1-1 0 0 0,0 1 0 0 0,0 0 0 0 0,0-1 0 0 0,2-1 0 0 0,20-27 20 0 0,2 1 0 0 0,0 1 1 0 0,2 1-1 0 0,56-44 1 0 0,17-18-140 0 0,-87 77-127 0 0,44-48-4 0 0,-52 55-14 0 0,-1 1 1 0 0,0-1-1 0 0,0 0 1 0 0,-1 0-1 0 0,0 0 1 0 0,0 0-1 0 0,0 0 0 0 0,-1-1 1 0 0,3-10-1 0 0,-5 16 11 0 0,1 0 0 0 0,-1 0 0 0 0,0 0 0 0 0,0 0 0 0 0,0-1 0 0 0,0 1 0 0 0,0 0 0 0 0,0 0 0 0 0,0 0 0 0 0,-1 0 0 0 0,1-1 0 0 0,0 1 0 0 0,-1 0 0 0 0,1 0 0 0 0,0 0 0 0 0,-1 0 0 0 0,0 0 0 0 0,1 0-1 0 0,-1 0 1 0 0,1 0 0 0 0,-1 0 0 0 0,0 0 0 0 0,0 0 0 0 0,0 1 0 0 0,0-1 0 0 0,1 0 0 0 0,-3-1 0 0 0,0 1-12 0 0,0 0 0 0 0,1 0 0 0 0,-1 0 0 0 0,0 0 0 0 0,0 1 0 0 0,0-1 0 0 0,0 1 0 0 0,0 0 0 0 0,0-1 0 0 0,-5 2 0 0 0,-4 0-21 0 0,1 0 0 0 0,-1 1 0 0 0,1 1 0 0 0,-20 7 0 0 0,-101 59 13 0 0,218-125 109 0 0,-55 39-52 0 0,29-15 99 0 0,-57 30-88 0 0,1 0 0 0 0,0 1 0 0 0,-1 0 0 0 0,1-1 0 0 0,0 1 0 0 0,0 1 0 0 0,0-1 0 0 0,0 0 1 0 0,0 1-1 0 0,0 0 0 0 0,0 0 0 0 0,5 1 0 0 0,-7 0-4 0 0,0 0-1 0 0,0 0 1 0 0,0 1 0 0 0,0-1-1 0 0,0 1 1 0 0,0-1 0 0 0,-1 1-1 0 0,1-1 1 0 0,0 1 0 0 0,-1 0 0 0 0,0 0-1 0 0,1 0 1 0 0,-1 0 0 0 0,0 0-1 0 0,0 0 1 0 0,0 0 0 0 0,0 0-1 0 0,0 1 1 0 0,-1-1 0 0 0,1 0-1 0 0,-1 1 1 0 0,1-1 0 0 0,-1 0-1 0 0,0 1 1 0 0,0-1 0 0 0,0 4 0 0 0,-4 65 318 0 0,3-69-346 0 0,-3 30-15 0 0,-2-1-1 0 0,-15 44 1 0 0,15-57-2304 0 0,-1 0 0 0 0,-18 31 0 0 0,24-49 2108 0 0,1 1 0 0 0,0-1-1 0 0,-1 1 1 0 0,1-1 0 0 0,0 1-1 0 0,-1-1 1 0 0,1 1-1 0 0,-1-1 1 0 0,1 1 0 0 0,-1-1-1 0 0,1 0 1 0 0,-1 1 0 0 0,1-1-1 0 0,-1 0 1 0 0,0 1-1 0 0,1-1 1 0 0,-1 0 0 0 0,1 0-1 0 0,-1 0 1 0 0,0 0-1 0 0,1 1 1 0 0,-1-1 0 0 0,1 0-1 0 0,-1 0 1 0 0,0 0 0 0 0,1 0-1 0 0,-1 0 1 0 0,0 0-1 0 0,1-1 1 0 0,-1 1 0 0 0,0 0-1 0 0,1 0 1 0 0,-1 0-1 0 0,1-1 1 0 0,-1 1 0 0 0,0-1-1 0 0,1 1 199 0 0,-7-3-3529 0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48:52.47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58 31 3913 0 0,'-5'6'693'0'0,"0"0"1"0"0,0 0-1 0 0,0 1 1 0 0,1 0-1 0 0,0 0 0 0 0,0 0 1 0 0,-4 11-1 0 0,4-6-305 0 0,0-1 0 0 0,1 0 0 0 0,1 1-1 0 0,-2 20 1 0 0,3-15-264 0 0,1-1 0 0 0,1 1 0 0 0,0 0 0 0 0,2-1 0 0 0,0 1 0 0 0,0-1 0 0 0,9 24 0 0 0,-10-36-106 0 0,-1-1 1 0 0,0 1 0 0 0,1-1 0 0 0,0 1 0 0 0,0-1-1 0 0,0 0 1 0 0,0 0 0 0 0,0 0 0 0 0,1 0 0 0 0,0 0 0 0 0,-1 0-1 0 0,1-1 1 0 0,0 1 0 0 0,4 2 0 0 0,-5-5-16 0 0,-1 1 0 0 0,1-1 0 0 0,0 1 0 0 0,-1-1 0 0 0,1 0 0 0 0,0 0 0 0 0,-1 1 0 0 0,1-1 0 0 0,0 0 0 0 0,-1-1 0 0 0,1 1 1 0 0,0 0-1 0 0,-1 0 0 0 0,1-1 0 0 0,0 1 0 0 0,-1-1 0 0 0,1 1 0 0 0,-1-1 0 0 0,1 0 0 0 0,-1 0 0 0 0,1 0 0 0 0,-1 0 0 0 0,0 0 0 0 0,1 0 0 0 0,-1 0 0 0 0,0 0 1 0 0,0 0-1 0 0,0 0 0 0 0,0-1 0 0 0,0 1 0 0 0,0 0 0 0 0,0-1 0 0 0,0 1 0 0 0,0-3 0 0 0,9-10-18 0 0,-2-2 0 0 0,0 1-1 0 0,-1-1 1 0 0,-1 0 0 0 0,0-1 0 0 0,-1 1-1 0 0,5-34 1 0 0,-8 39-68 0 0,0 0-1 0 0,-1 0 1 0 0,-1-1-1 0 0,0 1 1 0 0,0 0 0 0 0,-1 0-1 0 0,-1 0 1 0 0,0 0-1 0 0,0 0 1 0 0,-1 0 0 0 0,-1 0-1 0 0,1 1 1 0 0,-8-14-1 0 0,9 22-47 0 0,1 0-1 0 0,0 0 0 0 0,-1 0 0 0 0,1 0 0 0 0,-1 0 1 0 0,0 0-1 0 0,0 1 0 0 0,0-1 0 0 0,0 1 0 0 0,0-1 1 0 0,0 1-1 0 0,0 0 0 0 0,0 0 0 0 0,0 0 0 0 0,-1 0 0 0 0,1 0 1 0 0,0 1-1 0 0,-1-1 0 0 0,1 1 0 0 0,0-1 0 0 0,-5 1 1 0 0,-2 0-915 0 0,0 0 1 0 0,0 1 0 0 0,0 1 0 0 0,-13 3-1 0 0,9-2-194 0 0,-4 6-644 0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48:52.81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85 6049 0 0,'11'19'5590'0'0,"-10"-19"-5587"0"0,0 0 1 0 0,1 1-1 0 0,-1-1 1 0 0,0-1-1 0 0,1 1 1 0 0,-1 0-1 0 0,0 0 1 0 0,1 0-1 0 0,-1-1 1 0 0,0 1-1 0 0,1-1 1 0 0,-1 1-1 0 0,0-1 1 0 0,0 1-1 0 0,0-1 1 0 0,2-1 0 0 0,62-34-2543 0 0,-58 32 1708 0 0,0-1 0 0 0,0 0 1 0 0,-1 0-1 0 0,0-1 0 0 0,0 0 0 0 0,9-11 1 0 0,-5 4-1651 0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48:53.19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14 2 3865 0 0,'-5'22'1856'0'0,"2"0"0"0"0,0 1-1 0 0,1 28 1 0 0,13 130-1215 0 0,-9-162-863 0 0,7 44-1377 0 0,7-26-4064 0 0,-8-26 2570 0 0</inkml:trace>
  <inkml:trace contextRef="#ctx0" brushRef="#br0" timeOffset="1">188 139 3425 0 0,'0'0'115'0'0,"0"0"0"0"0,1 0 1 0 0,-1 0-1 0 0,0 1 1 0 0,1-1-1 0 0,-1 0 0 0 0,0 0 1 0 0,1 0-1 0 0,-1 0 0 0 0,1 0 1 0 0,-1 0-1 0 0,0 0 1 0 0,1 0-1 0 0,-1 0 0 0 0,0 0 1 0 0,1-1-1 0 0,-1 1 0 0 0,1 0 1 0 0,-1 0-1 0 0,0 0 1 0 0,1 0-1 0 0,-1 0 0 0 0,0-1 1 0 0,0 1-1 0 0,1 0 0 0 0,-1 0 1 0 0,0-1-1 0 0,1 1 1 0 0,-1 0-1 0 0,0 0 0 0 0,0-1 1 0 0,1 1-1 0 0,-1 0 0 0 0,0-1 1 0 0,0 1-1 0 0,0 0 1 0 0,1-1-1 0 0,13-13 725 0 0,6-14-454 0 0,-2-2 1 0 0,16-31 0 0 0,-75 128 1837 0 0,28-49-2063 0 0,2-1-1 0 0,0 2 0 0 0,-13 31 1 0 0,19-35-63 0 0,1 0 0 0 0,0-1 1 0 0,1 1-1 0 0,1 1 0 0 0,-1 28 1 0 0,3-40-100 0 0,0 1 0 0 0,0-1 0 0 0,0 1 0 0 0,0-1 0 0 0,1 1 1 0 0,0-1-1 0 0,0 1 0 0 0,0-1 0 0 0,1 0 0 0 0,-1 1 1 0 0,1-1-1 0 0,0 0 0 0 0,0 0 0 0 0,1 0 0 0 0,-1 0 0 0 0,1-1 1 0 0,0 1-1 0 0,0-1 0 0 0,0 1 0 0 0,0-1 0 0 0,0 0 1 0 0,1 0-1 0 0,-1 0 0 0 0,6 2 0 0 0,-5-4-43 0 0,0 1-1 0 0,1-1 1 0 0,-1 0-1 0 0,0-1 1 0 0,1 1-1 0 0,-1-1 0 0 0,1 0 1 0 0,-1 0-1 0 0,0 0 1 0 0,1-1-1 0 0,-1 1 1 0 0,1-1-1 0 0,-1 0 1 0 0,0 0-1 0 0,0-1 1 0 0,1 1-1 0 0,-1-1 1 0 0,0 0-1 0 0,0 0 1 0 0,-1-1-1 0 0,1 1 1 0 0,0-1-1 0 0,-1 1 1 0 0,1-1-1 0 0,3-5 1 0 0,5-4-544 0 0,0 0 1 0 0,-1-1-1 0 0,-1 0 1 0 0,0 0-1 0 0,12-22 1 0 0,-15 21-635 0 0,0-1-1 0 0,-1 0 1 0 0,6-25 0 0 0,-4 13-1467 0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48:53.56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12 1 6225 0 0,'-6'54'5358'0'0,"0"107"0"0"0,8-137-5989 0 0,0-1 0 0 0,10 38 0 0 0,-8-46-1202 0 0,0-1 1 0 0,2 0-1 0 0,0 0 0 0 0,0 0 0 0 0,9 13 1 0 0,-11-20-1204 0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48:53.94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14 4737 0 0,'16'-4'8318'0'0,"-13"2"-8286"0"0,0 1 0 0 0,0 0 0 0 0,0 0 0 0 0,0 0 0 0 0,0 0 0 0 0,0 0 0 0 0,0 1 0 0 0,0-1 1 0 0,0 1-1 0 0,0 0 0 0 0,0 0 0 0 0,0 0 0 0 0,1 0 0 0 0,-1 1 0 0 0,5 0 0 0 0,-5 2 33 0 0,1 0 1 0 0,-1 0-1 0 0,0 1 0 0 0,-1-1 0 0 0,1 1 1 0 0,0-1-1 0 0,-1 1 0 0 0,0 0 0 0 0,0 0 0 0 0,0 0 1 0 0,0 0-1 0 0,-1 0 0 0 0,0 0 0 0 0,2 8 0 0 0,10 68 363 0 0,-12-67-413 0 0,3 44-376 0 0,1 11-1787 0 0,4-27-2238 0 0,-6-47-415 0 0,0-20 3178 0 0,-2 22 975 0 0,2-12-326 0 0</inkml:trace>
  <inkml:trace contextRef="#ctx0" brushRef="#br0" timeOffset="1">141 35 2240 0 0,'0'-1'247'0'0,"0"0"-1"0"0,0-1 0 0 0,0 1 0 0 0,0 0 0 0 0,0 0 0 0 0,0 0 0 0 0,1-1 0 0 0,-1 1 0 0 0,0 0 0 0 0,1 0 0 0 0,-1 0 0 0 0,1 0 0 0 0,-1 0 0 0 0,1 0 0 0 0,-1 0 0 0 0,1 0 0 0 0,0 0 0 0 0,0 0 0 0 0,-1 0 0 0 0,1 0 0 0 0,0 0 0 0 0,0 1 0 0 0,0-1 0 0 0,0 0 0 0 0,0 0 0 0 0,0 1 0 0 0,0-1 0 0 0,2 0 0 0 0,0 0 62 0 0,0 1 0 0 0,0-1 0 0 0,0 1 0 0 0,0 0 0 0 0,0 0 0 0 0,0 0 0 0 0,0 0 0 0 0,0 0 0 0 0,0 1 0 0 0,0-1 0 0 0,4 2 0 0 0,-1 0 38 0 0,1 0 0 0 0,0 0 0 0 0,-1 1 0 0 0,1 0 0 0 0,-1 0-1 0 0,0 0 1 0 0,0 1 0 0 0,0 0 0 0 0,10 9 0 0 0,-13-8-238 0 0,1 0 0 0 0,-1 1 0 0 0,0-1 0 0 0,0 1-1 0 0,-1 0 1 0 0,0-1 0 0 0,0 1 0 0 0,0 0 0 0 0,-1 0 0 0 0,0 0 0 0 0,1 9-1 0 0,-4 71-371 0 0,0-68-2365 0 0,1 1 0 0 0,3 28 0 0 0,15-55-5290 0 0,-12-4 6325 0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48:54.32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4705 0 0,'2'10'5809'0'0,"3"9"-3707"0"0,6 27-770 0 0,6 73 911 0 0,0 1-2188 0 0,1-42-3764 0 0,0-66-7556 0 0</inkml:trace>
  <inkml:trace contextRef="#ctx0" brushRef="#br0" timeOffset="1">66 165 3705 0 0,'-1'22'7980'0'0,"12"5"-4867"0"0,-10-26-3092 0 0,0 1 0 0 0,-1-1 0 0 0,1 1 0 0 0,0-1-1 0 0,0 1 1 0 0,0-1 0 0 0,0 0 0 0 0,0 0 0 0 0,1 0 0 0 0,-1 1 0 0 0,0-1 0 0 0,1 0 0 0 0,-1 0 0 0 0,0-1 0 0 0,1 1 0 0 0,-1 0 0 0 0,1 0-1 0 0,-1-1 1 0 0,1 1 0 0 0,0-1 0 0 0,-1 1 0 0 0,1-1 0 0 0,0 0 0 0 0,-1 1 0 0 0,1-1 0 0 0,0 0 0 0 0,-1 0 0 0 0,3-1 0 0 0,2 0-802 0 0,-1-2 1 0 0,1 1 0 0 0,-1 0 0 0 0,0-1-1 0 0,0 0 1 0 0,0 0 0 0 0,0-1 0 0 0,0 1-1 0 0,-1-1 1 0 0,0 0 0 0 0,1-1-1 0 0,-1 1 1 0 0,6-10 0 0 0,-2 1-2517 0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48:54.69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52 6025 0 0,'25'-2'4415'0'0,"14"-16"-1536"0"0,-28 12-2500 0 0,-1 1 0 0 0,0 0 1 0 0,1 1-1 0 0,0 0 0 0 0,20-3 0 0 0,-29 6-358 0 0,0 1 0 0 0,0 0 0 0 0,0 0 0 0 0,0 0 0 0 0,0 0 0 0 0,0 1-1 0 0,1-1 1 0 0,-1 0 0 0 0,0 1 0 0 0,0 0 0 0 0,0-1 0 0 0,0 1 0 0 0,0 0-1 0 0,0 0 1 0 0,-1 0 0 0 0,1 0 0 0 0,0 1 0 0 0,0-1 0 0 0,-1 0 0 0 0,1 1-1 0 0,-1-1 1 0 0,1 1 0 0 0,-1-1 0 0 0,0 1 0 0 0,1 0 0 0 0,-1 0 0 0 0,0 0-1 0 0,0-1 1 0 0,0 1 0 0 0,0 0 0 0 0,-1 0 0 0 0,1 0 0 0 0,-1 0 0 0 0,1 1-1 0 0,-1-1 1 0 0,1 2 0 0 0,1 12 23 0 0,0 0 1 0 0,-1 0-1 0 0,0 0 0 0 0,-1 0 0 0 0,-1 0 1 0 0,-1 0-1 0 0,0-1 0 0 0,-8 27 0 0 0,0-8-203 0 0,-1-1 0 0 0,-29 59 0 0 0,45-104-492 0 0,0-1 654 0 0,1 0 1 0 0,0 0-1 0 0,0 0 1 0 0,2 1-1 0 0,10-15 1 0 0,-14 22 14 0 0,0 0 0 0 0,0 1 1 0 0,1-1-1 0 0,0 1 0 0 0,0 0 1 0 0,0 0-1 0 0,1 1 0 0 0,-1 0 1 0 0,1 0-1 0 0,0 0 0 0 0,0 0 1 0 0,0 1-1 0 0,0 0 0 0 0,0 0 1 0 0,0 1-1 0 0,0 0 0 0 0,1 0 1 0 0,-1 0-1 0 0,8 1 0 0 0,-8 0-442 0 0,0 1 0 0 0,0 0 0 0 0,0 1 0 0 0,0 0 0 0 0,-1-1 0 0 0,1 2 0 0 0,0-1 0 0 0,5 4 0 0 0,-10-6 203 0 0,0 1 1 0 0,0-1-1 0 0,0 1 1 0 0,0-1 0 0 0,0 1-1 0 0,0-1 1 0 0,0 0 0 0 0,0 1-1 0 0,0-1 1 0 0,0 0 0 0 0,0 0-1 0 0,0 0 1 0 0,1 0-1 0 0,-1 0 1 0 0,0 0 0 0 0,0 0-1 0 0,0 0 1 0 0,0-1 0 0 0,0 1-1 0 0,0 0 1 0 0,0-1-1 0 0,0 1 1 0 0,0-1 0 0 0,0 1-1 0 0,0-1 1 0 0,0 1 0 0 0,0-1-1 0 0,0 0 1 0 0,0 1-1 0 0,-1-1 1 0 0,1 0 0 0 0,0 0-1 0 0,0 1 1 0 0,-1-1 0 0 0,1 0-1 0 0,0 0 1 0 0,-1 0-1 0 0,1 0 1 0 0,-1 0 0 0 0,1 0-1 0 0,-1 0 1 0 0,0 0 0 0 0,1 0-1 0 0,-1-2 1 0 0,5-6-1534 0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48:55.05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70 3409 0 0,'0'-38'2731'0'0,"0"36"-2542"0"0,0 1 1 0 0,0-1-1 0 0,1 0 0 0 0,-1 0 0 0 0,0 1 0 0 0,0-1 0 0 0,1 0 0 0 0,-1 1 1 0 0,1-1-1 0 0,0 1 0 0 0,-1-1 0 0 0,1 1 0 0 0,0-1 0 0 0,0 1 0 0 0,0-1 1 0 0,0 1-1 0 0,0 0 0 0 0,2-3 0 0 0,-2 5-78 0 0,0-1 0 0 0,0 0 1 0 0,0 1-1 0 0,0-1 0 0 0,-1 1 0 0 0,1-1 0 0 0,0 1 0 0 0,-1 0 1 0 0,1-1-1 0 0,0 1 0 0 0,-1 0 0 0 0,1-1 0 0 0,-1 1 0 0 0,1 0 1 0 0,-1 0-1 0 0,1 0 0 0 0,-1-1 0 0 0,1 1 0 0 0,-1 0 0 0 0,0 0 1 0 0,1 0-1 0 0,-1 0 0 0 0,0 0 0 0 0,0 1 0 0 0,10 30 971 0 0,-9-27-759 0 0,11 43 464 0 0,-3 1 0 0 0,-1 1 0 0 0,1 57 0 0 0,-9-21-2675 0 0,-6-3-3555 0 0,6-71 2396 0 0,6 6-1337 0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48:55.47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97 2 3393 0 0,'-1'0'243'0'0,"0"-1"0"0"0,1 1 0 0 0,-1 0 0 0 0,0 0 0 0 0,0 0 0 0 0,0 0 0 0 0,0-1 0 0 0,1 1-1 0 0,-1 1 1 0 0,0-1 0 0 0,0 0 0 0 0,0 0 0 0 0,0 0 0 0 0,1 0 0 0 0,-1 0 0 0 0,0 1 0 0 0,0-1 0 0 0,0 0 0 0 0,1 1 0 0 0,-1-1 0 0 0,0 1 0 0 0,1-1 0 0 0,-1 1 0 0 0,-1 0 0 0 0,-10 22 2134 0 0,2 40-1935 0 0,9-49 212 0 0,-10 78-265 0 0,-7 55-671 0 0,0-51-6004 0 0,17-96 5491 0 0,1-1 734 0 0,-1 1 0 0 0,1 0-1 0 0,0 0 1 0 0,0 0 0 0 0,0 0 0 0 0,0 0 0 0 0,0 0 0 0 0,0 1-1 0 0,0-1 1 0 0,0 0 0 0 0,0 0 0 0 0,0 0 0 0 0,0 0-1 0 0,-1 0 1 0 0,1 0 0 0 0,0 2-1713 0 0,-2-8-655 0 0</inkml:trace>
  <inkml:trace contextRef="#ctx0" brushRef="#br0" timeOffset="1">12 258 3945 0 0,'2'2'627'0'0,"1"0"0"0"0,0 1 0 0 0,0-1 0 0 0,0 0 0 0 0,1-1 0 0 0,-1 1 0 0 0,0 0 0 0 0,1-1 0 0 0,-1 0 0 0 0,1 0 0 0 0,-1 0 0 0 0,1 0 0 0 0,5 0 0 0 0,-1-1-559 0 0,-1 1 0 0 0,1-2 0 0 0,-1 1 0 0 0,0-1 0 0 0,1 0 0 0 0,12-4 1 0 0,-13 3-569 0 0,-1 0 0 0 0,1 0 1 0 0,-1 0-1 0 0,0-1 1 0 0,0 0-1 0 0,-1 0 1 0 0,1-1-1 0 0,0 0 1 0 0,-1 0-1 0 0,0 0 0 0 0,0 0 1 0 0,0-1-1 0 0,-1 0 1 0 0,0 0-1 0 0,1 0 1 0 0,-2-1-1 0 0,5-6 1 0 0,0-10-1605 0 0,2 5 248 0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48:55.82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4865 0 0,'0'8'1848'0'0,"1"10"-95"0"0,2 5-369 0 0,-1 3-208 0 0,-1 0-263 0 0,-1-5-553 0 0,-1 2-136 0 0,1-2-96 0 0,0 1-40 0 0,0-4-104 0 0,0-1-216 0 0,1-2-312 0 0,-1-1-497 0 0,2-2-575 0 0,-2-3-512 0 0,-3-4-113 0 0,1-1-1384 0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48:56.19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27 517 4817 0 0,'-3'2'632'0'0,"0"1"0"0"0,1 0 0 0 0,-1-1 0 0 0,1 1 0 0 0,0 0 0 0 0,-1 0 0 0 0,2 1 0 0 0,-1-1 0 0 0,0 0 0 0 0,-1 5 0 0 0,43-29 3106 0 0,13-23-2929 0 0,-40 32-785 0 0,-1 1 0 0 0,2 0 0 0 0,-1 1 0 0 0,1 0 0 0 0,1 1 0 0 0,0 1 0 0 0,0 0 0 0 0,21-6 0 0 0,-35 13-25 0 0,-1 1 0 0 0,1 0 1 0 0,0-1-1 0 0,0 1 0 0 0,0 0 1 0 0,0 0-1 0 0,0 0 0 0 0,0 0 1 0 0,-1 0-1 0 0,1 0 1 0 0,0 0-1 0 0,0 0 0 0 0,0 0 1 0 0,0 0-1 0 0,0 0 0 0 0,0 1 1 0 0,0-1-1 0 0,-1 0 0 0 0,1 1 1 0 0,0-1-1 0 0,0 0 1 0 0,0 1-1 0 0,-1-1 0 0 0,1 1 1 0 0,0 0-1 0 0,-1-1 0 0 0,1 1 1 0 0,0-1-1 0 0,-1 1 0 0 0,1 0 1 0 0,0 1-1 0 0,0 0 6 0 0,0 0-1 0 0,-1 1 1 0 0,1-1-1 0 0,-1 1 0 0 0,1-1 1 0 0,-1 1-1 0 0,0-1 1 0 0,0 1-1 0 0,0 0 0 0 0,0-1 1 0 0,-1 4-1 0 0,-19 65 116 0 0,19-68-119 0 0,-10 26 32 0 0,5-17-20 0 0,1 0-1 0 0,1 0 0 0 0,0 0 0 0 0,1 1 0 0 0,0 0 0 0 0,1-1 0 0 0,1 1 0 0 0,-1 14 1 0 0,2-26-17 0 0,0-1 1 0 0,0 1-1 0 0,0 0 0 0 0,0 0 1 0 0,1 0-1 0 0,-1 0 1 0 0,0 0-1 0 0,0 0 1 0 0,1-1-1 0 0,-1 1 1 0 0,0 0-1 0 0,1 0 1 0 0,-1 0-1 0 0,1-1 1 0 0,-1 1-1 0 0,1 0 0 0 0,0-1 1 0 0,-1 1-1 0 0,1 0 1 0 0,0-1-1 0 0,-1 1 1 0 0,1-1-1 0 0,0 1 1 0 0,-1-1-1 0 0,1 1 1 0 0,0-1-1 0 0,0 0 1 0 0,0 1-1 0 0,1-1 1 0 0,0 1-16 0 0,1-1 0 0 0,0 0 1 0 0,0 0-1 0 0,-1 0 1 0 0,1 0-1 0 0,0 0 0 0 0,0-1 1 0 0,-1 1-1 0 0,6-2 1 0 0,0-1-284 0 0,-1 0 0 0 0,1 0 0 0 0,-1-1 0 0 0,0 1 1 0 0,0-2-1 0 0,7-4 0 0 0,-6 1-693 0 0,0 0 0 0 0,-1-1 0 0 0,0 1 1 0 0,0-1-1 0 0,-1-1 0 0 0,0 1 0 0 0,-1-1 0 0 0,0 0 0 0 0,-1 0 0 0 0,6-19 0 0 0,-2 1-1580 0 0</inkml:trace>
  <inkml:trace contextRef="#ctx0" brushRef="#br0" timeOffset="1">374 1 4769 0 0,'-1'1'342'0'0,"0"0"1"0"0,0 0-1 0 0,0 0 0 0 0,0 1 0 0 0,0-1 1 0 0,0 0-1 0 0,0 1 0 0 0,1-1 0 0 0,-1 0 1 0 0,1 1-1 0 0,-1-1 0 0 0,1 1 0 0 0,-1-1 1 0 0,1 1-1 0 0,0-1 0 0 0,0 1 0 0 0,0 3 1 0 0,-1 35 68 0 0,1-27 332 0 0,0 5-600 0 0,1 1 0 0 0,0-1 0 0 0,2 1 0 0 0,5 19-1 0 0,11 35-5080 0 0,-18-70 4548 0 0,0 10-3465 0 0,0-9 1128 0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48:56.53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0 166 4209 0 0,'8'-3'928'0'0,"-1"0"0"0"0,0-1 0 0 0,0 1 0 0 0,0-1 0 0 0,0 0 0 0 0,9-8 0 0 0,-1-3-405 0 0,0 0 0 0 0,22-29-1 0 0,11-12-234 0 0,-48 56-287 0 0,0 0 0 0 0,0 0 0 0 0,0 0-1 0 0,0-1 1 0 0,0 1 0 0 0,0 0 0 0 0,0 0-1 0 0,0 0 1 0 0,0 0 0 0 0,0 0-1 0 0,0-1 1 0 0,0 1 0 0 0,0 0 0 0 0,1 0-1 0 0,-1 0 1 0 0,0 0 0 0 0,0 0 0 0 0,0 0-1 0 0,0 0 1 0 0,0 0 0 0 0,0-1 0 0 0,1 1-1 0 0,-1 0 1 0 0,0 0 0 0 0,0 0-1 0 0,0 0 1 0 0,0 0 0 0 0,0 0 0 0 0,1 0-1 0 0,-1 0 1 0 0,0 0 0 0 0,0 0 0 0 0,0 0-1 0 0,0 0 1 0 0,0 0 0 0 0,1 0 0 0 0,-1 0-1 0 0,0 0 1 0 0,0 0 0 0 0,0 0-1 0 0,0 0 1 0 0,0 0 0 0 0,1 0 0 0 0,-1 0-1 0 0,0 1 1 0 0,0-1 0 0 0,0 0 0 0 0,0 0-1 0 0,0 0 1 0 0,1 0 0 0 0,-1 0 0 0 0,0 0-1 0 0,0 0 1 0 0,0 0 0 0 0,0 1-1 0 0,0-1 1 0 0,0 0 0 0 0,0 0 0 0 0,0 0-1 0 0,0 0 1 0 0,0 0 0 0 0,0 1 0 0 0,1-1-1 0 0,-2 16 33 0 0,-8 22 11 0 0,9-37-42 0 0,-12 37 2 0 0,3-8 28 0 0,-9 49 0 0 0,17-72-23 0 0,0 0 0 0 0,1 0 0 0 0,-1 0 0 0 0,1 0 0 0 0,0 0 0 0 0,1 0 0 0 0,0 0 0 0 0,0 0 0 0 0,1 0 0 0 0,-1-1 0 0 0,1 1 0 0 0,6 12 0 0 0,-7-18-6 0 0,-1 0 1 0 0,1 1-1 0 0,0-1 0 0 0,0 0 0 0 0,0 1 1 0 0,0-1-1 0 0,0 0 0 0 0,0 0 1 0 0,0 0-1 0 0,0 0 0 0 0,0 0 0 0 0,0 0 1 0 0,0 0-1 0 0,1 0 0 0 0,-1-1 0 0 0,0 1 1 0 0,1 0-1 0 0,-1-1 0 0 0,1 1 1 0 0,-1-1-1 0 0,1 0 0 0 0,-1 1 0 0 0,1-1 1 0 0,-1 0-1 0 0,3 0 0 0 0,-1 0 20 0 0,0-1 1 0 0,-1 0-1 0 0,1 0 0 0 0,0 0 0 0 0,0 0 1 0 0,-1 0-1 0 0,1-1 0 0 0,-1 1 0 0 0,1-1 1 0 0,-1 1-1 0 0,1-1 0 0 0,2-3 0 0 0,5-5 131 0 0,-1 0 0 0 0,1-1 0 0 0,-2 0 0 0 0,10-16-1 0 0,-10 15 15 0 0,17-31 274 0 0,-24 41-379 0 0,0-1 0 0 0,0 1-1 0 0,0-1 1 0 0,0 1 0 0 0,0 0-1 0 0,0-1 1 0 0,-1 0-1 0 0,0 1 1 0 0,1-1 0 0 0,-1 1-1 0 0,0-1 1 0 0,0 1 0 0 0,0-1-1 0 0,-1 1 1 0 0,0-4 0 0 0,1 5-26 0 0,-1 0 0 0 0,0 1 0 0 0,1-1 0 0 0,-1 1 0 0 0,0-1 0 0 0,0 1 0 0 0,1-1 0 0 0,-1 1 0 0 0,0-1 0 0 0,0 1 0 0 0,0 0 0 0 0,0-1 0 0 0,1 1 0 0 0,-1 0 0 0 0,0 0 0 0 0,0 0 0 0 0,0 0 0 0 0,0 0 0 0 0,0 0 0 0 0,0 0 0 0 0,0 0 0 0 0,0 0 0 0 0,0 0 0 0 0,1 0 0 0 0,-1 0 0 0 0,0 1 0 0 0,0-1 0 0 0,0 0 0 0 0,-1 1 0 0 0,-32 12-16 0 0,28-11-9 0 0,-15 7-294 0 0,-29 9-1691 0 0,47-17 1614 0 0,1-1 1 0 0,0 1-1 0 0,0-1 0 0 0,-1 0 1 0 0,1 0-1 0 0,0 0 1 0 0,0 0-1 0 0,0 0 1 0 0,-1-1-1 0 0,1 1 1 0 0,-4-2-1 0 0,5 1 158 0 0,0 0-1 0 0,0 1 1 0 0,1-1 0 0 0,-1 0-1 0 0,0 0 1 0 0,1 0-1 0 0,-1 0 1 0 0,1 0 0 0 0,-1 0-1 0 0,1 0 1 0 0,-1 0-1 0 0,1 0 1 0 0,0 0 0 0 0,-1 0-1 0 0,1 0 1 0 0,0 0-1 0 0,0 0 1 0 0,0 0 0 0 0,0 0-1 0 0,0 0 1 0 0,0 0-1 0 0,0 0 1 0 0,0 0 0 0 0,0 0-1 0 0,1 0 1 0 0,-1 0-1 0 0,0 0 1 0 0,1-2 0 0 0,14-28-1902 0 0,4 22 460 0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48:56.88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30 2312 0 0,'4'-4'745'0'0,"2"1"-1"0"0,-1-1 0 0 0,0 1 0 0 0,1 0 0 0 0,-1 0 0 0 0,1 0 0 0 0,12-3 0 0 0,-17 6-542 0 0,0 0 0 0 0,0 0 0 0 0,0 0 0 0 0,0 0 1 0 0,0 0-1 0 0,0 0 0 0 0,0 0 0 0 0,0 0 0 0 0,0 0 0 0 0,0 1 0 0 0,0-1 1 0 0,0 0-1 0 0,-1 0 0 0 0,1 1 0 0 0,0-1 0 0 0,0 1 0 0 0,0-1 1 0 0,0 1-1 0 0,0-1 0 0 0,-1 1 0 0 0,2 1 0 0 0,-1-1 56 0 0,0 1 0 0 0,0 0-1 0 0,0 0 1 0 0,0 0 0 0 0,0-1 0 0 0,0 1-1 0 0,-1 0 1 0 0,1 0 0 0 0,-1 0 0 0 0,1 0-1 0 0,-1 0 1 0 0,0 1 0 0 0,0-1-1 0 0,0 3 1 0 0,-2 41 1753 0 0,-10 56 0 0 0,-1 17-1569 0 0,12-118-446 0 0,1 0-1 0 0,0 1 1 0 0,0-1 0 0 0,-1 0 0 0 0,1 0-1 0 0,0 1 1 0 0,0-1 0 0 0,0 0 0 0 0,1 0-1 0 0,-1 1 1 0 0,0-1 0 0 0,0 0 0 0 0,1 0-1 0 0,-1 1 1 0 0,0-1 0 0 0,1 0 0 0 0,-1 0 0 0 0,1 0-1 0 0,0 0 1 0 0,1 2 0 0 0,-1-3-23 0 0,0 0 0 0 0,0 0 0 0 0,-1-1 0 0 0,1 1 0 0 0,0 0 1 0 0,0-1-1 0 0,0 1 0 0 0,-1-1 0 0 0,1 1 0 0 0,0-1 0 0 0,0 1 0 0 0,-1-1 0 0 0,1 1 1 0 0,0-1-1 0 0,-1 0 0 0 0,1 1 0 0 0,-1-1 0 0 0,1 0 0 0 0,-1 0 0 0 0,1-1 0 0 0,29-51-822 0 0,-17 21 607 0 0,13-53 1 0 0,2-6 225 0 0,-28 90 23 0 0,0 0-1 0 0,0 0 0 0 0,0 0 1 0 0,1 0-1 0 0,-1 0 1 0 0,0 0-1 0 0,1 0 1 0 0,-1 0-1 0 0,1 0 1 0 0,-1 0-1 0 0,1 1 0 0 0,-1-1 1 0 0,1 0-1 0 0,0 0 1 0 0,-1 0-1 0 0,1 1 1 0 0,0-1-1 0 0,0 0 1 0 0,0 1-1 0 0,1-2 0 0 0,4 19 240 0 0,-6 50 201 0 0,0-57-412 0 0,8 105-815 0 0,-3-78-2605 0 0,0 1-4126 0 0,-5-37 7212 0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48:57.26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65 504 3753 0 0,'-12'18'1645'0'0,"1"1"-1"0"0,-12 30 1 0 0,19-42-1240 0 0,1 1 0 0 0,1 0 0 0 0,-1 0 0 0 0,1 1 0 0 0,1-1 0 0 0,-1 0 0 0 0,2 1 0 0 0,-1-1 0 0 0,1 12 0 0 0,0-19-344 0 0,0 1-1 0 0,1-1 1 0 0,-1 0-1 0 0,0 0 1 0 0,0 0-1 0 0,1 1 1 0 0,-1-1-1 0 0,1 0 1 0 0,-1 0-1 0 0,1 0 1 0 0,-1 0-1 0 0,1 0 0 0 0,0 0 1 0 0,0 0-1 0 0,-1 0 1 0 0,1 0-1 0 0,0 0 1 0 0,0 0-1 0 0,0 0 1 0 0,0-1-1 0 0,0 1 1 0 0,0 0-1 0 0,0-1 1 0 0,0 1-1 0 0,2 0 1 0 0,-1-1 22 0 0,1 1 1 0 0,-1-1 0 0 0,1 0 0 0 0,0 1 0 0 0,-1-1 0 0 0,1 0-1 0 0,-1-1 1 0 0,1 1 0 0 0,-1 0 0 0 0,1-1 0 0 0,3-1 0 0 0,3-1 167 0 0,0-1 0 0 0,0 0 0 0 0,0 0 0 0 0,-1-1 0 0 0,12-8 0 0 0,-14 8-113 0 0,-1 0 0 0 0,1-1 0 0 0,-1 1 0 0 0,0-1 0 0 0,0 0 0 0 0,-1-1 0 0 0,5-7 0 0 0,-7 10-81 0 0,-1 1 0 0 0,1-1 0 0 0,0 1-1 0 0,-1-1 1 0 0,0 0 0 0 0,0 0 0 0 0,0 1-1 0 0,0-1 1 0 0,-1 0 0 0 0,1 0-1 0 0,-1 0 1 0 0,0 0 0 0 0,0 0 0 0 0,0 0-1 0 0,-1 0 1 0 0,0-3 0 0 0,0 5-34 0 0,0 1 1 0 0,0-1 0 0 0,0 1-1 0 0,0-1 1 0 0,0 1-1 0 0,0 0 1 0 0,-1 0 0 0 0,1 0-1 0 0,0 0 1 0 0,-1 0-1 0 0,1 0 1 0 0,-1 0 0 0 0,1 0-1 0 0,-1 0 1 0 0,1 0-1 0 0,-1 1 1 0 0,1-1 0 0 0,-1 1-1 0 0,0-1 1 0 0,1 1-1 0 0,-1 0 1 0 0,0 0 0 0 0,0 0-1 0 0,1 0 1 0 0,-1 0-1 0 0,0 0 1 0 0,1 0 0 0 0,-1 0-1 0 0,0 1 1 0 0,1-1 0 0 0,-3 1-1 0 0,-4 1-91 0 0,-1 0 0 0 0,1 0 0 0 0,0 1 0 0 0,-15 6-1 0 0,-19 24-1583 0 0,40-32 1352 0 0,1 0-1 0 0,-1 0 1 0 0,1 0-1 0 0,0 1 1 0 0,-1-1-1 0 0,1 1 1 0 0,0-1-1 0 0,0 1 1 0 0,0-1-1 0 0,0 1 1 0 0,0 0-1 0 0,0 0 1 0 0,1-1-1 0 0,-1 1 1 0 0,0 0-1 0 0,1 0 1 0 0,0 0-1 0 0,-1 0 1 0 0,1-1-1 0 0,0 1 1 0 0,0 0-1 0 0,0 0 1 0 0,0 0-1 0 0,1 3 1 0 0,-1-4 208 0 0,0-1 0 0 0,0 0 0 0 0,0 0 0 0 0,0 1 1 0 0,0-1-1 0 0,0 0 0 0 0,1 0 0 0 0,-1 1 0 0 0,0-1 0 0 0,0 0 1 0 0,0 0-1 0 0,1 0 0 0 0,-1 1 0 0 0,0-1 0 0 0,0 0 0 0 0,1 0 0 0 0,-1 0 1 0 0,0 0-1 0 0,0 0 0 0 0,1 0 0 0 0,-1 1 0 0 0,0-1 0 0 0,1 0 1 0 0,-1 0-1 0 0,0 0 0 0 0,0 0 0 0 0,1 0 0 0 0,-1 0 0 0 0,0 0 0 0 0,1 0 1 0 0,-1 0-1 0 0,0 0 0 0 0,1 0 0 0 0,-1 0 0 0 0,0-1 0 0 0,0 1 1 0 0,1 0-1 0 0,-1 0 0 0 0,0 0 0 0 0,0 0 0 0 0,1 0 0 0 0,-1 0 0 0 0,0-1 1 0 0,0 1-1 0 0,1 0 0 0 0,-1 0 0 0 0,0 0 0 0 0,0-1 0 0 0,0 1 1 0 0,1 0-1 0 0,-1 0 0 0 0,0-1 0 0 0,0 1 0 0 0,0 0 0 0 0,0 0 0 0 0,0-1 1 0 0,0 1-1 0 0,0 0 0 0 0,1-1 0 0 0,-1 1 0 0 0,0 0 0 0 0,0-1 1 0 0,7-17-1345 0 0,-6 18 1207 0 0,9-13-1869 0 0</inkml:trace>
  <inkml:trace contextRef="#ctx0" brushRef="#br0" timeOffset="1">208 303 3433 0 0,'-2'-4'547'0'0,"0"0"0"0"0,0-1 0 0 0,1 1 0 0 0,0 0 0 0 0,0-1 0 0 0,0 1 0 0 0,0-1 0 0 0,1 1-1 0 0,0-1 1 0 0,0 1 0 0 0,0-1 0 0 0,0 1 0 0 0,1-1 0 0 0,-1 1 0 0 0,3-8 0 0 0,0 3-65 0 0,1 1 0 0 0,-1 0 1 0 0,2 0-1 0 0,-1 0 0 0 0,1 0 0 0 0,0 1 0 0 0,9-11 0 0 0,5-2 49 0 0,1 1-1 0 0,0 1 0 0 0,2 1 1 0 0,28-18-1 0 0,-41 29-380 0 0,0 0 0 0 0,1 1-1 0 0,-1 0 1 0 0,1 0 0 0 0,0 1-1 0 0,0 1 1 0 0,12-3 0 0 0,-20 5-103 0 0,0 1 1 0 0,1 0-1 0 0,-1-1 1 0 0,0 1-1 0 0,0 0 1 0 0,0 0-1 0 0,1 1 1 0 0,-1-1-1 0 0,0 0 1 0 0,0 1-1 0 0,0-1 1 0 0,0 1-1 0 0,0 0 1 0 0,1-1 0 0 0,-1 1-1 0 0,-1 0 1 0 0,1 1-1 0 0,0-1 1 0 0,0 0-1 0 0,0 0 1 0 0,0 1-1 0 0,-1-1 1 0 0,1 1-1 0 0,-1-1 1 0 0,1 1-1 0 0,-1 0 1 0 0,0 0-1 0 0,0-1 1 0 0,1 1-1 0 0,-1 0 1 0 0,0 0 0 0 0,-1 0-1 0 0,1 0 1 0 0,0 0-1 0 0,-1 1 1 0 0,1-1-1 0 0,-1 0 1 0 0,1 0-1 0 0,-1 0 1 0 0,0 4-1 0 0,2 11 54 0 0,-2 0 1 0 0,1 1-1 0 0,-2-1 0 0 0,0 1 0 0 0,-1-1 0 0 0,-9 33 0 0 0,-40 104-2514 0 0,16-53-7049 0 0,30-92 3776 0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48:57.63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20 0 5745 0 0,'-1'12'1617'0'0,"2"7"-777"0"0,-1 1-216 0 0,2-2-32 0 0,-4-4-80 0 0,2-2 0 0 0,-3-5-16 0 0,2 1-48 0 0,-1-5-95 0 0,2 0-97 0 0,-1-3-112 0 0,-1 0-112 0 0,1-3-248 0 0,-1-2-433 0 0,2-2-639 0 0,-2-2-752 0 0,-2-8-489 0 0,2 3-1464 0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49:05.91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36 1 3913 0 0,'-1'0'155'0'0,"0"-1"0"0"0,0 1 0 0 0,0 0 0 0 0,0 0-1 0 0,0 1 1 0 0,0-1 0 0 0,0 0 0 0 0,1 0 0 0 0,-1 0 0 0 0,0 1 0 0 0,0-1 0 0 0,0 0 0 0 0,0 1 0 0 0,0-1 0 0 0,0 1 0 0 0,1-1-1 0 0,-1 1 1 0 0,0-1 0 0 0,0 1 0 0 0,1 0 0 0 0,-1-1 0 0 0,1 1 0 0 0,-1 0 0 0 0,0-1 0 0 0,1 1 0 0 0,-1 0 0 0 0,1 0 0 0 0,-1 0 0 0 0,1 0-1 0 0,0-1 1 0 0,-1 1 0 0 0,1 0 0 0 0,0 0 0 0 0,0 0 0 0 0,0 0 0 0 0,-1 0 0 0 0,1 0 0 0 0,0 2 0 0 0,-5 46 646 0 0,4-40-367 0 0,-4 279 2443 0 0,18-96-7189 0 0,-14-207-2109 0 0,-1 0 3951 0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49:06.29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0 265 3777 0 0,'2'8'955'0'0,"-1"1"0"0"0,2-1 0 0 0,-1 0 0 0 0,1 0 0 0 0,0 0 0 0 0,0 0 0 0 0,1-1 0 0 0,5 9 0 0 0,-7-15-971 0 0,-1 1-1 0 0,1 0 1 0 0,0-1 0 0 0,-1 1-1 0 0,1-1 1 0 0,0 0-1 0 0,0 0 1 0 0,0 0 0 0 0,0 0-1 0 0,0 0 1 0 0,0 0-1 0 0,0 0 1 0 0,0 0 0 0 0,0-1-1 0 0,0 1 1 0 0,0-1-1 0 0,0 0 1 0 0,1 0 0 0 0,-1 1-1 0 0,0-1 1 0 0,0-1-1 0 0,0 1 1 0 0,1 0-1 0 0,-1 0 1 0 0,0-1 0 0 0,0 0-1 0 0,0 1 1 0 0,0-1-1 0 0,0 0 1 0 0,0 0 0 0 0,0 0-1 0 0,0 0 1 0 0,0 0-1 0 0,0 0 1 0 0,0-1 0 0 0,2-1-1 0 0,2-2-724 0 0,0 0 0 0 0,0 0 0 0 0,0-1 0 0 0,0 1 0 0 0,-1-1-1 0 0,0 0 1 0 0,0-1 0 0 0,-1 1 0 0 0,0-1 0 0 0,7-13 0 0 0,-1-1-1872 0 0</inkml:trace>
  <inkml:trace contextRef="#ctx0" brushRef="#br0" timeOffset="1">189 0 4977 0 0,'-2'3'533'0'0,"-1"0"0"0"0,1 1-1 0 0,0-1 1 0 0,0 1 0 0 0,0-1 0 0 0,0 1-1 0 0,1 0 1 0 0,0-1 0 0 0,-2 5 0 0 0,-9 68 2308 0 0,10-60-2228 0 0,-2 21 14 0 0,3-1 1 0 0,4 69-1 0 0,5-30-3026 0 0,-3-19-2796 0 0,-5-56 5084 0 0,0 1 0 0 0,0-1 1 0 0,1 0-1 0 0,-1 1 0 0 0,0-1 0 0 0,0 0 0 0 0,0 1 1 0 0,0-1-1 0 0,0 0 0 0 0,0 1 0 0 0,0-1 0 0 0,0 0 0 0 0,0 1 1 0 0,-1-1-1 0 0,1 0 0 0 0,0 1 0 0 0,0-1 0 0 0,0 0 1 0 0,0 1-1 0 0,0-1 0 0 0,-1 0 0 0 0,1 1 0 0 0,0-1 1 0 0,0 0-1 0 0,0 0 0 0 0,-1 1 0 0 0,1-1 0 0 0,0 0 0 0 0,0 0 1 0 0,-1 1-1 0 0,1-1 0 0 0,0 0 0 0 0,-1 0 0 0 0,1 0 1 0 0,0 0-1 0 0,-1 1 0 0 0,1-1 0 0 0,0 0 0 0 0,-1 0 0 0 0,1 0 1 0 0,0 0-1 0 0,-1 0 0 0 0,-4 1-2275 0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49:06.65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18 325 3129 0 0,'-2'1'241'0'0,"1"0"-1"0"0,0 0 1 0 0,0 0 0 0 0,0 0 0 0 0,0 0 0 0 0,-1 0 0 0 0,1 0-1 0 0,0 0 1 0 0,1 1 0 0 0,-1-1 0 0 0,0 0 0 0 0,0 1 0 0 0,1-1-1 0 0,-1 1 1 0 0,0-1 0 0 0,1 1 0 0 0,0-1 0 0 0,-1 1 0 0 0,1-1 0 0 0,0 1-1 0 0,0-1 1 0 0,0 1 0 0 0,0-1 0 0 0,0 1 0 0 0,0-1 0 0 0,0 1-1 0 0,0-1 1 0 0,0 1 0 0 0,1 0 0 0 0,-1-1 0 0 0,1 0 0 0 0,0 3 0 0 0,1-3-86 0 0,0 1 0 0 0,0-1 0 0 0,-1 0 0 0 0,1 0 1 0 0,0 1-1 0 0,0-2 0 0 0,0 1 0 0 0,0 0 1 0 0,0 0-1 0 0,1 0 0 0 0,-1-1 0 0 0,0 0 1 0 0,0 1-1 0 0,0-1 0 0 0,1 0 0 0 0,-1 0 1 0 0,0 0-1 0 0,0 0 0 0 0,0 0 0 0 0,1-1 1 0 0,-1 1-1 0 0,3-1 0 0 0,4-1-262 0 0,-1-1-1 0 0,1 0 1 0 0,0 0-1 0 0,-1-1 1 0 0,0 0-1 0 0,0 0 1 0 0,12-8 0 0 0,-12 6-865 0 0,-1 0 1 0 0,1-1 0 0 0,-1 0 0 0 0,0 0 0 0 0,-1-1 0 0 0,11-14-1 0 0,-16 20 738 0 0,0-1-1 0 0,0 1 0 0 0,0 0 0 0 0,0-1 0 0 0,0 1 0 0 0,-1-1 0 0 0,1 1 1 0 0,-1-1-1 0 0,0 1 0 0 0,1-1 0 0 0,-1 1 0 0 0,-1-5 0 0 0,1-4-590 0 0,6-10-1582 0 0</inkml:trace>
  <inkml:trace contextRef="#ctx0" brushRef="#br0" timeOffset="1">184 74 3513 0 0,'-1'0'164'0'0,"1"0"1"0"0,-1 1-1 0 0,1-1 1 0 0,-1 0-1 0 0,1 1 1 0 0,-1-1-1 0 0,1 0 1 0 0,-1 1-1 0 0,1-1 1 0 0,0 1-1 0 0,-1-1 1 0 0,1 1-1 0 0,-1-1 1 0 0,1 1-1 0 0,0-1 1 0 0,0 1-1 0 0,-1-1 1 0 0,1 1-1 0 0,0-1 1 0 0,0 1-1 0 0,0 0 1 0 0,0-1-1 0 0,-1 1 1 0 0,1-1-1 0 0,0 1 1 0 0,0 0-1 0 0,0-1 1 0 0,0 1-1 0 0,0-1 1 0 0,1 1-1 0 0,-1 0 1 0 0,0-1-1 0 0,0 1 1 0 0,0-1-1 0 0,0 1 1 0 0,1-1-1 0 0,-1 1 1 0 0,0-1 0 0 0,1 1-1 0 0,-1 0 1 0 0,1 0-1 0 0,0-1-30 0 0,-1 1-1 0 0,1 0 1 0 0,0 0-1 0 0,0-1 1 0 0,0 1 0 0 0,0 0-1 0 0,0-1 1 0 0,0 1 0 0 0,0-1-1 0 0,0 1 1 0 0,0-1-1 0 0,0 0 1 0 0,0 1 0 0 0,0-1-1 0 0,1 0 1 0 0,-1 0-1 0 0,0 0 1 0 0,0 1 0 0 0,0-1-1 0 0,0-1 1 0 0,3 1 0 0 0,7-4-2 0 0,1 0 0 0 0,0 0 1 0 0,-1-1-1 0 0,0-1 1 0 0,0 0-1 0 0,15-12 1 0 0,27-26-5680 0 0,-53 44 5440 0 0,-1 0 0 0 0,1 0 0 0 0,0 1-1 0 0,0-1 1 0 0,-1 0 0 0 0,1 0 0 0 0,0 0 0 0 0,-1 0 0 0 0,1 0 0 0 0,0 0 0 0 0,-1 0 0 0 0,1 0-1 0 0,0 0 1 0 0,-1 0 0 0 0,1-1 0 0 0,0 1 0 0 0,0 0 0 0 0,-1 0 0 0 0,1 0 0 0 0,0 0 0 0 0,-1 0-1 0 0,1-1 1 0 0,0 1 0 0 0,0 0 0 0 0,-1 0 0 0 0,1 0 0 0 0,0-1 0 0 0,0 1 0 0 0,-1 0-1 0 0,1 0 1 0 0,0-1 0 0 0,0 1 0 0 0,0 0 0 0 0,0 0 0 0 0,0-1 0 0 0,-1 1 0 0 0,1 0 0 0 0,0-1-1 0 0,0 1 1 0 0,0 0 0 0 0,0-1 0 0 0,0 1 0 0 0,0 0 0 0 0,0 0 0 0 0,0-1 0 0 0,0 1 0 0 0,0 0-1 0 0,0-1 1 0 0,0 1 0 0 0,0 0 0 0 0,0-1 0 0 0,0 1 0 0 0,0 0 0 0 0,1-1 0 0 0,-1 1 0 0 0,0 0-1 0 0,0 0 1 0 0,0-1 0 0 0,0 1 0 0 0,1 0 0 0 0,-1 0 0 0 0,0-1 0 0 0,-5 5-1455 0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49:06.99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32 324 2649 0 0,'-22'35'2614'0'0,"21"-33"-2375"0"0,-1 0 0 0 0,1 0 0 0 0,0 0 0 0 0,0 1 1 0 0,0-1-1 0 0,0 0 0 0 0,1 0 0 0 0,-1 1 1 0 0,1-1-1 0 0,-1 0 0 0 0,1 1 0 0 0,0-1 0 0 0,0 1 1 0 0,0-1-1 0 0,1 3 0 0 0,-1-5-190 0 0,0 1 0 0 0,1-1 0 0 0,-1 0 1 0 0,1 1-1 0 0,-1-1 0 0 0,1 0 0 0 0,-1 1 0 0 0,1-1 0 0 0,-1 0 0 0 0,1 0 1 0 0,-1 1-1 0 0,1-1 0 0 0,-1 0 0 0 0,1 0 0 0 0,0 0 0 0 0,-1 0 0 0 0,1 0 1 0 0,-1 0-1 0 0,1 0 0 0 0,0 0 0 0 0,-1 0 0 0 0,1 0 0 0 0,-1 0 1 0 0,1 0-1 0 0,-1-1 0 0 0,1 1 0 0 0,-1 0 0 0 0,1 0 0 0 0,0 0 0 0 0,-1-1 1 0 0,1 1-1 0 0,-1 0 0 0 0,0-1 0 0 0,1 1 0 0 0,-1 0 0 0 0,1-1 0 0 0,-1 1 1 0 0,1-1-1 0 0,0 0 0 0 0,23-20-5 0 0,-21 18 54 0 0,43-34-359 0 0,-31 26-1062 0 0,0-1 1 0 0,-1 0-1 0 0,0-1 0 0 0,-1-1 0 0 0,12-16 1 0 0,-14 18-903 0 0</inkml:trace>
  <inkml:trace contextRef="#ctx0" brushRef="#br0" timeOffset="1">189 1 3673 0 0,'0'0'129'0'0,"-1"-1"0"0"0,0 1 1 0 0,0 0-1 0 0,0 0 0 0 0,0 0 1 0 0,0 0-1 0 0,0 0 0 0 0,1 1 0 0 0,-1-1 1 0 0,0 0-1 0 0,0 0 0 0 0,0 1 1 0 0,0-1-1 0 0,1 0 0 0 0,-1 1 0 0 0,0-1 1 0 0,0 1-1 0 0,1-1 0 0 0,-1 1 1 0 0,0-1-1 0 0,1 1 0 0 0,-1-1 1 0 0,0 1-1 0 0,1 0 0 0 0,-1-1 0 0 0,1 1 1 0 0,-1 0-1 0 0,1-1 0 0 0,-1 1 1 0 0,1 0-1 0 0,0 0 0 0 0,-1 0 0 0 0,1-1 1 0 0,0 1-1 0 0,0 0 0 0 0,0 0 1 0 0,-1 0-1 0 0,1 0 0 0 0,0 0 1 0 0,0-1-1 0 0,0 1 0 0 0,1 1 0 0 0,-4 46 930 0 0,3-40-685 0 0,2 30-58 0 0,1 1 0 0 0,1 0 0 0 0,13 47 0 0 0,20 45-7524 0 0,-31-116 3871 0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49:07.35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11 0 4369 0 0,'-3'11'590'0'0,"1"0"0"0"0,0 0-1 0 0,0 0 1 0 0,1 0 0 0 0,1 1 0 0 0,-1-1 0 0 0,2 0-1 0 0,1 13 1 0 0,-1-21-521 0 0,-1-1-1 0 0,1 1 0 0 0,0-1 1 0 0,0 0-1 0 0,0 1 0 0 0,0-1 1 0 0,0 0-1 0 0,0 0 0 0 0,1 1 1 0 0,-1-1-1 0 0,1 0 0 0 0,-1 0 1 0 0,1-1-1 0 0,0 1 0 0 0,0 0 1 0 0,0 0-1 0 0,2 1 0 0 0,-1-2-87 0 0,0 0 0 0 0,0 0 0 0 0,0 0 0 0 0,0-1 0 0 0,0 1 0 0 0,0-1 0 0 0,0 1 0 0 0,0-1 0 0 0,0 0 0 0 0,0 0 0 0 0,0-1 0 0 0,0 1 0 0 0,0 0 0 0 0,0-1 0 0 0,0 0 0 0 0,0 0 0 0 0,5-2 0 0 0,3-1-545 0 0,0-1 0 0 0,0-1 0 0 0,0 0 0 0 0,-1 0 0 0 0,0-1 0 0 0,0-1 0 0 0,-1 1 0 0 0,1-2 0 0 0,-2 1 0 0 0,1-1 0 0 0,-1 0 0 0 0,11-18 0 0 0,2-2-1861 0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49:07.71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94 0 6241 0 0,'-48'129'7293'0'0,"34"-83"-6642"0"0,3 0-1 0 0,-9 65 0 0 0,21-89-3439 0 0,8-38-476 0 0,10-37-678 0 0,5-27 1579 0 0,-7 27 3186 0 0,12-65 0 0 0,-27 151 5648 0 0,11 7-4312 0 0,-12-35-2143 0 0,1-1 0 0 0,0 1 1 0 0,1-1-1 0 0,-1 0 0 0 0,1 0 1 0 0,0 0-1 0 0,0 0 0 0 0,0 0 1 0 0,0 0-1 0 0,1-1 0 0 0,-1 0 1 0 0,1 1-1 0 0,0-1 0 0 0,6 3 1 0 0,23 1-2100 0 0,-32-7 1722 0 0,1 0-1 0 0,-1 0 0 0 0,0 0 0 0 0,1 0 1 0 0,-1 0-1 0 0,1-1 0 0 0,-1 1 0 0 0,0-1 1 0 0,1 1-1 0 0,-1-1 0 0 0,0 1 0 0 0,1-1 1 0 0,-1 0-1 0 0,0 1 0 0 0,0-1 1 0 0,0 0-1 0 0,0 0 0 0 0,0 0 0 0 0,1 0 1 0 0,0-2-1 0 0,1-2-2570 0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49:08.09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3 403 4785 0 0,'-1'1'145'0'0,"1"0"0"0"0,0-1 0 0 0,-1 1 1 0 0,1 0-1 0 0,0 0 0 0 0,0 0 0 0 0,0 0 0 0 0,0 0 0 0 0,-1 0 0 0 0,1-1 1 0 0,0 1-1 0 0,0 0 0 0 0,1 0 0 0 0,-1 0 0 0 0,0 0 0 0 0,0 0 1 0 0,0 0-1 0 0,1-1 0 0 0,-1 1 0 0 0,0 0 0 0 0,1 0 0 0 0,-1 0 0 0 0,1-1 1 0 0,-1 1-1 0 0,1 0 0 0 0,-1-1 0 0 0,1 1 0 0 0,-1 0 0 0 0,1-1 0 0 0,0 1 1 0 0,-1 0-1 0 0,2 0 0 0 0,0-1 14 0 0,0 0 1 0 0,0 0-1 0 0,0 0 1 0 0,0 0-1 0 0,0 0 1 0 0,-1 0-1 0 0,1-1 1 0 0,0 1-1 0 0,0 0 1 0 0,0-1-1 0 0,0 0 1 0 0,0 1-1 0 0,3-3 1 0 0,12-6 274 0 0,0-1 0 0 0,19-15 0 0 0,-29 20-114 0 0,56-36 144 0 0,-29 19-989 0 0,0-1 1 0 0,51-47-1 0 0,-86 71-141 0 0,-3 2 613 0 0,0 1 1 0 0,1-1-1 0 0,-1 1 0 0 0,1 0 0 0 0,0 0 1 0 0,0 0-1 0 0,1 1 0 0 0,-1-1 1 0 0,1 1-1 0 0,-4 7 0 0 0,1 20 293 0 0,0 0-1 0 0,2 0 0 0 0,1 0 0 0 0,2 1 0 0 0,1-1 0 0 0,2 0 1 0 0,1 0-1 0 0,14 56 0 0 0,-17-86-398 0 0,-1-1 0 0 0,1 1 1 0 0,-1 0-1 0 0,1-1 0 0 0,0 1 1 0 0,0-1-1 0 0,0 1 0 0 0,0-1 0 0 0,0 1 1 0 0,0-1-1 0 0,0 1 0 0 0,0-1 1 0 0,0 0-1 0 0,3 3 0 0 0,-3-4 14 0 0,0 0 0 0 0,-1 0 0 0 0,1 0 0 0 0,-1 0 0 0 0,1 0 0 0 0,0 0 0 0 0,-1 0 0 0 0,1 0 0 0 0,0 0 0 0 0,-1 0 0 0 0,1 0 0 0 0,-1 0-1 0 0,1-1 1 0 0,0 1 0 0 0,-1 0 0 0 0,1 0 0 0 0,-1-1 0 0 0,1 1 0 0 0,-1 0 0 0 0,1-1 0 0 0,-1 1 0 0 0,1 0 0 0 0,-1-1 0 0 0,1 1 0 0 0,-1-1 0 0 0,1 1 0 0 0,-1-1 0 0 0,0 1 0 0 0,1-1-1 0 0,-1 1 1 0 0,0-1 0 0 0,1 1 0 0 0,-1-1 0 0 0,0 0 0 0 0,0 1 0 0 0,1-1 0 0 0,-1 1 0 0 0,0-1 0 0 0,0 0 0 0 0,0 1 0 0 0,0-1 0 0 0,0 0 0 0 0,0 0 0 0 0,4-16-3103 0 0</inkml:trace>
  <inkml:trace contextRef="#ctx0" brushRef="#br0" timeOffset="1">422 76 4257 0 0,'0'-2'227'0'0,"0"1"1"0"0,0 0-1 0 0,1 0 1 0 0,-1 0-1 0 0,1-1 1 0 0,-1 1-1 0 0,1 0 1 0 0,0 0-1 0 0,-1 0 1 0 0,1 0-1 0 0,0 0 1 0 0,0 0-1 0 0,-1 0 1 0 0,1 0-1 0 0,0 1 1 0 0,0-1-1 0 0,0 0 1 0 0,0 0-1 0 0,0 1 1 0 0,3-2-1 0 0,29-25 1173 0 0,-31 25-1346 0 0,4-2 304 0 0,0 1 0 0 0,0-1-1 0 0,0 1 1 0 0,0 0 0 0 0,13-4 0 0 0,-18 7-296 0 0,1-1 0 0 0,-1 1 0 0 0,0 0 0 0 0,1 0-1 0 0,-1 0 1 0 0,0 0 0 0 0,1 0 0 0 0,-1 0 0 0 0,0 1 0 0 0,1-1 0 0 0,-1 0 0 0 0,0 1 0 0 0,1-1 0 0 0,-1 1 0 0 0,0-1 0 0 0,0 1 0 0 0,1-1 0 0 0,-1 1 0 0 0,0 0 0 0 0,0 0 0 0 0,0 0-1 0 0,0-1 1 0 0,0 1 0 0 0,0 0 0 0 0,0 0 0 0 0,0 1 0 0 0,-1-1 0 0 0,1 0 0 0 0,0 0 0 0 0,-1 0 0 0 0,1 0 0 0 0,-1 1 0 0 0,1-1 0 0 0,-1 0 0 0 0,1 0 0 0 0,-1 1 0 0 0,0 1 0 0 0,8 27 291 0 0,-2 1 1 0 0,4 55 0 0 0,-7-49-2161 0 0,11 50 0 0 0,-6-67-557 0 0,0-19-1300 0 0,-6-2 3364 0 0,-1-1 1 0 0,0 0-1 0 0,1 0 0 0 0,-1 0 0 0 0,0 1 1 0 0,0-1-1 0 0,0 0 0 0 0,0 0 0 0 0,-1-1 0 0 0,1 1 1 0 0,-1 0-1 0 0,1-3 0 0 0,6-16-1635 0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49:08.44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 4505 0 0,'4'104'5787'0'0,"12"52"-3769"0"0,-15-143-1863 0 0,0-7-314 0 0,4 28-233 0 0,-5-33 193 0 0,0 0 0 0 0,0 1 1 0 0,1-1-1 0 0,-1 0 0 0 0,0 0 1 0 0,1 1-1 0 0,-1-1 0 0 0,1 0 1 0 0,-1 0-1 0 0,1 0 0 0 0,0 0 1 0 0,-1 0-1 0 0,1 0 0 0 0,0 0 1 0 0,0 0-1 0 0,0 0 0 0 0,0 0 1 0 0,0 0-1 0 0,0 0 0 0 0,1 0 1 0 0,-1-1 75 0 0,-1 0 0 0 0,1-1 0 0 0,-1 1 1 0 0,0 0-1 0 0,1-1 0 0 0,-1 1 0 0 0,0 0 1 0 0,0-1-1 0 0,1 1 0 0 0,-1 0 0 0 0,0-1 1 0 0,0 1-1 0 0,1-1 0 0 0,-1 1 0 0 0,0-1 1 0 0,0 1-1 0 0,0 0 0 0 0,0-1 0 0 0,0 1 1 0 0,0-1-1 0 0,0 1 0 0 0,0-1 0 0 0,0 1 1 0 0,0-1-1 0 0,0 1 0 0 0,0-1 0 0 0,0 1 1 0 0,0 0-1 0 0,0-1 0 0 0,0 1 0 0 0,0-1 1 0 0,-1 0-1 0 0,1-1-458 0 0,1-9-1737 0 0</inkml:trace>
  <inkml:trace contextRef="#ctx0" brushRef="#br0" timeOffset="1">38 138 4169 0 0,'2'0'1528'0'0,"1"2"-288"0"0,0-1-175 0 0,3 1-257 0 0,2-2-176 0 0,-1 0-128 0 0,1-2-168 0 0,3 1-120 0 0,-1-4-112 0 0,1 0-56 0 0,1-1-136 0 0,-1-1-232 0 0,1-2-304 0 0,-1-1-384 0 0,-2 1-344 0 0,-2 2-225 0 0,-2-1 9 0 0,10 11-1433 0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49:08.78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4561 0 0,'3'20'1320'0'0,"2"8"-568"0"0,1 5-376 0 0,2-4-207 0 0,-1-5-129 0 0,-1-1-80 0 0,1-3-56 0 0,-3 0-177 0 0,1-5-255 0 0,1-4-440 0 0,0-2-272 0 0,-9-12-713 0 0,7 3 121 0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49:09.16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32 1 4257 0 0,'2'29'1577'0'0,"1"0"1"0"0,2 0-1 0 0,1 0 1 0 0,14 41-1 0 0,-10-39-1240 0 0,-2 0 0 0 0,-1 1 0 0 0,3 41 0 0 0,-9-71-311 0 0,-1 0 0 0 0,0 1 0 0 0,0-1 0 0 0,0 0 0 0 0,0 1 0 0 0,-1-1 0 0 0,1 0 0 0 0,-1 0 0 0 0,1 1 0 0 0,-1-1 0 0 0,0 0 0 0 0,0 0 0 0 0,0 0 0 0 0,0 0 0 0 0,0 0 0 0 0,-2 3 0 0 0,2-4-12 0 0,0 0 0 0 0,0 0 0 0 0,0-1-1 0 0,0 1 1 0 0,0 0 0 0 0,-1 0 0 0 0,1-1 0 0 0,0 1 0 0 0,0-1 0 0 0,-1 1 0 0 0,1-1 0 0 0,0 0 0 0 0,-1 1 0 0 0,1-1-1 0 0,0 0 1 0 0,-1 0 0 0 0,1 0 0 0 0,0 0 0 0 0,-1 0 0 0 0,-1-1 0 0 0,-1 0-30 0 0,1 0 0 0 0,-1 0 0 0 0,1 0-1 0 0,-1 0 1 0 0,1-1 0 0 0,0 0 0 0 0,0 0 0 0 0,0 0 0 0 0,0 0-1 0 0,0 0 1 0 0,0-1 0 0 0,1 1 0 0 0,-1-1 0 0 0,1 1 0 0 0,-1-1 0 0 0,1 0-1 0 0,0 0 1 0 0,0 0 0 0 0,-1-5 0 0 0,1 5-93 0 0,1 0 1 0 0,0 0-1 0 0,0-1 1 0 0,0 1-1 0 0,1 0 1 0 0,-1-1-1 0 0,1 1 1 0 0,0 0-1 0 0,0-1 1 0 0,0 1 0 0 0,1-1-1 0 0,-1 1 1 0 0,1 0-1 0 0,-1-1 1 0 0,1 1-1 0 0,0 0 1 0 0,0 0-1 0 0,1-1 1 0 0,2-4-1 0 0,4-5-882 0 0,0 1-1 0 0,1 0 1 0 0,16-16-1 0 0,-17 20 259 0 0,0-1-1 0 0,0 0 0 0 0,-2 0 0 0 0,1-1 0 0 0,6-12 1 0 0,-7 3-285 0 0,2 2-745 0 0</inkml:trace>
  <inkml:trace contextRef="#ctx0" brushRef="#br0" timeOffset="1">183 25 1984 0 0,'-2'104'6677'0'0,"2"88"-3211"0"0,2-187-4328 0 0,2-13 126 0 0,6-31-385 0 0,9-55 68 0 0,-15 54 996 0 0,-4 27 357 0 0,1 1 0 0 0,1-1 0 0 0,0 1 0 0 0,4-15 0 0 0,-6 27-248 0 0,0 0 0 0 0,0 0 0 0 0,0-1 1 0 0,1 1-1 0 0,-1 0 0 0 0,0 0 0 0 0,0 0 0 0 0,0-1 0 0 0,0 1 0 0 0,0 0 0 0 0,0 0 0 0 0,0 0 1 0 0,0 0-1 0 0,0-1 0 0 0,1 1 0 0 0,-1 0 0 0 0,0 0 0 0 0,0 0 0 0 0,0 0 0 0 0,0-1 0 0 0,0 1 1 0 0,1 0-1 0 0,-1 0 0 0 0,0 0 0 0 0,0 0 0 0 0,0 0 0 0 0,1 0 0 0 0,-1 0 0 0 0,0 0 1 0 0,0 0-1 0 0,0 0 0 0 0,1-1 0 0 0,-1 1 0 0 0,0 0 0 0 0,0 0 0 0 0,0 0 0 0 0,1 0 0 0 0,-1 0 1 0 0,0 1-1 0 0,0-1 0 0 0,0 0 0 0 0,1 0 0 0 0,-1 0 0 0 0,0 0 0 0 0,0 0 0 0 0,0 0 0 0 0,1 0 1 0 0,-1 0-1 0 0,0 0 0 0 0,0 0 0 0 0,0 1 0 0 0,1-1 0 0 0,-1 0 0 0 0,11 15 1353 0 0,6 24-476 0 0,-17-38-880 0 0,4 7-71 0 0,32 75 563 0 0,-32-76-880 0 0,-1-1 0 0 0,1 1 0 0 0,0-1 0 0 0,1 0 0 0 0,0 0 0 0 0,0 0 0 0 0,0-1 0 0 0,1 0 0 0 0,9 7 0 0 0,-15-11 155 0 0,1-1 0 0 0,-1 1 0 0 0,1-1 0 0 0,0 1 0 0 0,-1-1 0 0 0,1 1 0 0 0,0-1 0 0 0,-1 0 0 0 0,1 1 0 0 0,0-1-1 0 0,0 0 1 0 0,-1 1 0 0 0,1-1 0 0 0,0 0 0 0 0,0 0 0 0 0,-1 0 0 0 0,1 0 0 0 0,0 0 0 0 0,0 0 0 0 0,0 0 0 0 0,-1 0 0 0 0,1 0 0 0 0,0 0 0 0 0,0 0 0 0 0,-1-1 0 0 0,1 1 0 0 0,0 0 0 0 0,0-1 0 0 0,-1 1 0 0 0,1 0 0 0 0,0-1 0 0 0,-1 1 0 0 0,1-1 0 0 0,0 1 0 0 0,-1-1 0 0 0,1 1-1 0 0,-1-1 1 0 0,1 1 0 0 0,-1-1 0 0 0,1 0 0 0 0,-1 1 0 0 0,1-2 0 0 0,5-7-2922 0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49:09.51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18 146 5233 0 0,'-18'8'2307'0'0,"25"-23"-1439"0"0,22-23-553 0 0,12-7-106 0 0,0 0-76 0 0,-30 34 488 0 0,-13 15 674 0 0,-21 28-949 0 0,-36 65 1 0 0,53-86-352 0 0,1 1 0 0 0,0 0 0 0 0,1 0 0 0 0,0 0 0 0 0,0 1 0 0 0,2-1 0 0 0,-1 1 0 0 0,2 0 0 0 0,-1 22 0 0 0,2-34 9 0 0,0 1 0 0 0,-1-1 1 0 0,1 0-1 0 0,0 0 0 0 0,1 1 0 0 0,-1-1 1 0 0,0 0-1 0 0,0 0 0 0 0,0 1 0 0 0,1-1 1 0 0,-1 0-1 0 0,1 0 0 0 0,-1 0 0 0 0,1 1 1 0 0,-1-1-1 0 0,1 0 0 0 0,0 0 0 0 0,-1 0 0 0 0,1 0 1 0 0,0 0-1 0 0,0 0 0 0 0,0 0 0 0 0,0-1 1 0 0,0 1-1 0 0,0 0 0 0 0,0 0 0 0 0,0-1 1 0 0,1 2-1 0 0,0-2 21 0 0,1 0-1 0 0,-1 0 1 0 0,0 0 0 0 0,0-1-1 0 0,0 1 1 0 0,0 0 0 0 0,0-1-1 0 0,-1 0 1 0 0,1 1 0 0 0,0-1-1 0 0,0 0 1 0 0,0 0 0 0 0,0 0-1 0 0,-1 0 1 0 0,3-2 0 0 0,7-5 93 0 0,-1 0 1 0 0,0-1 0 0 0,0 0-1 0 0,8-11 1 0 0,-5 4-583 0 0,50-61 1077 0 0,-41 52-3347 0 0,1 1-3623 0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49:09.86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7 159 3377 0 0,'-1'2'132'0'0,"0"-1"0"0"0,0 0-1 0 0,1 0 1 0 0,-1 0 0 0 0,1 0 0 0 0,-1 1 0 0 0,1-1 0 0 0,0 0 0 0 0,-1 0 0 0 0,1 1 0 0 0,0-1 0 0 0,0 0-1 0 0,0 1 1 0 0,0-1 0 0 0,0 0 0 0 0,0 0 0 0 0,0 1 0 0 0,0-1 0 0 0,0 0 0 0 0,1 1 0 0 0,-1-1 0 0 0,0 0 0 0 0,2 2-1 0 0,-1-2-19 0 0,0-1-1 0 0,0 0 0 0 0,0 0 0 0 0,0 1 0 0 0,1-1 1 0 0,-1 0-1 0 0,0 0 0 0 0,0 0 0 0 0,0 0 1 0 0,0-1-1 0 0,0 1 0 0 0,1 0 0 0 0,-1 0 0 0 0,0-1 1 0 0,0 1-1 0 0,0 0 0 0 0,0-1 0 0 0,0 1 0 0 0,0-1 1 0 0,1 0-1 0 0,58-39 2345 0 0,-59 39-2421 0 0,92-81 1577 0 0,-35 25-3328 0 0,-50 49 1068 0 0,-28 25-7727 0 0,7-2 6349 0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49:10.22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0 147 2849 0 0,'16'-9'1109'0'0,"-1"-1"0"0"0,-1 0 1 0 0,1-1-1 0 0,-2-1 0 0 0,0 0 1 0 0,23-27-1 0 0,5-5 1588 0 0,-51 103 23 0 0,-1-18-2541 0 0,6-26-189 0 0,0 1-1 0 0,1-1 1 0 0,1 1 0 0 0,0 0-1 0 0,1 1 1 0 0,1-1-1 0 0,1 0 1 0 0,2 28 0 0 0,-2-43 0 0 0,0 0 0 0 0,0 0 0 0 0,1 0 0 0 0,-1-1 0 0 0,0 1 0 0 0,0 0 0 0 0,1 0 0 0 0,-1-1 0 0 0,1 1 0 0 0,-1 0 1 0 0,1-1-1 0 0,-1 1 0 0 0,1 0 0 0 0,-1-1 0 0 0,1 1 0 0 0,-1-1 0 0 0,1 1 0 0 0,-1-1 0 0 0,1 1 0 0 0,0-1 0 0 0,0 1 0 0 0,-1-1 0 0 0,1 0 0 0 0,0 1 1 0 0,0-1-1 0 0,-1 0 0 0 0,1 0 0 0 0,1 1 0 0 0,24-9-324 0 0,19-25-1330 0 0,-31 18 82 0 0,0 0-1 0 0,0-1 1 0 0,-2-1 0 0 0,0 0 0 0 0,-1-1 0 0 0,9-19-1 0 0,-8 14-524 0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49:11.54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9 141 3873 0 0,'-1'1'193'0'0,"0"0"-1"0"0,0 0 1 0 0,1 0 0 0 0,-1 0 0 0 0,0 0 0 0 0,1 0-1 0 0,-1 1 1 0 0,0-1 0 0 0,1 0 0 0 0,0 0 0 0 0,-1 1-1 0 0,1-1 1 0 0,0 0 0 0 0,-1 0 0 0 0,1 1-1 0 0,0-1 1 0 0,0 0 0 0 0,0 1 0 0 0,0-1 0 0 0,1 0-1 0 0,-1 1 1 0 0,0-1 0 0 0,0 0 0 0 0,1 1 0 0 0,-1-1-1 0 0,1 0 1 0 0,-1 0 0 0 0,1 0 0 0 0,0 1-1 0 0,-1-1 1 0 0,1 0 0 0 0,0 0 0 0 0,0 0 0 0 0,-1 0-1 0 0,1 0 1 0 0,0 0 0 0 0,2 1 0 0 0,-1-1-55 0 0,0 0 1 0 0,0 0 0 0 0,0-1-1 0 0,0 1 1 0 0,0 0 0 0 0,0-1-1 0 0,0 1 1 0 0,0-1-1 0 0,0 0 1 0 0,0 0 0 0 0,0 0-1 0 0,0 0 1 0 0,0 0 0 0 0,0 0-1 0 0,0 0 1 0 0,0-1-1 0 0,0 1 1 0 0,0-1 0 0 0,0 0-1 0 0,0 1 1 0 0,0-1 0 0 0,0 0-1 0 0,-1 0 1 0 0,3-1-1 0 0,5-6-26 0 0,0 1 1 0 0,0-1-1 0 0,-1-1 0 0 0,0 0 0 0 0,0 0 0 0 0,-1 0 0 0 0,0-1 0 0 0,-1 0 0 0 0,0 0 0 0 0,0-1 0 0 0,-1 1 0 0 0,-1-1 0 0 0,4-12 0 0 0,-8 22-97 0 0,0 1 1 0 0,0 0 0 0 0,0 0-1 0 0,0-1 1 0 0,1 1 0 0 0,-1 0-1 0 0,0 0 1 0 0,0-1-1 0 0,0 1 1 0 0,0 0 0 0 0,0 0-1 0 0,0-1 1 0 0,0 1-1 0 0,0 0 1 0 0,0-1 0 0 0,0 1-1 0 0,0 0 1 0 0,0 0 0 0 0,0-1-1 0 0,0 1 1 0 0,0 0-1 0 0,0 0 1 0 0,0-1 0 0 0,-1 1-1 0 0,1 0 1 0 0,0 0 0 0 0,0-1-1 0 0,0 1 1 0 0,0 0-1 0 0,0 0 1 0 0,-1-1 0 0 0,1 1-1 0 0,0 0 1 0 0,0 0-1 0 0,0 0 1 0 0,-1 0 0 0 0,1-1-1 0 0,0 1 1 0 0,0 0 0 0 0,-1 0-1 0 0,1 0 1 0 0,0 0-1 0 0,0 0 1 0 0,-1 0 0 0 0,-14 5 349 0 0,-12 17-141 0 0,17-10-226 0 0,0 1 1 0 0,1 0-1 0 0,1 0 1 0 0,0 1-1 0 0,0 0 0 0 0,2 1 1 0 0,0-1-1 0 0,0 1 0 0 0,2 1 1 0 0,-1-1-1 0 0,2 1 1 0 0,0-1-1 0 0,1 1 0 0 0,1 0 1 0 0,0 0-1 0 0,1 0 0 0 0,1 0 1 0 0,0 0-1 0 0,1 0 1 0 0,1-1-1 0 0,1 1 0 0 0,7 22 1 0 0,-9-35-28 0 0,-1 1 1 0 0,0 0-1 0 0,1-1 1 0 0,0 1 0 0 0,0-1-1 0 0,0 1 1 0 0,0-1-1 0 0,1 0 1 0 0,-1 0 0 0 0,1 0-1 0 0,0 0 1 0 0,0 0-1 0 0,0-1 1 0 0,0 0-1 0 0,0 1 1 0 0,1-1 0 0 0,-1 0-1 0 0,1 0 1 0 0,-1-1-1 0 0,1 1 1 0 0,0-1 0 0 0,0 0-1 0 0,-1 0 1 0 0,1 0-1 0 0,0 0 1 0 0,0-1-1 0 0,0 1 1 0 0,7-1 0 0 0,-5-1-240 0 0,1 0 0 0 0,0-1 0 0 0,-1 0 1 0 0,0 0-1 0 0,1 0 0 0 0,-1-1 0 0 0,0 0 1 0 0,0 0-1 0 0,-1 0 0 0 0,1-1 0 0 0,0 0 1 0 0,-1 0-1 0 0,0 0 0 0 0,0-1 0 0 0,-1 1 1 0 0,7-8-1 0 0,2-7-674 0 0,0 0 1 0 0,-1-1-1 0 0,-1 0 0 0 0,-1-1 1 0 0,-1 0-1 0 0,0-1 0 0 0,6-27 1 0 0,-8 22 697 0 0,-1 0 1 0 0,-2 0-1 0 0,0-1 1 0 0,-2 0-1 0 0,-2-46 1 0 0,-5 51 1057 0 0,5 23-748 0 0,0 0 0 0 0,0-1 0 0 0,0 1 0 0 0,0 0 0 0 0,-1 0 0 0 0,1 0 0 0 0,0-1 0 0 0,0 1 0 0 0,0 0 1 0 0,0 0-1 0 0,0 0 0 0 0,0 0 0 0 0,-1-1 0 0 0,1 1 0 0 0,0 0 0 0 0,0 0 0 0 0,0 0 0 0 0,0 0 0 0 0,-1 0 0 0 0,1-1 0 0 0,0 1 0 0 0,0 0 0 0 0,0 0 0 0 0,-1 0 0 0 0,1 0 0 0 0,0 0 1 0 0,0 0-1 0 0,-1 0 0 0 0,1 0 0 0 0,0 0 0 0 0,0 0 0 0 0,0 0 0 0 0,-1 0 0 0 0,1 0 0 0 0,0 0 0 0 0,0 0 0 0 0,-1 0 0 0 0,1 0 0 0 0,0 0 0 0 0,-1 1 0 0 0,0 0 142 0 0,0 1 0 0 0,0 0-1 0 0,0 0 1 0 0,0-1-1 0 0,0 1 1 0 0,0 0 0 0 0,0 0-1 0 0,0 0 1 0 0,1 0-1 0 0,-1 0 1 0 0,1 0 0 0 0,-1 0-1 0 0,1 1 1 0 0,0-1 0 0 0,0 2-1 0 0,-4 46 65 0 0,3 1 0 0 0,1 0 0 0 0,3-1-1 0 0,2 0 1 0 0,17 71 0 0 0,-22-118-632 0 0,1 0-1 0 0,-1 0 1 0 0,1 0-1 0 0,0 0 0 0 0,0 0 1 0 0,0 0-1 0 0,1 0 1 0 0,-1 0-1 0 0,1-1 1 0 0,0 1-1 0 0,-1 0 1 0 0,1-1-1 0 0,0 0 0 0 0,1 1 1 0 0,-1-1-1 0 0,4 3 1 0 0,-2-11-2486 0 0,-3-3 836 0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49:11.90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9 253 1272 0 0,'-1'-1'216'0'0,"0"0"-1"0"0,0-1 0 0 0,1 1 0 0 0,-1 0 1 0 0,0 0-1 0 0,1 0 0 0 0,-1-1 0 0 0,1 1 1 0 0,-1 0-1 0 0,1 0 0 0 0,-1-1 0 0 0,1 1 1 0 0,0 0-1 0 0,0-1 0 0 0,0 1 0 0 0,0-1 1 0 0,0 1-1 0 0,0 0 0 0 0,0-1 1 0 0,0 1-1 0 0,0 0 0 0 0,1-1 0 0 0,-1 1 1 0 0,1 0-1 0 0,-1-1 0 0 0,1 1 0 0 0,-1 0 1 0 0,1 0-1 0 0,0 0 0 0 0,-1-1 0 0 0,1 1 1 0 0,2-1-1 0 0,35-52 1584 0 0,-25 37-865 0 0,78-122 3699 0 0,-89 147-4097 0 0,0 0 0 0 0,-1 0 0 0 0,1 0 0 0 0,-2 0 1 0 0,1 10-1 0 0,-1-15-526 0 0,8 229 1358 0 0,-5-203-1972 0 0,1 1 1 0 0,2-1 0 0 0,1-1-1 0 0,1 1 1 0 0,21 48 0 0 0,-28-74 172 0 0,0 0-1 0 0,1-1 1 0 0,-1 1 0 0 0,0-1 0 0 0,1 0-1 0 0,0 0 1 0 0,0 1 0 0 0,0-1-1 0 0,0 0 1 0 0,0 0 0 0 0,0-1 0 0 0,4 4-1 0 0,-6-5 236 0 0,1 0 0 0 0,0 0 0 0 0,0 0-1 0 0,0 0 1 0 0,0 0 0 0 0,0 0-1 0 0,0 0 1 0 0,-1 0 0 0 0,1 0 0 0 0,0 0-1 0 0,0 0 1 0 0,0-1 0 0 0,0 1 0 0 0,0 0-1 0 0,-1 0 1 0 0,1-1 0 0 0,0 1-1 0 0,0-1 1 0 0,-1 1 0 0 0,1-1 0 0 0,0 1-1 0 0,-1-1 1 0 0,1 1 0 0 0,0-1 0 0 0,-1 0-1 0 0,1 1 1 0 0,-1-1 0 0 0,1 0 0 0 0,-1 1-1 0 0,1-1 1 0 0,-1 0 0 0 0,1 0-1 0 0,-1 0 1 0 0,0 1 0 0 0,0-1 0 0 0,1 0-1 0 0,-1 0 1 0 0,0 0 0 0 0,0 0 0 0 0,0-1-1 0 0,7-13-2194 0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49:12.31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5361 0 0,'10'29'7539'0'0,"-5"31"-5716"0"0,-4-51-1184 0 0,0 37-173 0 0,6 52-363 0 0,-6-89-1515 0 0,1 0 0 0 0,0 0 1 0 0,1-1-1 0 0,6 16 1 0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49:12.68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4 255 5313 0 0,'-3'6'3926'0'0,"12"-9"-2254"0"0,16-13-459 0 0,136-146 715 0 0,-161 161-1923 0 0,0 1-1 0 0,1-1 1 0 0,-1 1 0 0 0,0-1-1 0 0,1 0 1 0 0,-1 1-1 0 0,1-1 1 0 0,-1 1-1 0 0,1-1 1 0 0,-1 1-1 0 0,1 0 1 0 0,-1-1-1 0 0,1 1 1 0 0,-1-1 0 0 0,1 1-1 0 0,0 0 1 0 0,-1 0-1 0 0,1-1 1 0 0,-1 1-1 0 0,1 0 1 0 0,0 0-1 0 0,-1 0 1 0 0,1-1-1 0 0,0 1 1 0 0,-1 0 0 0 0,1 0-1 0 0,0 0 1 0 0,-1 0-1 0 0,1 0 1 0 0,0 1-1 0 0,-1-1 1 0 0,1 0-1 0 0,0 0 1 0 0,-1 0 0 0 0,1 0-1 0 0,0 1 1 0 0,0 0-1 0 0,0 1 7 0 0,0 0 0 0 0,-1 0 0 0 0,1 0 0 0 0,-1 0 0 0 0,0 0 0 0 0,1 0 0 0 0,-1 0 0 0 0,0 0 0 0 0,0 0 0 0 0,-1 0 0 0 0,1 0-1 0 0,-1 2 1 0 0,-14 64 150 0 0,-8-3-128 0 0,12-36-91 0 0,0 1 1 0 0,2 0-1 0 0,1 0 0 0 0,2 1 1 0 0,-4 50-1 0 0,9-79 49 0 0,1 0 0 0 0,0 0 0 0 0,0 0 0 0 0,0 0-1 0 0,0 0 1 0 0,0-1 0 0 0,0 1 0 0 0,0 0 0 0 0,1 0 0 0 0,-1 0 0 0 0,1-1-1 0 0,-1 1 1 0 0,1 0 0 0 0,0 0 0 0 0,0-1 0 0 0,0 1 0 0 0,0-1 0 0 0,0 1 0 0 0,0-1-1 0 0,0 1 1 0 0,0-1 0 0 0,1 1 0 0 0,-1-1 0 0 0,3 2 0 0 0,-2-3 20 0 0,0 1 0 0 0,0-1 0 0 0,0 0 0 0 0,0 0 1 0 0,0 0-1 0 0,0 0 0 0 0,0 0 0 0 0,0 0 0 0 0,1 0 0 0 0,-1-1 1 0 0,0 1-1 0 0,0-1 0 0 0,0 0 0 0 0,0 1 0 0 0,-1-1 1 0 0,1 0-1 0 0,3-2 0 0 0,5-4 83 0 0,0 1 1 0 0,-1-1-1 0 0,0-1 0 0 0,0 1 1 0 0,-1-2-1 0 0,12-13 1 0 0,-14 12-9 0 0,0-1 1 0 0,0 1-1 0 0,-1-1 1 0 0,-1 1 0 0 0,1-1-1 0 0,-2-1 1 0 0,5-21 0 0 0,-8 31-69 0 0,1-1 1 0 0,-1 1 0 0 0,0-1 0 0 0,0 0 0 0 0,0 1 0 0 0,0-1 0 0 0,-1 1 0 0 0,1-1 0 0 0,0 1-1 0 0,-1-1 1 0 0,0 1 0 0 0,0-1 0 0 0,0 1 0 0 0,0 0 0 0 0,0-1 0 0 0,0 1 0 0 0,-2-3 0 0 0,1 4-10 0 0,0-1 0 0 0,0 1 0 0 0,0 0 0 0 0,-1-1 0 0 0,1 1 0 0 0,0 0 0 0 0,0 0 1 0 0,-1 0-1 0 0,1 1 0 0 0,0-1 0 0 0,-1 0 0 0 0,1 1 0 0 0,-1 0 0 0 0,1 0 0 0 0,-1-1 0 0 0,1 1 1 0 0,-1 1-1 0 0,1-1 0 0 0,-1 0 0 0 0,1 1 0 0 0,-5 0 0 0 0,-4 3-279 0 0,0 0 1 0 0,-1 0-1 0 0,2 1 1 0 0,-1 0-1 0 0,-18 13 0 0 0,9-5-3221 0 0,26-29-5519 0 0,15 9 7743 0 0</inkml:trace>
  <inkml:trace contextRef="#ctx0" brushRef="#br0" timeOffset="1">316 34 976 0 0,'2'-3'493'0'0,"-1"0"-1"0"0,1 0 0 0 0,0 0 1 0 0,0 0-1 0 0,0 1 1 0 0,0-1-1 0 0,1 1 0 0 0,-1-1 1 0 0,0 1-1 0 0,1 0 1 0 0,4-3-1 0 0,-7 5-363 0 0,0 0 1 0 0,1 0 0 0 0,-1 0-1 0 0,1 0 1 0 0,-1 0-1 0 0,1 0 1 0 0,-1 0-1 0 0,0 0 1 0 0,1 1-1 0 0,-1-1 1 0 0,1 0-1 0 0,-1 0 1 0 0,0 0-1 0 0,1 0 1 0 0,-1 0 0 0 0,1 1-1 0 0,-1-1 1 0 0,0 0-1 0 0,1 0 1 0 0,-1 1-1 0 0,0-1 1 0 0,1 0-1 0 0,-1 1 1 0 0,0-1-1 0 0,0 0 1 0 0,1 1 0 0 0,-1-1-1 0 0,0 0 1 0 0,1 1-1 0 0,7 26 1877 0 0,0 18-503 0 0,1 77-1 0 0,-7-77-2018 0 0,13 78 1 0 0,-15-121 189 0 0,1 0 0 0 0,-1 0 0 0 0,1 0 0 0 0,-1 0 0 0 0,1 0-1 0 0,0 0 1 0 0,0 0 0 0 0,0 0 0 0 0,0 0 0 0 0,0-1 0 0 0,1 1 0 0 0,1 2 0 0 0,3-6-4033 0 0,-2-16 1673 0 0,-4 3 1462 0 0,1-1-515 0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49:13.05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66 92 3321 0 0,'2'0'423'0'0,"0"1"0"0"0,0-1 1 0 0,-1 1-1 0 0,1-1 0 0 0,0 0 1 0 0,0 0-1 0 0,0 0 0 0 0,0 0 1 0 0,0 0-1 0 0,0 0 0 0 0,-1-1 1 0 0,1 1-1 0 0,0-1 1 0 0,3 0-1 0 0,36-19 990 0 0,-35 16-2158 0 0,1-1 0 0 0,-1 0 1 0 0,0 1-1 0 0,0-2 0 0 0,-1 1 0 0 0,1-1 0 0 0,-1 0 0 0 0,0 0 0 0 0,7-12 0 0 0,-9 12-1970 0 0</inkml:trace>
  <inkml:trace contextRef="#ctx0" brushRef="#br0" timeOffset="1">1 319 2377 0 0,'-1'14'533'0'0,"2"1"1"0"0,-1-1-1 0 0,2 1 1 0 0,0-1-1 0 0,1 1 1 0 0,5 16-1 0 0,-7-28-417 0 0,0-1 0 0 0,1 1-1 0 0,-1-1 1 0 0,0 1 0 0 0,1-1-1 0 0,-1 1 1 0 0,1-1 0 0 0,0 0-1 0 0,0 0 1 0 0,0 1-1 0 0,0-1 1 0 0,0-1 0 0 0,0 1-1 0 0,0 0 1 0 0,1 0 0 0 0,-1-1-1 0 0,1 0 1 0 0,-1 1 0 0 0,1-1-1 0 0,-1 0 1 0 0,1 0-1 0 0,0 0 1 0 0,0-1 0 0 0,-1 1-1 0 0,1-1 1 0 0,0 1 0 0 0,0-1-1 0 0,0 0 1 0 0,0 0 0 0 0,-1 0-1 0 0,1-1 1 0 0,0 1-1 0 0,0 0 1 0 0,0-1 0 0 0,-1 0-1 0 0,1 0 1 0 0,0 0 0 0 0,-1 0-1 0 0,6-3 1 0 0,2-1 50 0 0,1 0 0 0 0,-1-1 0 0 0,0 0 0 0 0,-1-1 0 0 0,1 0 0 0 0,-1-1 0 0 0,-1 0 0 0 0,0 0 0 0 0,8-10 0 0 0,-6 5-913 0 0,0 0 0 0 0,-1 0 0 0 0,9-19 0 0 0,-17 29 380 0 0,0 1 1 0 0,0 0-1 0 0,-1-1 1 0 0,1 1-1 0 0,-1-1 1 0 0,1 1 0 0 0,-1-1-1 0 0,0 0 1 0 0,0 1-1 0 0,0-1 1 0 0,0 1-1 0 0,-1-1 1 0 0,1 1-1 0 0,-2-5 1 0 0,1 5 115 0 0,-1-7-2554 0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49:13.55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1 133 3265 0 0,'0'-3'389'0'0,"1"0"0"0"0,0-1 0 0 0,0 1 1 0 0,0 0-1 0 0,1-1 0 0 0,-1 1 0 0 0,1 0 0 0 0,-1 0 1 0 0,1 0-1 0 0,0 0 0 0 0,0 0 0 0 0,1 1 1 0 0,-1-1-1 0 0,0 1 0 0 0,5-4 0 0 0,45-34 976 0 0,-46 35-1004 0 0,1 0-242 0 0,0 0 0 0 0,1 0 0 0 0,0 1 0 0 0,0 0 0 0 0,0 1 0 0 0,14-5 0 0 0,-20 7-87 0 0,0 1 0 0 0,0-1 0 0 0,0 1 0 0 0,0 0 0 0 0,-1 0-1 0 0,1 0 1 0 0,0 0 0 0 0,0 0 0 0 0,0 0 0 0 0,0 1 0 0 0,-1-1 0 0 0,1 1 0 0 0,0-1 0 0 0,0 1-1 0 0,-1-1 1 0 0,1 1 0 0 0,0 0 0 0 0,-1 0 0 0 0,1 0 0 0 0,-1 0 0 0 0,1 0 0 0 0,-1 0 0 0 0,1 1-1 0 0,-1-1 1 0 0,0 0 0 0 0,0 1 0 0 0,1-1 0 0 0,-1 1 0 0 0,0-1 0 0 0,0 1 0 0 0,-1 0 0 0 0,1-1-1 0 0,0 1 1 0 0,0 0 0 0 0,-1-1 0 0 0,1 1 0 0 0,-1 0 0 0 0,1 3 0 0 0,1 8 45 0 0,0 1 0 0 0,-1-1 1 0 0,0 1-1 0 0,-1-1 0 0 0,-1 1 1 0 0,0 0-1 0 0,-1-1 0 0 0,0 1 1 0 0,-1-1-1 0 0,-8 23 0 0 0,-9 15-397 0 0,-33 65 1 0 0,36-80-80 0 0,1-11-581 0 0,10-24-60 0 0,5-16 378 0 0,3-1 594 0 0,1 0 1 0 0,0 0 0 0 0,11-28-1 0 0,-13 39 209 0 0,1 0-1 0 0,1-1 1 0 0,-1 1-1 0 0,1 0 1 0 0,0 0-1 0 0,0 1 1 0 0,0-1-1 0 0,0 1 1 0 0,1-1-1 0 0,0 1 1 0 0,0 0-1 0 0,0 0 1 0 0,0 1-1 0 0,8-6 1 0 0,-10 9-44 0 0,1-1-1 0 0,-1 0 1 0 0,0 1 0 0 0,0 0 0 0 0,0-1 0 0 0,0 1 0 0 0,0 0 0 0 0,0 0 0 0 0,1 0 0 0 0,-1 0 0 0 0,0 1 0 0 0,0-1-1 0 0,0 1 1 0 0,0-1 0 0 0,0 1 0 0 0,0 0 0 0 0,0-1 0 0 0,0 1 0 0 0,0 0 0 0 0,0 1 0 0 0,0-1 0 0 0,0 0 0 0 0,-1 0-1 0 0,1 1 1 0 0,-1-1 0 0 0,1 1 0 0 0,-1-1 0 0 0,1 1 0 0 0,1 3 0 0 0,6 7 74 0 0,0 1 0 0 0,0 0 1 0 0,7 17-1 0 0,-3-7-412 0 0,11 4-2744 0 0,-23-26 2782 0 0,0-1 1 0 0,-1 0 0 0 0,1 1 0 0 0,0-1-1 0 0,0 0 1 0 0,-1 1 0 0 0,1-1 0 0 0,0 0-1 0 0,0 0 1 0 0,-1 0 0 0 0,1 0 0 0 0,0 0-1 0 0,0 0 1 0 0,0 0 0 0 0,-1 0 0 0 0,1 0-1 0 0,0 0 1 0 0,0 0 0 0 0,-1 0 0 0 0,1 0-1 0 0,0-1 1 0 0,0 1 0 0 0,-1 0 0 0 0,1-1-1 0 0,0 1 1 0 0,-1 0 0 0 0,1-1 0 0 0,0 1-1 0 0,-1-1 1 0 0,1 1 0 0 0,-1-1 0 0 0,1 1-1 0 0,-1-1 1 0 0,1 0 0 0 0,-1 1 0 0 0,1-1-1 0 0,-1 0 1 0 0,1 1 0 0 0,-1-1 0 0 0,0 0-1 0 0,1-1 1 0 0,5-7-2916 0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49:13.91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1 214 3209 0 0,'33'-30'6511'0'0,"13"-18"-4578"0"0,-7 5-1331 0 0,48-38 0 0 0,-86 80-525 0 0,0 0 0 0 0,0 0 0 0 0,0 0 0 0 0,0 0-1 0 0,0 0 1 0 0,0 0 0 0 0,1 0 0 0 0,-1 1 0 0 0,0-1 0 0 0,1 1-1 0 0,-1-1 1 0 0,0 1 0 0 0,1-1 0 0 0,-1 1 0 0 0,1 0-1 0 0,-1-1 1 0 0,1 1 0 0 0,-1 0 0 0 0,0 0 0 0 0,3 0-1 0 0,-3 1-11 0 0,0 0 0 0 0,0-1 0 0 0,-1 1 0 0 0,1 0 0 0 0,0-1 0 0 0,-1 1 0 0 0,1 0 0 0 0,0 0 0 0 0,-1 0 0 0 0,1 0 0 0 0,-1-1 0 0 0,1 1 0 0 0,-1 0 0 0 0,0 0 0 0 0,1 0 0 0 0,-1 0 0 0 0,0 0 0 0 0,0 0 0 0 0,0 0 0 0 0,0 0 0 0 0,0 0 0 0 0,0 1 0 0 0,0 13 426 0 0,-1-1 1 0 0,0 0-1 0 0,-5 19 1 0 0,3-15-320 0 0,-10 56 492 0 0,8-53-862 0 0,1 0 1 0 0,0 0 0 0 0,2 0 0 0 0,0 0 0 0 0,2 0-1 0 0,0 0 1 0 0,4 24 0 0 0,-4-45 62 0 0,0 1-1 0 0,0-1 1 0 0,0 1 0 0 0,0 0-1 0 0,0-1 1 0 0,0 1 0 0 0,0 0-1 0 0,1-1 1 0 0,-1 1 0 0 0,0-1-1 0 0,0 1 1 0 0,0-1 0 0 0,1 1 0 0 0,-1 0-1 0 0,0-1 1 0 0,1 1 0 0 0,-1-1-1 0 0,0 1 1 0 0,1-1 0 0 0,-1 1-1 0 0,1-1 1 0 0,-1 0 0 0 0,0 1-1 0 0,1-1 1 0 0,-1 1 0 0 0,1-1-1 0 0,0 0 1 0 0,-1 0 0 0 0,1 1-1 0 0,-1-1 1 0 0,1 0 0 0 0,-1 0-1 0 0,1 0 1 0 0,0 1 0 0 0,-1-1 0 0 0,1 0-1 0 0,-1 0 1 0 0,1 0 0 0 0,0 0-1 0 0,-1 0 1 0 0,1 0 0 0 0,0 0-1 0 0,-1 0 1 0 0,1-1 0 0 0,-1 1-1 0 0,1 0 1 0 0,-1 0 0 0 0,1 0-1 0 0,0-1 1 0 0,-1 1 0 0 0,1 0-1 0 0,-1-1 1 0 0,1 1 0 0 0,-1 0-1 0 0,1-1 1 0 0,-1 1 0 0 0,1-1-1 0 0,23-28-6095 0 0,-18 17 3842 0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49:14.28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114 1 3113 0 0,'-18'28'1246'0'0,"1"1"0"0"0,-23 52 1 0 0,36-71-1044 0 0,0 1 0 0 0,1-1 0 0 0,-1 0 0 0 0,2 1 0 0 0,0 0 1 0 0,0 0-1 0 0,1-1 0 0 0,0 1 0 0 0,1 0 0 0 0,0 0 0 0 0,1 0 1 0 0,2 13-1 0 0,-3-22-140 0 0,1 0-1 0 0,-1-1 1 0 0,1 1 0 0 0,-1 0 0 0 0,1-1 0 0 0,-1 1-1 0 0,1 0 1 0 0,0-1 0 0 0,0 1 0 0 0,0-1 0 0 0,0 1-1 0 0,0-1 1 0 0,0 0 0 0 0,0 1 0 0 0,1-1 0 0 0,-1 0-1 0 0,0 0 1 0 0,1 0 0 0 0,-1 0 0 0 0,1 0 0 0 0,-1 0 0 0 0,1 0-1 0 0,-1 0 1 0 0,4 0 0 0 0,-2-1 54 0 0,-1 0 0 0 0,1 0 0 0 0,0 0 0 0 0,0 0 0 0 0,0 0 1 0 0,-1-1-1 0 0,1 0 0 0 0,0 1 0 0 0,-1-1 0 0 0,1 0 0 0 0,-1 0 0 0 0,1-1 0 0 0,-1 1 0 0 0,3-2 0 0 0,7-5 349 0 0,-1 0-1 0 0,-1-1 0 0 0,1 0 1 0 0,-1-1-1 0 0,9-11 0 0 0,-9 8-129 0 0,-1 0 0 0 0,-1 0 0 0 0,0 0-1 0 0,9-22 1 0 0,-15 31-272 0 0,0-1 1 0 0,0 0-1 0 0,0 0 0 0 0,-1 0 0 0 0,1 0 0 0 0,-1 0 0 0 0,0 0 1 0 0,-1 0-1 0 0,0 0 0 0 0,1 0 0 0 0,-2 0 0 0 0,1 0 0 0 0,0 0 1 0 0,-1-1-1 0 0,0 1 0 0 0,0 0 0 0 0,-3-7 0 0 0,3 10-30 0 0,0 0-1 0 0,0 0 1 0 0,-1 1-1 0 0,1-1 1 0 0,0 0-1 0 0,-1 0 1 0 0,1 1-1 0 0,-1-1 1 0 0,1 1-1 0 0,-1-1 1 0 0,0 1-1 0 0,1 0 1 0 0,-1 0-1 0 0,0 0 1 0 0,0 0-1 0 0,0 0 1 0 0,0 0-1 0 0,0 0 1 0 0,0 1-1 0 0,0-1 1 0 0,0 1-1 0 0,-4-1 1 0 0,1 1-73 0 0,1 0 1 0 0,-1 1-1 0 0,1-1 1 0 0,-1 1-1 0 0,1 0 0 0 0,0 1 1 0 0,-1-1-1 0 0,1 1 1 0 0,0-1-1 0 0,-6 5 0 0 0,-5 3-971 0 0,0 1-1 0 0,0 1 0 0 0,1 1 0 0 0,-16 16 1 0 0,22-20-272 0 0,-10 11-1898 0 0,8-14-2159 0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49:14.68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42 0 8106 0 0,'-1'1'259'0'0,"0"0"1"0"0,0-1-1 0 0,-1 1 1 0 0,1 0-1 0 0,0 0 1 0 0,0 0-1 0 0,0 0 1 0 0,0 0-1 0 0,1 0 1 0 0,-1 1-1 0 0,0-1 0 0 0,0 0 1 0 0,1 0-1 0 0,-1 0 1 0 0,0 1-1 0 0,1-1 1 0 0,0 0-1 0 0,-1 1 1 0 0,1 1-1 0 0,-9 29 834 0 0,3-4-351 0 0,2 1 0 0 0,0 0 0 0 0,2 35 0 0 0,9 13-1469 0 0,-4-64-343 0 0,0-1 0 0 0,0 0 0 0 0,10 21 0 0 0,-3-18-2419 0 0,-10-15 3383 0 0,0 1 0 0 0,0-1-1 0 0,0 0 1 0 0,1 0 0 0 0,-1 0 0 0 0,0 0-1 0 0,0 1 1 0 0,0-1 0 0 0,1 0-1 0 0,-1 0 1 0 0,0 0 0 0 0,0 0 0 0 0,1 0-1 0 0,-1 0 1 0 0,0 0 0 0 0,0 1-1 0 0,1-1 1 0 0,-1 0 0 0 0,0 0 0 0 0,1 0-1 0 0,-1 0 1 0 0,0 0 0 0 0,0 0-1 0 0,1 0 1 0 0,-1-1 0 0 0,0 1 0 0 0,0 0-1 0 0,1 0 1 0 0,-1 0 0 0 0,0 0-1 0 0,0 0 1 0 0,1 0 0 0 0,-1 0 0 0 0,0 0-1 0 0,0-1 1 0 0,0 1 0 0 0,1 0-1 0 0,-1 0 1 0 0,0 0 0 0 0,0 0 0 0 0,0-1-1 0 0,1 1 1 0 0,-1 0 0 0 0,0 0 0 0 0,0-1-1 0 0,0 1 1 0 0,0 0 0 0 0,0 0-1 0 0,0-1 1 0 0,6-5-2648 0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49:15.03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132 0 6657 0 0,'1'55'4637'0'0,"-7"145"1740"0"0,4-178-6424 0 0,-1 0-1 0 0,-2 0 1 0 0,0 0 0 0 0,-1 0-1 0 0,-1-1 1 0 0,-16 36 0 0 0,22-56 8 0 0,1 1 1 0 0,-1-1 0 0 0,0 1-1 0 0,1-1 1 0 0,-1 1 0 0 0,0-1-1 0 0,0 1 1 0 0,0-1-1 0 0,0 1 1 0 0,0-1 0 0 0,0 0-1 0 0,-1 0 1 0 0,1 0 0 0 0,0 0-1 0 0,-1 0 1 0 0,1 0 0 0 0,0 0-1 0 0,-1 0 1 0 0,1 0 0 0 0,-1 0-1 0 0,1-1 1 0 0,-1 1-1 0 0,0-1 1 0 0,1 1 0 0 0,-1-1-1 0 0,0 0 1 0 0,1 0 0 0 0,-1 0-1 0 0,0 1 1 0 0,1-1 0 0 0,-1-1-1 0 0,0 1 1 0 0,1 0 0 0 0,-1 0-1 0 0,0-1 1 0 0,1 1-1 0 0,-3-1 1 0 0,2-1 35 0 0,0 1 1 0 0,1-1-1 0 0,-1 0 0 0 0,0 1 0 0 0,1-1 0 0 0,-1 0 1 0 0,1 0-1 0 0,0 0 0 0 0,-1 0 0 0 0,1 0 1 0 0,0 0-1 0 0,0-1 0 0 0,1 1 0 0 0,-1 0 1 0 0,0 0-1 0 0,1-1 0 0 0,-1 1 0 0 0,1 0 1 0 0,0-1-1 0 0,0 1 0 0 0,0 0 0 0 0,0-1 0 0 0,0 1 1 0 0,0 0-1 0 0,1-1 0 0 0,0-3 0 0 0,1-2 104 0 0,1 0 1 0 0,0 1-1 0 0,0-1 0 0 0,0 1 0 0 0,1 0 0 0 0,0 0 0 0 0,1 0 0 0 0,0 0 0 0 0,0 1 1 0 0,0 0-1 0 0,0 0 0 0 0,1 0 0 0 0,0 1 0 0 0,1-1 0 0 0,-1 1 0 0 0,1 1 0 0 0,0 0 0 0 0,0 0 1 0 0,0 0-1 0 0,0 1 0 0 0,1-1 0 0 0,0 2 0 0 0,-1-1 0 0 0,1 1 0 0 0,0 1 0 0 0,0-1 1 0 0,14 0-1 0 0,-20 2-70 0 0,0 0 0 0 0,0 0 0 0 0,1 0 1 0 0,-1 0-1 0 0,0 0 0 0 0,0 0 0 0 0,0 0 1 0 0,0 1-1 0 0,0-1 0 0 0,0 1 0 0 0,1 0 0 0 0,-1-1 1 0 0,0 1-1 0 0,-1 0 0 0 0,1 0 0 0 0,0 0 1 0 0,0 1-1 0 0,0-1 0 0 0,0 0 0 0 0,-1 1 1 0 0,1-1-1 0 0,-1 1 0 0 0,1-1 0 0 0,-1 1 1 0 0,2 2-1 0 0,-2 0 11 0 0,1 0 1 0 0,-1 0-1 0 0,0 0 1 0 0,0 0 0 0 0,0 1-1 0 0,-1-1 1 0 0,1 0-1 0 0,-1 0 1 0 0,0 0-1 0 0,-1 0 1 0 0,1 1-1 0 0,-2 4 1 0 0,-3 13-31 0 0,-1 0 1 0 0,0 0-1 0 0,-17 33 1 0 0,23-54-17 0 0,-30 58-304 0 0,21-44 146 0 0,0 1 0 0 0,1 0-1 0 0,1 1 1 0 0,1-1 0 0 0,-9 35 0 0 0,15-50 151 0 0,0 0-1 0 0,0 0 1 0 0,-1 0-1 0 0,1 0 1 0 0,0 0-1 0 0,0 0 1 0 0,0 0-1 0 0,0 0 1 0 0,0 1-1 0 0,0-1 1 0 0,1 0-1 0 0,-1 0 1 0 0,0 0-1 0 0,0 0 1 0 0,1 0-1 0 0,-1 0 1 0 0,1 0-1 0 0,-1 0 1 0 0,1 0-1 0 0,-1 0 1 0 0,1 0-1 0 0,0-1 1 0 0,-1 1-1 0 0,1 0 1 0 0,0 0-1 0 0,0-1 1 0 0,-1 1-1 0 0,1 0 1 0 0,1 0-1 0 0,1 0 49 0 0,-1 0 0 0 0,0-1-1 0 0,1 0 1 0 0,-1 1 0 0 0,1-1 0 0 0,-1 0-1 0 0,1 0 1 0 0,-1 0 0 0 0,0-1 0 0 0,1 1-1 0 0,-1 0 1 0 0,4-2 0 0 0,9-3 424 0 0,0-1 1 0 0,28-14-1 0 0,-41 19-439 0 0,68-41 693 0 0,90-71-1 0 0,-137 96-765 0 0,-10 7-644 0 0,0 0 0 0 0,0-1 0 0 0,14-16 0 0 0,-24 23-450 0 0,1-1-1 0 0,-1 1 1 0 0,0-1-1 0 0,0 0 1 0 0,-1 0-1 0 0,1 0 1 0 0,-1 0-1 0 0,2-8 1 0 0,-1-3-4659 0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49:21.31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66 34 1976 0 0,'-1'-2'370'0'0,"0"0"-1"0"0,0 0 0 0 0,0 0 0 0 0,0 0 0 0 0,0 0 0 0 0,0 0 1 0 0,-1 1-1 0 0,1-1 0 0 0,-1 1 0 0 0,1-1 0 0 0,-1 1 0 0 0,1-1 0 0 0,-1 1 1 0 0,0 0-1 0 0,-2-2 0 0 0,3 3-236 0 0,0 0 1 0 0,0 0-1 0 0,0 0 0 0 0,0 0 0 0 0,0 0 1 0 0,1 0-1 0 0,-1 0 0 0 0,0 0 1 0 0,0 0-1 0 0,0 0 0 0 0,0 0 0 0 0,0 0 1 0 0,1 1-1 0 0,-1-1 0 0 0,0 0 1 0 0,0 1-1 0 0,1-1 0 0 0,-1 1 1 0 0,0-1-1 0 0,0 1 0 0 0,1-1 0 0 0,-1 1 1 0 0,0-1-1 0 0,1 1 0 0 0,-2 1 1 0 0,0 1 5 0 0,0 1 0 0 0,-1 0 0 0 0,1-1 0 0 0,0 1 1 0 0,1 0-1 0 0,-1 0 0 0 0,1 0 0 0 0,0 0 0 0 0,0 1 1 0 0,0-1-1 0 0,0 0 0 0 0,1 0 0 0 0,0 8 1 0 0,1 7-77 0 0,1-1 0 0 0,1 1 0 0 0,1-1 0 0 0,1 1 0 0 0,8 20 0 0 0,-10-29-52 0 0,1-1 0 0 0,0 1-1 0 0,1-1 1 0 0,0 0 0 0 0,0-1 0 0 0,1 1 0 0 0,0-1-1 0 0,1 0 1 0 0,0 0 0 0 0,0-1 0 0 0,9 7 0 0 0,-15-12-9 0 0,1-1 1 0 0,0 0 0 0 0,-1 0-1 0 0,1 0 1 0 0,0 0 0 0 0,0 0 0 0 0,0 0-1 0 0,0 0 1 0 0,0 0 0 0 0,0-1-1 0 0,0 1 1 0 0,0-1 0 0 0,0 0 0 0 0,0 1-1 0 0,0-1 1 0 0,0 0 0 0 0,0 0-1 0 0,0 0 1 0 0,0 0 0 0 0,1-1-1 0 0,-1 1 1 0 0,0-1 0 0 0,0 1 0 0 0,0-1-1 0 0,2-1 1 0 0,-1 0 13 0 0,0 0 0 0 0,0-1 0 0 0,0 1 0 0 0,0-1-1 0 0,-1 0 1 0 0,1 0 0 0 0,-1 0 0 0 0,0 0 0 0 0,0 0 0 0 0,0-1 0 0 0,0 1 0 0 0,2-7 0 0 0,1-5 71 0 0,0 0 0 0 0,-2 0 0 0 0,1-1-1 0 0,-2 1 1 0 0,2-29 0 0 0,-5 33-20 0 0,1 0 0 0 0,-2 0 0 0 0,1 1 0 0 0,-2-1 0 0 0,1 1 0 0 0,-1-1 0 0 0,-1 1 0 0 0,-5-10 0 0 0,8 16-202 0 0,-1 1 1 0 0,1-1-1 0 0,-1 1 0 0 0,0 0 0 0 0,0 0 0 0 0,-1 0 0 0 0,1 0 0 0 0,0 0 0 0 0,-1 0 0 0 0,0 1 0 0 0,0-1 0 0 0,0 1 0 0 0,0 0 0 0 0,0 0 0 0 0,0 0 0 0 0,-1 0 0 0 0,1 0 0 0 0,0 1 0 0 0,-1-1 0 0 0,0 1 0 0 0,1 0 1 0 0,-1 0-1 0 0,0 1 0 0 0,1-1 0 0 0,-1 1 0 0 0,-5 0 0 0 0,-26 9-7264 0 0,29-5 4314 0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49:21.66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5 182 3113 0 0,'-1'0'211'0'0,"1"1"0"0"0,0-1 0 0 0,-1 1 0 0 0,1 0 0 0 0,-1-1 0 0 0,1 1 0 0 0,0 0 0 0 0,0 0 0 0 0,-1-1 0 0 0,1 1 0 0 0,0 0 0 0 0,0 0 0 0 0,0-1 1 0 0,0 1-1 0 0,0 0 0 0 0,0 0 0 0 0,0-1 0 0 0,0 1 0 0 0,0 0 0 0 0,0 0 0 0 0,0-1 0 0 0,1 1 0 0 0,-1 0 0 0 0,0-1 0 0 0,0 1 0 0 0,1 0 0 0 0,-1-1 0 0 0,0 1 0 0 0,1 0 1 0 0,-1-1-1 0 0,1 1 0 0 0,-1 0 0 0 0,1-1 0 0 0,-1 1 0 0 0,1-1 0 0 0,-1 1 0 0 0,1-1 0 0 0,0 0 0 0 0,-1 1 0 0 0,1-1 0 0 0,0 1 0 0 0,-1-1 0 0 0,2 1 0 0 0,1-1-86 0 0,-1 0 0 0 0,0-1 0 0 0,0 1-1 0 0,0 0 1 0 0,0-1 0 0 0,0 1 0 0 0,0-1 0 0 0,0 1-1 0 0,0-1 1 0 0,0 0 0 0 0,0 0 0 0 0,-1 0 0 0 0,1 0-1 0 0,3-3 1 0 0,92-80-567 0 0,-38 23-3693 0 0,-57 60 3771 0 0,-1-1 0 0 0,1 1 0 0 0,-1-1 0 0 0,0 0 0 0 0,1 0 0 0 0,-1 0 0 0 0,0 0-1 0 0,0 0 1 0 0,-1 0 0 0 0,1 0 0 0 0,0 0 0 0 0,-1 0 0 0 0,1-1 0 0 0,-1 1 0 0 0,1 0 0 0 0,-1 0 0 0 0,0 0 0 0 0,0-1 0 0 0,0 1 0 0 0,-1-4-1 0 0,-1-1-1427 0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49:22.03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 90 2849 0 0,'-5'19'4387'0'0,"13"23"-2336"0"0,-5-25-1112 0 0,35 213 3488 0 0,-29-195-5755 0 0,1 0 1 0 0,18 40-1 0 0,-26-94-9046 0 0</inkml:trace>
  <inkml:trace contextRef="#ctx0" brushRef="#br0" timeOffset="1">148 0 2913 0 0,'-1'1'328'0'0,"0"0"-1"0"0,1 0 1 0 0,-1 0 0 0 0,1 0 0 0 0,-1 0 0 0 0,0 1 0 0 0,1-1 0 0 0,0 0 0 0 0,-1 0 0 0 0,1 0-1 0 0,0 0 1 0 0,-1 1 0 0 0,1-1 0 0 0,0 0 0 0 0,0 0 0 0 0,0 0 0 0 0,0 1 0 0 0,0-1 0 0 0,0 0-1 0 0,1 3 1 0 0,5 31 370 0 0,-5-29-69 0 0,55 225 4739 0 0,15-3-5160 0 0,-63-214-2897 0 0,1-17-4400 0 0,1 1 2879 0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50:59.016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2496 1503 5369 0 0,'-10'8'154'0'0,"-1"1"1"0"0,-1-2-1 0 0,1 0 0 0 0,-1 0 0 0 0,0-1 1 0 0,-1 0-1 0 0,0-1 0 0 0,0-1 0 0 0,0 0 1 0 0,0 0-1 0 0,0-2 0 0 0,-1 1 0 0 0,1-2 1 0 0,-16 0-1 0 0,-54 4 225 0 0,1 3 1 0 0,-150 36-1 0 0,-13 1-172 0 0,201-39-46 0 0,0-3-1 0 0,-1-2 1 0 0,-71-6-1 0 0,-114-20 488 0 0,-310-42-337 0 0,502 61-194 0 0,0-2 1 0 0,0-2-1 0 0,1-1 1 0 0,1-2-1 0 0,0-2 1 0 0,1-1-1 0 0,0-1 1 0 0,-62-44-1 0 0,76 45-117 0 0,2 0-1 0 0,0-1 0 0 0,1-1 0 0 0,1-1 0 0 0,0 0 1 0 0,2-1-1 0 0,0-1 0 0 0,1-1 0 0 0,1 0 0 0 0,2 0 1 0 0,0-1-1 0 0,1-1 0 0 0,1 1 0 0 0,-9-41 0 0 0,12 31-24 0 0,2 1-1 0 0,1-1 0 0 0,1 1 1 0 0,2-1-1 0 0,1 0 0 0 0,2 0 0 0 0,1 1 1 0 0,1 0-1 0 0,2-1 0 0 0,2 2 0 0 0,0-1 1 0 0,2 2-1 0 0,16-31 0 0 0,-1 9-8 0 0,2 2-1 0 0,3 1 1 0 0,1 2-1 0 0,3 1 1 0 0,2 1-1 0 0,66-62 1 0 0,-79 87 36 0 0,1 0 1 0 0,1 2-1 0 0,1 0 0 0 0,0 2 0 0 0,2 1 1 0 0,-1 2-1 0 0,2 0 0 0 0,-1 2 0 0 0,2 2 1 0 0,-1 0-1 0 0,42-5 0 0 0,40-1 98 0 0,206-2 1 0 0,-234 15-97 0 0,30 0 9 0 0,1 5 0 0 0,218 35 0 0 0,-264-24 21 0 0,-2 3 0 0 0,0 3 0 0 0,0 2 0 0 0,-2 4 0 0 0,-1 2 0 0 0,62 39 0 0 0,-50-22 217 0 0,132 105 0 0 0,-187-133-145 0 0,0 2 0 0 0,-2 0 0 0 0,0 1 0 0 0,-1 1 0 0 0,-1 1 0 0 0,-2 0 0 0 0,0 1 0 0 0,-1 1 0 0 0,-1 0 0 0 0,14 39 0 0 0,-22-42 15 0 0,0 0 0 0 0,-2 0 0 0 0,0 1 0 0 0,-2-1 0 0 0,0 1 0 0 0,-1 0 0 0 0,-1-1 0 0 0,-2 1 0 0 0,0-1 0 0 0,-1 0 0 0 0,-1 0 0 0 0,-1 0 0 0 0,-12 30 1 0 0,-10 14 1 0 0,-3-2 1 0 0,-69 107-1 0 0,62-112-92 0 0,-2-2-1 0 0,-3-2 1 0 0,-62 61-1 0 0,68-81-883 0 0,-64 47 0 0 0,65-57-1165 0 0,-1-1 0 0 0,-47 21 1 0 0,36-20-2652 0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51:04.375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1700 967 3737 0 0,'-12'-5'146'0'0,"1"1"0"0"0,-1 0 0 0 0,0 0 0 0 0,0 2 0 0 0,-1-1-1 0 0,1 2 1 0 0,0 0 0 0 0,-1 0 0 0 0,1 1 0 0 0,-1 0 0 0 0,1 1 0 0 0,-1 1 0 0 0,1 0 0 0 0,0 1 0 0 0,0 0 0 0 0,0 1 0 0 0,0 0 0 0 0,1 1 0 0 0,-21 11 0 0 0,7 0-50 0 0,0 1-1 0 0,1 1 1 0 0,1 2 0 0 0,1 0 0 0 0,0 1 0 0 0,2 2 0 0 0,-18 25 0 0 0,-32 43-29 0 0,5 4 1 0 0,3 2-1 0 0,-86 188 0 0 0,-62 261 1270 0 0,31 13 531 0 0,72-216-909 0 0,86-278-896 0 0,-235 809 1746 0 0,222-712-1676 0 0,-16 204 0 0 0,17 168-117 0 0,30-416 14 0 0,5-1 0 0 0,6 0 0 0 0,4 0 0 0 0,6-1 0 0 0,5-1 0 0 0,5-1 0 0 0,57 151 0 0 0,25 62 200 0 0,11 29 171 0 0,-100-307-322 0 0,2-1 0 0 0,2-1 0 0 0,49 69 0 0 0,110 118 134 0 0,-14-19 14 0 0,-62-65-5 0 0,7-5 0 0 0,174 171 0 0 0,13-56-111 0 0,-223-195-79 0 0,-17-18 26 0 0,2-3 0 0 0,2-3-1 0 0,113 51 1 0 0,-59-32-22 0 0,289 125 315 0 0,85-34-49 0 0,10-33-270 0 0,-312-81 32 0 0,361 25-1 0 0,-59-21 52 0 0,-209-14-49 0 0,-48-19-15 0 0,121-20-30 0 0,-62 1 47 0 0,188-14-70 0 0,72-1-14 0 0,254 19 121 0 0,-633 5-99 0 0,219 6 346 0 0,-275 1-316 0 0,1-6 1 0 0,-1-5 0 0 0,-1-6 0 0 0,1-4-1 0 0,-2-6 1 0 0,131-42 0 0 0,609-171 66 0 0,-576 144-185 0 0,377-179 0 0 0,-337 112 31 0 0,-191 95 86 0 0,-44 23-22 0 0,111-70 0 0 0,-30-4-13 0 0,-5-7 0 0 0,-5-7 0 0 0,159-168 0 0 0,-283 255 3 0 0,53-78 0 0 0,-42 52-51 0 0,72-106-75 0 0,-9-6 0 0 0,155-344 1 0 0,-224 432 67 0 0,113-266 134 0 0,-115 255-23 0 0,39-167 0 0 0,44-400 26 0 0,-109 553-65 0 0,-5 0 1 0 0,-5 0-1 0 0,-5 0 0 0 0,-5 0 0 0 0,-5 1 0 0 0,-41-165 0 0 0,39 227 29 0 0,-3-1 0 0 0,-35-69 0 0 0,-63-98-51 0 0,37 73 26 0 0,-48-110-6 0 0,-46-89 179 0 0,129 273-143 0 0,-3 1 0 0 0,-3 3 0 0 0,-3 2 0 0 0,-71-71 0 0 0,-188-181-46 0 0,-22 25-117 0 0,183 175 127 0 0,-289-212-143 0 0,269 220 100 0 0,-5 8 0 0 0,-4 8 0 0 0,-4 8 0 0 0,-225-74 0 0 0,110 61 44 0 0,-318-62 0 0 0,235 78-210 0 0,-205-39 57 0 0,-366-20 25 0 0,909 138 91 0 0,-1204-138-21 0 0,822 99 123 0 0,75 5-113 0 0,258 34 62 0 0,-168 11 1 0 0,-320 32-107 0 0,408-14 96 0 0,-328 88 1 0 0,481-106-21 0 0,-39 10-104 0 0,-31 8-911 0 0,-156 59 0 0 0,243-80 705 0 0,0-1-1 0 0,-1 0 0 0 0,1 0 1 0 0,-1 0-1 0 0,1 0 0 0 0,-1 0 1 0 0,1-1-1 0 0,-5 0 1 0 0,5 0-321 0 0,0 0 0 0 0,-1-1 0 0 0,1 0 0 0 0,0 0 0 0 0,0 1 0 0 0,0-2 0 0 0,0 1 0 0 0,0 0 0 0 0,0-1 0 0 0,-11-8-1893 0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1:37.457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1 230 1480 0 0,'1'-12'384'0'0,"0"1"0"0"0,1-1 0 0 0,0 1 0 0 0,0-1 0 0 0,2 1 1 0 0,-1 0-1 0 0,2 0 0 0 0,-1 0 0 0 0,1 1 0 0 0,1-1 0 0 0,0 1 0 0 0,0 1 0 0 0,1-1 0 0 0,0 1 0 0 0,1 0 0 0 0,9-8 0 0 0,-13 13-365 0 0,1 0-1 0 0,-1 0 1 0 0,1 0 0 0 0,0 1-1 0 0,0-1 1 0 0,0 1-1 0 0,0 1 1 0 0,0-1 0 0 0,1 1-1 0 0,-1 0 1 0 0,1 0 0 0 0,-1 0-1 0 0,1 1 1 0 0,0 0 0 0 0,0 0-1 0 0,0 1 1 0 0,0-1 0 0 0,0 1-1 0 0,0 0 1 0 0,-1 1 0 0 0,1 0-1 0 0,0 0 1 0 0,0 0 0 0 0,0 0-1 0 0,-1 1 1 0 0,1 0 0 0 0,-1 0-1 0 0,1 1 1 0 0,-1-1 0 0 0,0 1-1 0 0,0 0 1 0 0,8 7 0 0 0,-5-3-31 0 0,0 0 0 0 0,0 0 1 0 0,-1 1-1 0 0,0 0 0 0 0,-1 0 1 0 0,0 0-1 0 0,0 1 1 0 0,0 0-1 0 0,-1 0 0 0 0,-1 1 1 0 0,0-1-1 0 0,0 1 0 0 0,-1 0 1 0 0,0 0-1 0 0,0 1 1 0 0,-1-1-1 0 0,-1 0 0 0 0,0 1 1 0 0,0-1-1 0 0,-1 1 0 0 0,-1 11 1 0 0,-1-8-52 0 0,0-1 0 0 0,-1 1 0 0 0,0-1 1 0 0,-1 1-1 0 0,0-1 0 0 0,-1-1 0 0 0,-1 1 1 0 0,0-1-1 0 0,0 0 0 0 0,-1 0 0 0 0,-1 0 0 0 0,0-1 1 0 0,-1-1-1 0 0,0 1 0 0 0,-17 14 0 0 0,18-18 67 0 0,0 0-1 0 0,0 0 1 0 0,0-1-1 0 0,-1 0 1 0 0,0 0 0 0 0,-1-1-1 0 0,1-1 1 0 0,-19 7-1 0 0,28-11 11 0 0,-1-1-1 0 0,1 1 1 0 0,0-1 0 0 0,0 1-1 0 0,0-1 1 0 0,0 1 0 0 0,-1-1-1 0 0,1 0 1 0 0,0 1-1 0 0,0-1 1 0 0,0 1 0 0 0,0-1-1 0 0,0 1 1 0 0,1-1-1 0 0,-1 1 1 0 0,0-1 0 0 0,0 0-1 0 0,0 1 1 0 0,0-1 0 0 0,1 1-1 0 0,-1-1 1 0 0,0 1-1 0 0,0-1 1 0 0,1 1 0 0 0,-1-1-1 0 0,0 1 1 0 0,1 0-1 0 0,-1-1 1 0 0,0 1 0 0 0,1-1-1 0 0,11-20 196 0 0,4 2-101 0 0,0 0-1 0 0,1 1 1 0 0,1 1 0 0 0,1 1 0 0 0,1 0-1 0 0,0 2 1 0 0,1 0 0 0 0,0 1-1 0 0,1 1 1 0 0,0 1 0 0 0,1 1 0 0 0,28-8-1 0 0,-47 17-76 0 0,1 0 0 0 0,0 0-1 0 0,-1 0 1 0 0,1 0 0 0 0,0 0-1 0 0,0 1 1 0 0,-1 0 0 0 0,1 0-1 0 0,0 1 1 0 0,0-1 0 0 0,-1 1 0 0 0,1 0-1 0 0,0 0 1 0 0,-1 0 0 0 0,1 1-1 0 0,-1 0 1 0 0,1 0 0 0 0,3 2-1 0 0,-2 0-6 0 0,0 1 0 0 0,-1-1 0 0 0,0 1-1 0 0,1 0 1 0 0,-2 0 0 0 0,1 1 0 0 0,-1-1 0 0 0,1 1-1 0 0,-2 0 1 0 0,1 1 0 0 0,3 6 0 0 0,-1 1 12 0 0,-1 0 0 0 0,0 0 1 0 0,-1 0-1 0 0,0 1 0 0 0,-1 0 1 0 0,-1 0-1 0 0,-1-1 0 0 0,0 1 1 0 0,0 0-1 0 0,-2 0 0 0 0,-1 16 1 0 0,-2-16-1 0 0,0-1 0 0 0,0 0 0 0 0,-1 0 1 0 0,-1 0-1 0 0,-1 0 0 0 0,0-1 1 0 0,0 0-1 0 0,-1-1 0 0 0,-1 0 0 0 0,0 0 1 0 0,-17 17-1 0 0,20-23-144 0 0,0 0 0 0 0,0-1 0 0 0,0 0 0 0 0,0 0 0 0 0,-1 0 0 0 0,0-1 0 0 0,0 0 0 0 0,0-1 0 0 0,0 1 0 0 0,0-1-1 0 0,-1-1 1 0 0,0 1 0 0 0,1-1 0 0 0,-1-1 0 0 0,0 1 0 0 0,0-1 0 0 0,0-1 0 0 0,0 1 0 0 0,0-1 0 0 0,0-1 0 0 0,0 0 0 0 0,0 0 0 0 0,-10-3 0 0 0,15 3-240 0 0,0 0 1 0 0,0 0-1 0 0,0 0 1 0 0,0-1 0 0 0,0 1-1 0 0,0-1 1 0 0,0 0-1 0 0,1 0 1 0 0,-1 0-1 0 0,1 0 1 0 0,-1 0-1 0 0,1 0 1 0 0,0-1 0 0 0,-3-2-1 0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1:38.651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1 44 1512 0 0,'5'4'4587'0'0,"10"5"-3943"0"0,6-2-661 0 0,0-2 1 0 0,1-1-1 0 0,-1 0 1 0 0,1-2-1 0 0,0 0 1 0 0,0-1-1 0 0,0-2 0 0 0,0 0 1 0 0,0-1-1 0 0,-1-2 1 0 0,1 0-1 0 0,-1-1 1 0 0,0-1-1 0 0,34-14 1 0 0,-21-5-2688 0 0,-17 12 1 0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1:39.139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1 1 2873 0 0,'8'26'2023'0'0,"47"197"-1414"0"0,55 256-3199 0 0,-99-401 1045 0 0,3-39 431 0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1:39.536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0 90 2513 0 0,'129'-40'3996'0'0,"-49"18"-3145"0"0,-77 21-821 0 0,15-5 231 0 0,0 0 0 0 0,0 2 1 0 0,0 0-1 0 0,0 1 0 0 0,21 0 0 0 0,-36 2-223 0 0,1 1-1 0 0,-1 0 1 0 0,0 1-1 0 0,1-1 1 0 0,-1 0-1 0 0,0 1 1 0 0,0 0-1 0 0,0 0 1 0 0,1 0 0 0 0,-1 0-1 0 0,0 0 1 0 0,0 1-1 0 0,0-1 1 0 0,-1 1-1 0 0,1 0 1 0 0,0 0-1 0 0,-1 0 1 0 0,1 0-1 0 0,-1 0 1 0 0,0 1 0 0 0,1-1-1 0 0,-1 1 1 0 0,0-1-1 0 0,-1 1 1 0 0,1 0-1 0 0,0 0 1 0 0,-1 0-1 0 0,1 0 1 0 0,-1 0-1 0 0,0 0 1 0 0,0 0 0 0 0,0 0-1 0 0,-1 0 1 0 0,1 1-1 0 0,-1-1 1 0 0,0 5-1 0 0,1 10-74 0 0,-2 1 0 0 0,0-1-1 0 0,-2 0 1 0 0,0 0 0 0 0,0 0-1 0 0,-2-1 1 0 0,0 1 0 0 0,-1-1-1 0 0,-1 0 1 0 0,0 0 0 0 0,-2-1 0 0 0,0 0-1 0 0,-17 23 1 0 0,-7 5-1051 0 0,-2-1 0 0 0,-2-1 0 0 0,-48 42 0 0 0,55-60-2226 0 0,38-11 1700 0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1:39.917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2 0 5185 0 0,'-1'9'1120'0'0,"4"5"-359"0"0,-3 1-185 0 0,1-3-176 0 0,1-1-184 0 0,-4-5-192 0 0,4-1-72 0 0,-2-2-160 0 0,0 0-248 0 0,1-28-4257 0 0,2 15 2464 0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1:40.281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6 1 2569 0 0,'-5'4'1223'0'0,"5"-3"-1136"0"0,0-1 1 0 0,0 0-1 0 0,0 1 0 0 0,-1-1 1 0 0,1 1-1 0 0,0-1 0 0 0,0 1 1 0 0,0-1-1 0 0,0 1 1 0 0,0-1-1 0 0,0 0 0 0 0,0 1 1 0 0,0-1-1 0 0,0 1 0 0 0,0-1 1 0 0,0 1-1 0 0,1-1 1 0 0,-1 1-1 0 0,0-1 0 0 0,0 0 1 0 0,0 1-1 0 0,1 0 0 0 0,5 24-131 0 0,-4-19 292 0 0,14 75-321 0 0,9 143-1 0 0,-8-49-570 0 0,-17-174 641 0 0,0-1 0 0 0,0 1 0 0 0,0-1 0 0 0,0 1-1 0 0,0-1 1 0 0,0 1 0 0 0,0-1 0 0 0,0 0-1 0 0,0 1 1 0 0,0-1 0 0 0,0 1 0 0 0,0-1-1 0 0,1 1 1 0 0,-1-1 0 0 0,0 1 0 0 0,0-1 0 0 0,0 0-1 0 0,1 1 1 0 0,-1-1 0 0 0,0 0 0 0 0,0 1-1 0 0,1-1 1 0 0,-1 0 0 0 0,0 1 0 0 0,1-1-1 0 0,-1 0 1 0 0,0 1 0 0 0,1-1 0 0 0,-1 0 0 0 0,0 0-1 0 0,1 1 1 0 0,-1-1 0 0 0,1 0 0 0 0,-1 0-1 0 0,1 0 1 0 0,-1 0 0 0 0,0 0 0 0 0,1 0-1 0 0,-1 1 1 0 0,1-1 0 0 0,-1 0 0 0 0,1 0 0 0 0,-1 0-1 0 0,1-1 1 0 0,-1 1 0 0 0,1 0 0 0 0,-1 0-1 0 0,0 0 1 0 0,1 0 0 0 0,-1 0 0 0 0,1 0-1 0 0,-1-1 1 0 0,0 1 0 0 0,1 0 0 0 0,-1 0 0 0 0,1-1-1 0 0,-1 1 1 0 0,0 0 0 0 0,1 0 0 0 0,-1-1-1 0 0,31-30 218 0 0,-11 10 58 0 0,-9 13-127 0 0,1 1 0 0 0,-1 0 1 0 0,1 1-1 0 0,0 0 0 0 0,0 1 0 0 0,1 1 1 0 0,0 0-1 0 0,-1 0 0 0 0,2 1 1 0 0,-1 1-1 0 0,0 0 0 0 0,22 0 1 0 0,-28 2-94 0 0,-1 1 0 0 0,1 0-1 0 0,0 0 1 0 0,-1 0 0 0 0,1 1 0 0 0,-1-1 0 0 0,0 2 0 0 0,0-1 0 0 0,1 1 0 0 0,-1 0 0 0 0,-1 0-1 0 0,1 0 1 0 0,0 1 0 0 0,-1 0 0 0 0,0 0 0 0 0,0 0 0 0 0,0 1 0 0 0,0 0 0 0 0,-1 0-1 0 0,0 0 1 0 0,0 0 0 0 0,0 1 0 0 0,-1 0 0 0 0,0 0 0 0 0,0 0 0 0 0,0 0 0 0 0,2 7 0 0 0,-2-3-47 0 0,0 1 1 0 0,-1 0-1 0 0,-1-1 1 0 0,1 1-1 0 0,-1 0 1 0 0,-1 0-1 0 0,0 0 1 0 0,-1 0-1 0 0,0 0 1 0 0,-1 0-1 0 0,0-1 1 0 0,0 1-1 0 0,-1-1 1 0 0,-1 1-1 0 0,-7 16 1 0 0,4-12-472 0 0,-1-1 1 0 0,-1 0 0 0 0,0 0 0 0 0,0-1 0 0 0,-2 0 0 0 0,1-1-1 0 0,-2 0 1 0 0,1 0 0 0 0,-26 18 0 0 0,19-17-943 0 0,8-1-713 0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21:40.664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0 128 2328 0 0,'1'-2'188'0'0,"-1"0"0"0"0,0 0-1 0 0,1 0 1 0 0,0-1-1 0 0,-1 1 1 0 0,1 0-1 0 0,0 0 1 0 0,0 0-1 0 0,0 0 1 0 0,0 1-1 0 0,0-1 1 0 0,0 0-1 0 0,1 0 1 0 0,-1 0-1 0 0,1 1 1 0 0,-1-1-1 0 0,1 1 1 0 0,0 0-1 0 0,0-1 1 0 0,-1 1-1 0 0,1 0 1 0 0,0 0-1 0 0,0 0 1 0 0,0 0-1 0 0,0 0 1 0 0,0 0-1 0 0,0 1 1 0 0,0-1-1 0 0,4 0 1 0 0,9-2 26 0 0,-1 0 0 0 0,1 2 1 0 0,19-1-1 0 0,-17 1 20 0 0,10-2-210 0 0,1 0 1 0 0,-1-2-1 0 0,29-9 1 0 0,-35 8-1320 0 0,-1-2 0 0 0,26-12 0 0 0,-22 7-2235 0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35:00.772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34 177 2721 0 0,'-24'8'1788'0'0,"14"-4"-1268"0"0,13-6-133 0 0,38-16 2649 0 0,-31 15-2968 0 0,1 0 0 0 0,-1 0 0 0 0,1 1 0 0 0,11 0 1 0 0,-6 1 287 0 0,0 1 0 0 0,-1 1 0 0 0,29 6 0 0 0,-33-5-230 0 0,0 0-1 0 0,0 0 0 0 0,0-1 1 0 0,0-1-1 0 0,0 0 1 0 0,0 0-1 0 0,-1-1 1 0 0,1 0-1 0 0,16-5 1 0 0,24-13 308 0 0,-36 13-321 0 0,0 0 0 0 0,1 0 0 0 0,-1 2 0 0 0,1 0 0 0 0,0 0 0 0 0,0 2 0 0 0,0 0 0 0 0,28 0 0 0 0,33-1 422 0 0,-65 1-427 0 0,0 1 0 0 0,0 0 0 0 0,0 0 1 0 0,0 2-1 0 0,1-1 0 0 0,-1 2 0 0 0,16 3 0 0 0,-25-4-105 0 0,17 6 73 0 0,0-1-1 0 0,0-1 0 0 0,0-1 0 0 0,1 0 0 0 0,0-2 0 0 0,0 0 0 0 0,30-2 0 0 0,33-3 274 0 0,-56 4-234 0 0,0-2 0 0 0,34-5 0 0 0,-38 2-82 0 0,0 2 0 0 0,37 2 0 0 0,-38 1-40 0 0,0-2-1 0 0,45-5 1 0 0,-35 1 41 0 0,66-1 0 0 0,15-2 46 0 0,-1 1-11 0 0,-26 3-5 0 0,-57-1 99 0 0,0-1 0 0 0,0-1 0 0 0,-1-2 0 0 0,0-1 0 0 0,52-26 0 0 0,-75 34-137 0 0,1 0-1 0 0,0 0 1 0 0,0 1-1 0 0,0 0 1 0 0,0 0-1 0 0,0 1 1 0 0,1 0-1 0 0,10 1 1 0 0,-8 0-47 0 0,-1-1 0 0 0,0 0 1 0 0,1-1-1 0 0,-1 0 0 0 0,17-3 0 0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52:26.16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7 135 3553 0 0,'-7'11'4054'0'0,"16"-12"-1582"0"0,17-12-538 0 0,-11 1-1647 0 0,-1-1 0 0 0,0-1-1 0 0,-1 0 1 0 0,-1-1 0 0 0,0 0 0 0 0,19-34-1 0 0,-70 86-119 0 0,28-22-149 0 0,0 1 1 0 0,0 1-1 0 0,2 0 1 0 0,-12 27-1 0 0,18-35-9 0 0,0-1 0 0 0,0 1 0 0 0,1 1 0 0 0,0-1 0 0 0,0 0 0 0 0,1 1 0 0 0,0-1 0 0 0,1 0 0 0 0,0 1 0 0 0,0-1 0 0 0,3 13 0 0 0,-3-21-8 0 0,0 1 0 0 0,0-1-1 0 0,0 1 1 0 0,1-1 0 0 0,-1 0 0 0 0,0 1-1 0 0,1-1 1 0 0,-1 0 0 0 0,1 1 0 0 0,0-1-1 0 0,-1 0 1 0 0,1 0 0 0 0,0 0 0 0 0,0 1-1 0 0,-1-1 1 0 0,1 0 0 0 0,0 0 0 0 0,0 0-1 0 0,0 0 1 0 0,0 0 0 0 0,1-1 0 0 0,-1 1-1 0 0,0 0 1 0 0,0 0 0 0 0,0-1 0 0 0,1 1-1 0 0,-1-1 1 0 0,0 1 0 0 0,1-1 0 0 0,-1 0-1 0 0,0 1 1 0 0,1-1 0 0 0,-1 0 0 0 0,1 0-1 0 0,-1 0 1 0 0,0 0 0 0 0,1 0 0 0 0,-1 0-1 0 0,1 0 1 0 0,-1 0 0 0 0,0-1 0 0 0,1 1-1 0 0,-1-1 1 0 0,0 1 0 0 0,1-1 0 0 0,-1 1-1 0 0,0-1 1 0 0,0 0 0 0 0,0 1 0 0 0,1-1-1 0 0,-1 0 1 0 0,1-2 0 0 0,11-5-300 0 0,-2-2 1 0 0,1 1-1 0 0,18-21 1 0 0,-25 24-54 0 0,16-16-1786 0 0,0 0 0 0 0,-2-1 0 0 0,0-1 0 0 0,20-37 0 0 0,-27 44 395 0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52:26.53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 0 2200 0 0,'0'5'612'0'0,"-1"0"0"0"0,1 0 0 0 0,0 0 0 0 0,0 0 0 0 0,0 0 0 0 0,0 0-1 0 0,1 0 1 0 0,0 0 0 0 0,3 8 0 0 0,-1 4 415 0 0,1 12-269 0 0,17 85 1609 0 0,-2-60-3760 0 0,10-8-3472 0 0,-24-42 1690 0 0</inkml:trace>
  <inkml:trace contextRef="#ctx0" brushRef="#br0" timeOffset="1">38 159 2841 0 0,'3'-2'1368'0'0,"1"-1"-352"0"0,2-2-264 0 0,0 1-216 0 0,2-2-216 0 0,1 0-144 0 0,2-3-135 0 0,1-1-250 0 0,2 0-311 0 0,1-4-368 0 0,2 0-248 0 0,-5-7-64 0 0,6 7-1153 0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52:26.87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77 35 3769 0 0,'-7'6'697'0'0,"0"0"0"0"0,-1 1 0 0 0,2 0 0 0 0,-1 0 1 0 0,1 0-1 0 0,0 1 0 0 0,1 0 0 0 0,-7 12 0 0 0,11-17-593 0 0,-1 0-1 0 0,0 0 0 0 0,1 0 1 0 0,-1 1-1 0 0,1-1 0 0 0,0 1 0 0 0,0-1 1 0 0,0 1-1 0 0,1-1 0 0 0,-1 1 1 0 0,1 0-1 0 0,0-1 0 0 0,0 1 1 0 0,0 0-1 0 0,1-1 0 0 0,-1 1 1 0 0,1-1-1 0 0,0 1 0 0 0,0-1 1 0 0,0 1-1 0 0,0-1 0 0 0,1 1 0 0 0,-1-1 1 0 0,1 0-1 0 0,2 4 0 0 0,-3-6-93 0 0,0 1-1 0 0,1-1 1 0 0,-1 0 0 0 0,0 0-1 0 0,1 0 1 0 0,-1 1-1 0 0,0-1 1 0 0,1-1-1 0 0,-1 1 1 0 0,1 0-1 0 0,0 0 1 0 0,-1 0-1 0 0,1-1 1 0 0,0 1 0 0 0,-1-1-1 0 0,1 1 1 0 0,0-1-1 0 0,-1 0 1 0 0,1 0-1 0 0,0 0 1 0 0,0 0-1 0 0,3 0 1 0 0,-1-1 6 0 0,-1 0 1 0 0,1 0-1 0 0,0-1 0 0 0,0 1 1 0 0,-1-1-1 0 0,1 0 1 0 0,0 0-1 0 0,-1 0 0 0 0,6-5 1 0 0,-1 1 16 0 0,0-2 1 0 0,0 1 0 0 0,-1-1-1 0 0,0 0 1 0 0,-1-1 0 0 0,10-16-1 0 0,-12 17 23 0 0,0 0 0 0 0,-1-1 0 0 0,-1 1 1 0 0,0-1-1 0 0,0 0 0 0 0,0 0 0 0 0,0-17 0 0 0,-2 24-48 0 0,0 0 1 0 0,0 0 0 0 0,0 0-1 0 0,0 0 1 0 0,-1 0 0 0 0,1 1-1 0 0,-1-1 1 0 0,1 0 0 0 0,-1 0-1 0 0,0 0 1 0 0,0 0 0 0 0,0 1-1 0 0,0-1 1 0 0,0 0-1 0 0,0 1 1 0 0,0-1 0 0 0,-2-1-1 0 0,1 2-29 0 0,0 0 0 0 0,0 0 0 0 0,0 0 0 0 0,0 0 0 0 0,0 1 0 0 0,0-1 0 0 0,0 1 0 0 0,0-1 0 0 0,0 1 0 0 0,0 0-1 0 0,0 0 1 0 0,0 0 0 0 0,0 0 0 0 0,0 0 0 0 0,0 0 0 0 0,0 1 0 0 0,0-1 0 0 0,0 1 0 0 0,0-1 0 0 0,-3 2 0 0 0,1 0-373 0 0,1-1 0 0 0,-1 1 0 0 0,1 0 0 0 0,0 0 0 0 0,0 0 0 0 0,0 1 0 0 0,0-1 0 0 0,0 1 0 0 0,0-1 0 0 0,0 1 0 0 0,1 0 0 0 0,0 0 0 0 0,-1 0 0 0 0,1 1 1 0 0,0-1-1 0 0,1 1 0 0 0,-3 3 0 0 0,4-6 297 0 0,0-1 0 0 0,0 0 0 0 0,0 1 0 0 0,0-1 1 0 0,-1 0-1 0 0,1 1 0 0 0,0-1 0 0 0,0 0 0 0 0,-1 1 1 0 0,1-1-1 0 0,0 0 0 0 0,0 1 0 0 0,-1-1 0 0 0,1 0 1 0 0,0 0-1 0 0,-1 1 0 0 0,1-1 0 0 0,0 0 0 0 0,-1 0 1 0 0,1 0-1 0 0,0 1 0 0 0,-1-1 0 0 0,1 0 0 0 0,-1 0 1 0 0,1 0-1 0 0,0 0 0 0 0,-1 0 0 0 0,1 0 0 0 0,-1 0 1 0 0,-4 1-1037 0 0,1 7-897 0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52:27.24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0 260 5873 0 0,'1'0'190'0'0,"0"0"-1"0"0,0 1 1 0 0,0-1 0 0 0,0 0-1 0 0,0 0 1 0 0,0 1 0 0 0,0-1-1 0 0,0 0 1 0 0,0 0-1 0 0,0 0 1 0 0,0 0 0 0 0,0 0-1 0 0,0 0 1 0 0,0-1-1 0 0,0 1 1 0 0,0 0 0 0 0,0 0-1 0 0,0-1 1 0 0,0 1-1 0 0,0-1 1 0 0,0 1 0 0 0,0-1-1 0 0,-1 1 1 0 0,1-1-1 0 0,1 0 1 0 0,27-20 694 0 0,-24 17-496 0 0,145-112 598 0 0,-55 33-6545 0 0,-94 82 5363 0 0,0 0 1 0 0,0 0 0 0 0,0 0 0 0 0,0 0 0 0 0,0 0-1 0 0,-1 0 1 0 0,1-1 0 0 0,0 1 0 0 0,-1 0 0 0 0,1 0-1 0 0,-1 0 1 0 0,1-1 0 0 0,-1 1 0 0 0,0 0 0 0 0,0 0-1 0 0,1-1 1 0 0,-1-1 0 0 0,0-1-531 0 0,4 0-1832 0 0</inkml:trace>
  <inkml:trace contextRef="#ctx0" brushRef="#br0" timeOffset="1">136 298 4169 0 0,'-2'4'1240'0'0,"2"5"-136"0"0,2 0-247 0 0,-1 1-217 0 0,2-4-248 0 0,0 0-184 0 0,0 0-96 0 0,3-2-72 0 0,-1-1-144 0 0,3 1-256 0 0,-2-3-272 0 0,0 2-281 0 0,0-1-159 0 0,-2-1-32 0 0,-1-2 128 0 0,-7-5-80 0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52:27.58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76 3513 0 0,'1'-2'353'0'0,"0"0"0"0"0,0 0 0 0 0,1 0 0 0 0,-1 0 0 0 0,1 0 0 0 0,0 0 0 0 0,-1 1 0 0 0,1-1 1 0 0,0 1-1 0 0,0-1 0 0 0,0 1 0 0 0,0 0 0 0 0,0-1 0 0 0,4 0 0 0 0,38-16 2524 0 0,-29 13-1846 0 0,-3 0-348 0 0,41-14 520 0 0,-51 19-1182 0 0,-1-1 1 0 0,1 1-1 0 0,0-1 0 0 0,0 1 1 0 0,0 0-1 0 0,0-1 0 0 0,0 1 1 0 0,0 0-1 0 0,0 0 0 0 0,0 1 1 0 0,-1-1-1 0 0,1 0 0 0 0,0 1 1 0 0,0-1-1 0 0,0 1 0 0 0,0-1 1 0 0,-1 1-1 0 0,1 0 1 0 0,0 0-1 0 0,0 0 0 0 0,-1 0 1 0 0,3 2-1 0 0,-3-2-53 0 0,0 1 0 0 0,-1-1-1 0 0,1 1 1 0 0,-1-1 0 0 0,0 1 0 0 0,1 0 0 0 0,-1-1 0 0 0,0 1 0 0 0,0-1-1 0 0,0 1 1 0 0,0 0 0 0 0,0-1 0 0 0,-1 1 0 0 0,1 0 0 0 0,0-1 0 0 0,-1 1-1 0 0,1-1 1 0 0,-1 1 0 0 0,1 0 0 0 0,-1-1 0 0 0,0 0 0 0 0,0 1 0 0 0,-1 2-1 0 0,-26 35-587 0 0,25-35 561 0 0,-50 52-394 0 0,40-44 723 0 0,0 1 0 0 0,0 1 1 0 0,-10 15-1 0 0,29-29 1096 0 0,14-8-799 0 0,19-14-231 0 0,54-49-2298 0 0,-72 53-1510 0 0,-1-1 0 0 0,22-27 0 0 0,-29 32 462 0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52:27.94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98 112 4209 0 0,'-17'16'4388'0'0,"4"-4"-2337"0"0,1 0-1 0 0,0 1 1 0 0,-14 20-1 0 0,24-30-1971 0 0,0 0 0 0 0,0 0 0 0 0,0 1-1 0 0,0-1 1 0 0,1 1 0 0 0,0-1-1 0 0,-1 1 1 0 0,1-1 0 0 0,0 1-1 0 0,1 0 1 0 0,-1-1 0 0 0,1 1-1 0 0,-1 0 1 0 0,1 0 0 0 0,0-1-1 0 0,1 1 1 0 0,-1 0 0 0 0,1 0 0 0 0,-1-1-1 0 0,1 1 1 0 0,2 5 0 0 0,-3-8-83 0 0,1 0 1 0 0,-1 0-1 0 0,0 0 1 0 0,1 0-1 0 0,-1-1 1 0 0,1 1-1 0 0,-1 0 1 0 0,1 0-1 0 0,0-1 1 0 0,-1 1-1 0 0,1 0 1 0 0,-1-1-1 0 0,1 1 1 0 0,0-1-1 0 0,0 1 1 0 0,-1-1-1 0 0,1 1 1 0 0,0-1-1 0 0,0 1 1 0 0,0-1-1 0 0,-1 0 1 0 0,1 0-1 0 0,0 1 1 0 0,0-1-1 0 0,0 0 1 0 0,0 0-1 0 0,0 0 1 0 0,0 0-1 0 0,1 0 1 0 0,0 0-49 0 0,0-1 1 0 0,1 0-1 0 0,-1 1 0 0 0,0-1 1 0 0,0 0-1 0 0,0 0 1 0 0,0 0-1 0 0,0-1 0 0 0,0 1 1 0 0,0-1-1 0 0,3-1 0 0 0,-2-1-131 0 0,1 1-1 0 0,-1 0 0 0 0,0-1 0 0 0,0 0 0 0 0,0 0 1 0 0,0 0-1 0 0,-1 0 0 0 0,1 0 0 0 0,-1 0 0 0 0,0-1 0 0 0,2-7 1 0 0,-7-34-572 0 0,2 43 767 0 0,0-1 0 0 0,1 1 0 0 0,-1-1 1 0 0,1 1-1 0 0,0-1 0 0 0,0 1 0 0 0,0 0 0 0 0,0-1 0 0 0,1 1 1 0 0,-1-1-1 0 0,1 1 0 0 0,0-1 0 0 0,0 1 0 0 0,0 0 1 0 0,0 0-1 0 0,1 0 0 0 0,-1-1 0 0 0,1 1 0 0 0,0 1 1 0 0,0-1-1 0 0,3-4 0 0 0,6-7 239 0 0,45-48 232 0 0,-53 59-403 0 0,0 1-1 0 0,0-1 0 0 0,0 0 1 0 0,1 1-1 0 0,-1-1 0 0 0,1 1 1 0 0,0 0-1 0 0,0 0 0 0 0,0 1 1 0 0,0-1-1 0 0,0 1 0 0 0,0 0 1 0 0,0 0-1 0 0,0 0 0 0 0,1 1 1 0 0,3-1-1 0 0,-6 2 18 0 0,0-1-1 0 0,0 1 1 0 0,0 0-1 0 0,0 0 1 0 0,0 0 0 0 0,0 0-1 0 0,0 0 1 0 0,-1 0-1 0 0,1 0 1 0 0,-1 1 0 0 0,1-1-1 0 0,-1 1 1 0 0,1-1-1 0 0,-1 1 1 0 0,0 0 0 0 0,1-1-1 0 0,-1 1 1 0 0,0 0-1 0 0,0 0 1 0 0,0 0 0 0 0,-1 0-1 0 0,1 0 1 0 0,0 0-1 0 0,-1 0 1 0 0,1 0 0 0 0,-1 0-1 0 0,0 0 1 0 0,0 0-1 0 0,0 4 1 0 0,0 70 1165 0 0,0-67-1166 0 0,-3 27-94 0 0,-1 45 169 0 0,6-28-4195 0 0,2-43 175 0 0,1-12-57 0 0,6-18-1784 0 0,-8 13 5118 0 0,9 4-1797 0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52:28.31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 4649 0 0,'0'18'3602'0'0,"0"58"6313"0"0,2 0-5787 0 0,3 16-4388 0 0,0-49-2168 0 0,11 48-1 0 0,-15-85 1618 0 0,1 1-4931 0 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52:28.70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16 113 2913 0 0,'-16'17'5546'0'0,"17"-17"-5455"0"0,-1 0-1 0 0,0 0 1 0 0,0 1-1 0 0,0-1 1 0 0,0 0-1 0 0,0 0 0 0 0,0 1 1 0 0,0-1-1 0 0,0 0 1 0 0,1 0-1 0 0,-1 1 1 0 0,0-1-1 0 0,0 0 1 0 0,0 0-1 0 0,0 0 1 0 0,1 1-1 0 0,-1-1 1 0 0,0 0-1 0 0,0 0 1 0 0,0 0-1 0 0,1 0 1 0 0,-1 0-1 0 0,0 1 1 0 0,0-1-1 0 0,1 0 0 0 0,-1 0 1 0 0,0 0-1 0 0,0 0 1 0 0,1 0-1 0 0,-1 0 1 0 0,0 0-1 0 0,1 0 1 0 0,-1 0-1 0 0,0 0 1 0 0,0 0-1 0 0,1 0 1 0 0,-1 0-1 0 0,0 0 1 0 0,0 0-1 0 0,1 0 1 0 0,3-1 189 0 0,1 1 0 0 0,-1-1 0 0 0,0 0 0 0 0,1 0 0 0 0,-1-1 0 0 0,0 1 0 0 0,0-1-1 0 0,5-3 1 0 0,5-3 181 0 0,0-2-1 0 0,25-21 1 0 0,-36 28-414 0 0,1-1 1 0 0,-1 1 0 0 0,0 0-1 0 0,0-1 1 0 0,0 0-1 0 0,0 0 1 0 0,-1 0 0 0 0,1 0-1 0 0,-1 0 1 0 0,0 0 0 0 0,0 0-1 0 0,-1-1 1 0 0,1 1-1 0 0,-1-1 1 0 0,1-7 0 0 0,-5 13 39 0 0,0 1 0 0 0,0-1 0 0 0,0 1 1 0 0,0 0-1 0 0,0 1 0 0 0,0-1 1 0 0,1 0-1 0 0,-1 1 0 0 0,1-1 1 0 0,-3 5-1 0 0,-6 9 35 0 0,1 1 1 0 0,1 1-1 0 0,1-1 0 0 0,0 2 1 0 0,1-1-1 0 0,-6 27 0 0 0,10-34-64 0 0,1 1-1 0 0,0 0 0 0 0,0 0 0 0 0,2 1 0 0 0,-1-1 0 0 0,1 0 0 0 0,1 0 0 0 0,0 0 0 0 0,1 0 0 0 0,0 0 0 0 0,6 17 0 0 0,-8-27-59 0 0,1 1 0 0 0,0-1 0 0 0,0 0-1 0 0,0 1 1 0 0,0-1 0 0 0,0 0 0 0 0,1 0-1 0 0,-1 0 1 0 0,1 0 0 0 0,-1 0 0 0 0,1 0-1 0 0,0 0 1 0 0,-1 0 0 0 0,1-1 0 0 0,0 1-1 0 0,0-1 1 0 0,1 1 0 0 0,-1-1 0 0 0,0 0-1 0 0,0 0 1 0 0,4 2 0 0 0,-3-3-122 0 0,0 0 0 0 0,0 0-1 0 0,-1 0 1 0 0,1-1 0 0 0,0 1 0 0 0,-1-1 0 0 0,1 1-1 0 0,0-1 1 0 0,-1 0 0 0 0,1 0 0 0 0,-1 0 0 0 0,1 0 0 0 0,-1-1-1 0 0,0 1 1 0 0,1-1 0 0 0,2-2 0 0 0,10-9-1131 0 0,-2 0 1 0 0,1-1-1 0 0,-2-1 1 0 0,16-22-1 0 0,-22 29 613 0 0,11-16-923 0 0,0 0 0 0 0,-2-2 1 0 0,0 0-1 0 0,11-29 0 0 0,-14 26-261 0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52:29.05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32 1 3137 0 0,'-3'4'701'0'0,"0"0"1"0"0,0 0-1 0 0,0 0 0 0 0,1 0 1 0 0,0 0-1 0 0,0 1 1 0 0,0-1-1 0 0,0 1 1 0 0,1 0-1 0 0,0 0 1 0 0,0-1-1 0 0,-1 8 0 0 0,-1 66 2409 0 0,2-42-1645 0 0,1-30-1453 0 0,0 95 1720 0 0,9-50-2568 0 0,-8-46 214 0 0,1 0 1 0 0,0 0 0 0 0,0 0-1 0 0,0-1 1 0 0,1 1 0 0 0,5 7-1 0 0,-8-11 506 0 0,0-1-1 0 0,0 0 1 0 0,0 0 0 0 0,0 0-1 0 0,0 1 1 0 0,0-1-1 0 0,0 0 1 0 0,0 0 0 0 0,0 1-1 0 0,1-1 1 0 0,-1 0-1 0 0,0 0 1 0 0,0 0 0 0 0,0 1-1 0 0,0-1 1 0 0,0 0-1 0 0,0 0 1 0 0,1 0 0 0 0,-1 0-1 0 0,0 1 1 0 0,0-1-1 0 0,0 0 1 0 0,0 0 0 0 0,1 0-1 0 0,-1 0 1 0 0,0 0-1 0 0,0 0 1 0 0,0 1 0 0 0,1-1-1 0 0,-1 0 1 0 0,0 0-1 0 0,0 0 1 0 0,0 0 0 0 0,1 0-1 0 0,-1 0 1 0 0,0 0-1 0 0,0 0 1 0 0,1 0 0 0 0,-1 0-1 0 0,0 0 1 0 0,0 0-1 0 0,0 0 1 0 0,1 0 0 0 0,-1 0-1 0 0,0 0 1 0 0,0-1-1 0 0,1 1 1 0 0,-1 0-1 0 0,0 0 1 0 0,0 0 0 0 0,0 0-1 0 0,0 0 1 0 0,1 0-1 0 0,-1 0 1 0 0,0-1 0 0 0,0 1-1 0 0,0 0 1 0 0,0 0-1 0 0,1 0 1 0 0,-1-1 0 0 0,0 1-1 0 0,0 0 1 0 0,1-16-4045 0 0,-1 11 4071 0 0,3-1-1194 0 0</inkml:trace>
  <inkml:trace contextRef="#ctx0" brushRef="#br0" timeOffset="1">27 287 1688 0 0,'-3'-4'369'0'0,"1"0"0"0"0,-1 0 0 0 0,1-1 0 0 0,0 1 0 0 0,0-1 0 0 0,1 1 0 0 0,-1-1-1 0 0,1 0 1 0 0,-2-9 0 0 0,3 12-281 0 0,0 1 0 0 0,0-1 0 0 0,1 0 0 0 0,-1 1 0 0 0,0-1 0 0 0,0 1 0 0 0,1-1 0 0 0,-1 0 0 0 0,1 1 0 0 0,-1-1 0 0 0,1 1 0 0 0,0-1 0 0 0,0 1 0 0 0,0-1 0 0 0,0 1 0 0 0,0 0 0 0 0,0-1 0 0 0,0 1 1 0 0,0 0-1 0 0,0 0 0 0 0,0 0 0 0 0,1 0 0 0 0,-1 0 0 0 0,1 0 0 0 0,-1 0 0 0 0,0 0 0 0 0,1 1 0 0 0,0-1 0 0 0,-1 0 0 0 0,1 1 0 0 0,2-1 0 0 0,6-1-626 0 0,0-1 0 0 0,-1 0 0 0 0,0 0 0 0 0,1-1-1 0 0,-1 0 1 0 0,-1-1 0 0 0,1 0 0 0 0,-1 0 0 0 0,1-1 0 0 0,12-11 0 0 0,-8 7-1209 0 0</inkml:trace>
  <inkml:trace contextRef="#ctx0" brushRef="#br0" timeOffset="2">237 12 3441 0 0,'-1'0'381'0'0,"0"1"1"0"0,0-1-1 0 0,0 1 0 0 0,0 0 1 0 0,0-1-1 0 0,0 1 1 0 0,0 0-1 0 0,0 0 1 0 0,0 0-1 0 0,0 0 1 0 0,0 0-1 0 0,1 0 0 0 0,-1 0 1 0 0,0 0-1 0 0,1 0 1 0 0,-1 0-1 0 0,1 0 1 0 0,-1 1-1 0 0,1-1 1 0 0,-1 0-1 0 0,1 2 0 0 0,-10 30 1891 0 0,10-30-1872 0 0,-39 174 3997 0 0,15-58-9220 0 0,12-158-7007 0 0,14 24 10430 0 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52:29.42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1 293 2441 0 0,'13'-20'8364'0'0,"10"8"-5174"0"0,37 1-6011 0 0,-22 4-1050 0 0,-34 6 3465 0 0,1 0-1 0 0,-1-1 1 0 0,0 0 0 0 0,0 0-1 0 0,1 0 1 0 0,-2 0 0 0 0,1-1-1 0 0,0 1 1 0 0,0-1 0 0 0,-1 0-1 0 0,6-6 1 0 0,9-4-1501 0 0</inkml:trace>
  <inkml:trace contextRef="#ctx0" brushRef="#br0" timeOffset="1">296 11 2216 0 0,'-18'-10'5338'0'0,"9"13"-338"0"0,6 33-31 0 0,3-32-5059 0 0,20 182 5245 0 0,2-62-8745 0 0,-12-73-1954 0 0,-7-43 1233 0 0,6 1-1735 0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52:29.88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39 0 4001 0 0,'-11'33'6383'0'0,"6"27"-2916"0"0,3-29-2199 0 0,-6 31-124 0 0,-5 46-336 0 0,13-97-1509 0 0,0 0 0 0 0,1-1 0 0 0,0 1 1 0 0,3 13-1 0 0,13-27-11154 0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52:30.26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1 200 4017 0 0,'10'-3'9188'0'0,"33"-10"-8454"0"0,3-3-1155 0 0,-30 11-1297 0 0,0 0 0 0 0,-1-1 0 0 0,0-1 1 0 0,0 0-1 0 0,25-18 0 0 0,-25 16-717 0 0</inkml:trace>
  <inkml:trace contextRef="#ctx0" brushRef="#br0" timeOffset="1">293 0 2673 0 0,'-2'1'561'0'0,"1"-1"0"0"0,-1 1 0 0 0,1 0 0 0 0,-1-1 1 0 0,0 1-1 0 0,1 0 0 0 0,0 0 0 0 0,-1 0 0 0 0,1 1 1 0 0,0-1-1 0 0,-1 0 0 0 0,1 0 0 0 0,0 1 0 0 0,0-1 1 0 0,0 0-1 0 0,0 1 0 0 0,-1 2 0 0 0,-10 37 3225 0 0,10-23-3589 0 0,1 0 0 0 0,2 28-1 0 0,3-27-1372 0 0,0 2-2085 0 0,-7-2-5064 0 0,0-11 5017 0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52:30.64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0 496 5921 0 0,'14'-15'6792'0'0,"4"-7"-3547"0"0,3-4-2667 0 0,45-43-1 0 0,-62 66-559 0 0,-1 0 0 0 0,1 0 1 0 0,0 0-1 0 0,0 0 0 0 0,0 1 0 0 0,1-1 0 0 0,6-1 0 0 0,-11 3-15 0 0,1 1-1 0 0,-1 0 0 0 0,1 0 0 0 0,-1 0 0 0 0,0 0 0 0 0,1 0 0 0 0,-1 0 0 0 0,1 0 1 0 0,-1 0-1 0 0,1 0 0 0 0,-1 0 0 0 0,0 0 0 0 0,1 0 0 0 0,-1 1 0 0 0,1-1 0 0 0,-1 0 1 0 0,0 0-1 0 0,1 0 0 0 0,-1 1 0 0 0,0-1 0 0 0,1 0 0 0 0,-1 0 0 0 0,0 1 0 0 0,1-1 1 0 0,-1 0-1 0 0,0 1 0 0 0,1-1 0 0 0,-1 0 0 0 0,0 1 0 0 0,0-1 0 0 0,1 1 0 0 0,-1 26 78 0 0,-4-7-16 0 0,-2 1 1 0 0,-1-1-1 0 0,-11 24 0 0 0,11-29-28 0 0,1 0 1 0 0,0 0-1 0 0,2 0 1 0 0,-1 0-1 0 0,2 1 1 0 0,0 0-1 0 0,-1 17 1 0 0,4-32-30 0 0,-1 1 1 0 0,1-1 0 0 0,0 0 0 0 0,0 0 0 0 0,0 0 0 0 0,0 0 0 0 0,0 0 0 0 0,0 0 0 0 0,0 0 0 0 0,1 0 0 0 0,-1 1 0 0 0,0-1 0 0 0,1 0 0 0 0,-1 0-1 0 0,0 0 1 0 0,1 0 0 0 0,-1 0 0 0 0,1 0 0 0 0,0 0 0 0 0,-1-1 0 0 0,1 1 0 0 0,0 0 0 0 0,0 0 0 0 0,-1 0 0 0 0,1-1 0 0 0,0 1 0 0 0,0 0 0 0 0,0-1-1 0 0,1 2 1 0 0,0-2-7 0 0,0 0 0 0 0,0 0 0 0 0,-1-1-1 0 0,1 1 1 0 0,0 0 0 0 0,0-1 0 0 0,0 1-1 0 0,0-1 1 0 0,-1 1 0 0 0,1-1 0 0 0,0 0-1 0 0,-1 0 1 0 0,1 0 0 0 0,0 0-1 0 0,1-1 1 0 0,8-7-366 0 0,-1 1-1 0 0,1-1 1 0 0,12-16-1 0 0,-11 11-805 0 0,0-1 0 0 0,-1 0-1 0 0,-1 0 1 0 0,0-1-1 0 0,-2-1 1 0 0,1 1 0 0 0,-2-1-1 0 0,0 0 1 0 0,-1-1 0 0 0,-1 0-1 0 0,4-26 1 0 0,-5 15-843 0 0</inkml:trace>
  <inkml:trace contextRef="#ctx0" brushRef="#br0" timeOffset="1">297 10 4657 0 0,'-9'-9'9855'0'0,"10"31"-7264"0"0,11 35-3439 0 0,-8-46 18 0 0,4 19-3263 0 0,-9-14-2302 0 0,-1-9 2818 0 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52:31.32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6 173 6145 0 0,'0'0'124'0'0,"-1"0"-1"0"0,1 1 1 0 0,0-1-1 0 0,-1 0 1 0 0,1 0-1 0 0,0 0 1 0 0,0 0-1 0 0,-1 0 1 0 0,1 1-1 0 0,0-1 0 0 0,0 0 1 0 0,0 0-1 0 0,-1 0 1 0 0,1 1-1 0 0,0-1 1 0 0,0 0-1 0 0,0 0 1 0 0,0 1-1 0 0,-1-1 1 0 0,1 0-1 0 0,0 0 1 0 0,0 1-1 0 0,0-1 1 0 0,0 0-1 0 0,0 1 1 0 0,0-1-1 0 0,0 0 1 0 0,0 0-1 0 0,0 1 0 0 0,0-1 1 0 0,0 0-1 0 0,0 1 1 0 0,0-1-1 0 0,0 0 1 0 0,0 1-1 0 0,0-1 1 0 0,0 0-1 0 0,0 0 1 0 0,0 1-1 0 0,0-1 1 0 0,1 0-1 0 0,-1 0 1 0 0,0 1-1 0 0,0-1 1 0 0,0 0-1 0 0,0 0 0 0 0,1 1 1 0 0,-1-1-1 0 0,0 0 1 0 0,0 0-1 0 0,1 1 1 0 0,18-9 2377 0 0,22-18-1394 0 0,-16 3-840 0 0,-13 12-259 0 0,0 0 1 0 0,1 1-1 0 0,1 0 0 0 0,25-14 0 0 0,-38 24-15 0 0,-1-1 1 0 0,0 1-1 0 0,1 0 0 0 0,-1-1 1 0 0,1 1-1 0 0,-1 0 0 0 0,1 0 0 0 0,-1 0 1 0 0,1 0-1 0 0,-1 0 0 0 0,1-1 0 0 0,-1 1 1 0 0,1 0-1 0 0,-1 0 0 0 0,1 0 0 0 0,-1 0 1 0 0,1 0-1 0 0,-1 1 0 0 0,1-1 1 0 0,-1 0-1 0 0,1 0 0 0 0,-1 0 0 0 0,1 0 1 0 0,-1 0-1 0 0,1 1 0 0 0,-1-1 0 0 0,1 0 1 0 0,-1 0-1 0 0,0 1 0 0 0,1-1 0 0 0,-1 0 1 0 0,1 1-1 0 0,-1-1 0 0 0,1 1 1 0 0,2 20 11 0 0,-12 25 249 0 0,9-44-242 0 0,-11 33 292 0 0,-8 39-25 0 0,18-68-246 0 0,0 0-1 0 0,1 0 0 0 0,0 0 1 0 0,-1 0-1 0 0,2 0 0 0 0,-1 0 1 0 0,1 0-1 0 0,0 0 1 0 0,3 12-1 0 0,-2-16-21 0 0,-1-1 0 0 0,0 1 0 0 0,0 0 1 0 0,0 0-1 0 0,1-1 0 0 0,-1 1 0 0 0,1-1 0 0 0,0 1 0 0 0,-1-1 0 0 0,1 0 1 0 0,0 0-1 0 0,0 1 0 0 0,0-1 0 0 0,0 0 0 0 0,-1-1 0 0 0,1 1 0 0 0,1 0 0 0 0,-1-1 1 0 0,0 1-1 0 0,0-1 0 0 0,0 1 0 0 0,0-1 0 0 0,0 0 0 0 0,0 0 0 0 0,1 0 1 0 0,-1 0-1 0 0,0 0 0 0 0,0-1 0 0 0,0 1 0 0 0,0-1 0 0 0,0 1 0 0 0,0-1 0 0 0,0 0 1 0 0,4-1-1 0 0,2-1 28 0 0,0 0-1 0 0,0-1 1 0 0,-1 1 0 0 0,1-1 0 0 0,-1-1 0 0 0,0 1-1 0 0,11-10 1 0 0,20-36 169 0 0,-37 48-189 0 0,1 1 0 0 0,-1-1 0 0 0,0 0 0 0 0,0 0 0 0 0,0 0 0 0 0,0 0 0 0 0,0 0 0 0 0,0 0 0 0 0,0-1 0 0 0,-1 1 0 0 0,1 0 0 0 0,-1 0 0 0 0,0 0 0 0 0,1-1 0 0 0,-1 1 0 0 0,0 0 0 0 0,0 0 0 0 0,-1-1 0 0 0,1 1 0 0 0,0 0 0 0 0,-1 0 0 0 0,1 0 0 0 0,-1 0 0 0 0,-1-4 0 0 0,0 5 8 0 0,1 0 0 0 0,-1 0 1 0 0,0 0-1 0 0,1 0 0 0 0,-1 0 0 0 0,0 1 0 0 0,1-1 0 0 0,-1 1 1 0 0,0-1-1 0 0,0 1 0 0 0,1-1 0 0 0,-1 1 0 0 0,0 0 1 0 0,0 0-1 0 0,0 0 0 0 0,1 0 0 0 0,-1 0 0 0 0,0 1 1 0 0,0-1-1 0 0,0 1 0 0 0,1-1 0 0 0,-3 1 0 0 0,-45 17-219 0 0,35-13-157 0 0,3 0-242 0 0,8-3 163 0 0,1 0 1 0 0,-1-1-1 0 0,0 1 0 0 0,0-1 0 0 0,0 0 0 0 0,0 0 1 0 0,0 0-1 0 0,0-1 0 0 0,0 1 0 0 0,0-1 1 0 0,-1 0-1 0 0,-3 0 0 0 0,10-11-3521 0 0,12-8 2456 0 0,18-21 347 0 0,16-18 1064 0 0,5 6 3903 0 0,-53 51-3664 0 0,-1 1-1 0 0,0 0 0 0 0,1-1 1 0 0,-1 1-1 0 0,1 0 0 0 0,-1-1 0 0 0,0 1 1 0 0,1 0-1 0 0,-1-1 0 0 0,1 1 0 0 0,-1 0 1 0 0,0 0-1 0 0,1 0 0 0 0,-1-1 0 0 0,1 1 1 0 0,-1 0-1 0 0,1 0 0 0 0,-1 0 1 0 0,1 0-1 0 0,-1 0 0 0 0,1 0 0 0 0,-1 0 1 0 0,1 0-1 0 0,-1 0 0 0 0,1 0 0 0 0,-1 0 1 0 0,1 0-1 0 0,-1 0 0 0 0,1 1 1 0 0,-1-1-1 0 0,1 0 0 0 0,-1 0 0 0 0,1 0 1 0 0,-1 1-1 0 0,0-1 0 0 0,1 0 0 0 0,-1 1 1 0 0,1-1-1 0 0,-1 0 0 0 0,0 1 1 0 0,1-1-1 0 0,7 27 2689 0 0,-9 33-1099 0 0,-2-32-1191 0 0,1-21-504 0 0,1 1-1 0 0,0-1 1 0 0,0 0 0 0 0,1 1 0 0 0,0-1 0 0 0,0 1-1 0 0,1-1 1 0 0,0 0 0 0 0,0 1 0 0 0,0-1-1 0 0,3 7 1 0 0,-3-13-73 0 0,-1-1 1 0 0,1 1-1 0 0,0-1 1 0 0,-1 0-1 0 0,1 1 1 0 0,-1-1-1 0 0,1 0 0 0 0,0 1 1 0 0,-1-1-1 0 0,1 0 1 0 0,0 0-1 0 0,0 0 0 0 0,-1 0 1 0 0,1 1-1 0 0,0-1 1 0 0,-1 0-1 0 0,1 0 0 0 0,0 0 1 0 0,0-1-1 0 0,-1 1 1 0 0,1 0-1 0 0,0 0 0 0 0,-1 0 1 0 0,1 0-1 0 0,0-1 1 0 0,-1 1-1 0 0,1 0 0 0 0,0 0 1 0 0,-1-1-1 0 0,1 1 1 0 0,-1-1-1 0 0,1 1 1 0 0,0-1-1 0 0,-1 1 0 0 0,1-1 1 0 0,-1 1-1 0 0,0-1 1 0 0,1 1-1 0 0,-1-1 0 0 0,1 1 1 0 0,-1-1-1 0 0,0 0 1 0 0,1 0-1 0 0,23-29-1134 0 0,-24 29 1123 0 0,14-22-331 0 0,0-2-1 0 0,-2 1 1 0 0,-1-2 0 0 0,-1 0 0 0 0,-1 0-1 0 0,7-39 1 0 0,-17 79 1091 0 0,0 0 0 0 0,0 0 0 0 0,1 0 0 0 0,1 0 0 0 0,4 23 0 0 0,6 24-2038 0 0,3-4-5325 0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52:31.69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90 0 4169 0 0,'-5'8'1278'0'0,"-6"10"959"0"0,2-1 0 0 0,0 2 0 0 0,-13 37 0 0 0,21-52-2026 0 0,0 0 0 0 0,1 0 1 0 0,-1 0-1 0 0,1 0 0 0 0,-1 0 0 0 0,1 0 0 0 0,0 0 1 0 0,1 0-1 0 0,-1 0 0 0 0,1 0 0 0 0,1 7 0 0 0,-1-9-161 0 0,0 0-1 0 0,1 0 1 0 0,-1 0-1 0 0,0 0 1 0 0,1 0-1 0 0,-1 0 0 0 0,1 0 1 0 0,-1-1-1 0 0,1 1 1 0 0,0 0-1 0 0,0-1 1 0 0,0 0-1 0 0,0 1 1 0 0,0-1-1 0 0,0 0 0 0 0,0 0 1 0 0,0 0-1 0 0,0 0 1 0 0,1 0-1 0 0,-1-1 1 0 0,4 1-1 0 0,-1 0-4 0 0,0 0 0 0 0,0-1-1 0 0,0 0 1 0 0,0 0 0 0 0,0-1 0 0 0,0 1-1 0 0,0-1 1 0 0,0 0 0 0 0,0 0 0 0 0,0-1-1 0 0,-1 0 1 0 0,1 1 0 0 0,0-2-1 0 0,-1 1 1 0 0,1 0 0 0 0,-1-1 0 0 0,0 0-1 0 0,0 0 1 0 0,0 0 0 0 0,0-1 0 0 0,-1 1-1 0 0,5-5 1 0 0,-5 4-4 0 0,0 0 0 0 0,0 0-1 0 0,0 0 1 0 0,0 0 0 0 0,0 0 0 0 0,-1 0-1 0 0,0-1 1 0 0,0 1 0 0 0,0-1 0 0 0,0 1-1 0 0,-1-1 1 0 0,0 0 0 0 0,0 0 0 0 0,0 0-1 0 0,-1 0 1 0 0,1 1 0 0 0,-1-1 0 0 0,0 0 0 0 0,-1 0-1 0 0,1 0 1 0 0,-1 0 0 0 0,0 0 0 0 0,-1-5-1 0 0,0 7-13 0 0,0 0-1 0 0,0 0 1 0 0,0-1 0 0 0,-1 2-1 0 0,1-1 1 0 0,-1 0 0 0 0,1 0-1 0 0,-1 1 1 0 0,0-1-1 0 0,0 1 1 0 0,0 0 0 0 0,0 0-1 0 0,-1 0 1 0 0,1 0-1 0 0,0 1 1 0 0,-1-1 0 0 0,1 1-1 0 0,-1 0 1 0 0,0 0-1 0 0,1 0 1 0 0,-1 0 0 0 0,0 1-1 0 0,0 0 1 0 0,1-1-1 0 0,-1 1 1 0 0,0 1 0 0 0,0-1-1 0 0,1 1 1 0 0,-1-1 0 0 0,-6 3-1 0 0,3-2-357 0 0,1 1 1 0 0,-1 0-1 0 0,1 0 0 0 0,0 1 1 0 0,0-1-1 0 0,0 2 0 0 0,-10 5 1 0 0,12-6-316 0 0,1-1 0 0 0,0 0 1 0 0,1 1-1 0 0,-1 0 0 0 0,0-1 1 0 0,1 1-1 0 0,0 0 1 0 0,-1 0-1 0 0,1 1 0 0 0,0-1 1 0 0,1 0-1 0 0,-1 1 0 0 0,-1 5 1 0 0,3-9 566 0 0,-1 0 1 0 0,1 0 0 0 0,0 0-1 0 0,0 1 1 0 0,0-1 0 0 0,0 0-1 0 0,0 0 1 0 0,0 1 0 0 0,0-1-1 0 0,-1 0 1 0 0,1 0 0 0 0,0 0-1 0 0,0 1 1 0 0,0-1 0 0 0,0 0-1 0 0,-1 0 1 0 0,1 0 0 0 0,0 0-1 0 0,0 0 1 0 0,0 1 0 0 0,-1-1-1 0 0,1 0 1 0 0,0 0 0 0 0,0 0-1 0 0,-1 0 1 0 0,1 0 0 0 0,0 0 0 0 0,0 0-1 0 0,-1 0 1 0 0,1 0 0 0 0,0 0-1 0 0,0 0 1 0 0,-1 0 0 0 0,1 0-1 0 0,0 0 1 0 0,0 0 0 0 0,0 0-1 0 0,-1 0 1 0 0,1 0 0 0 0,0 0-1 0 0,0 0 1 0 0,-1-1 0 0 0,1 1-1 0 0,0 0 1 0 0,0 0 0 0 0,0 0-1 0 0,-1 0 1 0 0,1 0 0 0 0,0-1-1 0 0,0 1 1 0 0,0 0 0 0 0,0 0-1 0 0,-1 0 1 0 0,1-1 0 0 0,0 1-1 0 0,0 0 1 0 0,-2-2-670 0 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52:32.02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23 0 4929 0 0,'-6'3'2305'0'0,"2"5"-537"0"0,-2 2-248 0 0,3 3-55 0 0,1-1-209 0 0,2 1-320 0 0,-1 4-312 0 0,1 0-208 0 0,1 0-176 0 0,1-1-120 0 0,1 1-112 0 0,0-2-256 0 0,3 1-480 0 0,-2-3-552 0 0,1-2-545 0 0,-2-2-575 0 0,0-3-305 0 0,3 8-1784 0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52:32.38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0 143 5977 0 0,'4'-1'614'0'0,"-1"1"1"0"0,1-1-1 0 0,0 0 0 0 0,-1 0 0 0 0,0-1 0 0 0,1 1 0 0 0,-1 0 0 0 0,0-1 0 0 0,0 0 0 0 0,0 0 1 0 0,0 0-1 0 0,0 0 0 0 0,3-4 0 0 0,38-38 521 0 0,-32 31-666 0 0,-1 1-373 0 0,-6 6-69 0 0,0 0 1 0 0,0 1-1 0 0,0 0 0 0 0,1 0 1 0 0,0 0-1 0 0,0 1 0 0 0,0-1 1 0 0,10-4-1 0 0,-15 9-25 0 0,0 1-1 0 0,-1-1 1 0 0,1 0 0 0 0,-1 1 0 0 0,1-1 0 0 0,-1 0-1 0 0,1 1 1 0 0,-1-1 0 0 0,0 1 0 0 0,1-1-1 0 0,-1 1 1 0 0,1-1 0 0 0,-1 1 0 0 0,0-1 0 0 0,1 1-1 0 0,-1-1 1 0 0,0 1 0 0 0,0-1 0 0 0,1 1 0 0 0,-1-1-1 0 0,0 1 1 0 0,0 0 0 0 0,0-1 0 0 0,0 1-1 0 0,0 0 1 0 0,0-1 0 0 0,0 1 0 0 0,0-1 0 0 0,0 1-1 0 0,0 0 1 0 0,0-1 0 0 0,0 1 0 0 0,0-1 0 0 0,-1 1-1 0 0,1 0 1 0 0,0-1 0 0 0,0 1 0 0 0,-1 0-1 0 0,-5 33 121 0 0,6-31-114 0 0,-7 29 67 0 0,1-12-52 0 0,2 1 0 0 0,-2 25 0 0 0,6-42-21 0 0,0 1 0 0 0,0-1 0 0 0,0 1 1 0 0,0-1-1 0 0,1 1 0 0 0,-1-1 0 0 0,1 1 0 0 0,0-1 0 0 0,1 0 1 0 0,-1 1-1 0 0,1-1 0 0 0,-1 0 0 0 0,1 0 0 0 0,1 0 1 0 0,-1 0-1 0 0,3 3 0 0 0,-3-5 10 0 0,-1-1 0 0 0,1 1 0 0 0,0-1 0 0 0,0 1 0 0 0,-1-1 0 0 0,1 0 0 0 0,0 0 1 0 0,0 0-1 0 0,0 0 0 0 0,0 0 0 0 0,0 0 0 0 0,0-1 0 0 0,1 1 0 0 0,-1-1 0 0 0,0 1 0 0 0,0-1 0 0 0,0 0 0 0 0,0 0 0 0 0,1 0 0 0 0,-1 0 0 0 0,0 0 1 0 0,0 0-1 0 0,0-1 0 0 0,1 1 0 0 0,-1-1 0 0 0,0 1 0 0 0,0-1 0 0 0,0 0 0 0 0,0 0 0 0 0,0 0 0 0 0,0 0 0 0 0,0 0 0 0 0,0-1 0 0 0,-1 1 1 0 0,1 0-1 0 0,0-1 0 0 0,-1 1 0 0 0,1-1 0 0 0,1-2 0 0 0,2-1 37 0 0,0-1 0 0 0,0 0 0 0 0,-1 0 0 0 0,1 0 0 0 0,-1 0 0 0 0,-1-1 0 0 0,1 1 0 0 0,-1-1 0 0 0,0 0 0 0 0,2-10-1 0 0,-4 13-32 0 0,0 0 0 0 0,-1 0 0 0 0,0-1-1 0 0,0 1 1 0 0,0 0 0 0 0,0 0-1 0 0,-1 0 1 0 0,1 0 0 0 0,-1 0 0 0 0,0 0-1 0 0,-1 0 1 0 0,1 0 0 0 0,-1 0 0 0 0,1 0-1 0 0,-1 0 1 0 0,0 1 0 0 0,0-1-1 0 0,-4-3 1 0 0,5 5-69 0 0,-1 0-1 0 0,0 0 0 0 0,0 1 1 0 0,0-1-1 0 0,0 1 1 0 0,0-1-1 0 0,0 1 1 0 0,0 0-1 0 0,-1 0 1 0 0,1 0-1 0 0,0 0 0 0 0,-1 0 1 0 0,1 1-1 0 0,0-1 1 0 0,-1 1-1 0 0,1-1 1 0 0,-1 1-1 0 0,1 0 1 0 0,-1 0-1 0 0,1 0 0 0 0,-1 0 1 0 0,1 1-1 0 0,-1-1 1 0 0,1 0-1 0 0,-1 1 1 0 0,1 0-1 0 0,0 0 1 0 0,-1 0-1 0 0,1 0 0 0 0,-4 2 1 0 0,-19 14-1703 0 0,-11 4-5259 0 0,27-26 3023 0 0,0-11 2958 0 0,9 16 741 0 0,-1-9-1658 0 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52:32.72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4345 0 0,'1'17'8252'0'0,"1"4"-3955"0"0,10 50-3319 0 0,-7-41-119 0 0,12 38-939 0 0,0-35-2266 0 0,6-11-5285 0 0,-23-22 7505 0 0,1 0 0 0 0,-1 0 1 0 0,0-1-1 0 0,0 1 0 0 0,0 0 0 0 0,1 0 0 0 0,-1 0 1 0 0,0 0-1 0 0,0 0 0 0 0,0 0 0 0 0,0-1 0 0 0,0 1 1 0 0,1 0-1 0 0,-1 0 0 0 0,0 0 0 0 0,0 0 1 0 0,0-1-1 0 0,0 1 0 0 0,0 0 0 0 0,0 0 0 0 0,0 0 1 0 0,1-1-1 0 0,-1 1 0 0 0,0 0 0 0 0,0 0 0 0 0,0 0 1 0 0,0-1-1 0 0,0 1 0 0 0,0 0 0 0 0,0 0 1 0 0,0-1-1 0 0,0 1 0 0 0,0 0 0 0 0,0 0 0 0 0,-1 0 1 0 0,1-1-1 0 0,0 1 0 0 0,0 0 0 0 0,0 0 0 0 0,0 0 1 0 0,0-1-1 0 0,0 0-352 0 0,1-3-1755 0 0</inkml:trace>
  <inkml:trace contextRef="#ctx0" brushRef="#br0" timeOffset="1">63 151 3601 0 0,'0'-1'455'0'0,"0"0"-1"0"0,0 0 1 0 0,-1-1 0 0 0,1 1 0 0 0,0 0 0 0 0,0 0-1 0 0,0-1 1 0 0,1 1 0 0 0,-1 0 0 0 0,0 0 0 0 0,0-1-1 0 0,1 1 1 0 0,-1 0 0 0 0,0 0 0 0 0,1 0 0 0 0,-1 0-1 0 0,1 0 1 0 0,0 0 0 0 0,-1-1 0 0 0,1 1 0 0 0,0 1-1 0 0,0-2 1 0 0,29-22 2697 0 0,-21 19-3459 0 0,1 1 0 0 0,-1 0-1 0 0,1 0 1 0 0,0 1-1 0 0,10-2 1 0 0,-20 5 227 0 0,15-1-2453 0 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52:33.10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1 102 4281 0 0,'38'-44'5456'0'0,"-27"33"-4819"0"0,1 1 0 0 0,0 1 0 0 0,24-15 0 0 0,-36 23-634 0 0,0 1 0 0 0,1 0 0 0 0,-1 0 0 0 0,0-1 0 0 0,1 1 0 0 0,-1 0 0 0 0,0 0 0 0 0,1 0 0 0 0,-1 0 0 0 0,0-1 0 0 0,1 1 0 0 0,-1 0 0 0 0,0 0 1 0 0,1 0-1 0 0,-1 0 0 0 0,0 0 0 0 0,1 0 0 0 0,-1 0 0 0 0,0 0 0 0 0,1 0 0 0 0,-1 0 0 0 0,1 0 0 0 0,-1 0 0 0 0,0 0 0 0 0,1 0 0 0 0,-1 0 0 0 0,0 0 0 0 0,1 0 0 0 0,-1 1 0 0 0,0-1 0 0 0,1 0 0 0 0,-1 0 0 0 0,0 0 0 0 0,1 1 0 0 0,-1-1 0 0 0,0 0 0 0 0,0 0 0 0 0,1 1 0 0 0,-1-1 0 0 0,0 0 0 0 0,0 1 0 0 0,1-1 0 0 0,-1 0 0 0 0,0 0 0 0 0,0 1 0 0 0,0-1 0 0 0,1 1 0 0 0,-2 25 31 0 0,-13 27 171 0 0,4-27 141 0 0,6-21-193 0 0,1 1 1 0 0,1 0-1 0 0,-1 0 1 0 0,1 0-1 0 0,0 0 1 0 0,1 0-1 0 0,-1 1 1 0 0,1-1-1 0 0,0 0 0 0 0,1 1 1 0 0,0-1-1 0 0,0 1 1 0 0,1 8-1 0 0,-1-14-129 0 0,1-1 0 0 0,0 1 0 0 0,-1-1 0 0 0,1 1 0 0 0,-1-1 0 0 0,1 1 0 0 0,0-1 0 0 0,-1 0 0 0 0,1 1 0 0 0,0-1 0 0 0,0 0 0 0 0,-1 0 0 0 0,1 1 0 0 0,0-1 0 0 0,0 0 0 0 0,-1 0 0 0 0,1 0 0 0 0,0 0 0 0 0,0 0 0 0 0,-1 0 0 0 0,1 0 0 0 0,0 0 0 0 0,0 0 0 0 0,-1 0 0 0 0,1 0 0 0 0,0-1 0 0 0,0 1 0 0 0,-1 0 0 0 0,1-1 0 0 0,0 1 0 0 0,-1 0 0 0 0,1-1 0 0 0,0 1 0 0 0,-1-1 0 0 0,1 1 0 0 0,0-1 0 0 0,-1 1 0 0 0,1-1 0 0 0,0 0 0 0 0,28-22 171 0 0,-28 23-183 0 0,66-65-2211 0 0,-54 51-837 0 0,-1-1-1 0 0,20-30 0 0 0,-22 29-552 0 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52:33.46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182 1 4393 0 0,'-4'1'773'0'0,"0"1"1"0"0,0 0 0 0 0,1 0-1 0 0,-1 0 1 0 0,1 0-1 0 0,-1 1 1 0 0,-4 4-1 0 0,-22 28 2120 0 0,-15 43-777 0 0,44-76-2028 0 0,-6 11 151 0 0,-38 83 918 0 0,41-85-1114 0 0,1-1-1 0 0,-1 1 1 0 0,2 0-1 0 0,0 0 1 0 0,0 0-1 0 0,1 0 1 0 0,0 16-1 0 0,1-26-71 0 0,0-1-1 0 0,-1 1 0 0 0,1 0 0 0 0,0 0 0 0 0,0 0 1 0 0,0 0-1 0 0,0 0 0 0 0,0 0 0 0 0,1 0 1 0 0,-1 0-1 0 0,0 0 0 0 0,0 0 0 0 0,1 0 0 0 0,-1 0 1 0 0,0 0-1 0 0,1 0 0 0 0,-1 0 0 0 0,1-1 0 0 0,-1 1 1 0 0,1 0-1 0 0,0 0 0 0 0,-1 0 0 0 0,1-1 1 0 0,0 1-1 0 0,-1 0 0 0 0,1-1 0 0 0,0 1 0 0 0,0-1 1 0 0,0 1-1 0 0,-1-1 0 0 0,1 1 0 0 0,0-1 1 0 0,0 0-1 0 0,0 1 0 0 0,0-1 0 0 0,0 0 0 0 0,0 0 1 0 0,0 1-1 0 0,0-1 0 0 0,0 0 0 0 0,0 0 0 0 0,0 0 1 0 0,0 0-1 0 0,0 0 0 0 0,0-1 0 0 0,0 1 1 0 0,0 0-1 0 0,0 0 0 0 0,-1-1 0 0 0,1 1 0 0 0,0 0 1 0 0,0-1-1 0 0,0 1 0 0 0,0-1 0 0 0,0 1 0 0 0,-1-1 1 0 0,2 0-1 0 0,8-5-553 0 0,0-1 0 0 0,-1 0 0 0 0,15-14 0 0 0,-19 17 347 0 0,17-16-1484 0 0,-1-1 0 0 0,30-37-1 0 0,-43 47 948 0 0,0-1-1 0 0,-1 0 1 0 0,0 0-1 0 0,-1 0 0 0 0,0-1 1 0 0,-1 1-1 0 0,5-25 1 0 0,0 14-717 0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52:33.81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84 55 2272 0 0,'-2'0'333'0'0,"1"0"0"0"0,-1 1 0 0 0,1-1 0 0 0,0 1-1 0 0,-1-1 1 0 0,1 1 0 0 0,0 0 0 0 0,-1-1-1 0 0,1 1 1 0 0,0 0 0 0 0,0 0 0 0 0,0 0 0 0 0,0 0-1 0 0,0 0 1 0 0,0 0 0 0 0,0 0 0 0 0,0 1-1 0 0,0-1 1 0 0,0 0 0 0 0,1 0 0 0 0,-1 1-1 0 0,0 1 1 0 0,-15 38 3246 0 0,12-30-2458 0 0,3-7-897 0 0,-27 83 3318 0 0,26-78-3405 0 0,0 1 0 0 0,0-1 1 0 0,1 1-1 0 0,0-1 0 0 0,0 1 0 0 0,1 0 0 0 0,2 11 0 0 0,-3-20-168 0 0,1-1-1 0 0,1 1 0 0 0,-1-1 1 0 0,0 1-1 0 0,0-1 0 0 0,0 1 1 0 0,0-1-1 0 0,0 0 0 0 0,0 1 1 0 0,0-1-1 0 0,1 1 0 0 0,-1-1 1 0 0,0 1-1 0 0,0-1 0 0 0,1 0 1 0 0,-1 1-1 0 0,0-1 0 0 0,1 1 1 0 0,-1-1-1 0 0,0 0 0 0 0,1 1 1 0 0,-1-1-1 0 0,0 0 0 0 0,1 0 1 0 0,-1 1-1 0 0,1-1 0 0 0,-1 0 1 0 0,1 0-1 0 0,-1 0 0 0 0,0 1 1 0 0,1-1-1 0 0,-1 0 0 0 0,1 0 1 0 0,0 0-1 0 0,17-9-1468 0 0,12-23-1243 0 0,-13 7 488 0 0,-1 0 1 0 0,23-52-1 0 0,-26 49 2103 0 0,2 0 1 0 0,25-37-1 0 0,-49 84 6284 0 0,-2 23-3159 0 0,3-8-1532 0 0,0-10-712 0 0,4-15-596 0 0,0 1 1 0 0,0 0-1 0 0,2 0 1 0 0,-1 0-1 0 0,1 0 0 0 0,1 0 1 0 0,0 1-1 0 0,0 17 1 0 0,27-69-1788 0 0,-18 24 1307 0 0,48-90-949 0 0,-50 96 1282 0 0,2 0 1 0 0,0 0-1 0 0,0 0 1 0 0,1 1-1 0 0,0 1 1 0 0,18-16-1 0 0,-26 24 47 0 0,-1 1 0 0 0,0 0 0 0 0,1-1-1 0 0,-1 1 1 0 0,1 0 0 0 0,-1 0 0 0 0,1-1-1 0 0,-1 1 1 0 0,0 0 0 0 0,1 0-1 0 0,-1-1 1 0 0,1 1 0 0 0,-1 0 0 0 0,1 0-1 0 0,-1 0 1 0 0,1 0 0 0 0,-1 0 0 0 0,1 0-1 0 0,-1 0 1 0 0,1 0 0 0 0,-1 0 0 0 0,1 0-1 0 0,-1 0 1 0 0,1 0 0 0 0,-1 0-1 0 0,1 0 1 0 0,-1 1 0 0 0,1-1 0 0 0,-1 0-1 0 0,1 0 1 0 0,-1 0 0 0 0,1 1 0 0 0,-1-1-1 0 0,1 1 1 0 0,7 19 1238 0 0,-7 33 604 0 0,-1-49-1771 0 0,-6 73 1072 0 0,3-54-1370 0 0,0 0 1 0 0,2 0 0 0 0,1 0 0 0 0,3 26-1 0 0,1-61-7671 0 0,3-21 1735 0 0,-3 12 1501 0 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52:35.20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0 206 5065 0 0,'1'-3'484'0'0,"-1"0"1"0"0,1 1-1 0 0,0-1 1 0 0,0 1-1 0 0,0 0 0 0 0,0-1 1 0 0,0 1-1 0 0,1 0 1 0 0,-1-1-1 0 0,1 1 1 0 0,-1 0-1 0 0,1 0 0 0 0,0 0 1 0 0,3-2-1 0 0,32-28 1519 0 0,-28 26-1581 0 0,18-17-179 0 0,72-52-27 0 0,-89 69-1132 0 0,-1 0-1 0 0,1 1 0 0 0,0 1 1 0 0,0 0-1 0 0,11-4 0 0 0,-30 20-5306 0 0,-18 14 4886 0 0,-28 24 473 0 0,10 3 4429 0 0,39-45-2737 0 0,1 1 0 0 0,0-1 0 0 0,1 1 0 0 0,0 1 0 0 0,0-1 0 0 0,1 1 0 0 0,0-1 0 0 0,1 1 0 0 0,0 0 0 0 0,1 0-1 0 0,0 0 1 0 0,0 13 0 0 0,7 48 1105 0 0,-5-68-1997 0 0,-1 0 1 0 0,0-1-1 0 0,1 1 1 0 0,-1-1-1 0 0,1 1 0 0 0,0 0 1 0 0,0-1-1 0 0,0 1 1 0 0,0-1-1 0 0,1 0 0 0 0,-1 1 1 0 0,0-1-1 0 0,1 0 1 0 0,0 0-1 0 0,-1 0 0 0 0,1 0 1 0 0,0 0-1 0 0,0 0 1 0 0,0-1-1 0 0,0 1 0 0 0,1-1 1 0 0,-1 1-1 0 0,0-1 1 0 0,3 1-1 0 0,-3-1-171 0 0,-1-1 0 0 0,1 0 0 0 0,-1 0 1 0 0,1-1-1 0 0,-1 1 0 0 0,1 0 0 0 0,-1 0 0 0 0,1-1 0 0 0,-1 1 0 0 0,0-1 1 0 0,1 1-1 0 0,-1-1 0 0 0,0 0 0 0 0,1 1 0 0 0,-1-1 0 0 0,0 0 0 0 0,0 0 1 0 0,1 0-1 0 0,-1 0 0 0 0,0 0 0 0 0,0 0 0 0 0,0 0 0 0 0,-1 0 0 0 0,1-1 0 0 0,0 1 1 0 0,0 0-1 0 0,0 0 0 0 0,-1-1 0 0 0,1 1 0 0 0,-1-1 0 0 0,1 1 0 0 0,-1 0 1 0 0,0-1-1 0 0,1 1 0 0 0,-1-2 0 0 0,5-49-5033 0 0,-2 29 3317 0 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52:35.60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140 0 2353 0 0,'-2'2'586'0'0,"1"1"1"0"0,0-1-1 0 0,0 0 1 0 0,0 0-1 0 0,0 1 1 0 0,1-1-1 0 0,-1 0 1 0 0,1 1-1 0 0,-1-1 1 0 0,1 0-1 0 0,0 1 1 0 0,0-1-1 0 0,0 1 1 0 0,0-1-1 0 0,1 5 1 0 0,7 41 1231 0 0,-7-42-1458 0 0,7 25 184 0 0,3 25-4518 0 0,-11-52 3503 0 0,0 0 0 0 0,0-1 1 0 0,-1 1-1 0 0,1-1 0 0 0,-1 1 0 0 0,0-1 0 0 0,0 1 0 0 0,0-1 0 0 0,0 0 0 0 0,-1 0 1 0 0,0 1-1 0 0,1-1 0 0 0,-1 0 0 0 0,-4 4 0 0 0,-3 5-749 0 0,0 2-470 0 0</inkml:trace>
  <inkml:trace contextRef="#ctx0" brushRef="#br0" timeOffset="1">83 317 1504 0 0,'-17'15'1543'0'0,"-28"27"3380"0"0,43-40-4452 0 0,0 0 0 0 0,0 0 0 0 0,0 1 0 0 0,1-1 0 0 0,-1 0 0 0 0,1 1 0 0 0,-1 0 0 0 0,1-1 0 0 0,0 1 0 0 0,0 0 0 0 0,0-1 0 0 0,0 1 0 0 0,1 0 0 0 0,-1 0 0 0 0,1 0 0 0 0,-1 4 0 0 0,1-7-415 0 0,0 1 1 0 0,0-1 0 0 0,1 0-1 0 0,-1 1 1 0 0,0-1-1 0 0,0 1 1 0 0,0-1 0 0 0,0 0-1 0 0,0 1 1 0 0,0-1-1 0 0,0 0 1 0 0,1 1 0 0 0,-1-1-1 0 0,0 0 1 0 0,0 1 0 0 0,1-1-1 0 0,-1 0 1 0 0,0 0-1 0 0,0 1 1 0 0,1-1 0 0 0,-1 0-1 0 0,0 0 1 0 0,1 1-1 0 0,-1-1 1 0 0,0 0 0 0 0,1 0-1 0 0,-1 0 1 0 0,0 1 0 0 0,1-1-1 0 0,-1 0 1 0 0,0 0-1 0 0,1 0 1 0 0,-1 0 0 0 0,1 0-1 0 0,17-5 706 0 0,13-15-378 0 0,2-6-1873 0 0,52-55-1 0 0,-68 63-792 0 0,-1-1 0 0 0,-1-1 0 0 0,-1-1 0 0 0,17-31-1 0 0,-20 35 675 0 0,7 8-658 0 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52:35.95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145 1 2729 0 0,'-1'15'7586'0'0,"3"28"-4049"0"0,-1-31-2582 0 0,7 61 299 0 0,-2-27-2504 0 0,-4 0-3728 0 0,-6-32 1610 0 0,-1-9 1329 0 0,3 7-1275 0 0</inkml:trace>
  <inkml:trace contextRef="#ctx0" brushRef="#br0" timeOffset="1">7 502 5409 0 0,'0'0'195'0'0,"-1"-1"0"0"0,1 1 1 0 0,0 0-1 0 0,-1 0 0 0 0,1 0 0 0 0,0 0 0 0 0,-1-1 0 0 0,1 1 0 0 0,0 0 1 0 0,-1 0-1 0 0,1 0 0 0 0,0-1 0 0 0,0 1 0 0 0,-1 0 0 0 0,1-1 0 0 0,0 1 0 0 0,0 0 1 0 0,0 0-1 0 0,0-1 0 0 0,-1 1 0 0 0,1 0 0 0 0,0-1 0 0 0,0 1 0 0 0,0 0 1 0 0,0-1-1 0 0,0 1 0 0 0,0 0 0 0 0,0-1 0 0 0,0 1 0 0 0,0-1 0 0 0,0 0 1 0 0,6-14 2353 0 0,15-13-1368 0 0,-19 25-750 0 0,21-23 553 0 0,31-29-1 0 0,-46 47-932 0 0,1 1 1 0 0,-1 1-1 0 0,1-1 0 0 0,1 1 1 0 0,-1 1-1 0 0,1 0 0 0 0,0 0 1 0 0,13-4-1 0 0,-22 9-49 0 0,-1 0 0 0 0,1-1 0 0 0,0 1 1 0 0,-1 0-1 0 0,1 0 0 0 0,0 0 0 0 0,-1 0 0 0 0,1 0 1 0 0,0 0-1 0 0,0 0 0 0 0,-1 0 0 0 0,1 0 0 0 0,0 0 1 0 0,-1 0-1 0 0,1 0 0 0 0,0 1 0 0 0,-1-1 0 0 0,1 0 1 0 0,0 0-1 0 0,-1 1 0 0 0,1-1 0 0 0,-1 0 0 0 0,1 1 1 0 0,0-1-1 0 0,-1 1 0 0 0,1-1 0 0 0,-1 1 0 0 0,1-1 0 0 0,-1 1 1 0 0,1 0-1 0 0,3 23 122 0 0,-16 27 123 0 0,-8-3 47 0 0,14-37-206 0 0,0 0 0 0 0,1 1 1 0 0,1 0-1 0 0,0 0 0 0 0,1 0 0 0 0,0 0 1 0 0,-1 16-1 0 0,4-28-89 0 0,0 0-1 0 0,0 0 1 0 0,0 1-1 0 0,0-1 1 0 0,0 0 0 0 0,0 1-1 0 0,0-1 1 0 0,0 0 0 0 0,0 1-1 0 0,0-1 1 0 0,0 0 0 0 0,0 1-1 0 0,0-1 1 0 0,0 0-1 0 0,1 0 1 0 0,-1 1 0 0 0,0-1-1 0 0,0 0 1 0 0,0 1 0 0 0,0-1-1 0 0,1 0 1 0 0,-1 0 0 0 0,0 0-1 0 0,0 1 1 0 0,1-1 0 0 0,-1 0-1 0 0,0 0 1 0 0,0 0-1 0 0,1 0 1 0 0,-1 1 0 0 0,0-1-1 0 0,1 0 1 0 0,-1 0 0 0 0,0 0-1 0 0,1 0 1 0 0,-1 0 0 0 0,0 0-1 0 0,0 0 1 0 0,1 0 0 0 0,-1 0-1 0 0,0 0 1 0 0,1 0-1 0 0,-1 0 1 0 0,1 0 0 0 0,20-9-249 0 0,15-17-777 0 0,37-41-3673 0 0,-46 35-985 0 0,36-52-1 0 0,-49 55 3620 0 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52:36.52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107 16 4697 0 0,'-4'1'778'0'0,"0"0"1"0"0,1 0-1 0 0,0 0 0 0 0,-1 1 0 0 0,1-1 1 0 0,0 1-1 0 0,0 0 0 0 0,0 0 1 0 0,0 0-1 0 0,0 0 0 0 0,-4 5 1 0 0,1-1-99 0 0,1 0 1 0 0,-1 0-1 0 0,1 1 1 0 0,-7 14 0 0 0,7-13-510 0 0,1 1 1 0 0,0 0 0 0 0,1-1-1 0 0,0 1 1 0 0,0 1 0 0 0,1-1-1 0 0,0 0 1 0 0,0 0-1 0 0,1 16 1 0 0,0-24-169 0 0,1 0 0 0 0,0 0 0 0 0,0 0 0 0 0,0 0 0 0 0,0 1 0 0 0,0-1 0 0 0,1 0 0 0 0,-1 0 1 0 0,0 0-1 0 0,0 0 0 0 0,1 0 0 0 0,-1 0 0 0 0,1 0 0 0 0,-1 0 0 0 0,1 0 0 0 0,-1 0 0 0 0,1 0 0 0 0,-1 0 0 0 0,1 0 0 0 0,0-1 0 0 0,0 1 0 0 0,-1 0 0 0 0,1 0 0 0 0,0-1 0 0 0,0 1 0 0 0,0 0 0 0 0,0-1 0 0 0,0 1 1 0 0,0-1-1 0 0,0 1 0 0 0,1 0 0 0 0,1-1-20 0 0,-1 0 0 0 0,1-1 0 0 0,-1 1 0 0 0,1-1 1 0 0,-1 1-1 0 0,1-1 0 0 0,-1 0 0 0 0,1 0 0 0 0,-1 0 0 0 0,0 0 1 0 0,1 0-1 0 0,3-3 0 0 0,7-5-216 0 0,-1 0 0 0 0,0-1 0 0 0,14-16 0 0 0,26-37-881 0 0,-48 57 966 0 0,0 1 0 0 0,0-2 0 0 0,-1 1 0 0 0,0 0 0 0 0,0-1 1 0 0,0 0-1 0 0,-1 1 0 0 0,0-1 0 0 0,2-9 0 0 0,-4 16 152 0 0,0-1 1 0 0,0 0 0 0 0,0 1-1 0 0,0-1 1 0 0,1 1-1 0 0,-1-1 1 0 0,0 1-1 0 0,0-1 1 0 0,0 0-1 0 0,0 1 1 0 0,-1-1-1 0 0,1 1 1 0 0,0-1-1 0 0,0 0 1 0 0,0 1-1 0 0,0-1 1 0 0,0 1-1 0 0,-1-1 1 0 0,1 1-1 0 0,0-1 1 0 0,-1 1-1 0 0,1-1 1 0 0,0 1-1 0 0,-1-1 1 0 0,1 1-1 0 0,-1-1 1 0 0,1 1-1 0 0,0 0 1 0 0,-1-1-1 0 0,1 1 1 0 0,-1 0-1 0 0,1-1 1 0 0,-1 1-1 0 0,1 0 1 0 0,-2-1-1 0 0,-22 8 231 0 0,-19 27 227 0 0,36-23-253 0 0,0-1 1 0 0,1 1-1 0 0,0 0 1 0 0,1 1-1 0 0,0 0 1 0 0,1-1-1 0 0,1 1 1 0 0,-1 1-1 0 0,2-1 1 0 0,0 0-1 0 0,0 1 1 0 0,1-1-1 0 0,1 17 1 0 0,0-15-45 0 0,1 0 0 0 0,0 0 0 0 0,1 0 0 0 0,1 0 0 0 0,0 0 1 0 0,1 0-1 0 0,0-1 0 0 0,1 1 0 0 0,0-1 0 0 0,1 0 0 0 0,12 18 0 0 0,-17-29-187 0 0,0 0 1 0 0,0 0-1 0 0,1-1 0 0 0,-1 1 0 0 0,0 0 0 0 0,1 0 1 0 0,-1-1-1 0 0,1 1 0 0 0,0-1 0 0 0,-1 1 0 0 0,1-1 0 0 0,0 0 1 0 0,0 1-1 0 0,0-1 0 0 0,0 0 0 0 0,0-1 0 0 0,0 1 1 0 0,0 0-1 0 0,0 0 0 0 0,1-1 0 0 0,-1 1 0 0 0,0-1 1 0 0,0 0-1 0 0,0 0 0 0 0,1 0 0 0 0,-1 0 0 0 0,4 0 0 0 0,-3-2-186 0 0,0 1-1 0 0,0-1 1 0 0,0 0 0 0 0,0 0-1 0 0,-1 0 1 0 0,1 0-1 0 0,-1 0 1 0 0,0-1-1 0 0,1 1 1 0 0,-1-1-1 0 0,0 0 1 0 0,0 1-1 0 0,-1-1 1 0 0,1 0-1 0 0,-1 0 1 0 0,1 0 0 0 0,-1 0-1 0 0,1-5 1 0 0,6-16-1758 0 0,-1-2 0 0 0,-1 1 0 0 0,-2-1-1 0 0,0 0 1 0 0,0-36 0 0 0,-4 41 1763 0 0,-1 0-1 0 0,0-1 1 0 0,-9-38-1 0 0,8 69 6461 0 0,-4 43-1185 0 0,8-15-3406 0 0,10 59 0 0 0,1 11-2599 0 0,-13-104 628 0 0,1-1 0 0 0,-1 1-1 0 0,0-1 1 0 0,-1 1 0 0 0,1-1 0 0 0,0 0-1 0 0,-1 1 1 0 0,1-1 0 0 0,-1 1 0 0 0,0-1-1 0 0,0 0 1 0 0,0 0 0 0 0,0 1 0 0 0,0-1 0 0 0,0 0-1 0 0,0 0 1 0 0,-1 0 0 0 0,1 0 0 0 0,-1 0-1 0 0,0-1 1 0 0,1 1 0 0 0,-1 0 0 0 0,0-1-1 0 0,-3 2 1 0 0,-3 1-572 0 0,0 0 1 0 0,0-1-1 0 0,-1 0 0 0 0,1 0 1 0 0,-14 2-1 0 0,-23 7 919 0 0,42-11 368 0 0,0 1 0 0 0,0-1 1 0 0,-1 1-1 0 0,2-1 0 0 0,-1 1 0 0 0,0 0 0 0 0,0 0 0 0 0,1 0 0 0 0,-1 0 0 0 0,-2 4 0 0 0,5-6-346 0 0,0 0-1 0 0,-1 0 0 0 0,1 0 0 0 0,0 0 1 0 0,0 0-1 0 0,0 0 0 0 0,0 0 1 0 0,0 1-1 0 0,0-1 0 0 0,0 0 0 0 0,0 0 1 0 0,-1 0-1 0 0,1 0 0 0 0,0 0 0 0 0,0 0 1 0 0,0 0-1 0 0,0 0 0 0 0,0 1 1 0 0,0-1-1 0 0,0 0 0 0 0,0 0 0 0 0,0 0 1 0 0,0 0-1 0 0,0 0 0 0 0,0 1 0 0 0,0-1 1 0 0,0 0-1 0 0,0 0 0 0 0,0 0 1 0 0,0 0-1 0 0,0 0 0 0 0,0 0 0 0 0,0 1 1 0 0,0-1-1 0 0,0 0 0 0 0,0 0 1 0 0,0 0-1 0 0,0 0 0 0 0,0 0 0 0 0,0 0 1 0 0,0 0-1 0 0,0 1 0 0 0,1-1 0 0 0,-1 0 1 0 0,0 0-1 0 0,0 0 0 0 0,0 0 1 0 0,0 0-1 0 0,0 0 0 0 0,0 0 0 0 0,0 0 1 0 0,0 0-1 0 0,1 0 0 0 0,-1 1 0 0 0,0-1 1 0 0,0 0-1 0 0,0 0 0 0 0,0 0 1 0 0,13-1 1389 0 0,12-6-618 0 0,5-7-552 0 0,0-2 0 0 0,49-35 0 0 0,5-14-5309 0 0,-74 56 3670 0 0,-1-1 0 0 0,0 0 0 0 0,0 0 0 0 0,-1-1 1 0 0,10-16-1 0 0,0 4-1277 0 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52:36.87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25 1 2929 0 0,'-1'0'272'0'0,"0"0"0"0"0,0 0 0 0 0,0 0 0 0 0,0 0 0 0 0,0 0 0 0 0,0 1 0 0 0,1-1 0 0 0,-1 0 0 0 0,0 1 0 0 0,0-1 0 0 0,0 0 0 0 0,0 1 0 0 0,0-1 0 0 0,1 1 0 0 0,-1-1 0 0 0,0 1 0 0 0,1-1 1 0 0,-1 1-1 0 0,0 0 0 0 0,1-1 0 0 0,-1 1 0 0 0,0 0 0 0 0,1 0 0 0 0,-1 0 0 0 0,1-1 0 0 0,0 1 0 0 0,-1 0 0 0 0,1 0 0 0 0,-1 1 0 0 0,0 2 69 0 0,1 0 0 0 0,-1 0 0 0 0,1 0 0 0 0,-1 0 0 0 0,1 0 0 0 0,1 0 0 0 0,0 6 0 0 0,18 67-3606 0 0,-18-76 3082 0 0,1 16-3712 0 0,-11-18 1166 0 0,4 0 2374 0 0,0 3-2212 0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52:37.25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12 267 4617 0 0,'-11'14'5501'0'0,"21"-15"-2547"0"0,23-19-1176 0 0,102-102-501 0 0,-135 122-1277 0 0,0-1 0 0 0,0 1 0 0 0,0 0 0 0 0,0 0 0 0 0,0 0 0 0 0,1 0 0 0 0,-1-1 0 0 0,0 1 0 0 0,0 0 0 0 0,0 0 0 0 0,0 0 0 0 0,0 0 0 0 0,1-1 0 0 0,-1 1-1 0 0,0 0 1 0 0,0 0 0 0 0,0 0 0 0 0,0 0 0 0 0,1 0 0 0 0,-1 0 0 0 0,0 0 0 0 0,0 0 0 0 0,0-1 0 0 0,1 1 0 0 0,-1 0 0 0 0,0 0 0 0 0,0 0 0 0 0,1 0-1 0 0,-1 0 1 0 0,0 0 0 0 0,0 0 0 0 0,0 0 0 0 0,1 0 0 0 0,-1 0 0 0 0,0 1 0 0 0,0-1 0 0 0,0 0 0 0 0,1 0 0 0 0,-1 0 0 0 0,0 0 0 0 0,0 0 0 0 0,0 0 0 0 0,1 0-1 0 0,-1 0 1 0 0,0 1 0 0 0,0-1 0 0 0,0 0 0 0 0,0 0 0 0 0,1 0 0 0 0,-1 1 0 0 0,-1 15 173 0 0,-11 33 392 0 0,9-36-354 0 0,-12 73 535 0 0,14-80-708 0 0,1-1 1 0 0,-1 0 0 0 0,1 1-1 0 0,0-1 1 0 0,1 0 0 0 0,-1 1-1 0 0,1-1 1 0 0,0 0 0 0 0,0 0-1 0 0,1 0 1 0 0,0 0 0 0 0,-1 0-1 0 0,2 0 1 0 0,2 5 0 0 0,-4-9-30 0 0,0 0 0 0 0,0 1 0 0 0,0-1 0 0 0,0 0 0 0 0,0 0 0 0 0,0 0 0 0 0,1 0 0 0 0,-1 0 0 0 0,0 0 0 0 0,1 0 0 0 0,-1-1 0 0 0,1 1 0 0 0,-1 0 0 0 0,1-1 0 0 0,-1 1 0 0 0,1-1 0 0 0,-1 0 0 0 0,1 1 0 0 0,0-1 0 0 0,-1 0 1 0 0,1 0-1 0 0,-1 0 0 0 0,1 0 0 0 0,0 0 0 0 0,1-1 0 0 0,0 0 14 0 0,1 0-1 0 0,-1 0 1 0 0,0-1 0 0 0,0 0 0 0 0,0 1-1 0 0,0-1 1 0 0,0 0 0 0 0,0 0 0 0 0,-1-1 0 0 0,1 1-1 0 0,2-4 1 0 0,1-1 29 0 0,0 1-1 0 0,-1-1 0 0 0,0 0 1 0 0,-1-1-1 0 0,0 1 1 0 0,0-1-1 0 0,0 0 1 0 0,-1 0-1 0 0,2-8 0 0 0,-4 14-37 0 0,-1 0 0 0 0,1 0-1 0 0,-1 0 1 0 0,1 0 0 0 0,-1 0-1 0 0,0 0 1 0 0,0 0-1 0 0,0 0 1 0 0,0 0 0 0 0,0 0-1 0 0,0 0 1 0 0,-1 0 0 0 0,1 0-1 0 0,-1 0 1 0 0,1 0-1 0 0,-1 0 1 0 0,0 0 0 0 0,0 0-1 0 0,0 1 1 0 0,0-1-1 0 0,0 0 1 0 0,0 1 0 0 0,0-1-1 0 0,0 0 1 0 0,-1 1 0 0 0,1-1-1 0 0,-1 1 1 0 0,1 0-1 0 0,-1 0 1 0 0,0-1 0 0 0,1 1-1 0 0,-1 0 1 0 0,0 0 0 0 0,0 1-1 0 0,0-1 1 0 0,1 0-1 0 0,-1 1 1 0 0,0-1 0 0 0,0 1-1 0 0,0-1 1 0 0,0 1-1 0 0,0 0 1 0 0,0 0 0 0 0,0 0-1 0 0,0 0 1 0 0,-3 0 0 0 0,-5 1-443 0 0,1 0 0 0 0,-1 1 0 0 0,1 0 0 0 0,0 0 0 0 0,-1 1 0 0 0,1 0 0 0 0,0 1 0 0 0,-10 5 0 0 0,14-6-658 0 0,-12 6-2931 0 0,9-12-1682 0 0</inkml:trace>
  <inkml:trace contextRef="#ctx0" brushRef="#br0" timeOffset="1">307 5 4705 0 0,'0'-1'225'0'0,"1"1"1"0"0,-1 0-1 0 0,0-1 1 0 0,1 1-1 0 0,-1 0 1 0 0,1-1-1 0 0,-1 1 1 0 0,0 0-1 0 0,1 0 1 0 0,-1-1-1 0 0,1 1 1 0 0,-1 0-1 0 0,1 0 1 0 0,-1 0-1 0 0,1 0 1 0 0,-1 0-1 0 0,1 0 1 0 0,-1-1-1 0 0,1 1 1 0 0,-1 0-1 0 0,1 0 0 0 0,-1 0 1 0 0,1 1-1 0 0,-1-1 1 0 0,1 0-1 0 0,-1 0 1 0 0,1 0-1 0 0,-1 0 1 0 0,1 0-1 0 0,-1 1 1 0 0,13 13 3117 0 0,5 29-1529 0 0,-16-36-1160 0 0,16 42 153 0 0,13 35-333 0 0,-2-35-4100 0 0,-29-49 3450 0 0,0-1 0 0 0,0 1 0 0 0,0 0 1 0 0,0-1-1 0 0,0 1 0 0 0,0 0 0 0 0,0-1 1 0 0,0 1-1 0 0,0 0 0 0 0,0-1 1 0 0,0 1-1 0 0,0 0 0 0 0,0-1 0 0 0,0 1 1 0 0,0 0-1 0 0,0 0 0 0 0,1-1 1 0 0,-1 1-1 0 0,0 0 0 0 0,0-1 0 0 0,0 1 1 0 0,1 0-1 0 0,-1 0 0 0 0,0-1 0 0 0,0 1 1 0 0,1 0-1 0 0,-1 0 0 0 0,0 0 1 0 0,0-1-1 0 0,1 1 0 0 0,-1 0 0 0 0,0 0 1 0 0,1 0-1 0 0,-1 0 0 0 0,0 0 0 0 0,0 0 1 0 0,1 0-1 0 0,-1-1 0 0 0,0 1 1 0 0,1 0-1 0 0,-1 0 0 0 0,0 0 0 0 0,1 0 1 0 0,-1 0-1 0 0,0 0 0 0 0,1 1 0 0 0,-1-1 1 0 0,0 0-1 0 0,1 0 0 0 0,-1 0 1 0 0,0 0-1 0 0,1 0 0 0 0,-1 0 0 0 0,0 0 1 0 0,0 1-1 0 0,1-1 0 0 0,-1 0 1 0 0,0 0-1 0 0,1 0 0 0 0,-1 1 0 0 0,0-1 1 0 0,0 0-1 0 0,1 1 0 0 0,-1-10-2738 0 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52:37.64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46 68 3649 0 0,'13'-12'7167'0'0,"27"-8"-5881"0"0,-21 11-927 0 0,-8 2-680 0 0,14-8-1521 0 0,-14 10-4552 0 0</inkml:trace>
  <inkml:trace contextRef="#ctx0" brushRef="#br0" timeOffset="1">2 307 2641 0 0,'-1'12'894'0'0,"1"-1"1"0"0,0 0 0 0 0,1 1 0 0 0,0-1 0 0 0,0 1 0 0 0,1-1 0 0 0,1 0-1 0 0,6 17 1 0 0,-8-25-768 0 0,0-1-1 0 0,0 0 0 0 0,0 1 0 0 0,0-1 1 0 0,0 0-1 0 0,1 1 0 0 0,-1-1 1 0 0,1 0-1 0 0,0 0 0 0 0,0 0 0 0 0,0 0 1 0 0,0-1-1 0 0,0 1 0 0 0,0 0 1 0 0,0-1-1 0 0,0 0 0 0 0,1 1 1 0 0,-1-1-1 0 0,0 0 0 0 0,1 0 0 0 0,-1 0 1 0 0,1 0-1 0 0,0-1 0 0 0,-1 1 1 0 0,1-1-1 0 0,-1 0 0 0 0,1 1 0 0 0,0-1 1 0 0,-1 0-1 0 0,1-1 0 0 0,0 1 1 0 0,-1 0-1 0 0,1-1 0 0 0,-1 1 0 0 0,1-1 1 0 0,-1 0-1 0 0,1 0 0 0 0,-1 0 1 0 0,1 0-1 0 0,-1 0 0 0 0,0-1 0 0 0,3-1 1 0 0,3-2-22 0 0,-1 0 0 0 0,1-1 0 0 0,-1 0 0 0 0,0 0 0 0 0,-1-1 0 0 0,1 1 0 0 0,-1-1 0 0 0,-1-1 0 0 0,1 1 0 0 0,6-15 0 0 0,0-1-1686 0 0,0 0 1 0 0,11-39 0 0 0,-17 28-4543 0 0,-5 21 1619 0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52:38.43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9 155 3193 0 0,'0'-1'254'0'0,"-1"1"0"0"0,0 0 0 0 0,1-1 0 0 0,-1 1 0 0 0,1-1 0 0 0,-1 1 0 0 0,1-1 0 0 0,-1 1 0 0 0,1-1 0 0 0,-1 1 0 0 0,1-1 0 0 0,0 0 0 0 0,-1 1 0 0 0,1-1 0 0 0,0 1 0 0 0,-1-1 0 0 0,1 0 0 0 0,0 0 0 0 0,0 1 0 0 0,-1-1 0 0 0,1 0 0 0 0,0 1 0 0 0,0-1 0 0 0,0 0 0 0 0,0 0 0 0 0,0 1 0 0 0,0-2 0 0 0,9-24 2360 0 0,24-24-1314 0 0,-31 48-919 0 0,4-6-132 0 0,0 1 0 0 0,1 1 0 0 0,-1-1-1 0 0,1 1 1 0 0,1 0 0 0 0,11-7 0 0 0,-18 12-203 0 0,0 1 1 0 0,0-1 0 0 0,1 0-1 0 0,-1 1 1 0 0,0-1 0 0 0,1 1-1 0 0,-1-1 1 0 0,0 1 0 0 0,1 0-1 0 0,-1 0 1 0 0,0-1 0 0 0,1 1-1 0 0,-1 0 1 0 0,1 0 0 0 0,-1 0-1 0 0,1 1 1 0 0,-1-1 0 0 0,0 0-1 0 0,1 0 1 0 0,1 1 0 0 0,-2 1 18 0 0,1-1 0 0 0,-1 0 0 0 0,0 0 0 0 0,0 1-1 0 0,0-1 1 0 0,0 1 0 0 0,0-1 0 0 0,0 1 0 0 0,0 0 0 0 0,0-1 0 0 0,-1 1 0 0 0,1 0 0 0 0,-1-1 0 0 0,1 1 0 0 0,-1 0 0 0 0,1 0 0 0 0,-1 0 0 0 0,0-1-1 0 0,0 1 1 0 0,0 4 0 0 0,-1 9-82 0 0,0 0 0 0 0,-1 0 0 0 0,-1 1 0 0 0,-1-1 0 0 0,0-1 0 0 0,0 1 0 0 0,-2-1 0 0 0,1 1 0 0 0,-2-1 0 0 0,0-1 0 0 0,-16 22 0 0 0,23-35-17 0 0,0 0-1 0 0,0 0 1 0 0,0 0-1 0 0,0 0 1 0 0,0 0-1 0 0,0 0 0 0 0,0 0 1 0 0,0 0-1 0 0,0 0 1 0 0,0 0-1 0 0,0-1 1 0 0,0 1-1 0 0,0 0 1 0 0,0 0-1 0 0,0 0 0 0 0,0 0 1 0 0,0 0-1 0 0,0 0 1 0 0,0 0-1 0 0,0 0 1 0 0,0 0-1 0 0,0 0 1 0 0,0 0-1 0 0,0 0 0 0 0,0-1 1 0 0,0 1-1 0 0,-1 0 1 0 0,1 0-1 0 0,0 0 1 0 0,0 0-1 0 0,0 0 1 0 0,0 0-1 0 0,0 0 1 0 0,0 0-1 0 0,0 0 0 0 0,0 0 1 0 0,0 0-1 0 0,-1 0 1 0 0,1 0-1 0 0,0 0 1 0 0,0 0-1 0 0,0 0 1 0 0,0 0-1 0 0,0 0 0 0 0,0 0 1 0 0,0 0-1 0 0,0 0 1 0 0,0 0-1 0 0,0 0 1 0 0,-1 0-1 0 0,1 0 1 0 0,0 0-1 0 0,0 1 0 0 0,0-1 1 0 0,0 0-1 0 0,0 0 1 0 0,0 0-1 0 0,1-17-852 0 0,8-18 410 0 0,-4 24 502 0 0,1 0 0 0 0,1 0 0 0 0,0 0 1 0 0,1 1-1 0 0,11-13 0 0 0,-16 20 52 0 0,-1 1 0 0 0,0 0 1 0 0,1 0-1 0 0,-1 0 0 0 0,1 0 0 0 0,0 0 0 0 0,0 0 1 0 0,0 1-1 0 0,0 0 0 0 0,0-1 0 0 0,6-1 0 0 0,-8 3-15 0 0,1 0-1 0 0,-1 0 1 0 0,1 0 0 0 0,0 0-1 0 0,-1 1 1 0 0,1-1 0 0 0,-1 0-1 0 0,1 1 1 0 0,-1-1 0 0 0,1 1-1 0 0,-1-1 1 0 0,0 1 0 0 0,1 0-1 0 0,-1-1 1 0 0,0 1-1 0 0,1 0 1 0 0,-1 0 0 0 0,0 0-1 0 0,0 0 1 0 0,0 0 0 0 0,0 0-1 0 0,0 1 1 0 0,0-1 0 0 0,0 0-1 0 0,0 0 1 0 0,1 3-1 0 0,-1-1-183 0 0,1 0-1 0 0,-1 0 0 0 0,0 0 0 0 0,0 1 0 0 0,0-1 0 0 0,0 0 0 0 0,0 1 0 0 0,-1-1 0 0 0,1 0 0 0 0,-1 4 0 0 0,-8 60-10013 0 0,4-43 5952 0 0,0-9 2234 0 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52:38.92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6 130 2769 0 0,'-6'3'6226'0'0,"11"-8"-2204"0"0,23-21-635 0 0,45-32-1562 0 0,-61 50-1586 0 0,1 1-1 0 0,0 0 1 0 0,0 1 0 0 0,16-6-1 0 0,-26 11-201 0 0,0 1 0 0 0,0-1 0 0 0,0 0 0 0 0,0 1 0 0 0,0 0 0 0 0,0-1 0 0 0,0 1 0 0 0,0 0 0 0 0,0 1 0 0 0,0-1 0 0 0,0 0 0 0 0,3 2 0 0 0,-5-2-18 0 0,1 1 1 0 0,-1 0 0 0 0,0 0 0 0 0,1-1-1 0 0,-1 1 1 0 0,0 0 0 0 0,0 0 0 0 0,0 0-1 0 0,0 0 1 0 0,0 1 0 0 0,0-1 0 0 0,0 0-1 0 0,0 0 1 0 0,0 1 0 0 0,-1-1 0 0 0,1 0 0 0 0,0 1-1 0 0,-1-1 1 0 0,1 1 0 0 0,-1-1 0 0 0,0 1-1 0 0,1-1 1 0 0,-1 1 0 0 0,0-1 0 0 0,0 3-1 0 0,0 3-80 0 0,-1-1-1 0 0,0 1 0 0 0,0-1 0 0 0,-1 0 1 0 0,0 1-1 0 0,0-1 0 0 0,-1 0 0 0 0,1 0 0 0 0,-1 0 1 0 0,-5 7-1 0 0,-14 36-1016 0 0,10-5 675 0 0,4-19 390 0 0,1 1 0 0 0,1 0 0 0 0,1 0 0 0 0,0 30 0 0 0,4-55 25 0 0,1 0 1 0 0,0 0 0 0 0,0 0 0 0 0,0 0 0 0 0,0-1 0 0 0,0 1 0 0 0,0 0 0 0 0,0 0 0 0 0,0 0 0 0 0,0 0 0 0 0,0 0 0 0 0,1 0 0 0 0,-1-1 0 0 0,0 1 0 0 0,1 0 0 0 0,-1 0-1 0 0,0 0 1 0 0,1-1 0 0 0,-1 1 0 0 0,1 0 0 0 0,-1 0 0 0 0,1-1 0 0 0,0 1 0 0 0,-1 0 0 0 0,1-1 0 0 0,0 1 0 0 0,-1-1 0 0 0,1 1 0 0 0,0-1 0 0 0,0 1 0 0 0,1-1 22 0 0,0 0 0 0 0,-1 0 0 0 0,1 0 1 0 0,0-1-1 0 0,-1 1 0 0 0,1 0 1 0 0,-1-1-1 0 0,1 1 0 0 0,0-1 1 0 0,-1 0-1 0 0,1 0 0 0 0,-1 1 0 0 0,0-1 1 0 0,3-2-1 0 0,49-47 762 0 0,-49 46-769 0 0,8-9 133 0 0,0 0 0 0 0,-2-1 1 0 0,12-18-1 0 0,-20 30-139 0 0,0 0 0 0 0,-1-1 1 0 0,1 0-1 0 0,-1 1 0 0 0,1-1 0 0 0,-1 0 0 0 0,0 0 0 0 0,0 0 0 0 0,0 0 0 0 0,0 0 1 0 0,-1 0-1 0 0,1 0 0 0 0,-1 0 0 0 0,1 0 0 0 0,-1 0 0 0 0,0 0 0 0 0,-1 0 0 0 0,1 0 1 0 0,0 0-1 0 0,-1 0 0 0 0,0-1 0 0 0,0 2 0 0 0,0-1 0 0 0,0 0 0 0 0,0 0 0 0 0,-2-4 1 0 0,1 6-11 0 0,-1 0 1 0 0,1-1-1 0 0,0 1 1 0 0,0 0-1 0 0,-1 0 1 0 0,1 0-1 0 0,0 1 1 0 0,-1-1-1 0 0,1 1 1 0 0,-1-1-1 0 0,1 1 1 0 0,-1 0-1 0 0,1 0 1 0 0,-1 0-1 0 0,1 0 1 0 0,-1 0-1 0 0,1 0 1 0 0,0 1-1 0 0,-1-1 1 0 0,1 1-1 0 0,-1 0 1 0 0,1 0-1 0 0,-4 2 1 0 0,-54 25-415 0 0,33-8-666 0 0,26-20 815 0 0,0 1 1 0 0,0-1-1 0 0,0 1 0 0 0,0 0 1 0 0,0-1-1 0 0,0 1 1 0 0,1 0-1 0 0,-1-1 1 0 0,0 1-1 0 0,0 0 1 0 0,1 0-1 0 0,-1 0 1 0 0,1 0-1 0 0,-1-1 1 0 0,0 1-1 0 0,1 0 1 0 0,0 0-1 0 0,-1 0 0 0 0,1 0 1 0 0,0 0-1 0 0,-1 0 1 0 0,1 0-1 0 0,0 0 1 0 0,0 1-1 0 0,0-1 1 0 0,0 1-1 0 0,1-2-46 0 0,0 0 0 0 0,0 0-1 0 0,0 0 1 0 0,0 0 0 0 0,-1 0 0 0 0,1 0-1 0 0,0 0 1 0 0,0 0 0 0 0,0 0-1 0 0,0-1 1 0 0,0 1 0 0 0,0 0 0 0 0,0-1-1 0 0,0 1 1 0 0,-1 0 0 0 0,1-1 0 0 0,0 1-1 0 0,0-1 1 0 0,-1 0 0 0 0,1 1 0 0 0,0-1-1 0 0,0 0 1 0 0,19-15-1885 0 0,-8 2 878 0 0,4-1-753 0 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52:39.31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12 135 3753 0 0,'-1'-2'497'0'0,"0"1"0"0"0,-1-1-1 0 0,1 0 1 0 0,0 0 0 0 0,0 0 0 0 0,0 0 0 0 0,0 0 0 0 0,1 0 0 0 0,-1 0 0 0 0,0 0 0 0 0,1 0 0 0 0,0-1-1 0 0,-1 1 1 0 0,1 0 0 0 0,0 0 0 0 0,0 0 0 0 0,0-1 0 0 0,1 1 0 0 0,-1-2 0 0 0,1 0-213 0 0,1 1 0 0 0,-1 0 0 0 0,0 0 0 0 0,1 0 0 0 0,0 0-1 0 0,-1 1 1 0 0,1-1 0 0 0,0 0 0 0 0,0 1 0 0 0,1-1 0 0 0,3-2 0 0 0,4-3-197 0 0,0 1 0 0 0,0 0 0 0 0,0 1 1 0 0,1 0-1 0 0,0 1 0 0 0,12-5 0 0 0,-21 9-31 0 0,0 1 0 0 0,-1-1 0 0 0,1 0 0 0 0,0 1 0 0 0,-1-1 0 0 0,1 1-1 0 0,0-1 1 0 0,0 1 0 0 0,0 0 0 0 0,-1 0 0 0 0,1 0 0 0 0,0 0 0 0 0,0 0 0 0 0,0 0 0 0 0,-1 1 0 0 0,1-1 0 0 0,0 0 0 0 0,0 1 0 0 0,-1 0 0 0 0,1-1 0 0 0,0 1 0 0 0,-1 0 0 0 0,1 0 0 0 0,2 1 0 0 0,-2 1 32 0 0,-1-1 1 0 0,1 0-1 0 0,0 1 1 0 0,-1-1-1 0 0,0 1 1 0 0,0-1-1 0 0,0 1 1 0 0,0 0-1 0 0,0-1 1 0 0,0 1-1 0 0,-1 0 1 0 0,1 0-1 0 0,-1-1 1 0 0,0 5-1 0 0,0 11 186 0 0,0 1 1 0 0,-2-1-1 0 0,-6 33 0 0 0,6-45-354 0 0,-1 12-175 0 0,-6 28-1012 0 0,10-18-3932 0 0,15-57-5401 0 0,-14 5 8533 0 0,6 2 276 0 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52:39.66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 1 5457 0 0,'-1'74'9916'0'0,"0"-16"-7450"0"0,0-20-2420 0 0,9 59-1 0 0,1-69-1338 0 0,-2-13-1333 0 0</inkml:trace>
  <inkml:trace contextRef="#ctx0" brushRef="#br0" timeOffset="1">44 194 4153 0 0,'0'-4'1648'0'0,"2"-4"-103"0"0,1 0-201 0 0,1-1-160 0 0,4 2-80 0 0,-2-1-424 0 0,0-1-215 0 0,5 0-185 0 0,-2-2-136 0 0,2 0-88 0 0,1 1-24 0 0,-2-1-96 0 0,1 2-256 0 0,0 1-465 0 0,-2 2-575 0 0,-3 5-656 0 0,-3-1-345 0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52:40.03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8 105 3961 0 0,'-2'4'468'0'0,"1"-1"1"0"0,0 1-1 0 0,0-1 0 0 0,0 1 1 0 0,0-1-1 0 0,1 1 0 0 0,-1-1 1 0 0,1 1-1 0 0,0 0 1 0 0,0-1-1 0 0,1 1 0 0 0,-1 0 1 0 0,1-1-1 0 0,-1 1 0 0 0,1-1 1 0 0,0 1-1 0 0,1-1 1 0 0,2 6-1 0 0,-4-8-370 0 0,1 1 0 0 0,0-1 0 0 0,0 0 0 0 0,0 0 0 0 0,0 0 0 0 0,0 0 0 0 0,0 0-1 0 0,1-1 1 0 0,-1 1 0 0 0,0 0 0 0 0,0 0 0 0 0,1-1 0 0 0,-1 1 0 0 0,0-1 0 0 0,1 1 0 0 0,-1-1 0 0 0,0 0 0 0 0,4 1 0 0 0,-2-1-74 0 0,0 0 0 0 0,0 0 0 0 0,-1-1 1 0 0,1 1-1 0 0,0-1 0 0 0,0 0 0 0 0,0 0 0 0 0,0 0 0 0 0,0 0 1 0 0,-1 0-1 0 0,1 0 0 0 0,3-3 0 0 0,7-4-294 0 0,-1-1 1 0 0,1-1-1 0 0,-2 0 0 0 0,1-1 0 0 0,10-12 0 0 0,-12 11-1429 0 0,0-1 0 0 0,0 0 0 0 0,-2-1 0 0 0,13-24 0 0 0,-11 18-1878 0 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52:40.42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19 123 4681 0 0,'-1'0'177'0'0,"0"0"0"0"0,1 0 1 0 0,-1 0-1 0 0,0 0 0 0 0,0 0 0 0 0,0-1 1 0 0,1 1-1 0 0,-1 0 0 0 0,0-1 0 0 0,0 1 1 0 0,1 0-1 0 0,-1-1 0 0 0,0 1 0 0 0,1-1 1 0 0,-1 1-1 0 0,0-1 0 0 0,1 1 0 0 0,-1-1 1 0 0,1 0-1 0 0,-1 1 0 0 0,1-1 0 0 0,-1 0 1 0 0,1 1-1 0 0,-1-1 0 0 0,1 0 0 0 0,0 1 1 0 0,-1-1-1 0 0,1 0 0 0 0,0 0 0 0 0,0 0 1 0 0,0 1-1 0 0,-1-1 0 0 0,1-1 0 0 0,1-1 42 0 0,-1 1-1 0 0,1-1 1 0 0,-1 0-1 0 0,1 1 0 0 0,0-1 1 0 0,0 1-1 0 0,1-1 1 0 0,-1 1-1 0 0,0 0 1 0 0,3-4-1 0 0,4-4 294 0 0,0 1-1 0 0,0 0 1 0 0,19-15 0 0 0,-25 21-377 0 0,1 1 0 0 0,-1 0 1 0 0,1 0-1 0 0,0 1 0 0 0,0-1 1 0 0,-1 0-1 0 0,1 1 0 0 0,1 0 1 0 0,-1 0-1 0 0,0 0 0 0 0,0 0 1 0 0,0 0-1 0 0,1 1 1 0 0,-1-1-1 0 0,0 1 0 0 0,0 0 1 0 0,1 0-1 0 0,-1 0 0 0 0,0 0 1 0 0,1 1-1 0 0,-1-1 0 0 0,0 1 1 0 0,0 0-1 0 0,0 0 0 0 0,5 2 1 0 0,-5-1-28 0 0,0 0 0 0 0,-1 0 0 0 0,1 1 0 0 0,-1-1 0 0 0,0 1 0 0 0,1-1 0 0 0,-1 1 0 0 0,0 0 0 0 0,0 0 0 0 0,-1 0 0 0 0,1 0-1 0 0,-1 0 1 0 0,1 1 0 0 0,-1-1 0 0 0,0 0 0 0 0,0 1 0 0 0,-1-1 0 0 0,1 1 0 0 0,-1-1 0 0 0,0 1 0 0 0,1-1 0 0 0,-1 1 0 0 0,-1 6 0 0 0,-3 15-217 0 0,0 0-1 0 0,-2 1 1 0 0,0-2-1 0 0,-2 1 0 0 0,-1-1 1 0 0,-19 39-1 0 0,22-58-2699 0 0,7-20 1482 0 0,8-23 590 0 0,-4 24 694 0 0,20-42 53 0 0,-24 54 109 0 0,0 0 0 0 0,0 0 0 0 0,0 0 0 0 0,0 0 1 0 0,1 0-1 0 0,-1 1 0 0 0,1-1 0 0 0,-1 0 0 0 0,1 1 0 0 0,0-1 0 0 0,0 1 0 0 0,0-1 0 0 0,-1 1 1 0 0,1 0-1 0 0,0 0 0 0 0,1 0 0 0 0,-1 0 0 0 0,0 0 0 0 0,0 0 0 0 0,0 1 0 0 0,3-1 1 0 0,0 2 34 0 0,-1 1 0 0 0,1-1-1 0 0,-1 1 1 0 0,1 0 0 0 0,-1 1 0 0 0,0-1 0 0 0,1 1 0 0 0,-1 0 0 0 0,-1 0 0 0 0,1 0 0 0 0,0 1 0 0 0,5 6 0 0 0,16 13-515 0 0,-22-22 213 0 0,26 15-3390 0 0,-7-15-3900 0 0,-22-1 7344 0 0,0 0-1 0 0,0-1 1 0 0,0 1-1 0 0,1 0 1 0 0,-1 0-1 0 0,0 0 1 0 0,0 0-1 0 0,0 0 1 0 0,1 0-1 0 0,-1-1 1 0 0,0 1-1 0 0,0 0 1 0 0,0 0-1 0 0,0 0 1 0 0,0-1-1 0 0,0 1 1 0 0,1 0-1 0 0,-1 0 1 0 0,0 0-1 0 0,0-1 1 0 0,0 1-1 0 0,0 0 1 0 0,0 0-1 0 0,0-1 1 0 0,0 1-1 0 0,0 0 1 0 0,0 0-1 0 0,0 0 1 0 0,0-1-1 0 0,0 1 1 0 0,0 0-1 0 0,0 0 1 0 0,0-1-1 0 0,0 1 1 0 0,0 0-1 0 0,0 0 1 0 0,0-1-1 0 0,-1 1 1 0 0,1 0-1 0 0,0 0 1 0 0,0 0-1 0 0,0-1 1 0 0,0 1-1 0 0,-1-2-737 0 0,1-4-2029 0 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52:40.81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7 169 3689 0 0,'-6'-4'6814'0'0,"6"4"-6624"0"0,0 0-1 0 0,0 0 0 0 0,0-1 0 0 0,0 1 1 0 0,0 0-1 0 0,0 0 0 0 0,0-2 947 0 0,0 2-947 0 0,9-17 3278 0 0,22-20-2977 0 0,-27 32 213 0 0,18-22-188 0 0,-16 19-449 0 0,0 0 0 0 0,0 0 0 0 0,0 0 0 0 0,1 1 0 0 0,0 0 0 0 0,1 1 0 0 0,-1 0 0 0 0,1 0 0 0 0,10-6 0 0 0,-17 12-22 0 0,0 0 0 0 0,-1 0 0 0 0,1 1 0 0 0,-1-1 0 0 0,1 0 0 0 0,0 0 0 0 0,-1 0 0 0 0,1 0 0 0 0,-1 1 0 0 0,1-1 0 0 0,0 0 0 0 0,-1 0 0 0 0,1 1 0 0 0,-1-1 0 0 0,1 0 0 0 0,-1 1 0 0 0,0-1 0 0 0,1 1 0 0 0,-1-1 0 0 0,1 1 0 0 0,-1-1 0 0 0,0 1 0 0 0,1-1 0 0 0,-1 1 0 0 0,0-1 0 0 0,1 1 0 0 0,-1-1 0 0 0,0 1 0 0 0,0-1 0 0 0,0 1 0 0 0,1 0 0 0 0,-1-1 0 0 0,0 1-1 0 0,0-1 1 0 0,0 1 0 0 0,0 0 0 0 0,0-1 0 0 0,0 1 0 0 0,0 0 0 0 0,-1 0 0 0 0,3 34 912 0 0,-2-31-865 0 0,0 12-658 0 0,4 72 2246 0 0,8-46-5015 0 0,-10-37 1678 0 0,0-1 1 0 0,1 1-1 0 0,-1-1 1 0 0,1 0-1 0 0,0 0 1 0 0,6 6-1 0 0</inkml:trace>
  <inkml:trace contextRef="#ctx0" brushRef="#br0" timeOffset="1">135 294 3025 0 0,'-9'6'967'0'0,"1"1"1"0"0,0 0-1 0 0,0 0 1 0 0,0 1 0 0 0,1 0-1 0 0,1 0 1 0 0,-1 1-1 0 0,-5 10 1 0 0,10-16-719 0 0,-1 0-1 0 0,1 1 0 0 0,0 0 1 0 0,0 0-1 0 0,1-1 1 0 0,-1 1-1 0 0,1 0 1 0 0,0 0-1 0 0,0 0 1 0 0,0 1-1 0 0,0-1 1 0 0,1 0-1 0 0,-1 0 1 0 0,1 0-1 0 0,0 1 0 0 0,1-1 1 0 0,-1 0-1 0 0,1 0 1 0 0,0 0-1 0 0,0 0 1 0 0,0 0-1 0 0,3 8 1 0 0,-2-10-207 0 0,0 0 1 0 0,0 1-1 0 0,0-1 1 0 0,0 0-1 0 0,0 0 1 0 0,1-1-1 0 0,-1 1 0 0 0,1 0 1 0 0,-1-1-1 0 0,1 1 1 0 0,0-1-1 0 0,-1 0 1 0 0,1 0-1 0 0,0 0 1 0 0,0 0-1 0 0,0 0 1 0 0,0-1-1 0 0,0 0 1 0 0,0 1-1 0 0,0-1 1 0 0,0 0-1 0 0,0 0 0 0 0,0 0 1 0 0,-1-1-1 0 0,1 1 1 0 0,0-1-1 0 0,0 0 1 0 0,0 0-1 0 0,0 0 1 0 0,4-2-1 0 0,2 0 30 0 0,0-1-1 0 0,0 0 1 0 0,-1-1-1 0 0,1 0 1 0 0,-1-1 0 0 0,0 1-1 0 0,-1-1 1 0 0,8-8-1 0 0,-11 10-27 0 0,0-1 1 0 0,0 0-1 0 0,-1 1 0 0 0,1-1 1 0 0,-1-1-1 0 0,0 1 0 0 0,-1 0 1 0 0,1-1-1 0 0,-1 1 0 0 0,0-1 1 0 0,1-7-1 0 0,-3 12-30 0 0,0-1 1 0 0,0 0-1 0 0,0 0 1 0 0,0 0-1 0 0,0 1 1 0 0,0-1-1 0 0,0 0 1 0 0,-1 0-1 0 0,1 0 1 0 0,-1 1 0 0 0,1-1-1 0 0,-1 0 1 0 0,0 1-1 0 0,1-1 1 0 0,-1 1-1 0 0,0-1 1 0 0,0 1-1 0 0,0-1 1 0 0,0 1-1 0 0,-1-1 1 0 0,1 1-1 0 0,0 0 1 0 0,0 0-1 0 0,-1 0 1 0 0,1-1-1 0 0,-1 1 1 0 0,1 1-1 0 0,-1-1 1 0 0,0 0-1 0 0,1 0 1 0 0,-1 1-1 0 0,0-1 1 0 0,1 0-1 0 0,-1 1 1 0 0,0 0-1 0 0,0-1 1 0 0,1 1 0 0 0,-1 0-1 0 0,0 0 1 0 0,-3 0-1 0 0,-3 0-181 0 0,1 0 1 0 0,-1 0-1 0 0,0 1 1 0 0,1 0-1 0 0,-1 0 0 0 0,1 0 1 0 0,-1 1-1 0 0,1 0 1 0 0,-1 1-1 0 0,1 0 1 0 0,-9 5-1 0 0,-13 10-3290 0 0,4 4-3432 0 0,29-34-269 0 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52:41.17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31 0 4953 0 0,'-1'0'371'0'0,"1"0"-1"0"0,-1 0 1 0 0,0 0-1 0 0,0 0 1 0 0,0 1-1 0 0,1-1 1 0 0,-1 0-1 0 0,0 0 1 0 0,0 1-1 0 0,1-1 1 0 0,-1 1-1 0 0,0-1 1 0 0,1 0-1 0 0,-1 1 1 0 0,0-1-1 0 0,1 1 1 0 0,-1 0-1 0 0,1-1 1 0 0,-1 1-1 0 0,0 0 1 0 0,-7 19 3336 0 0,3 26-1550 0 0,4-37-1351 0 0,0 10-261 0 0,1 1-1 0 0,0 0 0 0 0,6 36 1 0 0,-4-50-660 0 0,-1 1 1 0 0,1 0 0 0 0,0-1-1 0 0,1 0 1 0 0,0 1 0 0 0,5 9 0 0 0,-6-14-143 0 0,0 1 1 0 0,0-1-1 0 0,-1 0 1 0 0,1 0 0 0 0,1 0-1 0 0,-1 0 1 0 0,0 0 0 0 0,0 0-1 0 0,1 0 1 0 0,-1-1 0 0 0,1 1-1 0 0,-1-1 1 0 0,1 0 0 0 0,0 0-1 0 0,0 0 1 0 0,3 1 0 0 0,-4-2-151 0 0,0 0 0 0 0,0 1 0 0 0,0-1 1 0 0,0-1-1 0 0,0 1 0 0 0,-1 0 0 0 0,1 0 1 0 0,0-1-1 0 0,0 1 0 0 0,0-1 0 0 0,0 0 1 0 0,0 1-1 0 0,0-1 0 0 0,-1 0 0 0 0,1 0 1 0 0,0 0-1 0 0,-1 0 0 0 0,1 0 0 0 0,-1-1 1 0 0,1 1-1 0 0,-1 0 0 0 0,3-4 0 0 0,8-5-1939 0 0,6-1-560 0 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52:41.53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158 1 4489 0 0,'5'9'8169'0'0,"-2"8"-3789"0"0,2 43-2210 0 0,-4-44-1124 0 0,1 9-966 0 0,-2 0 0 0 0,0 0 0 0 0,-1 0 0 0 0,-2 0-1 0 0,-7 35 1 0 0,8-53-211 0 0,-1 0-1 0 0,1 0 1 0 0,-1 0 0 0 0,0 0-1 0 0,-1 0 1 0 0,1-1-1 0 0,-1 1 1 0 0,-1-1-1 0 0,-9 11 1 0 0,11-14 21 0 0,-1 0 0 0 0,0 0 1 0 0,0 0-1 0 0,-1 0 0 0 0,1-1 1 0 0,0 1-1 0 0,-1-1 0 0 0,1 0 1 0 0,-1 0-1 0 0,0-1 0 0 0,0 0 1 0 0,0 1-1 0 0,0-2 0 0 0,0 1 1 0 0,0 0-1 0 0,-7-1 0 0 0,11 0 86 0 0,0 0 0 0 0,0 0 0 0 0,-1 0-1 0 0,1 0 1 0 0,0 0 0 0 0,-1 0-1 0 0,1-1 1 0 0,0 1 0 0 0,0 0 0 0 0,0-1-1 0 0,-1 1 1 0 0,1-1 0 0 0,0 1 0 0 0,0-1-1 0 0,0 1 1 0 0,0-1 0 0 0,0 0-1 0 0,0 0 1 0 0,0 1 0 0 0,0-1 0 0 0,0 0-1 0 0,0 0 1 0 0,0 0 0 0 0,1 0-1 0 0,-1 0 1 0 0,-1-2 0 0 0,2 1 28 0 0,-1-1-1 0 0,0 1 1 0 0,1-1 0 0 0,0 1 0 0 0,0-1-1 0 0,0 1 1 0 0,0-1 0 0 0,0 1 0 0 0,0-1-1 0 0,1 1 1 0 0,-1-1 0 0 0,2-3 0 0 0,0-2 123 0 0,1 0 0 0 0,0 1 0 0 0,1-1 0 0 0,0 1 0 0 0,0 0 0 0 0,0 0 0 0 0,9-9 0 0 0,-7 10 55 0 0,0 1 1 0 0,1 0-1 0 0,0 0 0 0 0,0 1 1 0 0,0-1-1 0 0,1 2 1 0 0,-1-1-1 0 0,1 1 1 0 0,13-4-1 0 0,-19 7-144 0 0,0-1-1 0 0,0 0 1 0 0,0 1-1 0 0,1-1 1 0 0,-1 1 0 0 0,0 0-1 0 0,0 0 1 0 0,1-1 0 0 0,-1 2-1 0 0,0-1 1 0 0,1 0-1 0 0,-1 0 1 0 0,0 1 0 0 0,0-1-1 0 0,1 1 1 0 0,-1 0 0 0 0,0 0-1 0 0,0 0 1 0 0,0 0-1 0 0,0 0 1 0 0,0 0 0 0 0,0 0-1 0 0,0 1 1 0 0,-1-1-1 0 0,1 0 1 0 0,0 1 0 0 0,-1 0-1 0 0,1-1 1 0 0,-1 1 0 0 0,1 0-1 0 0,-1 0 1 0 0,0 0-1 0 0,0 0 1 0 0,0 0 0 0 0,0 0-1 0 0,0 0 1 0 0,0 1 0 0 0,0 2-1 0 0,2 10-79 0 0,-2-1-1 0 0,1 1 1 0 0,-2 0-1 0 0,0 0 0 0 0,-1 0 1 0 0,0 0-1 0 0,-1 0 1 0 0,-1-1-1 0 0,0 1 1 0 0,-8 21-1 0 0,4-17-226 0 0,0 1-1 0 0,-2-1 1 0 0,0-1 0 0 0,-1 0-1 0 0,-1 0 1 0 0,-1-1-1 0 0,-14 17 1 0 0,25-31 426 0 0,9-4 50 0 0,23-13 290 0 0,37-21 338 0 0,9-16-79 0 0,-4 2-1394 0 0,-22 20-5474 0 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52:43.44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36 157 3889 0 0,'-9'5'1985'0'0,"-12"6"4822"0"0,15-15-4026 0 0,7-12-1415 0 0,2 6-1130 0 0,0 0 0 0 0,0 0 0 0 0,1 0 0 0 0,0 0 1 0 0,1 0-1 0 0,0 1 0 0 0,1 0 0 0 0,0 0 1 0 0,1 1-1 0 0,-1-1 0 0 0,1 1 0 0 0,1 1 0 0 0,0-1 1 0 0,0 1-1 0 0,10-7 0 0 0,-17 14-198 0 0,0-1 0 0 0,0 1 0 0 0,0-1 0 0 0,0 1 0 0 0,0-1 0 0 0,0 1 0 0 0,0 0 0 0 0,0-1 0 0 0,0 1 0 0 0,0 0 0 0 0,0 0 0 0 0,1 0 0 0 0,-1 0 0 0 0,0 0-1 0 0,0 0 1 0 0,0 0 0 0 0,0 0 0 0 0,0 1 0 0 0,0-1 0 0 0,0 0 0 0 0,0 0 0 0 0,0 1 0 0 0,0-1 0 0 0,0 1 0 0 0,0-1 0 0 0,0 1 0 0 0,0-1 0 0 0,1 2 0 0 0,-1 0 21 0 0,1 0 1 0 0,-1 0 0 0 0,0 0-1 0 0,0 1 1 0 0,0-1 0 0 0,0 0-1 0 0,0 0 1 0 0,0 1-1 0 0,-1-1 1 0 0,1 1 0 0 0,-1-1-1 0 0,1 3 1 0 0,0 9 116 0 0,-1-1 1 0 0,-1 0-1 0 0,-2 21 1 0 0,-1-6-107 0 0,-1 0-1 0 0,-2 1 1 0 0,0-2 0 0 0,-2 1 0 0 0,-1-1-1 0 0,-18 34 1 0 0,39-114-205 0 0,-9 47 140 0 0,1 0 0 0 0,-1 0 0 0 0,1 1 0 0 0,0-1-1 0 0,1 1 1 0 0,5-8 0 0 0,-8 13-3 0 0,-1-1 0 0 0,1 0-1 0 0,-1 1 1 0 0,1-1 0 0 0,0 1 0 0 0,-1-1-1 0 0,1 1 1 0 0,0-1 0 0 0,0 1 0 0 0,0-1-1 0 0,-1 1 1 0 0,1 0 0 0 0,0-1 0 0 0,0 1-1 0 0,0 0 1 0 0,0 0 0 0 0,-1 0 0 0 0,1 0-1 0 0,0 0 1 0 0,0 0 0 0 0,1 0 0 0 0,-1 0 2 0 0,0 1 0 0 0,1-1-1 0 0,-1 1 1 0 0,0 0 0 0 0,0 0 0 0 0,0-1 0 0 0,0 1 0 0 0,0 0 0 0 0,0 0 0 0 0,0 0 0 0 0,0 0 0 0 0,0 0 0 0 0,-1 0-1 0 0,1 1 1 0 0,0-1 0 0 0,-1 0 0 0 0,1 0 0 0 0,0 3 0 0 0,13 36-85 0 0,6 20-418 0 0,-18-58 37 0 0,-1 1 0 0 0,0-1-1 0 0,1 1 1 0 0,0-1 0 0 0,-1 0-1 0 0,1 0 1 0 0,0 0 0 0 0,0 0-1 0 0,0 0 1 0 0,4 2 0 0 0,-6-3 103 0 0,1-1 1 0 0,0 0-1 0 0,-1 0 0 0 0,1 0 1 0 0,-1 0-1 0 0,1-1 0 0 0,0 1 1 0 0,-1 0-1 0 0,1 0 0 0 0,-1 0 1 0 0,1 0-1 0 0,-1-1 0 0 0,1 1 1 0 0,-1 0-1 0 0,1 0 0 0 0,-1-1 1 0 0,1 1-1 0 0,-1 0 0 0 0,1-1 1 0 0,-1 1-1 0 0,1 0 0 0 0,-1-1 1 0 0,0 1-1 0 0,1-1 0 0 0,20-24-5238 0 0,-18 21 4892 0 0,2-9-1570 0 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52:43.82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7 226 6385 0 0,'-7'3'9755'0'0,"23"-18"-6999"0"0,12-29-1785 0 0,-4 7-804 0 0,1 0 0 0 0,50-55-1 0 0,-75 92-154 0 0,0 0 0 0 0,0 0 0 0 0,0-1 0 0 0,0 1 0 0 0,1 0 0 0 0,-1 0 0 0 0,0-1 0 0 0,0 1 0 0 0,0 0 0 0 0,1 0 0 0 0,-1 0 0 0 0,0-1 0 0 0,0 1 0 0 0,0 0 0 0 0,1 0 0 0 0,-1 0 0 0 0,0 0 0 0 0,0 0 0 0 0,1 0 0 0 0,-1-1 0 0 0,0 1 0 0 0,1 0 0 0 0,-1 0 0 0 0,0 0 0 0 0,0 0 0 0 0,1 0 0 0 0,-1 0 0 0 0,0 0 0 0 0,1 0 0 0 0,-1 0 0 0 0,0 0 0 0 0,0 0 0 0 0,1 0 0 0 0,-1 0 0 0 0,0 1 0 0 0,1-1 0 0 0,-1 0 0 0 0,0 0 0 0 0,0 0 0 0 0,1 0 0 0 0,-1 0 0 0 0,0 1 0 0 0,0-1 0 0 0,0 0 0 0 0,1 0 0 0 0,-1 0 0 0 0,0 1 0 0 0,4 18 982 0 0,-6 32 653 0 0,1-47-1590 0 0,-4 128 879 0 0,15-45-3696 0 0,-5-75-343 0 0,-4-11 2729 0 0,0-1 0 0 0,-1 1 0 0 0,1-1 0 0 0,-1 1 0 0 0,1-1 0 0 0,0 0 0 0 0,-1 0 0 0 0,1 1 0 0 0,0-1 0 0 0,-1 0 0 0 0,1 0 0 0 0,0 0 0 0 0,0 0 0 0 0,-1 1 0 0 0,1-1 1 0 0,0 0-1 0 0,-1 0 0 0 0,1 0 0 0 0,0-1 0 0 0,0 1 0 0 0,-1 0 0 0 0,1 0 0 0 0,0 0 0 0 0,-1 0 0 0 0,1-1 0 0 0,0 1 0 0 0,-1 0 0 0 0,1-1 0 0 0,0 1 0 0 0,-1-1 0 0 0,1 1 0 0 0,-1 0 0 0 0,1-1 0 0 0,-1 1 0 0 0,1-1 1 0 0,-1 0-1 0 0,1 0 0 0 0,5-5-2930 0 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52:44.17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1 147 5009 0 0,'8'-27'6983'0'0,"13"-1"-3690"0"0,31-20-1361 0 0,-42 39-1255 0 0,-4 5-524 0 0,-1-1 0 0 0,0 1 0 0 0,1 1 0 0 0,0-1 0 0 0,-1 1 0 0 0,1 0 0 0 0,12-4 0 0 0,-17 7-124 0 0,0-1 0 0 0,0 1-1 0 0,0 0 1 0 0,1 0 0 0 0,-1 0-1 0 0,0 0 1 0 0,0 0 0 0 0,0 0-1 0 0,1 0 1 0 0,-1 0 0 0 0,0 0-1 0 0,0 1 1 0 0,0-1 0 0 0,0 0-1 0 0,1 1 1 0 0,-1-1 0 0 0,0 1-1 0 0,0-1 1 0 0,1 2-1 0 0,0-1 8 0 0,-1 1 0 0 0,0-1-1 0 0,0 1 1 0 0,0-1-1 0 0,0 1 1 0 0,0 0 0 0 0,0-1-1 0 0,-1 1 1 0 0,1 0-1 0 0,-1-1 1 0 0,1 1-1 0 0,-1 0 1 0 0,1 0 0 0 0,-1 0-1 0 0,0 0 1 0 0,0 3-1 0 0,-1 12-35 0 0,-1 0 0 0 0,-1 0 0 0 0,0 0 0 0 0,-1-1 0 0 0,-1 1 0 0 0,-1-1 0 0 0,0 0 0 0 0,-1-1 0 0 0,0 0 0 0 0,-2 0 0 0 0,1 0 0 0 0,-2-1 0 0 0,0 0 0 0 0,-1-1 0 0 0,-17 17 0 0 0,11-19-85 0 0,16-11 87 0 0,1 0 0 0 0,0 0 0 0 0,0 0 1 0 0,-1 0-1 0 0,1 0 0 0 0,0 0 0 0 0,0 0 0 0 0,-1 0 0 0 0,1 0 0 0 0,0 0 0 0 0,0 0 0 0 0,0 0 0 0 0,-1 0 0 0 0,1 0 0 0 0,0 0 0 0 0,0 0 0 0 0,-1 0 0 0 0,1-1 0 0 0,0 1 1 0 0,0 0-1 0 0,0 0 0 0 0,0 0 0 0 0,-1 0 0 0 0,1 0 0 0 0,0-1 0 0 0,0 1 0 0 0,0 0 0 0 0,0 0 0 0 0,-1 0 0 0 0,1-1 0 0 0,0 1 0 0 0,0 0 0 0 0,0 0 0 0 0,0-1 0 0 0,0 1 1 0 0,0 0-1 0 0,0 0 0 0 0,0-1 0 0 0,0-1 31 0 0,0 0 1 0 0,0 0-1 0 0,1 0 1 0 0,-1 0-1 0 0,0 1 1 0 0,1-1 0 0 0,0 0-1 0 0,-1 0 1 0 0,1 0-1 0 0,0 0 1 0 0,0 1-1 0 0,0-1 1 0 0,0 0-1 0 0,1 1 1 0 0,1-3-1 0 0,2-1 20 0 0,1 0-1 0 0,-1 0 0 0 0,1 1 1 0 0,0-1-1 0 0,0 2 0 0 0,0-1 1 0 0,0 1-1 0 0,1 0 0 0 0,-1 0 1 0 0,9-2-1 0 0,72-12-124 0 0,-66 14-1858 0 0,1-1 1 0 0,22-7-1 0 0,-41 10 1385 0 0,-1 0 0 0 0,0 0-1 0 0,1 0 1 0 0,-1 0 0 0 0,0-1-1 0 0,0 1 1 0 0,0-1 0 0 0,0 1-1 0 0,0-1 1 0 0,0 0 0 0 0,0 0-1 0 0,0 0 1 0 0,-1 0 0 0 0,1 0-1 0 0,-1 0 1 0 0,0 0 0 0 0,1 0-1 0 0,-1-1 1 0 0,0 1 0 0 0,0-1-1 0 0,-1 1 1 0 0,2-5 0 0 0,1-6-1720 0 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52:44.51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18 1 3281 0 0,'0'0'210'0'0,"-1"0"0"0"0,1 0 0 0 0,-1 0 0 0 0,1 0 0 0 0,0 0 0 0 0,-1 0 0 0 0,1 0 0 0 0,-1 0 0 0 0,1 0 0 0 0,-1 0 0 0 0,1 0 0 0 0,0 0 0 0 0,-1 0 0 0 0,1 0 1 0 0,-1 0-1 0 0,1 0 0 0 0,-1 0 0 0 0,1 0 0 0 0,0 1 0 0 0,-1-1 0 0 0,1 0 0 0 0,-1 0 0 0 0,1 0 0 0 0,0 1 0 0 0,-1-1 0 0 0,1 0 0 0 0,0 1 0 0 0,-1-1 0 0 0,1 0 0 0 0,0 1 0 0 0,0-1 0 0 0,-1 0 0 0 0,1 1 1 0 0,-4 20 3356 0 0,8 31-1070 0 0,-3-43-1624 0 0,3 24 165 0 0,1-1-1 0 0,15 50 1 0 0,-16-70-1377 0 0,0 0-1 0 0,1 0 0 0 0,0-1 1 0 0,1 1-1 0 0,0-1 0 0 0,0 0 1 0 0,1-1-1 0 0,1 0 1 0 0,15 17-1 0 0,-22-26 199 0 0,-1-1 1 0 0,0 0 0 0 0,0 1-1 0 0,0-1 1 0 0,0 0-1 0 0,0 1 1 0 0,1-1-1 0 0,-1 0 1 0 0,0 1-1 0 0,0-1 1 0 0,1 0-1 0 0,-1 0 1 0 0,0 1-1 0 0,0-1 1 0 0,1 0-1 0 0,-1 0 1 0 0,0 0-1 0 0,1 1 1 0 0,-1-1-1 0 0,0 0 1 0 0,1 0-1 0 0,-1 0 1 0 0,0 0-1 0 0,1 1 1 0 0,-1-1-1 0 0,0 0 1 0 0,1 0-1 0 0,-1 0 1 0 0,0 0-1 0 0,1 0 1 0 0,-1 0-1 0 0,1 0 1 0 0,-1 0-1 0 0,0 0 1 0 0,1 0-1 0 0,-1-1 1 0 0,0 1-1 0 0,1 0 1 0 0,-1 0-1 0 0,0 0 1 0 0,1 0-1 0 0,-1 0 1 0 0,0-1-1 0 0,1 1 1 0 0,-1 0-1 0 0,0 0 1 0 0,1-1-1 0 0,-1 1 1 0 0,0 0-1 0 0,0 0 1 0 0,1-1-1 0 0,-1 0 1 0 0,-2-18-5609 0 0,-2 10 2835 0 0</inkml:trace>
  <inkml:trace contextRef="#ctx0" brushRef="#br0" timeOffset="1">21 190 4441 0 0,'12'-1'7968'0'0,"35"-11"-6058"0"0,-2-4-1749 0 0,3-1-2413 0 0,-16 7-5050 0 0,-29 15 3910 0 0,-3 1 1994 0 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52:44.88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80 1 1656 0 0,'-23'40'2360'0'0,"12"-23"-773"0"0,1 1 1 0 0,0 1-1 0 0,-8 23 1 0 0,17-39-1343 0 0,-1 1 0 0 0,1 0 1 0 0,0-1-1 0 0,0 1 0 0 0,1 0 0 0 0,-1-1 1 0 0,1 1-1 0 0,-1 0 0 0 0,1-1 1 0 0,1 1-1 0 0,-1 0 0 0 0,0 0 1 0 0,1-1-1 0 0,0 1 0 0 0,0 0 0 0 0,0-1 1 0 0,0 1-1 0 0,1-1 0 0 0,-1 1 1 0 0,1-1-1 0 0,0 0 0 0 0,0 1 1 0 0,3 3-1 0 0,-2-4-160 0 0,0-1-1 0 0,0 0 1 0 0,1 1 0 0 0,-1-1 0 0 0,0-1-1 0 0,1 1 1 0 0,0 0 0 0 0,-1-1 0 0 0,1 0-1 0 0,0 0 1 0 0,-1 0 0 0 0,1 0 0 0 0,0 0-1 0 0,0-1 1 0 0,0 0 0 0 0,0 0 0 0 0,0 0-1 0 0,0 0 1 0 0,-1 0 0 0 0,1-1 0 0 0,0 0-1 0 0,0 0 1 0 0,0 0 0 0 0,-1 0 0 0 0,1-1-1 0 0,0 1 1 0 0,-1-1 0 0 0,1 0 0 0 0,5-4-1 0 0,-2 2 35 0 0,0-1 0 0 0,0 0-1 0 0,0 0 1 0 0,0 0 0 0 0,-1-1-1 0 0,0 0 1 0 0,0 0 0 0 0,-1 0-1 0 0,0-1 1 0 0,0 0-1 0 0,0 0 1 0 0,7-15 0 0 0,-10 15-38 0 0,-1 1 1 0 0,1-1-1 0 0,-1 0 1 0 0,0 1 0 0 0,0-1-1 0 0,-1 0 1 0 0,0 0 0 0 0,-1 1-1 0 0,-1-14 1 0 0,2 18-82 0 0,-1 0 1 0 0,1 1-1 0 0,-1-1 0 0 0,1 0 1 0 0,-1 1-1 0 0,1-1 1 0 0,-1 0-1 0 0,0 1 0 0 0,0-1 1 0 0,0 1-1 0 0,0-1 1 0 0,0 1-1 0 0,0 0 0 0 0,0-1 1 0 0,-1 1-1 0 0,1 0 1 0 0,0 0-1 0 0,-1 0 0 0 0,1 0 1 0 0,0 0-1 0 0,-1 0 1 0 0,0 0-1 0 0,1 1 0 0 0,-1-1 1 0 0,1 0-1 0 0,-1 1 1 0 0,0-1-1 0 0,1 1 0 0 0,-1 0 1 0 0,0-1-1 0 0,0 1 1 0 0,1 0-1 0 0,-1 0 1 0 0,0 0-1 0 0,0 1 0 0 0,1-1 1 0 0,-1 0-1 0 0,0 1 1 0 0,1-1-1 0 0,-1 1 0 0 0,0-1 1 0 0,-2 2-1 0 0,-37 22-2483 0 0,36-20 1519 0 0,0-1 0 0 0,-1 1 0 0 0,1-1-1 0 0,-1 0 1 0 0,0-1 0 0 0,1 1 0 0 0,-12 2-1 0 0,-10-5-3252 0 0,7 8-700 0 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52:46.00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599 500 4585 0 0,'-26'8'7310'0'0,"-4"1"-4965"0"0,6-6-1504 0 0,-1-2-1 0 0,0-1 1 0 0,1-1-1 0 0,-31-5 1 0 0,45 4-751 0 0,1-1 1 0 0,-1 0 0 0 0,1 0 0 0 0,0-1 0 0 0,0 0 0 0 0,1 0 0 0 0,-1-1 0 0 0,1 0-1 0 0,0-1 1 0 0,0 0 0 0 0,1 0 0 0 0,0 0 0 0 0,-13-15 0 0 0,10 9-100 0 0,0-1 0 0 0,1 0 0 0 0,1 0 0 0 0,0-1 0 0 0,1 0 0 0 0,0 0-1 0 0,1-1 1 0 0,0 0 0 0 0,2 0 0 0 0,-5-20 0 0 0,8 25 4 0 0,0 1-1 0 0,0-1 1 0 0,1 1 0 0 0,1-1-1 0 0,-1 1 1 0 0,1-1 0 0 0,1 1-1 0 0,0 0 1 0 0,0-1 0 0 0,1 1-1 0 0,0 0 1 0 0,0 0 0 0 0,1 1-1 0 0,1-1 1 0 0,-1 1 0 0 0,1 0-1 0 0,1 0 1 0 0,8-10 0 0 0,-4 9 467 0 0,-28 24 92 0 0,11-9-344 0 0,-1 1 1 0 0,1 1 0 0 0,1-1-1 0 0,-1 1 1 0 0,1 0-1 0 0,1 0 1 0 0,-8 14 0 0 0,1-1-16 0 0,-10 12 13 0 0,7-7-51 0 0,-2-1 0 0 0,0-1 0 0 0,-2-1-1 0 0,-31 32 1 0 0,50-55-156 0 0,0 0 1 0 0,0 0-1 0 0,0 1 0 0 0,-1-1 0 0 0,1 0 0 0 0,0 0 0 0 0,0 0 0 0 0,0 0 0 0 0,0 0 0 0 0,0 0 0 0 0,0 1 0 0 0,-1-1 0 0 0,1 0 0 0 0,0 0 1 0 0,0 0-1 0 0,0 0 0 0 0,0 0 0 0 0,0 0 0 0 0,-1 0 0 0 0,1 0 0 0 0,0 0 0 0 0,0 0 0 0 0,0 0 0 0 0,0 0 0 0 0,-1 0 0 0 0,1 0 1 0 0,0 0-1 0 0,0 0 0 0 0,0 0 0 0 0,0 0 0 0 0,-1 0 0 0 0,1 0 0 0 0,0 0 0 0 0,0 0 0 0 0,0 0 0 0 0,0 0 0 0 0,-1 0 0 0 0,1 0 1 0 0,0 0-1 0 0,0-1 0 0 0,0 1 0 0 0,0 0 0 0 0,0 0 0 0 0,-1 0 0 0 0,1 0 0 0 0,0 0 0 0 0,0 0 0 0 0,0 0 0 0 0,0-1 0 0 0,0 1 1 0 0,0 0-1 0 0,0 0 0 0 0,0 0 0 0 0,0 0 0 0 0,0-1 0 0 0,0 1 0 0 0,-1 0 0 0 0,1 0 0 0 0,0 0 0 0 0,0 0 0 0 0,0-1 0 0 0,0 1 1 0 0,1-19-24 0 0,7-21-57 0 0,0 11 95 0 0,2 0-1 0 0,0 0 1 0 0,2 1-1 0 0,1 1 1 0 0,1 0-1 0 0,1 1 1 0 0,1 0-1 0 0,2 1 1 0 0,31-34-1 0 0,-48 58 16 0 0,-1 1 0 0 0,1 0 0 0 0,0-1-1 0 0,0 1 1 0 0,0 0 0 0 0,0 0 0 0 0,0 0 0 0 0,0-1 0 0 0,0 1-1 0 0,0 0 1 0 0,0 0 0 0 0,0 0 0 0 0,0 1 0 0 0,0-1 0 0 0,0 0 0 0 0,0 0-1 0 0,0 0 1 0 0,0 1 0 0 0,0-1 0 0 0,0 0 0 0 0,0 1 0 0 0,-1-1 0 0 0,1 1-1 0 0,0-1 1 0 0,0 1 0 0 0,1 0 0 0 0,26 20 181 0 0,-22-16-77 0 0,65 53 446 0 0,-39-31-403 0 0,37 25 1 0 0,-54-43-1699 0 0,0 0 1 0 0,0-1-1 0 0,19 6 0 0 0,-12-12-5279 0 0,-16-3 3060 0 0,8 4-2726 0 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52:47.67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580 269 3681 0 0,'3'-20'1014'0'0,"-2"-1"0"0"0,-1 1 0 0 0,0-1 1 0 0,-2 1-1 0 0,0-1 0 0 0,-9-35 0 0 0,9 51-824 0 0,1 0-1 0 0,-1 0 1 0 0,0 1 0 0 0,0-1-1 0 0,0 1 1 0 0,0-1-1 0 0,-1 1 1 0 0,0 0-1 0 0,0 0 1 0 0,0 0 0 0 0,-1 0-1 0 0,1 0 1 0 0,-1 1-1 0 0,0 0 1 0 0,0 0 0 0 0,0 0-1 0 0,0 0 1 0 0,-1 0-1 0 0,1 1 1 0 0,-1 0 0 0 0,1 0-1 0 0,-1 0 1 0 0,0 1-1 0 0,0-1 1 0 0,0 1 0 0 0,0 0-1 0 0,0 1 1 0 0,0-1-1 0 0,0 1 1 0 0,0 0 0 0 0,0 0-1 0 0,0 0 1 0 0,-5 2-1 0 0,-3 0 6 0 0,0 0-1 0 0,1 1 1 0 0,-1 0-1 0 0,1 1 0 0 0,-1 1 1 0 0,1 0-1 0 0,1 0 1 0 0,-1 1-1 0 0,1 1 1 0 0,-19 14-1 0 0,14-8-105 0 0,1 1-1 0 0,0 1 1 0 0,1 1 0 0 0,0 0-1 0 0,1 1 1 0 0,-10 19-1 0 0,-3 11-49 0 0,1 2 0 0 0,4 0 0 0 0,1 2-1 0 0,-17 67 1 0 0,24-71 32 0 0,-13 82 1 0 0,25-116-71 0 0,-1 1-1 0 0,1 0 1 0 0,1 0 0 0 0,1-1-1 0 0,0 1 1 0 0,0 0 0 0 0,1-1 0 0 0,1 1-1 0 0,1-1 1 0 0,9 26 0 0 0,-10-33-4 0 0,0 0 0 0 0,1-1 0 0 0,0 1 0 0 0,0-1 0 0 0,0 0 0 0 0,1 0 0 0 0,-1-1 0 0 0,1 1 0 0 0,0-1 0 0 0,1 0 0 0 0,-1 0 0 0 0,1-1 0 0 0,-1 1 0 0 0,8 2 0 0 0,6 1-1 0 0,1 0 0 0 0,-1-2 0 0 0,26 5 1 0 0,-31-8 8 0 0,1 1 1 0 0,0 0 0 0 0,-1 1-1 0 0,0 1 1 0 0,0 0 0 0 0,0 1-1 0 0,18 12 1 0 0,-30-17 7 0 0,-1 0 1 0 0,1 0-1 0 0,-1 0 1 0 0,1 0-1 0 0,-1 1 1 0 0,0-1-1 0 0,1 0 0 0 0,-1 1 1 0 0,0-1-1 0 0,0 1 1 0 0,0 0-1 0 0,0-1 1 0 0,-1 1-1 0 0,1 0 1 0 0,0-1-1 0 0,-1 1 0 0 0,1 0 1 0 0,-1 0-1 0 0,1 0 1 0 0,-1-1-1 0 0,0 1 1 0 0,0 0-1 0 0,0 0 0 0 0,0 2 1 0 0,-1 0 13 0 0,0 1 0 0 0,0-1 0 0 0,-1 0 0 0 0,1-1 0 0 0,-1 1 0 0 0,0 0-1 0 0,0 0 1 0 0,-1-1 0 0 0,1 1 0 0 0,-5 4 0 0 0,-7 7 48 0 0,0-1 0 0 0,-1 0 0 0 0,-24 16 0 0 0,38-30-75 0 0,-18 14 20 0 0,-4 3-10 0 0,0 0 1 0 0,1 1 0 0 0,-22 25 0 0 0,39-39-13 0 0,1 1 0 0 0,0 0 0 0 0,0 1 0 0 0,0-1 0 0 0,1 1 0 0 0,-1 0 0 0 0,2-1 0 0 0,-1 2 0 0 0,0-1 0 0 0,1 0 0 0 0,0 0 0 0 0,1 1 0 0 0,-1-1 0 0 0,1 1 0 0 0,0-1 0 0 0,1 1 0 0 0,0-1 0 0 0,0 1 0 0 0,1 8 0 0 0,-1-13-6 0 0,1 0 0 0 0,-1-1 0 0 0,1 1 1 0 0,-1 0-1 0 0,1-1 0 0 0,0 1 0 0 0,0-1 1 0 0,0 1-1 0 0,0-1 0 0 0,0 1 0 0 0,0-1 0 0 0,0 1 1 0 0,0-1-1 0 0,0 0 0 0 0,1 0 0 0 0,-1 0 0 0 0,0 0 1 0 0,1 0-1 0 0,-1 0 0 0 0,4 2 0 0 0,-1-2-5 0 0,0 1-1 0 0,0-1 0 0 0,0 0 1 0 0,1 0-1 0 0,-1-1 1 0 0,1 1-1 0 0,-1-1 0 0 0,6 0 1 0 0,8-1-23 0 0,1-1-1 0 0,-1-1 1 0 0,19-5 0 0 0,-30 6 25 0 0,33-12-34 0 0,-32 11 47 0 0,-1 0-1 0 0,1 0 0 0 0,0 1 1 0 0,0 0-1 0 0,-1 0 0 0 0,10 0 0 0 0,-16 2 4 0 0,0 0-1 0 0,-1 0 0 0 0,1 0 1 0 0,0 1-1 0 0,-1-1 0 0 0,1 0 1 0 0,-1 1-1 0 0,1-1 0 0 0,-1 0 1 0 0,1 1-1 0 0,0-1 0 0 0,-1 1 1 0 0,1-1-1 0 0,-1 1 0 0 0,0-1 1 0 0,1 1-1 0 0,-1-1 0 0 0,1 1 1 0 0,-1 0-1 0 0,0-1 0 0 0,0 1 1 0 0,1-1-1 0 0,-1 1 0 0 0,0 0 1 0 0,0-1-1 0 0,0 1 0 0 0,0 0 1 0 0,1-1-1 0 0,-1 1 0 0 0,0 0 1 0 0,0-1-1 0 0,0 1 0 0 0,0 0 1 0 0,-1-1-1 0 0,1 1 0 0 0,0 0 1 0 0,0 0-1 0 0,-6 32 136 0 0,5-28-111 0 0,-16 54 205 0 0,-2 0-1 0 0,-3-2 1 0 0,-38 74 0 0 0,27-63-68 0 0,-39 119 0 0 0,49-108 23 0 0,4 1 0 0 0,3 1 0 0 0,-7 114 0 0 0,21-165-145 0 0,1 0 0 0 0,2 0 1 0 0,1 0-1 0 0,1 0 0 0 0,1 0 1 0 0,2 0-1 0 0,1-1 0 0 0,2 0 1 0 0,1 0-1 0 0,0-1 0 0 0,3-1 1 0 0,23 41-1 0 0,-26-53-21 0 0,1-1-1 0 0,0 0 1 0 0,1 0-1 0 0,0-1 1 0 0,1-1 0 0 0,1 0-1 0 0,0-1 1 0 0,1 0-1 0 0,0-1 1 0 0,0-1-1 0 0,1-1 1 0 0,17 8 0 0 0,-20-12-346 0 0,0 1 1 0 0,1-2-1 0 0,-1 0 1 0 0,1 0 0 0 0,0-1-1 0 0,0-1 1 0 0,0 0-1 0 0,0-1 1 0 0,0-1 0 0 0,0 0-1 0 0,0-1 1 0 0,-1 0-1 0 0,1-1 1 0 0,-1-1-1 0 0,26-10 1 0 0,-20 6-2378 0 0,-1-2 0 0 0,32-21 0 0 0,-9 1-4243 0 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52:48.71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293 5 5257 0 0,'-15'-2'1203'0'0,"-1"0"0"0"0,1 2-1 0 0,-1 0 1 0 0,1 0 0 0 0,0 2 0 0 0,-1 0-1 0 0,1 1 1 0 0,-21 6 0 0 0,28-6-1051 0 0,1 0 0 0 0,0 0 0 0 0,0 1 0 0 0,0 0 0 0 0,1 1 0 0 0,-1-1 0 0 0,1 1 0 0 0,0 1 0 0 0,0-1 0 0 0,1 1 0 0 0,0 0 0 0 0,0 0 0 0 0,0 0 0 0 0,0 1 1 0 0,1 0-1 0 0,1 0 0 0 0,-1 0 0 0 0,-3 9 0 0 0,1 2-29 0 0,2 0 1 0 0,-1 1-1 0 0,2-1 1 0 0,1 1-1 0 0,0-1 1 0 0,1 1-1 0 0,1 0 1 0 0,1 0-1 0 0,0-1 1 0 0,2 1-1 0 0,0 0 1 0 0,1-1-1 0 0,1 0 1 0 0,0 0-1 0 0,2 0 1 0 0,0-1-1 0 0,1 0 1 0 0,0 0-1 0 0,15 20 1 0 0,-18-31-192 0 0,0 0 1 0 0,0-1 0 0 0,0 1 0 0 0,1-1 0 0 0,0 0 0 0 0,0 0-1 0 0,1-1 1 0 0,-1 0 0 0 0,1 0 0 0 0,0 0 0 0 0,0-1 0 0 0,0 0-1 0 0,1-1 1 0 0,-1 1 0 0 0,1-1 0 0 0,-1-1 0 0 0,1 1-1 0 0,0-2 1 0 0,-1 1 0 0 0,1-1 0 0 0,0 0 0 0 0,14-2 0 0 0,-9 0-757 0 0,-1-1 1 0 0,1-1 0 0 0,-1 0 0 0 0,0-1-1 0 0,0 0 1 0 0,-1-1 0 0 0,0 0-1 0 0,0 0 1 0 0,0-1 0 0 0,-1-1 0 0 0,0 0-1 0 0,0-1 1 0 0,9-10 0 0 0,6-6-1878 0 0,4 6-880 0 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52:49.09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17 0 6353 0 0,'-3'7'1092'0'0,"0"-1"-1"0"0,1 1 0 0 0,0 0 0 0 0,0 0 0 0 0,-1 11 1 0 0,1 40 2155 0 0,6-21-2061 0 0,10 41 0 0 0,-9-48-258 0 0,0-6-645 0 0,38 170 1398 0 0,-36-171-1931 0 0,1 0 1 0 0,0 0 0 0 0,2-1 0 0 0,1 0-1 0 0,1-1 1 0 0,15 21 0 0 0,-25-39-206 0 0,0-1 0 0 0,0 0 0 0 0,0 0 0 0 0,0 0 0 0 0,0 0 0 0 0,1 0 0 0 0,-1-1 0 0 0,0 1 0 0 0,6 2 0 0 0,-8-4 277 0 0,1 0 0 0 0,-1 0 0 0 0,1 0 0 0 0,-1 0 0 0 0,1 0 0 0 0,0 0 0 0 0,-1 0 0 0 0,1 0 0 0 0,-1 0 0 0 0,1 0 0 0 0,-1 0 0 0 0,1 0 0 0 0,-1 0 0 0 0,1 0 0 0 0,0 0 1 0 0,-1 0-1 0 0,1-1 0 0 0,-1 1 0 0 0,1 0 0 0 0,-1 0 0 0 0,1-1 0 0 0,-1 1 0 0 0,1 0 0 0 0,-1-1 0 0 0,0 1 0 0 0,1 0 0 0 0,-1-1 0 0 0,1 1 0 0 0,-1-1 0 0 0,0 1 0 0 0,1-1 0 0 0,-1 1 0 0 0,0-1 0 0 0,0 1 0 0 0,1-1 0 0 0,-1 1 0 0 0,0-1 0 0 0,0 1 0 0 0,0-1 0 0 0,0 1 0 0 0,0-1 0 0 0,0 0 0 0 0,0 1 0 0 0,0-1 0 0 0,0 1 0 0 0,0-1 0 0 0,0 1 0 0 0,0-1 0 0 0,0 0 0 0 0,0 1 0 0 0,0-1 0 0 0,0 1 0 0 0,-1-1 0 0 0,1 1 0 0 0,0-1 0 0 0,-2-11-3436 0 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52:49.44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0 195 4041 0 0,'2'-6'331'0'0,"-1"0"1"0"0,1-1-1 0 0,-1 2 0 0 0,2-1 1 0 0,-1 0-1 0 0,1 0 1 0 0,-1 1-1 0 0,2-1 0 0 0,-1 1 1 0 0,0 0-1 0 0,1 0 1 0 0,0 0-1 0 0,0 1 0 0 0,1-1 1 0 0,-1 1-1 0 0,1 0 0 0 0,0 0 1 0 0,0 1-1 0 0,1-1 1 0 0,-1 1-1 0 0,0 0 0 0 0,8-2 1 0 0,-8 3-239 0 0,-1 0 1 0 0,0 1-1 0 0,1-1 1 0 0,-1 1-1 0 0,1 0 1 0 0,0 1-1 0 0,-1-1 1 0 0,1 1-1 0 0,-1 0 1 0 0,1 0-1 0 0,0 0 0 0 0,-1 1 1 0 0,1-1-1 0 0,0 1 1 0 0,-1 0-1 0 0,1 1 1 0 0,-1-1-1 0 0,0 1 1 0 0,1 0-1 0 0,-1 0 1 0 0,0 0-1 0 0,0 1 1 0 0,0-1-1 0 0,0 1 1 0 0,-1 0-1 0 0,1 0 1 0 0,-1 0-1 0 0,0 1 1 0 0,6 6-1 0 0,-2 3 246 0 0,0-1-1 0 0,-1 1 1 0 0,-1 0 0 0 0,0 0-1 0 0,0 1 1 0 0,-2 0 0 0 0,0-1-1 0 0,0 1 1 0 0,-1 0-1 0 0,0 29 1 0 0,-2-1 231 0 0,-2-1-1 0 0,-10 61 0 0 0,-41 144-1577 0 0,63-254-6279 0 0,4-16 4036 0 0,-4-4 365 0 0,3-4-974 0 0</inkml:trace>
  <inkml:trace contextRef="#ctx0" brushRef="#br0" timeOffset="1">390 144 5217 0 0,'-1'16'1289'0'0,"1"-1"1"0"0,0 0-1 0 0,0 0 0 0 0,2 1 0 0 0,5 25 1 0 0,-1-19-285 0 0,1 1 0 0 0,1-1 0 0 0,12 24 1 0 0,6 1-14 0 0,1-1 0 0 0,50 61 1 0 0,-64-89-817 0 0,1-1-1 0 0,1 0 1 0 0,32 27 0 0 0,-44-41-156 0 0,1 1-1 0 0,0-1 1 0 0,0-1 0 0 0,0 1-1 0 0,0 0 1 0 0,0-1 0 0 0,1 0-1 0 0,-1 0 1 0 0,1 0 0 0 0,-1-1-1 0 0,1 0 1 0 0,0 0 0 0 0,0 0-1 0 0,-1 0 1 0 0,1-1 0 0 0,0 1-1 0 0,0-1 1 0 0,0 0 0 0 0,0-1-1 0 0,0 1 1 0 0,-1-1 0 0 0,1 0-1 0 0,0 0 1 0 0,7-4 0 0 0,-8 3-16 0 0,0-1 0 0 0,-1 0 0 0 0,1 0 0 0 0,-1-1 0 0 0,0 1 0 0 0,0-1 0 0 0,0 1 0 0 0,-1-1 0 0 0,1 0 0 0 0,-1 0 0 0 0,0 0 0 0 0,0 0 0 0 0,0 0 0 0 0,-1-1 0 0 0,1 1 0 0 0,-1-1 1 0 0,0 1-1 0 0,0-1 0 0 0,-1 1 0 0 0,1-6 0 0 0,1-13-105 0 0,-1-1 1 0 0,-4-33-1 0 0,3 57 99 0 0,-3-37-311 0 0,-2 2 0 0 0,-2-1 0 0 0,-1 0 0 0 0,-2 1 0 0 0,-1 1 0 0 0,-1 0 0 0 0,-3 0 0 0 0,-21-36 1 0 0,-37-79-3837 0 0,68 145 1223 0 0,9 14-816 0 0,10 7-983 0 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52:50.49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17 314 5945 0 0,'-15'7'5806'0'0,"14"-20"-4213"0"0,2 11-1208 0 0,0 0 0 0 0,1 0 0 0 0,-1 0 0 0 0,1 0-1 0 0,0 0 1 0 0,0 0 0 0 0,0 0 0 0 0,0 1 0 0 0,0-1 0 0 0,3-1 0 0 0,3-4 114 0 0,132-153 1376 0 0,-83 90-5553 0 0,-31 38-119 0 0,-20 15-2761 0 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52:50.90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23 74 5833 0 0,'-2'2'479'0'0,"0"0"-1"0"0,0 1 0 0 0,0-1 0 0 0,0 1 1 0 0,0 0-1 0 0,1 0 0 0 0,-1-1 0 0 0,1 1 1 0 0,0 0-1 0 0,-1 0 0 0 0,2 1 0 0 0,-1-1 1 0 0,0 0-1 0 0,0 0 0 0 0,1 0 0 0 0,0 0 1 0 0,0 1-1 0 0,0-1 0 0 0,0 0 1 0 0,0 0-1 0 0,1 1 0 0 0,-1-1 0 0 0,2 5 1 0 0,3 9 648 0 0,0 0 1 0 0,13 31-1 0 0,-14-40-899 0 0,-1-1-99 0 0,0 0 1 0 0,1 0-1 0 0,0 0 1 0 0,1-1-1 0 0,0 0 0 0 0,0 0 1 0 0,0 0-1 0 0,7 6 1 0 0,-11-11-116 0 0,0 1 0 0 0,1-1 1 0 0,-1 0-1 0 0,1 0 0 0 0,-1 0 1 0 0,1 0-1 0 0,-1 0 0 0 0,1 0 1 0 0,0 0-1 0 0,-1-1 1 0 0,1 1-1 0 0,0 0 0 0 0,-1-1 1 0 0,1 0-1 0 0,0 1 0 0 0,0-1 1 0 0,0 0-1 0 0,0 0 0 0 0,-1 0 1 0 0,1 0-1 0 0,0 0 0 0 0,0 0 1 0 0,0-1-1 0 0,-1 1 0 0 0,1 0 1 0 0,0-1-1 0 0,0 0 0 0 0,-1 1 1 0 0,1-1-1 0 0,0 0 0 0 0,-1 0 1 0 0,1 0-1 0 0,-1 0 0 0 0,1 0 1 0 0,-1 0-1 0 0,0 0 0 0 0,1-1 1 0 0,1-1-1 0 0,14-21-999 0 0,0 0 0 0 0,18-35 0 0 0,-12 18-2249 0 0,-15 26 1360 0 0,-1-1 0 0 0,0 0 0 0 0,-2 0 0 0 0,0-1 0 0 0,5-28 0 0 0,-4 17-1723 0 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52:51.28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7 285 5705 0 0,'-6'8'6907'0'0,"21"-22"-5123"0"0,8-21-1040 0 0,-11 14-535 0 0,2 1-1 0 0,29-35 1 0 0,-43 55-191 0 0,0 0 0 0 0,0 0 1 0 0,0 0-1 0 0,0 0 0 0 0,0 0 0 0 0,1 0 0 0 0,-1 0 1 0 0,0 0-1 0 0,0 0 0 0 0,0 0 0 0 0,0 0 0 0 0,0 0 0 0 0,0 0 1 0 0,0 0-1 0 0,0-1 0 0 0,1 1 0 0 0,-1 0 0 0 0,0 0 1 0 0,0 0-1 0 0,0 0 0 0 0,0 0 0 0 0,0 0 0 0 0,0 0 1 0 0,0 0-1 0 0,1 1 0 0 0,-1-1 0 0 0,0 0 0 0 0,0 0 1 0 0,0 0-1 0 0,0 0 0 0 0,0 0 0 0 0,0 0 0 0 0,0 0 0 0 0,0 0 1 0 0,1 0-1 0 0,-1 0 0 0 0,0 0 0 0 0,0 0 0 0 0,0 0 1 0 0,0 0-1 0 0,0 0 0 0 0,0 1 0 0 0,0-1 0 0 0,0 0 1 0 0,0 0-1 0 0,0 0 0 0 0,0 0 0 0 0,0 0 0 0 0,0 0 0 0 0,0 0 1 0 0,0 0-1 0 0,0 1 0 0 0,0-1 0 0 0,1 0 0 0 0,-1 0 1 0 0,0 0-1 0 0,0 0 0 0 0,-1 0 0 0 0,1 0 0 0 0,0 0 1 0 0,0 1-1 0 0,0-1 0 0 0,0 0 0 0 0,0 0 0 0 0,0 0 1 0 0,0 0-1 0 0,0 0 0 0 0,0 16 967 0 0,-4 16 267 0 0,-2 5-217 0 0,-2 49 1 0 0,7-75-919 0 0,1 1 1 0 0,1-1-1 0 0,0 0 1 0 0,1 1-1 0 0,0-1 1 0 0,0 0 0 0 0,1 0-1 0 0,9 20 1 0 0,-11-29-115 0 0,0 1 1 0 0,0 0-1 0 0,1 0 1 0 0,-1 0-1 0 0,1-1 1 0 0,0 1-1 0 0,0-1 0 0 0,0 1 1 0 0,0-1-1 0 0,0 0 1 0 0,1 0-1 0 0,-1 0 1 0 0,1 0-1 0 0,-1 0 1 0 0,1 0-1 0 0,0-1 1 0 0,-1 1-1 0 0,1-1 1 0 0,0 0-1 0 0,0 0 0 0 0,0 0 1 0 0,0 0-1 0 0,0 0 1 0 0,0-1-1 0 0,0 1 1 0 0,1-1-1 0 0,-1 0 1 0 0,0 0-1 0 0,0 0 1 0 0,0-1-1 0 0,0 1 1 0 0,0-1-1 0 0,0 1 0 0 0,0-1 1 0 0,6-2-1 0 0,-1-1-198 0 0,-1 1-1 0 0,-1-1 1 0 0,1 0-1 0 0,0-1 1 0 0,-1 0-1 0 0,0 0 1 0 0,0 0-1 0 0,0-1 1 0 0,-1 0-1 0 0,0 0 1 0 0,0 0-1 0 0,0 0 1 0 0,4-9-1 0 0,-1-1-499 0 0,-2 0 0 0 0,1 0 0 0 0,-2 0 0 0 0,0 0 0 0 0,-1-1 0 0 0,0 0 0 0 0,-2 0 0 0 0,0 0 0 0 0,-1 0 0 0 0,-1-25 0 0 0,-1 27 849 0 0,-1 0-1 0 0,0 1 1 0 0,-1-1 0 0 0,0 1 0 0 0,-1 0-1 0 0,-1 0 1 0 0,0 0 0 0 0,-1 1 0 0 0,-1 0-1 0 0,0 0 1 0 0,0 0 0 0 0,-15-17 0 0 0,42 82 3126 0 0,23 24-2116 0 0,100 135-1 0 0,-76-119-2337 0 0,-61-83 1305 0 0,5 4-4239 0 0,-29-45-5922 0 0,1 8 8747 0 0,-26-28 0 0 0,-3-3 2821 0 0,8-5 3589 0 0,36 57-4547 0 0,1-1-1 0 0,0 1 0 0 0,-1-1 1 0 0,1 0-1 0 0,0 1 1 0 0,1-1-1 0 0,-1 0 1 0 0,1 0-1 0 0,-1 0 0 0 0,1 1 1 0 0,0-1-1 0 0,1 0 1 0 0,0-7-1 0 0,1 6-299 0 0,0-1 0 0 0,0 0-1 0 0,0 1 1 0 0,0-1 0 0 0,1 1 0 0 0,0 0-1 0 0,0 0 1 0 0,5-5 0 0 0,36-36-3586 0 0,4 11-6053 0 0,-33 27 4823 0 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52:55.77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19 70 7114 0 0,'-16'-4'10211'0'0,"14"-5"-6512"0"0,19-19-9213 0 0,-2 6-5832 0 0,-12 16 8206 0 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52:56.14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21 223 5281 0 0,'-16'-1'8092'0'0,"11"-3"-4784"0"0,17-10-6022 0 0,9-10-4520 0 0,-11 0 3732 0 0,-5 12 1143 0 0</inkml:trace>
  <inkml:trace contextRef="#ctx0" brushRef="#br0" timeOffset="1">121 34 4633 0 0,'10'7'11238'0'0,"-7"5"-7232"0"0,-1-10-4824 0 0,1-18-2527 0 0,-2-8-3925 0 0,-2 10 1595 0 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53:05.45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20 31 5265 0 0,'-17'-30'5325'0'0,"14"30"-3260"0"0,9 19-1312 0 0,21 53 8 0 0,41 79 0 0 0,-68-150-760 0 0,0-1 1 0 0,1 0 0 0 0,-1 0-1 0 0,0 1 1 0 0,0-1-1 0 0,0 0 1 0 0,0 1-1 0 0,1-1 1 0 0,-1 0 0 0 0,0 0-1 0 0,0 0 1 0 0,1 1-1 0 0,-1-1 1 0 0,0 0-1 0 0,1 0 1 0 0,-1 0 0 0 0,0 1-1 0 0,0-1 1 0 0,1 0-1 0 0,-1 0 1 0 0,0 0-1 0 0,1 0 1 0 0,-1 0-1 0 0,0 0 1 0 0,1 0 0 0 0,-1 0-1 0 0,0 0 1 0 0,1 0-1 0 0,-1 0 1 0 0,0 0-1 0 0,1 0 1 0 0,-1 0 0 0 0,0 0-1 0 0,1 0 1 0 0,-1 0-1 0 0,0 0 1 0 0,1-1-1 0 0,-1 1 1 0 0,0 0 0 0 0,0 0-1 0 0,1 0 1 0 0,-1 0-1 0 0,0-1 1 0 0,0 1-1 0 0,1 0 1 0 0,-1 0 0 0 0,0-1-1 0 0,0 1 1 0 0,1 0-1 0 0,-1 0 1 0 0,0-1-1 0 0,0 1 1 0 0,0 0 0 0 0,0-1-1 0 0,0 1 1 0 0,1 0-1 0 0,-1-1 1 0 0,0 1-1 0 0,0 0 1 0 0,0-1 0 0 0,0 1-1 0 0,0 0 1 0 0,0-1-1 0 0,0 1 1 0 0,0-1-1 0 0,12-33 12 0 0,-7 19 16 0 0,0 7-86 0 0,1-1 0 0 0,-1 1-1 0 0,2 0 1 0 0,-1 0-1 0 0,1 0 1 0 0,0 1 0 0 0,0 0-1 0 0,1 0 1 0 0,0 1 0 0 0,0 0-1 0 0,1 1 1 0 0,0 0 0 0 0,12-6-1 0 0,-20 11-158 0 0,0 0 0 0 0,0-1 0 0 0,0 1-1 0 0,0 0 1 0 0,0 0 0 0 0,0 0 0 0 0,0 0-1 0 0,0 0 1 0 0,1 0 0 0 0,-1 0 0 0 0,0 0-1 0 0,0 1 1 0 0,0-1 0 0 0,0 0 0 0 0,0 1-1 0 0,0-1 1 0 0,0 0 0 0 0,2 2 0 0 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53:05.83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5 2112 0 0,'5'-4'7027'0'0,"-5"3"-6851"0"0,15 18 1757 0 0,9 49-543 0 0,-16-42-1701 0 0,0-1 0 0 0,14 27 0 0 0,-19-44-118 0 0,0-1 0 0 0,1 1 0 0 0,-1-1-1 0 0,1 0 1 0 0,0 0 0 0 0,0 0 0 0 0,1-1-1 0 0,-1 0 1 0 0,1 1 0 0 0,0-2 0 0 0,0 1-1 0 0,1-1 1 0 0,8 5 0 0 0,-5-8-1817 0 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02:32.834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27 1 3905 0 0,'-2'2'423'0'0,"-1"1"0"0"0,1 0 0 0 0,-1 0 0 0 0,1 0 0 0 0,0 0 0 0 0,0 1 0 0 0,1-1 0 0 0,-1 0 0 0 0,1 1 0 0 0,-1-1 0 0 0,1 1 0 0 0,0 0 0 0 0,0-1 0 0 0,1 1 0 0 0,-1 0 0 0 0,1 6 0 0 0,1 69 1321 0 0,0-58-1205 0 0,1 8-105 0 0,8 49 0 0 0,-8-70-888 0 0,-1 1 1 0 0,2-1-1 0 0,-1-1 0 0 0,1 1 0 0 0,0 0 0 0 0,1-1 1 0 0,0 1-1 0 0,0-1 0 0 0,1 0 0 0 0,10 12 0 0 0,-15-18 343 0 0,0-1-1 0 0,1 1 0 0 0,-1-1 1 0 0,0 1-1 0 0,1-1 1 0 0,-1 1-1 0 0,0-1 0 0 0,1 1 1 0 0,-1-1-1 0 0,1 1 0 0 0,-1-1 1 0 0,1 1-1 0 0,-1-1 0 0 0,1 0 1 0 0,-1 1-1 0 0,1-1 1 0 0,-1 0-1 0 0,1 0 0 0 0,0 1 1 0 0,-1-1-1 0 0,1 0 0 0 0,-1 0 1 0 0,1 0-1 0 0,0 0 0 0 0,-1 0 1 0 0,1 0-1 0 0,-1 0 1 0 0,1 0-1 0 0,0 0 0 0 0,-1 0 1 0 0,1 0-1 0 0,0 0 0 0 0,-1 0 1 0 0,1 0-1 0 0,-1 0 1 0 0,1-1-1 0 0,0 1 0 0 0,-1 0 1 0 0,1-1-1 0 0,-1 1 0 0 0,1 0 1 0 0,-1-1-1 0 0,1 1 0 0 0,-1 0 1 0 0,1-1-1 0 0,-1 1 1 0 0,0-1-1 0 0,1 1 0 0 0,-1-1 1 0 0,1 1-1 0 0,-1-1 0 0 0,0 1 1 0 0,0-1-1 0 0,1 0 0 0 0,-1 1 1 0 0,0-1-1 0 0,1 0 1 0 0,3-10-1950 0 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02:33.185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0 191 3089 0 0,'36'-43'7121'0'0,"-17"18"-6506"0"0,1 1 0 0 0,25-23-1 0 0,-39 42-510 0 0,-1 0-1 0 0,1 0 1 0 0,0 0-1 0 0,0 1 1 0 0,1 0-1 0 0,-1 1 0 0 0,1-1 1 0 0,0 1-1 0 0,0 0 1 0 0,0 1-1 0 0,0 0 0 0 0,0 0 1 0 0,0 0-1 0 0,13 0 1 0 0,-17 2-21 0 0,0 1 0 0 0,-1-1 1 0 0,1 1-1 0 0,0 0 0 0 0,-1 0 1 0 0,1 0-1 0 0,0 0 0 0 0,-1 0 0 0 0,0 1 1 0 0,1-1-1 0 0,-1 1 0 0 0,0 0 1 0 0,1-1-1 0 0,-1 1 0 0 0,0 0 1 0 0,0 0-1 0 0,-1 0 0 0 0,1 1 1 0 0,0-1-1 0 0,-1 0 0 0 0,1 1 1 0 0,-1-1-1 0 0,2 6 0 0 0,3 6 72 0 0,0 1-1 0 0,7 30 1 0 0,-11-36-157 0 0,15 66-3252 0 0,-12-24-4677 0 0,-5-40 4505 0 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02:33.536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7 238 4585 0 0,'-6'8'6430'0'0,"19"-18"-4236"0"0,20-20-1371 0 0,-14 10-781 0 0,81-80 155 0 0,-26 41-6638 0 0,-74 58 6290 0 0,1 1 0 0 0,0-1-1 0 0,0 1 1 0 0,-1-1 0 0 0,1 1 0 0 0,-1-1 0 0 0,1 0 0 0 0,0 1 0 0 0,-1-1 0 0 0,1 0 0 0 0,-1 0 0 0 0,0 1 0 0 0,1-1 0 0 0,-1 0 0 0 0,1 0 0 0 0,-1 0-1 0 0,0 0 1 0 0,0 1 0 0 0,0-1 0 0 0,1 0 0 0 0,-1-1 0 0 0,1-3-729 0 0,3 1-1834 0 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02:33.914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1 202 3673 0 0,'4'-1'368'0'0,"0"-1"0"0"0,-1 0 0 0 0,1 0 0 0 0,-1-1 0 0 0,1 1 0 0 0,-1-1 0 0 0,0 0 0 0 0,0 0 0 0 0,0 0 0 0 0,0 0 0 0 0,-1 0 0 0 0,1-1 0 0 0,-1 1 0 0 0,3-5 0 0 0,1-1 174 0 0,11-14 301 0 0,-1 1-215 0 0,33-36 1 0 0,-45 54-591 0 0,0 0 0 0 0,0 0 0 0 0,1 0 0 0 0,-1 0 0 0 0,1 1 0 0 0,0 0 0 0 0,0 0 0 0 0,0 0-1 0 0,1 1 1 0 0,-1-1 0 0 0,1 1 0 0 0,-1 1 0 0 0,1-1 0 0 0,7 0 0 0 0,-11 2 29 0 0,1 0 0 0 0,-1 0 1 0 0,1 1-1 0 0,-1 0 0 0 0,0-1 0 0 0,1 1 0 0 0,-1 0 1 0 0,0 0-1 0 0,0 0 0 0 0,0 0 0 0 0,0 1 0 0 0,0-1 0 0 0,0 1 1 0 0,0-1-1 0 0,0 1 0 0 0,0 0 0 0 0,-1-1 0 0 0,1 1 1 0 0,-1 0-1 0 0,1 0 0 0 0,-1 0 0 0 0,0 0 0 0 0,1 1 1 0 0,-1-1-1 0 0,-1 0 0 0 0,1 0 0 0 0,1 5 0 0 0,3 8 154 0 0,-1 0 0 0 0,0 1-1 0 0,1 15 1 0 0,-3-23-222 0 0,5 30-34 0 0,5 27-2068 0 0,-14-24-4909 0 0,-1-35 4956 0 0,-1-1-817 0 0</inkml:trace>
  <inkml:trace contextRef="#ctx0" brushRef="#br0" timeOffset="1">135 237 3433 0 0,'-6'15'1502'0'0,"1"1"1"0"0,1-1-1 0 0,0 1 1 0 0,-2 23-1 0 0,4-22-930 0 0,1 1 0 0 0,0-1 0 0 0,2 1 0 0 0,0-1 0 0 0,1 1 0 0 0,8 33 0 0 0,-9-49-541 0 0,-1 1 0 0 0,1-1 1 0 0,-1 0-1 0 0,1 0 1 0 0,0 0-1 0 0,0 0 0 0 0,0 0 1 0 0,0 0-1 0 0,0 0 1 0 0,1 0-1 0 0,-1 0 0 0 0,1 0 1 0 0,-1-1-1 0 0,1 1 1 0 0,0 0-1 0 0,-1-1 0 0 0,1 0 1 0 0,0 1-1 0 0,0-1 1 0 0,0 0-1 0 0,0 0 0 0 0,0 0 1 0 0,3 1-1 0 0,-2-2 9 0 0,0 1-1 0 0,0-1 0 0 0,1-1 1 0 0,-1 1-1 0 0,0 0 1 0 0,0-1-1 0 0,0 1 0 0 0,1-1 1 0 0,-1 0-1 0 0,0 0 0 0 0,0 0 1 0 0,0-1-1 0 0,0 1 0 0 0,3-3 1 0 0,10-6 70 0 0,-1-1 0 0 0,0-1-1 0 0,-1 0 1 0 0,15-18 0 0 0,48-46-316 0 0,-24 24-1887 0 0,-2-1-4159 0 0,-50 52 6049 0 0,0-1-1 0 0,0 1 1 0 0,0 0-1 0 0,0-1 1 0 0,0 1-1 0 0,0-1 1 0 0,-1 1-1 0 0,1-1 1 0 0,0 1-1 0 0,-1-1 1 0 0,0 1-1 0 0,1-1 1 0 0,-1 0-1 0 0,0 1 1 0 0,0-1-1 0 0,0 1 1 0 0,0-1-1 0 0,0-2 1 0 0,0-6-799 0 0,7-7-1693 0 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02:34.294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52 24 7186 0 0,'-4'16'2263'0'0,"1"-1"1"0"0,-2 30 0 0 0,5 36 468 0 0,4-37-2393 0 0,16 68-1 0 0,-18-107-538 0 0,11 42-1062 0 0,-12-44 715 0 0,0-1 1 0 0,0 0 0 0 0,0 1-1 0 0,0-1 1 0 0,0 0-1 0 0,1 1 1 0 0,-1-1-1 0 0,1 0 1 0 0,-1 0-1 0 0,1 0 1 0 0,0-1-1 0 0,0 1 1 0 0,0 0-1 0 0,0-1 1 0 0,4 3-1 0 0,-2-14-5777 0 0</inkml:trace>
  <inkml:trace contextRef="#ctx0" brushRef="#br0" timeOffset="1">0 190 4361 0 0,'11'-22'6020'0'0,"22"-12"-4042"0"0,-26 27-1273 0 0,10-10 92 0 0,4-4 295 0 0,37-31 1 0 0,-53 48-927 0 0,1 0 0 0 0,0 0 0 0 0,0 0 0 0 0,0 1 0 0 0,0 0 0 0 0,0 0 0 0 0,1 1 1 0 0,0-1-1 0 0,-1 1 0 0 0,1 1 0 0 0,0-1 0 0 0,10 0 0 0 0,-13 3-105 0 0,-1 0-1 0 0,1-1 1 0 0,-1 1-1 0 0,0 1 1 0 0,1-1 0 0 0,-1 0-1 0 0,0 1 1 0 0,0 0-1 0 0,0-1 1 0 0,0 1-1 0 0,0 1 1 0 0,-1-1-1 0 0,1 0 1 0 0,-1 1 0 0 0,1-1-1 0 0,-1 1 1 0 0,0-1-1 0 0,0 1 1 0 0,0 0-1 0 0,0 0 1 0 0,0 0 0 0 0,-1 0-1 0 0,0 1 1 0 0,3 5-1 0 0,2 8 262 0 0,-1 0 0 0 0,0 0 0 0 0,3 27 0 0 0,-4-26-2592 0 0,-2 1 0 0 0,0 36-1 0 0,-2-50 1822 0 0,0-1 0 0 0,-1 1-1 0 0,1-1 1 0 0,-1 1-1 0 0,0-1 1 0 0,0 1-1 0 0,-1-1 1 0 0,1 0-1 0 0,-1 1 1 0 0,0-1 0 0 0,0 0-1 0 0,0 0 1 0 0,-1-1-1 0 0,0 1 1 0 0,1 0-1 0 0,-1-1 1 0 0,0 1 0 0 0,-4 2-1 0 0,-5 3-3503 0 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02:34.692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6 396 5553 0 0,'-1'1'249'0'0,"0"1"0"0"0,0-1 0 0 0,1 0-1 0 0,-1 1 1 0 0,1-1 0 0 0,-1 1 0 0 0,1-1 0 0 0,0 1-1 0 0,0-1 1 0 0,-1 1 0 0 0,1-1 0 0 0,0 1 0 0 0,0 0-1 0 0,0-1 1 0 0,1 1 0 0 0,-1-1 0 0 0,0 1-1 0 0,1-1 1 0 0,-1 1 0 0 0,1-1 0 0 0,-1 0 0 0 0,1 1-1 0 0,0-1 1 0 0,-1 1 0 0 0,1-1 0 0 0,0 0 0 0 0,0 0-1 0 0,0 1 1 0 0,0-1 0 0 0,0 0 0 0 0,0 0 0 0 0,0 0-1 0 0,1 0 1 0 0,-1 0 0 0 0,0 0 0 0 0,0-1 0 0 0,1 1-1 0 0,2 1 1 0 0,-1-2-147 0 0,0 1 1 0 0,0-1-1 0 0,0 1 0 0 0,1-1 0 0 0,-1 0 0 0 0,0 0 1 0 0,1-1-1 0 0,-1 1 0 0 0,0-1 0 0 0,0 0 0 0 0,0 0 0 0 0,0 0 1 0 0,1 0-1 0 0,-1 0 0 0 0,-1 0 0 0 0,1-1 0 0 0,5-3 1 0 0,47-35-367 0 0,-37 25-1384 0 0,1-1-1 0 0,16-20 0 0 0,-26 26 779 0 0,-1 0-1 0 0,-1 0 1 0 0,1-1-1 0 0,-2 0 1 0 0,1 0-1 0 0,-1 0 1 0 0,-1-1-1 0 0,0 0 1 0 0,-1 0 0 0 0,5-22-1 0 0,-4 16-328 0 0,0 0 167 0 0</inkml:trace>
  <inkml:trace contextRef="#ctx0" brushRef="#br0" timeOffset="1">307 94 2264 0 0,'-2'-22'863'0'0,"1"15"-136"0"0,0-1-1 0 0,0 0 1 0 0,1 0 0 0 0,0 0 0 0 0,0 1 0 0 0,1-1 0 0 0,2-10 0 0 0,-3 18-544 0 0,1 0-1 0 0,0 1 1 0 0,-1-1-1 0 0,1 0 1 0 0,0 1-1 0 0,-1-1 1 0 0,1 0 0 0 0,0 1-1 0 0,-1-1 1 0 0,1 1-1 0 0,-1-1 1 0 0,1 1 0 0 0,-1-1-1 0 0,1 1 1 0 0,-1-1-1 0 0,1 1 1 0 0,-1-1 0 0 0,1 1-1 0 0,-1 0 1 0 0,0-1-1 0 0,1 1 1 0 0,-1 0 0 0 0,0-1-1 0 0,0 1 1 0 0,1 0-1 0 0,-1-1 1 0 0,0 1 0 0 0,0 1-1 0 0,13 25 1471 0 0,7 32-247 0 0,13 66 0 0 0,-8-1-6205 0 0,-24-110 2778 0 0,-1-11 1366 0 0,0-1 0 0 0,0 1 1 0 0,0-1-1 0 0,0 0 0 0 0,1 1 0 0 0,-1-1 1 0 0,1 1-1 0 0,-1-1 0 0 0,1 0 0 0 0,2 4 1 0 0,9 2-2370 0 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02:35.058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1 322 3297 0 0,'0'-7'972'0'0,"1"-1"-1"0"0,0 1 1 0 0,0 0 0 0 0,1 0 0 0 0,0 0 0 0 0,0 1-1 0 0,1-1 1 0 0,0 0 0 0 0,5-9 0 0 0,43-59-1138 0 0,-37 57-1301 0 0,-1-1 0 0 0,13-26 0 0 0,-13 7-429 0 0,4-8 1577 0 0,-17 46 371 0 0,0 0 0 0 0,0 0 0 0 0,0 0 0 0 0,0 0 0 0 0,0-1 0 0 0,0 1 0 0 0,1 0 0 0 0,-1 0 0 0 0,0 0 0 0 0,0 0 0 0 0,0 0 0 0 0,0 0 0 0 0,0 0 0 0 0,1 0 0 0 0,-1-1 0 0 0,0 1 0 0 0,0 0 0 0 0,0 0 0 0 0,0 0 0 0 0,1 0 0 0 0,-1 0 0 0 0,0 0 0 0 0,0 0 0 0 0,0 0-1 0 0,0 0 1 0 0,1 0 0 0 0,-1 0 0 0 0,0 0 0 0 0,0 0 0 0 0,0 0 0 0 0,0 0 0 0 0,1 0 0 0 0,-1 1 0 0 0,0-1 0 0 0,0 0 0 0 0,0 0 0 0 0,0 0 0 0 0,1 0 0 0 0,-1 0 0 0 0,0 0 0 0 0,0 0 0 0 0,0 0 0 0 0,0 1 0 0 0,0-1 0 0 0,0 0 0 0 0,1 0 0 0 0,-1 0 0 0 0,0 0 0 0 0,0 0 0 0 0,0 1 0 0 0,0-1 0 0 0,0 0 0 0 0,0 0 0 0 0,9 17 1743 0 0,2 16 475 0 0,1 12 368 0 0,11 83 0 0 0,-19-68-4098 0 0,-8-3-3709 0 0,-8-30-2123 0 0,7-17 4080 0 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02:35.439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1 185 2377 0 0,'3'-8'613'0'0,"0"0"1"0"0,0 1-1 0 0,1-1 1 0 0,0 1-1 0 0,1 0 1 0 0,-1 0-1 0 0,1 1 1 0 0,1-1-1 0 0,7-6 1 0 0,57-50 3289 0 0,-64 57-3682 0 0,1 2 0 0 0,0-1-1 0 0,0 1 1 0 0,0 0 0 0 0,0 0 0 0 0,0 0 0 0 0,1 1 0 0 0,0 1 0 0 0,-1-1 0 0 0,12-1 0 0 0,-17 4-179 0 0,1 0 1 0 0,0-1-1 0 0,-1 1 1 0 0,1 1-1 0 0,0-1 0 0 0,-1 0 1 0 0,1 1-1 0 0,-1-1 0 0 0,1 1 1 0 0,-1 0-1 0 0,1 0 1 0 0,-1 0-1 0 0,1 0 0 0 0,-1 0 1 0 0,0 1-1 0 0,1-1 1 0 0,-1 1-1 0 0,0-1 0 0 0,0 1 1 0 0,0 0-1 0 0,0 0 1 0 0,-1 0-1 0 0,1 0 0 0 0,0 0 1 0 0,-1 0-1 0 0,0 1 1 0 0,1-1-1 0 0,-1 0 0 0 0,0 1 1 0 0,0-1-1 0 0,0 1 1 0 0,0-1-1 0 0,-1 1 0 0 0,1 4 1 0 0,7 28-1416 0 0,3 70-1 0 0,-2-21-6800 0 0,-6-62 4366 0 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02:35.80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15 251 4017 0 0,'-15'10'4094'0'0,"20"-26"-2083"0"0,19-25-681 0 0,70-72 501 0 0,-84 102-1688 0 0,1 0 0 0 0,0 1 0 0 0,1 0 0 0 0,0 1 1 0 0,1 0-1 0 0,0 1 0 0 0,22-10 0 0 0,-33 18-82 0 0,0-1 0 0 0,0 0 0 0 0,0 0 0 0 0,1 1 0 0 0,-1-1-1 0 0,0 1 1 0 0,0 0 0 0 0,0 0 0 0 0,1 0 0 0 0,-1 0 0 0 0,0 0-1 0 0,0 0 1 0 0,0 1 0 0 0,1-1 0 0 0,-1 1 0 0 0,0-1-1 0 0,0 1 1 0 0,0 0 0 0 0,0 0 0 0 0,2 1 0 0 0,-1 0 34 0 0,1 1 1 0 0,-1 0 0 0 0,0-1-1 0 0,0 1 1 0 0,-1 0-1 0 0,1 1 1 0 0,-1-1 0 0 0,1 0-1 0 0,-1 1 1 0 0,2 4 0 0 0,4 11 185 0 0,0 0 0 0 0,-2 0 0 0 0,6 33 1 0 0,-7-32-259 0 0,40 129-893 0 0,-26-101-2402 0 0,4-1-3600 0 0,-17-36 4353 0 0,-2-1-686 0 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02:36.225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52 20 7346 0 0,'-12'142'7599'0'0,"12"-124"-7332"0"0,1 0-1 0 0,0 0 0 0 0,1 0 1 0 0,1-1-1 0 0,9 34 1 0 0,2-28-2031 0 0,-14-22 1585 0 0,1-1 0 0 0,-1 1 0 0 0,0-1 0 0 0,1 0 0 0 0,-1 1 0 0 0,1-1 1 0 0,-1 1-1 0 0,1-1 0 0 0,-1 0 0 0 0,1 0 0 0 0,0 1 0 0 0,-1-1 0 0 0,1 0 0 0 0,-1 0 0 0 0,1 1 0 0 0,0-1 0 0 0,-1 0 0 0 0,1 0 1 0 0,-1 0-1 0 0,1 0 0 0 0,0 0 0 0 0,-1 0 0 0 0,1 0 0 0 0,-1 0 0 0 0,1 0 0 0 0,0 0 0 0 0,-1-1 0 0 0,1 1 0 0 0,-1 0 0 0 0,1 0 0 0 0,0-1 1 0 0,-1 1-1 0 0,1 0 0 0 0,-1 0 0 0 0,1-1 0 0 0,-1 1 0 0 0,1-1 0 0 0,-1 1 0 0 0,1 0 0 0 0,0-2 0 0 0,-1 2 30 0 0,1-1-1 0 0,-1 1 0 0 0,0-1 1 0 0,1 1-1 0 0,-1-1 0 0 0,0 0 1 0 0,1 1-1 0 0,-1-1 0 0 0,0 1 1 0 0,0-1-1 0 0,0 0 0 0 0,1 1 1 0 0,-1-1-1 0 0,0 0 0 0 0,0 1 1 0 0,0-1-1 0 0,0 0 0 0 0,0 0 1 0 0,0 1-1 0 0,0-1 0 0 0,-1 0 1 0 0,1 1-1 0 0,0-2 1 0 0,-1-5-998 0 0,5-7-1111 0 0</inkml:trace>
  <inkml:trace contextRef="#ctx0" brushRef="#br0" timeOffset="1">183 0 3705 0 0,'4'26'2918'0'0,"-1"-1"-1"0"0,1 35 1 0 0,-5-33-2130 0 0,0 0 0 0 0,-8 38 0 0 0,6-49-1208 0 0,0 1 0 0 0,-2-1 1 0 0,0 1-1 0 0,-1-1 0 0 0,0-1 0 0 0,-1 1 1 0 0,-1-1-1 0 0,-1-1 0 0 0,0 1 0 0 0,-1-1 1 0 0,-17 19-1 0 0,19-27 310 0 0,-1 1 1 0 0,0-1-1 0 0,0-1 0 0 0,-1 0 1 0 0,1 0-1 0 0,-14 4 1 0 0,15-6 3588 0 0,176-114 3085 0 0,-70 43-8191 0 0,4 7-6166 0 0,-100 60 7535 0 0,-1 0 1 0 0,1 0 0 0 0,-1 0-1 0 0,0 0 1 0 0,1 0 0 0 0,-1 0-1 0 0,0 0 1 0 0,0 0-1 0 0,1 0 1 0 0,-1 0 0 0 0,0-1-1 0 0,0 1 1 0 0,0 0 0 0 0,-1-1-1 0 0,2-2 1 0 0,4-7-1413 0 0,10 1-1359 0 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02:36.605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31 0 9386 0 0,'-6'12'1880'0'0,"2"5"-623"0"0,-1 6-49 0 0,4 0-232 0 0,-1 3-312 0 0,1 1-216 0 0,1 2-128 0 0,0 1-120 0 0,1-1-168 0 0,1 0-232 0 0,-1-3-416 0 0,2-3-616 0 0,0-2-768 0 0,0-1-601 0 0,-1-3-336 0 0,-28-23 153 0 0,27 21-353 0 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02:37.114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1 309 6361 0 0,'1'0'188'0'0,"-1"1"1"0"0,1-1-1 0 0,-1 0 0 0 0,1 0 0 0 0,0 1 0 0 0,-1-1 0 0 0,1 0 0 0 0,0 0 1 0 0,-1 0-1 0 0,1 0 0 0 0,0 0 0 0 0,-1 0 0 0 0,1 0 0 0 0,0 0 0 0 0,-1 0 1 0 0,1 0-1 0 0,0 0 0 0 0,-1-1 0 0 0,1 1 0 0 0,-1 0 0 0 0,1 0 0 0 0,0-1 1 0 0,-1 1-1 0 0,1 0 0 0 0,-1-1 0 0 0,1 1 0 0 0,-1 0 0 0 0,1-1 0 0 0,-1 1 0 0 0,1-1 1 0 0,-1 1-1 0 0,1-1 0 0 0,0 0 0 0 0,18-22 1004 0 0,-16 20-726 0 0,24-35 578 0 0,22-40-1 0 0,-33 49-1085 0 0,2 0 0 0 0,1 1 0 0 0,38-41 0 0 0,-56 68 28 0 0,-1 1 0 0 0,0-1-1 0 0,0 1 1 0 0,1 0-1 0 0,-1-1 1 0 0,0 1 0 0 0,1-1-1 0 0,-1 1 1 0 0,0 0-1 0 0,1 0 1 0 0,-1-1-1 0 0,1 1 1 0 0,-1 0 0 0 0,0 0-1 0 0,1-1 1 0 0,-1 1-1 0 0,1 0 1 0 0,-1 0-1 0 0,1 0 1 0 0,-1 0 0 0 0,1-1-1 0 0,-1 1 1 0 0,1 0-1 0 0,-1 0 1 0 0,1 0 0 0 0,-1 0-1 0 0,1 0 1 0 0,-1 0-1 0 0,0 1 1 0 0,1-1-1 0 0,-1 0 1 0 0,1 0 0 0 0,-1 0-1 0 0,1 0 1 0 0,-1 0-1 0 0,1 1 1 0 0,6 18-151 0 0,-8 32 214 0 0,1-48-64 0 0,-3 41 52 0 0,0-12 146 0 0,1 1 1 0 0,2 0 0 0 0,7 62-1 0 0,-7-93-143 0 0,1 0-1 0 0,-1 0 1 0 0,0-1-1 0 0,1 1 0 0 0,-1 0 1 0 0,1 0-1 0 0,0 0 1 0 0,0-1-1 0 0,-1 1 1 0 0,1 0-1 0 0,0-1 1 0 0,0 1-1 0 0,1-1 1 0 0,-1 1-1 0 0,0-1 0 0 0,0 1 1 0 0,3 1-1 0 0,-2-3 2 0 0,-1 1 0 0 0,0-1 0 0 0,0 1 0 0 0,0-1 0 0 0,0 0 0 0 0,1 0 0 0 0,-1 0 0 0 0,0 0-1 0 0,0 0 1 0 0,0 0 0 0 0,0 0 0 0 0,1 0 0 0 0,-1 0 0 0 0,0 0 0 0 0,0-1 0 0 0,0 1 0 0 0,0 0 0 0 0,1-1-1 0 0,-1 1 1 0 0,2-2 0 0 0,1-1 57 0 0,1 0 0 0 0,-1-1 0 0 0,1 1-1 0 0,-1-1 1 0 0,0 0 0 0 0,0 0 0 0 0,-1 0-1 0 0,1-1 1 0 0,-1 1 0 0 0,4-8 0 0 0,0-4 4 0 0,0 1 1 0 0,-1-1-1 0 0,-1 0 1 0 0,4-22 0 0 0,-7 31-67 0 0,-1 1 0 0 0,0 0 0 0 0,0-1 0 0 0,-1 1 0 0 0,0 0 0 0 0,0-1 0 0 0,0 1 0 0 0,-1-1 0 0 0,0 1 0 0 0,0 0 0 0 0,0 0 0 0 0,-1-1 0 0 0,0 1 0 0 0,-5-9 0 0 0,6 14-52 0 0,1-1 0 0 0,-1 1 0 0 0,0 0 0 0 0,0-1 0 0 0,0 1 0 0 0,0 0 0 0 0,-1 0 0 0 0,1-1-1 0 0,0 1 1 0 0,0 0 0 0 0,-1 0 0 0 0,1 0 0 0 0,-1 1 0 0 0,1-1 0 0 0,-1 0 0 0 0,1 0 0 0 0,-1 1 0 0 0,1-1-1 0 0,-1 1 1 0 0,0-1 0 0 0,1 1 0 0 0,-1 0 0 0 0,0 0 0 0 0,1 0 0 0 0,-1 0 0 0 0,-2 0 0 0 0,1 1-233 0 0,0 0 1 0 0,0 0 0 0 0,0 0 0 0 0,0 1 0 0 0,0-1-1 0 0,0 1 1 0 0,0 0 0 0 0,0-1 0 0 0,1 1-1 0 0,-1 1 1 0 0,1-1 0 0 0,-4 5 0 0 0,1-3-349 0 0,0 2 1 0 0,1-1-1 0 0,0 1 1 0 0,1-1 0 0 0,-1 1-1 0 0,1 0 1 0 0,0 0-1 0 0,0 0 1 0 0,1 1-1 0 0,0-1 1 0 0,0 1-1 0 0,1-1 1 0 0,-2 9-1 0 0,4-10 604 0 0,0 1 0 0 0,0-1-1 0 0,0 1 1 0 0,0-1 0 0 0,1 0-1 0 0,0 1 1 0 0,3 6 0 0 0,2 0 1388 0 0,1 0 0 0 0,0 0 0 0 0,14 14 1 0 0,-12-15 85 0 0,-1 1 0 0 0,0 0 1 0 0,9 16-1 0 0,-16-23-1362 0 0,1 1-1 0 0,-1-1 1 0 0,0 1-1 0 0,0 0 1 0 0,-1 0-1 0 0,2 10 1 0 0,-3-5-101 0 0,0 1 1 0 0,0-1 0 0 0,-1 0-1 0 0,-1 0 1 0 0,0 1-1 0 0,0-1 1 0 0,-1 0 0 0 0,-1-1-1 0 0,0 1 1 0 0,0-1 0 0 0,-1 1-1 0 0,-12 18 1 0 0,-7 6-701 0 0,-2 0 0 0 0,-33 34 0 0 0,9-11 273 0 0,29-34 1088 0 0,20-23 252 0 0,12-14-296 0 0,43-50-269 0 0,107-120 2 0 0,-43 70-9431 0 0,-111 107 7681 0 0,1-1-1 0 0,-2 0 1 0 0,1 0-1 0 0,-1-1 1 0 0,8-11-1 0 0,-2 3-1567 0 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02:37.489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4 0 3073 0 0,'-1'75'11877'0'0,"-1"-3"-7546"0"0,4 0-4481 0 0,-1-56-842 0 0,0-1 0 0 0,2 1 0 0 0,0-1 0 0 0,1 0 0 0 0,0 0 0 0 0,12 27 0 0 0,-1-22-4635 0 0,-14-20 5544 0 0,-1 0-1 0 0,0 0 1 0 0,0 0 0 0 0,1 0-1 0 0,-1 0 1 0 0,0 0 0 0 0,1 0 0 0 0,-1 0-1 0 0,0 0 1 0 0,0 0 0 0 0,1 0-1 0 0,-1 0 1 0 0,0 0 0 0 0,0-1-1 0 0,1 1 1 0 0,-1 0 0 0 0,0 0 0 0 0,0 0-1 0 0,1 0 1 0 0,-1-1 0 0 0,0 1-1 0 0,0 0 1 0 0,0 0 0 0 0,1-1-1 0 0,-1 1 1 0 0,0 0 0 0 0,0 0 0 0 0,0-1-1 0 0,0 1 1 0 0,0 0 0 0 0,0 0-1 0 0,1-1 1 0 0,-1 1 0 0 0,0 0 0 0 0,0 0-1 0 0,0-1 1 0 0,0 1 0 0 0,0 0-1 0 0,0-1 1 0 0,0 1 0 0 0,0-5 60 0 0,1 0 0 0 0,-1 1 0 0 0,0-1 0 0 0,0 1 0 0 0,-1-1 0 0 0,1 0 0 0 0,-3-8 0 0 0,1 7 660 0 0,0 0 1 0 0,1 0 0 0 0,0 0 0 0 0,0 0 0 0 0,1-1-1 0 0,0 1 1 0 0,0 0 0 0 0,0 0 0 0 0,1 0 0 0 0,0-1-1 0 0,0 1 1 0 0,0 0 0 0 0,3-6 0 0 0,3-4 207 0 0,0 1 0 0 0,1 0-1 0 0,13-20 1 0 0,2-1-1282 0 0,-17 25 208 0 0,19-29-1250 0 0,-6 17-4381 0 0,-21 36-548 0 0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02:37.899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9 314 2064 0 0,'-2'11'928'0'0,"0"1"0"0"0,0-1 0 0 0,1 1 0 0 0,0-1 0 0 0,1 1-1 0 0,1 11 1 0 0,-1-21-775 0 0,1 0 1 0 0,-1 0-1 0 0,0 0 0 0 0,1-1 0 0 0,-1 1 1 0 0,1 0-1 0 0,-1 0 0 0 0,1 0 0 0 0,0-1 1 0 0,0 1-1 0 0,0 0 0 0 0,0-1 0 0 0,0 1 1 0 0,0-1-1 0 0,0 1 0 0 0,1-1 0 0 0,-1 1 1 0 0,0-1-1 0 0,1 0 0 0 0,-1 0 0 0 0,1 0 1 0 0,0 0-1 0 0,-1 0 0 0 0,1 0 0 0 0,0 0 1 0 0,-1 0-1 0 0,1-1 0 0 0,0 1 0 0 0,0-1 1 0 0,0 1-1 0 0,0-1 0 0 0,0 0 0 0 0,-1 0 1 0 0,1 0-1 0 0,0 0 0 0 0,0 0 0 0 0,0 0 1 0 0,0 0-1 0 0,0 0 0 0 0,0-1 0 0 0,0 1 1 0 0,-1-1-1 0 0,1 0 0 0 0,0 1 0 0 0,1-2 1 0 0,9-3 38 0 0,-1 1-1 0 0,-1-2 1 0 0,1 0 0 0 0,-1 0 0 0 0,0-1 0 0 0,0 0 0 0 0,-1 0 0 0 0,0-1-1 0 0,0-1 1 0 0,-1 1 0 0 0,0-1 0 0 0,6-11 0 0 0,13-18 891 0 0,36-69 0 0 0,-60 102-1078 0 0,89-154-9138 0 0,-80 139 5348 0 0,7 8-1243 0 0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02:51.379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1720 4316 2553 0 0,'-6'13'212'0'0,"1"0"178"0"0,0-1 0 0 0,-1 0 0 0 0,-1 0 0 0 0,0 0 0 0 0,-15 18 0 0 0,19-27-296 0 0,0-1 0 0 0,0 1 1 0 0,0 0-1 0 0,0-1 0 0 0,-1 0 1 0 0,1 0-1 0 0,-1 0 1 0 0,1 0-1 0 0,-1 0 0 0 0,0-1 1 0 0,0 1-1 0 0,0-1 0 0 0,0 0 1 0 0,0-1-1 0 0,0 1 1 0 0,0-1-1 0 0,0 1 0 0 0,0-1 1 0 0,0 0-1 0 0,0-1 0 0 0,0 1 1 0 0,0-1-1 0 0,-7-1 1 0 0,-32-11 366 0 0,0-1 1 0 0,2-1 0 0 0,0-3 0 0 0,1-2 0 0 0,0-1 0 0 0,-52-38-1 0 0,4-6 192 0 0,-117-111-1 0 0,-48-77-5 0 0,248 248-638 0 0,-185-208 489 0 0,189 212-493 0 0,0-1-1 0 0,0 1 1 0 0,0 0-1 0 0,0-1 1 0 0,-1 1-1 0 0,1 0 1 0 0,0 0-1 0 0,-1 0 1 0 0,1 0-1 0 0,-1 0 1 0 0,1 1-1 0 0,-1-1 1 0 0,1 0-1 0 0,-1 1 1 0 0,1-1-1 0 0,-1 1 1 0 0,0-1-1 0 0,1 1 1 0 0,-1 0-1 0 0,-2 0 1 0 0,2 0 0 0 0,1 0 0 0 0,-1-1 0 0 0,0 1 0 0 0,1 0 0 0 0,-1-1 0 0 0,1 1 1 0 0,-1 0-1 0 0,1-1 0 0 0,-1 0 0 0 0,1 1 0 0 0,0-1 0 0 0,-1 0 0 0 0,1 0 0 0 0,0 0 1 0 0,-1 0-1 0 0,1 0 0 0 0,0 0 0 0 0,0 0 0 0 0,0 0 0 0 0,0 0 0 0 0,0-1 0 0 0,-1 0 1 0 0,-7-12 34 0 0,7 11-27 0 0,0 0 0 0 0,0-1 0 0 0,0 1-1 0 0,-1 0 1 0 0,1 0 0 0 0,-1 1-1 0 0,0-1 1 0 0,0 0 0 0 0,-5-3 0 0 0,-5 7 44 0 0,12-1-55 0 0,0 0-1 0 0,0 0 1 0 0,1 0 0 0 0,-1 0 0 0 0,0 0-1 0 0,1 0 1 0 0,-1 0 0 0 0,0 0-1 0 0,0 0 1 0 0,1 0 0 0 0,-1 0 0 0 0,0 0-1 0 0,1-1 1 0 0,-1 1 0 0 0,0 0-1 0 0,1 0 1 0 0,-1-1 0 0 0,0 1 0 0 0,1-1-1 0 0,-1 1 1 0 0,1 0 0 0 0,-1-1-1 0 0,1 1 1 0 0,-1-1 0 0 0,1 0 0 0 0,-1 1-1 0 0,1-1 1 0 0,-1 1 0 0 0,1-1 0 0 0,0 0-1 0 0,-1 1 1 0 0,1-1 0 0 0,0 0-1 0 0,-1 1 1 0 0,1-1 0 0 0,0 0 0 0 0,0-1-1 0 0,-33-46 95 0 0,18 27-43 0 0,1 0 0 0 0,-12-27 0 0 0,7 9 17 0 0,-4-8 11 0 0,-16-50 0 0 0,-18-51 127 0 0,30 56 54 0 0,3-2 0 0 0,-16-138 0 0 0,10-198 154 0 0,32 362-354 0 0,3 0 0 0 0,22-107 0 0 0,-7 50 5 0 0,26-101 56 0 0,-43 205-107 0 0,2 0 0 0 0,0 0 0 0 0,1 0 1 0 0,1 1-1 0 0,13-25 0 0 0,-13 30-1 0 0,0 0 0 0 0,-1-1 0 0 0,4-16 1 0 0,-7 18-15 0 0,2 1 1 0 0,0-1 0 0 0,0 1-1 0 0,1 0 1 0 0,14-22 0 0 0,-11 19 2 0 0,0 1 1 0 0,-2-1 0 0 0,0-1-1 0 0,6-20 1 0 0,6-15 2 0 0,-1 8 1 0 0,2 0 0 0 0,1 1 0 0 0,2 1 0 0 0,3 2 0 0 0,1 0 0 0 0,48-55 0 0 0,37-30-23 0 0,-67 70 61 0 0,3 2-1 0 0,90-76 1 0 0,-131 124-45 0 0,324-233 123 0 0,-320 232-90 0 0,-1 2-1 0 0,1-1 0 0 0,0 1 1 0 0,19-4-1 0 0,5-2 474 0 0,-30 6-1895 0 0,-12-13-9642 0 0,6 12 7684 0 0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56:06.83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130 1 3601 0 0,'-74'143'7510'0'0,"58"-108"-7280"0"0,2 1 0 0 0,-11 43 0 0 0,34-108-6460 0 0,4-3 4020 0 0,9-29 1276 0 0,-15 26 887 0 0,5-14 238 0 0,1 21 3478 0 0,-3 51 4375 0 0,23 22-7270 0 0,-5-26-1855 0 0,21-6-6749 0 0,-30-9 4336 0 0,-12-1 1521 0 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56:07.197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36 126 3497 0 0,'-35'65'5822'0'0,"78"-156"-3644"0"0,-36 79-2088 0 0,0 1 1 0 0,1 0-1 0 0,0 1 0 0 0,1-1 1 0 0,12-9-1 0 0,-19 18-13 0 0,0 0 0 0 0,0-1 0 0 0,0 2 0 0 0,1-1-1 0 0,-1 0 1 0 0,1 0 0 0 0,-1 1 0 0 0,1-1 0 0 0,0 1 0 0 0,0 0 0 0 0,0 0 0 0 0,-1 0-1 0 0,1 0 1 0 0,0 0 0 0 0,0 1 0 0 0,0-1 0 0 0,0 1 0 0 0,0 0 0 0 0,0 0 0 0 0,0 0-1 0 0,1 0 1 0 0,-1 0 0 0 0,0 1 0 0 0,0-1 0 0 0,-1 1 0 0 0,1 0 0 0 0,0 0 0 0 0,5 3-1 0 0,-5-2 42 0 0,-1 0-1 0 0,0 0 1 0 0,0 1 0 0 0,0-1-1 0 0,0 1 1 0 0,-1-1-1 0 0,1 1 1 0 0,-1 0-1 0 0,1 0 1 0 0,-1 0 0 0 0,0 0-1 0 0,0 0 1 0 0,0 0-1 0 0,-1 0 1 0 0,2 5-1 0 0,3 53 464 0 0,-4-47-471 0 0,0 17-171 0 0,3 30-275 0 0,7-24-4300 0 0,-10-37 4509 0 0,-1 0 1 0 0,0 0 0 0 0,0 1-1 0 0,0-1 1 0 0,0 0 0 0 0,0 0-1 0 0,0 0 1 0 0,1 1 0 0 0,-1-1-1 0 0,0 0 1 0 0,0 0 0 0 0,0 0 0 0 0,1 0-1 0 0,-1 1 1 0 0,0-1 0 0 0,0 0-1 0 0,0 0 1 0 0,1 0 0 0 0,-1 0-1 0 0,0 0 1 0 0,0 0 0 0 0,1 0 0 0 0,-1 0-1 0 0,0 0 1 0 0,0 0 0 0 0,1 0-1 0 0,-1 0 1 0 0,0 0 0 0 0,0 0-1 0 0,1 0 1 0 0,-1 0 0 0 0,0 0-1 0 0,0 0 1 0 0,1 0 0 0 0,-1 0 0 0 0,0 0-1 0 0,0 0 1 0 0,0 0 0 0 0,1 0-1 0 0,-1-1 1 0 0,0 1 0 0 0,0 0-1 0 0,0 0 1 0 0,1 0 0 0 0,-1 0 0 0 0,0-1-1 0 0,0 1 1 0 0,0 0 0 0 0,0 0-1 0 0,1 0 1 0 0,-1-1 0 0 0,0 1-1 0 0,0 0 1 0 0,0 0 0 0 0,0 0 0 0 0,0-1-1 0 0,0 1 1 0 0,0 0 0 0 0,0 0-1 0 0,0-1 1 0 0,0 1 0 0 0,0 0-1 0 0,0 0 1 0 0,0-1 0 0 0,3-5-2503 0 0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56:07.545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8 105 3825 0 0,'-1'-1'315'0'0,"1"0"-1"0"0,-1 0 1 0 0,0 0 0 0 0,1 0-1 0 0,-1 1 1 0 0,1-1 0 0 0,-1 0 0 0 0,1 0-1 0 0,-1-1 1 0 0,1 1 0 0 0,0 0-1 0 0,-1 0 1 0 0,1 0 0 0 0,0 0 0 0 0,0 0-1 0 0,0 0 1 0 0,0 0 0 0 0,0 0-1 0 0,0 0 1 0 0,0 0 0 0 0,0-1 0 0 0,1 1-1 0 0,-1-1 1 0 0,18-29 1262 0 0,-13 25-1585 0 0,1 0 1 0 0,-1 0 0 0 0,2 1 0 0 0,-1-1 0 0 0,0 1-1 0 0,10-4 1 0 0,-16 8 56 0 0,1 0 1 0 0,0 1-1 0 0,0-1 0 0 0,0 1 1 0 0,0 0-1 0 0,0-1 0 0 0,1 1 1 0 0,-1 0-1 0 0,0 0 0 0 0,0 0 1 0 0,0-1-1 0 0,0 1 0 0 0,0 0 0 0 0,0 1 1 0 0,0-1-1 0 0,0 0 0 0 0,0 0 1 0 0,0 0-1 0 0,1 1 0 0 0,-1-1 1 0 0,0 0-1 0 0,0 1 0 0 0,0-1 1 0 0,0 1-1 0 0,0-1 0 0 0,-1 1 1 0 0,2 0-1 0 0,0 1 40 0 0,0 1 0 0 0,0-1 0 0 0,0 0 1 0 0,-1 1-1 0 0,1-1 0 0 0,-1 1 0 0 0,0-1 1 0 0,0 1-1 0 0,0 0 0 0 0,1 4 0 0 0,2 9 182 0 0,-1 0 0 0 0,1 32-1 0 0,-4-40-278 0 0,1 23-117 0 0,3 31-1248 0 0,7-26-3082 0 0,-11-36 4336 0 0,0 1 0 0 0,1-1 0 0 0,-1 0-1 0 0,0 1 1 0 0,0-1 0 0 0,0 1 0 0 0,1-1 0 0 0,-1 0 0 0 0,0 1 0 0 0,0-1 0 0 0,1 0 0 0 0,-1 1 0 0 0,0-1 0 0 0,1 0-1 0 0,-1 0 1 0 0,0 1 0 0 0,1-1 0 0 0,-1 0 0 0 0,1 0 0 0 0,-1 0 0 0 0,0 1 0 0 0,1-1 0 0 0,-1 0 0 0 0,1 0 0 0 0,-1 0-1 0 0,1 0 1 0 0,-1 0 0 0 0,0 0 0 0 0,1 0 0 0 0,-1 0 0 0 0,1 0 0 0 0,-1 0 0 0 0,1 0 0 0 0,-1 0 0 0 0,0 0 0 0 0,1 0-1 0 0,-1 0 1 0 0,1-1 0 0 0,-1 1 0 0 0,1 0 0 0 0,-1 0 0 0 0,0 0 0 0 0,1-1 0 0 0,-1 1 0 0 0,0 0 0 0 0,1-1 0 0 0,-1 1-1 0 0,0 0 1 0 0,1-1 0 0 0,-1 1 0 0 0,0 0 0 0 0,0-1 0 0 0,1 1 0 0 0,-1 0 0 0 0,0-1 0 0 0,0 1 0 0 0,0-1-1 0 0,0 1 1 0 0,1-1 0 0 0,3-8-2060 0 0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56:07.895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7 1 3497 0 0,'-6'42'6042'0'0,"9"30"-3308"0"0,0-42-2070 0 0,-2 5-537 0 0,6 49-15 0 0,-6-78-973 0 0,1 1-1 0 0,-1-1 0 0 0,2 1 0 0 0,-1-1 0 0 0,7 12 1 0 0,-4-11-2687 0 0,-7-14 1696 0 0,3 4-170 0 0</inkml:trace>
  <inkml:trace contextRef="#ctx0" brushRef="#br0" timeOffset="1">68 151 2937 0 0,'9'-1'6371'0'0,"18"-3"-5663"0"0,-24 3-1178 0 0,-1 1-1 0 0,1 0 1 0 0,0 0 0 0 0,-1 0-1 0 0,1 0 1 0 0,0 0 0 0 0,0 0-1 0 0,-1 1 1 0 0,1-1 0 0 0,0 1-1 0 0,-1 0 1 0 0,1 0 0 0 0,3 2-1 0 0,-4-1-407 0 0,-3-4-195 0 0,2 7-199 0 0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56:08.247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42 11 1464 0 0,'-2'40'2595'0'0,"1"-1"0"0"0,8 66 0 0 0,-7-103-2455 0 0,0 1 0 0 0,0-1 1 0 0,0 0-1 0 0,1 0 0 0 0,-1 0 1 0 0,1 1-1 0 0,0-1 1 0 0,-1 0-1 0 0,1 0 0 0 0,0 0 1 0 0,0 0-1 0 0,1 0 0 0 0,-1 0 1 0 0,0-1-1 0 0,0 1 1 0 0,1 0-1 0 0,-1 0 0 0 0,1-1 1 0 0,2 2-1 0 0,-3-2-93 0 0,-1-1 0 0 0,1 0 0 0 0,0 0 0 0 0,-1 0 0 0 0,1 0 0 0 0,0 0 0 0 0,-1 1 0 0 0,1-2 0 0 0,0 1 0 0 0,0 0 0 0 0,-1 0 0 0 0,1 0 0 0 0,0 0 1 0 0,-1 0-1 0 0,1 0 0 0 0,0-1 0 0 0,-1 1 0 0 0,1 0 0 0 0,0-1 0 0 0,-1 1 0 0 0,1 0 0 0 0,0-1 0 0 0,17-23 415 0 0,-13 14-369 0 0,-1 0 0 0 0,-1 0 0 0 0,1-1 0 0 0,-2 1 0 0 0,1-1-1 0 0,-2 0 1 0 0,2-13 0 0 0,-3 17-61 0 0,1 0-1 0 0,-1 1 1 0 0,-1-1-1 0 0,1 0 1 0 0,-1 0-1 0 0,0 0 1 0 0,-1 0-1 0 0,0 1 1 0 0,0-1-1 0 0,0 0 1 0 0,-1 1-1 0 0,-4-9 0 0 0,6 14-31 0 0,0-1 1 0 0,1 1-1 0 0,-1 0 0 0 0,0 0 0 0 0,1 0 0 0 0,-1 0 0 0 0,0 1 0 0 0,0-1 0 0 0,0 0 0 0 0,0 0 0 0 0,0 0 0 0 0,0 1 0 0 0,0-1 0 0 0,0 0 0 0 0,0 1 0 0 0,0-1 0 0 0,-1 1 0 0 0,1 0 0 0 0,0-1 0 0 0,0 1 0 0 0,0 0 0 0 0,-1 0 0 0 0,1-1 0 0 0,0 1 0 0 0,0 0 0 0 0,0 0 0 0 0,-1 0 0 0 0,1 1 0 0 0,-1-1 0 0 0,-1 1-12 0 0,0 0 0 0 0,1 1 0 0 0,-1-1 0 0 0,1 1 0 0 0,-1 0 0 0 0,1 0 0 0 0,0 0 1 0 0,0 0-1 0 0,0 0 0 0 0,0 0 0 0 0,0 0 0 0 0,-1 3 0 0 0,-5 6-950 0 0,2 0 0 0 0,0 0 0 0 0,0 1 1 0 0,-7 20-1 0 0,13-32 869 0 0,0 1 0 0 0,0-1 0 0 0,-1 0 0 0 0,1 0 0 0 0,0 0 1 0 0,0 0-1 0 0,0 0 0 0 0,0 1 0 0 0,0-1 0 0 0,0 0 0 0 0,-1 0 0 0 0,1 0 1 0 0,0 1-1 0 0,0-1 0 0 0,0 0 0 0 0,0 0 0 0 0,0 0 0 0 0,0 1 0 0 0,0-1 0 0 0,0 0 1 0 0,0 0-1 0 0,0 0 0 0 0,0 1 0 0 0,0-1 0 0 0,0 0 0 0 0,0 0 0 0 0,0 0 1 0 0,0 1-1 0 0,0-1 0 0 0,0 0 0 0 0,0 0 0 0 0,0 0 0 0 0,0 1 0 0 0,1-1 0 0 0,-1 0 1 0 0,0 0-1 0 0,0 0 0 0 0,0 0 0 0 0,0 1 0 0 0,0-1 0 0 0,1 0 0 0 0,-1 0 1 0 0,0 0-1 0 0,0 0 0 0 0,0 0 0 0 0,0 0 0 0 0,1 1 0 0 0,-1-1 0 0 0,0 0 0 0 0,0 0 1 0 0,0 0-1 0 0,1 0 0 0 0,-1 0 0 0 0,0 0 0 0 0,0 0 0 0 0,0 0 0 0 0,1 0 1 0 0,-1 0-1 0 0,0 0 0 0 0,0 0 0 0 0,1 0 0 0 0,1 0-657 0 0,12 5-1451 0 0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56:08.646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101 42 3937 0 0,'-3'2'753'0'0,"1"0"1"0"0,0 0-1 0 0,0 0 1 0 0,0 0-1 0 0,0 0 0 0 0,1 1 1 0 0,-1-1-1 0 0,0 1 1 0 0,1-1-1 0 0,-2 5 1 0 0,-16 55 3160 0 0,12-36-2729 0 0,-7 18-510 0 0,-16 58 447 0 0,21-34-6027 0 0,12-87-1445 0 0,7-13 3512 0 0,-1 2 1931 0 0,-9 28 741 0 0,1-5 410 0 0,1 1 1 0 0,-1 0-1 0 0,1 0 1 0 0,0 0-1 0 0,5-9 0 0 0,-6 14-8 0 0,0 0-1 0 0,0 0 0 0 0,0 0 0 0 0,-1 0 0 0 0,1 0 0 0 0,0 0 0 0 0,0 0 0 0 0,0 0 0 0 0,0 0 0 0 0,0 0 0 0 0,1 1 0 0 0,-1-1 0 0 0,0 1 0 0 0,0-1 0 0 0,0 0 0 0 0,1 1 0 0 0,-1 0 1 0 0,0-1-1 0 0,0 1 0 0 0,1 0 0 0 0,-1 0 0 0 0,0 0 0 0 0,1 0 0 0 0,-1 0 0 0 0,0 0 0 0 0,1 0 0 0 0,-1 0 0 0 0,0 0 0 0 0,1 1 0 0 0,-1-1 0 0 0,0 0 0 0 0,0 1 0 0 0,2 0 1 0 0,0 0-208 0 0,0 0 0 0 0,-1 0 0 0 0,1 0 0 0 0,0-1 0 0 0,0 1 0 0 0,0-1 0 0 0,0 0 0 0 0,0 0 0 0 0,1 0 0 0 0,-1 0 0 0 0,0 0 0 0 0,0-1 0 0 0,0 1 0 0 0,-1-1 0 0 0,4-1 0 0 0,0 0-1500 0 0,-1-1 0 0 0,1 0 0 0 0,-1 0-1 0 0,0-1 1 0 0,0 0 0 0 0,6-5 0 0 0,-5 4-1149 0 0</inkml:trace>
  <inkml:trace contextRef="#ctx0" brushRef="#br0" timeOffset="1">226 1 3729 0 0,'0'12'8030'0'0,"1"19"-4826"0"0,4 4-1702 0 0,17 66-1 0 0,-8-57-5700 0 0,3 3-5676 0 0,-11-32 7255 0 0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56:09.011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4 454 3057 0 0,'-1'29'2869'0'0,"0"-22"-2263"0"0,0 0 0 0 0,1 1 1 0 0,0-1-1 0 0,0 1 0 0 0,0-1 1 0 0,1 1-1 0 0,0-1 0 0 0,1 0 0 0 0,0 1 1 0 0,0-1-1 0 0,0 0 0 0 0,1 0 0 0 0,7 12 1 0 0,-10-18-584 0 0,1 0 1 0 0,-1-1-1 0 0,1 1 0 0 0,-1-1 1 0 0,1 1-1 0 0,0 0 1 0 0,0-1-1 0 0,-1 1 1 0 0,1-1-1 0 0,0 1 0 0 0,0-1 1 0 0,-1 0-1 0 0,1 1 1 0 0,0-1-1 0 0,0 0 0 0 0,0 1 1 0 0,0-1-1 0 0,0 0 1 0 0,-1 0-1 0 0,1 0 1 0 0,0 0-1 0 0,0 0 0 0 0,0 0 1 0 0,0 0-1 0 0,0 0 1 0 0,0 0-1 0 0,1-1 1 0 0,23-17-59 0 0,14-36-1765 0 0,-37 50 1417 0 0,10-18-1347 0 0,-2 1 0 0 0,0-1 0 0 0,-1-1 0 0 0,-1 0 0 0 0,7-38 1 0 0,-5 30-160 0 0</inkml:trace>
  <inkml:trace contextRef="#ctx0" brushRef="#br0" timeOffset="1">234 1 4889 0 0,'-2'2'880'0'0,"1"0"1"0"0,-1 0-1 0 0,1 0 0 0 0,0 0 1 0 0,0 0-1 0 0,0 1 0 0 0,0-1 1 0 0,0 1-1 0 0,0-1 0 0 0,1 1 1 0 0,-1 3-1 0 0,-2 53 2912 0 0,4-47-3151 0 0,7 98-434 0 0,-3-73-3443 0 0,1 0-4256 0 0,-5-22 2256 0 0,-2-9 2179 0 0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56:09.379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95 4801 0 0,'8'-9'7656'0'0,"2"-4"-3289"0"0,-4 4-3977 0 0,0 0-1 0 0,0 1 1 0 0,1 0-1 0 0,1 0 1 0 0,-1 1-1 0 0,1 0 1 0 0,11-7-1 0 0,-18 13-381 0 0,-1 1 0 0 0,1 0 0 0 0,-1-1 0 0 0,1 1 0 0 0,0 0 0 0 0,-1 0 0 0 0,1 0 0 0 0,-1-1 0 0 0,1 1 0 0 0,0 0 0 0 0,-1 0 0 0 0,1 0 0 0 0,-1 0 0 0 0,1 0 1 0 0,0 0-1 0 0,-1 0 0 0 0,1 0 0 0 0,-1 0 0 0 0,1 1 0 0 0,0-1 0 0 0,-1 0 0 0 0,1 0 0 0 0,-1 0 0 0 0,1 1 0 0 0,-1-1 0 0 0,1 0 0 0 0,-1 1 0 0 0,1-1 0 0 0,-1 0 0 0 0,1 1 0 0 0,0 0 0 0 0,7 21 132 0 0,-7 26-105 0 0,-12 23-653 0 0,1-11-428 0 0,10-47-86 0 0,4-20-622 0 0,-3 5 1761 0 0,0 0 0 0 0,-1 0 0 0 0,1 0 0 0 0,0 0 0 0 0,1 0 0 0 0,-1 0 0 0 0,0 1 0 0 0,1-1 0 0 0,-1 0 0 0 0,1 0 0 0 0,2-2 0 0 0,-3 4 53 0 0,0-1 1 0 0,0 1-1 0 0,0 0 0 0 0,0-1 0 0 0,-1 1 1 0 0,1 0-1 0 0,0-1 0 0 0,0 1 0 0 0,0 0 1 0 0,0 0-1 0 0,0 0 0 0 0,0 0 0 0 0,0 0 1 0 0,0 0-1 0 0,0 0 0 0 0,0 0 1 0 0,0 0-1 0 0,-1 1 0 0 0,3 0 0 0 0,2 1 86 0 0,1 2 0 0 0,-1-1 0 0 0,0 1 0 0 0,-1-1 0 0 0,1 1 0 0 0,-1 1 0 0 0,5 4 0 0 0,25 21-6049 0 0,-34-30 5810 0 0,0 0-1 0 0,1 0 1 0 0,-1 0 0 0 0,0 1 0 0 0,0-1-1 0 0,0 0 1 0 0,0 0 0 0 0,0 0-1 0 0,1 0 1 0 0,-1 0 0 0 0,0 0 0 0 0,0 1-1 0 0,0-1 1 0 0,0 0 0 0 0,1 0-1 0 0,-1 0 1 0 0,0 0 0 0 0,0 0 0 0 0,0 0-1 0 0,0 0 1 0 0,1 0 0 0 0,-1 0-1 0 0,0 0 1 0 0,0 0 0 0 0,0 0 0 0 0,1 0-1 0 0,-1 0 1 0 0,0 0 0 0 0,0 0-1 0 0,0 0 1 0 0,1 0 0 0 0,-1 0 0 0 0,0 0-1 0 0,0 0 1 0 0,0 0 0 0 0,0 0-1 0 0,1-1 1 0 0,-1 1 0 0 0,0 0 0 0 0,0 0-1 0 0,0 0 1 0 0,0 0 0 0 0,0 0-1 0 0,1 0 1 0 0,-1-1 0 0 0,0 1 0 0 0,0 0-1 0 0,0 0 1 0 0,0 0 0 0 0,0 0-1 0 0,0-1 1 0 0,0 1 0 0 0,0 0 0 0 0,0 0-1 0 0,0 0 1 0 0,0-1 0 0 0,1 1 0 0 0,-1 0-1 0 0,0 0 1 0 0,-3-12-2094 0 0,2 10 1708 0 0,1-5-2610 0 0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56:09.732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1 176 6281 0 0,'0'-4'7099'0'0,"2"-3"-3501"0"0,10-22-3406 0 0,-8 20 495 0 0,0 0-616 0 0,25-58 101 0 0,-27 63-165 0 0,0 0 1 0 0,1-1-1 0 0,-1 1 0 0 0,1 0 0 0 0,0 1 1 0 0,1-1-1 0 0,-1 0 0 0 0,1 1 0 0 0,-1 0 1 0 0,1 0-1 0 0,0 0 0 0 0,5-3 1 0 0,-8 6 34 0 0,1 0 1 0 0,-1-1-1 0 0,0 1 1 0 0,1 0-1 0 0,-1 0 1 0 0,0 0 0 0 0,1 0-1 0 0,-1 0 1 0 0,0 0-1 0 0,1 1 1 0 0,-1-1-1 0 0,0 0 1 0 0,0 1-1 0 0,1-1 1 0 0,-1 1 0 0 0,0-1-1 0 0,0 1 1 0 0,0-1-1 0 0,0 1 1 0 0,1 0-1 0 0,-1 0 1 0 0,0-1 0 0 0,0 1-1 0 0,0 0 1 0 0,-1 0-1 0 0,1 0 1 0 0,0 0-1 0 0,0 0 1 0 0,0 0 0 0 0,-1 1-1 0 0,1-1 1 0 0,-1 0-1 0 0,1 0 1 0 0,-1 0-1 0 0,1 3 1 0 0,20 55 1684 0 0,-16-42-1656 0 0,17 23-191 0 0,-10-20-2292 0 0,-3 0-4873 0 0,-9-19 7133 0 0,0-1 0 0 0,1 0 0 0 0,-1 1 0 0 0,0-1 0 0 0,0 0-1 0 0,0 1 1 0 0,0-1 0 0 0,1 0 0 0 0,-1 1 0 0 0,0-1 0 0 0,0 0 0 0 0,0 1 0 0 0,0-1 0 0 0,0 1 0 0 0,0-1 0 0 0,0 0 0 0 0,0 1 0 0 0,0-1 0 0 0,0 0 0 0 0,0 1 0 0 0,0-1-1 0 0,-1 0 1 0 0,1 1 0 0 0,0-1 0 0 0,0 0 0 0 0,0 1 0 0 0,0-1 0 0 0,-1 0 0 0 0,1 1 0 0 0,0-1 0 0 0,0 0 0 0 0,-1 1 0 0 0,1-1 0 0 0,0 0 0 0 0,0 0 0 0 0,-1 1 0 0 0,1-1-1 0 0,0 0 1 0 0,-1 0 0 0 0,1 0 0 0 0,0 1 0 0 0,-1-1 0 0 0,1 0 0 0 0,0 0 0 0 0,-1 0 0 0 0,1 0 0 0 0,0 0 0 0 0,-1 0 0 0 0,1 0 0 0 0,-1 0 0 0 0,1 0 0 0 0,0 0 0 0 0,-1 0-1 0 0,1 0 1 0 0,0 0 0 0 0,-1 0 0 0 0,1 0 0 0 0,-1 0 0 0 0,-3 0-37 0 0,0 3-1678 0 0</inkml:trace>
  <inkml:trace contextRef="#ctx0" brushRef="#br0" timeOffset="1">127 253 1704 0 0,'-6'17'1377'0'0,"0"-1"0"0"0,1 1-1 0 0,1 0 1 0 0,1 1-1 0 0,-2 25 1 0 0,4-32-885 0 0,1-1 0 0 0,0 0 0 0 0,1 0 0 0 0,1 1 0 0 0,-1-1 0 0 0,1 0 0 0 0,1 0 0 0 0,0-1-1 0 0,1 1 1 0 0,8 17 0 0 0,-11-25-441 0 0,-1-1-1 0 0,1 1 0 0 0,0-1 0 0 0,0 1 1 0 0,0 0-1 0 0,0-1 0 0 0,1 1 1 0 0,-1-1-1 0 0,0 0 0 0 0,1 0 1 0 0,-1 1-1 0 0,1-1 0 0 0,-1 0 0 0 0,1 0 1 0 0,0 0-1 0 0,-1 0 0 0 0,1-1 1 0 0,0 1-1 0 0,-1 0 0 0 0,1-1 1 0 0,0 1-1 0 0,0-1 0 0 0,0 0 0 0 0,0 1 1 0 0,0-1-1 0 0,-1 0 0 0 0,1 0 1 0 0,0 0-1 0 0,0-1 0 0 0,0 1 1 0 0,0 0-1 0 0,0-1 0 0 0,-1 1 1 0 0,1-1-1 0 0,0 1 0 0 0,0-1 0 0 0,2-2 1 0 0,0 1 45 0 0,0 0 0 0 0,-1-1 1 0 0,1 1-1 0 0,-1-1 0 0 0,0 0 1 0 0,0 0-1 0 0,0 0 0 0 0,0 0 1 0 0,-1-1-1 0 0,1 1 0 0 0,-1-1 1 0 0,0 0-1 0 0,0 1 0 0 0,0-1 1 0 0,2-8-1 0 0,-2 0 2 0 0,0 1-1 0 0,-1-1 0 0 0,-1 1 1 0 0,1-1-1 0 0,-2 1 1 0 0,0-1-1 0 0,-3-17 1 0 0,3 26-82 0 0,0 0-1 0 0,1 0 1 0 0,-1 0 0 0 0,0 1 0 0 0,0-1 0 0 0,-1 0 0 0 0,1 1-1 0 0,-1-1 1 0 0,1 1 0 0 0,-1 0 0 0 0,0-1 0 0 0,0 1 0 0 0,0 0 0 0 0,0 0-1 0 0,-2-2 1 0 0,2 3-32 0 0,0 0 0 0 0,0 1 1 0 0,-1-1-1 0 0,1 0 0 0 0,0 1 0 0 0,0 0 0 0 0,0-1 0 0 0,0 1 0 0 0,0 0 0 0 0,0 0 1 0 0,-1 0-1 0 0,1 0 0 0 0,0 1 0 0 0,0-1 0 0 0,0 0 0 0 0,0 1 0 0 0,0 0 0 0 0,0-1 1 0 0,0 1-1 0 0,0 0 0 0 0,0 0 0 0 0,0 0 0 0 0,-3 3 0 0 0,-4 2-748 0 0,1 0 0 0 0,-1 1-1 0 0,1 0 1 0 0,-14 16 0 0 0,-16 15-7739 0 0,23-28 3523 0 0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56:10.699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25 44 3561 0 0,'-17'139'5350'0'0,"13"0"-7215"0"0,2-205-2175 0 0,1-60 2422 0 0,2 111 2597 0 0,0-1-1 0 0,2 0 1 0 0,0 1 0 0 0,1 0 0 0 0,0 0-1 0 0,7-16 1 0 0,-11 31-814 0 0,1-1 0 0 0,-1 1 1 0 0,0-1-1 0 0,0 1 0 0 0,1 0 0 0 0,-1-1 0 0 0,0 1 0 0 0,1 0 0 0 0,-1-1 1 0 0,0 1-1 0 0,1 0 0 0 0,-1 0 0 0 0,0-1 0 0 0,1 1 0 0 0,-1 0 1 0 0,1 0-1 0 0,-1 0 0 0 0,0-1 0 0 0,1 1 0 0 0,-1 0 0 0 0,1 0 0 0 0,-1 0 1 0 0,1 0-1 0 0,-1 0 0 0 0,1 0 0 0 0,-1 0 0 0 0,0 0 0 0 0,1 0 0 0 0,-1 0 1 0 0,1 0-1 0 0,-1 0 0 0 0,1 0 0 0 0,-1 1 0 0 0,1-1 0 0 0,-1 0 1 0 0,0 0-1 0 0,1 0 0 0 0,-1 1 0 0 0,0-1 0 0 0,1 0 0 0 0,-1 0 0 0 0,1 1 1 0 0,-1-1-1 0 0,0 0 0 0 0,0 1 0 0 0,1-1 0 0 0,-1 0 0 0 0,0 1 1 0 0,1-1-1 0 0,-1 0 0 0 0,0 1 0 0 0,0-1 0 0 0,0 1 0 0 0,1 0 0 0 0,19 28 1770 0 0,-15-21-1336 0 0,30 28-136 0 0,7-6-3813 0 0,8 7-9558 0 0,-44-30 9927 0 0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56:11.064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9 85 3649 0 0,'-9'14'4473'0'0,"18"-19"-1274"0"0,18-23-1411 0 0,-20 20-1466 0 0,0-1-1 0 0,1 1 0 0 0,0 1 0 0 0,0-1 0 0 0,16-10 0 0 0,-22 17-219 0 0,-1 0 0 0 0,1 0 0 0 0,0 0 0 0 0,-1 1 0 0 0,1-1 0 0 0,-1 1 0 0 0,1-1 0 0 0,0 1 0 0 0,0-1 0 0 0,-1 1 0 0 0,1 0 0 0 0,0 0 0 0 0,0 0 0 0 0,-1 0 1 0 0,1 0-1 0 0,0 0 0 0 0,3 1 0 0 0,-3 1 17 0 0,0-1 1 0 0,-1 0-1 0 0,1 0 1 0 0,0 0-1 0 0,0 1 0 0 0,-1-1 1 0 0,1 1-1 0 0,-1 0 1 0 0,1-1-1 0 0,-1 1 1 0 0,0 0-1 0 0,0 0 1 0 0,0 0-1 0 0,0 0 1 0 0,0 0-1 0 0,0 0 1 0 0,0 0-1 0 0,0 2 1 0 0,9 31 187 0 0,7 17-1394 0 0,-1-24-5152 0 0,-16-28 6104 0 0,0 0 0 0 0,0 1 0 0 0,1-1 1 0 0,-1 0-1 0 0,0 0 0 0 0,0 0 0 0 0,0 0 0 0 0,1 0 1 0 0,-1 0-1 0 0,0 0 0 0 0,0 0 0 0 0,0 1 0 0 0,1-1 1 0 0,-1 0-1 0 0,0 0 0 0 0,0 0 0 0 0,1 0 0 0 0,-1 0 0 0 0,0 0 1 0 0,0 0-1 0 0,0 0 0 0 0,1 0 0 0 0,-1-1 0 0 0,0 1 1 0 0,0 0-1 0 0,1 0 0 0 0,-1 0 0 0 0,0 0 0 0 0,0 0 1 0 0,0 0-1 0 0,1 0 0 0 0,-1 0 0 0 0,0-1 0 0 0,0 1 0 0 0,0 0 1 0 0,0 0-1 0 0,1 0 0 0 0,-1 0 0 0 0,0-1 0 0 0,0 1 1 0 0,0 0-1 0 0,0 0 0 0 0,0 0 0 0 0,0-1 0 0 0,0 1 0 0 0,0 0 1 0 0,1 0-1 0 0,-1 0 0 0 0,0-1 0 0 0,0 1 0 0 0,0 0 1 0 0,0 0-1 0 0,0-1 0 0 0,0 1 0 0 0,0 0 0 0 0,5-17-1479 0 0,-5 14 1109 0 0,6-10-1278 0 0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56:11.429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37 173 2016 0 0,'-11'-26'4327'0'0,"11"26"-4201"0"0,0 0 1 0 0,0 0 0 0 0,0 0 0 0 0,-1 0 0 0 0,1 0 0 0 0,0 0 0 0 0,0-1 0 0 0,0 1-1 0 0,-1 0 1 0 0,1 0 0 0 0,0 0 0 0 0,0 0 0 0 0,0 0 0 0 0,-1 0 0 0 0,1 0 0 0 0,0 0-1 0 0,0 0 1 0 0,0 0 0 0 0,-1 0 0 0 0,1 0 0 0 0,0 0 0 0 0,0 0 0 0 0,-1 0-1 0 0,1 0 1 0 0,0 0 0 0 0,0 0 0 0 0,0 0 0 0 0,-1 1 0 0 0,1-1 0 0 0,0 0 0 0 0,0 0-1 0 0,0 0 1 0 0,0 0 0 0 0,-1 0 0 0 0,1 0 0 0 0,0 1 0 0 0,0-1 0 0 0,0 0 0 0 0,0 0-1 0 0,0 0 1 0 0,0 0 0 0 0,-1 1 0 0 0,1-1 0 0 0,0 0 0 0 0,0 0 0 0 0,0 0-1 0 0,0 1 1 0 0,0-1 0 0 0,0 0 0 0 0,0 1 0 0 0,-7 25 5824 0 0,3-3-5720 0 0,-3 61 2475 0 0,7-76-2596 0 0,0-1 0 0 0,1 0 1 0 0,0 0-1 0 0,0 0 1 0 0,0 1-1 0 0,1-1 1 0 0,0 0-1 0 0,0-1 0 0 0,6 12 1 0 0,-7-17-115 0 0,-1 0 1 0 0,1 0 0 0 0,0 0-1 0 0,-1 0 1 0 0,1 0-1 0 0,0 0 1 0 0,0 0-1 0 0,0 0 1 0 0,0-1-1 0 0,0 1 1 0 0,0 0 0 0 0,0-1-1 0 0,0 1 1 0 0,0 0-1 0 0,0-1 1 0 0,0 1-1 0 0,0-1 1 0 0,1 0-1 0 0,-1 1 1 0 0,0-1 0 0 0,0 0-1 0 0,0 0 1 0 0,1 0-1 0 0,-1 0 1 0 0,2 0-1 0 0,0 0-56 0 0,0-1 0 0 0,0 0-1 0 0,0 0 1 0 0,0 0-1 0 0,0 0 1 0 0,-1-1 0 0 0,1 1-1 0 0,0-1 1 0 0,4-3-1 0 0,3-3-379 0 0,-1 0 0 0 0,0-1 0 0 0,15-19 0 0 0,-19 21 202 0 0,0 0 1 0 0,-1 0-1 0 0,0-1 0 0 0,0 0 1 0 0,-1 1-1 0 0,0-1 0 0 0,0-1 0 0 0,-1 1 1 0 0,0 0-1 0 0,0 0 0 0 0,-1-1 1 0 0,0-12-1 0 0,-1 17 232 0 0,0 1 1 0 0,0 0-1 0 0,0-1 0 0 0,-1 1 1 0 0,1 0-1 0 0,-1-1 1 0 0,0 1-1 0 0,0 0 0 0 0,0 0 1 0 0,-1 0-1 0 0,1 0 0 0 0,-1 0 1 0 0,0 0-1 0 0,0 0 0 0 0,0 0 1 0 0,0 1-1 0 0,0-1 0 0 0,0 1 1 0 0,-1-1-1 0 0,1 1 1 0 0,-1 0-1 0 0,0 0 0 0 0,1 0 1 0 0,-1 1-1 0 0,0-1 0 0 0,0 0 1 0 0,0 1-1 0 0,0 0 0 0 0,-1 0 1 0 0,1 0-1 0 0,0 0 1 0 0,0 1-1 0 0,-1-1 0 0 0,-4 0 1 0 0,-37 6 2114 0 0,114-55-1314 0 0,-58 40-477 0 0,1 0-1 0 0,1 1 0 0 0,-1 0 0 0 0,2 1 0 0 0,-1 1 1 0 0,25-11-1 0 0,-36 18-283 0 0,-1 0 0 0 0,0 0 0 0 0,1 0 0 0 0,-1 0 0 0 0,1 0 0 0 0,-1 0 0 0 0,0 0 0 0 0,1 1 1 0 0,-1-1-1 0 0,0 0 0 0 0,1 1 0 0 0,-1-1 0 0 0,0 1 0 0 0,0 0 0 0 0,1-1 0 0 0,-1 1 0 0 0,0 0 0 0 0,0 0 0 0 0,0-1 1 0 0,0 1-1 0 0,0 0 0 0 0,0 0 0 0 0,0 0 0 0 0,0 0 0 0 0,0 1 0 0 0,0-1 0 0 0,-1 0 0 0 0,1 0 0 0 0,0 0 0 0 0,0 2 1 0 0,20 50-309 0 0,-14-31-880 0 0,1-6-810 0 0,-5-12 376 0 0,-1 1 1 0 0,0 0 0 0 0,0-1 0 0 0,0 1-1 0 0,-1 0 1 0 0,1 0 0 0 0,-1 0-1 0 0,1 8 1 0 0,-2-2-2469 0 0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56:11.778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16 83 3265 0 0,'-2'2'549'0'0,"1"0"-1"0"0,-1 0 1 0 0,1 0 0 0 0,-1 0 0 0 0,1 1 0 0 0,0-1 0 0 0,0 0 0 0 0,0 1-1 0 0,0-1 1 0 0,0 1 0 0 0,1-1 0 0 0,-1 1 0 0 0,1-1 0 0 0,-1 1-1 0 0,1 3 1 0 0,0 1 261 0 0,0-1-1 0 0,1 1 1 0 0,0 0-1 0 0,0-1 1 0 0,4 13 0 0 0,-1-8-294 0 0,1 0 0 0 0,-1 0 0 0 0,2 0 1 0 0,0 0-1 0 0,0-1 0 0 0,10 13 1 0 0,-15-22-499 0 0,0 1 0 0 0,0-1 0 0 0,1 1 0 0 0,-1-1 1 0 0,0 1-1 0 0,0-1 0 0 0,1 0 0 0 0,-1 0 0 0 0,1 0 1 0 0,-1 0-1 0 0,1 0 0 0 0,0 0 0 0 0,-1 0 0 0 0,1 0 0 0 0,0-1 1 0 0,-1 1-1 0 0,1-1 0 0 0,0 1 0 0 0,0-1 0 0 0,0 0 0 0 0,-1 1 1 0 0,1-1-1 0 0,0 0 0 0 0,0 0 0 0 0,0 0 0 0 0,0-1 1 0 0,-1 1-1 0 0,1 0 0 0 0,0-1 0 0 0,0 1 0 0 0,0-1 0 0 0,-1 0 1 0 0,1 1-1 0 0,0-1 0 0 0,-1 0 0 0 0,1 0 0 0 0,-1 0 0 0 0,3-2 1 0 0,4-5-1 0 0,0 0-1 0 0,0 0 1 0 0,-1-1 0 0 0,0-1 0 0 0,7-13 0 0 0,8-9 71 0 0,-20 29-93 0 0,6-5 29 0 0,-2-1 0 0 0,1 1 0 0 0,-1-1 1 0 0,-1-1-1 0 0,9-18 0 0 0,-13 26-33 0 0,-1 0-1 0 0,1-1 1 0 0,-1 1 0 0 0,1 0-1 0 0,-1 0 1 0 0,0-1-1 0 0,0 1 1 0 0,0 0 0 0 0,0-1-1 0 0,0 1 1 0 0,-1 0 0 0 0,1 0-1 0 0,-1-1 1 0 0,1 1 0 0 0,-1 0-1 0 0,0 0 1 0 0,0 0 0 0 0,0 0-1 0 0,0 0 1 0 0,0 0 0 0 0,0 0-1 0 0,-1 0 1 0 0,1 0-1 0 0,-1 1 1 0 0,1-1 0 0 0,-1 0-1 0 0,0 1 1 0 0,1-1 0 0 0,-1 1-1 0 0,0 0 1 0 0,0 0 0 0 0,0-1-1 0 0,-4 0 1 0 0,3 0 94 0 0,-19-12-4556 0 0,22 14 4259 0 0,0 0-1 0 0,-1-1 1 0 0,1 1 0 0 0,0 0 0 0 0,-1-1-1 0 0,1 1 1 0 0,0 0 0 0 0,0-1-1 0 0,-1 1 1 0 0,1 0 0 0 0,0-1-1 0 0,0 1 1 0 0,0 0 0 0 0,0-1 0 0 0,-1 1-1 0 0,1 0 1 0 0,0-1 0 0 0,0 1-1 0 0,0-1 1 0 0,0 1 0 0 0,0 0-1 0 0,0-1 1 0 0,0 1 0 0 0,0-1 0 0 0,0 1-1 0 0,0 0 1 0 0,0-1 0 0 0,0 1-1 0 0,0-1 1 0 0,0 1 0 0 0,1 0-1 0 0,-1-1 1 0 0,0 1 0 0 0,0 0 0 0 0,0-1-1 0 0,1 1 1 0 0,-1 0 0 0 0,0-1-1 0 0,0 1 1 0 0,1 0 0 0 0,-1-1-1 0 0,0 1 1 0 0,0 0 0 0 0,1 0 0 0 0,-1-1-1 0 0,0 1 1 0 0,1 0 0 0 0,-1 0-1 0 0,1 0 1 0 0,-1-1 0 0 0,0 1-1 0 0,1 0 1 0 0,0 0 0 0 0,5 0-1548 0 0,7 9-814 0 0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56:12.14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12 388 3201 0 0,'-12'-1'10961'0'0,"40"-20"-9162"0"0,27-30-1143 0 0,-12 13-2381 0 0,-7-4-4895 0 0,-26 31 3909 0 0,4 4-642 0 0</inkml:trace>
  <inkml:trace contextRef="#ctx0" brushRef="#br0" timeOffset="1">291 1 5553 0 0,'-1'14'1230'0'0,"1"1"1"0"0,0 0-1 0 0,1-1 0 0 0,1 1 0 0 0,0-1 0 0 0,1 1 0 0 0,1-1 1 0 0,6 15-1 0 0,-5-16-1192 0 0,0 0 0 0 0,1-1 0 0 0,12 19 0 0 0,-13-24-666 0 0,0-1 0 0 0,0 1 1 0 0,1-1-1 0 0,0 0 0 0 0,0 0 0 0 0,9 6 1 0 0,-2-5-4004 0 0,-13-7 4514 0 0,0-1 0 0 0,1 1 0 0 0,-1 0 0 0 0,0 0 0 0 0,0 0 0 0 0,1 0 0 0 0,-1 0 0 0 0,0 0 0 0 0,0 0 1 0 0,1-1-1 0 0,-1 1 0 0 0,0 0 0 0 0,0 0 0 0 0,0 0 0 0 0,1-1 0 0 0,-1 1 0 0 0,0 0 0 0 0,0 0 1 0 0,0-1-1 0 0,0 1 0 0 0,0 0 0 0 0,1 0 0 0 0,-1-1 0 0 0,0 1 0 0 0,0 0 0 0 0,0 0 0 0 0,0-1 1 0 0,0 1-1 0 0,0 0 0 0 0,0 0 0 0 0,0-1 0 0 0,0 1 0 0 0,0 0 0 0 0,0 0 0 0 0,0-1 0 0 0,0 1 0 0 0,0 0 1 0 0,0-1-1 0 0,1-5-2300 0 0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56:12.509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1 125 2280 0 0,'16'-21'7357'0'0,"26"-5"-2970"0"0,-22 15-2826 0 0,2-5-408 0 0,-15 11-1052 0 0,0-1-1 0 0,0 1 1 0 0,0 0-1 0 0,1 1 0 0 0,-1 0 1 0 0,1 0-1 0 0,0 0 1 0 0,1 1-1 0 0,-1 1 1 0 0,0-1-1 0 0,1 1 0 0 0,12-1 1 0 0,-20 3-152 0 0,0 0 1 0 0,0 0-1 0 0,0 0 1 0 0,0 0 0 0 0,0 1-1 0 0,0-1 1 0 0,0 0-1 0 0,0 0 1 0 0,0 1-1 0 0,0-1 1 0 0,0 1-1 0 0,0-1 1 0 0,0 1-1 0 0,0-1 1 0 0,0 1-1 0 0,0 0 1 0 0,-1-1 0 0 0,1 1-1 0 0,0 0 1 0 0,0 0-1 0 0,-1 0 1 0 0,1-1-1 0 0,-1 1 1 0 0,1 0-1 0 0,0 2 1 0 0,0-1-88 0 0,-1 1-1 0 0,1-1 1 0 0,-1 0 0 0 0,1 1 0 0 0,-1-1-1 0 0,0 1 1 0 0,0-1 0 0 0,0 1 0 0 0,-1-1 0 0 0,0 5-1 0 0,-21 54-2741 0 0,21-60 2849 0 0,-11 22-1227 0 0,-1 0 0 0 0,-1-1 0 0 0,-24 30 0 0 0,-24 20 1478 0 0,29-34 1926 0 0,20-17 1689 0 0,30-27-1188 0 0,29-24-392 0 0,74-74 148 0 0,0 1-3403 0 0,-35 40-7682 0 0,-60 45 2390 0 0,-16 13 2732 0 0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56:12.952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0 7226 0 0,'9'23'3488'0'0,"5"13"-495"0"0,2 13-160 0 0,3 3-369 0 0,-1 0-616 0 0,-1 3-527 0 0,-1-1-457 0 0,3 1-320 0 0,-4-3-264 0 0,2-5-152 0 0,-4-4-168 0 0,3-5-288 0 0,-3-6-472 0 0,0-6-736 0 0,-1-8-1025 0 0,0-3-1360 0 0,-5-7-1096 0 0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56:13.62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46 199 4977 0 0,'5'-22'7731'0'0,"29"-90"-6596"0"0,-26 62-41 0 0,-8 49-1037 0 0,1 1 0 0 0,-1-1 0 0 0,0 0-1 0 0,0 1 1 0 0,0-1 0 0 0,0 1 0 0 0,-1-1 0 0 0,1 0 0 0 0,0 1-1 0 0,0-1 1 0 0,0 1 0 0 0,0-1 0 0 0,-1 0 0 0 0,1 1-1 0 0,0-1 1 0 0,0 1 0 0 0,-1-1 0 0 0,1 1 0 0 0,0-1-1 0 0,-1 1 1 0 0,1-1 0 0 0,-1 1 0 0 0,1-1 0 0 0,-1 1 0 0 0,0-1-1 0 0,0 1-3 0 0,0 1-1 0 0,0-1 1 0 0,0 0-1 0 0,-1 1 0 0 0,1-1 1 0 0,0 1-1 0 0,0 0 1 0 0,0-1-1 0 0,0 1 0 0 0,0 0 1 0 0,0-1-1 0 0,0 1 1 0 0,0 0-1 0 0,1 0 0 0 0,-1 0 1 0 0,0 0-1 0 0,0 0 1 0 0,1 0-1 0 0,-2 1 0 0 0,-6 10-29 0 0,1 0-1 0 0,0 0 0 0 0,0 1 0 0 0,2 0 0 0 0,-1 0 1 0 0,2 0-1 0 0,-1 1 0 0 0,-2 17 0 0 0,3-9-43 0 0,1-1 1 0 0,1 1-1 0 0,0 0 0 0 0,4 37 0 0 0,-2-57 19 0 0,0-1-1 0 0,-1 1 1 0 0,1-1-1 0 0,1 1 0 0 0,-1 0 1 0 0,0-1-1 0 0,0 1 0 0 0,1-1 1 0 0,-1 1-1 0 0,0-1 1 0 0,1 1-1 0 0,0-1 0 0 0,-1 1 1 0 0,1-1-1 0 0,0 0 1 0 0,0 1-1 0 0,0-1 0 0 0,-1 0 1 0 0,1 0-1 0 0,1 0 0 0 0,-1 1 1 0 0,0-1-1 0 0,0 0 1 0 0,0 0-1 0 0,1-1 0 0 0,-1 1 1 0 0,0 0-1 0 0,3 1 0 0 0,-2-2-5 0 0,0-1-1 0 0,0 1 1 0 0,1-1-1 0 0,-1 0 0 0 0,0 1 1 0 0,0-1-1 0 0,0 0 0 0 0,0 0 1 0 0,0 0-1 0 0,-1 0 0 0 0,1-1 1 0 0,0 1-1 0 0,0 0 1 0 0,-1-1-1 0 0,1 1 0 0 0,-1-1 1 0 0,1 0-1 0 0,-1 1 0 0 0,0-1 1 0 0,2-3-1 0 0,2-1-15 0 0,6-11 22 0 0,2 1 1 0 0,0 0-1 0 0,0 1 0 0 0,2 0 0 0 0,0 1 1 0 0,27-20-1 0 0,-41 34-101 0 0,-1 0 1 0 0,1 0-1 0 0,-1 0 1 0 0,1 0-1 0 0,-1 0 1 0 0,0 0-1 0 0,1 0 0 0 0,-1 0 1 0 0,1 0-1 0 0,-1 0 1 0 0,1 0-1 0 0,-1 0 1 0 0,0 0-1 0 0,1 0 0 0 0,-1 0 1 0 0,1 1-1 0 0,-1-1 1 0 0,0 0-1 0 0,1 0 1 0 0,-1 1-1 0 0,1-1 0 0 0,-1 0 1 0 0,0 0-1 0 0,1 1 1 0 0,-1-1-1 0 0,0 0 1 0 0,0 1-1 0 0,1-1 0 0 0,-1 0 1 0 0,0 1-1 0 0,0-1 1 0 0,1 0-1 0 0,-1 1 1 0 0,0-1-1 0 0,0 1 0 0 0,0-1 1 0 0,0 1-1 0 0,0-1 1 0 0,0 0-1 0 0,0 1 0 0 0,0-1 1 0 0,1 1-1 0 0,-2-1 1 0 0,1 1-1 0 0,0-1 1 0 0,0 0-1 0 0,0 1 0 0 0,0-1 1 0 0,0 1-1 0 0,0-1 1 0 0,0 1-1 0 0,0-1 1 0 0,-1 1-1 0 0,-1 27-7337 0 0,-1-15 4282 0 0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56:14.00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3 259 5137 0 0,'-1'0'440'0'0,"1"-1"-1"0"0,0 0 1 0 0,-1 0-1 0 0,1 1 1 0 0,0-1-1 0 0,0 0 1 0 0,0 0-1 0 0,-1 0 1 0 0,1 0-1 0 0,0 1 1 0 0,0-1-1 0 0,0 0 1 0 0,0 0 0 0 0,1 0-1 0 0,-1 0 1 0 0,0 1-1 0 0,0-1 1 0 0,0 0-1 0 0,1-1 1 0 0,16-37 1402 0 0,-11 25-988 0 0,1-2-736 0 0,35-79 1251 0 0,-38 87-1879 0 0,0 0 1 0 0,1 1-1 0 0,0 0 1 0 0,0 0-1 0 0,1 0 1 0 0,0 0-1 0 0,0 1 1 0 0,0 0 0 0 0,11-7-1 0 0,-17 13 442 0 0,0 0 0 0 0,0 0-1 0 0,1 0 1 0 0,-1-1 0 0 0,0 1 0 0 0,0 0-1 0 0,1 0 1 0 0,-1 0 0 0 0,0 0 0 0 0,1 0-1 0 0,-1 0 1 0 0,0-1 0 0 0,0 1 0 0 0,1 0-1 0 0,-1 0 1 0 0,0 0 0 0 0,1 0 0 0 0,-1 0-1 0 0,0 0 1 0 0,1 0 0 0 0,-1 0 0 0 0,0 1-1 0 0,0-1 1 0 0,1 0 0 0 0,-1 0 0 0 0,0 0-1 0 0,1 0 1 0 0,-1 0 0 0 0,0 0 0 0 0,0 0-1 0 0,1 1 1 0 0,-1-1 0 0 0,0 0 0 0 0,0 0-1 0 0,1 0 1 0 0,-1 1 0 0 0,0-1 0 0 0,0 0-1 0 0,1 1 1 0 0,3 16-727 0 0,-5 18 721 0 0,-22 47 235 0 0,16-62 328 0 0,1 0-1 0 0,0 1 1 0 0,-3 27 0 0 0,9-43-283 0 0,-1 0-1 0 0,1 0 1 0 0,0 0-1 0 0,0 0 1 0 0,1 0-1 0 0,0 0 1 0 0,-1 0-1 0 0,2 0 1 0 0,-1-1-1 0 0,0 1 1 0 0,1 0-1 0 0,0-1 1 0 0,0 1-1 0 0,1-1 1 0 0,-1 1-1 0 0,1-1 1 0 0,0 0-1 0 0,6 7 1 0 0,-8-10-153 0 0,0 0 0 0 0,0 1 1 0 0,1-1-1 0 0,-1 0 0 0 0,0 0 0 0 0,1 0 0 0 0,-1 0 1 0 0,0 0-1 0 0,1 0 0 0 0,-1-1 0 0 0,1 1 1 0 0,0 0-1 0 0,-1-1 0 0 0,1 1 0 0 0,-1-1 0 0 0,1 0 1 0 0,0 1-1 0 0,-1-1 0 0 0,1 0 0 0 0,0 0 0 0 0,0 0 1 0 0,-1 0-1 0 0,1 0 0 0 0,2-1 0 0 0,-2 0 27 0 0,0 0 0 0 0,1 0 1 0 0,-1-1-1 0 0,0 1 0 0 0,0-1 0 0 0,0 1 0 0 0,0-1 0 0 0,0 0 0 0 0,0 0 0 0 0,0 0 0 0 0,-1 0 0 0 0,1 0 0 0 0,2-5 0 0 0,1-2 123 0 0,0-1 0 0 0,-1 0-1 0 0,0 0 1 0 0,-1 0 0 0 0,0 0-1 0 0,2-16 1 0 0,-3 15-145 0 0,3-59 369 0 0,-5 67-412 0 0,0 0 0 0 0,0-1 0 0 0,-1 1 0 0 0,1 0 0 0 0,-1-1-1 0 0,0 1 1 0 0,0 0 0 0 0,0-1 0 0 0,0 1 0 0 0,0 0 0 0 0,-1 0-1 0 0,1 0 1 0 0,-1 0 0 0 0,0 0 0 0 0,0 1 0 0 0,0-1-1 0 0,-3-2 1 0 0,4 4-64 0 0,-1 0-1 0 0,1 0 0 0 0,-1 0 1 0 0,1 1-1 0 0,-1-1 0 0 0,1 1 0 0 0,-1-1 1 0 0,0 1-1 0 0,1 0 0 0 0,-1 0 1 0 0,0-1-1 0 0,1 1 0 0 0,-1 0 1 0 0,0 1-1 0 0,1-1 0 0 0,-1 0 1 0 0,0 0-1 0 0,1 1 0 0 0,-1-1 0 0 0,1 1 1 0 0,-1-1-1 0 0,0 1 0 0 0,1 0 1 0 0,-1-1-1 0 0,1 1 0 0 0,0 0 1 0 0,-1 0-1 0 0,1 0 0 0 0,0 0 1 0 0,-1 0-1 0 0,1 1 0 0 0,0-1 1 0 0,0 0-1 0 0,-1 2 0 0 0,-7 7-633 0 0,1 0 0 0 0,1 1 0 0 0,-9 13 0 0 0,13-18 409 0 0,-1 1-738 0 0,-12 19-2870 0 0,4-19-2393 0 0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56:14.357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17 0 6937 0 0,'-9'17'8193'0'0,"5"7"-4559"0"0,3 28-2787 0 0,1-31 100 0 0,-2 16-796 0 0,1 53 116 0 0,2-81-1179 0 0,0 0-1 0 0,1-1 1 0 0,0 1 0 0 0,5 13-1 0 0,-7-22 760 0 0,0 1 0 0 0,0-1 0 0 0,0 0 0 0 0,0 0 0 0 0,0 0 0 0 0,0 1 0 0 0,0-1-1 0 0,0 0 1 0 0,0 0 0 0 0,0 0 0 0 0,0 1 0 0 0,0-1 0 0 0,0 0 0 0 0,0 0 0 0 0,0 1 0 0 0,0-1 0 0 0,1 0 0 0 0,-1 0-1 0 0,2 2-1530 0 0,-2-2 1531 0 0,0 0 0 0 0,0 0 0 0 0,1 0 0 0 0,-1 0 0 0 0,0 0 0 0 0,0 0 0 0 0,0 0 0 0 0,1 0 0 0 0,-1 0-1 0 0,0 0 1 0 0,0 0 0 0 0,1 0 0 0 0,-1 0 0 0 0,0 0 0 0 0,0 0 0 0 0,0 0 0 0 0,1 0 0 0 0,-1 0 0 0 0,0-1 0 0 0,0 1-1 0 0,0 0 1 0 0,1 0 0 0 0,-1 0 0 0 0,0 0 0 0 0,9-17-3415 0 0,0-22 2623 0 0,-10 21 2465 0 0,1 15-818 0 0,-1 1 1 0 0,1 0-1 0 0,0-1 0 0 0,0 1 1 0 0,0-1-1 0 0,1 1 1 0 0,-1 0-1 0 0,0-1 1 0 0,1 1-1 0 0,0 0 1 0 0,1-5-1 0 0,0 5-496 0 0,0 1-1 0 0,-1-1 1 0 0,1 1-1 0 0,0 0 1 0 0,0-1-1 0 0,0 1 1 0 0,0 0-1 0 0,0 0 1 0 0,1 0-1 0 0,-1 0 1 0 0,0 1-1 0 0,0-1 1 0 0,1 1-1 0 0,-1-1 1 0 0,5 1-1 0 0,34-7 216 0 0,31-5-3249 0 0,-29-3-4880 0 0,-32 5 4300 0 0,-9 4 1093 0 0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56:14.769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3 1 1336 0 0,'-3'5'5243'0'0,"9"11"-2528"0"0,10 17 79 0 0,-15-32-2527 0 0,48 109 4442 0 0,5 9-4324 0 0,-7-46-8367 0 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56:15.166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1 243 7922 0 0,'33'-40'8726'0'0,"-29"33"-8632"0"0,1 0 0 0 0,1 0 0 0 0,0 0 0 0 0,0 1 0 0 0,0-1 0 0 0,0 1 0 0 0,1 1 0 0 0,0-1 0 0 0,0 1 0 0 0,1 1 0 0 0,9-6 0 0 0,-16 10-95 0 0,0 0 0 0 0,-1 0 0 0 0,1-1 0 0 0,-1 1 0 0 0,1 0 0 0 0,0 0 0 0 0,-1 0 0 0 0,1 0 0 0 0,-1 0 0 0 0,1 0 0 0 0,0 0 0 0 0,-1 0 0 0 0,1 0 0 0 0,-1 1 0 0 0,1-1 0 0 0,-1 0 0 0 0,1 0 0 0 0,0 0 0 0 0,-1 1 0 0 0,1-1 0 0 0,-1 0 0 0 0,1 1 0 0 0,-1-1 0 0 0,1 0 1 0 0,-1 1-1 0 0,0-1 0 0 0,1 1 0 0 0,-1-1 0 0 0,1 1 0 0 0,-1-1 0 0 0,0 0 0 0 0,1 1 0 0 0,-1 0 0 0 0,5 26-161 0 0,-10 25-305 0 0,0-30 309 0 0,-1-1 0 0 0,-1 0-1 0 0,0 0 1 0 0,-2-1 0 0 0,0 0-1 0 0,-20 29 1 0 0,33-66 468 0 0,13-18 75 0 0,-5 21-384 0 0,0 1 0 0 0,0 1-1 0 0,2 0 1 0 0,-1 0 0 0 0,1 2 0 0 0,20-12 0 0 0,7-6-5446 0 0,-39 26 4849 0 0,-1 1 0 0 0,1-1 0 0 0,-1 0-1 0 0,1 1 1 0 0,-1-1 0 0 0,0 0 0 0 0,1 0-1 0 0,-1 0 1 0 0,0 0 0 0 0,0 0 0 0 0,1-4 0 0 0,1-3-2400 0 0</inkml:trace>
  <inkml:trace contextRef="#ctx0" brushRef="#br0" timeOffset="1">267 1 5841 0 0,'-1'6'2521'0'0,"-2"1"-281"0"0,1 4-519 0 0,4 0-353 0 0,-1-4-336 0 0,2 4-264 0 0,0-1-272 0 0,3 4-192 0 0,0 0-167 0 0,1 1-145 0 0,0 0-345 0 0,-1-1-463 0 0,2 1-560 0 0,-4-1-688 0 0,3-2-457 0 0,-4 2-120 0 0,-3-3 545 0 0,0 2-1273 0 0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56:15.549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0 398 3841 0 0,'10'-12'5428'0'0,"14"-8"-2015"0"0,-2 0-1520 0 0,5-14-499 0 0,-20 25-1322 0 0,-1 0 0 0 0,2 0 0 0 0,-1 1 0 0 0,1 0 0 0 0,0 1 0 0 0,17-13 0 0 0,-24 19-76 0 0,-1 1-1 0 0,0 0 1 0 0,1 0 0 0 0,-1-1 0 0 0,1 1 0 0 0,-1 0 0 0 0,0 0-1 0 0,1 0 1 0 0,-1 0 0 0 0,1 0 0 0 0,-1 0 0 0 0,1-1-1 0 0,-1 1 1 0 0,1 0 0 0 0,-1 0 0 0 0,0 0 0 0 0,1 1-1 0 0,-1-1 1 0 0,1 0 0 0 0,-1 0 0 0 0,1 0 0 0 0,-1 0 0 0 0,0 0-1 0 0,1 0 1 0 0,-1 1 0 0 0,1-1 0 0 0,-1 0 0 0 0,0 0-1 0 0,1 1 1 0 0,-1-1 0 0 0,0 0 0 0 0,1 0 0 0 0,-1 1-1 0 0,0-1 1 0 0,1 0 0 0 0,-1 1 0 0 0,7 20-2 0 0,-6 24 120 0 0,-1-45-114 0 0,-6 56 329 0 0,4-44-181 0 0,0 0 0 0 0,0 0 1 0 0,1 0-1 0 0,1 0 1 0 0,0 1-1 0 0,1-1 0 0 0,0 0 1 0 0,1 0-1 0 0,6 22 1 0 0,-8-33-134 0 0,0-1 1 0 0,0 1 0 0 0,1 0 0 0 0,-1-1 0 0 0,0 1 0 0 0,1 0 0 0 0,-1-1-1 0 0,1 1 1 0 0,-1-1 0 0 0,1 1 0 0 0,-1-1 0 0 0,1 1 0 0 0,-1-1-1 0 0,1 1 1 0 0,-1-1 0 0 0,1 1 0 0 0,0-1 0 0 0,-1 0 0 0 0,1 0 0 0 0,0 1-1 0 0,-1-1 1 0 0,1 0 0 0 0,0 0 0 0 0,-1 1 0 0 0,1-1 0 0 0,0 0 0 0 0,0 0-1 0 0,-1 0 1 0 0,2 0 0 0 0,21-12 269 0 0,18-32-124 0 0,-38 41-168 0 0,39-52-426 0 0,-6-5-3464 0 0,-31 50 2758 0 0,0 0 1 0 0,-1 0-1 0 0,0 0 1 0 0,-1-1-1 0 0,0 0 1 0 0,-1 0-1 0 0,0 0 1 0 0,0 0-1 0 0,-2 0 1 0 0,1-13-1 0 0,-1 1-784 0 0</inkml:trace>
  <inkml:trace contextRef="#ctx0" brushRef="#br0" timeOffset="1">250 1 3121 0 0,'-1'3'695'0'0,"1"0"0"0"0,-1 1 0 0 0,1-1 1 0 0,0 0-1 0 0,0 1 0 0 0,0-1 0 0 0,0 0 0 0 0,1 1 1 0 0,-1-1-1 0 0,2 4 0 0 0,21 58 3830 0 0,-16-51-3997 0 0,21 36-250 0 0,-26-48-967 0 0,0 0-1 0 0,0 1 1 0 0,0-1-1 0 0,0 0 1 0 0,0-1-1 0 0,0 1 1 0 0,0 0-1 0 0,1 0 1 0 0,-1-1 0 0 0,5 2-1 0 0,-3-9-4523 0 0,1 5 3183 0 0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56:15.899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0 105 2913 0 0,'0'-2'472'0'0,"0"-1"0"0"0,0 0 0 0 0,0 1 0 0 0,1-1 1 0 0,-1 0-1 0 0,1 1 0 0 0,-1-1 0 0 0,1 1 0 0 0,0-1 1 0 0,0 1-1 0 0,0 0 0 0 0,0-1 0 0 0,1 1 1 0 0,-1 0-1 0 0,1-1 0 0 0,-1 1 0 0 0,1 0 0 0 0,0 0 1 0 0,-1 1-1 0 0,1-1 0 0 0,0 0 0 0 0,0 0 0 0 0,1 1 1 0 0,-1-1-1 0 0,3 0 0 0 0,8-7 644 0 0,0 0 0 0 0,28-12-1 0 0,-40 21-1106 0 0,1-1-1 0 0,-1 0 0 0 0,0 0 0 0 0,1 0 1 0 0,0 1-1 0 0,-1-1 0 0 0,1 0 0 0 0,-1 1 1 0 0,1 0-1 0 0,0-1 0 0 0,-1 1 1 0 0,1 0-1 0 0,0 0 0 0 0,-1 0 0 0 0,1 0 1 0 0,0 0-1 0 0,-1 0 0 0 0,1 0 0 0 0,0 1 1 0 0,-1-1-1 0 0,1 1 0 0 0,-1-1 0 0 0,1 1 1 0 0,-1 0-1 0 0,1-1 0 0 0,-1 1 1 0 0,1 0-1 0 0,-1 0 0 0 0,1 0 0 0 0,-1 0 1 0 0,0 0-1 0 0,0 0 0 0 0,0 1 0 0 0,1-1 1 0 0,-1 0-1 0 0,0 1 0 0 0,-1-1 0 0 0,1 0 1 0 0,0 1-1 0 0,0-1 0 0 0,-1 1 1 0 0,1 0-1 0 0,0-1 0 0 0,-1 1 0 0 0,0-1 1 0 0,1 1-1 0 0,-1 0 0 0 0,0 2 0 0 0,1 4-499 0 0,0 0-1 0 0,-1 0 0 0 0,0 0 0 0 0,-1 0 1 0 0,1 0-1 0 0,-2 0 0 0 0,1 0 0 0 0,-5 14 0 0 0,-20 25-5397 0 0,22-40 5349 0 0,-1-1 0 0 0,1 1 0 0 0,0 0 0 0 0,1 0-1 0 0,0 1 1 0 0,0-1 0 0 0,0 1 0 0 0,1 0 0 0 0,-1 9 0 0 0,3-17 595 0 0,0 0 1 0 0,0 0-1 0 0,0 0 1 0 0,0 1-1 0 0,-1-1 0 0 0,1 0 1 0 0,0 0-1 0 0,0 0 0 0 0,1 0 1 0 0,-1 0-1 0 0,0 0 1 0 0,0 1-1 0 0,0-1 0 0 0,0 0 1 0 0,0 0-1 0 0,0 0 0 0 0,0 0 1 0 0,0 0-1 0 0,0 0 1 0 0,0 1-1 0 0,0-1 0 0 0,0 0 1 0 0,0 0-1 0 0,0 0 0 0 0,0 0 1 0 0,0 0-1 0 0,1 0 1 0 0,-1 0-1 0 0,0 0 0 0 0,0 0 1 0 0,0 0-1 0 0,0 1 0 0 0,0-1 1 0 0,0 0-1 0 0,0 0 1 0 0,1 0-1 0 0,-1 0 0 0 0,0 0 1 0 0,0 0-1 0 0,0 0 0 0 0,0 0 1 0 0,0 0-1 0 0,0 0 1 0 0,1 0-1 0 0,-1 0 0 0 0,0 0 1 0 0,0 0-1 0 0,0 0 0 0 0,0 0 1 0 0,0 0-1 0 0,0 0 1 0 0,1 0-1 0 0,-1 0 0 0 0,0-1 1 0 0,0 1-1 0 0,0 0 0 0 0,0 0 1 0 0,0 0-1 0 0,0 0 1 0 0,0 0-1 0 0,1 0 0 0 0,10-10 2875 0 0,7-12 945 0 0,23-50 334 0 0,5-8-4149 0 0,-9 30-7608 0 0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56:16.279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1 193 4209 0 0,'5'1'5808'0'0,"5"-9"-3584"0"0,7-10-575 0 0,7-11 71 0 0,-15 16-1429 0 0,1-1 0 0 0,1 2 0 0 0,0-1 0 0 0,1 1 0 0 0,0 1 0 0 0,1 0 0 0 0,0 1 0 0 0,28-16 0 0 0,-40 26-257 0 0,0-1-1 0 0,-1 1 1 0 0,1 0-1 0 0,0 0 0 0 0,0-1 1 0 0,-1 1-1 0 0,1 0 1 0 0,0 0-1 0 0,0 0 1 0 0,-1 0-1 0 0,1 0 0 0 0,0 0 1 0 0,0 0-1 0 0,-1 0 1 0 0,1 0-1 0 0,0 1 1 0 0,0-1-1 0 0,-1 0 0 0 0,1 0 1 0 0,0 1-1 0 0,-1-1 1 0 0,1 1-1 0 0,0-1 1 0 0,-1 0-1 0 0,1 1 1 0 0,0-1-1 0 0,-1 1 0 0 0,1 0 1 0 0,12 25 754 0 0,-4 37-2868 0 0,-8-56 745 0 0,5 44-12615 0 0,-5-46 12120 0 0</inkml:trace>
  <inkml:trace contextRef="#ctx0" brushRef="#br0" timeOffset="1">136 180 1840 0 0,'-1'13'1624'0'0,"-1"1"0"0"0,2 0 0 0 0,0 0 0 0 0,0 0 0 0 0,4 19 0 0 0,-3-25-1115 0 0,0 0-1 0 0,1-1 0 0 0,-1 0 0 0 0,2 1 1 0 0,-1-1-1 0 0,1 0 0 0 0,0 0 1 0 0,0 0-1 0 0,1 0 0 0 0,0-1 0 0 0,7 9 1 0 0,-10-15-420 0 0,0 1 1 0 0,0 0-1 0 0,1 0 0 0 0,-1 0 1 0 0,0-1-1 0 0,1 1 1 0 0,-1 0-1 0 0,1-1 0 0 0,-1 0 1 0 0,1 1-1 0 0,-1-1 1 0 0,1 0-1 0 0,-1 0 0 0 0,1 0 1 0 0,-1 1-1 0 0,1-2 1 0 0,-1 1-1 0 0,1 0 0 0 0,0 0 1 0 0,-1 0-1 0 0,1-1 1 0 0,-1 1-1 0 0,0-1 0 0 0,1 1 1 0 0,-1-1-1 0 0,1 0 1 0 0,-1 1-1 0 0,0-1 0 0 0,1 0 1 0 0,-1 0-1 0 0,0 0 1 0 0,0 0-1 0 0,0 0 0 0 0,0 0 1 0 0,0 0-1 0 0,1-2 1 0 0,39-48 1595 0 0,-39 48-1585 0 0,31-46 771 0 0,-2-1 0 0 0,27-61 0 0 0,-39 63-3922 0 0,-3 0-3418 0 0,-15 40 760 0 0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56:29.76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1 3817 0 0,'4'12'6721'0'0,"14"18"-5182"0"0,29 25-3862 0 0,-28-38-1919 0 0,-17-15 2205 0 0,-8-7 961 0 0,6 8-827 0 0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56:30.206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96 2865 0 0,'4'-6'3226'0'0,"2"-3"-3047"0"0,0 0-1 0 0,0 0 0 0 0,1 1 1 0 0,0 0-1 0 0,1 0 0 0 0,-1 0 1 0 0,2 1-1 0 0,-1 0 1 0 0,17-10-1 0 0,-24 17-172 0 0,-1 0 1 0 0,1 0-1 0 0,0 1 1 0 0,0-1-1 0 0,-1 0 1 0 0,1 0-1 0 0,0 0 0 0 0,-1 0 1 0 0,1 1-1 0 0,0-1 1 0 0,-1 0-1 0 0,1 1 1 0 0,-1-1-1 0 0,1 0 0 0 0,0 1 1 0 0,-1-1-1 0 0,1 1 1 0 0,-1-1-1 0 0,1 1 1 0 0,-1-1-1 0 0,0 1 0 0 0,1-1 1 0 0,-1 1-1 0 0,1 0 1 0 0,-1-1-1 0 0,0 1 1 0 0,1 0-1 0 0,-1-1 1 0 0,0 1-1 0 0,0 0 0 0 0,0-1 1 0 0,0 1-1 0 0,1 0 1 0 0,-1-1-1 0 0,0 1 1 0 0,0 0-1 0 0,0-1 0 0 0,-1 3 1 0 0,4 37 408 0 0,-2-29-234 0 0,1 21 218 0 0,6 58 414 0 0,-6-82-771 0 0,-1 0 0 0 0,1 0 0 0 0,0 0 0 0 0,1-1 0 0 0,0 1 0 0 0,0-1 1 0 0,0 1-1 0 0,7 9 0 0 0,-9-16-38 0 0,-1-1 1 0 0,1 1-1 0 0,-1 0 1 0 0,1-1-1 0 0,-1 1 1 0 0,1 0-1 0 0,-1-1 1 0 0,1 1-1 0 0,0-1 1 0 0,-1 1-1 0 0,1-1 1 0 0,0 0-1 0 0,-1 1 1 0 0,1-1-1 0 0,0 0 1 0 0,0 1-1 0 0,-1-1 1 0 0,1 0-1 0 0,0 0 1 0 0,0 1-1 0 0,0-1 1 0 0,-1 0-1 0 0,1 0 1 0 0,0 0-1 0 0,0 0 1 0 0,0 0-1 0 0,0 0 1 0 0,-1-1-1 0 0,1 1 1 0 0,1 0-1 0 0,0-1 32 0 0,0 0 0 0 0,0 0 0 0 0,0-1 0 0 0,-1 1 0 0 0,1-1 0 0 0,0 1 0 0 0,-1-1 0 0 0,1 1 0 0 0,-1-1 1 0 0,3-3-1 0 0,1-3 134 0 0,0 1 0 0 0,-1-1 0 0 0,0 0 0 0 0,4-14 0 0 0,-5 14-23 0 0,-2 0 0 0 0,1 0 0 0 0,-1 0 0 0 0,0 0 1 0 0,-1 0-1 0 0,-1-16 0 0 0,1 23-121 0 0,0-1 0 0 0,-1 1 0 0 0,1 0 0 0 0,0 0 0 0 0,-1-1 0 0 0,1 1 0 0 0,0 0 0 0 0,-1 0 0 0 0,0 0 0 0 0,1 0-1 0 0,-1 0 1 0 0,0 0 0 0 0,1 0 0 0 0,-1 0 0 0 0,0 0 0 0 0,0 0 0 0 0,0 0 0 0 0,0 0 0 0 0,0 1 0 0 0,0-1 0 0 0,-1 0 0 0 0,0 0-15 0 0,0 1 1 0 0,0 0-1 0 0,0 0 0 0 0,0 0 1 0 0,1 0-1 0 0,-1 0 1 0 0,0 0-1 0 0,0 0 0 0 0,0 1 1 0 0,0-1-1 0 0,0 1 1 0 0,0-1-1 0 0,1 1 0 0 0,-1 0 1 0 0,0-1-1 0 0,0 1 0 0 0,1 0 1 0 0,-3 2-1 0 0,-6 4-1082 0 0,1 0 0 0 0,0 1 0 0 0,1 0 0 0 0,0 0 0 0 0,-14 19-1 0 0,7-9-2810 0 0,12-11 1547 0 0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56:30.588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35 0 4201 0 0,'-2'4'699'0'0,"0"-1"1"0"0,0 1-1 0 0,0 0 0 0 0,0 0 1 0 0,1 0-1 0 0,-1 0 0 0 0,1 1 1 0 0,0-1-1 0 0,-1 8 0 0 0,2-6-218 0 0,0 0-1 0 0,0-1 1 0 0,1 1-1 0 0,0 0 0 0 0,0 0 1 0 0,3 8-1 0 0,3 5-781 0 0,1-1-1 0 0,0 0 1 0 0,17 25-1 0 0,13 29-5135 0 0,-37-71 5268 0 0,0 1-1 0 0,0-1 1 0 0,-1 1 0 0 0,1-1 0 0 0,-1 1 0 0 0,1-1 0 0 0,-1 1-1 0 0,0 0 1 0 0,1-1 0 0 0,-1 1 0 0 0,0 0 0 0 0,0-1 0 0 0,0 1-1 0 0,0 0 1 0 0,-1-1 0 0 0,1 1 0 0 0,0 0 0 0 0,-1-1 0 0 0,1 1-1 0 0,-1-1 1 0 0,1 1 0 0 0,-1 0 0 0 0,0-1 0 0 0,0 0 0 0 0,1 1 0 0 0,-1-1-1 0 0,0 1 1 0 0,-1-1 0 0 0,1 0 0 0 0,0 0 0 0 0,0 0 0 0 0,-2 2-1 0 0,-3 0 203 0 0,0-1 0 0 0,0 0 0 0 0,0 0 0 0 0,0 0 0 0 0,0-1 0 0 0,0 0 0 0 0,-8 1 0 0 0,-30 8 7005 0 0,101-48-125 0 0,2-14-6639 0 0,31-23-7509 0 0,-87 74 6855 0 0,0-1 0 0 0,0 0 1 0 0,0 0-1 0 0,0 0 1 0 0,-1 0-1 0 0,1-1 0 0 0,-1 1 1 0 0,0-1-1 0 0,0 1 0 0 0,0-1 1 0 0,0 0-1 0 0,0 0 0 0 0,0 0 1 0 0,-1 0-1 0 0,1 0 1 0 0,-1 0-1 0 0,1-4 0 0 0,6-5-1675 0 0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56:30.911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0 1440 0 0,'7'35'4989'0'0,"20"19"-1911"0"0,-9-20-1381 0 0,-2 1-452 0 0,-1 2-925 0 0,1-2 0 0 0,2 0 0 0 0,2-1 0 0 0,32 43-1 0 0,-37-66-2958 0 0,-11-21-1535 0 0,-13-26-40 0 0,-3 15 2699 0 0,0 1 177 0 0</inkml:trace>
  <inkml:trace contextRef="#ctx0" brushRef="#br0" timeOffset="1">66 172 2328 0 0,'3'0'548'0'0,"-1"0"-1"0"0,0 0 0 0 0,0 0 1 0 0,1 0-1 0 0,-1-1 0 0 0,0 1 0 0 0,0-1 1 0 0,0 1-1 0 0,1-1 0 0 0,-1 0 0 0 0,0 0 1 0 0,0 0-1 0 0,0 0 0 0 0,2-2 1 0 0,45-32 545 0 0,-36 25-2397 0 0,-1-1 1 0 0,-1 0-1 0 0,0-1 1 0 0,0 0 0 0 0,14-23-1 0 0,-18 21-1394 0 0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56:31.309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7 53 3641 0 0,'0'0'119'0'0,"-1"0"-1"0"0,1 0 1 0 0,0 0 0 0 0,-1 0 0 0 0,1 0 0 0 0,0 0-1 0 0,0-1 1 0 0,-1 1 0 0 0,1 0 0 0 0,0 0 0 0 0,0 0-1 0 0,-1 0 1 0 0,1-1 0 0 0,0 1 0 0 0,0 0 0 0 0,-1 0 0 0 0,1 0-1 0 0,0-1 1 0 0,0 1 0 0 0,0 0 0 0 0,0 0 0 0 0,-1-1-1 0 0,1 1 1 0 0,0 0 0 0 0,0 0 0 0 0,0-1 0 0 0,0 1-1 0 0,0 0 1 0 0,0-1 0 0 0,0 1 0 0 0,0 0 0 0 0,0 0-1 0 0,0-1 1 0 0,0 1 0 0 0,0 0 0 0 0,0-1 0 0 0,0 1 0 0 0,0 0-1 0 0,0-1 1 0 0,0 1 0 0 0,0 0 0 0 0,0 0 0 0 0,0-1-1 0 0,0 1 1 0 0,0 0 0 0 0,1 0 0 0 0,-1-1 0 0 0,0 1-1 0 0,0 0 1 0 0,1-1 0 0 0,18-16 2068 0 0,-13 13-2022 0 0,1 1 0 0 0,-1-1-1 0 0,0 1 1 0 0,1 0-1 0 0,11-3 1 0 0,-15 6-145 0 0,0 0 1 0 0,0-1 0 0 0,-1 1 0 0 0,1 0-1 0 0,0 1 1 0 0,0-1 0 0 0,-1 0 0 0 0,1 1-1 0 0,0 0 1 0 0,0 0 0 0 0,-1-1 0 0 0,1 1-1 0 0,-1 1 1 0 0,1-1 0 0 0,-1 0-1 0 0,0 1 1 0 0,1-1 0 0 0,-1 1 0 0 0,0 0-1 0 0,0 0 1 0 0,2 2 0 0 0,0 0-26 0 0,-1 1 1 0 0,0 0-1 0 0,0 0 0 0 0,-1 0 1 0 0,1 0-1 0 0,-1 0 1 0 0,0 1-1 0 0,-1-1 0 0 0,3 11 1 0 0,-1 6-292 0 0,-1 0 0 0 0,-1 1 1 0 0,-1-1-1 0 0,-4 28 1 0 0,2-33-15 0 0,-1 0 0 0 0,0 0 0 0 0,-7 17 1 0 0,11-36 428 0 0,0-4-13 0 0,0 0 1 0 0,1 0-1 0 0,0 1 0 0 0,0-1 0 0 0,0 0 1 0 0,1 1-1 0 0,0 0 0 0 0,0-1 1 0 0,0 1-1 0 0,1 0 0 0 0,0 1 0 0 0,0-1 1 0 0,0 1-1 0 0,0-1 0 0 0,1 1 1 0 0,-1 0-1 0 0,1 1 0 0 0,0-1 1 0 0,0 1-1 0 0,0 0 0 0 0,8-3 0 0 0,18-2-250 0 0,-26 7-676 0 0,0 0 1 0 0,-1-1-1 0 0,1 1 0 0 0,0-1 0 0 0,0 0 0 0 0,7-4 1 0 0,-11 5 618 0 0,0 0 0 0 0,0 0 1 0 0,0 0-1 0 0,0 0 1 0 0,0-1-1 0 0,0 1 1 0 0,0 0-1 0 0,0-1 0 0 0,0 1 1 0 0,-1 0-1 0 0,1-1 1 0 0,-1 1-1 0 0,1-1 1 0 0,-1 1-1 0 0,1 0 0 0 0,-1-1 1 0 0,0 0-1 0 0,0 1 1 0 0,0-1-1 0 0,0 1 1 0 0,0-1-1 0 0,0 1 0 0 0,0-1 1 0 0,0 1-1 0 0,0-1 1 0 0,-1-1-1 0 0,0-9-1278 0 0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56:31.661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0 1680 0 0,'5'24'3285'0'0,"73"132"3309"0"0,-28-85-6411 0 0,-38-56-1469 0 0,1-1 0 0 0,22 19 0 0 0,-75-69-4145 0 0,17 15 5595 0 0,1-2 0 0 0,-32-43 0 0 0,53 65-46 0 0,1 0 0 0 0,-1 0 1 0 0,1-1-1 0 0,-1 1 0 0 0,1 0 1 0 0,-1 0-1 0 0,1 0 0 0 0,0 0 0 0 0,0-1 1 0 0,-1 1-1 0 0,1 0 0 0 0,0 0 1 0 0,0-1-1 0 0,0 1 0 0 0,1 0 1 0 0,-1 0-1 0 0,0 0 0 0 0,0-1 1 0 0,0 1-1 0 0,1 0 0 0 0,-1 0 1 0 0,1 0-1 0 0,-1 0 0 0 0,1 0 0 0 0,-1-1 1 0 0,1 1-1 0 0,0 0 0 0 0,0 0 1 0 0,-1 1-1 0 0,1-1 0 0 0,0 0 1 0 0,0 0-1 0 0,0 0 0 0 0,0 0 1 0 0,0 1-1 0 0,1-2 0 0 0,50-27 846 0 0,-26 16-1047 0 0,-15 5-178 0 0,-8 5-143 0 0,1 1 0 0 0,-1-1 0 0 0,1 1 0 0 0,0-1 0 0 0,0 1 0 0 0,0 0-1 0 0,0 0 1 0 0,0 1 0 0 0,0-1 0 0 0,7 0 0 0 0,-1 5-2045 0 0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56:32.017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31 474 3265 0 0,'5'12'1140'0'0,"-2"-3"-252"0"0,1 1 1 0 0,1-1-1 0 0,-1 0 1 0 0,2 0-1 0 0,-1 0 1 0 0,8 9 0 0 0,-11-17-769 0 0,-1 0 0 0 0,0 0 1 0 0,0 1-1 0 0,1-1 0 0 0,-1 0 1 0 0,1 0-1 0 0,-1 0 0 0 0,1-1 1 0 0,0 1-1 0 0,-1 0 1 0 0,1-1-1 0 0,0 1 0 0 0,-1-1 1 0 0,1 1-1 0 0,0-1 0 0 0,-1 0 1 0 0,4 1-1 0 0,-2-2-50 0 0,-1 1 0 0 0,1-1-1 0 0,-1 0 1 0 0,1 0 0 0 0,-1 0 0 0 0,1 0-1 0 0,-1 0 1 0 0,0 0 0 0 0,1-1 0 0 0,-1 1-1 0 0,0-1 1 0 0,0 1 0 0 0,0-1-1 0 0,0 0 1 0 0,2-3 0 0 0,3-3 41 0 0,-1 0 1 0 0,0 0-1 0 0,-1-1 1 0 0,0 0-1 0 0,0 0 1 0 0,-1 0-1 0 0,6-16 1 0 0,-9 20-78 0 0,1 1 1 0 0,-1-1-1 0 0,0 1 0 0 0,0 0 0 0 0,0-1 1 0 0,-1 0-1 0 0,1 1 0 0 0,-1-1 1 0 0,0 1-1 0 0,-1-1 0 0 0,1 0 0 0 0,-1 1 1 0 0,0-1-1 0 0,0 1 0 0 0,0 0 1 0 0,-1-1-1 0 0,1 1 0 0 0,-1 0 0 0 0,-2-5 1 0 0,2 7-14 0 0,-1 1 0 0 0,1-1 1 0 0,0 0-1 0 0,0 1 1 0 0,-1-1-1 0 0,1 1 1 0 0,-1-1-1 0 0,1 1 0 0 0,-1 0 1 0 0,0 0-1 0 0,1 0 1 0 0,-1 1-1 0 0,0-1 1 0 0,0 1-1 0 0,1-1 0 0 0,-1 1 1 0 0,0 0-1 0 0,0 0 1 0 0,0 0-1 0 0,1 1 1 0 0,-1-1-1 0 0,0 1 0 0 0,0-1 1 0 0,0 1-1 0 0,-3 1 1 0 0,-2 1-104 0 0,1-1 1 0 0,0 1-1 0 0,0 0 1 0 0,0 1-1 0 0,0-1 1 0 0,0 1 0 0 0,1 1-1 0 0,-8 5 1 0 0,9-4-273 0 0,0 0 0 0 0,1 0-1 0 0,-1 1 1 0 0,1-1 0 0 0,0 1 0 0 0,1 0 0 0 0,-6 14 0 0 0,8-18 69 0 0,0-1-1 0 0,0 1 0 0 0,0-1 1 0 0,1 1-1 0 0,-1-1 0 0 0,0 1 1 0 0,1 0-1 0 0,0-1 0 0 0,0 1 1 0 0,0 0-1 0 0,0-1 0 0 0,0 1 1 0 0,0 0-1 0 0,1-1 0 0 0,-1 1 1 0 0,1-1-1 0 0,-1 1 1 0 0,1 0-1 0 0,0-1 0 0 0,0 0 1 0 0,1 1-1 0 0,-1-1 0 0 0,0 0 1 0 0,1 1-1 0 0,-1-1 0 0 0,3 3 1 0 0,-2-4 80 0 0,-2-1 168 0 0,0 0 0 0 0,0 0-1 0 0,0 0 1 0 0,0 0 0 0 0,0 0 0 0 0,1 1-1 0 0,-1-1 1 0 0,0 0 0 0 0,0 0 0 0 0,0 0-1 0 0,0 0 1 0 0,1 0 0 0 0,-1 0 0 0 0,0 0-1 0 0,0 0 1 0 0,0 0 0 0 0,0 1 0 0 0,1-1-1 0 0,-1 0 1 0 0,0 0 0 0 0,0 0-1 0 0,0 0 1 0 0,1 0 0 0 0,-1 0 0 0 0,0 0-1 0 0,0 0 1 0 0,0 0 0 0 0,0 0 0 0 0,1-1-1 0 0,-1 1 1 0 0,0 0 0 0 0,0 0 0 0 0,0 0-1 0 0,0 0 1 0 0,1 0 0 0 0,-1 0 0 0 0,0 0-1 0 0,0 0 1 0 0,0 0 0 0 0,0-1 0 0 0,1 1-1 0 0,-1 0 1 0 0,0 0 0 0 0,0 0 0 0 0,0 0-1 0 0,0 0 1 0 0,0-1 0 0 0,0 1 0 0 0,0 0-1 0 0,0 0 1 0 0,0 0 0 0 0,1-1 0 0 0,8-6-1844 0 0</inkml:trace>
  <inkml:trace contextRef="#ctx0" brushRef="#br0" timeOffset="1">141 1 4577 0 0,'-4'6'1090'0'0,"1"0"1"0"0,0 0-1 0 0,0 0 1 0 0,0 1-1 0 0,-2 11 1 0 0,-4 40 2062 0 0,11 58-1476 0 0,-1-100-1417 0 0,-1-8-382 0 0,7 62 142 0 0,-6-66-459 0 0,-1 0 1 0 0,1-1-1 0 0,0 1 1 0 0,1 0-1 0 0,-1 0 1 0 0,0 0-1 0 0,1-1 1 0 0,0 1-1 0 0,0-1 1 0 0,0 0-1 0 0,0 1 1 0 0,1-1-1 0 0,-1 0 1 0 0,5 4-1 0 0,-7-7 321 0 0,1 0 0 0 0,-1 1 1 0 0,0-1-1 0 0,1 0 0 0 0,-1 0 0 0 0,1 0 0 0 0,-1 0 1 0 0,1 1-1 0 0,-1-1 0 0 0,0 0 0 0 0,1 0 0 0 0,-1 0 1 0 0,1 0-1 0 0,-1 0 0 0 0,1 0 0 0 0,-1 0 0 0 0,1 0 1 0 0,-1 0-1 0 0,0 0 0 0 0,1 0 0 0 0,-1 0 0 0 0,1 0 1 0 0,-1-1-1 0 0,1 1 0 0 0,-1 0 0 0 0,0 0 0 0 0,1 0 1 0 0,-1-1-1 0 0,1 1 0 0 0,-1 0 0 0 0,0 0 0 0 0,1-1 1 0 0,-1 1-1 0 0,0 0 0 0 0,1-1 0 0 0,-1 1 0 0 0,0 0 1 0 0,0-1-1 0 0,1 1 0 0 0,-1 0 0 0 0,0-1 0 0 0,0 1 1 0 0,0-1-1 0 0,1 1 0 0 0,-1-1 0 0 0,0 1 0 0 0,0 0 1 0 0,0-1-1 0 0,0 1 0 0 0,0-1 0 0 0,0 1 0 0 0,0-1 1 0 0,2-5-600 0 0,5 3-997 0 0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56:32.385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10 299 1544 0 0,'-1'0'199'0'0,"0"-1"0"0"0,1 0 0 0 0,-1 1 0 0 0,0-1 1 0 0,1 0-1 0 0,-1 1 0 0 0,1-1 0 0 0,-1 0 0 0 0,1 1 0 0 0,-1-1 0 0 0,1 0 0 0 0,0 0 0 0 0,-1 0 0 0 0,1 0 0 0 0,0 1 0 0 0,-1-1 0 0 0,1 0 0 0 0,0 0 0 0 0,0 0 0 0 0,0 0 0 0 0,0 0 0 0 0,0 0 0 0 0,0-1 0 0 0,19 1 3647 0 0,2 3-3445 0 0,-4-2-216 0 0,0-2 1 0 0,0 0 0 0 0,23-6 0 0 0,-32 6-634 0 0,-1 0 0 0 0,1-1 0 0 0,0 0 0 0 0,0 0 0 0 0,-1 0 0 0 0,0-1 0 0 0,0 0 0 0 0,0-1 0 0 0,7-5 0 0 0,0-14-2796 0 0,-12 10 665 0 0</inkml:trace>
  <inkml:trace contextRef="#ctx0" brushRef="#br0" timeOffset="1">141 1 3265 0 0,'1'9'1064'0'0,"4"7"128"0"0,1 7-64 0 0,2 0-87 0 0,1-2-201 0 0,-2-1-280 0 0,1 0-184 0 0,1-2-200 0 0,2 1-136 0 0,-2-4-208 0 0,2 2-368 0 0,-4-5-464 0 0,1 0-473 0 0,-2-1-175 0 0,-3-4 344 0 0,0 2-1361 0 0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56:32.726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0 130 2465 0 0,'62'-74'4103'0'0,"-55"67"-3844"0"0,-1 1 0 0 0,1 0-1 0 0,-1 1 1 0 0,2 0 0 0 0,-1 0 0 0 0,1 0 0 0 0,-1 1 0 0 0,16-6 0 0 0,-22 9-224 0 0,0 1 1 0 0,1-1 0 0 0,-1 1-1 0 0,0 0 1 0 0,0 0-1 0 0,0-1 1 0 0,0 1 0 0 0,0 0-1 0 0,1 0 1 0 0,-1 0-1 0 0,0 0 1 0 0,0 1-1 0 0,0-1 1 0 0,0 0 0 0 0,1 0-1 0 0,-1 1 1 0 0,0-1-1 0 0,0 0 1 0 0,0 1 0 0 0,0-1-1 0 0,0 1 1 0 0,0 0-1 0 0,0-1 1 0 0,0 1-1 0 0,0 0 1 0 0,1 1 0 0 0,-1 0 57 0 0,1 0 1 0 0,-1 1-1 0 0,1-1 1 0 0,-1 1-1 0 0,0-1 0 0 0,0 1 1 0 0,0 0-1 0 0,-1-1 1 0 0,1 1-1 0 0,-1 0 1 0 0,1 2-1 0 0,0 8 376 0 0,-1 0-1 0 0,0 1 0 0 0,-4 21 0 0 0,-5 13 477 0 0,5-35-802 0 0,1 1 0 0 0,1-1-1 0 0,0 1 1 0 0,1 0 0 0 0,0 0 0 0 0,2 24 0 0 0,-1-37-139 0 0,0-1 0 0 0,0 1 0 0 0,1 0 0 0 0,-1 0 0 0 0,0 0 0 0 0,0 0 0 0 0,0-1 0 0 0,1 1 0 0 0,-1 0 0 0 0,0 0 0 0 0,1-1 0 0 0,-1 1 0 0 0,1 0 0 0 0,-1 0 0 0 0,1-1 0 0 0,-1 1 0 0 0,1-1 0 0 0,-1 1 0 0 0,1 0 0 0 0,0-1 0 0 0,-1 1 0 0 0,1-1 0 0 0,0 1 0 0 0,-1-1 0 0 0,1 0 0 0 0,0 1 0 0 0,0-1 0 0 0,-1 0 0 0 0,1 1 0 0 0,2-1 0 0 0,-1 0 3 0 0,-1 0-1 0 0,1-1 0 0 0,0 1 0 0 0,0-1 0 0 0,0 1 1 0 0,0-1-1 0 0,0 0 0 0 0,0 0 0 0 0,-1 0 0 0 0,1 0 1 0 0,0 0-1 0 0,2-2 0 0 0,40-41 101 0 0,-30 24-807 0 0,-1 0 1 0 0,16-32 0 0 0,-18 29-2346 0 0,-1-1 1 0 0,8-29-1 0 0,-14 38 279 0 0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56:33.119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 97 2961 0 0,'-1'-3'380'0'0,"1"1"0"0"0,0 0-1 0 0,-1-1 1 0 0,1 1 0 0 0,0-1 0 0 0,1 1 0 0 0,-1 0 0 0 0,0-1 0 0 0,1 1 0 0 0,-1 0 0 0 0,1-1 0 0 0,0 1 0 0 0,0 0 0 0 0,0-1 0 0 0,0 1 0 0 0,0 0 0 0 0,2-3 0 0 0,1 0 100 0 0,-1 1 0 0 0,0-1 0 0 0,1 1 0 0 0,0 0 1 0 0,0 1-1 0 0,0-1 0 0 0,0 0 0 0 0,7-3 0 0 0,-9 6-321 0 0,0-1 0 0 0,1 1 0 0 0,-1 0 1 0 0,1 0-1 0 0,-1 0 0 0 0,1 0 0 0 0,-1 0 0 0 0,1 0 0 0 0,0 1 0 0 0,-1-1 0 0 0,1 1 0 0 0,0 0 0 0 0,-1 0 0 0 0,1 0 0 0 0,0 0 0 0 0,3 1 0 0 0,-4 0-80 0 0,0 0 0 0 0,-1-1 1 0 0,1 1-1 0 0,0 1 0 0 0,0-1 1 0 0,-1 0-1 0 0,1 0 0 0 0,-1 1 1 0 0,1-1-1 0 0,-1 1 0 0 0,1-1 1 0 0,-1 1-1 0 0,0-1 0 0 0,0 1 1 0 0,0 0-1 0 0,0 0 0 0 0,0 0 1 0 0,0-1-1 0 0,0 1 0 0 0,-1 0 1 0 0,1 0-1 0 0,-1 0 0 0 0,1 0 1 0 0,-1 4-1 0 0,4 21 174 0 0,-1 1 1 0 0,-1 32-1 0 0,-9 14-3035 0 0,5-139 434 0 0,2 57 2508 0 0,2-1 0 0 0,-1 1 0 0 0,1 0 0 0 0,1-1 1 0 0,0 1-1 0 0,0 0 0 0 0,0 0 0 0 0,1 1 0 0 0,0-1 1 0 0,0 1-1 0 0,1 0 0 0 0,0 0 0 0 0,1 0 0 0 0,-1 1 0 0 0,1-1 1 0 0,0 1-1 0 0,1 1 0 0 0,11-9 0 0 0,-16 13-306 0 0,-1 1-1 0 0,1-1 1 0 0,-1 1 0 0 0,1-1-1 0 0,-1 1 1 0 0,1-1 0 0 0,-1 1-1 0 0,1 0 1 0 0,0 0 0 0 0,-1 0-1 0 0,1 0 1 0 0,-1 0 0 0 0,3 1-1 0 0,-2-1-185 0 0,-1 0-1 0 0,1 1 0 0 0,-1 0 0 0 0,1-1 0 0 0,-1 1 0 0 0,1 0 0 0 0,-1 0 0 0 0,1-1 0 0 0,-1 1 0 0 0,0 0 0 0 0,0 0 0 0 0,1 1 0 0 0,-1-1 0 0 0,0 0 0 0 0,0 0 0 0 0,0 1 0 0 0,0-1 0 0 0,-1 0 0 0 0,1 1 0 0 0,0-1 0 0 0,0 1 0 0 0,-1-1 0 0 0,1 1 1 0 0,-1-1-1 0 0,1 1 0 0 0,-1-1 0 0 0,0 1 0 0 0,0 0 0 0 0,1-1 0 0 0,-1 1 0 0 0,0-1 0 0 0,-1 3 0 0 0,1-3 280 0 0,0-1 0 0 0,0 1 0 0 0,0 0 0 0 0,0-1-1 0 0,0 1 1 0 0,-1-1 0 0 0,1 1 0 0 0,0-1 0 0 0,0 1 0 0 0,-1-1 0 0 0,1 1 0 0 0,0-1 0 0 0,-1 1 0 0 0,1-1-1 0 0,0 1 1 0 0,-1-1 0 0 0,1 1 0 0 0,0-1 0 0 0,-1 0 0 0 0,1 1 0 0 0,-1-1 0 0 0,1 0 0 0 0,-1 1 0 0 0,1-1 0 0 0,-1 0-1 0 0,1 0 1 0 0,-1 0 0 0 0,0 1 0 0 0,1-1 0 0 0,-1 0 0 0 0,1 0 0 0 0,-2 0 0 0 0,-6 3-677 0 0,-1 11-857 0 0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56:33.487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5 145 2256 0 0,'0'0'189'0'0,"0"0"-1"0"0,-1 1 0 0 0,1-1 0 0 0,0 0 0 0 0,-1 1 0 0 0,1-1 0 0 0,0 0 0 0 0,-1 1 0 0 0,1-1 1 0 0,0 0-1 0 0,0 1 0 0 0,-1-1 0 0 0,1 1 0 0 0,0-1 0 0 0,0 1 0 0 0,0-1 0 0 0,0 0 0 0 0,0 1 0 0 0,0-1 1 0 0,0 1-1 0 0,0-1 0 0 0,0 1 0 0 0,0-1 0 0 0,0 1 0 0 0,0-1 0 0 0,0 1 0 0 0,0-1 0 0 0,0 1 1 0 0,0-1-1 0 0,0 0 0 0 0,0 1 0 0 0,1-1 0 0 0,-1 1 0 0 0,0-1 0 0 0,0 0 0 0 0,1 1 0 0 0,16-9 2928 0 0,20-24-446 0 0,0-8-820 0 0,-22 23-1501 0 0,-1 1 0 0 0,28-22 1 0 0,-41 38-346 0 0,0-1 1 0 0,-1 0 0 0 0,1 0-1 0 0,0 1 1 0 0,0-1-1 0 0,0 1 1 0 0,0-1 0 0 0,-1 1-1 0 0,1-1 1 0 0,0 1 0 0 0,0-1-1 0 0,0 1 1 0 0,0 0-1 0 0,0 0 1 0 0,0-1 0 0 0,0 1-1 0 0,0 0 1 0 0,0 0-1 0 0,0 0 1 0 0,0 0 0 0 0,0 0-1 0 0,0 0 1 0 0,0 0-1 0 0,0 0 1 0 0,0 1 0 0 0,0-1-1 0 0,0 0 1 0 0,0 1-1 0 0,0-1 1 0 0,2 2 0 0 0,-2-1-10 0 0,1 1 0 0 0,-1 0-1 0 0,1 0 1 0 0,-1 0 0 0 0,0 0 0 0 0,0 0 0 0 0,0 0 0 0 0,0 0 0 0 0,-1 1 0 0 0,1-1 0 0 0,-1 0 0 0 0,1 0 0 0 0,-1 3 0 0 0,2 10-169 0 0,-1-1 0 0 0,-1 1 1 0 0,-1 16-1 0 0,1-29 144 0 0,-9 57-911 0 0,9-56 876 0 0,-1 0 0 0 0,0 0 0 0 0,0 0 0 0 0,0 0 1 0 0,-1 0-1 0 0,1 0 0 0 0,-1 0 0 0 0,1 0 0 0 0,-1 0 0 0 0,0-1 1 0 0,0 1-1 0 0,0-1 0 0 0,-1 1 0 0 0,1-1 0 0 0,-4 3 1 0 0,3-7-520 0 0,6-10 383 0 0,7-10 153 0 0,-2 7 102 0 0,2-2 226 0 0,0 0-1 0 0,1 1 0 0 0,1 0 1 0 0,1 1-1 0 0,24-25 0 0 0,-37 40-262 0 0,1 0 0 0 0,-1 0 0 0 0,1 0 0 0 0,-1 0 0 0 0,1 0 0 0 0,-1 0 0 0 0,1 1 0 0 0,-1-1 0 0 0,0 0 0 0 0,1 0 0 0 0,-1 0 0 0 0,1 0 0 0 0,-1 0 0 0 0,1 1 0 0 0,-1-1 0 0 0,0 0 0 0 0,1 0 0 0 0,-1 0 0 0 0,0 1 0 0 0,1-1 0 0 0,-1 0 0 0 0,0 1 0 0 0,1-1 0 0 0,-1 0 0 0 0,0 1 0 0 0,0-1 0 0 0,1 1 0 0 0,-1-1 0 0 0,0 0 0 0 0,0 1 0 0 0,0-1 0 0 0,0 1 0 0 0,1-1 0 0 0,-1 0 0 0 0,0 1 0 0 0,0-1 0 0 0,0 1 0 0 0,0-1 0 0 0,0 1 0 0 0,0-1 1 0 0,0 1-1 0 0,0-1 0 0 0,0 1 0 0 0,4 28 216 0 0,-3-26-197 0 0,3 63 115 0 0,-4-48-151 0 0,1-1 0 0 0,0 1 0 0 0,2-1 1 0 0,0 1-1 0 0,6 19 0 0 0,-9-37-1 0 0,0 0 0 0 0,0 0 1 0 0,1 1-1 0 0,-1-1 0 0 0,0 0 1 0 0,0 0-1 0 0,0 0 0 0 0,0 1 0 0 0,0-1 1 0 0,0 0-1 0 0,0 0 0 0 0,0 0 1 0 0,1 0-1 0 0,-1 0 0 0 0,0 1 1 0 0,0-1-1 0 0,0 0 0 0 0,0 0 0 0 0,1 0 1 0 0,-1 0-1 0 0,0 0 0 0 0,0 0 1 0 0,0 0-1 0 0,0 1 0 0 0,1-1 1 0 0,-1 0-1 0 0,0 0 0 0 0,0 0 0 0 0,0 0 1 0 0,1 0-1 0 0,-1 0 0 0 0,0 0 1 0 0,0 0-1 0 0,0 0 0 0 0,1 0 1 0 0,-1 0-1 0 0,0 0 0 0 0,0 0 1 0 0,0 0-1 0 0,1 0 0 0 0,-1-1 0 0 0,0 1 1 0 0,0 0-1 0 0,0 0 0 0 0,1 0 1 0 0,-1 0-1 0 0,0 0 0 0 0,0-1 1 0 0,12-11 130 0 0,6-19 303 0 0,-18 29-402 0 0,50-105 1594 0 0,-17 31-2760 0 0,-8 27-4791 0 0,-22 43 1474 0 0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56:41.278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45 273 4153 0 0,'-5'2'890'0'0,"1"1"0"0"0,0 1 0 0 0,0-1 0 0 0,1 1 0 0 0,-1-1 0 0 0,1 1 0 0 0,0 0 0 0 0,0 0 0 0 0,0 0 0 0 0,0 1 0 0 0,-2 5 0 0 0,9-7 856 0 0,9-5-1168 0 0,11-7-269 0 0,27-20-71 0 0,-2-2 0 0 0,63-52 0 0 0,45-29-1394 0 0,-137 99 508 0 0,39-21-2182 0 0,-20 23-2574 0 0,-34 10 2695 0 0,-11 1 843 0 0,1 10-821 0 0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56:41.647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0 4537 0 0,'32'211'9883'0'0,"38"102"-6859"0"0,-43-236-4347 0 0,-6-28-3053 0 0,-6-16-2260 0 0,-14-29 4898 0 0,-2-1-729 0 0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56:41.998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0 759 4425 0 0,'8'-5'4528'0'0,"12"-8"-2237"0"0,18-17-645 0 0,54-55 0 0 0,-62 55-2954 0 0,1 2-1 0 0,61-45 0 0 0,21 5-5890 0 0,-89 54 4732 0 0</inkml:trace>
  <inkml:trace contextRef="#ctx0" brushRef="#br0" timeOffset="1">590 0 5193 0 0,'-2'3'552'0'0,"1"0"0"0"0,0-1 0 0 0,0 1 0 0 0,0 0 0 0 0,0 0 0 0 0,1 0 0 0 0,-1 0 0 0 0,1 0 0 0 0,-1 0 0 0 0,1 4 0 0 0,6 58 3374 0 0,-3-46-3028 0 0,-2-11-654 0 0,63 451 4065 0 0,-56-419-5287 0 0,15 44 1 0 0,-8-45-2970 0 0,3-3-4006 0 0,-16-33 5335 0 0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56:42.361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1 396 5297 0 0,'0'-2'610'0'0,"0"-1"-1"0"0,1 1 1 0 0,-1-1 0 0 0,1 1-1 0 0,0-1 1 0 0,0 1 0 0 0,0-1-1 0 0,0 1 1 0 0,0 0 0 0 0,1 0-1 0 0,1-4 1 0 0,38-38 3061 0 0,-31 34-3251 0 0,179-158 1112 0 0,-53 67-3323 0 0,-131 97 1430 0 0,40-24-3045 0 0,-14 20-2639 0 0,-31 8 5987 0 0,0 0 0 0 0,0 0 0 0 0,0 0 0 0 0,0 0 0 0 0,0 0 0 0 0,0 0 0 0 0,0 1 0 0 0,0-1 0 0 0,0 0 0 0 0,0 0 0 0 0,0 0 0 0 0,0 0 0 0 0,0 0 0 0 0,0 0 0 0 0,0 0-1 0 0,0 0 1 0 0,0 0 0 0 0,0 1 0 0 0,0-1 0 0 0,0 0 0 0 0,0 0 0 0 0,0 0 0 0 0,0 0 0 0 0,0 0 0 0 0,0 0 0 0 0,0 0 0 0 0,0 0 0 0 0,0 0 0 0 0,0 0 0 0 0,0 1 0 0 0,1-1 0 0 0,-1 0-59 0 0,0 0 59 0 0,0 0 0 0 0,0 0 0 0 0,0 0 0 0 0,0 0 0 0 0,0 0 0 0 0,0 0 0 0 0,0 0 0 0 0,0 0 0 0 0,0 0 0 0 0,1 0 0 0 0,-1 0 0 0 0,0 0 0 0 0,0 0 0 0 0,0 0 0 0 0,0 0 0 0 0,0 0-1 0 0,0 0 1 0 0,0 0 0 0 0,0 0 0 0 0,0 0 0 0 0,1 0 0 0 0,-1 0 0 0 0,0 0 0 0 0,0 0-95 0 0,-3 7-2144 0 0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56:42.74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51 25 1216 0 0,'-4'3'394'0'0,"0"0"0"0"0,0 1 0 0 0,0-1-1 0 0,1 1 1 0 0,-1 0 0 0 0,1 0 0 0 0,0 0 0 0 0,0 0-1 0 0,0 1 1 0 0,1-1 0 0 0,0 1 0 0 0,0-1-1 0 0,0 1 1 0 0,0 0 0 0 0,1 0 0 0 0,-1 0 0 0 0,1 0-1 0 0,1 0 1 0 0,-1 0 0 0 0,1 10 0 0 0,-1 12 1554 0 0,2 0 1 0 0,8 47-1 0 0,-7-56-1416 0 0,7 36 491 0 0,2-1 0 0 0,2 0-1 0 0,37 93 1 0 0,43 45-3957 0 0,-81-171-18 0 0,-8-13-526 0 0,-9-20-5864 0 0</inkml:trace>
  <inkml:trace contextRef="#ctx0" brushRef="#br0" timeOffset="1">1 409 6329 0 0,'3'-3'7583'0'0,"5"-4"-3706"0"0,25-19-2752 0 0,-26 21-243 0 0,174-148 7 0 0,-85 69-3478 0 0,4 4-5093 0 0,-54 44 1912 0 0,-25 22 2350 0 0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56:43.139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165 66 4841 0 0,'-12'12'1244'0'0,"1"1"0"0"0,1 0-1 0 0,0 1 1 0 0,1 0 0 0 0,-11 21 0 0 0,10-12 91 0 0,0 1 0 0 0,-14 50 1 0 0,16-33-774 0 0,1-1 0 0 0,1 1 0 0 0,3 1 0 0 0,2 47 0 0 0,2-65-448 0 0,0 0 0 0 0,2-1 1 0 0,1 1-1 0 0,1-1 0 0 0,1 0 0 0 0,1 0 0 0 0,1 0 1 0 0,15 29-1 0 0,-20-45-104 0 0,0-1 1 0 0,1 0-1 0 0,0 0 1 0 0,0 0 0 0 0,1 0-1 0 0,-1-1 1 0 0,1 1-1 0 0,0-1 1 0 0,1-1-1 0 0,-1 1 1 0 0,1-1-1 0 0,0 0 1 0 0,0 0 0 0 0,0 0-1 0 0,0-1 1 0 0,1 0-1 0 0,0 0 1 0 0,-1-1-1 0 0,1 0 1 0 0,0 0 0 0 0,0 0-1 0 0,0-1 1 0 0,0 0-1 0 0,1-1 1 0 0,-1 1-1 0 0,0-2 1 0 0,0 1-1 0 0,0-1 1 0 0,0 0 0 0 0,1 0-1 0 0,12-4 1 0 0,-3-1 42 0 0,0-1 0 0 0,0-1 0 0 0,0 0 0 0 0,-1-1 0 0 0,-1-1 0 0 0,1 0 0 0 0,-2-1 0 0 0,1-1 0 0 0,-1 0 0 0 0,-1-1 0 0 0,-1-1 0 0 0,0 0 0 0 0,20-30 0 0 0,-21 27 29 0 0,0 0 0 0 0,-2-1 1 0 0,0-1-1 0 0,-1 1 0 0 0,-1-1 0 0 0,0 0 0 0 0,-2-1 0 0 0,0 0 0 0 0,-1 0 0 0 0,-1 0 0 0 0,-1 0 0 0 0,-1-31 0 0 0,-4 31 18 0 0,0 0 0 0 0,-1 1 0 0 0,-1 0 0 0 0,-1 0-1 0 0,-1 0 1 0 0,-1 1 0 0 0,0-1 0 0 0,-1 2 0 0 0,-1-1 0 0 0,-1 2-1 0 0,0-1 1 0 0,-15-15 0 0 0,13 17-82 0 0,0 1-1 0 0,0 0 1 0 0,-2 1 0 0 0,1 0-1 0 0,-2 1 1 0 0,1 1 0 0 0,-2 0-1 0 0,1 1 1 0 0,-1 1-1 0 0,-1 1 1 0 0,0 1 0 0 0,-27-9-1 0 0,33 14-238 0 0,1 0 0 0 0,0 1 0 0 0,-1 0 0 0 0,1 1 0 0 0,0 0 0 0 0,-1 0-1 0 0,1 2 1 0 0,-16 2 0 0 0,16-1-919 0 0,1 0-1 0 0,-1 1 0 0 0,1 0 1 0 0,-1 1-1 0 0,-9 6 1 0 0,17-10 531 0 0,1 0 0 0 0,-1 1 0 0 0,0-1 0 0 0,0 0 0 0 0,0-1 0 0 0,0 1 0 0 0,0 0 0 0 0,0-1 0 0 0,-5 1 0 0 0,-6 1-1870 0 0,-1 9-2309 0 0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58:12.375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1225 1014 2264 0 0,'1'1'217'0'0,"-1"1"0"0"0,0-1 0 0 0,0 1 0 0 0,0-1 0 0 0,0 1 0 0 0,0-1-1 0 0,0 1 1 0 0,0-1 0 0 0,0 1 0 0 0,0-1 0 0 0,-1 0 0 0 0,1 1 0 0 0,-1-1-1 0 0,1 1 1 0 0,-1-1 0 0 0,0 0 0 0 0,1 1 0 0 0,-1-1 0 0 0,0 0 0 0 0,0 0-1 0 0,0 1 1 0 0,0-1 0 0 0,0 0 0 0 0,0 0 0 0 0,0 0 0 0 0,0 0 0 0 0,0 0-1 0 0,-2 0 1 0 0,-45 31 2973 0 0,34-23-2110 0 0,-98 74 1603 0 0,77-55-2154 0 0,-2-1 1 0 0,0-2 0 0 0,-55 28 0 0 0,77-47-467 0 0,1 0-1 0 0,-1-1 1 0 0,0 0 0 0 0,0-2 0 0 0,-1 1 0 0 0,1-2-1 0 0,-1 0 1 0 0,1-1 0 0 0,-1-1 0 0 0,0 0 0 0 0,1-1-1 0 0,-1 0 1 0 0,-26-7 0 0 0,9-1-60 0 0,1-2-1 0 0,0-1 1 0 0,1-2-1 0 0,0-1 1 0 0,1-1-1 0 0,-34-25 1 0 0,10 2 8 0 0,3-2 0 0 0,-60-60 0 0 0,99 87-33 0 0,0 0 1 0 0,0 0-1 0 0,1-1 1 0 0,1 0-1 0 0,1-1 1 0 0,0 0 0 0 0,1 0-1 0 0,0-1 1 0 0,2 0-1 0 0,0 0 1 0 0,1-1-1 0 0,0 0 1 0 0,-2-31 0 0 0,5 21 0 0 0,1 0 0 0 0,1 0 0 0 0,2 0 1 0 0,1 0-1 0 0,1 1 0 0 0,2-1 0 0 0,0 1 1 0 0,15-38-1 0 0,-9 34 33 0 0,1-1 0 0 0,1 1 1 0 0,2 1-1 0 0,1 1 0 0 0,1 0 1 0 0,2 2-1 0 0,1 0 0 0 0,1 1 1 0 0,34-31-1 0 0,-35 38-2 0 0,2 2 0 0 0,0 0 1 0 0,1 2-1 0 0,1 0 0 0 0,0 2 1 0 0,1 0-1 0 0,0 2 0 0 0,1 1 1 0 0,0 1-1 0 0,1 2 0 0 0,42-7 1 0 0,-31 9 44 0 0,0 1 1 0 0,1 2-1 0 0,-1 2 1 0 0,1 1-1 0 0,-1 2 1 0 0,1 2 0 0 0,-2 2-1 0 0,1 1 1 0 0,53 19-1 0 0,-66-17 60 0 0,-1 1-1 0 0,0 1 1 0 0,-1 1-1 0 0,0 1 1 0 0,-1 1 0 0 0,-1 1-1 0 0,0 1 1 0 0,-1 1-1 0 0,-1 1 1 0 0,-1 0-1 0 0,-1 2 1 0 0,0 0-1 0 0,-2 1 1 0 0,19 33-1 0 0,-18-24-72 0 0,-1 0 1 0 0,-2 1-1 0 0,-1 1 0 0 0,-2 0 0 0 0,-1 1 0 0 0,-1 0 0 0 0,-3 0 0 0 0,0 1 0 0 0,-2-1 0 0 0,-2 1 0 0 0,-1 0 0 0 0,-2 1 0 0 0,-1-1 0 0 0,-11 55 0 0 0,11-76-297 0 0,-11 48-2019 0 0,-2-24-2128 0 0,15-37 4167 0 0,-1 0-1 0 0,1 0 1 0 0,0 0-1 0 0,-1 0 1 0 0,1-1-1 0 0,-1 1 1 0 0,0 0-1 0 0,1 0 1 0 0,-1-1-1 0 0,0 1 1 0 0,1 0-1 0 0,-1-1 1 0 0,0 1-1 0 0,0-1 1 0 0,1 1-1 0 0,-1-1 1 0 0,0 1-1 0 0,0-1 1 0 0,0 0-1 0 0,0 1 1 0 0,0-1-1 0 0,0 0 1 0 0,1 0-1 0 0,-1 1 1 0 0,0-1-1 0 0,0 0 1 0 0,0 0-1 0 0,0 0 1 0 0,-2 0-1 0 0,-2 0-774 0 0,-8 3-3675 0 0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58:28.195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58 19 3281 0 0,'0'-1'375'0'0,"-1"-1"-1"0"0,0 1 1 0 0,1 0 0 0 0,-1 0 0 0 0,0 0 0 0 0,0 0 0 0 0,0 0 0 0 0,0 0 0 0 0,0 0 0 0 0,0 0-1 0 0,0 0 1 0 0,0 1 0 0 0,0-1 0 0 0,0 0 0 0 0,0 1 0 0 0,-1-1 0 0 0,1 1 0 0 0,0-1 0 0 0,0 1-1 0 0,-1-1 1 0 0,1 1 0 0 0,0 0 0 0 0,-2 0 0 0 0,2 0-197 0 0,0 1 0 0 0,0-1 0 0 0,0 1 1 0 0,0 0-1 0 0,0 0 0 0 0,0-1 0 0 0,0 1 0 0 0,0 0 0 0 0,0 0 0 0 0,1 0 1 0 0,-1 0-1 0 0,0 0 0 0 0,1 0 0 0 0,-1 0 0 0 0,1 0 0 0 0,-1 1 0 0 0,1-1 1 0 0,-1 0-1 0 0,1 0 0 0 0,0 2 0 0 0,-4 12 26 0 0,2 0 0 0 0,0 0 0 0 0,0 17 0 0 0,1-23 71 0 0,-2 183-602 0 0,3-137-2281 0 0,-1-108-5017 0 0,-1 7 6526 0 0,2 0-1 0 0,8-58 0 0 0,-8 103 1222 0 0,0 0-1 0 0,0 0 0 0 0,0 0 0 0 0,0 0 0 0 0,0 0 0 0 0,0 0 1 0 0,0 0-1 0 0,0 0 0 0 0,0 0 0 0 0,1 1 0 0 0,-1-1 1 0 0,0 0-1 0 0,1 0 0 0 0,-1 0 0 0 0,0 0 0 0 0,1 0 0 0 0,-1 1 1 0 0,1-1-1 0 0,0 0 0 0 0,-1 0 0 0 0,1 1 0 0 0,-1-1 1 0 0,1 0-1 0 0,0 1 0 0 0,0-1 0 0 0,-1 1 0 0 0,1-1 0 0 0,0 1 1 0 0,0-1-1 0 0,0 1 0 0 0,0-1 0 0 0,-1 1 0 0 0,1 0 1 0 0,2-1-1 0 0,0 2 475 0 0,-1 0 1 0 0,1 1 0 0 0,0-1 0 0 0,-1 1-1 0 0,1-1 1 0 0,-1 1 0 0 0,1 0 0 0 0,-1 0-1 0 0,3 2 1 0 0,23 16 74 0 0,-17-16-664 0 0,1-1 1 0 0,0 0-1 0 0,0 0 1 0 0,0-1-1 0 0,0-1 1 0 0,0 0-1 0 0,22-1 0 0 0,25 1-6499 0 0,-46 4 2389 0 0,-10-1 1396 0 0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58:28.566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1 206 2513 0 0,'0'0'105'0'0,"1"0"0"0"0,-1-1 0 0 0,1 1 0 0 0,-1 0 1 0 0,1 0-1 0 0,-1 0 0 0 0,1 0 0 0 0,-1 0 0 0 0,1 0 1 0 0,-1 0-1 0 0,0 0 0 0 0,1 0 0 0 0,-1 0 0 0 0,1 0 1 0 0,-1 0-1 0 0,1 0 0 0 0,-1 1 0 0 0,1-1 0 0 0,-1 0 1 0 0,1 0-1 0 0,-1 0 0 0 0,0 1 0 0 0,1-1 0 0 0,-1 0 0 0 0,1 1 1 0 0,-1-1-1 0 0,0 0 0 0 0,1 1 0 0 0,-1-1 0 0 0,0 0 1 0 0,1 1-1 0 0,-1-1 0 0 0,0 1 0 0 0,0-1 0 0 0,1 0 1 0 0,-1 1-1 0 0,0-1 0 0 0,0 1 0 0 0,0-1 0 0 0,0 1 1 0 0,0-1-1 0 0,0 1 0 0 0,1-1 0 0 0,-1 1 0 0 0,0-1 1 0 0,0 1-1 0 0,0-1 0 0 0,-1 1 0 0 0,1-1 0 0 0,0 0 1 0 0,0 1-1 0 0,0-1 0 0 0,0 1 0 0 0,0-1 0 0 0,-1 1 1 0 0,1-1-1 0 0,0 1 0 0 0,0-1 0 0 0,0 0 0 0 0,-1 1 1 0 0,1-1-1 0 0,0 1 0 0 0,-1-1 0 0 0,1 0 0 0 0,0 1 1 0 0,-1-1-1 0 0,1 0 0 0 0,-1 1 0 0 0,38-13 1797 0 0,8-14-1458 0 0,-1-3 1 0 0,41-35-1 0 0,19-30-3539 0 0,-114 109 3557 0 0,0 0 0 0 0,1 1-1 0 0,1 0 1 0 0,1 1 0 0 0,-7 21-1 0 0,9-25-33 0 0,2 1 0 0 0,0 0 0 0 0,1 0-1 0 0,0 0 1 0 0,1 1 0 0 0,2 24 0 0 0,-1-32-650 0 0,0 0 1 0 0,1 0-1 0 0,0 0 1 0 0,0 0-1 0 0,1 0 1 0 0,0 0-1 0 0,0-1 1 0 0,1 1-1 0 0,0 0 1 0 0,0-1-1 0 0,0 0 1 0 0,1 0-1 0 0,0 0 1 0 0,0 0-1 0 0,8 8 1 0 0,-11-14 29 0 0,-1 1 1 0 0,0-1-1 0 0,1 1 1 0 0,0-1-1 0 0,-1 0 1 0 0,1 1-1 0 0,-1-1 1 0 0,1 0 0 0 0,-1 1-1 0 0,1-1 1 0 0,0 0-1 0 0,-1 0 1 0 0,1 0-1 0 0,0 1 1 0 0,-1-1-1 0 0,1 0 1 0 0,0 0-1 0 0,-1 0 1 0 0,1 0-1 0 0,0 0 1 0 0,-1 0-1 0 0,1 0 1 0 0,0-1-1 0 0,-1 1 1 0 0,1 0-1 0 0,0 0 1 0 0,-1 0-1 0 0,1-1 1 0 0,-1 1-1 0 0,1 0 1 0 0,0-1-1 0 0,-1 1 1 0 0,1 0-1 0 0,-1-1 1 0 0,1 1-1 0 0,-1-1 1 0 0,1 1-1 0 0,-1-1 1 0 0,1 1-1 0 0,-1-1 1 0 0,0 1-1 0 0,1-1 1 0 0,-1 1-1 0 0,0-1 1 0 0,1 0-1 0 0,5-8-2283 0 0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58:28.928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0 103 2945 0 0,'1'-2'470'0'0,"-1"0"1"0"0,0 0-1 0 0,1 1 1 0 0,-1-1 0 0 0,1 0-1 0 0,0 1 1 0 0,-1-1-1 0 0,1 0 1 0 0,0 1 0 0 0,0-1-1 0 0,0 1 1 0 0,2-3-1 0 0,23-21 1454 0 0,29-12-918 0 0,-52 34-905 0 0,1 1 1 0 0,-1 1-1 0 0,0-1 0 0 0,1 0 1 0 0,-1 1-1 0 0,1 0 1 0 0,0 0-1 0 0,-1 0 0 0 0,1 0 1 0 0,0 0-1 0 0,0 1 1 0 0,0-1-1 0 0,-1 1 0 0 0,1 0 1 0 0,7 1-1 0 0,-9 0 9 0 0,0 1 1 0 0,0-1-1 0 0,0 0 0 0 0,0 0 0 0 0,0 1 1 0 0,0-1-1 0 0,-1 1 0 0 0,1 0 0 0 0,0-1 0 0 0,-1 1 1 0 0,1 0-1 0 0,-1 0 0 0 0,0 0 0 0 0,0 0 1 0 0,0 0-1 0 0,0 0 0 0 0,0 0 0 0 0,0 1 0 0 0,0-1 1 0 0,0 0-1 0 0,-1 0 0 0 0,0 1 0 0 0,1-1 1 0 0,-1 0-1 0 0,0 1 0 0 0,0 3 0 0 0,0 18 231 0 0,-1-1-1 0 0,-1 0 0 0 0,-1 0 1 0 0,-1-1-1 0 0,-11 40 0 0 0,-8 40-2342 0 0,23-88-2682 0 0,5-23 549 0 0,6-24 98 0 0,-9 9 2126 0 0,4-1 248 0 0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58:29.265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5 0 2665 0 0,'-1'5'573'0'0,"0"-1"0"0"0,0 1 0 0 0,0-1 0 0 0,1 1 0 0 0,0 0 0 0 0,0-1-1 0 0,0 1 1 0 0,0-1 0 0 0,2 6 0 0 0,-1 1 391 0 0,-1 58 1915 0 0,-2-40-2677 0 0,2-1 1 0 0,1 1-1 0 0,2 0 0 0 0,0-1 1 0 0,2 1-1 0 0,10 32 1 0 0,-4-39-1845 0 0,-11-22 1481 0 0,0 1 1 0 0,1-1-1 0 0,-1 1 1 0 0,0-1-1 0 0,0 1 1 0 0,0-1-1 0 0,1 0 0 0 0,-1 1 1 0 0,0-1-1 0 0,1 1 1 0 0,-1-1-1 0 0,0 0 1 0 0,1 1-1 0 0,-1-1 1 0 0,1 0-1 0 0,-1 1 1 0 0,0-1-1 0 0,1 0 1 0 0,-1 1-1 0 0,1-1 0 0 0,-1 0 1 0 0,1 0-1 0 0,-1 0 1 0 0,1 0-1 0 0,-1 1 1 0 0,1-1-1 0 0,-1 0 1 0 0,1 0-1 0 0,-1 0 1 0 0,1 0-1 0 0,-1 0 1 0 0,1 0-1 0 0,-1 0 0 0 0,1 0 1 0 0,-1-1-1 0 0,1 1 1 0 0,-1 0-1 0 0,1 0 1 0 0,-1 0-1 0 0,1 0 1 0 0,0-1-1 0 0,0-11-2120 0 0,-2 8 1712 0 0,1-5-1322 0 0</inkml:trace>
  <inkml:trace contextRef="#ctx0" brushRef="#br0" timeOffset="1">54 197 3537 0 0,'3'-2'1232'0'0,"3"1"288"0"0,3-1 25 0 0,1 1-145 0 0,0-2-264 0 0,0 1-640 0 0,-1-1-184 0 0,1-1-152 0 0,0-1-152 0 0,-1 2-272 0 0,2-2-360 0 0,-2 2-504 0 0,0 0-488 0 0,-1 0-305 0 0,0 0 241 0 0,-1 3-1385 0 0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58:29.63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29 24 3465 0 0,'-6'14'817'0'0,"1"0"0"0"0,1 0 0 0 0,0 1 1 0 0,1-1-1 0 0,0 1 0 0 0,0 24 0 0 0,3-36-737 0 0,-1 0 0 0 0,1 1 0 0 0,0-1 0 0 0,0 0 0 0 0,1 0 0 0 0,-1 0 0 0 0,1 0 0 0 0,-1 1 1 0 0,1-1-1 0 0,0 0 0 0 0,0 0 0 0 0,0 0 0 0 0,1 0 0 0 0,-1-1 0 0 0,1 1 0 0 0,0 0 0 0 0,-1-1 0 0 0,1 1 0 0 0,0-1 0 0 0,1 1 0 0 0,-1-1 0 0 0,0 0 0 0 0,1 0 0 0 0,-1 0 0 0 0,1 0 0 0 0,-1 0 0 0 0,1-1 0 0 0,0 1 0 0 0,0-1 0 0 0,0 0 0 0 0,0 0 0 0 0,0 0 0 0 0,0 0 0 0 0,0 0 1 0 0,0-1-1 0 0,0 1 0 0 0,5-1 0 0 0,-3 0-19 0 0,1-1 1 0 0,-1 0 0 0 0,0 0 0 0 0,1-1 0 0 0,-1 0 0 0 0,0 1 0 0 0,0-2 0 0 0,0 1-1 0 0,0-1 1 0 0,0 1 0 0 0,-1-1 0 0 0,1 0 0 0 0,-1-1 0 0 0,1 1 0 0 0,-1-1 0 0 0,-1 0-1 0 0,1 0 1 0 0,0 0 0 0 0,-1-1 0 0 0,0 1 0 0 0,3-6 0 0 0,-2 4-22 0 0,0-1 0 0 0,0 1 0 0 0,-1-1 0 0 0,0 0 0 0 0,0 0 0 0 0,0 0 0 0 0,-1 0 0 0 0,0-1 0 0 0,-1 1 0 0 0,1 0 0 0 0,-1-1 0 0 0,-1 1 0 0 0,0-1 0 0 0,0 1 0 0 0,-1-8 0 0 0,1 12-31 0 0,-1 1 0 0 0,1 0-1 0 0,-1 0 1 0 0,0 0 0 0 0,0-1-1 0 0,0 1 1 0 0,0 0 0 0 0,0 0-1 0 0,0 0 1 0 0,0 1 0 0 0,-1-1-1 0 0,1 0 1 0 0,-1 0-1 0 0,0 1 1 0 0,1-1 0 0 0,-1 1-1 0 0,0-1 1 0 0,0 1 0 0 0,0 0-1 0 0,0 0 1 0 0,0 0 0 0 0,0 0-1 0 0,-2-1 1 0 0,-1 1 2 0 0,1 0 0 0 0,0 0 0 0 0,-1 1 0 0 0,1 0 0 0 0,0 0 0 0 0,-1 0 0 0 0,1 0 0 0 0,0 0 0 0 0,-1 1 0 0 0,1 0 0 0 0,-8 3 0 0 0,5-2-296 0 0,-1 1 0 0 0,1 0 0 0 0,0 1 0 0 0,0-1 0 0 0,0 2 0 0 0,-8 6 0 0 0,11-8-190 0 0,1-1 1 0 0,0 1-1 0 0,1 0 0 0 0,-1 0 0 0 0,0 0 1 0 0,1 0-1 0 0,0 0 0 0 0,-1 0 0 0 0,1 1 1 0 0,1-1-1 0 0,-1 1 0 0 0,-1 4 0 0 0,3-8 425 0 0,0-1-1 0 0,0 1 0 0 0,0 0 0 0 0,0 0 0 0 0,0 0 0 0 0,0 0 0 0 0,-1 0 1 0 0,1 0-1 0 0,0 0 0 0 0,0 0 0 0 0,0 0 0 0 0,0-1 0 0 0,0 1 0 0 0,0 0 1 0 0,0 0-1 0 0,0 0 0 0 0,0 0 0 0 0,-1 0 0 0 0,1 0 0 0 0,0 0 0 0 0,0 0 1 0 0,0 0-1 0 0,0 0 0 0 0,0 0 0 0 0,0 0 0 0 0,0 0 0 0 0,-1 0 0 0 0,1 0 1 0 0,0 0-1 0 0,0 0 0 0 0,0 0 0 0 0,0 0 0 0 0,0 0 0 0 0,0 0 0 0 0,0 0 1 0 0,-1 0-1 0 0,1 0 0 0 0,0 0 0 0 0,0 0 0 0 0,0 0 0 0 0,0 0 0 0 0,0 0 1 0 0,0 0-1 0 0,0 0 0 0 0,0 1 0 0 0,0-1 0 0 0,-1 0 0 0 0,1 0 0 0 0,0 0 1 0 0,0 0-1 0 0,0 0 0 0 0,0 0 0 0 0,0 0 0 0 0,0 0 0 0 0,0 0 0 0 0,0 1 1 0 0,0-1-1 0 0,0 0 0 0 0,0 0 0 0 0,0 0 0 0 0,0 0 0 0 0,0 0 0 0 0,0 0 1 0 0,0 0-1 0 0,0 1 0 0 0,0-1 0 0 0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58:30.014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105 0 5737 0 0,'-4'4'696'0'0,"1"-1"0"0"0,-1 1 0 0 0,1 0-1 0 0,0 0 1 0 0,0 0 0 0 0,0 1 0 0 0,0-1-1 0 0,1 0 1 0 0,0 1 0 0 0,0 0 0 0 0,-2 6 0 0 0,-14 63 1298 0 0,11-42-1561 0 0,-7 34-160 0 0,1 0-1597 0 0,1-23-3677 0 0,7-79-4170 0 0,7 25 8048 0 0</inkml:trace>
  <inkml:trace contextRef="#ctx0" brushRef="#br0" timeOffset="1">5 218 1344 0 0,'0'-1'339'0'0,"0"0"-1"0"0,0 0 1 0 0,1-1-1 0 0,-1 1 1 0 0,1 0-1 0 0,-1 0 1 0 0,1 0-1 0 0,-1 0 1 0 0,1 0-1 0 0,0 0 1 0 0,-1 0-1 0 0,1 1 1 0 0,0-1-1 0 0,0 0 1 0 0,0 0-1 0 0,0 0 1 0 0,0 1-1 0 0,0-1 1 0 0,0 1-1 0 0,0-1 1 0 0,0 0-1 0 0,0 1 1 0 0,0 0-1 0 0,0-1 1 0 0,0 1-1 0 0,0 0 1 0 0,0-1-1 0 0,0 1 1 0 0,1 0-1 0 0,1 0 1 0 0,47-3 3119 0 0,-28 2-3293 0 0,7-3-691 0 0,0-1-1 0 0,36-11 1 0 0,-52 12-1594 0 0,0-1 0 0 0,-1 0 0 0 0,25-14 0 0 0,-23 1-840 0 0,-9 9 1062 0 0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58:30.382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134 11 1832 0 0,'1'-10'3775'0'0,"2"10"-1065"0"0,7 23 342 0 0,8 36-638 0 0,-9-17-1572 0 0,6 50-1 0 0,-6-1-4351 0 0,-9-91 3375 0 0,1 1 1 0 0,-1-1-1 0 0,0 1 1 0 0,0-1-1 0 0,0 1 1 0 0,1-1-1 0 0,-1 1 1 0 0,0-1-1 0 0,0 1 1 0 0,0-1-1 0 0,0 1 1 0 0,0-1-1 0 0,0 1 1 0 0,0-1-1 0 0,0 1 1 0 0,0-1-1 0 0,0 1 1 0 0,0-1-1 0 0,-1 1 0 0 0,1-1 1 0 0,0 1-1 0 0,0-1 1 0 0,0 1-1 0 0,-1-1 1 0 0,1 1-1 0 0,0-1 1 0 0,0 1-1 0 0,-1-1 1 0 0,1 0-1 0 0,0 1 1 0 0,-1-1-1 0 0,1 0 1 0 0,-1 1-1 0 0,1-1 1 0 0,0 0-1 0 0,-1 1 1 0 0,1-1-1 0 0,-1 0 1 0 0,1 0-1 0 0,-1 1 1 0 0,1-1-1 0 0,-1 0 1 0 0,1 0-1 0 0,-1 0 1 0 0,1 0-1 0 0,-1 0 0 0 0,1 0 1 0 0,-1 0-1 0 0,1 0 1 0 0,-1 0-1 0 0,1 0 1 0 0,-1 0-1 0 0,1 0 1 0 0,-1 0-1 0 0,1 0 1 0 0,-1 0-1 0 0,1-1 1 0 0,-1 1-1 0 0,1 0 1 0 0,-1 0-1 0 0,1-1 1 0 0,-1 1-1 0 0,1 0 1 0 0,-1 0-1 0 0,1-1 1 0 0,0 1-1 0 0,-1-1 1 0 0,-6-1-2259 0 0</inkml:trace>
  <inkml:trace contextRef="#ctx0" brushRef="#br0" timeOffset="1">33 361 3873 0 0,'-5'9'1145'0'0,"1"0"1"0"0,-1 1-1 0 0,2-1 1 0 0,-1 1-1 0 0,1-1 1 0 0,1 1-1 0 0,-2 11 0 0 0,3-16-1028 0 0,0 0-1 0 0,1 1 1 0 0,0-1-1 0 0,0 0 0 0 0,0 0 1 0 0,1 0-1 0 0,-1 0 0 0 0,1 0 1 0 0,0 1-1 0 0,1-1 0 0 0,0-1 1 0 0,-1 1-1 0 0,1 0 0 0 0,1 0 1 0 0,4 7-1 0 0,-5-11-124 0 0,0 1 1 0 0,0-1-1 0 0,0 0 1 0 0,0 0-1 0 0,0 0 1 0 0,0 0-1 0 0,0 0 1 0 0,0-1-1 0 0,0 1 1 0 0,0-1-1 0 0,1 1 1 0 0,-1-1-1 0 0,0 0 1 0 0,0 0-1 0 0,1 0 0 0 0,-1 0 1 0 0,0 0-1 0 0,0 0 1 0 0,1-1-1 0 0,-1 1 1 0 0,0-1-1 0 0,0 0 1 0 0,0 1-1 0 0,3-3 1 0 0,55-22-35 0 0,-58 24 50 0 0,32-15 213 0 0,45-25-2365 0 0,-71 36 963 0 0,-1-1-1 0 0,1 1 0 0 0,-1-1 1 0 0,-1 0-1 0 0,1-1 1 0 0,-1 0-1 0 0,9-11 1 0 0,-5 4-1320 0 0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58:30.747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75 0 5577 0 0,'-1'0'407'0'0,"0"0"-1"0"0,1 1 0 0 0,-1-1 1 0 0,0 0-1 0 0,0 0 1 0 0,0 1-1 0 0,0-1 0 0 0,0 0 1 0 0,0 1-1 0 0,1-1 1 0 0,-1 1-1 0 0,0-1 0 0 0,0 1 1 0 0,0-1-1 0 0,1 1 0 0 0,-1 0 1 0 0,0-1-1 0 0,1 1 1 0 0,-1 0-1 0 0,1-1 0 0 0,-1 1 1 0 0,0 1-1 0 0,-9 27 2899 0 0,5 38-3390 0 0,5-56 742 0 0,0 35-652 0 0,-2 24-2205 0 0,-6-28-6412 0 0,8-41 8464 0 0,-1-1 1 0 0,1 1 0 0 0,-1-1 0 0 0,0 1-1 0 0,1-1 1 0 0,-1 1 0 0 0,0-1-1 0 0,1 0 1 0 0,-1 1 0 0 0,0-1-1 0 0,1 0 1 0 0,-1 0 0 0 0,0 1 0 0 0,0-1-1 0 0,0 0 1 0 0,1 0 0 0 0,-1 0-1 0 0,0 0 1 0 0,0 0 0 0 0,1 0-1 0 0,-1 0 1 0 0,0 0 0 0 0,0-1 0 0 0,0 1-1 0 0,1 0 1 0 0,-2-1 0 0 0,-1 1-592 0 0,-5 4-1843 0 0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58:31.08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1 165 1360 0 0,'0'-2'477'0'0,"1"0"-1"0"0,0 0 1 0 0,-1 0-1 0 0,1 1 1 0 0,0-1-1 0 0,0 0 1 0 0,0 0-1 0 0,0 1 1 0 0,1-1-1 0 0,-1 1 1 0 0,0-1-1 0 0,1 1 1 0 0,-1-1-1 0 0,1 1 1 0 0,2-1-1 0 0,33-26 2264 0 0,-20 16-1529 0 0,0-2-431 0 0,27-22 102 0 0,-41 35-858 0 0,-1-1 1 0 0,1 0-1 0 0,-1 1 1 0 0,1 0-1 0 0,-1-1 0 0 0,1 1 1 0 0,0 0-1 0 0,0 1 1 0 0,0-1-1 0 0,0 0 0 0 0,-1 1 1 0 0,1-1-1 0 0,0 1 0 0 0,0 0 1 0 0,3 0-1 0 0,-5 1-14 0 0,0 0 0 0 0,-1-1-1 0 0,1 1 1 0 0,-1 0-1 0 0,1 0 1 0 0,-1-1 0 0 0,1 1-1 0 0,-1 0 1 0 0,1 0 0 0 0,-1 0-1 0 0,0 0 1 0 0,1 0 0 0 0,-1-1-1 0 0,0 1 1 0 0,0 0 0 0 0,0 0-1 0 0,1 0 1 0 0,-1 0 0 0 0,0 0-1 0 0,0 0 1 0 0,-1 0 0 0 0,1 0-1 0 0,0 0 1 0 0,0 0 0 0 0,0 0-1 0 0,-1-1 1 0 0,1 1-1 0 0,-1 2 1 0 0,-7 27 97 0 0,-5 1-276 0 0,-2 1-1 0 0,0-2 1 0 0,-24 33 0 0 0,15-23-521 0 0,30-46 838 0 0,1 1 1 0 0,-1 0-1 0 0,1 0 1 0 0,0 1-1 0 0,0 0 1 0 0,1 0-1 0 0,-1 1 0 0 0,1 0 1 0 0,0 0-1 0 0,0 1 1 0 0,0 0-1 0 0,0 0 1 0 0,0 1-1 0 0,0 0 0 0 0,1 0 1 0 0,-1 1-1 0 0,0 0 1 0 0,1 0-1 0 0,15 4 1 0 0,-1 6-551 0 0,-11-4-1614 0 0,1-1-3958 0 0</inkml:trace>
  <inkml:trace contextRef="#ctx0" brushRef="#br0" timeOffset="1">223 185 5705 0 0,'10'-12'8492'0'0,"4"-5"-6392"0"0,23-27-2882 0 0,-4 11-1065 0 0,-19 20-1991 0 0,-1-1 0 0 0,23-29 0 0 0,-28 35 2172 0 0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58:31.528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5 0 1864 0 0,'-2'30'6924'0'0,"1"-24"-6256"0"0,0-1 0 0 0,1 1 0 0 0,-1-1 0 0 0,1 1 0 0 0,1 0 0 0 0,-1-1 0 0 0,3 10 0 0 0,34 101 1210 0 0,-7-40-8547 0 0,-30-76 6463 0 0,0 0 0 0 0,0 1 1 0 0,0-1-1 0 0,0 0 0 0 0,0 1 1 0 0,0-1-1 0 0,0 0 0 0 0,1 1 1 0 0,-1-1-1 0 0,0 0 0 0 0,0 1 1 0 0,0-1-1 0 0,-1 0 0 0 0,1 1 1 0 0,0-1-1 0 0,0 1 0 0 0,0-1 1 0 0,0 0-1 0 0,0 1 0 0 0,0-1 1 0 0,0 0-1 0 0,-1 1 0 0 0,1-1 1 0 0,0 0-1 0 0,0 0 0 0 0,0 1 1 0 0,-1-1-1 0 0,1 0 1 0 0,0 1-1 0 0,0-1 0 0 0,-1 0 1 0 0,1 0-1 0 0,-3 2-1772 0 0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58:31.907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89 13 2144 0 0,'-6'6'819'0'0,"0"0"0"0"0,1 1-1 0 0,0 0 1 0 0,0 0-1 0 0,0 1 1 0 0,1-1-1 0 0,0 1 1 0 0,1 0 0 0 0,-1 0-1 0 0,2 0 1 0 0,-5 16-1 0 0,7-20-716 0 0,0-1 0 0 0,-1 0 0 0 0,1 0-1 0 0,0 0 1 0 0,0 0 0 0 0,1 0-1 0 0,-1 0 1 0 0,1 1 0 0 0,-1-1 0 0 0,1 0-1 0 0,0 0 1 0 0,0 0 0 0 0,0-1 0 0 0,1 1-1 0 0,-1 0 1 0 0,1 0 0 0 0,0-1-1 0 0,-1 1 1 0 0,1-1 0 0 0,0 1 0 0 0,0-1-1 0 0,1 0 1 0 0,-1 0 0 0 0,0 0 0 0 0,1 0-1 0 0,0 0 1 0 0,-1 0 0 0 0,1-1 0 0 0,0 1-1 0 0,0-1 1 0 0,0 0 0 0 0,-1 0-1 0 0,1 0 1 0 0,1 0 0 0 0,-1 0 0 0 0,3 0-1 0 0,0-1-69 0 0,1 1-1 0 0,-1-1 1 0 0,0 0-1 0 0,1 0 0 0 0,-1-1 1 0 0,1 0-1 0 0,-1 0 0 0 0,0-1 1 0 0,0 1-1 0 0,1-1 1 0 0,-1-1-1 0 0,0 1 0 0 0,-1-1 1 0 0,1 0-1 0 0,0 0 0 0 0,-1-1 1 0 0,5-3-1 0 0,-4 2 3 0 0,0 1 0 0 0,0-1 0 0 0,-1 0 0 0 0,0 0-1 0 0,0 0 1 0 0,0-1 0 0 0,-1 0 0 0 0,0 1 0 0 0,0-2-1 0 0,0 1 1 0 0,-1 0 0 0 0,0-1 0 0 0,0 0 0 0 0,4-13 0 0 0,-7 18-12 0 0,0 0 0 0 0,1 0 1 0 0,-1 0-1 0 0,0-1 0 0 0,0 1 1 0 0,0 0-1 0 0,0-1 1 0 0,-1 1-1 0 0,1 0 0 0 0,0 0 1 0 0,-1 0-1 0 0,0-1 0 0 0,0 1 1 0 0,1 0-1 0 0,-1 0 1 0 0,0 0-1 0 0,-1 0 0 0 0,1 0 1 0 0,0 1-1 0 0,0-1 0 0 0,-4-3 1 0 0,2 3 6 0 0,0-1 0 0 0,0 1 0 0 0,-1 0 0 0 0,1 0 1 0 0,-1 0-1 0 0,0 1 0 0 0,1-1 0 0 0,-1 1 0 0 0,0 0 0 0 0,0 0 1 0 0,-6-1-1 0 0,-1 1-37 0 0,0 0 0 0 0,0 1 0 0 0,0 0 0 0 0,0 1-1 0 0,0 0 1 0 0,0 1 0 0 0,0 0 0 0 0,-11 4 0 0 0,-29 19-1635 0 0,21-3-3138 0 0,30-21 4623 0 0,-1-1 0 0 0,1 1 0 0 0,0-1 1 0 0,-1 0-1 0 0,1 1 0 0 0,0-1 0 0 0,-1 0 0 0 0,1 0 0 0 0,-1 1 0 0 0,1-1 0 0 0,0 0 0 0 0,-1 0 1 0 0,1 0-1 0 0,-1 0 0 0 0,1 1 0 0 0,-1-1 0 0 0,1 0 0 0 0,-1 0 0 0 0,1 0 0 0 0,-1 0 0 0 0,1 0 1 0 0,-1 0-1 0 0,1 0 0 0 0,-1 0 0 0 0,1 0 0 0 0,-1 0 0 0 0,1-1 0 0 0,0 1 0 0 0,-1 0 0 0 0,1 0 1 0 0,-1 0-1 0 0,1-1 0 0 0,-1 1 0 0 0,0 0 0 0 0,-3-3-1303 0 0,-1 7-1965 0 0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00:39.547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26 36 1008 0 0,'1'-36'7799'0'0,"-2"49"-7056"0"0,-12 81 617 0 0,0 159-1 0 0,13-251-1449 0 0,4 37-261 0 0,-4-38 181 0 0,0 1-1 0 0,0-1 1 0 0,0 0 0 0 0,0 0 0 0 0,0 0 0 0 0,0 1 0 0 0,1-1 0 0 0,-1 0 0 0 0,0 0 0 0 0,1 0 0 0 0,-1 0-1 0 0,1 0 1 0 0,0 0 0 0 0,-1 0 0 0 0,1 0 0 0 0,0 0 0 0 0,0 0 0 0 0,-1 0 0 0 0,1 0 0 0 0,0 0-1 0 0,0 0 1 0 0,0-1 0 0 0,0 1 0 0 0,0 0 0 0 0,0-1 0 0 0,2 2 0 0 0,-2-2 21 0 0,0-1 0 0 0,0 1 0 0 0,0 0 1 0 0,0-1-1 0 0,0 1 0 0 0,0-1 0 0 0,0 1 0 0 0,0-1 1 0 0,-1 0-1 0 0,1 1 0 0 0,0-1 0 0 0,0 0 0 0 0,-1 1 1 0 0,1-1-1 0 0,0 0 0 0 0,-1 0 0 0 0,1 0 0 0 0,-1 0 0 0 0,1 0 1 0 0,-1 0-1 0 0,1 1 0 0 0,-1-1 0 0 0,1 0 0 0 0,-1 0 1 0 0,0 0-1 0 0,0 0 0 0 0,1-2 0 0 0,3-32-583 0 0,-3 30 388 0 0,3-20-1104 0 0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00:39.941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0 2561 0 0,'4'2'459'0'0,"-1"0"0"0"0,0 0 0 0 0,0 0 0 0 0,0 0 1 0 0,0 1-1 0 0,0-1 0 0 0,-1 1 0 0 0,1 0 0 0 0,-1 0 1 0 0,1 0-1 0 0,-1 0 0 0 0,0 0 0 0 0,0 0 1 0 0,2 6-1 0 0,10 12 157 0 0,-4-12-947 0 0,0 0-1 0 0,1 0 1 0 0,23 14 0 0 0,22 17-5910 0 0,-47-31 4390 0 0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00:40.322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0 293 4001 0 0,'1'1'121'0'0,"-1"-1"1"0"0,0 1-1 0 0,0-1 1 0 0,0 1-1 0 0,0-1 0 0 0,0 1 1 0 0,1-1-1 0 0,-1 1 1 0 0,0-1-1 0 0,0 1 1 0 0,1-1-1 0 0,-1 1 1 0 0,0-1-1 0 0,1 0 0 0 0,-1 1 1 0 0,1-1-1 0 0,-1 1 1 0 0,0-1-1 0 0,1 0 1 0 0,-1 1-1 0 0,1-1 0 0 0,-1 0 1 0 0,1 0-1 0 0,-1 0 1 0 0,1 1-1 0 0,-1-1 1 0 0,1 0-1 0 0,-1 0 1 0 0,1 0-1 0 0,0 0 0 0 0,-1 0 1 0 0,1 0-1 0 0,-1 0 1 0 0,1 0-1 0 0,-1 0 1 0 0,1 0-1 0 0,-1 0 0 0 0,1 0 1 0 0,-1 0-1 0 0,1 0 1 0 0,-1-1-1 0 0,1 1 1 0 0,-1 0-1 0 0,1 0 1 0 0,-1 0-1 0 0,1-1 0 0 0,-1 1 1 0 0,1 0-1 0 0,-1-1 1 0 0,1 1-1 0 0,-1-1 1 0 0,0 1-1 0 0,1-1 0 0 0,29-18 1297 0 0,-29 19-1331 0 0,43-35 989 0 0,67-70 0 0 0,-72 66-3289 0 0,78-62 0 0 0,-124 117 2278 0 0,0 1 0 0 0,1-1 0 0 0,-5 23 0 0 0,5-15 823 0 0,1 0 0 0 0,1 0 0 0 0,-2 47 0 0 0,6-60-866 0 0,0 0 0 0 0,1-1 1 0 0,1 1-1 0 0,-1 0 0 0 0,2-1 0 0 0,-1 0 1 0 0,2 1-1 0 0,-1-1 0 0 0,1 0 1 0 0,1 0-1 0 0,8 13 0 0 0,-13-22-202 0 0,0 0 0 0 0,1 0-1 0 0,-1 0 1 0 0,1-1-1 0 0,-1 1 1 0 0,1 0 0 0 0,0 0-1 0 0,-1 0 1 0 0,1-1-1 0 0,0 1 1 0 0,0 0 0 0 0,-1 0-1 0 0,1-1 1 0 0,0 1-1 0 0,0-1 1 0 0,0 1 0 0 0,0-1-1 0 0,0 1 1 0 0,0-1-1 0 0,0 0 1 0 0,0 1 0 0 0,0-1-1 0 0,0 0 1 0 0,0 0-1 0 0,0 0 1 0 0,0 0 0 0 0,0 1-1 0 0,0-2 1 0 0,0 1-1 0 0,0 0 1 0 0,0 0 0 0 0,0 0-1 0 0,0 0 1 0 0,0 0-1 0 0,0-1 1 0 0,0 1 0 0 0,0-1-1 0 0,-1 1 1 0 0,1-1-1 0 0,0 1 1 0 0,1-1 0 0 0,14-5-2943 0 0,-3 7 994 0 0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00:40.701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1 247 3785 0 0,'5'-14'4465'0'0,"13"-11"-2519"0"0,-18 25-1944 0 0,15-20 823 0 0,1 1 1 0 0,27-23-1 0 0,-36 36-741 0 0,0 0 1 0 0,0 0 0 0 0,1 1-1 0 0,-1 0 1 0 0,1 0 0 0 0,0 1-1 0 0,1 0 1 0 0,-1 1 0 0 0,17-5-1 0 0,-24 7-56 0 0,0 1 0 0 0,1 0-1 0 0,-1 0 1 0 0,0 0 0 0 0,0 0 0 0 0,0 0-1 0 0,0 0 1 0 0,0 0 0 0 0,1 0 0 0 0,-1 0-1 0 0,0 1 1 0 0,0-1 0 0 0,0 0 0 0 0,0 1-1 0 0,0-1 1 0 0,0 1 0 0 0,0-1 0 0 0,0 1-1 0 0,0 0 1 0 0,0-1 0 0 0,0 1 0 0 0,0 0-1 0 0,-1-1 1 0 0,3 3 0 0 0,-2-1 43 0 0,1 1 0 0 0,-1 0 0 0 0,0-1 0 0 0,0 1 1 0 0,0 0-1 0 0,0 0 0 0 0,0-1 0 0 0,0 1 0 0 0,0 5 1 0 0,0 5 139 0 0,0 0 0 0 0,-2 0 0 0 0,-1 16 0 0 0,-3 7 126 0 0,-16 53-1 0 0,-4 21-1274 0 0,22-37-4238 0 0,5-65 2167 0 0,1-11 481 0 0,1-13 227 0 0,-4 15 2357 0 0,6-15-1995 0 0</inkml:trace>
  <inkml:trace contextRef="#ctx0" brushRef="#br0" timeOffset="1">385 1 3337 0 0,'0'70'5238'0'0,"-2"91"517"0"0,-1-120-5311 0 0,-1 5 19 0 0,2 52 0 0 0,2-84-922 0 0,2 0 0 0 0,0 0 0 0 0,0 0-1 0 0,8 20 1 0 0,-10-32 162 0 0,0-1 0 0 0,1 1 0 0 0,-1-1 0 0 0,1 1 0 0 0,0-1 0 0 0,-1 0 0 0 0,1 1 0 0 0,0-1 0 0 0,0 0 0 0 0,0 0 0 0 0,0 0 0 0 0,0 0 0 0 0,0 1 0 0 0,0-1 0 0 0,1-1 0 0 0,-1 1 0 0 0,0 0 0 0 0,1 0 0 0 0,-1 0 0 0 0,2 0 0 0 0,-2-1 166 0 0,0 0 1 0 0,-1 0 0 0 0,1 0-1 0 0,0 0 1 0 0,0 0 0 0 0,-1-1-1 0 0,1 1 1 0 0,0 0-1 0 0,0-1 1 0 0,-1 1 0 0 0,1 0-1 0 0,0-1 1 0 0,-1 1 0 0 0,1-1-1 0 0,0 1 1 0 0,-1-1-1 0 0,1 1 1 0 0,-1-1 0 0 0,1 1-1 0 0,-1-1 1 0 0,1 0 0 0 0,-1 1-1 0 0,1-1 1 0 0,-1 0-1 0 0,1 1 1 0 0,-1-1 0 0 0,0 0-1 0 0,0 0 1 0 0,1 1-1 0 0,-1-1 1 0 0,0 0 0 0 0,0 0-1 0 0,0 1 1 0 0,0-1 0 0 0,0 0-1 0 0,0 0 1 0 0,0-1-1 0 0,3-10-1473 0 0</inkml:trace>
  <inkml:trace contextRef="#ctx0" brushRef="#br0" timeOffset="2">433 330 2753 0 0,'3'6'856'0'0,"2"3"-8"0"0,3 3 64 0 0,2-3-112 0 0,-2-1-224 0 0,3-4-239 0 0,-1 1-193 0 0,2-4-176 0 0,2-1-169 0 0,-2-3-295 0 0,2-1-256 0 0,0 1-280 0 0,-2-2 80 0 0,-1 1 208 0 0,-4-4 96 0 0,1 5-1129 0 0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00:41.052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64 11 2120 0 0,'-15'29'1480'0'0,"-17"45"0"0"0,28-66-1073 0 0,1 1 1 0 0,1 0-1 0 0,0 1 0 0 0,0-1 1 0 0,0 0-1 0 0,1 1 1 0 0,1-1-1 0 0,-1 0 1 0 0,3 17-1 0 0,-2-24-345 0 0,0 0 0 0 0,1 0 0 0 0,-1 0 0 0 0,1 0 0 0 0,-1 0-1 0 0,1 0 1 0 0,0 0 0 0 0,0 0 0 0 0,0-1 0 0 0,0 1 0 0 0,0 0 0 0 0,0 0 0 0 0,0-1 0 0 0,0 1 0 0 0,1-1 0 0 0,-1 1-1 0 0,0-1 1 0 0,1 0 0 0 0,0 1 0 0 0,-1-1 0 0 0,1 0 0 0 0,0 0 0 0 0,-1 0 0 0 0,1 0 0 0 0,0 0 0 0 0,0-1 0 0 0,0 1-1 0 0,0-1 1 0 0,0 1 0 0 0,0-1 0 0 0,0 0 0 0 0,0 1 0 0 0,0-1 0 0 0,0 0 0 0 0,0 0 0 0 0,0 0 0 0 0,0-1 0 0 0,0 1-1 0 0,0 0 1 0 0,0-1 0 0 0,0 0 0 0 0,0 1 0 0 0,0-1 0 0 0,0 0 0 0 0,2-1 0 0 0,5-2 66 0 0,0 0 1 0 0,-1-1 0 0 0,1 0-1 0 0,-1-1 1 0 0,0 0 0 0 0,0 0-1 0 0,13-14 1 0 0,-13 10-37 0 0,0-1 0 0 0,0 1 1 0 0,-2-2-1 0 0,1 1 0 0 0,8-23 0 0 0,-13 30-62 0 0,0 0 1 0 0,0 0-1 0 0,-1-1 0 0 0,0 1 0 0 0,0 0 0 0 0,0-1 0 0 0,-1 1 1 0 0,1-1-1 0 0,-1 1 0 0 0,0-1 0 0 0,0 1 0 0 0,-1 0 0 0 0,1-1 1 0 0,-1 1-1 0 0,0-1 0 0 0,0 1 0 0 0,0 0 0 0 0,-1 0 0 0 0,0-1 1 0 0,-3-5-1 0 0,4 8-30 0 0,0 1-1 0 0,0 0 1 0 0,0-1 0 0 0,-1 1 0 0 0,1 0 0 0 0,0 0 0 0 0,-1 0 0 0 0,1 0 0 0 0,-1 0-1 0 0,1 0 1 0 0,-1 0 0 0 0,0 0 0 0 0,1 1 0 0 0,-1-1 0 0 0,0 0 0 0 0,1 1-1 0 0,-1 0 1 0 0,0-1 0 0 0,0 1 0 0 0,1 0 0 0 0,-4 0 0 0 0,1 1-93 0 0,0-1 1 0 0,0 1-1 0 0,1 0 0 0 0,-1 0 1 0 0,0 0-1 0 0,0 1 1 0 0,1 0-1 0 0,-1-1 0 0 0,-4 4 1 0 0,-4 3-1487 0 0,0 1 0 0 0,0 1-1 0 0,-20 21 1 0 0,32-30 1376 0 0,-1 0 0 0 0,0 0 1 0 0,0 1-1 0 0,0-1 0 0 0,0 0 0 0 0,0-1 0 0 0,-1 1 0 0 0,1 0 0 0 0,0 0 0 0 0,0 0 1 0 0,-1-1-1 0 0,1 1 0 0 0,0-1 0 0 0,-1 1 0 0 0,1-1 0 0 0,0 1 0 0 0,-1-1 0 0 0,1 0 1 0 0,-1 0-1 0 0,1 0 0 0 0,0 1 0 0 0,-1-1 0 0 0,-1-1 0 0 0,-1 4-1532 0 0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00:41.772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60 151 2497 0 0,'45'-13'4491'0'0,"-34"6"-4255"0"0,1 0-1 0 0,-1-1 1 0 0,-1 0 0 0 0,1-1-1 0 0,-1 0 1 0 0,-1 0-1 0 0,0-1 1 0 0,0-1 0 0 0,-1 1-1 0 0,0-1 1 0 0,8-17-1 0 0,-16 28-217 0 0,0 0 0 0 0,1 0-1 0 0,-1-1 1 0 0,0 1-1 0 0,0 0 1 0 0,0 0-1 0 0,0 0 1 0 0,1-1-1 0 0,-1 1 1 0 0,0 0 0 0 0,0 0-1 0 0,0 0 1 0 0,0-1-1 0 0,0 1 1 0 0,0 0-1 0 0,0 0 1 0 0,0-1-1 0 0,0 1 1 0 0,1 0 0 0 0,-1 0-1 0 0,0-1 1 0 0,0 1-1 0 0,0 0 1 0 0,0 0-1 0 0,-1-1 1 0 0,1 1 0 0 0,0 0-1 0 0,0 0 1 0 0,0-1-1 0 0,0 1 1 0 0,0 0-1 0 0,0 0 1 0 0,0-1-1 0 0,0 1 1 0 0,0 0 0 0 0,-1 0-1 0 0,1 0 1 0 0,0-1-1 0 0,0 1 1 0 0,0 0-1 0 0,0 0 1 0 0,-1 0-1 0 0,1 0 1 0 0,0-1 0 0 0,0 1-1 0 0,0 0 1 0 0,-1 0-1 0 0,-14 5 507 0 0,-15 16-109 0 0,10 2-136 0 0,0 2 0 0 0,2 0 0 0 0,1 1 0 0 0,1 1 0 0 0,1 0 1 0 0,1 1-1 0 0,1 1 0 0 0,2 0 0 0 0,1 1 0 0 0,2 0 0 0 0,-10 59 0 0 0,17-83-199 0 0,0-1 1 0 0,1 0 0 0 0,0 0-1 0 0,0 0 1 0 0,0 0 0 0 0,0 0-1 0 0,1 1 1 0 0,0-1-1 0 0,0 0 1 0 0,3 7 0 0 0,-4-11-63 0 0,1 0 0 0 0,0 0 0 0 0,-1 0 0 0 0,1 0 1 0 0,0 0-1 0 0,-1 0 0 0 0,1 0 0 0 0,0-1 0 0 0,0 1 0 0 0,0 0 1 0 0,0-1-1 0 0,0 1 0 0 0,0 0 0 0 0,0-1 0 0 0,0 1 1 0 0,0-1-1 0 0,0 0 0 0 0,0 1 0 0 0,2-1 0 0 0,0 1-2 0 0,-1-1 0 0 0,1 0 0 0 0,0 0 0 0 0,0-1 0 0 0,0 1 0 0 0,-1-1 0 0 0,1 1 0 0 0,0-1 0 0 0,0 0 0 0 0,-1 0 0 0 0,3-1 0 0 0,11-5 39 0 0,-1-1 1 0 0,0-1 0 0 0,-1-1 0 0 0,0 1 0 0 0,15-16 0 0 0,63-65-449 0 0,-56 54-551 0 0,-17 17-204 0 0,8-8-1827 0 0,-3 0-3414 0 0,-20 24 4749 0 0,6 12-698 0 0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00:42.134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7 339 2993 0 0,'-6'9'4149'0'0,"9"-6"-1392"0"0,21-7-253 0 0,30-17-1336 0 0,-9-4-1116 0 0,-1-2 0 0 0,-2-2 0 0 0,43-38-1 0 0,43-51-7724 0 0,-94 76 4545 0 0,-19 25 951 0 0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00:42.484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0 101 2585 0 0,'7'-10'4743'0'0,"17"-12"-1855"0"0,-16 14-1995 0 0,5-6-56 0 0,-9 9-698 0 0,1-1-1 0 0,0 1 1 0 0,0 0 0 0 0,1 1 0 0 0,0-1 0 0 0,-1 1-1 0 0,1 0 1 0 0,9-4 0 0 0,-15 8-116 0 0,1 0 1 0 0,0 1-1 0 0,-1-1 0 0 0,1 0 1 0 0,0 1-1 0 0,-1-1 1 0 0,1 0-1 0 0,-1 1 0 0 0,1-1 1 0 0,0 1-1 0 0,-1-1 1 0 0,1 1-1 0 0,-1-1 1 0 0,0 1-1 0 0,1 0 0 0 0,-1-1 1 0 0,1 1-1 0 0,-1-1 1 0 0,0 1-1 0 0,1 0 0 0 0,-1-1 1 0 0,0 1-1 0 0,0 0 1 0 0,0 0-1 0 0,1-1 0 0 0,-1 1 1 0 0,0 0-1 0 0,0-1 1 0 0,0 1-1 0 0,0 0 0 0 0,0 0 1 0 0,0-1-1 0 0,0 1 1 0 0,-1 0-1 0 0,1-1 0 0 0,0 2 1 0 0,-2 37 471 0 0,2-35-427 0 0,-12 74 589 0 0,8-62-592 0 0,1 0 0 0 0,1 1 1 0 0,0-1-1 0 0,1 1 0 0 0,2 28 1 0 0,0-45-67 0 0,-1 1 0 0 0,0 0 0 0 0,0-1 0 0 0,1 1 0 0 0,-1 0 0 0 0,1-1 0 0 0,-1 1 0 0 0,0-1 0 0 0,1 1 0 0 0,-1-1 0 0 0,1 1 0 0 0,-1-1 0 0 0,1 1 0 0 0,0-1 0 0 0,-1 1 0 0 0,1-1 0 0 0,-1 0 0 0 0,1 1 0 0 0,0-1 0 0 0,-1 0 0 0 0,1 1 0 0 0,0-1 0 0 0,-1 0 0 0 0,1 0 0 0 0,0 0 0 0 0,0 0 0 0 0,-1 0 0 0 0,1 0 0 0 0,0 0 0 0 0,-1 0 0 0 0,1 0 0 0 0,0 0 0 0 0,0 0 0 0 0,-1 0 1 0 0,1 0-1 0 0,0-1 0 0 0,-1 1 0 0 0,1 0 0 0 0,0 0 0 0 0,-1-1 0 0 0,1 1 0 0 0,-1 0 0 0 0,1-1 0 0 0,0 1 0 0 0,-1-1 0 0 0,2 0 0 0 0,40-26 33 0 0,-31 20-5 0 0,-6 3 12 0 0,0 1 0 0 0,0 0 0 0 0,1 1 0 0 0,-1-1 0 0 0,1 1 0 0 0,10-2 0 0 0,-15 3-30 0 0,0 1-1 0 0,0 0 0 0 0,0 0 1 0 0,0 0-1 0 0,-1 0 0 0 0,1 0 1 0 0,0 1-1 0 0,0-1 0 0 0,0 0 0 0 0,0 0 1 0 0,-1 1-1 0 0,1-1 0 0 0,0 0 1 0 0,0 1-1 0 0,-1-1 0 0 0,1 0 1 0 0,0 1-1 0 0,0-1 0 0 0,-1 1 0 0 0,1 0 1 0 0,0 0-1 0 0,0 1-2 0 0,0-1 0 0 0,0 1 0 0 0,0 0 0 0 0,0 0 0 0 0,-1-1 0 0 0,1 1-1 0 0,-1 0 1 0 0,1 0 0 0 0,-1 0 0 0 0,0 0 0 0 0,0 0 0 0 0,0 0 0 0 0,0 2 0 0 0,0 0-811 0 0,0 0 0 0 0,0 0 0 0 0,-1 0-1 0 0,0 0 1 0 0,1 0 0 0 0,-1 0 0 0 0,-1 0 0 0 0,1 0 0 0 0,-1 0 0 0 0,1-1 0 0 0,-1 1 0 0 0,0-1 0 0 0,0 1 0 0 0,-1-1-1 0 0,-4 6 1 0 0,0-2-1658 0 0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00:42.86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1 409 3297 0 0,'4'-7'6133'0'0,"17"-25"-2354"0"0,10-2-2432 0 0,141-146 2809 0 0,-146 156-4987 0 0,1 0 1 0 0,1 3-1 0 0,2 0 1 0 0,58-31-1 0 0,-86 51 442 0 0,23-10-3600 0 0,-24 11 3719 0 0,0 0 0 0 0,0-1-1 0 0,-1 1 1 0 0,1 0 0 0 0,0 0 0 0 0,0-1 0 0 0,0 1 0 0 0,-1 0-1 0 0,1 0 1 0 0,0 0 0 0 0,0 0 0 0 0,0 0 0 0 0,0 0 0 0 0,-1 0-1 0 0,1 1 1 0 0,0-1 0 0 0,0 0 0 0 0,0 0 0 0 0,-1 1 0 0 0,1-1-1 0 0,0 0 1 0 0,0 1 0 0 0,-1-1 0 0 0,1 1 0 0 0,1 0 0 0 0,0 6-2111 0 0</inkml:trace>
  <inkml:trace contextRef="#ctx0" brushRef="#br0" timeOffset="1">150 281 3721 0 0,'-3'13'1894'0'0,"2"-1"1"0"0,-1 1-1 0 0,1 0 1 0 0,2 25-1 0 0,0-24-1677 0 0,1-1 0 0 0,0 1 0 0 0,1-1 0 0 0,0 1 0 0 0,1-1 0 0 0,0 0 0 0 0,13 24 0 0 0,-16-36-348 0 0,-1 0 0 0 0,0 0 0 0 0,1 0 0 0 0,-1 0 0 0 0,1 0 0 0 0,0 0 0 0 0,-1 0 0 0 0,1 0 0 0 0,0 0 0 0 0,0 0 0 0 0,-1-1 0 0 0,1 1 0 0 0,0 0 1 0 0,0 0-1 0 0,0-1 0 0 0,0 1 0 0 0,0-1 0 0 0,0 1 0 0 0,0-1 0 0 0,0 1 0 0 0,0-1 0 0 0,0 0 0 0 0,0 1 0 0 0,1-1 0 0 0,-1 0 0 0 0,0 0 1 0 0,0 0-1 0 0,0 0 0 0 0,0 0 0 0 0,0 0 0 0 0,0 0 0 0 0,1 0 0 0 0,-1-1 0 0 0,0 1 0 0 0,0 0 0 0 0,0-1 0 0 0,0 1 0 0 0,0 0 0 0 0,0-1 0 0 0,0 0 1 0 0,0 1-1 0 0,0-1 0 0 0,0 1 0 0 0,0-1 0 0 0,-1 0 0 0 0,1 0 0 0 0,1 0 0 0 0,2-4-680 0 0,1 0-1 0 0,-1-1 0 0 0,0 1 1 0 0,0-1-1 0 0,-1 1 1 0 0,5-11-1 0 0,2-3-1383 0 0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00:43.216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86 1 4001 0 0,'38'102'8917'0'0,"-3"-12"-6854"0"0,-29-71-1977 0 0,-1 0 0 0 0,0 1 1 0 0,-1 0-1 0 0,-1 0 0 0 0,-1 1 1 0 0,-2 35-1 0 0,0-51-114 0 0,0 0-1 0 0,-1 1 1 0 0,0-1 0 0 0,0 0-1 0 0,0 0 1 0 0,-1 0 0 0 0,1 0-1 0 0,-1-1 1 0 0,0 1 0 0 0,-1 0-1 0 0,1-1 1 0 0,-1 1 0 0 0,0-1-1 0 0,0 0 1 0 0,0 0 0 0 0,-1 0-1 0 0,1-1 1 0 0,-1 1-1 0 0,0-1 1 0 0,0 1 0 0 0,0-1-1 0 0,0-1 1 0 0,-1 1 0 0 0,1 0-1 0 0,-1-1 1 0 0,0 0 0 0 0,0 0-1 0 0,0-1 1 0 0,0 1 0 0 0,0-1-1 0 0,-10 1 1 0 0,13-1 13 0 0,-1-1 0 0 0,0 1 1 0 0,1-1-1 0 0,-1 0 0 0 0,1 0 1 0 0,-1 0-1 0 0,0 0 0 0 0,1 0 1 0 0,-1-1-1 0 0,0 1 0 0 0,1-1 1 0 0,-1 0-1 0 0,1 0 0 0 0,-1 1 1 0 0,1-2-1 0 0,-1 1 0 0 0,1 0 1 0 0,0 0-1 0 0,0-1 0 0 0,-1 1 1 0 0,1-1-1 0 0,0 0 0 0 0,1 0 1 0 0,-1 0-1 0 0,0 0 0 0 0,0 0 1 0 0,1 0-1 0 0,-1 0 1 0 0,-1-3-1 0 0,2 1 70 0 0,0 1 0 0 0,0-1 0 0 0,0 0 0 0 0,1 0 0 0 0,-1 1 0 0 0,1-1 0 0 0,0 0 0 0 0,0 0 0 0 0,1 1 0 0 0,-1-1 0 0 0,1 0 0 0 0,-1 0 0 0 0,1 1 0 0 0,0-1 0 0 0,1 0 0 0 0,-1 1 0 0 0,0-1 0 0 0,1 1 0 0 0,0 0 0 0 0,2-4 0 0 0,19-28 51 0 0,1 2 0 0 0,43-48 1 0 0,-21 38-3770 0 0,3 8-4936 0 0,-37 29 5997 0 0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01:11.794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1207 1078 4297 0 0,'-9'14'2924'0'0,"-1"1"0"0"0,0-2 0 0 0,-1 1 0 0 0,-18 15 0 0 0,6-8-1167 0 0,-40 26 0 0 0,30-24-1584 0 0,0-2 0 0 0,-1-2 0 0 0,-2-1 0 0 0,1-1 0 0 0,-52 15 0 0 0,62-26-168 0 0,0 0 1 0 0,-1-1 0 0 0,1-2 0 0 0,-1 0 0 0 0,0-2-1 0 0,0-1 1 0 0,0-1 0 0 0,0-1 0 0 0,-29-7-1 0 0,24 3 2 0 0,1-2-1 0 0,-1-1 0 0 0,2-2 0 0 0,0-1 0 0 0,0-1 1 0 0,1-1-1 0 0,0-1 0 0 0,2-2 0 0 0,-28-22 0 0 0,37 25-6 0 0,1 0-1 0 0,0-1 1 0 0,2-1-1 0 0,0 0 0 0 0,0-1 1 0 0,2-1-1 0 0,0 0 1 0 0,1 0-1 0 0,1-1 1 0 0,0 0-1 0 0,2-1 0 0 0,0 0 1 0 0,1-1-1 0 0,-4-25 1 0 0,5 7 6 0 0,2 0 0 0 0,2 0 1 0 0,1 0-1 0 0,2 0 1 0 0,2 0-1 0 0,2 0 0 0 0,1 0 1 0 0,2 0-1 0 0,1 1 0 0 0,3 1 1 0 0,1 0-1 0 0,24-49 1 0 0,-25 59 4 0 0,2 1 1 0 0,1 0-1 0 0,2 1 1 0 0,0 1-1 0 0,1 0 1 0 0,2 2-1 0 0,0 0 1 0 0,1 1-1 0 0,1 1 1 0 0,1 1-1 0 0,1 1 1 0 0,1 1-1 0 0,0 1 1 0 0,1 1-1 0 0,0 2 1 0 0,54-20-1 0 0,-52 27 60 0 0,0 0 0 0 0,0 2 0 0 0,0 1 0 0 0,0 2 0 0 0,1 0 0 0 0,-1 2 0 0 0,0 1 0 0 0,0 1 0 0 0,0 2-1 0 0,0 0 1 0 0,-1 2 0 0 0,29 11 0 0 0,-11-1 42 0 0,-1 1 0 0 0,-2 3 0 0 0,0 1 0 0 0,-1 2 0 0 0,-1 1 0 0 0,53 45 0 0 0,-63-42-33 0 0,0 1 0 0 0,-2 2 0 0 0,-1 0 1 0 0,-2 2-1 0 0,-1 1 0 0 0,-2 1 0 0 0,-1 0 0 0 0,-1 2 0 0 0,25 71 1 0 0,-33-73-233 0 0,-2 0-1 0 0,-1 1 1 0 0,-2 1 0 0 0,4 61 0 0 0,-10-70-434 0 0,-1 1-1 0 0,-1 0 1 0 0,-2-1 0 0 0,-1 1 0 0 0,-1-1 0 0 0,-13 39 0 0 0,16-60-139 0 0,-1 0 0 0 0,0 0 0 0 0,0 0 0 0 0,0 0 0 0 0,-1-1 1 0 0,-4 7-1 0 0,5-10 43 0 0,1-1 0 0 0,0 1 0 0 0,-1-1 1 0 0,0 1-1 0 0,1-1 0 0 0,-1 0 0 0 0,0 0 0 0 0,0 0 1 0 0,-5 1-1 0 0,-21 6-5982 0 0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59:52.531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172 1 2473 0 0,'-5'0'273'0'0,"5"11"-103"0"0,4 13 111 0 0,146 790 6315 0 0,-142-776-6498 0 0,-2-3 391 0 0,-20-63-88 0 0,-1-11-279 0 0,-32-57 0 0 0,41 84-100 0 0,-1 1 0 0 0,0 0 1 0 0,-1 1-1 0 0,0 0 1 0 0,0 0-1 0 0,-1 1 1 0 0,-1 0-1 0 0,1 0 1 0 0,-18-11-1 0 0,26 19-17 0 0,-1 0-1 0 0,0 0 1 0 0,0 0-1 0 0,-1 0 1 0 0,1 0-1 0 0,0 1 1 0 0,0-1 0 0 0,0 1-1 0 0,0-1 1 0 0,-1 1-1 0 0,1 0 1 0 0,0 0-1 0 0,0 0 1 0 0,-1 0-1 0 0,1 0 1 0 0,0 1-1 0 0,0-1 1 0 0,-1 0 0 0 0,1 1-1 0 0,0 0 1 0 0,-4 1-1 0 0,2 1-3 0 0,0 0 0 0 0,0 0 0 0 0,0 0 0 0 0,0 0 0 0 0,0 0 0 0 0,1 1 0 0 0,0 0 0 0 0,-1 0 0 0 0,-3 6 0 0 0,-1 4 1 0 0,0 1 0 0 0,1-1 1 0 0,0 1-1 0 0,2 0 1 0 0,-6 20-1 0 0,5-10 47 0 0,0 0 1 0 0,2 1-1 0 0,1 0 0 0 0,1-1 0 0 0,1 1 0 0 0,1 0 1 0 0,2 0-1 0 0,0 0 0 0 0,7 26 0 0 0,-9-50-47 0 0,1 0 0 0 0,0 0 0 0 0,-1 1 0 0 0,1-1 0 0 0,0 0 1 0 0,0 0-1 0 0,0 0 0 0 0,0 0 0 0 0,1 0 0 0 0,-1 0 0 0 0,0-1 0 0 0,1 1 0 0 0,0 0 0 0 0,-1-1 0 0 0,1 1 0 0 0,0-1 0 0 0,0 1 0 0 0,-1-1 0 0 0,1 0 0 0 0,0 0 0 0 0,1 0 0 0 0,-1 0 0 0 0,3 1 0 0 0,-2-2 2 0 0,1 1 0 0 0,-1-1-1 0 0,1 0 1 0 0,-1-1-1 0 0,1 1 1 0 0,-1-1-1 0 0,1 1 1 0 0,-1-1-1 0 0,1 0 1 0 0,-1 0 0 0 0,0-1-1 0 0,1 1 1 0 0,4-4-1 0 0,4-2-234 0 0,-1-1 0 0 0,0 0-1 0 0,0 0 1 0 0,0-2 0 0 0,-2 1-1 0 0,15-18 1 0 0,-20 22 39 0 0,8-9-629 0 0,0-2 0 0 0,-1 0 0 0 0,-1 0 1 0 0,0-1-1 0 0,-2 0 0 0 0,1 0 0 0 0,5-21 0 0 0,-8-7-445 0 0,6 8-494 0 0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59:52.878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8 110 3785 0 0,'-3'2'776'0'0,"2"-1"8"0"0,-2 1 472 0 0,3-4-960 0 0,1-3-176 0 0,2-1-95 0 0,2-3-186 0 0,1-3-255 0 0,3-3-360 0 0,0-2-240 0 0,2 0 104 0 0,-1 1 168 0 0,1 0-1465 0 0</inkml:trace>
  <inkml:trace contextRef="#ctx0" brushRef="#br0" timeOffset="1">124 261 1808 0 0,'-6'24'781'0'0,"1"0"0"0"0,1 1-1 0 0,2 0 1 0 0,0 0-1 0 0,3 40 1 0 0,0-46-695 0 0,2 0 0 0 0,-1 0 0 0 0,2 0-1 0 0,1 0 1 0 0,0-1 0 0 0,1 1 0 0 0,17 32 0 0 0,-23-50-221 0 0,1 1 0 0 0,0-1 0 0 0,0 0 0 0 0,0 1 0 0 0,0-1 0 0 0,0 0 0 0 0,0 0 0 0 0,0 1 0 0 0,0-1 1 0 0,0 0-1 0 0,1 0 0 0 0,-1 0 0 0 0,0-1 0 0 0,1 1 0 0 0,-1 0 0 0 0,1 0 0 0 0,-1-1 0 0 0,1 1 0 0 0,-1-1 0 0 0,1 1 0 0 0,-1-1 0 0 0,1 0 0 0 0,-1 0 1 0 0,1 1-1 0 0,0-1 0 0 0,-1 0 0 0 0,1 0 0 0 0,-1-1 0 0 0,1 1 0 0 0,0 0 0 0 0,-1 0 0 0 0,1-1 0 0 0,1 0 0 0 0,10-2-1728 0 0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59:53.274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152 1 3545 0 0,'-2'0'199'0'0,"0"-1"1"0"0,0 1-1 0 0,-1 0 1 0 0,1 0-1 0 0,0 0 1 0 0,-1 1-1 0 0,1-1 1 0 0,0 0-1 0 0,0 1 1 0 0,0 0-1 0 0,-1-1 1 0 0,1 1-1 0 0,0 0 1 0 0,0 0-1 0 0,0 0 1 0 0,0 0-1 0 0,0 1 1 0 0,0-1-1 0 0,1 0 0 0 0,-1 1 1 0 0,0-1-1 0 0,1 1 1 0 0,-1 0-1 0 0,1-1 1 0 0,-1 1-1 0 0,1 0 1 0 0,-1 3-1 0 0,-33 57 16 0 0,34-59-106 0 0,-12 29 133 0 0,2 2 1 0 0,1 0-1 0 0,2 0 1 0 0,1 0-1 0 0,2 1 0 0 0,1 0 1 0 0,2 0-1 0 0,2 0 1 0 0,0 0-1 0 0,3 0 1 0 0,1 0-1 0 0,10 42 0 0 0,-11-64-219 0 0,1 0 0 0 0,1 1-1 0 0,0-2 1 0 0,0 1 0 0 0,1 0-1 0 0,1-1 1 0 0,0 0 0 0 0,15 18-1 0 0,-15-23-833 0 0,0 1 0 0 0,1-1-1 0 0,0-1 1 0 0,10 8 0 0 0,-12-8-1954 0 0,-12-6 481 0 0,-11-4 924 0 0,8 2-112 0 0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1:59:53.661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512 0 1736 0 0,'-8'3'480'0'0,"-1"0"0"0"0,1 1-1 0 0,1 0 1 0 0,-1 0 0 0 0,0 1 0 0 0,1 0-1 0 0,0 0 1 0 0,0 1 0 0 0,1 0-1 0 0,-1 0 1 0 0,1 1 0 0 0,1 0-1 0 0,-1-1 1 0 0,1 2 0 0 0,-5 8 0 0 0,0 0 75 0 0,2 0 0 0 0,0 1 0 0 0,0 0 0 0 0,2 1 0 0 0,0-1 0 0 0,-4 25 1 0 0,7-25-437 0 0,1 0 0 0 0,1 0 0 0 0,1 0 0 0 0,0 0 0 0 0,1 0 0 0 0,1 0 0 0 0,1-1 0 0 0,8 31 0 0 0,-8-39-234 0 0,0 0 1 0 0,0 0-1 0 0,1 0 1 0 0,0 0-1 0 0,1-1 1 0 0,0 1-1 0 0,0-1 1 0 0,8 9-1 0 0,-9-12-197 0 0,1 0 1 0 0,-1-1-1 0 0,1 1 0 0 0,-1-1 0 0 0,1 0 0 0 0,0 0 0 0 0,0 0 1 0 0,1-1-1 0 0,-1 0 0 0 0,0 0 0 0 0,1 0 0 0 0,-1-1 0 0 0,11 2 1 0 0,-11-3-44 0 0,-1 0 0 0 0,1 0 1 0 0,-1 0-1 0 0,1-1 0 0 0,-1 1 1 0 0,0-1-1 0 0,1 0 0 0 0,-1-1 1 0 0,0 1-1 0 0,0-1 0 0 0,1 1 1 0 0,-1-1-1 0 0,-1-1 0 0 0,1 1 1 0 0,0 0-1 0 0,0-1 0 0 0,5-6 1 0 0,5-2-1459 0 0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08:31.747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151 169 2569 0 0,'-39'-14'1647'0'0,"28"10"-767"0"0,-1 1 0 0 0,1-2 0 0 0,0 0 0 0 0,0 0-1 0 0,0-1 1 0 0,1 0 0 0 0,0-1 0 0 0,-14-11 0 0 0,28 20-431 0 0,0 1 0 0 0,0-1 0 0 0,0 1 0 0 0,0-1 0 0 0,1-1 0 0 0,-1 1 0 0 0,1 0 0 0 0,-1-1 0 0 0,1 0 0 0 0,0 0 0 0 0,6 0 0 0 0,56 2 291 0 0,-17-8-462 0 0,0-2 1 0 0,-1-2 0 0 0,0-2 0 0 0,71-26 0 0 0,58-14-244 0 0,-155 54-858 0 0,-23-3 730 0 0,0 0-1 0 0,-1 0 0 0 0,1 0 0 0 0,0 0 1 0 0,0 0-1 0 0,-1 0 0 0 0,1 0 0 0 0,0 0 1 0 0,0 1-1 0 0,-1-1 0 0 0,1 0 0 0 0,0 0 1 0 0,0 0-1 0 0,0 0 0 0 0,-1 1 0 0 0,1-1 1 0 0,0 0-1 0 0,0 0 0 0 0,0 0 0 0 0,0 1 1 0 0,-1-1-1 0 0,1 0 0 0 0,0 0 0 0 0,0 1 0 0 0,0-1 1 0 0,0 0-1 0 0,0 0 0 0 0,0 1 0 0 0,0-1 1 0 0,0 0-1 0 0,0 1 0 0 0,0-1 0 0 0,0 0 1 0 0,0 0-1 0 0,0 1 0 0 0,0-1 0 0 0,0 0 1 0 0,0 0-1 0 0,0 1 0 0 0,0-1 0 0 0,0 0 1 0 0,0 0-1 0 0,1 1 0 0 0,-1-1 0 0 0,0 0 1 0 0,0 0-1 0 0,0 1 0 0 0,0-1 0 0 0,1 0 1 0 0,-1 0-1 0 0,0 0 0 0 0,0 0 0 0 0,0 1 1 0 0,1-1-1 0 0,-1 0 0 0 0,0 0 0 0 0,0 0 1 0 0,1 0-1 0 0,-1 0 0 0 0,0 1 0 0 0,0-1 1 0 0,1 0-1 0 0,-2 0-241 0 0,1 0 0 0 0,-1 1 0 0 0,0-1-1 0 0,0 0 1 0 0,1 0 0 0 0,-1 0 0 0 0,0 0 0 0 0,0 0 0 0 0,1 0 0 0 0,-1 0 0 0 0,0 0 0 0 0,0 0 0 0 0,1 0 0 0 0,-1 0 0 0 0,0-1 0 0 0,0 1 0 0 0,1 0-1 0 0,-1 0 1 0 0,0-1 0 0 0,1 1 0 0 0,-1 0 0 0 0,0-1 0 0 0,0 0 0 0 0,-7-4-3234 0 0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08:32.130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11 99 4945 0 0,'-3'-1'2113'0'0,"-4"-1"3792"0"0,8 1-5761 0 0,1-3-128 0 0,1 0-168 0 0,3-2-312 0 0,2-2-417 0 0,2-2-599 0 0,1-3-384 0 0,-1 0-185 0 0,3 0 289 0 0,2 0-617 0 0,-6 2 561 0 0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08:32.494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5 0 3017 0 0,'-2'15'1687'0'0,"0"0"1"0"0,2 0-1 0 0,0-1 1 0 0,3 21-1 0 0,-1-15-1655 0 0,2 1-1 0 0,1-1 0 0 0,0 0 0 0 0,16 36 0 0 0,2-21-2863 0 0,-22-33 2605 0 0,0-1-1 0 0,0 0 1 0 0,0 0 0 0 0,0 0 0 0 0,0 0 0 0 0,0 0 0 0 0,0 0-1 0 0,1-1 1 0 0,-1 1 0 0 0,0 0 0 0 0,1-1 0 0 0,-1 1-1 0 0,1-1 1 0 0,-1 1 0 0 0,0-1 0 0 0,1 0 0 0 0,-1 1-1 0 0,1-1 1 0 0,-1 0 0 0 0,1 0 0 0 0,-1 0 0 0 0,1 0-1 0 0,-1 0 1 0 0,3-1 0 0 0,7-2-2055 0 0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08:32.870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85 285 3777 0 0,'-4'2'591'0'0,"0"0"0"0"0,0 1 1 0 0,0-1-1 0 0,0 1 0 0 0,0 0 1 0 0,1 0-1 0 0,-1 0 0 0 0,1 0 0 0 0,-1 0 1 0 0,1 1-1 0 0,0 0 0 0 0,1 0 0 0 0,-4 5 1 0 0,1 0-96 0 0,1 0-1 0 0,0 0 1 0 0,1 1 0 0 0,0-1 0 0 0,-4 21-1 0 0,4-14-394 0 0,1 0-1 0 0,1 1 0 0 0,1-1 0 0 0,0 1 1 0 0,1-1-1 0 0,1 1 0 0 0,5 23 0 0 0,-5-35-156 0 0,-1 1 0 0 0,1-1 0 0 0,0 0 0 0 0,0 1 0 0 0,0-1-1 0 0,1 0 1 0 0,0 0 0 0 0,0 0 0 0 0,0-1 0 0 0,0 1 0 0 0,1-1-1 0 0,4 5 1 0 0,-6-8-56 0 0,0 0-1 0 0,1 0 1 0 0,-1 0-1 0 0,0 0 1 0 0,0 0 0 0 0,1 0-1 0 0,-1-1 1 0 0,1 1-1 0 0,-1-1 1 0 0,1 1-1 0 0,-1-1 1 0 0,0 0-1 0 0,1 0 1 0 0,-1 0 0 0 0,1 0-1 0 0,-1-1 1 0 0,1 1-1 0 0,-1-1 1 0 0,1 1-1 0 0,-1-1 1 0 0,0 0-1 0 0,1 0 1 0 0,-1 0 0 0 0,0 0-1 0 0,0 0 1 0 0,0 0-1 0 0,0-1 1 0 0,0 1-1 0 0,2-3 1 0 0,14-9-599 0 0,-1 0 1 0 0,-1-1-1 0 0,0 0 1 0 0,-1-2-1 0 0,0 1 1 0 0,-2-2-1 0 0,0 0 1 0 0,0-1-1 0 0,-2 0 1 0 0,0-1 0 0 0,10-26-1 0 0,-15 1 624 0 0,-5 43 160 0 0,-1 1 0 0 0,0-1 1 0 0,0 0-1 0 0,0 0 1 0 0,1 0-1 0 0,-1 1 0 0 0,0-1 1 0 0,0 0-1 0 0,0 0 0 0 0,0 0 1 0 0,-1 1-1 0 0,1-1 0 0 0,0 0 1 0 0,0 0-1 0 0,0 1 1 0 0,-1-1-1 0 0,1 0 0 0 0,0 0 1 0 0,-1 1-1 0 0,1-1 0 0 0,0 0 1 0 0,-1 1-1 0 0,1-1 0 0 0,-1 0 1 0 0,0 1-1 0 0,1-1 0 0 0,-1 1 1 0 0,1-1-1 0 0,-1 1 1 0 0,0-1-1 0 0,1 1 0 0 0,-1-1 1 0 0,0 1-1 0 0,1 0 0 0 0,-1-1 1 0 0,0 1-1 0 0,0 0 0 0 0,1 0 1 0 0,-1-1-1 0 0,0 1 1 0 0,0 0-1 0 0,0 0 0 0 0,1 0 1 0 0,-1 0-1 0 0,0 0 0 0 0,0 0 1 0 0,0 0-1 0 0,0 1 0 0 0,-1 0 116 0 0,1-1 0 0 0,0 1 0 0 0,-1 0-1 0 0,1 1 1 0 0,0-1 0 0 0,0 0-1 0 0,0 0 1 0 0,0 0 0 0 0,0 1 0 0 0,0-1-1 0 0,0 0 1 0 0,0 1 0 0 0,0-1-1 0 0,1 1 1 0 0,-1-1 0 0 0,1 1 0 0 0,-1 0-1 0 0,1-1 1 0 0,0 1 0 0 0,-1-1-1 0 0,1 1 1 0 0,0 0 0 0 0,0 2 0 0 0,1 45 1588 0 0,0-40-1337 0 0,0 5-27 0 0,1 1 1 0 0,0 0-1 0 0,5 15 0 0 0,-6-27-403 0 0,-1-1 1 0 0,0 0-1 0 0,1 0 1 0 0,0 0-1 0 0,-1 0 0 0 0,1 1 1 0 0,0-1-1 0 0,0 0 1 0 0,0 0-1 0 0,0-1 0 0 0,1 1 1 0 0,-1 0-1 0 0,0 0 1 0 0,1 0-1 0 0,-1-1 0 0 0,1 1 1 0 0,0-1-1 0 0,-1 1 1 0 0,1-1-1 0 0,0 0 0 0 0,0 0 1 0 0,0 0-1 0 0,0 0 1 0 0,0 0-1 0 0,0 0 0 0 0,0 0 1 0 0,0-1-1 0 0,0 1 1 0 0,1-1-1 0 0,2 1 0 0 0,-3-2-24 0 0,0 1 1 0 0,0-1-1 0 0,0 0 0 0 0,0 0 0 0 0,0 0 0 0 0,-1 0 0 0 0,1 0 0 0 0,0 0 1 0 0,-1-1-1 0 0,1 1 0 0 0,-1 0 0 0 0,1-1 0 0 0,-1 1 0 0 0,0-1 0 0 0,1 0 0 0 0,-1 1 1 0 0,1-4-1 0 0,19-36-450 0 0,-17 31 304 0 0,20-44-419 0 0,-14 30 454 0 0,0 0 1 0 0,2 1 0 0 0,1 0-1 0 0,1 1 1 0 0,16-20-1 0 0,-30 41 138 0 0,1 0 0 0 0,-1 0 0 0 0,1 1 0 0 0,-1-1 0 0 0,1 0 0 0 0,-1 1-1 0 0,1-1 1 0 0,-1 1 0 0 0,1-1 0 0 0,0 1 0 0 0,-1-1 0 0 0,1 1 0 0 0,0-1 0 0 0,0 1 0 0 0,-1 0 0 0 0,1-1 0 0 0,0 1-1 0 0,0 0 1 0 0,0 0 0 0 0,-1 0 0 0 0,1-1 0 0 0,0 1 0 0 0,0 0 0 0 0,0 0 0 0 0,-1 0 0 0 0,1 0 0 0 0,1 1-1 0 0,0-1 37 0 0,-1 1 0 0 0,0 0 0 0 0,0 0 0 0 0,-1 0 0 0 0,1 0 0 0 0,0 0 0 0 0,0 0 0 0 0,0 0 0 0 0,-1 0-1 0 0,1 0 1 0 0,0 0 0 0 0,-1 1 0 0 0,1-1 0 0 0,-1 0 0 0 0,1 3 0 0 0,9 62 1507 0 0,-8-50-1385 0 0,-1-5-115 0 0,15 64 498 0 0,-15-72-637 0 0,0 1 0 0 0,1 0-1 0 0,-1-1 1 0 0,1 1 0 0 0,-1-1-1 0 0,1 1 1 0 0,0-1 0 0 0,0 0-1 0 0,1 0 1 0 0,-1 0 0 0 0,1 0-1 0 0,-1 0 1 0 0,1 0 0 0 0,0-1-1 0 0,0 1 1 0 0,4 2 0 0 0,-6-5-63 0 0,0 0-1 0 0,0 0 1 0 0,0 0 0 0 0,0 0 0 0 0,0 0 0 0 0,-1 0 0 0 0,1 0 0 0 0,0 0 0 0 0,0 0 0 0 0,0 0 0 0 0,0 0 0 0 0,0 0 0 0 0,-1 0 0 0 0,1-1 0 0 0,0 1-1 0 0,0 0 1 0 0,0-1 0 0 0,-1 1 0 0 0,1-1 0 0 0,0 1 0 0 0,0-1 0 0 0,-1 1 0 0 0,1-1 0 0 0,0 1 0 0 0,-1-1 0 0 0,1 0 0 0 0,-1 1 0 0 0,1-1 0 0 0,-1 0 0 0 0,1 0-1 0 0,-1 1 1 0 0,1-1 0 0 0,-1 0 0 0 0,0 0 0 0 0,1 0 0 0 0,-1 1 0 0 0,0-1 0 0 0,0 0 0 0 0,0 0 0 0 0,0 0 0 0 0,0 0 0 0 0,0 0 0 0 0,0-1 0 0 0,6-52-3975 0 0,-4 37 2750 0 0,5-1-1063 0 0</inkml:trace>
  <inkml:trace contextRef="#ctx0" brushRef="#br0" timeOffset="1">710 0 4353 0 0,'-1'84'8192'0'0,"0"34"-3315"0"0,2-79-4822 0 0,1 0-1 0 0,12 57 0 0 0,3-47-4047 0 0,-13-43 2378 0 0,-1 1 1 0 0,1-1-1 0 0,1 0 1 0 0,-1 0-1 0 0,8 6 1 0 0,3 5-1043 0 0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08:33.250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1 328 4425 0 0,'69'-47'8628'0'0,"-5"-10"-5894"0"0,-9-8-4852 0 0,-12-6-3811 0 0,-30 25 1555 0 0,-9 26 1808 0 0</inkml:trace>
  <inkml:trace contextRef="#ctx0" brushRef="#br0" timeOffset="1">181 1 3521 0 0,'-5'25'1466'0'0,"2"-1"0"0"0,0 1 0 0 0,2 0 0 0 0,1 0 0 0 0,3 26 0 0 0,-1-33-1136 0 0,0-1-1 0 0,1 1 1 0 0,1-1-1 0 0,1 0 1 0 0,0-1 0 0 0,2 1-1 0 0,15 30 1 0 0,-21-45-313 0 0,0 0 0 0 0,1 1 1 0 0,-1-1-1 0 0,1 0 0 0 0,0 0 0 0 0,-1 0 1 0 0,1 0-1 0 0,0 0 0 0 0,0-1 1 0 0,0 1-1 0 0,0-1 0 0 0,1 1 0 0 0,-1-1 1 0 0,0 0-1 0 0,1 1 0 0 0,-1-1 0 0 0,0 0 1 0 0,1-1-1 0 0,0 1 0 0 0,-1 0 0 0 0,3 0 1 0 0,-1-2-4 0 0,0 1 0 0 0,0 0 0 0 0,-1-1 0 0 0,1 0 0 0 0,-1 0 0 0 0,1 0-1 0 0,0 0 1 0 0,-1-1 0 0 0,0 1 0 0 0,1-1 0 0 0,-1 0 0 0 0,0 0 0 0 0,4-3 0 0 0,8-8-247 0 0,0-1 0 0 0,0 0 1 0 0,-2-2-1 0 0,17-21 0 0 0,-26 32 27 0 0,115-162-8149 0 0,-86 121 4271 0 0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03:52.884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780 51 2112 0 0,'-16'-17'703'0'0,"13"13"-113"0"0,0 0 1 0 0,0 1 0 0 0,0-1-1 0 0,-1 1 1 0 0,1 0 0 0 0,-1 0-1 0 0,-7-5 1 0 0,9 8-460 0 0,1-1 0 0 0,-1 1 0 0 0,1 0 0 0 0,-1-1 0 0 0,1 1 0 0 0,-1 0 0 0 0,0 0 0 0 0,1 0 0 0 0,-1 0 0 0 0,1 0 0 0 0,-1 1 0 0 0,1-1 0 0 0,-1 0 0 0 0,1 1 0 0 0,-1-1 0 0 0,1 1 0 0 0,-1 0 0 0 0,1-1 0 0 0,-1 1 0 0 0,1 0 0 0 0,0 0 0 0 0,0 0 0 0 0,-1 0 0 0 0,1 0 0 0 0,0 0 0 0 0,0 0 0 0 0,0 0 0 0 0,0 1 0 0 0,-1 1 0 0 0,-84 99 2044 0 0,-81 125-1 0 0,79-82-734 0 0,-98 223 0 0 0,154-296-1147 0 0,2 1 0 0 0,5 2 0 0 0,2 1 0 0 0,-24 149 0 0 0,45-201-239 0 0,1 1-1 0 0,1-1 1 0 0,1 1 0 0 0,1 0-1 0 0,2-1 1 0 0,7 33-1 0 0,53 139 62 0 0,-14-51 7 0 0,-35-107-36 0 0,2 0 0 0 0,1-1 0 0 0,1-1-1 0 0,46 62 1 0 0,-46-69-37 0 0,14 18-4 0 0,3-1 1 0 0,1-2-1 0 0,2-1 0 0 0,2-2 1 0 0,59 45-1 0 0,-82-70-39 0 0,0 1 1 0 0,17 22-1 0 0,-26-28 1 0 0,0 0 0 0 0,1 0 0 0 0,0-1 0 0 0,0-1 0 0 0,1 1 0 0 0,1-2 0 0 0,0 1 0 0 0,0-2 0 0 0,20 11 0 0 0,-12-7 23 0 0,-18-9-29 0 0,1 0-1 0 0,-1 0 1 0 0,1 0-1 0 0,0 0 1 0 0,0-1 0 0 0,-1 1-1 0 0,1-1 1 0 0,0 0-1 0 0,1 0 1 0 0,-1 0 0 0 0,0 0-1 0 0,0 0 1 0 0,0-1-1 0 0,6 1 1 0 0,-8-3-630 0 0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03:55.876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1799 6 3137 0 0,'-8'-2'496'0'0,"-1"1"0"0"0,1 0 0 0 0,-1 0 0 0 0,1 1 0 0 0,-1 0 0 0 0,0 0 1 0 0,1 1-1 0 0,-1 0 0 0 0,1 1 0 0 0,-16 4 0 0 0,-85 35 615 0 0,97-36-887 0 0,-26 12 76 0 0,2 2 0 0 0,0 2 0 0 0,1 1 0 0 0,1 2-1 0 0,-33 30 1 0 0,-143 150 587 0 0,203-197-870 0 0,-55 63 130 0 0,3 2 0 0 0,3 3 1 0 0,-51 89-1 0 0,-120 256 474 0 0,222-411-599 0 0,-229 531 842 0 0,47 18-101 0 0,142-404-637 0 0,7 3 0 0 0,7 0 0 0 0,-11 170 0 0 0,33-187-14 0 0,6 0 0 0 0,6 1 0 0 0,38 246 1 0 0,-29-320-97 0 0,4-1 0 0 0,2 0 0 0 0,3-2 0 0 0,3 0 1 0 0,53 100-1 0 0,131 190 181 0 0,-167-294-188 0 0,2-3 1 0 0,2-1-1 0 0,91 84 1 0 0,-45-66 79 0 0,2-5 1 0 0,145 82-1 0 0,-144-94-69 0 0,108 76 15 0 0,-102-63-95 0 0,147 75-1 0 0,526 163 82 0 0,-722-290-35 0 0,52 15 66 0 0,2-5 0 0 0,202 28 0 0 0,223-13-32 0 0,-272-26 37 0 0,-176-10-37 0 0,1-4 0 0 0,-1-4 0 0 0,0-3 0 0 0,135-24 0 0 0,-43-5-19 0 0,-73 16 40 0 0,-2-4 0 0 0,125-43 0 0 0,38-34 134 0 0,-347 40 1001 0 0,-35-41-1054 0 0,-77-60-12 0 0,194 157-106 0 0,-98-65 75 0 0,92 62-64 0 0,0 0-1 0 0,-1 0 1 0 0,0 1-1 0 0,0 0 1 0 0,0 1-1 0 0,0 0 1 0 0,-1 1-1 0 0,1 0 1 0 0,-13 0-1 0 0,19 5-94 0 0,10 6 26 0 0,15 9 10 0 0,-18-16 44 0 0,64 55 1 0 0,141 107-15 0 0,-181-147 11 0 0,0 0 1 0 0,2-2-1 0 0,-1-1 1 0 0,2-2-1 0 0,0 0 1 0 0,41 9-1 0 0,-14-2-25 0 0,15 3-22 0 0,-67-21 53 0 0,0 0 0 0 0,0-1 0 0 0,1 1 0 0 0,-1-2 1 0 0,0 1-1 0 0,0 0 0 0 0,0-1 0 0 0,0 0 0 0 0,0 0 0 0 0,0 0 0 0 0,0-1 1 0 0,8-3-1 0 0,-13 5 3 0 0,0 0 1 0 0,0 0-1 0 0,0 0 1 0 0,0 0-1 0 0,1 0 1 0 0,-1 0-1 0 0,0 0 1 0 0,0-1 0 0 0,0 1-1 0 0,0 0 1 0 0,0 0-1 0 0,1 0 1 0 0,-1 0-1 0 0,0 0 1 0 0,0 0-1 0 0,0 0 1 0 0,0 0-1 0 0,0 0 1 0 0,0 0-1 0 0,0 0 1 0 0,1-1-1 0 0,-1 1 1 0 0,0 0 0 0 0,0 0-1 0 0,0 0 1 0 0,0 0-1 0 0,0 0 1 0 0,0 0-1 0 0,0-1 1 0 0,0 1-1 0 0,0 0 1 0 0,0 0-1 0 0,0 0 1 0 0,0 0-1 0 0,0 0 1 0 0,0 0-1 0 0,0-1 1 0 0,0 1 0 0 0,0 0-1 0 0,0 0 1 0 0,0 0-1 0 0,0 0 1 0 0,0-1-1 0 0,0 1 1 0 0,0 0-1 0 0,0 0 1 0 0,0 0-1 0 0,0 0 1 0 0,0 0-1 0 0,0 0 1 0 0,0-1-1 0 0,0 1 1 0 0,0 0 0 0 0,-1 0-1 0 0,1 0 1 0 0,0 0-1 0 0,0 0 1 0 0,0 0-1 0 0,0 0 1 0 0,0 0-1 0 0,0-1 1 0 0,-1 1-1 0 0,-14-4 331 0 0,-23 4 103 0 0,30 5-299 0 0,1 1 1 0 0,1 0-1 0 0,-1 0 0 0 0,1 1 0 0 0,0-1 1 0 0,1 1-1 0 0,-7 10 0 0 0,3-5 340 0 0,-23 26 129 0 0,-1-2-1 0 0,-2-1 1 0 0,-75 57-1 0 0,-136 75-961 0 0,162-112-232 0 0,76-50 481 0 0,-4 4-1196 0 0,-1-1 0 0 0,-1-1 0 0 0,-27 12-1 0 0,38-17 802 0 0,0-1 0 0 0,1 0 0 0 0,-1-1 1 0 0,0 1-1 0 0,0 0 0 0 0,0-1 0 0 0,0 0 0 0 0,0 0 0 0 0,0 0 0 0 0,0 0 0 0 0,0 0 0 0 0,0 0 0 0 0,0-1 0 0 0,0 1 0 0 0,0-1 0 0 0,0 0 0 0 0,0 0 0 0 0,0 0 0 0 0,0 0 0 0 0,1-1 0 0 0,-1 1 0 0 0,0-1 0 0 0,1 0 0 0 0,0 1 1 0 0,-1-1-1 0 0,-2-3 0 0 0,-8-13-3018 0 0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04:03.996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314 92 1616 0 0,'-14'-5'2158'0'0,"1"0"0"0"0,0-1 0 0 0,0 0-1 0 0,-18-14 1 0 0,15 11-704 0 0,0-1 0 0 0,0 2 0 0 0,-18-7-1 0 0,30 14-1266 0 0,-1-1 0 0 0,1 1 0 0 0,-1 0-1 0 0,0 0 1 0 0,1 0 0 0 0,-1 1 0 0 0,0 0-1 0 0,0 0 1 0 0,1 0 0 0 0,-1 0 0 0 0,0 1-1 0 0,0 0 1 0 0,1 0 0 0 0,-1 0 0 0 0,1 0-1 0 0,-6 3 1 0 0,6-1-114 0 0,0-1 0 0 0,1 1-1 0 0,-1 0 1 0 0,0 0 0 0 0,1 0-1 0 0,0 1 1 0 0,0-1 0 0 0,0 1-1 0 0,0 0 1 0 0,1-1-1 0 0,-1 1 1 0 0,1 1 0 0 0,0-1-1 0 0,0 0 1 0 0,0 0 0 0 0,1 1-1 0 0,0-1 1 0 0,-2 8 0 0 0,-1 9 17 0 0,1 1 0 0 0,0 34-1 0 0,2-49-44 0 0,0 13 17 0 0,1 0 0 0 0,1 1 0 0 0,0-1-1 0 0,2 0 1 0 0,0 0 0 0 0,7 23 0 0 0,-9-39-64 0 0,1 1 1 0 0,-1-1 0 0 0,1 1 0 0 0,0-1-1 0 0,1 0 1 0 0,-1 0 0 0 0,1 0 0 0 0,-1 0-1 0 0,1 0 1 0 0,0 0 0 0 0,1-1 0 0 0,-1 1-1 0 0,1-1 1 0 0,-1 0 0 0 0,1 0 0 0 0,0-1-1 0 0,0 1 1 0 0,0-1 0 0 0,1 0-1 0 0,-1 0 1 0 0,0 0 0 0 0,1 0 0 0 0,0-1-1 0 0,-1 0 1 0 0,1 0 0 0 0,0 0 0 0 0,-1 0-1 0 0,1-1 1 0 0,0 0 0 0 0,0 0 0 0 0,9-1-1 0 0,8-2-561 0 0,1-1-1 0 0,30-10 1 0 0,46-19-4890 0 0,-30 9-1917 0 0,-22 5 2075 0 0,-27 9 2453 0 0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04:04.377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29 0 4889 0 0,'-2'2'625'0'0,"0"0"-1"0"0,0 0 1 0 0,0 1-1 0 0,0-1 1 0 0,0 0 0 0 0,0 0-1 0 0,0 1 1 0 0,1-1-1 0 0,0 1 1 0 0,-1 0 0 0 0,1-1-1 0 0,-1 6 1 0 0,-4 41 3064 0 0,8-24-3082 0 0,1-1 0 0 0,7 28-1 0 0,-6-35-24 0 0,12 68-193 0 0,14 66 240 0 0,-5-53-7383 0 0,-36-135-4535 0 0,7 20 9774 0 0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04:04.755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0 123 1320 0 0,'2'-5'537'0'0,"0"0"0"0"0,0-1 0 0 0,0 1 0 0 0,1 0 0 0 0,0 0 0 0 0,0 0 0 0 0,0 1 0 0 0,0-1 0 0 0,1 1 0 0 0,0 0 0 0 0,0 0 0 0 0,0 0 0 0 0,0 0 0 0 0,1 1 0 0 0,-1-1 0 0 0,1 1 0 0 0,0 0 0 0 0,0 1 0 0 0,9-5 0 0 0,1 1 348 0 0,1 0-1 0 0,-1 0 1 0 0,1 1-1 0 0,0 1 1 0 0,28-3 0 0 0,-42 6-787 0 0,1 1 0 0 0,0 0-1 0 0,-1-1 1 0 0,1 1 0 0 0,0 0 0 0 0,-1 1 0 0 0,1-1 0 0 0,0 0 0 0 0,-1 1 0 0 0,1-1 0 0 0,0 1 0 0 0,-1 0 0 0 0,1 0 0 0 0,-1 0 0 0 0,1 0 0 0 0,-1 1-1 0 0,0-1 1 0 0,0 0 0 0 0,1 1 0 0 0,2 2 0 0 0,-4-1-3 0 0,1-1 0 0 0,-1 0 0 0 0,0 1 0 0 0,0-1 0 0 0,0 1 0 0 0,0-1 0 0 0,0 1 0 0 0,-1-1 0 0 0,1 1 0 0 0,-1 0 0 0 0,0-1 0 0 0,1 1 0 0 0,-1 0 0 0 0,0-1-1 0 0,-1 1 1 0 0,0 4 0 0 0,-2 8 86 0 0,-1 0-1 0 0,-1 0 0 0 0,0-1 0 0 0,-1 0 0 0 0,-14 23 0 0 0,2-3-314 0 0,-47 74 478 0 0,55-96-1346 0 0,0 0 0 0 0,0 0 0 0 0,-16 14 0 0 0,28-45-11981 0 0,13-15 10404 0 0,1 14 508 0 0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04:05.102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11 1 3969 0 0,'-8'9'8941'0'0,"6"13"-5277"0"0,4 18-1355 0 0,3-2-1229 0 0,-1 4-650 0 0,1 0 0 0 0,3 0 1 0 0,1-1-1 0 0,2 0 0 0 0,25 58 1 0 0,-35-96-421 0 0,0 0 0 0 0,0-1 0 0 0,0 1 0 0 0,1 0 0 0 0,-1-1 0 0 0,1 0 0 0 0,0 1 0 0 0,0-1 0 0 0,0 0 0 0 0,0 0 0 0 0,0 0 1 0 0,0 0-1 0 0,0 0 0 0 0,1-1 0 0 0,-1 1 0 0 0,1-1 0 0 0,-1 1 0 0 0,1-1 0 0 0,0 0 0 0 0,-1 0 0 0 0,1 0 0 0 0,0 0 0 0 0,0-1 0 0 0,0 1 0 0 0,4-1 0 0 0,-4 0 2 0 0,0-1 0 0 0,0 0-1 0 0,0 0 1 0 0,0 0 0 0 0,1-1 0 0 0,-1 1-1 0 0,-1-1 1 0 0,1 1 0 0 0,0-1-1 0 0,0 0 1 0 0,-1 0 0 0 0,1 0 0 0 0,-1-1-1 0 0,1 1 1 0 0,-1-1 0 0 0,0 1-1 0 0,0-1 1 0 0,0 0 0 0 0,-1 1-1 0 0,1-1 1 0 0,-1 0 0 0 0,2-4 0 0 0,8-21 112 0 0,-1 0 1 0 0,-1-1 0 0 0,-2 0 0 0 0,6-47 0 0 0,1-1-4379 0 0,6 2-9241 0 0,-15 66 9112 0 0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04:05.54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7 28 2521 0 0,'-7'-28'16150'0'0,"11"48"-15532"0"0,4 61 506 0 0,-7-56-1043 0 0,2 1 0 0 0,0-1 0 0 0,2 0 0 0 0,0 0 0 0 0,11 27 0 0 0,-16-51-80 0 0,0 0 0 0 0,1 0 0 0 0,-1-1 0 0 0,0 1 0 0 0,1 0 0 0 0,-1 0 0 0 0,0 0 0 0 0,1 0 0 0 0,-1-1 0 0 0,1 1 0 0 0,0 0 0 0 0,-1 0 0 0 0,1-1 0 0 0,0 1 0 0 0,-1 0 0 0 0,1-1 0 0 0,0 1 0 0 0,0-1 0 0 0,-1 1 0 0 0,1-1 0 0 0,0 1 0 0 0,0-1 0 0 0,0 0 0 0 0,0 1 0 0 0,0-1 0 0 0,-1 0 1 0 0,1 0-1 0 0,0 0 0 0 0,0 0 0 0 0,0 0 0 0 0,0 0 0 0 0,0 0 0 0 0,0 0 0 0 0,0 0 0 0 0,0 0 0 0 0,0 0 0 0 0,0 0 0 0 0,0-1 0 0 0,0 1 0 0 0,-1 0 0 0 0,1-1 0 0 0,0 1 0 0 0,0 0 0 0 0,0-1 0 0 0,-1 0 0 0 0,1 1 0 0 0,0-1 0 0 0,0 1 0 0 0,-1-1 0 0 0,1 0 0 0 0,0 1 0 0 0,-1-1 0 0 0,1 0 0 0 0,-1 0 0 0 0,1 1 0 0 0,0-2 0 0 0,7-9 21 0 0,0 1 0 0 0,0-1 0 0 0,7-15 0 0 0,-7 12 15 0 0,-4 8-32 0 0,1-1 0 0 0,0 1-1 0 0,0 0 1 0 0,11-11 0 0 0,-15 17 27 0 0,0-1 0 0 0,-1 0 0 0 0,1 1 0 0 0,0-1 0 0 0,0 1 0 0 0,-1-1 0 0 0,1 1-1 0 0,0-1 1 0 0,0 1 0 0 0,0 0 0 0 0,0-1 0 0 0,0 1 0 0 0,0 0 0 0 0,0 0 0 0 0,0-1 0 0 0,-1 1 0 0 0,1 0 0 0 0,0 0 0 0 0,0 0 0 0 0,0 0 0 0 0,0 0-1 0 0,0 0 1 0 0,0 1 0 0 0,0-1 0 0 0,0 0 0 0 0,0 0 0 0 0,0 1 0 0 0,0-1 0 0 0,0 1 0 0 0,-1-1 0 0 0,1 0 0 0 0,0 1 0 0 0,0 0 0 0 0,0-1-1 0 0,-1 1 1 0 0,1-1 0 0 0,0 1 0 0 0,-1 0 0 0 0,1 0 0 0 0,-1-1 0 0 0,1 1 0 0 0,0 0 0 0 0,-1 0 0 0 0,0 0 0 0 0,1-1 0 0 0,-1 1 0 0 0,0 0-1 0 0,1 0 1 0 0,-1 0 0 0 0,0 0 0 0 0,1 2 0 0 0,5 17 282 0 0,0 0-1 0 0,4 25 0 0 0,-1 14-4195 0 0,-6-42 1068 0 0,-3-16 2256 0 0,1 1 0 0 0,-1-1 0 0 0,0 1 0 0 0,0 0 1 0 0,0-1-1 0 0,0 1 0 0 0,0 0 0 0 0,0-1 0 0 0,0 1 0 0 0,0 0 0 0 0,-1-1 0 0 0,1 1 0 0 0,0-1 0 0 0,-1 1 0 0 0,0-1 0 0 0,1 1 0 0 0,-1-1 0 0 0,0 1 0 0 0,0-1 0 0 0,0 1 0 0 0,0-1 0 0 0,0 0 0 0 0,-1 2 0 0 0,-4 3-2181 0 0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04:05.906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25 232 2304 0 0,'-2'1'720'0'0,"0"1"-1"0"0,0-1 0 0 0,0 1 0 0 0,0 0 0 0 0,0-1 1 0 0,1 1-1 0 0,-1 0 0 0 0,0 0 0 0 0,1 0 0 0 0,0 0 1 0 0,-1 1-1 0 0,1-1 0 0 0,-1 3 0 0 0,2-5-607 0 0,0 0 0 0 0,0 0 0 0 0,0 1 0 0 0,0-1 0 0 0,0 0-1 0 0,0 0 1 0 0,0 0 0 0 0,0 0 0 0 0,0 1 0 0 0,0-1 0 0 0,1 0 0 0 0,-1 0 0 0 0,0 0 0 0 0,0 1 0 0 0,0-1-1 0 0,0 0 1 0 0,0 0 0 0 0,0 0 0 0 0,1 0 0 0 0,-1 0 0 0 0,0 0 0 0 0,0 1 0 0 0,0-1 0 0 0,0 0-1 0 0,1 0 1 0 0,-1 0 0 0 0,0 0 0 0 0,0 0 0 0 0,0 0 0 0 0,1 0 0 0 0,-1 0 0 0 0,0 0 0 0 0,0 0 0 0 0,0 0-1 0 0,0 0 1 0 0,1 0 0 0 0,-1 0 0 0 0,0 0 0 0 0,0 0 0 0 0,0 0 0 0 0,1 0 0 0 0,-1 0 0 0 0,0 0 0 0 0,0 0-1 0 0,1 0 1 0 0,21-10 1451 0 0,0-4-1070 0 0,0-1 1 0 0,-2-1-1 0 0,0-2 1 0 0,32-35 0 0 0,27-23-1096 0 0,-69 67-229 0 0,1 0 0 0 0,0 1 1 0 0,1 1-1 0 0,0 0 0 0 0,21-9 1 0 0,-32 16 410 0 0,19-6-4460 0 0,-10 7-1892 0 0,-5 3 3751 0 0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04:06.269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64 0 6241 0 0,'-2'1'740'0'0,"-1"0"0"0"0,1 0 0 0 0,0 0 0 0 0,-1 0 0 0 0,1 0 0 0 0,0 1 0 0 0,0-1 0 0 0,0 1 0 0 0,0-1 0 0 0,0 1 0 0 0,0 0 0 0 0,0-1 0 0 0,1 1 0 0 0,-1 0 0 0 0,-1 3 0 0 0,-1 1-209 0 0,1-1-1 0 0,1 1 0 0 0,-1 0 0 0 0,1 0 0 0 0,-3 12 0 0 0,1 0-573 0 0,2 1 1 0 0,0 0-1 0 0,1 21 0 0 0,0-20 55 0 0,0 34-85 0 0,1-52 59 0 0,0 1 0 0 0,1-1 0 0 0,-1 1 0 0 0,0-1 0 0 0,1 1 0 0 0,-1-1 0 0 0,1 0 0 0 0,0 1 0 0 0,0-1 0 0 0,0 0 0 0 0,0 0 0 0 0,0 1 0 0 0,0-1 0 0 0,1 0 0 0 0,2 3 0 0 0,-2-4 19 0 0,0-1 0 0 0,-1 1 0 0 0,1-1 0 0 0,0 0 0 0 0,0 0 1 0 0,0 0-1 0 0,-1 0 0 0 0,1 0 0 0 0,0 0 0 0 0,0 0 0 0 0,-1-1 0 0 0,1 1 1 0 0,0 0-1 0 0,-1-1 0 0 0,1 0 0 0 0,0 1 0 0 0,-1-1 0 0 0,1 0 0 0 0,-1 0 1 0 0,1 0-1 0 0,-1 0 0 0 0,1 0 0 0 0,1-2 0 0 0,33-26 292 0 0,83-94-862 0 0,-82 79-4732 0 0,-2 0-6634 0 0,-28 36 9346 0 0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04:06.622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1 226 2657 0 0,'12'-9'8017'0'0,"11"-17"-4989"0"0,23-35-358 0 0,-35 43-2417 0 0,1 1 0 0 0,1 1 0 0 0,0 0 0 0 0,1 1 0 0 0,1 0 0 0 0,20-15 0 0 0,-28 28 1431 0 0,-16 15-826 0 0,-19 16-376 0 0,18-21-443 0 0,1 0 1 0 0,0 1-1 0 0,1 0 0 0 0,0 0 1 0 0,0 0-1 0 0,1 1 0 0 0,0 1 0 0 0,0-1 1 0 0,2 1-1 0 0,-1 0 0 0 0,1 0 0 0 0,1 1 1 0 0,0-1-1 0 0,0 1 0 0 0,2 0 0 0 0,-1 0 1 0 0,0 16-1 0 0,1-9 160 0 0,1-1 0 0 0,2 37 0 0 0,-1-52-166 0 0,0 0-1 0 0,0 0 0 0 0,1 0 1 0 0,-1 0-1 0 0,0-1 1 0 0,1 1-1 0 0,0 0 0 0 0,0 0 1 0 0,0 0-1 0 0,0 0 0 0 0,0 0 1 0 0,0-1-1 0 0,1 1 0 0 0,0-1 1 0 0,-1 1-1 0 0,1-1 0 0 0,0 1 1 0 0,0-1-1 0 0,0 0 0 0 0,0 0 1 0 0,1 0-1 0 0,-1 0 0 0 0,0 0 1 0 0,1-1-1 0 0,0 1 0 0 0,-1-1 1 0 0,4 2-1 0 0,-1-3-7 0 0,0 0 1 0 0,1 0-1 0 0,-1-1 0 0 0,-1 1 1 0 0,1-1-1 0 0,0-1 0 0 0,0 1 1 0 0,0 0-1 0 0,0-1 1 0 0,-1 0-1 0 0,1 0 0 0 0,-1-1 1 0 0,1 1-1 0 0,-1-1 0 0 0,0 0 1 0 0,6-6-1 0 0,4-2-43 0 0,-2-1 1 0 0,1 0-1 0 0,15-21 0 0 0,-7 5-471 0 0,23-31-4900 0 0,-18 18-6047 0 0,-26 39 11263 0 0,1 1-1 0 0,-1 0 1 0 0,1 0 0 0 0,-1-1 0 0 0,0 1 0 0 0,1 0-1 0 0,-1-1 1 0 0,0 1 0 0 0,0 0 0 0 0,0 0 0 0 0,0-1-1 0 0,0 1 1 0 0,-1 0 0 0 0,1-1 0 0 0,0 1 0 0 0,-1 0-1 0 0,1-1 1 0 0,0 1 0 0 0,-2-2 0 0 0,0-5-548 0 0,3-5-1117 0 0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04:06.956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29 5 3441 0 0,'0'0'317'0'0,"-1"-1"1"0"0,1 1-1 0 0,-1-1 1 0 0,0 1-1 0 0,1 0 0 0 0,-1-1 1 0 0,1 1-1 0 0,-1 0 1 0 0,0-1-1 0 0,1 1 1 0 0,-1 0-1 0 0,0 0 1 0 0,1-1-1 0 0,-1 1 0 0 0,0 0 1 0 0,0 0-1 0 0,1 0 1 0 0,-1 0-1 0 0,0 0 1 0 0,1 0-1 0 0,-1 0 1 0 0,0 0-1 0 0,1 0 0 0 0,-1 1 1 0 0,0-1-1 0 0,1 0 1 0 0,-1 0-1 0 0,0 1 1 0 0,1-1-1 0 0,-1 0 1 0 0,0 1-1 0 0,1-1 0 0 0,-1 0 1 0 0,1 1-1 0 0,-1-1 1 0 0,1 1-1 0 0,-1-1 1 0 0,1 1-1 0 0,-1-1 1 0 0,1 1-1 0 0,-1 0 1 0 0,-2 15 4065 0 0,3 4-3551 0 0,4 20-276 0 0,1 0 0 0 0,2-1 0 0 0,1 0 1 0 0,3 0-1 0 0,1-1 0 0 0,17 39 0 0 0,-11-38-2682 0 0,2 0-1 0 0,46 68 1 0 0,-88-141-15367 0 0,10 17 15963 0 0</inkml:trace>
  <inkml:trace contextRef="#ctx0" brushRef="#br0" timeOffset="0.98">88 263 2737 0 0,'1'-3'871'0'0,"0"1"0"0"0,0-1 1 0 0,0 0-1 0 0,0 1 0 0 0,0 0 1 0 0,0-1-1 0 0,0 1 0 0 0,1 0 1 0 0,-1-1-1 0 0,3-1 0 0 0,23-18 5066 0 0,45-8-1394 0 0,-20 9-3944 0 0,-31 10-642 0 0,21-12-1833 0 0,-25 7-3201 0 0,-8-3-4899 0 0,-8 12 5228 0 0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04:20.522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0 156 1344 0 0,'6'-8'218'0'0,"-1"1"0"0"0,1-1 0 0 0,-2 0 0 0 0,1-1 0 0 0,3-10 0 0 0,24-41 816 0 0,-29 56-685 0 0,0-1 1 0 0,1 0-1 0 0,-1 1 0 0 0,1 0 0 0 0,0 0 0 0 0,5-4 1 0 0,-8 8-250 0 0,-1 0 1 0 0,0-1 0 0 0,1 1-1 0 0,-1 0 1 0 0,1 0 0 0 0,-1 0-1 0 0,1-1 1 0 0,-1 1 0 0 0,1 0-1 0 0,-1 0 1 0 0,1 0 0 0 0,-1 0-1 0 0,1 0 1 0 0,-1 0 0 0 0,1 0-1 0 0,-1 0 1 0 0,1 0 0 0 0,-1 0-1 0 0,1 0 1 0 0,-1 0 0 0 0,1 0-1 0 0,-1 0 1 0 0,1 0 0 0 0,-1 1-1 0 0,0-1 1 0 0,1 0 0 0 0,0 1-1 0 0,0 0 62 0 0,0 0-1 0 0,0 0 1 0 0,0 1-1 0 0,-1-1 0 0 0,1 0 1 0 0,0 1-1 0 0,-1-1 1 0 0,1 1-1 0 0,-1-1 0 0 0,1 1 1 0 0,-1-1-1 0 0,0 1 1 0 0,1-1-1 0 0,-1 2 0 0 0,21 235 4427 0 0,-19 1-6339 0 0,-3-220 796 0 0,2-11-333 0 0,-1 1 0 0 0,0-1 0 0 0,-1 0 1 0 0,0 0-1 0 0,-1 1 0 0 0,-3 11 0 0 0,5-20 1242 0 0,0 0 1 0 0,0 0-1 0 0,0 1 1 0 0,0-1-1 0 0,0 0 1 0 0,0 0-1 0 0,-1 0 1 0 0,1 1-1 0 0,0-1 1 0 0,0 0-1 0 0,0 0 1 0 0,0 0-1 0 0,0 0 1 0 0,-1 0-1 0 0,1 1 1 0 0,0-1-1 0 0,0 0 1 0 0,0 0-1 0 0,0 0 0 0 0,-1 0 1 0 0,1 0-1 0 0,0 0 1 0 0,0 0-1 0 0,0 0 1 0 0,-1 0-1 0 0,1 0 1 0 0,0 1-1 0 0,0-1 1 0 0,0 0-1 0 0,-1 0 1 0 0,1 0-1 0 0,0 0 1 0 0,0-1-1 0 0,0 1 1 0 0,-1 0-1 0 0,1 0 1 0 0,0 0-1 0 0,0 0 1 0 0,0 0-1 0 0,-1 0 0 0 0,1 0 1 0 0,0 0-1 0 0,0 0 1 0 0,0 0-1 0 0,0 0 1 0 0,-1-1-1 0 0,0 1-116 0 0,-2-2-1365 0 0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04:20.888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1 178 3305 0 0,'0'3'7252'0'0,"13"-4"-5031"0"0,18-7-1629 0 0,6-13-545 0 0,42-30 1 0 0,-56 33-2191 0 0,2 2 0 0 0,-1 1 0 0 0,2 1 0 0 0,52-20 0 0 0,-63 31 1456 0 0,5 6-792 0 0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04:21.234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104 1 2561 0 0,'0'0'224'0'0,"-1"0"1"0"0,0 1 0 0 0,1-1-1 0 0,-1 1 1 0 0,0-1 0 0 0,1 1-1 0 0,-1 0 1 0 0,1-1-1 0 0,-1 1 1 0 0,1 0 0 0 0,-1-1-1 0 0,1 1 1 0 0,0 0 0 0 0,-1-1-1 0 0,1 1 1 0 0,0 0 0 0 0,-1 0-1 0 0,1 0 1 0 0,0-1 0 0 0,0 1-1 0 0,0 0 1 0 0,0 0 0 0 0,0 0-1 0 0,0-1 1 0 0,0 1 0 0 0,0 0-1 0 0,0 0 1 0 0,0 1 0 0 0,2 28 1927 0 0,-2-27-1855 0 0,35 201 2808 0 0,-15-110-5286 0 0,-5 1-4827 0 0,-15-93 6746 0 0,0 1-1 0 0,0-1 0 0 0,0 1 1 0 0,0-1-1 0 0,0 1 0 0 0,-1-1 1 0 0,1 0-1 0 0,-1 1 1 0 0,0-1-1 0 0,1 1 0 0 0,-2 1 1 0 0,-1 9-1540 0 0</inkml:trace>
  <inkml:trace contextRef="#ctx0" brushRef="#br0" timeOffset="1">11 515 3257 0 0,'-4'20'1120'0'0,"1"0"0"0"0,1 0 0 0 0,0 0 1 0 0,3 41-1 0 0,11 12-1504 0 0,-9-64-382 0 0,0 1 1 0 0,0-1 0 0 0,1 0 0 0 0,9 15 0 0 0,-13-23 725 0 0,0-1 0 0 0,0 0 0 0 0,0 0 0 0 0,0 0 0 0 0,0 1 0 0 0,0-1 0 0 0,0 0 0 0 0,0 0 0 0 0,0 0 0 0 0,0 1 0 0 0,0-1 0 0 0,0 0 0 0 0,0 0 0 0 0,0 0 0 0 0,0 1 0 0 0,1-1 0 0 0,-1 0 0 0 0,0 0 1 0 0,0 0-1 0 0,0 0 0 0 0,0 0 0 0 0,0 1 0 0 0,1-1 0 0 0,-1 0 0 0 0,0 0 0 0 0,0 0 0 0 0,0 0 0 0 0,1 0 0 0 0,-1 0 0 0 0,0 0 0 0 0,0 0 0 0 0,0 0 0 0 0,0 0 0 0 0,1 0 0 0 0,-1 0 0 0 0,0 1 0 0 0,0-1 0 0 0,1-1 0 0 0,-1 1 0 0 0,0 0 1 0 0,0 0-1 0 0,0 0 0 0 0,1 0 0 0 0,-1 0 0 0 0,0 0 0 0 0,0 0 0 0 0,0 0 0 0 0,0 0 0 0 0,1 0 0 0 0,-1 0 0 0 0,0 0 0 0 0,0 0 0 0 0,0-1 0 0 0,0 1 0 0 0,1 0 0 0 0,-1 0 0 0 0,0 0 0 0 0,0-1 0 0 0,3 0-547 0 0,4 8-676 0 0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04:21.597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1 142 1712 0 0,'0'0'81'0'0,"0"0"0"0"0,0 1 0 0 0,0-1 0 0 0,0 0 0 0 0,0 0 0 0 0,0 1 0 0 0,0-1-1 0 0,0 0 1 0 0,1 0 0 0 0,-1 1 0 0 0,0-1 0 0 0,0 0 0 0 0,0 0 0 0 0,0 1 0 0 0,0-1-1 0 0,1 0 1 0 0,-1 0 0 0 0,0 0 0 0 0,0 1 0 0 0,0-1 0 0 0,1 0 0 0 0,-1 0 0 0 0,0 0-1 0 0,0 0 1 0 0,1 0 0 0 0,-1 1 0 0 0,0-1 0 0 0,0 0 0 0 0,1 0 0 0 0,-1 0 0 0 0,0 0-1 0 0,0 0 1 0 0,1 0 0 0 0,-1 0 0 0 0,0 0 0 0 0,1 0 0 0 0,-1 0 0 0 0,0 0 0 0 0,0 0 0 0 0,1 0-1 0 0,-1 0 1 0 0,0 0 0 0 0,0 0 0 0 0,1 0 0 0 0,-1-1 0 0 0,0 1 0 0 0,0 0 0 0 0,1 0-1 0 0,-1 0 1 0 0,0 0 0 0 0,0 0 0 0 0,1-1 0 0 0,-1 1 0 0 0,0 0 0 0 0,0 0 0 0 0,0 0-1 0 0,0-1 1 0 0,1 1 0 0 0,-1 0 0 0 0,0 0 0 0 0,0-1 0 0 0,0 1 0 0 0,0 0 0 0 0,0-1-1 0 0,14-9 1110 0 0,-2-1-1 0 0,23-24 1 0 0,-22 20-528 0 0,2 0 1 0 0,23-18 0 0 0,-34 30-553 0 0,0 0 1 0 0,0 1 0 0 0,0-1 0 0 0,0 1-1 0 0,1 0 1 0 0,-1 0 0 0 0,0 1 0 0 0,1-1-1 0 0,0 1 1 0 0,-1 0 0 0 0,1 0 0 0 0,0 1-1 0 0,-1-1 1 0 0,1 1 0 0 0,8 1 0 0 0,-11 0-22 0 0,1 0 0 0 0,0 0 0 0 0,0 1 0 0 0,-1-1 0 0 0,1 1 1 0 0,-1 0-1 0 0,1-1 0 0 0,-1 1 0 0 0,0 0 0 0 0,0 1 0 0 0,0-1 0 0 0,0 0 1 0 0,0 1-1 0 0,0-1 0 0 0,-1 1 0 0 0,1-1 0 0 0,-1 1 0 0 0,0 0 0 0 0,1 0 1 0 0,-1 0-1 0 0,-1-1 0 0 0,2 6 0 0 0,2 5-331 0 0,-1 0 0 0 0,0 0 0 0 0,1 24 1 0 0,-5 2-3034 0 0,-9-1-3933 0 0,10-37 7132 0 0,-1 0 0 0 0,1-1 0 0 0,0 1 1 0 0,-1-1-1 0 0,1 0 0 0 0,-1 1 0 0 0,1-1 0 0 0,-1 1 0 0 0,1-1 0 0 0,-1 0 0 0 0,0 1 0 0 0,1-1 0 0 0,-1 0 0 0 0,1 0 0 0 0,-1 0 0 0 0,0 1 0 0 0,1-1 0 0 0,-1 0 0 0 0,0 0 0 0 0,1 0 0 0 0,-1 0 0 0 0,0 0 0 0 0,1 0 0 0 0,-1 0 0 0 0,0 0 0 0 0,1 0 0 0 0,-1-1 0 0 0,1 1 0 0 0,-1 0 0 0 0,0 0 1 0 0,0-1-1 0 0,-4 1-470 0 0,-2 5-1048 0 0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04:21.96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7 79 3425 0 0,'-1'2'350'0'0,"0"0"-1"0"0,1-1 1 0 0,-1 1 0 0 0,0 0 0 0 0,0 0 0 0 0,1 0-1 0 0,-1 0 1 0 0,1-1 0 0 0,0 1 0 0 0,0 0-1 0 0,-1 0 1 0 0,1 0 0 0 0,0 0 0 0 0,0 0 0 0 0,1 3-1 0 0,0-4-158 0 0,-1 0 0 0 0,0 0 0 0 0,1 0 0 0 0,-1-1 0 0 0,1 1 0 0 0,0 0 0 0 0,-1 0 0 0 0,1-1 0 0 0,0 1 0 0 0,-1 0 0 0 0,1-1 0 0 0,0 1 0 0 0,0 0 0 0 0,0-1 0 0 0,-1 1 0 0 0,1-1 0 0 0,0 1 0 0 0,0-1 0 0 0,0 0 0 0 0,0 1 0 0 0,2-1 0 0 0,1 1 13 0 0,1-1-1 0 0,-1 0 1 0 0,1 0-1 0 0,0 0 1 0 0,-1 0-1 0 0,1-1 1 0 0,-1 1-1 0 0,1-1 0 0 0,-1-1 1 0 0,1 1-1 0 0,4-2 1 0 0,19-11-889 0 0,45-28 0 0 0,-19 10-5444 0 0,-22 8 645 0 0,-22 17 3418 0 0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04:22.369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60 117 1704 0 0,'-23'10'1442'0'0,"23"-9"-1255"0"0,-1-1 1 0 0,0 1 0 0 0,1 0 0 0 0,-1-1-1 0 0,0 1 1 0 0,0 0 0 0 0,0-1-1 0 0,0 1 1 0 0,0-1 0 0 0,0 1-1 0 0,0-1 1 0 0,0 0 0 0 0,0 1 0 0 0,0-1-1 0 0,0 0 1 0 0,0 1 0 0 0,0-1-1 0 0,0 0 1 0 0,0 0 0 0 0,0 0 0 0 0,0 0-1 0 0,0 0 1 0 0,0 0 0 0 0,0-1-1 0 0,0 1 1 0 0,0 0 0 0 0,0 0-1 0 0,0-1 1 0 0,0 1 0 0 0,0-1 0 0 0,0 1-1 0 0,0-1 1 0 0,0 1 0 0 0,1-1-1 0 0,-1 1 1 0 0,0-1 0 0 0,0 0 0 0 0,0 0-1 0 0,14 3 2757 0 0,34-8-2046 0 0,-35 1-788 0 0,-1 0-1 0 0,0-1 1 0 0,-1 0-1 0 0,1 0 1 0 0,-1-2-1 0 0,-1 1 1 0 0,1-1-1 0 0,-1 0 0 0 0,-1-1 1 0 0,1 0-1 0 0,13-20 1 0 0,-12 17-21 0 0,-10 12-120 0 0,0 0-1 0 0,0-1 1 0 0,0 1-1 0 0,0 0 0 0 0,0 0 1 0 0,0 0-1 0 0,0-1 1 0 0,0 1-1 0 0,0 0 1 0 0,0 0-1 0 0,0 0 0 0 0,0-1 1 0 0,0 1-1 0 0,1 0 1 0 0,-1 0-1 0 0,0 0 1 0 0,0-1-1 0 0,0 1 0 0 0,0 0 1 0 0,0 0-1 0 0,1 0 1 0 0,-1 0-1 0 0,0 0 0 0 0,0 0 1 0 0,0-1-1 0 0,1 1 1 0 0,-1 0-1 0 0,0 0 1 0 0,0 0-1 0 0,0 0 0 0 0,1 0 1 0 0,-1 0-1 0 0,0 0 1 0 0,0 0-1 0 0,0 0 1 0 0,1 0-1 0 0,-1 0 0 0 0,0 0 1 0 0,0 0-1 0 0,1 0 1 0 0,-1 0-1 0 0,0 0 0 0 0,0 0 1 0 0,0 0-1 0 0,1 0 1 0 0,-1 0-1 0 0,0 1 1 0 0,0-1-1 0 0,0 0 0 0 0,1 0 1 0 0,-1 11-7054 0 0,0-6 3640 0 0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04:22.889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1 116 2889 0 0,'0'1'168'0'0,"0"-1"1"0"0,1 1 0 0 0,-1 0 0 0 0,0 0 0 0 0,1 0 0 0 0,-1-1 0 0 0,1 1 0 0 0,0 0-1 0 0,-1 0 1 0 0,1-1 0 0 0,0 1 0 0 0,-1-1 0 0 0,1 1 0 0 0,0 0 0 0 0,-1-1 0 0 0,1 1-1 0 0,0-1 1 0 0,0 0 0 0 0,0 1 0 0 0,0-1 0 0 0,0 0 0 0 0,-1 1 0 0 0,1-1-1 0 0,0 0 1 0 0,0 0 0 0 0,0 0 0 0 0,0 0 0 0 0,0 0 0 0 0,0 0 0 0 0,0 0 0 0 0,0 0-1 0 0,0 0 1 0 0,0 0 0 0 0,-1 0 0 0 0,1-1 0 0 0,0 1 0 0 0,0 0 0 0 0,0-1 0 0 0,1 1-1 0 0,44-13 855 0 0,-42 12-703 0 0,9-5-205 0 0,1 0 0 0 0,-1-1 0 0 0,0 0 0 0 0,-1-1 0 0 0,0-1 0 0 0,16-13 0 0 0,29-21-7325 0 0,-47 38 4541 0 0,-9 8 1245 0 0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04:23.311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45 0 2080 0 0,'-5'6'546'0'0,"0"1"0"0"0,1-1-1 0 0,-1 1 1 0 0,1 0-1 0 0,1 0 1 0 0,0 1-1 0 0,0-1 1 0 0,0 1-1 0 0,1-1 1 0 0,0 1 0 0 0,0 0-1 0 0,1 0 1 0 0,0 0-1 0 0,0 12 1 0 0,0-10-484 0 0,1 0 1 0 0,1 0-1 0 0,0 0 1 0 0,0-1 0 0 0,1 1-1 0 0,0 0 1 0 0,0 0-1 0 0,1-1 1 0 0,1 1-1 0 0,0-1 1 0 0,6 12-1 0 0,-8-19-504 0 0,0 0 0 0 0,0 0 1 0 0,1 1-1 0 0,-1-1 0 0 0,1-1 0 0 0,-1 1 0 0 0,1 0 0 0 0,0 0 0 0 0,-1-1 0 0 0,5 2 0 0 0,-6-3 358 0 0,-1 1 1 0 0,1-1-1 0 0,0 0 0 0 0,-1 1 0 0 0,1-1 0 0 0,0 0 1 0 0,0 0-1 0 0,-1 1 0 0 0,1-1 0 0 0,0 0 1 0 0,0 0-1 0 0,-1 0 0 0 0,1 0 0 0 0,0 0 1 0 0,0 0-1 0 0,-1 0 0 0 0,1 0 0 0 0,0-1 1 0 0,0 1-1 0 0,-1 0 0 0 0,1 0 0 0 0,0-1 1 0 0,-1 1-1 0 0,1 0 0 0 0,0-1 0 0 0,-1 1 0 0 0,1 0 1 0 0,0-1-1 0 0,-1 1 0 0 0,1-1 0 0 0,-1 1 1 0 0,1-1-1 0 0,-1 0 0 0 0,1 1 0 0 0,-1-1 1 0 0,1 1-1 0 0,-1-1 0 0 0,0 0 0 0 0,1 1 1 0 0,-1-1-1 0 0,0 0 0 0 0,1 0 0 0 0,-1 1 1 0 0,0-1-1 0 0,0 0 0 0 0,0 0 0 0 0,0-1 0 0 0,1-13-628 0 0,2 3-444 0 0</inkml:trace>
  <inkml:trace contextRef="#ctx0" brushRef="#br0" timeOffset="1">123 34 1848 0 0,'2'3'670'0'0,"0"-1"-1"0"0,0 1 0 0 0,-1 0 0 0 0,1 1 1 0 0,-1-1-1 0 0,1 0 0 0 0,-1 0 0 0 0,1 6 0 0 0,8 39 1625 0 0,-3-14-1631 0 0,-3-21-723 0 0,4 17-939 0 0,-8-13-4981 0 0,-13-21 4053 0 0,9 6 481 0 0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04:23.674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10 159 2553 0 0,'-9'10'3184'0'0,"15"-4"-169"0"0,-5-5-2809 0 0,1-1-1 0 0,0 1 0 0 0,0-1 1 0 0,0 0-1 0 0,0 0 1 0 0,0 0-1 0 0,0 0 0 0 0,0 0 1 0 0,0-1-1 0 0,0 1 1 0 0,0-1-1 0 0,3 0 0 0 0,28-16 732 0 0,0-1 1 0 0,48-37-1 0 0,-26 17-2945 0 0,2 3-4187 0 0,-42 26 2965 0 0,-10 7 1109 0 0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04:24.061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3 223 4337 0 0,'0'1'180'0'0,"-1"-1"1"0"0,1 1 0 0 0,0 0-1 0 0,-1 0 1 0 0,1 0-1 0 0,0 0 1 0 0,0 0-1 0 0,0 0 1 0 0,0 0 0 0 0,0-1-1 0 0,0 1 1 0 0,0 0-1 0 0,0 0 1 0 0,0 0-1 0 0,1 0 1 0 0,-1 0 0 0 0,0 0-1 0 0,0-1 1 0 0,1 1-1 0 0,-1 0 1 0 0,1 0-1 0 0,-1 0 1 0 0,1-1-1 0 0,-1 1 1 0 0,1 0 0 0 0,-1 0-1 0 0,1-1 1 0 0,0 1-1 0 0,-1-1 1 0 0,2 2-1 0 0,0-1 13 0 0,1-1 0 0 0,-1 1 0 0 0,0 0 0 0 0,0-1 0 0 0,0 0 0 0 0,1 1 0 0 0,-1-1 0 0 0,0 0 0 0 0,0 0 0 0 0,1-1-1 0 0,-1 1 1 0 0,3-1 0 0 0,4-1 110 0 0,0 0-1 0 0,0-1 0 0 0,0 0 1 0 0,0 0-1 0 0,9-6 0 0 0,32-25 127 0 0,-1-2 1 0 0,68-66-1 0 0,-61 50-4535 0 0,-48 47 403 0 0,-22 18-2062 0 0,3-11 4935 0 0,0 5-174 0 0</inkml:trace>
  <inkml:trace contextRef="#ctx0" brushRef="#br0" timeOffset="1">279 128 1568 0 0,'-5'6'397'0'0,"0"0"-1"0"0,1 0 0 0 0,0 0 0 0 0,1 1 1 0 0,-1-1-1 0 0,1 1 0 0 0,0 0 0 0 0,1 0 0 0 0,0 0 1 0 0,0 0-1 0 0,0 0 0 0 0,1 1 0 0 0,0 9 1 0 0,-1 4 775 0 0,2-1 0 0 0,0 1 0 0 0,6 32 0 0 0,1-31-2295 0 0,-7-21 1010 0 0,1-1 0 0 0,-1 0 0 0 0,0 0 0 0 0,0 1 0 0 0,1-1 0 0 0,-1 0 0 0 0,0 0 0 0 0,1 0 0 0 0,-1 0 0 0 0,0 1 0 0 0,1-1 0 0 0,-1 0 0 0 0,0 0 1 0 0,1 0-1 0 0,-1 0 0 0 0,0 0 0 0 0,1 0 0 0 0,-1 0 0 0 0,1 0 0 0 0,-1 0 0 0 0,0 0 0 0 0,1 0 0 0 0,-1 0 0 0 0,0 0 0 0 0,1 0 0 0 0,-1 0 0 0 0,0 0 0 0 0,1-1 0 0 0,-1 1 0 0 0,0 0 0 0 0,1 0 0 0 0,-1 0 0 0 0,0 0 0 0 0,1-1 0 0 0,-1 1 0 0 0,0 0 0 0 0,0 0 0 0 0,1-1 0 0 0,-1 1 0 0 0,0 0 0 0 0,0-1 0 0 0,1 1 0 0 0,-1 0 0 0 0,0 0 0 0 0,0-1 1 0 0,0 1-1 0 0,0 0 0 0 0,0-1 0 0 0,0 1 0 0 0,1-1 0 0 0,-1 1 0 0 0,0 0 0 0 0,0-1 0 0 0,0 1 0 0 0,0 0 0 0 0,0-1 0 0 0,0 0 0 0 0,2-19-1827 0 0,-3 12 1415 0 0,4-7-851 0 0</inkml:trace>
  <inkml:trace contextRef="#ctx0" brushRef="#br0" timeOffset="2">341 98 2833 0 0,'23'109'7889'0'0,"-3"-20"-6002"0"0,-20-85-2027 0 0,9 37-661 0 0,4-21-4519 0 0,-10-25 1727 0 0,1 1 1438 0 0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04:24.452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1 242 4209 0 0,'34'-17'4311'0'0,"10"-7"-2773"0"0,-14-1-650 0 0,33-35-1 0 0,-53 49-800 0 0,0 0 0 0 0,-1 0 0 0 0,0-1 0 0 0,-1 0 0 0 0,-1-1-1 0 0,10-20 1 0 0,-17 33-76 0 0,1 0 1 0 0,-1 0-1 0 0,0 0 0 0 0,0-1 0 0 0,0 1 0 0 0,1 0 0 0 0,-1 0 0 0 0,0 0 0 0 0,0-1 1 0 0,0 1-1 0 0,1 0 0 0 0,-1 0 0 0 0,0-1 0 0 0,0 1 0 0 0,0 0 0 0 0,0 0 0 0 0,0-1 1 0 0,0 1-1 0 0,1 0 0 0 0,-1-1 0 0 0,0 1 0 0 0,0 0 0 0 0,0 0 0 0 0,0-1 0 0 0,0 1 1 0 0,0 0-1 0 0,0-1 0 0 0,0 1 0 0 0,0 0 0 0 0,0 0 0 0 0,-1-1 0 0 0,1 1 0 0 0,0 0 1 0 0,0 0-1 0 0,0-1 0 0 0,0 1 0 0 0,0 0 0 0 0,0 0 0 0 0,-1-1 0 0 0,1 1 0 0 0,0 0 1 0 0,0 0-1 0 0,0-1 0 0 0,-1 1 0 0 0,1 0 0 0 0,0 0 0 0 0,0 0 0 0 0,0 0 0 0 0,-1-1 1 0 0,1 1-1 0 0,0 0 0 0 0,-1 0 0 0 0,-16 11 263 0 0,-18 25-129 0 0,23-22-68 0 0,2 0 1 0 0,-1 1 0 0 0,2 0 0 0 0,0 1 0 0 0,1 0 0 0 0,0 0 0 0 0,2 1 0 0 0,0 0 0 0 0,0 0 0 0 0,2 1 0 0 0,0-1-1 0 0,1 1 1 0 0,1 0 0 0 0,0 0 0 0 0,2 0 0 0 0,0 0 0 0 0,1 0 0 0 0,6 32 0 0 0,-6-43-43 0 0,24 113 226 0 0,-21-107-205 0 0,0-1 0 0 0,1 1-1 0 0,0-1 1 0 0,0 1 0 0 0,2-2 0 0 0,-1 1 0 0 0,9 10 0 0 0,-13-20-38 0 0,-1 0 1 0 0,0-1 0 0 0,0 0 0 0 0,1 1 0 0 0,-1-1 0 0 0,1 0-1 0 0,-1 1 1 0 0,1-1 0 0 0,0 0 0 0 0,-1 0 0 0 0,1-1-1 0 0,0 1 1 0 0,0 0 0 0 0,0 0 0 0 0,-1-1 0 0 0,1 1-1 0 0,0-1 1 0 0,0 0 0 0 0,0 1 0 0 0,0-1 0 0 0,0 0-1 0 0,0 0 1 0 0,3-1 0 0 0,-1 0 14 0 0,-1 0 1 0 0,1 0-1 0 0,0-1 0 0 0,0 1 0 0 0,-1-1 1 0 0,1 0-1 0 0,-1 0 0 0 0,0-1 0 0 0,1 1 1 0 0,4-6-1 0 0,2-2 37 0 0,-1 0-1 0 0,0-1 1 0 0,-1 0-1 0 0,0 0 1 0 0,11-22 0 0 0,13-33-823 0 0,-19 39-9013 0 0,-15 22 6164 0 0,-10-6 2473 0 0,8 9-297 0 0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04:24.815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5 124 3689 0 0,'-1'0'106'0'0,"1"0"1"0"0,0 0-1 0 0,0 0 1 0 0,-1 0 0 0 0,1 0-1 0 0,0 0 1 0 0,0 0-1 0 0,0 1 1 0 0,-1-1-1 0 0,1 0 1 0 0,0 0-1 0 0,0 0 1 0 0,0 0-1 0 0,0 1 1 0 0,-1-1-1 0 0,1 0 1 0 0,0 0 0 0 0,0 0-1 0 0,0 1 1 0 0,0-1-1 0 0,0 0 1 0 0,0 0-1 0 0,0 0 1 0 0,0 1-1 0 0,0-1 1 0 0,0 0-1 0 0,-1 0 1 0 0,1 1 0 0 0,0-1-1 0 0,0 0 1 0 0,0 0-1 0 0,1 1 1 0 0,-1-1-1 0 0,0 0 1 0 0,0 0-1 0 0,0 1 1 0 0,0-1-1 0 0,0 0 1 0 0,0 0 0 0 0,0 0-1 0 0,0 1 1 0 0,0-1-1 0 0,0 0 1 0 0,1 0-1 0 0,-1 0 1 0 0,0 1-1 0 0,0-1 1 0 0,0 0-1 0 0,0 0 1 0 0,1 0-1 0 0,-1 0 1 0 0,0 1 0 0 0,0-1-1 0 0,0 0 1 0 0,1 0-1 0 0,-1 0 1 0 0,0 0-1 0 0,1 0 1 0 0,16 11 1594 0 0,-12-11-1561 0 0,1-1 1 0 0,-1 1 0 0 0,1-1-1 0 0,-1 0 1 0 0,1-1 0 0 0,-1 1-1 0 0,8-4 1 0 0,-6 1-678 0 0,0 1-1 0 0,0-2 1 0 0,0 1 0 0 0,11-10 0 0 0,-10 7-460 0 0,0-1 0 0 0,0-1-1 0 0,-1 1 1 0 0,0-1 0 0 0,-1-1 0 0 0,0 1 0 0 0,8-16 0 0 0,-5 6-669 0 0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04:25.21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9 205 4177 0 0,'-1'1'399'0'0,"0"0"1"0"0,1 0-1 0 0,-1 0 0 0 0,0 0 1 0 0,1 0-1 0 0,-1 0 0 0 0,0 0 1 0 0,1 0-1 0 0,-1 1 0 0 0,1-1 1 0 0,0 0-1 0 0,0 0 0 0 0,-1 1 1 0 0,1-1-1 0 0,0 2 0 0 0,4 1 1245 0 0,5-13-1366 0 0,46-62-1924 0 0,-30 43-2203 0 0,44-39-1 0 0,-56 60 2971 0 0,7 6-673 0 0</inkml:trace>
  <inkml:trace contextRef="#ctx0" brushRef="#br0" timeOffset="1">189 1 2633 0 0,'-2'1'340'0'0,"0"1"0"0"0,0 0 0 0 0,0 0 1 0 0,1 1-1 0 0,-1-1 0 0 0,1 0 1 0 0,-1 0-1 0 0,1 1 0 0 0,0-1 1 0 0,0 1-1 0 0,0-1 0 0 0,0 1 0 0 0,1-1 1 0 0,-1 1-1 0 0,1 0 0 0 0,-1-1 1 0 0,1 1-1 0 0,0 0 0 0 0,0-1 1 0 0,0 1-1 0 0,1 0 0 0 0,0 4 0 0 0,15 62 1974 0 0,-15-64-2138 0 0,48 148 1047 0 0,3 8-3272 0 0,-22-53-7385 0 0,-25-95 7289 0 0</inkml:trace>
  <inkml:trace contextRef="#ctx0" brushRef="#br0" timeOffset="2">509 419 6225 0 0,'-2'13'2649'0'0,"1"3"-729"0"0,-1 6-599 0 0,1-4-441 0 0,-1-4-408 0 0,-1 1-248 0 0,-2-3-144 0 0,2-3-88 0 0,0 0-160 0 0,-1-1-264 0 0,2-3-464 0 0,1-1-705 0 0,-2-2-831 0 0,-3-10-2233 0 0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04:25.842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8 82 2841 0 0,'-8'4'2748'0'0,"11"-4"-189"0"0,18-9-347 0 0,5-10-502 0 0,-19 12-1499 0 0,0 1 1 0 0,1 0-1 0 0,-1 1 1 0 0,1 0-1 0 0,0 0 1 0 0,1 0 0 0 0,-1 1-1 0 0,1 1 1 0 0,0-1-1 0 0,0 2 1 0 0,12-4-1 0 0,-19 7-175 0 0,1 0-1 0 0,-1-1 1 0 0,0 1-1 0 0,0 0 0 0 0,0 0 1 0 0,0 0-1 0 0,0 0 1 0 0,0 1-1 0 0,0-1 1 0 0,0 1-1 0 0,0-1 0 0 0,0 1 1 0 0,-1-1-1 0 0,1 1 1 0 0,-1 0-1 0 0,1 0 0 0 0,-1 0 1 0 0,0 0-1 0 0,0 0 1 0 0,0 0-1 0 0,0 0 0 0 0,0 0 1 0 0,0 1-1 0 0,0-1 1 0 0,-1 0-1 0 0,1 0 0 0 0,-1 1 1 0 0,0 2-1 0 0,10 70-17 0 0,-10-73-20 0 0,2 33-555 0 0,-2 0-1 0 0,-2 0 1 0 0,-1-1 0 0 0,-2 1-1 0 0,-12 47 1 0 0,7-63 148 0 0,5-33 359 0 0,3-34 850 0 0,2 40-578 0 0,1 0 0 0 0,1-1 0 0 0,-1 1 0 0 0,2 0 1 0 0,-1 0-1 0 0,1 1 0 0 0,0-1 0 0 0,0 0 0 0 0,8-12 0 0 0,-9 18-214 0 0,0-1 0 0 0,0 1 0 0 0,1-1 0 0 0,-1 1 1 0 0,1 0-1 0 0,-1-1 0 0 0,1 1 0 0 0,-1 1 0 0 0,1-1 0 0 0,0 0 0 0 0,0 1 0 0 0,0-1 0 0 0,0 1 0 0 0,0 0 0 0 0,0 0 0 0 0,1 0 0 0 0,-1 0 0 0 0,0 1 1 0 0,0 0-1 0 0,1-1 0 0 0,-1 1 0 0 0,0 0 0 0 0,1 0 0 0 0,-1 1 0 0 0,0-1 0 0 0,1 1 0 0 0,2 0 0 0 0,4 2-773 0 0,-5-2-624 0 0,-1 0 1 0 0,1 0-1 0 0,0 0 1 0 0,-1 0-1 0 0,1-1 1 0 0,0 0-1 0 0,8 0 1 0 0,-5-2-1114 0 0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04:26.189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0 3081 0 0,'7'52'7056'0'0,"22"28"-4183"0"0,-7-25-2119 0 0,-6-8-677 0 0,16 56-1330 0 0,-23-37-6771 0 0,-17-75 4876 0 0,7 3 2156 0 0</inkml:trace>
  <inkml:trace contextRef="#ctx0" brushRef="#br0" timeOffset="0.21">75 296 856 0 0,'-1'-3'279'0'0,"-1"1"-1"0"0,1-1 1 0 0,-1 1-1 0 0,1-1 0 0 0,0 0 1 0 0,0 1-1 0 0,0-1 1 0 0,1 0-1 0 0,-1 0 1 0 0,1 0-1 0 0,-1 0 1 0 0,1 0-1 0 0,0 1 1 0 0,0-1-1 0 0,0 0 1 0 0,1-5-1 0 0,1 6 80 0 0,0-1 0 0 0,0 1-1 0 0,0-1 1 0 0,0 1 0 0 0,0 0 0 0 0,0 0-1 0 0,0 0 1 0 0,1 0 0 0 0,-1 0 0 0 0,1 1 0 0 0,0-1-1 0 0,-1 1 1 0 0,1 0 0 0 0,0 0 0 0 0,4-2-1 0 0,-6 3-403 0 0,51-25 437 0 0,-37 15-2916 0 0,-2-1-3692 0 0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04:26.60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1 187 3153 0 0,'19'-22'5712'0'0,"13"-12"-3141"0"0,-28 29-2197 0 0,10-13 255 0 0,1 0 1 0 0,1 0 0 0 0,1 2 0 0 0,0 0 0 0 0,30-21 0 0 0,-46 37-615 0 0,0-1 0 0 0,0 1 0 0 0,0 0 0 0 0,0-1 0 0 0,0 1 1 0 0,0 0-1 0 0,0 0 0 0 0,0-1 0 0 0,0 1 0 0 0,0 0 0 0 0,0 0 0 0 0,0 0 1 0 0,0 1-1 0 0,1-1 0 0 0,-1 0 0 0 0,0 0 0 0 0,0 0 0 0 0,0 1 1 0 0,0-1-1 0 0,0 1 0 0 0,0-1 0 0 0,0 1 0 0 0,0-1 0 0 0,0 1 0 0 0,-1-1 1 0 0,1 1-1 0 0,0 0 0 0 0,0-1 0 0 0,0 1 0 0 0,-1 0 0 0 0,1 0 0 0 0,0 0 1 0 0,-1 0-1 0 0,1 0 0 0 0,-1 0 0 0 0,1-1 0 0 0,-1 1 0 0 0,1 0 1 0 0,-1 1-1 0 0,0-1 0 0 0,1 0 0 0 0,-1 1 0 0 0,14 51-144 0 0,-12-46 11 0 0,10 74-2828 0 0,-4-1-4999 0 0,-6-65 6086 0 0,11 6-464 0 0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04:26.977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82 163 4369 0 0,'-4'2'641'0'0,"0"0"0"0"0,1 0 1 0 0,-1 0-1 0 0,1 1 0 0 0,0-1 0 0 0,0 1 1 0 0,0 0-1 0 0,0-1 0 0 0,0 2 0 0 0,0-1 0 0 0,-2 4 1 0 0,0 0-9 0 0,1 1 0 0 0,-1 0 0 0 0,1 0 0 0 0,-5 16 0 0 0,6-13-464 0 0,0 1 0 0 0,0-1 1 0 0,1 1-1 0 0,1 0 0 0 0,0-1 0 0 0,0 1 0 0 0,3 23 0 0 0,-2-32-197 0 0,0 0 0 0 0,1 0 0 0 0,0 0 0 0 0,0 0 1 0 0,0 0-1 0 0,0 0 0 0 0,0 0 0 0 0,1 0 0 0 0,-1 0 0 0 0,1-1 0 0 0,-1 1 0 0 0,1 0 0 0 0,0-1 0 0 0,0 1 0 0 0,1-1 0 0 0,-1 0 0 0 0,0 0 0 0 0,1 0 1 0 0,-1 0-1 0 0,5 2 0 0 0,-5-3-49 0 0,0-1 0 0 0,0 1 0 0 0,1-1 0 0 0,-1 0 1 0 0,0 1-1 0 0,0-1 0 0 0,1 0 0 0 0,-1-1 0 0 0,0 1 1 0 0,0 0-1 0 0,0-1 0 0 0,1 1 0 0 0,-1-1 0 0 0,0 1 1 0 0,0-1-1 0 0,0 0 0 0 0,0 0 0 0 0,0 0 0 0 0,0 0 1 0 0,0-1-1 0 0,-1 1 0 0 0,1 0 0 0 0,0-1 0 0 0,-1 1 1 0 0,1-1-1 0 0,-1 0 0 0 0,1 1 0 0 0,-1-1 1 0 0,0 0-1 0 0,2-3 0 0 0,3-4-96 0 0,-1 0 1 0 0,0-1-1 0 0,-1 1 0 0 0,0-1 1 0 0,0 0-1 0 0,-1 0 1 0 0,0-1-1 0 0,-1 1 0 0 0,2-21 1 0 0,-3 27 216 0 0,-1-1 0 0 0,0 1 0 0 0,1-1 0 0 0,-1 0 0 0 0,-1 1 0 0 0,1-1 0 0 0,-1 1 0 0 0,0-1 0 0 0,0 1 0 0 0,0-1 1 0 0,0 1-1 0 0,-1 0 0 0 0,0-1 0 0 0,0 1 0 0 0,0 0 0 0 0,0 0 0 0 0,-1 1 0 0 0,1-1 0 0 0,-1 0 0 0 0,0 1 0 0 0,0-1 0 0 0,-1 1 1 0 0,1 0-1 0 0,-1 0 0 0 0,-4-3 0 0 0,7 6-18 0 0,1 0 1 0 0,-1 0-1 0 0,1 0 0 0 0,-1 0 1 0 0,1 0-1 0 0,-1 0 1 0 0,1 0-1 0 0,0 0 1 0 0,-1-1-1 0 0,1 1 0 0 0,-1 0 1 0 0,1 0-1 0 0,0 0 1 0 0,-1-1-1 0 0,1 1 0 0 0,0 0 1 0 0,-1 0-1 0 0,1-1 1 0 0,0 1-1 0 0,-1 0 0 0 0,1 0 1 0 0,0-1-1 0 0,-1 1 1 0 0,1-1-1 0 0,0 1 1 0 0,0 0-1 0 0,-1-1 0 0 0,1 1 1 0 0,0 0-1 0 0,0-1 1 0 0,0 1-1 0 0,0-1 0 0 0,0 1 1 0 0,0-1-1 0 0,-1 1 1 0 0,1 0-1 0 0,0-1 1 0 0,0 1-1 0 0,0-1 0 0 0,1 1 1 0 0,-1-1-1 0 0,0 1 1 0 0,0 0-1 0 0,0-1 0 0 0,0 1 1 0 0,0-1-1 0 0,0 1 1 0 0,0-1-1 0 0,1 1 0 0 0,-1 0 1 0 0,0-1-1 0 0,0 1 1 0 0,1 0-1 0 0,-1-1 1 0 0,0 1-1 0 0,1 0 0 0 0,-1-1 1 0 0,0 1-1 0 0,1 0 1 0 0,-1 0-1 0 0,0-1 0 0 0,1 1 1 0 0,-1 0-1 0 0,1-1 1 0 0,8-9-48 0 0,-8 9 27 0 0,19-25 228 0 0,33-34 0 0 0,-47 54-96 0 0,0 1 0 0 0,1-1 0 0 0,-1 1 0 0 0,1 0 0 0 0,0 1 0 0 0,0-1 0 0 0,1 1 0 0 0,-1 1 0 0 0,1-1 0 0 0,0 1 0 0 0,10-2 0 0 0,-16 5-31 0 0,1 0 0 0 0,-1 0 1 0 0,0 0-1 0 0,1 1 0 0 0,-1-1 0 0 0,0 1 0 0 0,0-1 0 0 0,1 1 1 0 0,-1 0-1 0 0,0 0 0 0 0,0 0 0 0 0,0 0 0 0 0,0 0 1 0 0,0 0-1 0 0,0 1 0 0 0,0-1 0 0 0,0 1 0 0 0,-1-1 1 0 0,1 1-1 0 0,0 0 0 0 0,-1-1 0 0 0,1 1 0 0 0,-1 0 1 0 0,0 0-1 0 0,0 0 0 0 0,0 0 0 0 0,0 0 0 0 0,0 1 1 0 0,0-1-1 0 0,0 0 0 0 0,-1 0 0 0 0,1 4 0 0 0,4 11 213 0 0,-1 0-1 0 0,0 1 0 0 0,1 19 0 0 0,-4-26-265 0 0,16 94-108 0 0,0-53-3380 0 0,8-8-7735 0 0,-20-40 8357 0 0,5 6-448 0 0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04:27.405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16 127 4393 0 0,'-2'5'719'0'0,"-1"0"0"0"0,1-1 0 0 0,0 1 0 0 0,1 1 0 0 0,-1-1 0 0 0,1 0 0 0 0,0 0 0 0 0,0 0 0 0 0,0 7 0 0 0,1 0 35 0 0,1-1 1 0 0,0 0 0 0 0,4 22 0 0 0,0-13-689 0 0,1 1 1 0 0,1-2-1 0 0,1 1 0 0 0,12 21 1 0 0,-19-38-480 0 0,1 0 0 0 0,0 0 0 0 0,0 0 1 0 0,0-1-1 0 0,1 1 0 0 0,-1 0 0 0 0,1-1 0 0 0,-1 1 0 0 0,1-1 1 0 0,0 0-1 0 0,0 0 0 0 0,5 3 0 0 0,-7-5 191 0 0,1 1 0 0 0,-1-1 0 0 0,1 1 0 0 0,-1-1 1 0 0,0 0-1 0 0,1 0 0 0 0,-1 0 0 0 0,1 0 0 0 0,-1 0 0 0 0,1 0 0 0 0,-1 0 0 0 0,0 0 0 0 0,1 0 0 0 0,-1-1 0 0 0,1 1 0 0 0,-1 0 0 0 0,0-1 1 0 0,1 0-1 0 0,-1 1 0 0 0,0-1 0 0 0,1 0 0 0 0,-1 1 0 0 0,0-1 0 0 0,0 0 0 0 0,0 0 0 0 0,0 0 0 0 0,0 0 0 0 0,0 0 0 0 0,0 0 0 0 0,0 0 1 0 0,0-1-1 0 0,0 1 0 0 0,0-1 0 0 0,7-10-1368 0 0</inkml:trace>
  <inkml:trace contextRef="#ctx0" brushRef="#br0" timeOffset="1">179 1 2232 0 0,'5'15'4579'0'0,"11"12"-1831"0"0,-6-10-1325 0 0,1 6-106 0 0,5 6-512 0 0,-2 1 0 0 0,-1 0 0 0 0,12 44 0 0 0,-23-67-844 0 0,0 0 0 0 0,-1-1-1 0 0,0 1 1 0 0,0 0-1 0 0,0 0 1 0 0,-1 0-1 0 0,0 0 1 0 0,0 0 0 0 0,-1 0-1 0 0,1 0 1 0 0,-2-1-1 0 0,1 1 1 0 0,-1 0-1 0 0,0 0 1 0 0,0-1-1 0 0,-1 0 1 0 0,0 1 0 0 0,0-1-1 0 0,-1 0 1 0 0,1 0-1 0 0,-1-1 1 0 0,-6 8-1 0 0,9-12 27 0 0,-1 1 0 0 0,1 0 0 0 0,0-1 0 0 0,-1 0-1 0 0,1 1 1 0 0,-1-1 0 0 0,0 0 0 0 0,1 1 0 0 0,-1-1 0 0 0,0 0-1 0 0,0 0 1 0 0,1 0 0 0 0,-1-1 0 0 0,0 1 0 0 0,0 0-1 0 0,0-1 1 0 0,0 1 0 0 0,0-1 0 0 0,0 0 0 0 0,0 0-1 0 0,-1 0 1 0 0,1 0 0 0 0,0 0 0 0 0,0 0 0 0 0,0 0-1 0 0,0-1 1 0 0,0 1 0 0 0,-3-2 0 0 0,3 1 60 0 0,0-1 0 0 0,0 0 0 0 0,1 1 0 0 0,-1-1 1 0 0,1 0-1 0 0,0 0 0 0 0,0 0 0 0 0,-1 0 0 0 0,1 0 0 0 0,1 0 0 0 0,-1-1 1 0 0,0 1-1 0 0,0 0 0 0 0,1 0 0 0 0,-1-1 0 0 0,1 1 0 0 0,0 0 1 0 0,0-1-1 0 0,0 1 0 0 0,0 0 0 0 0,0-1 0 0 0,0 1 0 0 0,0 0 0 0 0,2-5 1 0 0,5-22 265 0 0,1 0 1 0 0,2 0 0 0 0,23-49-1 0 0,-15 37-4165 0 0,-1 1-4345 0 0,-13 29 4655 0 0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04:29.171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70 116 1272 0 0,'-65'33'10451'0'0,"65"-33"-10416"0"0,0 0 1 0 0,0 0-1 0 0,0 0 1 0 0,0 0 0 0 0,0 0-1 0 0,-1 1 1 0 0,1-1-1 0 0,0 0 1 0 0,0 0 0 0 0,0 0-1 0 0,0 0 1 0 0,0 0-1 0 0,-1 0 1 0 0,1 0 0 0 0,0 0-1 0 0,0 0 1 0 0,0 0-1 0 0,0 0 1 0 0,0 0 0 0 0,-1 0-1 0 0,1 0 1 0 0,0 0 0 0 0,0 0-1 0 0,0-1 1 0 0,0 1-1 0 0,0 0 1 0 0,0 0 0 0 0,-1 0-1 0 0,1 0 1 0 0,0 0-1 0 0,0 0 1 0 0,0 0 0 0 0,0 0-1 0 0,0 0 1 0 0,0 0-1 0 0,0-1 1 0 0,0 1 0 0 0,0 0-1 0 0,-1 0 1 0 0,1 0 0 0 0,0 0-1 0 0,0 0 1 0 0,0 0-1 0 0,0-1 1 0 0,0 1 0 0 0,0 0-1 0 0,0 0 1 0 0,0 0-1 0 0,0 0 1 0 0,0 0 0 0 0,0-1-1 0 0,0 1 1 0 0,0 0-1 0 0,0 0 1 0 0,3-13 588 0 0,7-10-243 0 0,-2 11-148 0 0,1 1-1 0 0,0 1 1 0 0,0-1 0 0 0,1 1 0 0 0,19-14-1 0 0,-26 21-160 0 0,1 0-1 0 0,0 0 0 0 0,0 0 1 0 0,0 0-1 0 0,0 1 1 0 0,1-1-1 0 0,-1 1 1 0 0,1 0-1 0 0,0 1 0 0 0,-1-1 1 0 0,1 1-1 0 0,0 0 1 0 0,0 0-1 0 0,0 0 0 0 0,0 1 1 0 0,-1 0-1 0 0,1 0 1 0 0,0 0-1 0 0,6 1 0 0 0,-8 1-1 0 0,0 0 0 0 0,0-1 0 0 0,0 1 0 0 0,0 1-1 0 0,-1-1 1 0 0,1 0 0 0 0,0 1 0 0 0,-1-1-1 0 0,0 1 1 0 0,0 0 0 0 0,0 0 0 0 0,0-1 0 0 0,0 2-1 0 0,0-1 1 0 0,-1 0 0 0 0,1 0 0 0 0,-1 0-1 0 0,0 1 1 0 0,0-1 0 0 0,0 1 0 0 0,0 3 0 0 0,2 11 60 0 0,0 0 0 0 0,-1 30 0 0 0,-1-10-341 0 0,-2-1-1 0 0,-2 1 1 0 0,-1 0 0 0 0,-2-1-1 0 0,-17 57 1 0 0,23-94 167 0 0,0 0 0 0 0,0 0 1 0 0,1 0-1 0 0,-1 1 0 0 0,0-1 0 0 0,0 0 1 0 0,0 0-1 0 0,0 0 0 0 0,0 1 0 0 0,0-1 1 0 0,0 0-1 0 0,0 0 0 0 0,0 0 0 0 0,0 1 1 0 0,0-1-1 0 0,0 0 0 0 0,-1 0 0 0 0,1 0 1 0 0,0 1-1 0 0,0-1 0 0 0,0 0 0 0 0,0 0 1 0 0,0 0-1 0 0,0 1 0 0 0,0-1 0 0 0,0 0 1 0 0,-1 0-1 0 0,1 0 0 0 0,0 0 0 0 0,0 0 0 0 0,0 1 1 0 0,0-1-1 0 0,-1 0 0 0 0,1 0 0 0 0,0 0 1 0 0,0 0-1 0 0,0 0 0 0 0,-1 0 0 0 0,1 0 1 0 0,0 0-1 0 0,0 0 0 0 0,0 0 0 0 0,-1 0 1 0 0,1 0-1 0 0,0 1 0 0 0,0-1 0 0 0,0 0 1 0 0,-1-1-1 0 0,1 1 0 0 0,0 0 0 0 0,0 0 1 0 0,0 0-1 0 0,-1 0 0 0 0,-3-15-1167 0 0,2-23 232 0 0,1 18 846 0 0,2 1 0 0 0,0 0 0 0 0,1-1-1 0 0,1 1 1 0 0,1 0 0 0 0,0 0 0 0 0,2 1 0 0 0,0-1 0 0 0,1 1 0 0 0,10-19 0 0 0,-16 36 213 0 0,0-1 0 0 0,-1 1 0 0 0,1-1 1 0 0,0 1-1 0 0,0 0 0 0 0,0 0 0 0 0,0 0 1 0 0,0-1-1 0 0,0 1 0 0 0,0 0 0 0 0,0 0 1 0 0,1 0-1 0 0,-1 1 0 0 0,0-1 0 0 0,0 0 1 0 0,1 0-1 0 0,-1 1 0 0 0,1-1 0 0 0,-1 1 1 0 0,1-1-1 0 0,-1 1 0 0 0,1 0 0 0 0,-1-1 1 0 0,1 1-1 0 0,-1 0 0 0 0,1 0 0 0 0,-1 0 1 0 0,1 0-1 0 0,1 1 0 0 0,2 0 353 0 0,0 2 0 0 0,-1-1-1 0 0,1 0 1 0 0,-1 1 0 0 0,0 0-1 0 0,0 0 1 0 0,6 5 0 0 0,-7-5-366 0 0,0 0 0 0 0,0 0 0 0 0,1 0 0 0 0,-1-1 0 0 0,1 1 0 0 0,-1-1 0 0 0,1 0 0 0 0,0 0 0 0 0,0-1 0 0 0,0 1 0 0 0,0-1 0 0 0,9 2 0 0 0,5-4-637 0 0,23-1-4497 0 0,-40 2 4674 0 0,0 0 0 0 0,0 0 0 0 0,0 0 0 0 0,0 0 0 0 0,0 0 0 0 0,0 0 0 0 0,0 0 0 0 0,0 0 0 0 0,0 1 0 0 0,0-1 0 0 0,0 0 0 0 0,-1 1 0 0 0,1-1 0 0 0,0 1 0 0 0,0-1 0 0 0,0 1 0 0 0,0-1 0 0 0,0 1 0 0 0,-1-1 0 0 0,1 1 0 0 0,0 0 0 0 0,-1 0 0 0 0,1-1 0 0 0,0 1 0 0 0,-1 0 0 0 0,1 0 0 0 0,0 2 0 0 0,2 3-1345 0 0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04:29.535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170 1 3081 0 0,'-3'2'384'0'0,"1"1"1"0"0,0 0-1 0 0,-1-1 0 0 0,1 1 1 0 0,0 0-1 0 0,0 0 1 0 0,0 0-1 0 0,1 0 1 0 0,-1 0-1 0 0,1 1 1 0 0,0-1-1 0 0,0 0 1 0 0,0 1-1 0 0,0-1 0 0 0,1 1 1 0 0,-1 6-1 0 0,2 67 1050 0 0,0-30-1448 0 0,0-43-387 0 0,-1 0 1 0 0,-1 1 0 0 0,1-1 0 0 0,-1 0-1 0 0,0 0 1 0 0,0 0 0 0 0,0 1 0 0 0,0-1-1 0 0,-1 0 1 0 0,1 0 0 0 0,-1-1-1 0 0,0 1 1 0 0,0 0 0 0 0,-3 3 0 0 0,2-4-30 0 0,0-1 0 0 0,1 0 1 0 0,-1 1-1 0 0,0-1 1 0 0,0 0-1 0 0,0-1 1 0 0,-1 1-1 0 0,-3 1 1 0 0,-24 7 749 0 0,25-8-46 0 0,0 0 0 0 0,1 1 0 0 0,-1-1 0 0 0,1 1 0 0 0,-1 0 0 0 0,1 0 0 0 0,-5 5 0 0 0,9-7-49 0 0,0-1-1 0 0,0 1 0 0 0,0 0 0 0 0,0-1 1 0 0,0 1-1 0 0,0 0 0 0 0,0 0 0 0 0,1 0 0 0 0,-1 0 1 0 0,0 0-1 0 0,1 0 0 0 0,-1 0 0 0 0,0 0 1 0 0,1 0-1 0 0,0 0 0 0 0,-1 0 0 0 0,1 0 0 0 0,-1 0 1 0 0,1 0-1 0 0,0 0 0 0 0,0 0 0 0 0,0 0 0 0 0,0 1 1 0 0,-1-1-1 0 0,2 0 0 0 0,-1 0 0 0 0,0 0 1 0 0,0 0-1 0 0,0 1 0 0 0,0-1 0 0 0,1 0 0 0 0,-1 0 1 0 0,1 0-1 0 0,-1 0 0 0 0,0 0 0 0 0,1 0 1 0 0,0 0-1 0 0,-1 0 0 0 0,1 0 0 0 0,0 0 0 0 0,-1 0 1 0 0,1 0-1 0 0,0-1 0 0 0,2 2 0 0 0,-1 0-63 0 0,0-1 1 0 0,0 0-1 0 0,1 0 0 0 0,-1 0 0 0 0,1 0 0 0 0,-1 0 0 0 0,1-1 0 0 0,-1 1 1 0 0,1-1-1 0 0,-1 1 0 0 0,1-1 0 0 0,-1 0 0 0 0,1 0 0 0 0,0 0 0 0 0,-1-1 1 0 0,1 1-1 0 0,-1-1 0 0 0,1 1 0 0 0,-1-1 0 0 0,1 0 0 0 0,-1 0 0 0 0,0 0 1 0 0,1 0-1 0 0,-1 0 0 0 0,3-2 0 0 0,8-5-170 0 0,0-1 1 0 0,23-18 0 0 0,-31 22 144 0 0,64-55-1002 0 0,-3-3-3609 0 0,-1 0-5127 0 0,-53 53 7204 0 0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04:29.911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13 113 3201 0 0,'-1'7'509'0'0,"0"0"0"0"0,1 0 1 0 0,0 0-1 0 0,0 0 1 0 0,1 0-1 0 0,0 0 0 0 0,0 0 1 0 0,1 0-1 0 0,-1 0 1 0 0,2 0-1 0 0,2 6 0 0 0,-4-11-399 0 0,0 0-1 0 0,0-1 1 0 0,0 1-1 0 0,0-1 1 0 0,0 1-1 0 0,0-1 1 0 0,1 0-1 0 0,-1 1 1 0 0,1-1-1 0 0,-1 0 0 0 0,1 0 1 0 0,-1 0-1 0 0,1 0 1 0 0,0 0-1 0 0,0 0 1 0 0,-1 0-1 0 0,5 0 1 0 0,-3 0-65 0 0,0-1 1 0 0,0 0-1 0 0,0 0 0 0 0,1 0 1 0 0,-1-1-1 0 0,0 1 1 0 0,0-1-1 0 0,0 1 1 0 0,0-1-1 0 0,0 0 0 0 0,0 0 1 0 0,0-1-1 0 0,0 1 1 0 0,3-2-1 0 0,3-3 71 0 0,1 0 0 0 0,-1 0-1 0 0,-1-1 1 0 0,1 0 0 0 0,-1 0 0 0 0,0-1-1 0 0,-1 0 1 0 0,12-17 0 0 0,-14 19-22 0 0,-1-1 0 0 0,0 0 0 0 0,0 0 1 0 0,-1 0-1 0 0,0 0 0 0 0,0-1 0 0 0,-1 1 0 0 0,0-1 1 0 0,0 0-1 0 0,0 1 0 0 0,-1-1 0 0 0,-1 0 1 0 0,1-8-1 0 0,-1 15-61 0 0,0 0 1 0 0,0 0-1 0 0,0 0 0 0 0,-1 0 1 0 0,1 0-1 0 0,0 0 1 0 0,0 0-1 0 0,-1 0 0 0 0,1 0 1 0 0,0 0-1 0 0,-1 0 0 0 0,1 0 1 0 0,-1 0-1 0 0,1 1 1 0 0,-1-1-1 0 0,0 0 0 0 0,1 0 1 0 0,-1 1-1 0 0,0-1 1 0 0,1 0-1 0 0,-1 1 0 0 0,0-1 1 0 0,0 0-1 0 0,0 1 1 0 0,1-1-1 0 0,-2 1 0 0 0,-1-1 13 0 0,1 0 0 0 0,-1 1 0 0 0,1 0 0 0 0,0 0-1 0 0,-1-1 1 0 0,1 1 0 0 0,-1 1 0 0 0,1-1 0 0 0,-1 0-1 0 0,-3 2 1 0 0,-8 2-139 0 0,0 1 0 0 0,-25 12 0 0 0,30-12-214 0 0,-12 6-690 0 0,-19 11-2065 0 0,39-21 2665 0 0,-1 0 0 0 0,0-1 0 0 0,1 1-1 0 0,-1 0 1 0 0,0-1 0 0 0,0 1-1 0 0,0-1 1 0 0,1 0 0 0 0,-1 1 0 0 0,0-1-1 0 0,0 0 1 0 0,0 0 0 0 0,1 0 0 0 0,-1 0-1 0 0,0-1 1 0 0,0 1 0 0 0,-2-1 0 0 0,-2-5-960 0 0,3-1-590 0 0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04:30.257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1 103 2184 0 0,'0'-1'173'0'0,"0"0"0"0"0,0 0-1 0 0,0 0 1 0 0,0 0-1 0 0,0 0 1 0 0,0 0 0 0 0,0 0-1 0 0,1 0 1 0 0,-1 1-1 0 0,0-1 1 0 0,0 0-1 0 0,1 0 1 0 0,-1 0 0 0 0,1 0-1 0 0,-1 0 1 0 0,1 1-1 0 0,-1-1 1 0 0,1 0-1 0 0,0 1 1 0 0,-1-1 0 0 0,1 0-1 0 0,0 1 1 0 0,1-2-1 0 0,17-17 1470 0 0,-17 18-1417 0 0,55-43 2743 0 0,-54 42-2859 0 0,1 0 1 0 0,-1 0-1 0 0,0 0 0 0 0,1 0 0 0 0,0 1 0 0 0,-1-1 1 0 0,1 1-1 0 0,0 0 0 0 0,0 0 0 0 0,0 1 0 0 0,-1-1 0 0 0,1 1 1 0 0,0 0-1 0 0,0 0 0 0 0,6 1 0 0 0,-8-1-55 0 0,-1 1 0 0 0,1 0 0 0 0,-1 0 0 0 0,0 0 0 0 0,1 0 1 0 0,-1 0-1 0 0,0 1 0 0 0,0-1 0 0 0,0 0 0 0 0,0 1 0 0 0,0-1 0 0 0,0 0 0 0 0,0 1 0 0 0,0-1 0 0 0,-1 1 0 0 0,1 0 0 0 0,0-1 0 0 0,-1 1 0 0 0,1-1 1 0 0,-1 1-1 0 0,0 0 0 0 0,0 0 0 0 0,0-1 0 0 0,1 1 0 0 0,-1 0 0 0 0,-1-1 0 0 0,1 3 0 0 0,-5 48 389 0 0,-9 4-234 0 0,10-43-202 0 0,1 1 0 0 0,0 0 0 0 0,0 0-1 0 0,1 0 1 0 0,1 28 0 0 0,1-41-7 0 0,0-1 0 0 0,0 1 0 0 0,0 0 0 0 0,0-1 0 0 0,0 1-1 0 0,0-1 1 0 0,0 1 0 0 0,0 0 0 0 0,0-1 0 0 0,0 1 0 0 0,0-1 0 0 0,0 1-1 0 0,1-1 1 0 0,-1 1 0 0 0,0-1 0 0 0,0 1 0 0 0,1-1 0 0 0,-1 1 0 0 0,1-1 0 0 0,-1 1-1 0 0,0-1 1 0 0,1 1 0 0 0,-1-1 0 0 0,1 0 0 0 0,-1 1 0 0 0,1-1 0 0 0,-1 0-1 0 0,1 1 1 0 0,-1-1 0 0 0,1 0 0 0 0,-1 1 0 0 0,1-1 0 0 0,0 0 0 0 0,20-9 145 0 0,13-26 322 0 0,1-14 299 0 0,-17 21-329 0 0,2 1 1 0 0,45-47-1 0 0,-51 66-2574 0 0,-14 20-2703 0 0,-16 21-2217 0 0,5-16 4098 0 0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04:30.617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0 181 2865 0 0,'6'0'762'0'0,"-1"-1"0"0"0,1 1 0 0 0,-1-1 0 0 0,1 0 0 0 0,-1-1 0 0 0,0 1 0 0 0,0-1 0 0 0,7-3 0 0 0,-4 1-146 0 0,-1 0-1 0 0,1-1 1 0 0,-1 0-1 0 0,11-10 1 0 0,1-5-502 0 0,-1 0 1 0 0,23-33 0 0 0,-9 11-97 0 0,-30 52-8 0 0,-2 0 0 0 0,0 0-1 0 0,0 0 1 0 0,-3 19 0 0 0,-1 16 676 0 0,1 1 0 0 0,3 0 0 0 0,5 48 1 0 0,-1-68-1168 0 0,0-1 0 0 0,2 0 0 0 0,0 0 0 0 0,11 24 0 0 0,1-22-4198 0 0,-18-27 4569 0 0,0 0 0 0 0,1 1 0 0 0,-1-1 0 0 0,0 0 0 0 0,1 1 0 0 0,-1-1 0 0 0,1 0 0 0 0,-1 1 0 0 0,0-1 0 0 0,1 0 0 0 0,-1 0 0 0 0,1 0 0 0 0,-1 1 0 0 0,1-1-1 0 0,-1 0 1 0 0,1 0 0 0 0,-1 0 0 0 0,0 0 0 0 0,1 0 0 0 0,-1 0 0 0 0,1 0 0 0 0,-1 0 0 0 0,1 0 0 0 0,-1 0 0 0 0,1 0 0 0 0,-1 0 0 0 0,1 0 0 0 0,-1-1 0 0 0,1 1 0 0 0,-1 0 0 0 0,0 0-1 0 0,1 0 1 0 0,-1-1 0 0 0,1 1 0 0 0,-1 0 0 0 0,0 0 0 0 0,1-1 0 0 0,-1 1 0 0 0,0 0 0 0 0,1-1 0 0 0,-1 1 0 0 0,0-1 0 0 0,1 1 0 0 0,-1 0 0 0 0,0-1 0 0 0,0 1 0 0 0,1-1-1 0 0,-1 1 1 0 0,0-1 0 0 0,0 1 0 0 0,0 0 0 0 0,0-1 0 0 0,0 1 0 0 0,0-1 0 0 0,0 1 0 0 0,0-1 0 0 0,0 0 0 0 0,4-8-1804 0 0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04:30.981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12 1 4185 0 0,'-10'16'7445'0'0,"8"10"-3947"0"0,11 29-1730 0 0,-6-41-826 0 0,2 18-665 0 0,23 103 1668 0 0,-3-72-4202 0 0,-21-54 807 0 0,2 0 0 0 0,-1 0-1 0 0,1 0 1 0 0,9 9 0 0 0,-14-17 1181 0 0,-1-1 14 0 0,0 1-1 0 0,1-1 1 0 0,-1 1 0 0 0,0-1-1 0 0,0 1 1 0 0,1-1 0 0 0,-1 1 0 0 0,1-1-1 0 0,-1 0 1 0 0,0 1 0 0 0,1-1-1 0 0,-1 0 1 0 0,1 1 0 0 0,-1-1-1 0 0,1 0 1 0 0,-1 1 0 0 0,1-1 0 0 0,-1 0-1 0 0,1 0 1 0 0,-1 0 0 0 0,1 0-1 0 0,-1 1 1 0 0,1-1 0 0 0,-1 0-1 0 0,1 0 1 0 0,0 0 0 0 0,-1 0 0 0 0,2-1-1 0 0,2 0-2087 0 0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04:31.45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134 117 1248 0 0,'0'-2'375'0'0,"-1"0"0"0"0,0 0 0 0 0,0 0 0 0 0,0 0 0 0 0,0 0 0 0 0,0 0 0 0 0,-1 1 0 0 0,1-1 0 0 0,0 0 0 0 0,-1 1 0 0 0,1-1 0 0 0,-1 1 0 0 0,0-1 0 0 0,1 1 0 0 0,-1 0 0 0 0,0 0 0 0 0,0 0 0 0 0,0 0 0 0 0,0 0 0 0 0,0 0 0 0 0,0 0 0 0 0,0 0 0 0 0,-4 0 0 0 0,3 2-23 0 0,0-1 0 0 0,0 1 0 0 0,0 0-1 0 0,0 0 1 0 0,0 0 0 0 0,0 1 0 0 0,0-1 0 0 0,0 1 0 0 0,1-1 0 0 0,-1 1 0 0 0,0 0 0 0 0,1 0 0 0 0,0 0-1 0 0,-1 1 1 0 0,1-1 0 0 0,-2 4 0 0 0,-2 1-208 0 0,1 0 0 0 0,0 1 1 0 0,1 0-1 0 0,0 0 0 0 0,0 0 0 0 0,1 0 0 0 0,-1 0 1 0 0,2 1-1 0 0,0 0 0 0 0,0 0 0 0 0,0-1 0 0 0,1 1 0 0 0,0 0 1 0 0,1 0-1 0 0,0 0 0 0 0,2 13 0 0 0,-1-5-163 0 0,1-1-1 0 0,1 0 1 0 0,1 0 0 0 0,0-1-1 0 0,1 1 1 0 0,1-1-1 0 0,0 0 1 0 0,11 19 0 0 0,-15-30-162 0 0,0 0 1 0 0,1-1 0 0 0,-1 1 0 0 0,1-1 0 0 0,0 1-1 0 0,0-1 1 0 0,0 0 0 0 0,0 0 0 0 0,0-1 0 0 0,1 1-1 0 0,-1-1 1 0 0,1 1 0 0 0,0-1 0 0 0,0 0 0 0 0,0 0-1 0 0,0-1 1 0 0,0 1 0 0 0,0-1 0 0 0,0 0 0 0 0,0 0-1 0 0,1 0 1 0 0,-1-1 0 0 0,0 0 0 0 0,1 1-1 0 0,6-2 1 0 0,-5 0-198 0 0,0-1-1 0 0,-1 1 0 0 0,1-1 1 0 0,-1 0-1 0 0,1-1 0 0 0,-1 1 1 0 0,1-1-1 0 0,-1 0 0 0 0,0 0 1 0 0,-1-1-1 0 0,1 0 0 0 0,0 0 1 0 0,-1 0-1 0 0,0 0 0 0 0,0 0 1 0 0,0-1-1 0 0,-1 0 0 0 0,4-5 1 0 0,4-10-219 0 0,0 0 0 0 0,-2 0 0 0 0,0-1 1 0 0,-1 0-1 0 0,-2 0 0 0 0,6-25 0 0 0,-9 26 711 0 0,0-1-1 0 0,0 1 0 0 0,-2 0 0 0 0,-1-1 0 0 0,0 1 0 0 0,-7-40 0 0 0,7 59 61 0 0,0 0 0 0 0,0 0 1 0 0,0 0-1 0 0,0 0 1 0 0,0 0-1 0 0,-1-1 0 0 0,1 1 1 0 0,0 0-1 0 0,-1 0 0 0 0,1 0 1 0 0,-1 0-1 0 0,1 0 0 0 0,-1 0 1 0 0,1 0-1 0 0,-1 0 1 0 0,0 0-1 0 0,1 0 0 0 0,-1 0 1 0 0,0 1-1 0 0,0-1 0 0 0,0 0 1 0 0,1 0-1 0 0,-1 1 0 0 0,0-1 1 0 0,-2 0-1 0 0,2 1 69 0 0,0 0 0 0 0,0 1 0 0 0,0-1 0 0 0,0 1 1 0 0,0-1-1 0 0,0 1 0 0 0,0-1 0 0 0,0 1 0 0 0,0 0 0 0 0,0-1 0 0 0,0 1 0 0 0,0 0 0 0 0,0 0 0 0 0,1 0 0 0 0,-1 0 0 0 0,0 0 1 0 0,1 0-1 0 0,-1 0 0 0 0,0 1 0 0 0,-4 7 566 0 0,0-1 0 0 0,1 1 1 0 0,0 0-1 0 0,-4 17 0 0 0,2 0-344 0 0,3 2-1 0 0,0-1 1 0 0,1 0-1 0 0,3 32 0 0 0,0-44-461 0 0,0 0-1 0 0,1-1 1 0 0,1 1-1 0 0,0-1 1 0 0,1 0-1 0 0,1 0 1 0 0,0 0-1 0 0,1-1 1 0 0,10 19-1 0 0,-14-29-90 0 0,-1-1-1 0 0,0 0 1 0 0,1 1-1 0 0,0-1 1 0 0,0 0-1 0 0,-1 0 1 0 0,1 0-1 0 0,0 0 1 0 0,1 0-1 0 0,-1-1 1 0 0,0 1-1 0 0,0-1 1 0 0,1 1-1 0 0,-1-1 1 0 0,1 0-1 0 0,-1 0 1 0 0,1 0-1 0 0,0 0 1 0 0,4 1-1 0 0,-5-2-124 0 0,1-1-1 0 0,0 1 1 0 0,-1 0-1 0 0,1-1 1 0 0,-1 0-1 0 0,1 1 1 0 0,-1-1 0 0 0,1 0-1 0 0,-1 0 1 0 0,1 0-1 0 0,-1-1 1 0 0,0 1-1 0 0,0-1 1 0 0,0 1-1 0 0,0-1 1 0 0,4-3 0 0 0,1-3-666 0 0,0 0 1 0 0,0-1-1 0 0,-1 0 1 0 0,0-1 0 0 0,0 1-1 0 0,-1-1 1 0 0,0 0 0 0 0,4-14-1 0 0,5-25-1107 0 0,12-80 0 0 0,-4-52 3432 0 0,-20 223 8962 0 0,10 42-7381 0 0,-1-5-2015 0 0,-7-37-961 0 0,-1-4-135 0 0,8 41 0 0 0,-8-68-895 0 0,0 0 0 0 0,0 0-1 0 0,1 0 1 0 0,8 15 0 0 0,-12-26 812 0 0,0 0-1 0 0,0 1 0 0 0,0-1 0 0 0,0 0 1 0 0,0 0-1 0 0,0 1 0 0 0,0-1 0 0 0,0 0 1 0 0,0 1-1 0 0,0-1 0 0 0,1 0 0 0 0,-1 0 1 0 0,0 1-1 0 0,0-1 0 0 0,0 0 0 0 0,0 0 1 0 0,1 0-1 0 0,-1 1 0 0 0,0-1 0 0 0,0 0 1 0 0,1 0-1 0 0,-1 0 0 0 0,0 1 0 0 0,0-1 1 0 0,1 0-1 0 0,-1 0 0 0 0,0 0 0 0 0,0 0 1 0 0,1 0-1 0 0,-1 0 0 0 0,0 0 0 0 0,0 0 1 0 0,1 1-1 0 0,-1-1 0 0 0,0 0 0 0 0,1 0 1 0 0,-1 0-1 0 0,0 0 0 0 0,1-1 0 0 0,-1 1 1 0 0,0 0-1 0 0,1 0 0 0 0,3-14-2639 0 0,-2-22 1506 0 0,-2 35 1069 0 0,0-14-728 0 0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04:31.807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36 155 1752 0 0,'-1'0'225'0'0,"-1"0"-1"0"0,1 0 1 0 0,0-1-1 0 0,-1 1 0 0 0,1 0 1 0 0,0 0-1 0 0,-1 0 1 0 0,1 0-1 0 0,0 0 1 0 0,-1 1-1 0 0,1-1 0 0 0,0 0 1 0 0,-1 1-1 0 0,1-1 1 0 0,0 1-1 0 0,0-1 1 0 0,-1 1-1 0 0,1-1 0 0 0,0 1 1 0 0,0 0-1 0 0,0 0 1 0 0,0 0-1 0 0,-1 0 0 0 0,1 0-96 0 0,1-1-1 0 0,-1 1 0 0 0,1 0 0 0 0,0-1 0 0 0,-1 1 0 0 0,1-1 1 0 0,0 1-1 0 0,-1 0 0 0 0,1-1 0 0 0,0 1 0 0 0,0 0 0 0 0,-1-1 1 0 0,1 1-1 0 0,0 0 0 0 0,0-1 0 0 0,0 1 0 0 0,0 0 0 0 0,0 0 0 0 0,0-1 1 0 0,0 1-1 0 0,0 0 0 0 0,0-1 0 0 0,1 1 0 0 0,-1 0 0 0 0,0-1 1 0 0,0 1-1 0 0,1 0 0 0 0,-1-1 0 0 0,0 1 0 0 0,1 0 0 0 0,-1-1 1 0 0,1 1-1 0 0,-1-1 0 0 0,0 1 0 0 0,1-1 0 0 0,-1 1 0 0 0,1-1 0 0 0,0 1 1 0 0,-1-1-1 0 0,1 1 0 0 0,-1-1 0 0 0,1 0 0 0 0,0 1 0 0 0,1 0-95 0 0,0-1-1 0 0,0 1 1 0 0,0-1 0 0 0,0 0-1 0 0,0 0 1 0 0,0 1-1 0 0,0-1 1 0 0,0 0-1 0 0,0-1 1 0 0,0 1-1 0 0,0 0 1 0 0,0-1-1 0 0,0 1 1 0 0,0-1 0 0 0,0 1-1 0 0,0-1 1 0 0,0 0-1 0 0,0 0 1 0 0,-1 0-1 0 0,1 0 1 0 0,2-1-1 0 0,41-30-490 0 0,-36 26 159 0 0,5-5-1412 0 0,0 0 1 0 0,22-24-1 0 0,-32 31 1251 0 0,0-1-1 0 0,-1 1 1 0 0,1-1-1 0 0,-1 0 1 0 0,0 0-1 0 0,0-1 1 0 0,-1 1-1 0 0,1-1 1 0 0,-1 1-1 0 0,0-1 1 0 0,1-10-1 0 0,2 0-1077 0 0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04:32.158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75 2729 0 0,'5'-2'3298'0'0,"17"-10"-1189"0"0,-17 8-1684 0 0,1 0 0 0 0,-1 1 1 0 0,1 0-1 0 0,0 0 0 0 0,0 0 0 0 0,0 1 0 0 0,1-1 0 0 0,-1 2 0 0 0,9-3 0 0 0,-12 4-340 0 0,-1 0 0 0 0,0 1 0 0 0,1-1-1 0 0,-1 0 1 0 0,0 1 0 0 0,0-1 0 0 0,0 1 0 0 0,1 0 0 0 0,-1 0 0 0 0,0 0 0 0 0,0 0 0 0 0,0 0 0 0 0,0 0 0 0 0,0 1 0 0 0,-1-1-1 0 0,1 0 1 0 0,0 1 0 0 0,-1 0 0 0 0,1-1 0 0 0,-1 1 0 0 0,1 0 0 0 0,-1 0 0 0 0,0 0 0 0 0,0 0 0 0 0,0 0 0 0 0,0 0 0 0 0,0 0-1 0 0,0 0 1 0 0,0 0 0 0 0,0 4 0 0 0,4 15 301 0 0,-1-1-1 0 0,0 0 1 0 0,-2 1 0 0 0,0 0-1 0 0,-1-1 1 0 0,-5 39 0 0 0,2-38-279 0 0,2 0 1 0 0,-1 0-1 0 0,2 0 0 0 0,1 0 1 0 0,1 0-1 0 0,8 31 1 0 0,-11-51-142 0 0,0 1 0 0 0,0-1 0 0 0,0 0 0 0 0,1 0 0 0 0,-1 0 0 0 0,0 0 0 0 0,1 0 0 0 0,-1 1 1 0 0,1-1-1 0 0,0 0 0 0 0,-1 0 0 0 0,1 0 0 0 0,0 0 0 0 0,0-1 0 0 0,-1 1 0 0 0,1 0 0 0 0,0 0 0 0 0,0 0 1 0 0,0-1-1 0 0,0 1 0 0 0,0 0 0 0 0,0-1 0 0 0,0 1 0 0 0,0-1 0 0 0,0 1 0 0 0,1-1 0 0 0,-1 1 0 0 0,2-1 1 0 0,-1 0-76 0 0,0-1 1 0 0,0 0-1 0 0,0 1 1 0 0,0-1 0 0 0,0 0-1 0 0,0 0 1 0 0,0 0-1 0 0,0 0 1 0 0,-1 0 0 0 0,1-1-1 0 0,0 1 1 0 0,-1-1 0 0 0,1 1-1 0 0,1-4 1 0 0,7-7-746 0 0,0-1 1 0 0,-2-1-1 0 0,9-17 1 0 0,0 0-1271 0 0,-2-2-1 0 0,-2 1 1 0 0,14-51 0 0 0,-23 66 2087 0 0,-1 1 1 0 0,0-1-1 0 0,-2 0 0 0 0,0 0 1 0 0,-1-1-1 0 0,0 1 1 0 0,-1 0-1 0 0,-1 0 0 0 0,-6-21 1 0 0,16 71 7369 0 0,3 20-4350 0 0,35 152-3002 0 0,-41-187-242 0 0,22 86-2411 0 0,-4-38-3729 0 0,-21-63 4521 0 0,-2-8 1065 0 0,-2-9 328 0 0,2 12 240 0 0,-1-11-736 0 0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04:32.504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23 186 1608 0 0,'-7'-15'1207'0'0,"-5"-9"693"0"0,8 10 4382 0 0,12 10-2482 0 0,15-9-3250 0 0,-12 7-408 0 0,10-6-15 0 0,46-32-2708 0 0,-30 8-4511 0 0,-24 19 3021 0 0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04:33.274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141 45 3065 0 0,'-5'0'390'0'0,"0"1"0"0"0,1-1 1 0 0,-1 1-1 0 0,0 0 0 0 0,1 0 1 0 0,-1 0-1 0 0,1 0 0 0 0,-1 1 1 0 0,1 0-1 0 0,0 0 0 0 0,0 0 1 0 0,0 0-1 0 0,0 1 0 0 0,0-1 1 0 0,0 1-1 0 0,-3 4 0 0 0,2-2-57 0 0,-1 1 0 0 0,2 1 0 0 0,-1-1 0 0 0,1 1 0 0 0,-1 0 0 0 0,2 0 0 0 0,-1 0 0 0 0,-4 14 0 0 0,3-3-192 0 0,0 0 1 0 0,2 1-1 0 0,0-1 1 0 0,1 1 0 0 0,1 0-1 0 0,0 0 1 0 0,3 21 0 0 0,-1-28-152 0 0,1 0 1 0 0,0-1 0 0 0,1 0-1 0 0,0 1 1 0 0,0-1-1 0 0,2 0 1 0 0,-1 0 0 0 0,1-1-1 0 0,1 0 1 0 0,0 0 0 0 0,9 13-1 0 0,-12-20-143 0 0,0 0 1 0 0,0 0-1 0 0,0 0 0 0 0,0 0 0 0 0,1 0 1 0 0,-1-1-1 0 0,1 1 0 0 0,0-1 0 0 0,0 0 0 0 0,0 0 1 0 0,0 0-1 0 0,0-1 0 0 0,0 0 0 0 0,0 1 0 0 0,0-2 1 0 0,1 1-1 0 0,-1 0 0 0 0,0-1 0 0 0,1 1 0 0 0,-1-1 1 0 0,0-1-1 0 0,1 1 0 0 0,-1-1 0 0 0,0 1 1 0 0,1-1-1 0 0,-1 0 0 0 0,0-1 0 0 0,0 1 0 0 0,0-1 1 0 0,0 1-1 0 0,0-1 0 0 0,7-5 0 0 0,0-1-273 0 0,0 1-1 0 0,-1-1 1 0 0,0-1 0 0 0,0 0-1 0 0,-1-1 1 0 0,0 0-1 0 0,-1 0 1 0 0,0 0-1 0 0,-1-1 1 0 0,0-1 0 0 0,0 1-1 0 0,-1-1 1 0 0,-1 0-1 0 0,8-24 1 0 0,-5 8 344 0 0,-1 0 0 0 0,-2 0 1 0 0,0-1-1 0 0,-2 1 0 0 0,-1-54 0 0 0,-2 75 241 0 0,0 0 0 0 0,-1 1 0 0 0,1-1 0 0 0,-1 0 0 0 0,-1 1 0 0 0,1-1 0 0 0,-1 1 0 0 0,0-1 0 0 0,-1 1 0 0 0,-6-12 0 0 0,5 18 2219 0 0,1 11-1145 0 0,3 12-46 0 0,9 76 930 0 0,33 145 0 0 0,-36-211-2329 0 0,-3-16-144 0 0,-2-10-95 0 0,0 1-1 0 0,1 0 0 0 0,-1-1 1 0 0,2 1-1 0 0,-1-1 1 0 0,1 0-1 0 0,0 0 1 0 0,0 0-1 0 0,8 12 1 0 0,-10-19 352 0 0,-1 0 0 0 0,1-1 0 0 0,-1 1 0 0 0,0 0 1 0 0,1-1-1 0 0,-1 1 0 0 0,1-1 0 0 0,-1 1 0 0 0,0-1 1 0 0,1 1-1 0 0,-1-1 0 0 0,0 1 0 0 0,0-1 0 0 0,0 1 0 0 0,1-1 1 0 0,-1 1-1 0 0,0-1 0 0 0,0 0 0 0 0,0 1 0 0 0,0-1 1 0 0,0 1-1 0 0,0-1 0 0 0,0 1 0 0 0,0-1 0 0 0,0 0 1 0 0,0 1-1 0 0,0-1 0 0 0,0 1 0 0 0,0-1 0 0 0,-1 1 1 0 0,1-1-1 0 0,0 1 0 0 0,-1-2 0 0 0,-1-27 26 0 0,-7-10 670 0 0,-3-20 716 0 0,12 57-1129 0 0,-1-1 0 0 0,1 0 0 0 0,0 0-1 0 0,0 1 1 0 0,0-1 0 0 0,0 0 0 0 0,1 0 0 0 0,-1 1 0 0 0,1-1 0 0 0,-1 0-1 0 0,1 1 1 0 0,0-1 0 0 0,0 0 0 0 0,0 1 0 0 0,3-5 0 0 0,28-17 290 0 0,-27 22-904 0 0,-1-1 0 0 0,1 0-1 0 0,-1 0 1 0 0,0 0-1 0 0,0-1 1 0 0,5-5 0 0 0,-6 6 151 0 0,-1 0 0 0 0,0 0 0 0 0,0 0 0 0 0,0-1 1 0 0,0 1-1 0 0,-1-1 0 0 0,1 1 0 0 0,-1-1 0 0 0,0 0 1 0 0,0 1-1 0 0,0-1 0 0 0,0 0 0 0 0,-1 0 0 0 0,0 0 1 0 0,1 0-1 0 0,-2-5 0 0 0,3-8-1060 0 0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04:33.625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7 84 1216 0 0,'-1'-1'107'0'0,"0"0"-1"0"0,1 0 1 0 0,-1 0 0 0 0,0 0-1 0 0,1 0 1 0 0,-1 0-1 0 0,1 0 1 0 0,0-1 0 0 0,-1 1-1 0 0,1 0 1 0 0,0 0-1 0 0,-1 0 1 0 0,1-1-1 0 0,0 1 1 0 0,0 0 0 0 0,0 0-1 0 0,0 0 1 0 0,0-1-1 0 0,1 1 1 0 0,-1 0 0 0 0,0 0-1 0 0,1 0 1 0 0,-1 0-1 0 0,0-1 1 0 0,1 1-1 0 0,-1 0 1 0 0,2-1 0 0 0,0-1 145 0 0,0 0 1 0 0,1 0-1 0 0,-1 0 1 0 0,1 1-1 0 0,0-1 1 0 0,0 1-1 0 0,0 0 1 0 0,0-1-1 0 0,4-1 1 0 0,-1 1 82 0 0,0 0 1 0 0,0 0 0 0 0,1 0-1 0 0,-1 1 1 0 0,0 0-1 0 0,1 0 1 0 0,0 1-1 0 0,-1-1 1 0 0,1 2-1 0 0,9-1 1 0 0,-14 1-300 0 0,0 1 1 0 0,0 0-1 0 0,0 0 0 0 0,0 0 1 0 0,-1 0-1 0 0,1 1 0 0 0,0-1 1 0 0,-1 0-1 0 0,1 1 1 0 0,-1-1-1 0 0,1 1 0 0 0,-1 0 1 0 0,1-1-1 0 0,-1 1 0 0 0,0 0 1 0 0,0 0-1 0 0,0 0 1 0 0,0 0-1 0 0,0 0 0 0 0,-1 0 1 0 0,1 0-1 0 0,-1 0 0 0 0,1 0 1 0 0,-1 0-1 0 0,1 0 0 0 0,-1 0 1 0 0,0 0-1 0 0,0 1 1 0 0,-1 2-1 0 0,-4 67 952 0 0,4-70-985 0 0,-1 12-19 0 0,-7 52-222 0 0,9-62 223 0 0,0 0 0 0 0,0 1-1 0 0,0-1 1 0 0,0 0 0 0 0,1 0-1 0 0,-1 1 1 0 0,1-1 0 0 0,0 0 0 0 0,0 0-1 0 0,1 0 1 0 0,-1 0 0 0 0,4 4 0 0 0,-4-7 21 0 0,0 0 0 0 0,0 0 0 0 0,0 0 0 0 0,0 0 0 0 0,1-1 0 0 0,-1 1 0 0 0,0-1 0 0 0,1 1 0 0 0,-1-1 0 0 0,0 1 0 0 0,1-1 0 0 0,-1 0 0 0 0,1 0 0 0 0,-1 0 0 0 0,1 1 0 0 0,-1-1 0 0 0,1-1 0 0 0,-1 1 0 0 0,0 0 0 0 0,1 0 0 0 0,-1 0 0 0 0,1-1 0 0 0,-1 1 0 0 0,0-1 0 0 0,1 1 0 0 0,-1-1 0 0 0,0 0 0 0 0,1 1 1 0 0,-1-1-1 0 0,0 0 0 0 0,0 0 0 0 0,0 0 0 0 0,0 0 0 0 0,0 0 0 0 0,1-1 0 0 0,40-36 453 0 0,-22 15-106 0 0,25-38 1 0 0,-3 4-3396 0 0,-55 76-5644 0 0,7-7 7336 0 0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04:34.015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1 221 2553 0 0,'6'0'792'0'0,"1"-1"0"0"0,0-1 0 0 0,-1 1 0 0 0,1-1 0 0 0,-1 0 1 0 0,1 0-1 0 0,-1-1 0 0 0,0 0 0 0 0,0 0 0 0 0,0-1 1 0 0,9-6-1 0 0,63-57 551 0 0,-45 37-817 0 0,12-5-558 0 0,-4 3-2435 0 0,-16 9-3934 0 0,-27 31 3168 0 0,0 0 1830 0 0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04:34.396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8 1 2216 0 0,'-3'13'1033'0'0,"1"0"-1"0"0,0 0 1 0 0,1 0-1 0 0,1 0 1 0 0,0 0-1 0 0,4 26 0 0 0,1-9 176 0 0,17 55 0 0 0,-21-79-1290 0 0,1 0 1 0 0,1 0 0 0 0,-1-1 0 0 0,1 1 0 0 0,5 8-1 0 0,-7-14 24 0 0,-1 1 0 0 0,0-1-1 0 0,0 0 1 0 0,0 1-1 0 0,1-1 1 0 0,-1 0 0 0 0,0 0-1 0 0,1 1 1 0 0,-1-1-1 0 0,0 0 1 0 0,0 0 0 0 0,1 0-1 0 0,-1 1 1 0 0,0-1-1 0 0,1 0 1 0 0,-1 0 0 0 0,0 0-1 0 0,1 0 1 0 0,-1 0-1 0 0,1 0 1 0 0,-1 0 0 0 0,0 0-1 0 0,1 1 1 0 0,-1-1-1 0 0,0 0 1 0 0,1-1 0 0 0,-1 1-1 0 0,1 0 1 0 0,-1 0-1 0 0,0 0 1 0 0,1 0 0 0 0,-1 0-1 0 0,0 0 1 0 0,1-1-1 0 0,10-22-2964 0 0,-8 12 2571 0 0,-1 0-1 0 0,-1 0 1 0 0,0 0-1 0 0,-1-1 1 0 0,0 1 0 0 0,-2-20-1 0 0,-13-33 5659 0 0,15 63-4970 0 0,0 0-1 0 0,0 0 1 0 0,0 0-1 0 0,0 0 0 0 0,1 0 1 0 0,-1 0-1 0 0,0 0 1 0 0,1 0-1 0 0,-1 1 1 0 0,1-1-1 0 0,-1 0 1 0 0,1 0-1 0 0,-1 0 1 0 0,1 0-1 0 0,-1 1 1 0 0,1-1-1 0 0,0 0 1 0 0,0 1-1 0 0,-1-1 0 0 0,1 0 1 0 0,0 1-1 0 0,0-1 1 0 0,0 1-1 0 0,-1-1 1 0 0,1 1-1 0 0,0 0 1 0 0,1-1-1 0 0,30-13 905 0 0,-28 13-712 0 0,-4 1-427 0 0,73-24 1803 0 0,-69 23-1772 0 0,0 0-1 0 0,0 0 1 0 0,0 0-1 0 0,0 1 1 0 0,0-1-1 0 0,1 1 1 0 0,-1 0 0 0 0,0 0-1 0 0,0 1 1 0 0,0-1-1 0 0,0 1 1 0 0,0 0-1 0 0,0 0 1 0 0,0 0-1 0 0,0 1 1 0 0,4 1-1 0 0,-6-1-65 0 0,0 0-1 0 0,0 0 0 0 0,-1 0 0 0 0,1 0 1 0 0,-1 1-1 0 0,1-1 0 0 0,-1 0 0 0 0,0 1 1 0 0,0-1-1 0 0,0 1 0 0 0,0-1 0 0 0,0 1 1 0 0,-1-1-1 0 0,1 1 0 0 0,-1-1 0 0 0,1 1 1 0 0,-1 0-1 0 0,0-1 0 0 0,0 1 0 0 0,-1 0 1 0 0,1-1-1 0 0,0 1 0 0 0,-1 0 0 0 0,1-1 0 0 0,-1 1 1 0 0,0-1-1 0 0,-1 3 0 0 0,-2 6-374 0 0,0-1 0 0 0,0 0-1 0 0,-1-1 1 0 0,-1 1 0 0 0,-7 10 0 0 0,7-12 355 0 0,-1 0 1 0 0,0-1 0 0 0,0 0 0 0 0,-1 0-1 0 0,0-1 1 0 0,0 0 0 0 0,0 0-1 0 0,-1-1 1 0 0,0 0 0 0 0,0 0 0 0 0,0-1-1 0 0,-1-1 1 0 0,1 1 0 0 0,-1-1 0 0 0,0-1-1 0 0,-15 2 1 0 0,24-4 113 0 0,1 1-1 0 0,0-1 0 0 0,0 0 1 0 0,-1 0-1 0 0,1 0 1 0 0,0 0-1 0 0,0 0 1 0 0,-1 1-1 0 0,1-1 0 0 0,0 0 1 0 0,0 0-1 0 0,-1 0 1 0 0,1 0-1 0 0,0 0 1 0 0,-1 0-1 0 0,1 0 0 0 0,0 0 1 0 0,-1 0-1 0 0,1 0 1 0 0,0 0-1 0 0,0 0 1 0 0,-1 0-1 0 0,1 0 1 0 0,0-1-1 0 0,0 1 0 0 0,-1 0 1 0 0,1 0-1 0 0,0 0 1 0 0,-1 0-1 0 0,1 0 1 0 0,0-1-1 0 0,0 1 0 0 0,0 0 1 0 0,-1 0-1 0 0,1 0 1 0 0,0-1-1 0 0,0 1 1 0 0,0 0-1 0 0,-1 0 0 0 0,1-1 1 0 0,0 1-1 0 0,0 0 1 0 0,0 0-1 0 0,0-1 1 0 0,0 1-1 0 0,11-13 1299 0 0,24-9-371 0 0,79-49-560 0 0,-79 43-3669 0 0,-2-4-4654 0 0,-21 22 4474 0 0,6 7-515 0 0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04:35.825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12 0 3233 0 0,'-2'6'838'0'0,"0"1"1"0"0,0-1-1 0 0,0 1 1 0 0,1 0-1 0 0,0-1 1 0 0,0 1 0 0 0,1 0-1 0 0,-1 0 1 0 0,3 12-1 0 0,11 67 1394 0 0,-8-61-1614 0 0,20 91-16 0 0,6 38-1761 0 0,-22-52-6449 0 0,-10-84 5171 0 0,-1-2-549 0 0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04:36.186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9 0 3745 0 0,'-3'12'1776'0'0,"0"5"65"0"0,0 4-153 0 0,3-2-152 0 0,2-6-231 0 0,-1-1-265 0 0,1-1-208 0 0,1-2-224 0 0,-2-3-248 0 0,1-1-160 0 0,-1-1-216 0 0,1-2-352 0 0,1-8-4441 0 0,-2-3 1792 0 0,-7-6 545 0 0,5-2-873 0 0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04:37.513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50 66 3009 0 0,'-4'3'673'0'0,"0"-1"0"0"0,0 0-1 0 0,1 0 1 0 0,-1 0 0 0 0,-1 0 0 0 0,1-1 0 0 0,0 1 0 0 0,0-1 0 0 0,-9 1 0 0 0,15-7-137 0 0,0 0 0 0 0,1 1 0 0 0,-1-1 0 0 0,1 1 0 0 0,0 0 0 0 0,5-7 0 0 0,-6 9-263 0 0,2-3-31 0 0,0 0-1 0 0,0 0 1 0 0,0 1 0 0 0,1 0-1 0 0,-1 0 1 0 0,1 0 0 0 0,9-6 0 0 0,-13 10-221 0 0,0-1 0 0 0,0 1 0 0 0,0-1 0 0 0,0 1 0 0 0,0 0 0 0 0,0-1 0 0 0,1 1 1 0 0,-1 0-1 0 0,0 0 0 0 0,0 0 0 0 0,0 0 0 0 0,0 0 0 0 0,1 0 0 0 0,-1 0 0 0 0,0 0 0 0 0,0 0 1 0 0,0 1-1 0 0,0-1 0 0 0,1 0 0 0 0,-1 1 0 0 0,0-1 0 0 0,0 1 0 0 0,0-1 0 0 0,0 1 1 0 0,0 0-1 0 0,0-1 0 0 0,0 1 0 0 0,0 0 0 0 0,0 0 0 0 0,-1-1 0 0 0,1 1 0 0 0,0 0 0 0 0,0 0 1 0 0,-1 0-1 0 0,1 0 0 0 0,0 0 0 0 0,-1 0 0 0 0,1 0 0 0 0,-1 0 0 0 0,0 1 0 0 0,1-1 1 0 0,-1 0-1 0 0,0 0 0 0 0,0 0 0 0 0,1 0 0 0 0,-1 1 0 0 0,0 0 0 0 0,3 16 39 0 0,0 0 0 0 0,-1 0 0 0 0,-1 0-1 0 0,0 0 1 0 0,-1 0 0 0 0,-2 0 0 0 0,-5 33 0 0 0,1-21-64 0 0,-2 0 0 0 0,-1 0 0 0 0,-22 50 0 0 0,21-63-35 0 0,9-22 11 0 0,13-29 84 0 0,2 15 118 0 0,1 1-1 0 0,0 1 0 0 0,29-26 0 0 0,-25 25-1058 0 0,-1 0 0 0 0,27-34 1 0 0,-44 49 211 0 0,1 1 0 0 0,-1 0 0 0 0,0 0 0 0 0,0-1 0 0 0,0 1 0 0 0,-1 0 0 0 0,1-1 0 0 0,0 1 0 0 0,-1 0 0 0 0,0-1 0 0 0,0 1 0 0 0,1-1 0 0 0,-2 1 0 0 0,1-1 0 0 0,0 1 0 0 0,0-1 0 0 0,-1-2 0 0 0,-2-3-1750 0 0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04:37.891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30 2280 0 0,'1'-2'491'0'0,"1"0"0"0"0,-1 0 0 0 0,1 0 0 0 0,0 0-1 0 0,0 0 1 0 0,0 0 0 0 0,-1 1 0 0 0,2-1 0 0 0,-1 0-1 0 0,0 1 1 0 0,0 0 0 0 0,0-1 0 0 0,1 1 0 0 0,-1 0-1 0 0,1 0 1 0 0,-1 0 0 0 0,1 1 0 0 0,-1-1-1 0 0,1 1 1 0 0,3-1 0 0 0,-5 1-409 0 0,1 0 0 0 0,-1-1 0 0 0,1 1-1 0 0,-1 0 1 0 0,1 1 0 0 0,0-1 0 0 0,-1 0 0 0 0,1 0 0 0 0,-1 1-1 0 0,1-1 1 0 0,-1 1 0 0 0,1-1 0 0 0,-1 1 0 0 0,1-1 0 0 0,-1 1-1 0 0,0 0 1 0 0,1 0 0 0 0,-1 0 0 0 0,0 0 0 0 0,0 0 0 0 0,0 0-1 0 0,0 0 1 0 0,1 0 0 0 0,-2 1 0 0 0,1-1 0 0 0,0 0 0 0 0,0 0-1 0 0,0 1 1 0 0,0-1 0 0 0,-1 1 0 0 0,1-1 0 0 0,-1 1 0 0 0,1-1-1 0 0,0 3 1 0 0,0 15-21 0 0,1 0-1 0 0,-2-1 0 0 0,0 1 1 0 0,-2 0-1 0 0,0 0 0 0 0,-7 27 1 0 0,4-20 23 0 0,1 1 1 0 0,0 30-1 0 0,47-113 547 0 0,-19 31-1294 0 0,0 0 0 0 0,31-22 0 0 0,-27 24-4802 0 0,39-41-1 0 0,-56 52 4169 0 0,5 5-596 0 0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04:38.255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1 2056 0 0,'1'24'2840'0'0,"1"0"0"0"0,8 42 0 0 0,39 101-3821 0 0,-32-136-3132 0 0,-11-27 1130 0 0,-7-21 1762 0 0,-1 7 255 0 0</inkml:trace>
  <inkml:trace contextRef="#ctx0" brushRef="#br0" timeOffset="1">83 255 640 0 0,'-22'-47'1604'0'0,"1"3"3003"0"0,22 43-4342 0 0,-1 0 1 0 0,0 0 0 0 0,1 0-1 0 0,-1 0 1 0 0,1 0 0 0 0,0 1-1 0 0,-1-1 1 0 0,1 0 0 0 0,-1 0-1 0 0,1 0 1 0 0,0 1 0 0 0,0-1-1 0 0,-1 0 1 0 0,1 1-1 0 0,0-1 1 0 0,0 1 0 0 0,0-1-1 0 0,0 1 1 0 0,0-1 0 0 0,0 1-1 0 0,0 0 1 0 0,0-1 0 0 0,2 1-1 0 0,34-14-913 0 0,-27 10 747 0 0,-3 1-618 0 0,22-9-2344 0 0,-15 12-2861 0 0,-4 9 3305 0 0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04:38.603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0 206 3473 0 0,'13'-16'7061'0'0,"5"-10"-4317"0"0,38-52-1448 0 0,-46 66-1124 0 0,34-35 170 0 0,-41 44-326 0 0,0 1 0 0 0,1-1 0 0 0,-1 0 0 0 0,0 1 0 0 0,1 0 0 0 0,0 0 0 0 0,-1 0 1 0 0,1 0-1 0 0,0 1 0 0 0,0-1 0 0 0,8-1 0 0 0,-11 3-7 0 0,-1 1 0 0 0,1-1 0 0 0,0 0 1 0 0,0 0-1 0 0,0 1 0 0 0,0-1 1 0 0,-1 1-1 0 0,1-1 0 0 0,0 1 0 0 0,0-1 1 0 0,-1 1-1 0 0,1-1 0 0 0,0 1 1 0 0,-1 0-1 0 0,1-1 0 0 0,-1 1 0 0 0,1 0 1 0 0,-1 0-1 0 0,1-1 0 0 0,-1 1 1 0 0,0 0-1 0 0,1 0 0 0 0,-1 0 1 0 0,0 0-1 0 0,1-1 0 0 0,-1 1 0 0 0,0 0 1 0 0,0 0-1 0 0,0 0 0 0 0,0 0 1 0 0,0 0-1 0 0,0 0 0 0 0,0 1 0 0 0,-1 36 149 0 0,1-35-146 0 0,-3 26 57 0 0,-2 0-1 0 0,-9 31 1 0 0,7-36-31 0 0,2 0 1 0 0,0 0-1 0 0,-1 41 1 0 0,5-64-38 0 0,1 0 0 0 0,0 0 0 0 0,0-1 0 0 0,0 1 0 0 0,0 0 0 0 0,0 0-1 0 0,0 0 1 0 0,0-1 0 0 0,0 1 0 0 0,0 0 0 0 0,0 0 0 0 0,0 0 0 0 0,1-1 0 0 0,-1 1 0 0 0,0 0 0 0 0,1 0-1 0 0,-1-1 1 0 0,0 1 0 0 0,1 0 0 0 0,-1 0 0 0 0,1-1 0 0 0,-1 1 0 0 0,1-1 0 0 0,-1 1 0 0 0,1 0 0 0 0,0-1-1 0 0,-1 1 1 0 0,1-1 0 0 0,-1 1 0 0 0,1-1 0 0 0,0 0 0 0 0,0 1 0 0 0,1-1-24 0 0,0 0 0 0 0,0-1 1 0 0,-1 1-1 0 0,1 0 0 0 0,0-1 1 0 0,-1 1-1 0 0,1-1 0 0 0,0 0 1 0 0,-1 1-1 0 0,1-1 0 0 0,-1 0 0 0 0,0 0 1 0 0,1 0-1 0 0,1-2 0 0 0,44-43-1986 0 0,-46 45 1858 0 0,29-34-4481 0 0,41-63 1 0 0,-70 95 4479 0 0,1 0 0 0 0,-1 0 0 0 0,1 0 1 0 0,-1-1-1 0 0,0 1 0 0 0,-1 0 1 0 0,1 0-1 0 0,0-1 0 0 0,-1 1 0 0 0,0 0 1 0 0,0 0-1 0 0,0-1 0 0 0,0-4 1 0 0,-1-6-386 0 0,8-9-930 0 0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04:38.971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34 5 1632 0 0,'0'-1'177'0'0,"-1"1"-1"0"0,0-1 1 0 0,0 1-1 0 0,0-1 0 0 0,0 1 1 0 0,0 0-1 0 0,1-1 1 0 0,-1 1-1 0 0,0 0 1 0 0,0 0-1 0 0,0 0 0 0 0,0-1 1 0 0,0 1-1 0 0,0 0 1 0 0,0 0-1 0 0,0 0 1 0 0,0 1-1 0 0,0-1 0 0 0,0 0 1 0 0,0 0-1 0 0,0 0 1 0 0,0 1-1 0 0,0-1 0 0 0,0 1 1 0 0,0-1-1 0 0,1 0 1 0 0,-1 1-1 0 0,0-1 1 0 0,0 1-1 0 0,0 0 0 0 0,1-1 1 0 0,-2 2-1 0 0,1 2 230 0 0,0-1-1 0 0,1 0 1 0 0,-1 1-1 0 0,1-1 1 0 0,0 1-1 0 0,0 0 1 0 0,0-1-1 0 0,1 6 1 0 0,4 32 365 0 0,2 0 0 0 0,1 0 1 0 0,17 49-1 0 0,-13-57-1753 0 0,1-1 1 0 0,18 34-1 0 0,-31-65 892 0 0,14 21-2693 0 0,-14-22 2677 0 0,0 1-1 0 0,1-1 1 0 0,-1 1 0 0 0,0-1 0 0 0,0 0 0 0 0,0 1-1 0 0,0-1 1 0 0,1 0 0 0 0,-1 1 0 0 0,0-1 0 0 0,0 0-1 0 0,1 1 1 0 0,-1-1 0 0 0,0 0 0 0 0,0 1 0 0 0,1-1 0 0 0,-1 0-1 0 0,0 0 1 0 0,1 1 0 0 0,-1-1 0 0 0,0 0 0 0 0,1 0-1 0 0,-1 0 1 0 0,1 0 0 0 0,-1 0 0 0 0,0 1 0 0 0,1-1-1 0 0,-1 0 1 0 0,1 0 0 0 0,-1 0 0 0 0,0 0 0 0 0,1 0-1 0 0,-1 0 1 0 0,1 0 0 0 0,-1 0 0 0 0,0 0 0 0 0,1 0-1 0 0,-1-1 1 0 0,1 1 0 0 0,-1 0 0 0 0,0 0 0 0 0,1 0-1 0 0,-1 0 1 0 0,0-1 0 0 0,1 1 0 0 0,-1 0 0 0 0,0 0 0 0 0,1-1-1 0 0,4-7-830 0 0,6 0-645 0 0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04:39.348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71 180 3153 0 0,'1'13'1492'0'0,"0"0"1"0"0,1 0 0 0 0,0 0 0 0 0,5 14 0 0 0,19 53 2274 0 0,-17-56-3467 0 0,-1 0 1 0 0,0 1-1 0 0,6 48 0 0 0,-13-66-309 0 0,-1 1 0 0 0,0 0 0 0 0,0-1-1 0 0,-1 1 1 0 0,0 0 0 0 0,0-1 0 0 0,-1 1 0 0 0,0-1-1 0 0,0 1 1 0 0,-1-1 0 0 0,0 0 0 0 0,0 0-1 0 0,-1 0 1 0 0,1-1 0 0 0,-2 1 0 0 0,1-1 0 0 0,-7 8-1 0 0,9-12-10 0 0,0 0 0 0 0,0 0 1 0 0,0 0-1 0 0,0 0 0 0 0,0-1 0 0 0,0 1 0 0 0,-1 0 0 0 0,1-1 0 0 0,-1 0 0 0 0,1 1 0 0 0,-1-1 0 0 0,1 0 0 0 0,-1 0 0 0 0,0-1 0 0 0,0 1 0 0 0,1-1 1 0 0,-1 1-1 0 0,0-1 0 0 0,0 0 0 0 0,0 0 0 0 0,1 0 0 0 0,-1 0 0 0 0,0 0 0 0 0,0-1 0 0 0,0 1 0 0 0,1-1 0 0 0,-5-1 0 0 0,5 1 19 0 0,0-1 0 0 0,0 1 0 0 0,0 0 0 0 0,1-1 0 0 0,-1 1 0 0 0,0-1 0 0 0,0 1 0 0 0,1-1 0 0 0,-1 0 0 0 0,1 0 0 0 0,0 1 0 0 0,-1-1 0 0 0,1 0 0 0 0,0 0 0 0 0,0 0 0 0 0,0-1 0 0 0,1 1 0 0 0,-1 0 0 0 0,0 0 0 0 0,1 0 0 0 0,-1-1 0 0 0,1 1 0 0 0,0 0 0 0 0,0-1 0 0 0,0 1 0 0 0,0 0 0 0 0,0-1 0 0 0,0 1 0 0 0,1 0 0 0 0,-1 0 0 0 0,1-1 0 0 0,0 1 0 0 0,1-4 0 0 0,2-3-171 0 0,0-1 0 0 0,1 1 0 0 0,0 0-1 0 0,1 0 1 0 0,0 0 0 0 0,0 0 0 0 0,1 1 0 0 0,0 0-1 0 0,9-8 1 0 0,14-16-6261 0 0,-11 4 2527 0 0,-8 15 1756 0 0</inkml:trace>
  <inkml:trace contextRef="#ctx0" brushRef="#br0" timeOffset="1">277 0 4633 0 0,'-4'0'437'0'0,"1"1"1"0"0,-1-1-1 0 0,1 1 0 0 0,-1-1 1 0 0,1 1-1 0 0,-1 0 0 0 0,1 0 1 0 0,0 0-1 0 0,-1 1 1 0 0,1-1-1 0 0,0 1 0 0 0,0 0 1 0 0,0 0-1 0 0,0 0 0 0 0,0 0 1 0 0,-3 4-1 0 0,1 0-188 0 0,0-1 0 0 0,1 1-1 0 0,0-1 1 0 0,1 1 0 0 0,-1 0 0 0 0,1 1-1 0 0,0-1 1 0 0,-2 8 0 0 0,0 0-240 0 0,1 0-1 0 0,1 0 1 0 0,1 0 0 0 0,0 1-1 0 0,0 0 1 0 0,2-1 0 0 0,1 22-1 0 0,-1-31-9 0 0,0-1 0 0 0,1 0 0 0 0,0 0 0 0 0,0 1 0 0 0,0-1-1 0 0,1 0 1 0 0,-1 0 0 0 0,1 0 0 0 0,0 0 0 0 0,0 0 0 0 0,0-1-1 0 0,1 1 1 0 0,-1-1 0 0 0,1 1 0 0 0,0-1 0 0 0,5 4 0 0 0,-6-5 6 0 0,0-1 1 0 0,0-1 0 0 0,0 1 0 0 0,0 0 0 0 0,0 0-1 0 0,0-1 1 0 0,0 1 0 0 0,0-1 0 0 0,0 0 0 0 0,1 1-1 0 0,-1-1 1 0 0,0 0 0 0 0,0 0 0 0 0,0-1 0 0 0,1 1-1 0 0,-1 0 1 0 0,0-1 0 0 0,0 1 0 0 0,0-1 0 0 0,0 0-1 0 0,0 0 1 0 0,0 0 0 0 0,0 0 0 0 0,0 0 0 0 0,0 0-1 0 0,0 0 1 0 0,-1-1 0 0 0,1 1 0 0 0,0-1 0 0 0,-1 1-1 0 0,1-1 1 0 0,-1 0 0 0 0,3-3 0 0 0,3-4 67 0 0,1-1-1 0 0,-1 0 1 0 0,-1 0 0 0 0,0-1 0 0 0,0 0 0 0 0,-1 0-1 0 0,-1 0 1 0 0,1-1 0 0 0,-2 1 0 0 0,0-1-1 0 0,0 0 1 0 0,-1 0 0 0 0,-1 0 0 0 0,0 0 0 0 0,0-1-1 0 0,-1 1 1 0 0,-1 0 0 0 0,-2-13 0 0 0,3 23-82 0 0,-1 0 0 0 0,1 0 0 0 0,-1 1 0 0 0,0-1 0 0 0,1 0 0 0 0,-1 1 1 0 0,0-1-1 0 0,0 1 0 0 0,0-1 0 0 0,0 1 0 0 0,0 0 0 0 0,0-1 0 0 0,0 1 0 0 0,-1 0 0 0 0,1 0 1 0 0,0 0-1 0 0,-1-1 0 0 0,1 1 0 0 0,-1 1 0 0 0,1-1 0 0 0,-1 0 0 0 0,0 0 0 0 0,1 1 0 0 0,-1-1 1 0 0,0 1-1 0 0,1-1 0 0 0,-1 1 0 0 0,0 0 0 0 0,0-1 0 0 0,1 1 0 0 0,-1 0 0 0 0,0 0 0 0 0,0 0 1 0 0,1 1-1 0 0,-1-1 0 0 0,0 0 0 0 0,0 1 0 0 0,1-1 0 0 0,-1 1 0 0 0,0-1 0 0 0,1 1 0 0 0,-1 0 1 0 0,1 0-1 0 0,-1 0 0 0 0,1 0 0 0 0,-1 0 0 0 0,-1 1 0 0 0,-34 29-3243 0 0,14 4-3485 0 0,13-19 3762 0 0,9-7 1037 0 0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04:39.71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12 138 4457 0 0,'-12'10'5459'0'0,"21"-10"-1818"0"0,21-13-985 0 0,3-11-2336 0 0,51-47 1 0 0,-54 43-3533 0 0,-26 24 2792 0 0,2-4-4333 0 0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04:40.073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15 99 2513 0 0,'-14'26'6014'0'0,"25"-37"-4100"0"0,0-2-637 0 0,42-48 1306 0 0,-49 57-2534 0 0,0 0-1 0 0,0 0 1 0 0,0 1 0 0 0,1-1-1 0 0,0 1 1 0 0,-1 0-1 0 0,1 0 1 0 0,1 1 0 0 0,-1 0-1 0 0,0-1 1 0 0,6 0 0 0 0,-10 3-37 0 0,0-1 1 0 0,1 1 0 0 0,-1 0-1 0 0,0 0 1 0 0,0 0 0 0 0,0 0-1 0 0,0 0 1 0 0,0 0 0 0 0,0 0 0 0 0,0 0-1 0 0,0 0 1 0 0,0 1 0 0 0,0-1-1 0 0,0 0 1 0 0,0 1 0 0 0,0-1-1 0 0,0 1 1 0 0,0-1 0 0 0,0 1 0 0 0,0-1-1 0 0,0 1 1 0 0,-1 0 0 0 0,1-1-1 0 0,0 1 1 0 0,0 0 0 0 0,0 1 0 0 0,0 0 25 0 0,0 0 1 0 0,0 0-1 0 0,0 0 1 0 0,-1 0-1 0 0,1 0 1 0 0,-1 0-1 0 0,1 1 1 0 0,-1-1 0 0 0,0 0-1 0 0,0 0 1 0 0,0 5-1 0 0,-1 4 115 0 0,-1 1 0 0 0,0-1 0 0 0,-6 17 0 0 0,-22 45 197 0 0,22-58-111 0 0,1 1-1 0 0,0 0 1 0 0,1 1 0 0 0,-5 27-1 0 0,10-43-207 0 0,1-1-1 0 0,0 1 1 0 0,0 0 0 0 0,0-1-1 0 0,-1 1 1 0 0,1 0 0 0 0,0-1-1 0 0,0 1 1 0 0,0 0 0 0 0,0-1-1 0 0,0 1 1 0 0,0 0 0 0 0,0 0-1 0 0,0-1 1 0 0,1 1 0 0 0,-1 0-1 0 0,0-1 1 0 0,0 1 0 0 0,1 0-1 0 0,-1-1 1 0 0,0 1 0 0 0,1-1-1 0 0,-1 1 1 0 0,0 0 0 0 0,1-1-1 0 0,-1 1 1 0 0,1-1 0 0 0,-1 1-1 0 0,1-1 1 0 0,-1 1 0 0 0,1-1-1 0 0,-1 0 1 0 0,1 1 0 0 0,0-1-1 0 0,-1 0 1 0 0,1 1 0 0 0,0-1-1 0 0,2 0 10 0 0,-1 0 0 0 0,1 0 0 0 0,-1 0 0 0 0,1-1 0 0 0,-1 1 0 0 0,1-1 0 0 0,-1 0-1 0 0,0 0 1 0 0,1 1 0 0 0,-1-2 0 0 0,2 0 0 0 0,56-37 107 0 0,-59 38-141 0 0,62-54-2536 0 0,-52 45 491 0 0,-1-1 0 0 0,-1 0 0 0 0,0-1 1 0 0,0 0-1 0 0,-1 0 0 0 0,9-20 1 0 0,-8 16-187 0 0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04:40.436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93 1 4057 0 0,'-3'1'317'0'0,"-1"0"-1"0"0,1 0 1 0 0,0 1 0 0 0,0-1-1 0 0,0 1 1 0 0,0 0-1 0 0,0 0 1 0 0,0 0 0 0 0,1 0-1 0 0,-1 0 1 0 0,0 1 0 0 0,1-1-1 0 0,0 1 1 0 0,0 0 0 0 0,0-1-1 0 0,0 1 1 0 0,0 0 0 0 0,0 0-1 0 0,1 0 1 0 0,-1 0 0 0 0,1 1-1 0 0,0-1 1 0 0,0 0 0 0 0,-1 7-1 0 0,-2 11 164 0 0,0 0-1 0 0,-1 41 0 0 0,3-34 134 0 0,-7 36-254 0 0,-1 24-668 0 0,12-31-3545 0 0,-2-91-2344 0 0,8-33 5294 0 0,-4 29 568 0 0,-3-33 466 0 0,-2 5 1375 0 0,9 26 2316 0 0,-8 40-3694 0 0,0 0 0 0 0,1-1 0 0 0,-1 1 0 0 0,0 0 0 0 0,1 0 1 0 0,-1 0-1 0 0,1 0 0 0 0,-1 0 0 0 0,0 0 0 0 0,1 0 0 0 0,-1 0 0 0 0,0 0 0 0 0,1 0 1 0 0,-1 0-1 0 0,0 0 0 0 0,1 0 0 0 0,-1 0 0 0 0,0 0 0 0 0,1 0 0 0 0,-1 1 1 0 0,0-1-1 0 0,1 0 0 0 0,-1 0 0 0 0,0 0 0 0 0,1 1 0 0 0,-1-1 0 0 0,0 0 0 0 0,0 0 1 0 0,1 0-1 0 0,-1 1 0 0 0,0-1 0 0 0,0 0 0 0 0,1 1 0 0 0,-1-1 0 0 0,0 0 0 0 0,0 1 1 0 0,0-1-1 0 0,0 0 0 0 0,0 1 0 0 0,1-1 0 0 0,13 18 1100 0 0,-13-16-801 0 0,7 8-109 0 0,0 0 0 0 0,1-1-1 0 0,0-1 1 0 0,0 1-1 0 0,1-1 1 0 0,0-1 0 0 0,18 11-1 0 0,9-4-2517 0 0,4-8-4087 0 0,-51 3-2187 0 0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04:40.813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10 214 2753 0 0,'0'0'167'0'0,"-1"1"1"0"0,1-1-1 0 0,-1 0 1 0 0,1 0-1 0 0,-1 0 1 0 0,1 1 0 0 0,-1-1-1 0 0,1 0 1 0 0,0 0-1 0 0,-1 1 1 0 0,1-1-1 0 0,-1 0 1 0 0,1 1 0 0 0,0-1-1 0 0,-1 1 1 0 0,1-1-1 0 0,0 1 1 0 0,-1-1-1 0 0,1 0 1 0 0,0 1 0 0 0,0-1-1 0 0,-1 1 1 0 0,1-1-1 0 0,0 1 1 0 0,0-1-1 0 0,0 1 1 0 0,0-1 0 0 0,0 2-1 0 0,13 0 2989 0 0,25-8-126 0 0,-11-4-2205 0 0,-1 0 1 0 0,0-2-1 0 0,0-1 1 0 0,33-22-1 0 0,89-75-697 0 0,-126 93-166 0 0,-21 16-55 0 0,1-1 0 0 0,0 1 1 0 0,-1-1-1 0 0,1 1 1 0 0,0 0-1 0 0,0 0 1 0 0,0 0-1 0 0,0 0 1 0 0,0 0-1 0 0,0 0 1 0 0,0 0-1 0 0,3 0 1 0 0,-4 2 43 0 0,-1 0 1 0 0,0 1 0 0 0,0-1-1 0 0,0 0 1 0 0,0 0 0 0 0,-1 0-1 0 0,1 0 1 0 0,0 1-1 0 0,0-1 1 0 0,-1 0 0 0 0,1 0-1 0 0,0 0 1 0 0,-1 0 0 0 0,1 0-1 0 0,-1 0 1 0 0,0 0 0 0 0,1 0-1 0 0,-1 0 1 0 0,0 0-1 0 0,0 0 1 0 0,1 0 0 0 0,-3 1-1 0 0,-8 14 43 0 0,1 1-1 0 0,0 0 1 0 0,1 0-1 0 0,-7 21 1 0 0,13-27 103 0 0,0-1-1 0 0,1 1 1 0 0,0 0 0 0 0,1 0 0 0 0,0 0 0 0 0,0 0 0 0 0,2 0-1 0 0,1 21 1 0 0,24 102 582 0 0,-22-117-991 0 0,1 0-1 0 0,1-1 0 0 0,0 1 0 0 0,2-1 0 0 0,15 26 1 0 0,-23-42 196 0 0,0 1 0 0 0,0-1 0 0 0,0 1 0 0 0,0-1 0 0 0,1 0 1 0 0,-1 1-1 0 0,0-1 0 0 0,0 0 0 0 0,0 1 0 0 0,0-1 1 0 0,1 0-1 0 0,-1 1 0 0 0,0-1 0 0 0,0 0 0 0 0,1 1 0 0 0,-1-1 1 0 0,0 0-1 0 0,1 1 0 0 0,-1-1 0 0 0,0 0 0 0 0,1 0 0 0 0,-1 0 1 0 0,0 1-1 0 0,1-1 0 0 0,-1 0 0 0 0,0 0 0 0 0,1 0 0 0 0,-1 0 1 0 0,0 0-1 0 0,1 0 0 0 0,-1 0 0 0 0,1 1 0 0 0,-1-1 1 0 0,0 0-1 0 0,1 0 0 0 0,-1-1 0 0 0,1 1 0 0 0,-1 0 0 0 0,0 0 1 0 0,1 0-1 0 0,-1 0 0 0 0,1 0 0 0 0,-1 0 0 0 0,0 0 0 0 0,1-1 1 0 0,4-21-3568 0 0,-8-33 494 0 0,-1 20 2022 0 0,3-1-383 0 0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04:41.207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97 2417 0 0,'0'-1'243'0'0,"0"0"0"0"0,0 0 1 0 0,0 1-1 0 0,0-1 1 0 0,0 0-1 0 0,0 0 0 0 0,0 1 1 0 0,0-1-1 0 0,0 0 1 0 0,0 0-1 0 0,0 1 1 0 0,1-1-1 0 0,-1 0 0 0 0,0 0 1 0 0,1 1-1 0 0,-1-1 1 0 0,0 0-1 0 0,1 1 0 0 0,-1-1 1 0 0,1 0-1 0 0,-1 1 1 0 0,0-1-1 0 0,1 1 1 0 0,0-1-1 0 0,-1 1 0 0 0,2-1 1 0 0,20-22 1421 0 0,-15 16-877 0 0,-2 2-444 0 0,0 0 0 0 0,0 0-1 0 0,0 0 1 0 0,1 1-1 0 0,-1 0 1 0 0,1 0-1 0 0,0 1 1 0 0,0 0 0 0 0,12-5-1 0 0,-17 8-272 0 0,0-1-1 0 0,0 1 1 0 0,0 0-1 0 0,0 0 1 0 0,1 0-1 0 0,-1 0 1 0 0,0 0 0 0 0,0 0-1 0 0,0 0 1 0 0,1 0-1 0 0,-1 0 1 0 0,0 0-1 0 0,0 1 1 0 0,0-1-1 0 0,0 0 1 0 0,1 1 0 0 0,-1-1-1 0 0,0 1 1 0 0,0 0-1 0 0,0-1 1 0 0,0 1-1 0 0,0 0 1 0 0,1 0-1 0 0,-1 1 20 0 0,1 1 0 0 0,-1-1 0 0 0,0 0-1 0 0,0 1 1 0 0,0-1 0 0 0,0 1-1 0 0,0 0 1 0 0,0-1 0 0 0,-1 1 0 0 0,1-1-1 0 0,-1 1 1 0 0,0 0 0 0 0,0-1-1 0 0,0 6 1 0 0,-2 15 64 0 0,0-1-1 0 0,-2 0 0 0 0,-1 0 1 0 0,0 0-1 0 0,-13 29 1 0 0,9-26-120 0 0,2 0-1 0 0,0 1 1 0 0,-5 38 0 0 0,12-64-33 0 0,0 1-1 0 0,0-1 1 0 0,0 0-1 0 0,0 0 1 0 0,0 0-1 0 0,0 0 1 0 0,0 0-1 0 0,0 0 1 0 0,0 0-1 0 0,0 0 1 0 0,0 1-1 0 0,0-1 1 0 0,0 0-1 0 0,0 0 1 0 0,0 0-1 0 0,0 0 1 0 0,0 0-1 0 0,0 0 1 0 0,0 0-1 0 0,0 0 1 0 0,0 1-1 0 0,0-1 1 0 0,0 0-1 0 0,0 0 1 0 0,0 0-1 0 0,0 0 1 0 0,0 0-1 0 0,1 0 0 0 0,-1 0 1 0 0,0 0-1 0 0,0 0 1 0 0,0 0-1 0 0,0 1 1 0 0,0-1-1 0 0,0 0 1 0 0,0 0-1 0 0,0 0 1 0 0,0 0-1 0 0,0 0 1 0 0,1 0-1 0 0,-1 0 1 0 0,0 0-1 0 0,0 0 1 0 0,0 0-1 0 0,0 0 1 0 0,0 0-1 0 0,0 0 1 0 0,0 0-1 0 0,0 0 1 0 0,1 0-1 0 0,-1 0 1 0 0,0 0-1 0 0,0 0 1 0 0,0 0-1 0 0,0 0 1 0 0,0 0-1 0 0,0 0 1 0 0,0 0-1 0 0,0 0 1 0 0,1 0-1 0 0,-1 0 1 0 0,0 0-1 0 0,0-1 0 0 0,0 1 1 0 0,0 0 0 0 0,11-9 15 0 0,16-23-5 0 0,-17 20-1 0 0,57-53 98 0 0,-61 61-38 0 0,0-1 0 0 0,-1 1 0 0 0,1 0 0 0 0,1 1 1 0 0,-1-1-1 0 0,0 1 0 0 0,1 0 0 0 0,0 1 1 0 0,-1 0-1 0 0,15-3 0 0 0,-20 5-35 0 0,0 0-1 0 0,0 0 1 0 0,-1 0 0 0 0,1 0 0 0 0,0 0-1 0 0,0 0 1 0 0,0 1 0 0 0,0-1 0 0 0,-1 0-1 0 0,1 1 1 0 0,0-1 0 0 0,0 0 0 0 0,-1 1-1 0 0,1-1 1 0 0,0 1 0 0 0,0-1 0 0 0,-1 1-1 0 0,1 0 1 0 0,-1-1 0 0 0,1 1 0 0 0,-1-1-1 0 0,1 1 1 0 0,-1 0 0 0 0,1 0 0 0 0,-1-1-1 0 0,1 1 1 0 0,-1 0 0 0 0,0 0 0 0 0,1-1-1 0 0,-1 1 1 0 0,0 0 0 0 0,0 0 0 0 0,0 0-1 0 0,0 0 1 0 0,1 0 0 0 0,-1-1 0 0 0,0 1-1 0 0,-1 0 1 0 0,1 0 0 0 0,0 0 0 0 0,0 0-1 0 0,0-1 1 0 0,0 1 0 0 0,-1 0 0 0 0,1 0-1 0 0,0 0 1 0 0,-1 1 0 0 0,-16 48-543 0 0,14-42 68 0 0,-16 34-2440 0 0,15-35 1427 0 0,0-1 1 0 0,-1 1-1 0 0,0 0 1 0 0,0-1 0 0 0,0 0-1 0 0,-1 0 1 0 0,1-1 0 0 0,-1 1-1 0 0,-12 7 1 0 0,-16 5 208 0 0,-8 9 750 0 0,29-3 13859 0 0,42-35-11157 0 0,-9-2-1794 0 0,-1 0-1 0 0,-1-2 0 0 0,0 0 1 0 0,-1-1-1 0 0,-1 0 1 0 0,19-25-1 0 0,-11 10-2771 0 0,25-42-1 0 0,-43 61-1484 0 0,-26 26-6485 0 0,16-10 11186 0 0,-8 11-2324 0 0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04:41.556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23 179 2721 0 0,'-6'11'1298'0'0,"4"-8"-968"0"0,0-1-1 0 0,1 1 0 0 0,-1 0 0 0 0,0 0 0 0 0,1 0 0 0 0,0 0 0 0 0,0 0 1 0 0,0 0-1 0 0,0 0 0 0 0,0 0 0 0 0,1 0 0 0 0,-1 1 0 0 0,1-1 0 0 0,0 4 1 0 0,1-7-211 0 0,0 0 1 0 0,0 1 0 0 0,-1-1 0 0 0,1 0 0 0 0,0 0 0 0 0,0 0 0 0 0,0 0 0 0 0,0 0 0 0 0,0 0 0 0 0,0 0 0 0 0,0 0-1 0 0,0 0 1 0 0,0 0 0 0 0,0 0 0 0 0,0-1 0 0 0,0 1 0 0 0,0 0 0 0 0,0-1 0 0 0,-1 1 0 0 0,1-1 0 0 0,0 1-1 0 0,0-1 1 0 0,0 1 0 0 0,-1-1 0 0 0,1 0 0 0 0,1 0 0 0 0,21-18 1317 0 0,-23 19-1434 0 0,29-27 1906 0 0,30-37 0 0 0,-41 42-1526 0 0,1 1 0 0 0,1 1-1 0 0,1 1 1 0 0,24-18-1 0 0,-44 37-332 0 0,0-1-1 0 0,0 1 1 0 0,0-1-1 0 0,0 1 0 0 0,0 0 1 0 0,-1 0-1 0 0,1-1 1 0 0,0 1-1 0 0,0 0 0 0 0,0 0 1 0 0,0 0-1 0 0,0 0 0 0 0,0 0 1 0 0,0 0-1 0 0,0 0 1 0 0,0 0-1 0 0,0 1 0 0 0,0-1 1 0 0,0 0-1 0 0,0 1 1 0 0,0-1-1 0 0,0 0 0 0 0,0 1 1 0 0,-1-1-1 0 0,1 1 1 0 0,0 0-1 0 0,0-1 0 0 0,-1 1 1 0 0,1-1-1 0 0,0 1 0 0 0,-1 0 1 0 0,1 0-1 0 0,0-1 1 0 0,-1 1-1 0 0,1 0 0 0 0,-1 0 1 0 0,1 0-1 0 0,-1 0 1 0 0,0 0-1 0 0,1-1 0 0 0,-1 1 1 0 0,0 0-1 0 0,0 0 1 0 0,1 0-1 0 0,-1 1 0 0 0,14 54 921 0 0,-13-47-893 0 0,12 88 368 0 0,-11-71-840 0 0,1 0 1 0 0,2 0 0 0 0,12 43-1 0 0,-17-69 218 0 0,0 1 0 0 0,0-1 0 0 0,0 1 0 0 0,0-1 0 0 0,0 0 0 0 0,0 1-1 0 0,0-1 1 0 0,1 1 0 0 0,-1-1 0 0 0,0 1 0 0 0,0-1 0 0 0,0 1 0 0 0,1-1 0 0 0,-1 0-1 0 0,0 1 1 0 0,0-1 0 0 0,1 0 0 0 0,-1 1 0 0 0,0-1 0 0 0,1 0 0 0 0,-1 1 0 0 0,1-1-1 0 0,-1 0 1 0 0,0 0 0 0 0,1 1 0 0 0,-1-1 0 0 0,1 0 0 0 0,-1 0 0 0 0,0 0 0 0 0,1 1-1 0 0,-1-1 1 0 0,2 0 0 0 0,5-13-5924 0 0,1-23-205 0 0,-6 18 3679 0 0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04:42.685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21 134 3257 0 0,'-1'1'148'0'0,"1"-1"1"0"0,0 0-1 0 0,-1 0 1 0 0,1 1-1 0 0,-1-1 1 0 0,1 0-1 0 0,-1 0 1 0 0,1 1-1 0 0,-1-1 1 0 0,1 0-1 0 0,-1 0 1 0 0,0 0-1 0 0,1 0 1 0 0,-1 0-1 0 0,1 0 1 0 0,-1 0-1 0 0,1 0 1 0 0,-1 0-1 0 0,1 0 1 0 0,-1 0-1 0 0,1 0 1 0 0,-1 0-1 0 0,1 0 1 0 0,-1-1-1 0 0,0 1 1 0 0,1 0-1 0 0,0 0 1 0 0,-1-1 0 0 0,1 1-1 0 0,-1 0 1 0 0,1-1-1 0 0,-1 1 1 0 0,1 0-1 0 0,-1-1 1 0 0,1 1-1 0 0,0-1 1 0 0,-1 1-1 0 0,1 0 1 0 0,0-1-1 0 0,0 1 1 0 0,-1-1-1 0 0,1 0 1 0 0,11-24 3397 0 0,-6 17-3376 0 0,34-48 2761 0 0,-36 52-2753 0 0,0 0 0 0 0,1 0 0 0 0,0 1 0 0 0,-1 0-1 0 0,1-1 1 0 0,0 1 0 0 0,1 1 0 0 0,-1-1 0 0 0,0 1 0 0 0,1 0 0 0 0,6-3 0 0 0,-9 5-133 0 0,-1-1-1 0 0,0 1 0 0 0,0 0 1 0 0,0 0-1 0 0,0 0 0 0 0,0 0 1 0 0,0 0-1 0 0,0 0 0 0 0,0 0 1 0 0,1 1-1 0 0,-1-1 1 0 0,0 0-1 0 0,0 1 0 0 0,0-1 1 0 0,0 0-1 0 0,0 1 0 0 0,0-1 1 0 0,0 1-1 0 0,0 0 0 0 0,0-1 1 0 0,-1 1-1 0 0,1 0 1 0 0,0-1-1 0 0,1 3 0 0 0,13 29 427 0 0,-8 39-265 0 0,-7-69-190 0 0,-6 123-450 0 0,-1-14-2089 0 0,36-234 1284 0 0,-27 113 1391 0 0,0 1-1 0 0,0 0 0 0 0,1 0 1 0 0,0 0-1 0 0,6-11 0 0 0,-8 18-85 0 0,1 0-1 0 0,-1-1 0 0 0,1 1 0 0 0,-1 0 0 0 0,1 0 0 0 0,0 1 1 0 0,0-1-1 0 0,0 0 0 0 0,0 1 0 0 0,0-1 0 0 0,0 1 1 0 0,0-1-1 0 0,1 1 0 0 0,-1 0 0 0 0,0 0 0 0 0,1 0 1 0 0,-1 0-1 0 0,1 1 0 0 0,-1-1 0 0 0,1 1 0 0 0,-1-1 1 0 0,1 1-1 0 0,4 0 0 0 0,1 0-153 0 0,64-3-632 0 0,-36-5-2750 0 0,-9-8-4597 0 0,-25 7 4699 0 0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04:43.079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107 1 3337 0 0,'-3'4'667'0'0,"1"1"1"0"0,-1-1-1 0 0,1 1 1 0 0,1 0-1 0 0,-1 0 1 0 0,1 0 0 0 0,0 0-1 0 0,0 0 1 0 0,0 0-1 0 0,1 0 1 0 0,-1 0-1 0 0,1 0 1 0 0,1 1 0 0 0,1 8-1 0 0,2 7-364 0 0,1 0 1 0 0,10 28-1 0 0,1 1-3363 0 0,-37-60-5866 0 0,20 9 8575 0 0,-7-1-1124 0 0</inkml:trace>
  <inkml:trace contextRef="#ctx0" brushRef="#br0" timeOffset="1">12 266 2569 0 0,'-1'2'539'0'0,"-1"0"1"0"0,1 0 0 0 0,0 0 0 0 0,0 0 0 0 0,0 0 0 0 0,0 0 0 0 0,0 1 0 0 0,1-1 0 0 0,-1 0 0 0 0,0 1 0 0 0,1-1 0 0 0,0 4 0 0 0,0-5-300 0 0,0 0 1 0 0,0 0 0 0 0,0 0 0 0 0,0 0 0 0 0,1-1 0 0 0,-1 1 0 0 0,0 0-1 0 0,1 0 1 0 0,-1 0 0 0 0,0 0 0 0 0,1 0 0 0 0,-1-1 0 0 0,1 1-1 0 0,0 0 1 0 0,-1 0 0 0 0,1-1 0 0 0,0 1 0 0 0,-1 0 0 0 0,1-1-1 0 0,0 1 1 0 0,1 0 0 0 0,1 0-21 0 0,0 0-1 0 0,0 0 0 0 0,0 0 1 0 0,0-1-1 0 0,1 1 1 0 0,-1-1-1 0 0,0 0 0 0 0,0 0 1 0 0,0 0-1 0 0,0 0 1 0 0,1 0-1 0 0,-1-1 0 0 0,0 1 1 0 0,0-1-1 0 0,0 0 1 0 0,6-2-1 0 0,12-8-119 0 0,0-1 1 0 0,-1 0-1 0 0,0-2 0 0 0,-1 0 1 0 0,0-1-1 0 0,-1-1 0 0 0,21-25 1 0 0,26-21-8266 0 0,-55 53 624 0 0,-3 20 4772 0 0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04:43.657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3 123 3297 0 0,'0'0'121'0'0,"0"0"1"0"0,0 0 0 0 0,0 0 0 0 0,1 0-1 0 0,-1 1 1 0 0,0-1 0 0 0,0 0-1 0 0,0 0 1 0 0,0 0 0 0 0,0 0-1 0 0,1 0 1 0 0,-1 1 0 0 0,0-1 0 0 0,0 0-1 0 0,0 0 1 0 0,0 0 0 0 0,0 1-1 0 0,0-1 1 0 0,0 0 0 0 0,0 0-1 0 0,0 0 1 0 0,0 1 0 0 0,0-1 0 0 0,0 0-1 0 0,0 0 1 0 0,0 0 0 0 0,0 1-1 0 0,0-1 1 0 0,0 0 0 0 0,0 0-1 0 0,0 0 1 0 0,0 1 0 0 0,0-1 0 0 0,0 0-1 0 0,0 0 1 0 0,0 0 0 0 0,0 0-1 0 0,0 1 1 0 0,-1-1 0 0 0,1 0-1 0 0,0 0 1 0 0,0 0 0 0 0,0 0 0 0 0,0 1-1 0 0,0-1 1 0 0,-1 0 0 0 0,1 0-1 0 0,0 0 1 0 0,0 0 0 0 0,0 0-1 0 0,-1 0 1 0 0,1 0 0 0 0,0 0 0 0 0,0 1-1 0 0,0-1 1 0 0,0 0 0 0 0,-1 0-1 0 0,1 0 1 0 0,0 0 0 0 0,0 0-1 0 0,-1 0 1 0 0,3 0 73 0 0,-1 0 0 0 0,0 1-1 0 0,0-1 1 0 0,1 0 0 0 0,-1 0-1 0 0,0 0 1 0 0,1 0 0 0 0,-1 0 0 0 0,0 0-1 0 0,0 0 1 0 0,1-1 0 0 0,-1 1-1 0 0,0 0 1 0 0,0-1 0 0 0,3 0 0 0 0,7-7 41 0 0,0 0 0 0 0,0 0 1 0 0,-1-1-1 0 0,0-1 0 0 0,16-19 1 0 0,14-28-7211 0 0,-76 108 476 0 0,14-21 7587 0 0,0 2 1 0 0,-26 51-1 0 0,47-83-1014 0 0,1 1 0 0 0,0-1 0 0 0,0 0 1 0 0,0 1-1 0 0,-1-1 0 0 0,1 0 0 0 0,0 1 1 0 0,0-1-1 0 0,0 0 0 0 0,0 0 0 0 0,0 1 0 0 0,0-1 1 0 0,-1 1-1 0 0,1-1 0 0 0,0 0 0 0 0,0 1 1 0 0,0-1-1 0 0,0 0 0 0 0,0 1 0 0 0,0-1 0 0 0,1 0 1 0 0,-1 1-1 0 0,0-1 0 0 0,0 0 0 0 0,0 1 0 0 0,0-1 1 0 0,0 0-1 0 0,0 1 0 0 0,1-1 0 0 0,-1 0 1 0 0,0 0-1 0 0,0 1 0 0 0,0-1 0 0 0,1 0 0 0 0,-1 1 1 0 0,0-1-1 0 0,1 0 0 0 0,14-1 1452 0 0,14-13-60 0 0,-16 5-954 0 0,0-2 1 0 0,-1 1-1 0 0,-1-2 1 0 0,14-15-1 0 0,7-8-85 0 0,-32 35-420 0 0,0 0 0 0 0,0-1 0 0 0,0 1 0 0 0,0 0 0 0 0,1 0-1 0 0,-1 0 1 0 0,0 0 0 0 0,0 0 0 0 0,0 0 0 0 0,0 0 0 0 0,0 0 0 0 0,0 0 0 0 0,0 0 0 0 0,0-1 0 0 0,0 1-1 0 0,1 0 1 0 0,-1 0 0 0 0,0 0 0 0 0,0 0 0 0 0,0 0 0 0 0,0 0 0 0 0,0 0 0 0 0,0 0 0 0 0,1 0 0 0 0,-1 0 0 0 0,0 0-1 0 0,0 0 1 0 0,0 0 0 0 0,0 0 0 0 0,0 0 0 0 0,0 0 0 0 0,0 0 0 0 0,1 0 0 0 0,-1 0 0 0 0,0 0 0 0 0,0 0-1 0 0,0 0 1 0 0,0 0 0 0 0,0 0 0 0 0,0 1 0 0 0,0-1 0 0 0,1 0 0 0 0,-1 0 0 0 0,0 0 0 0 0,0 0 0 0 0,0 0-1 0 0,0 0 1 0 0,0 0 0 0 0,0 0 0 0 0,0 0 0 0 0,0 1 0 0 0,0-1 0 0 0,0 0 0 0 0,0 0 0 0 0,0 0 0 0 0,1 0 0 0 0,-1 0-1 0 0,0 0 1 0 0,1 13 267 0 0,-4 21-44 0 0,3-30-192 0 0,-10 61 38 0 0,-3 32-447 0 0,13-89 322 0 0,0 1 0 0 0,0-1 0 0 0,1 1 0 0 0,0-1 0 0 0,0 1 0 0 0,1-1 0 0 0,0 0 0 0 0,7 16-1 0 0,-9-22 47 0 0,1-1 0 0 0,-1 1 0 0 0,1 0-1 0 0,0 0 1 0 0,-1 0 0 0 0,1 0 0 0 0,0-1-1 0 0,0 1 1 0 0,1 0 0 0 0,-1-1 0 0 0,0 1 0 0 0,0-1-1 0 0,1 0 1 0 0,-1 1 0 0 0,1-1 0 0 0,-1 0-1 0 0,1 0 1 0 0,0 0 0 0 0,-1 0 0 0 0,1 0-1 0 0,0 0 1 0 0,0 0 0 0 0,0-1 0 0 0,0 1-1 0 0,-1-1 1 0 0,1 1 0 0 0,0-1 0 0 0,0 0-1 0 0,0 1 1 0 0,0-1 0 0 0,0 0 0 0 0,0 0 0 0 0,0-1-1 0 0,0 1 1 0 0,0 0 0 0 0,0-1 0 0 0,0 1-1 0 0,0-1 1 0 0,0 0 0 0 0,-1 1 0 0 0,1-1-1 0 0,0 0 1 0 0,0 0 0 0 0,-1 0 0 0 0,3-2-1 0 0,3-2 49 0 0,0-1 0 0 0,-1 0-1 0 0,0 0 1 0 0,0-1 0 0 0,0 0-1 0 0,-1 0 1 0 0,0 0 0 0 0,7-15-1 0 0,-8 14 28 0 0,30-68 481 0 0,-32 71-447 0 0,0 0 0 0 0,-1 0 0 0 0,1 0 0 0 0,-1-1 0 0 0,-1 1 0 0 0,1 0 0 0 0,-1-1 0 0 0,1 1 0 0 0,-2 0 0 0 0,1-1 0 0 0,0 1 0 0 0,-3-9 0 0 0,2 13-64 0 0,1 0 0 0 0,-1 0 0 0 0,1 0-1 0 0,-1 1 1 0 0,0-1 0 0 0,1 0 0 0 0,-1 1 0 0 0,0-1 0 0 0,1 1-1 0 0,-1-1 1 0 0,0 1 0 0 0,0-1 0 0 0,0 1 0 0 0,1-1-1 0 0,-1 1 1 0 0,0 0 0 0 0,0 0 0 0 0,0-1 0 0 0,0 1-1 0 0,0 0 1 0 0,0 0 0 0 0,0 0 0 0 0,0 0 0 0 0,1 0-1 0 0,-1 0 1 0 0,0 0 0 0 0,0 0 0 0 0,0 0 0 0 0,0 0 0 0 0,0 1-1 0 0,0-1 1 0 0,0 0 0 0 0,0 1 0 0 0,-1 0 0 0 0,-34 15 193 0 0,32-14-212 0 0,-94 56-628 0 0,46-26-1852 0 0,-1-3-4690 0 0,64-48 1137 0 0,0 7 4363 0 0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04:44.382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0 179 4153 0 0,'7'-10'6054'0'0,"25"-9"-3958"0"0,-16 9-828 0 0,14-9 59 0 0,-17 10-1096 0 0,1 1 1 0 0,-2-1-1 0 0,1-1 1 0 0,-1 0-1 0 0,-1-1 1 0 0,17-20-1 0 0,-89 92 2056 0 0,49-46-2267 0 0,1 0-1 0 0,0 1 0 0 0,1 1 1 0 0,1 0-1 0 0,1 0 1 0 0,1 1-1 0 0,0-1 0 0 0,1 2 1 0 0,-6 29-1 0 0,10-38 25 0 0,1-1 0 0 0,0 1-1 0 0,0-1 1 0 0,1 1 0 0 0,0-1 0 0 0,1 1-1 0 0,0-1 1 0 0,0 1 0 0 0,1-1 0 0 0,0 1-1 0 0,1-1 1 0 0,0 0 0 0 0,0 0 0 0 0,1 0-1 0 0,0-1 1 0 0,1 1 0 0 0,0-1 0 0 0,0 0-1 0 0,1 0 1 0 0,0-1 0 0 0,7 8 0 0 0,-10-12-47 0 0,-1-1 1 0 0,1 1 0 0 0,0 0 0 0 0,0-1-1 0 0,0 0 1 0 0,0 0 0 0 0,1 0 0 0 0,-1 0-1 0 0,0 0 1 0 0,1-1 0 0 0,-1 1 0 0 0,1-1-1 0 0,0 0 1 0 0,0 0 0 0 0,-1 0 0 0 0,1-1-1 0 0,0 1 1 0 0,0-1 0 0 0,0 0 0 0 0,-1 0-1 0 0,1 0 1 0 0,0-1 0 0 0,0 1 0 0 0,0-1-1 0 0,-1 0 1 0 0,1 0 0 0 0,0 0 0 0 0,-1-1-1 0 0,1 1 1 0 0,-1-1 0 0 0,1 0 0 0 0,-1 0-1 0 0,0 0 1 0 0,0 0 0 0 0,0 0 0 0 0,0-1-1 0 0,0 0 1 0 0,-1 1 0 0 0,6-7 0 0 0,5-8-376 0 0,0 0 1 0 0,-1-1-1 0 0,-1-1 1 0 0,0 0-1 0 0,13-34 0 0 0,-9 16-837 0 0,-2-1-1 0 0,13-58 0 0 0,-22 76 1407 0 0,-1 0 0 0 0,0-1 0 0 0,-2 1 0 0 0,-1-1 0 0 0,0 1 1 0 0,-8-35 3962 0 0,8 76-2952 0 0,2 28-728 0 0,5 20 216 0 0,28 123-1 0 0,-26-157-1580 0 0,2 0 0 0 0,28 59 1 0 0,-39-93 672 0 0,0 0 0 0 0,1 0 0 0 0,-1 1 0 0 0,1-1 0 0 0,-1 0-1 0 0,1 0 1 0 0,-1 0 0 0 0,1 0 0 0 0,0 1 0 0 0,0-1 0 0 0,-1 0 0 0 0,1 0 0 0 0,0 0 0 0 0,0-1 0 0 0,0 1 0 0 0,0 0 0 0 0,0 0 0 0 0,0 0-1 0 0,0-1 1 0 0,0 1 0 0 0,1-1 0 0 0,-1 1 0 0 0,0-1 0 0 0,0 1 0 0 0,2 0 0 0 0,-2-2-20 0 0,0 0 1 0 0,1 0-1 0 0,-1 0 0 0 0,0 1 1 0 0,0-1-1 0 0,-1 0 0 0 0,1 0 1 0 0,0 0-1 0 0,0-1 0 0 0,0 1 1 0 0,-1 0-1 0 0,1 0 0 0 0,0 0 1 0 0,-1-1-1 0 0,1 1 0 0 0,-1 0 1 0 0,0 0-1 0 0,1-1 0 0 0,-1 0 1 0 0,3-12-507 0 0,0-1 0 0 0,-1 1 0 0 0,0-18 0 0 0,-3 22 932 0 0,0 1 1 0 0,0 0-1 0 0,-1-1 0 0 0,-1 1 0 0 0,1 0 1 0 0,-2 0-1 0 0,1 0 0 0 0,-8-13 0 0 0,-11-33 6125 0 0,22 53-6007 0 0,0 0-1 0 0,0-1 1 0 0,0 1-1 0 0,0-1 1 0 0,0 1 0 0 0,1-1-1 0 0,-1 1 1 0 0,1-1-1 0 0,0 1 1 0 0,-1-1 0 0 0,1 1-1 0 0,0 0 1 0 0,0 0 0 0 0,1-1-1 0 0,-1 1 1 0 0,0 0-1 0 0,1 0 1 0 0,-1 0 0 0 0,1 0-1 0 0,2-1 1 0 0,45-42-1944 0 0,-30 28-408 0 0,0 0-2616 0 0,-1-2-1 0 0,22-28 1 0 0,-27 31 2376 0 0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04:44.759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7 0 4865 0 0,'-5'9'7708'0'0,"3"6"-4252"0"0,6 19-2085 0 0,-2-24-278 0 0,8 190 4008 0 0,-6-73-5977 0 0,9-2-7275 0 0,-13-122 7040 0 0,3 13-2504 0 0,8-8-5458 0 0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04:45.126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63 0 4417 0 0,'-41'47'6322'0'0,"39"-44"-5909"0"0,0 0 1 0 0,-1 0-1 0 0,1-1 1 0 0,1 1-1 0 0,-1 0 1 0 0,0 0-1 0 0,1 1 1 0 0,0-1-1 0 0,0 0 1 0 0,0 0-1 0 0,0 1 0 0 0,0-1 1 0 0,0 1-1 0 0,1-1 1 0 0,0 5-1 0 0,0-8-391 0 0,0 0-1 0 0,0 1 0 0 0,0-1 0 0 0,0 0 0 0 0,0 0 0 0 0,0 1 0 0 0,0-1 0 0 0,0 0 1 0 0,0 0-1 0 0,0 0 0 0 0,0 1 0 0 0,1-1 0 0 0,-1 0 0 0 0,0 0 0 0 0,0 0 1 0 0,0 1-1 0 0,0-1 0 0 0,1 0 0 0 0,-1 0 0 0 0,0 0 0 0 0,0 0 0 0 0,0 1 1 0 0,1-1-1 0 0,-1 0 0 0 0,0 0 0 0 0,0 0 0 0 0,0 0 0 0 0,1 0 0 0 0,-1 0 0 0 0,0 0 1 0 0,0 0-1 0 0,1 0 0 0 0,-1 0 0 0 0,0 0 0 0 0,0 0 0 0 0,1 0 0 0 0,-1 0 1 0 0,0 0-1 0 0,0 0 0 0 0,1 0 0 0 0,-1 0 0 0 0,12-8 303 0 0,7-15-95 0 0,-15 17-158 0 0,-1 0 0 0 0,0 0 0 0 0,0-1 0 0 0,0 1 0 0 0,-1-1 0 0 0,1 1 1 0 0,-2-1-1 0 0,2-8 0 0 0,-27 43 1943 0 0,5 20-1092 0 0,20-27-1780 0 0,0-21 696 0 0,-1 0 1 0 0,1 1-1 0 0,-1-1 0 0 0,1 0 1 0 0,0 1-1 0 0,-1-1 0 0 0,1 0 1 0 0,0 0-1 0 0,-1 0 1 0 0,1 1-1 0 0,0-1 0 0 0,-1 0 1 0 0,1 0-1 0 0,0 0 0 0 0,-1 0 1 0 0,1 0-1 0 0,0-1 1 0 0,-1 1-1 0 0,1 0 0 0 0,0 0 1 0 0,-1 0-1 0 0,1 0 0 0 0,0-1 1 0 0,-1 1-1 0 0,1 0 1 0 0,-1-1-1 0 0,1 1 0 0 0,0 0 1 0 0,-1-1-1 0 0,1 1 0 0 0,0-1 1 0 0,10-14-8048 0 0,-2 6 2534 0 0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05:02.99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50 614 7226 0 0,'-50'36'3890'0'0,"66"-85"-2454"0"0,-2 14-1244 0 0,2 1-1 0 0,1 0 1 0 0,2 1-1 0 0,1 1 1 0 0,1 1 0 0 0,2 0-1 0 0,1 2 1 0 0,51-48-1 0 0,-43 48 158 0 0,37-31 553 0 0,-63 56-770 0 0,0 0 1 0 0,-1 0-1 0 0,2 1 0 0 0,-1 0 0 0 0,0 0 1 0 0,0 0-1 0 0,1 1 0 0 0,0 0 1 0 0,-1 0-1 0 0,11 0 0 0 0,-14 2-67 0 0,0 0-1 0 0,0 1 1 0 0,-1-1-1 0 0,1 1 1 0 0,0 0-1 0 0,0 0 1 0 0,0 0-1 0 0,-1 0 1 0 0,1 0-1 0 0,-1 1 1 0 0,1-1-1 0 0,-1 1 1 0 0,1 0-1 0 0,-1-1 1 0 0,0 1 0 0 0,0 0-1 0 0,0 1 1 0 0,0-1-1 0 0,0 0 1 0 0,-1 0-1 0 0,1 1 1 0 0,-1-1-1 0 0,1 1 1 0 0,0 2-1 0 0,7 12 176 0 0,-1 0-1 0 0,8 30 1 0 0,-8-25-122 0 0,23 74 166 0 0,-21-60-146 0 0,2-1 0 0 0,31 66 0 0 0,-41-99-138 0 0,-1 1 0 0 0,1 0 0 0 0,-1 0 0 0 0,1 0 0 0 0,0-1 1 0 0,0 1-1 0 0,0-1 0 0 0,1 0 0 0 0,-1 1 0 0 0,1-1 0 0 0,-1 0 1 0 0,1 0-1 0 0,0-1 0 0 0,-1 1 0 0 0,1 0 0 0 0,0-1 1 0 0,0 0-1 0 0,0 0 0 0 0,0 0 0 0 0,0 0 0 0 0,1 0 0 0 0,-1 0 1 0 0,5-1-1 0 0,-5 0-5 0 0,1-1 1 0 0,-1 1-1 0 0,1-1 1 0 0,-1 0-1 0 0,1-1 1 0 0,-1 1 0 0 0,0 0-1 0 0,0-1 1 0 0,0 0-1 0 0,0 0 1 0 0,0 0-1 0 0,0 0 1 0 0,0 0-1 0 0,0-1 1 0 0,-1 1 0 0 0,1-1-1 0 0,-1 1 1 0 0,0-1-1 0 0,0 0 1 0 0,3-6-1 0 0,32-54-47 0 0,-11 17 61 0 0,51-69 1 0 0,-68 104 6 0 0,0 0-1 0 0,1 0 1 0 0,0 1 0 0 0,1 0 0 0 0,0 1-1 0 0,0 0 1 0 0,1 1 0 0 0,0 0 0 0 0,1 1 0 0 0,23-10-1 0 0,-31 15 0 0 0,1 0 0 0 0,0 0-1 0 0,0 1 1 0 0,0 0 0 0 0,0 0 0 0 0,0 0-1 0 0,0 1 1 0 0,0-1 0 0 0,0 2-1 0 0,1-1 1 0 0,-1 1 0 0 0,0 0 0 0 0,0 0-1 0 0,0 0 1 0 0,0 1 0 0 0,6 3 0 0 0,-5-2 26 0 0,-1 1 0 0 0,0 0 0 0 0,0 0 0 0 0,0 1 0 0 0,-1 0 1 0 0,1 0-1 0 0,-1 0 0 0 0,0 0 0 0 0,-1 1 0 0 0,1 0 1 0 0,-1 0-1 0 0,0 0 0 0 0,3 8 0 0 0,30 76 413 0 0,-30-70-396 0 0,0 0 1 0 0,2-1 0 0 0,0 0-1 0 0,22 34 1 0 0,-29-51-59 0 0,-1-1-1 0 0,1 1 1 0 0,-1 0 0 0 0,1 0 0 0 0,0-1-1 0 0,0 1 1 0 0,0-1 0 0 0,0 0 0 0 0,0 1-1 0 0,0-1 1 0 0,0 0 0 0 0,0 0 0 0 0,0 0-1 0 0,0-1 1 0 0,1 1 0 0 0,-1 0-1 0 0,0-1 1 0 0,0 0 0 0 0,1 1 0 0 0,-1-1-1 0 0,0 0 1 0 0,1 0 0 0 0,-1 0 0 0 0,0-1-1 0 0,1 1 1 0 0,-1 0 0 0 0,0-1 0 0 0,1 0-1 0 0,-1 1 1 0 0,0-1 0 0 0,0 0-1 0 0,0 0 1 0 0,0 0 0 0 0,0 0 0 0 0,0-1-1 0 0,0 1 1 0 0,3-3 0 0 0,7-6 0 0 0,1-1 0 0 0,-2 0 1 0 0,0 0-1 0 0,13-18 0 0 0,-15 18 14 0 0,6-6-16 0 0,22-30 4 0 0,3 2-1 0 0,1 1 0 0 0,2 3 0 0 0,61-46 0 0 0,-101 84 7 0 0,1 1 0 0 0,-1 0-1 0 0,1-1 1 0 0,-1 1 0 0 0,1 0 0 0 0,-1 1-1 0 0,1-1 1 0 0,0 1 0 0 0,0 0 0 0 0,0 0-1 0 0,0 0 1 0 0,0 0 0 0 0,0 1-1 0 0,0-1 1 0 0,0 1 0 0 0,0 0 0 0 0,0 0-1 0 0,0 1 1 0 0,0-1 0 0 0,0 1 0 0 0,0 0-1 0 0,6 2 1 0 0,-5 0 24 0 0,1 1 1 0 0,-1-1-1 0 0,0 1 0 0 0,0 1 0 0 0,0-1 1 0 0,-1 1-1 0 0,1-1 0 0 0,-1 1 0 0 0,0 0 1 0 0,-1 1-1 0 0,1-1 0 0 0,-1 1 1 0 0,3 8-1 0 0,17 38 44 0 0,-19-40-56 0 0,0-1 1 0 0,0 0-1 0 0,1 0 0 0 0,1 0 1 0 0,0 0-1 0 0,0-1 0 0 0,1 0 1 0 0,0-1-1 0 0,1 1 0 0 0,15 13 1 0 0,-20-21-23 0 0,0 0 1 0 0,0-1-1 0 0,1 1 1 0 0,-1-1-1 0 0,1 0 0 0 0,-1 0 1 0 0,1 0-1 0 0,0 0 1 0 0,-1 0-1 0 0,1-1 1 0 0,0 0-1 0 0,0 0 0 0 0,-1 0 1 0 0,1 0-1 0 0,0 0 1 0 0,0-1-1 0 0,-1 0 1 0 0,1 0-1 0 0,-1 0 0 0 0,1 0 1 0 0,0 0-1 0 0,-1-1 1 0 0,0 1-1 0 0,1-1 1 0 0,-1 0-1 0 0,5-4 0 0 0,8-6-13 0 0,0-1 0 0 0,0 0 0 0 0,22-27 0 0 0,-19 20 8 0 0,41-40 1 0 0,-22 18 11 0 0,3 2 0 0 0,1 1 0 0 0,89-61 0 0 0,-128 98 1 0 0,0 0 0 0 0,0 0-1 0 0,0 1 1 0 0,0-1 0 0 0,0 1 0 0 0,1-1 0 0 0,-1 1 0 0 0,0 0-1 0 0,1 0 1 0 0,-1 1 0 0 0,1-1 0 0 0,-1 1 0 0 0,1 0 0 0 0,-1 0 0 0 0,1 0-1 0 0,-1 0 1 0 0,1 0 0 0 0,-1 1 0 0 0,1 0 0 0 0,-1-1 0 0 0,1 1-1 0 0,-1 1 1 0 0,7 2 0 0 0,-5-1 32 0 0,0 1 1 0 0,-1 1-1 0 0,1-1 0 0 0,-1 0 0 0 0,0 1 1 0 0,0 0-1 0 0,0 0 0 0 0,-1 0 0 0 0,0 1 1 0 0,0-1-1 0 0,0 1 0 0 0,3 10 0 0 0,11 30 173 0 0,-6-15-111 0 0,29 58 0 0 0,-37-83-101 0 0,1 1-1 0 0,0-1 1 0 0,0 0-1 0 0,0 0 0 0 0,1 0 1 0 0,0-1-1 0 0,0 0 1 0 0,0 0-1 0 0,1 0 1 0 0,0 0-1 0 0,0-1 1 0 0,0 0-1 0 0,0 0 1 0 0,10 3-1 0 0,-12-6 2 0 0,0 0 0 0 0,1 0-1 0 0,-1-1 1 0 0,1 0 0 0 0,-1 1 0 0 0,0-2-1 0 0,1 1 1 0 0,-1-1 0 0 0,1 1-1 0 0,-1-1 1 0 0,0 0 0 0 0,0-1-1 0 0,1 1 1 0 0,-1-1 0 0 0,0 0-1 0 0,0 0 1 0 0,-1 0 0 0 0,8-5 0 0 0,8-6-11 0 0,-1-1 0 0 0,23-24 1 0 0,-25 22 10 0 0,31-28-12 0 0,57-51 21 0 0,-88 83-8 0 0,-1 1 1 0 0,1 0-1 0 0,1 1 0 0 0,0 1 0 0 0,19-8 0 0 0,-33 16 5 0 0,0 0 0 0 0,0 0 0 0 0,0 0 0 0 0,0 0 0 0 0,0 1 0 0 0,0-1 0 0 0,1 1 0 0 0,-1 0 0 0 0,0 0 1 0 0,0 0-1 0 0,0 0 0 0 0,1 1 0 0 0,-1-1 0 0 0,0 1 0 0 0,0 0 0 0 0,0 0 0 0 0,0 0 0 0 0,4 2 0 0 0,-3 0 3 0 0,1-1 0 0 0,-1 2 0 0 0,0-1 0 0 0,0 0 0 0 0,-1 1 0 0 0,1 0 0 0 0,-1 0 0 0 0,0 0 0 0 0,0 0 0 0 0,4 7 0 0 0,4 11 27 0 0,-2 1 0 0 0,0 0 0 0 0,11 47 0 0 0,-13-43-13 0 0,4 20-6 0 0,-4-17 3 0 0,16 45 1 0 0,-20-69-27 0 0,-1 1-1 0 0,1-1 1 0 0,0 0-1 0 0,1 0 1 0 0,0 0 0 0 0,-1 0-1 0 0,2-1 1 0 0,-1 0 0 0 0,1 0-1 0 0,0 0 1 0 0,0 0-1 0 0,8 6 1 0 0,-9-10 3 0 0,-1 1 0 0 0,1-1 0 0 0,-1 0 0 0 0,1 0 0 0 0,-1 0-1 0 0,1 0 1 0 0,0-1 0 0 0,-1 0 0 0 0,1 1 0 0 0,0-1 0 0 0,-1-1 0 0 0,1 1 0 0 0,0 0 0 0 0,0-1-1 0 0,-1 0 1 0 0,1 0 0 0 0,-1 0 0 0 0,1 0 0 0 0,-1-1 0 0 0,1 1 0 0 0,4-4 0 0 0,10-5-14 0 0,0-1 1 0 0,27-24 0 0 0,-21 17-18 0 0,38-28-10 0 0,-9 5 43 0 0,79-44 0 0 0,-116 75 6 0 0,1 2 0 0 0,0 0 0 0 0,1 1 0 0 0,0 1 0 0 0,0 0-1 0 0,0 2 1 0 0,1 0 0 0 0,0 1 0 0 0,28-2 0 0 0,-39 5 1 0 0,0 1 0 0 0,0-1 0 0 0,-1 1 0 0 0,1 0 0 0 0,0 1-1 0 0,0 0 1 0 0,-1 0 0 0 0,1 1 0 0 0,-1 0 0 0 0,0 0 0 0 0,0 0 0 0 0,0 1 0 0 0,0 0 0 0 0,-1 1 0 0 0,1-1-1 0 0,10 12 1 0 0,-3 0 6 0 0,-1 1-1 0 0,-1 0 0 0 0,0 1 1 0 0,16 32-1 0 0,-17-27-10 0 0,2 0-1 0 0,31 40 1 0 0,-42-60-4 0 0,1-1-1 0 0,-1 1 1 0 0,1-1 0 0 0,0 0-1 0 0,0 1 1 0 0,0-1 0 0 0,0-1 0 0 0,0 1-1 0 0,0 0 1 0 0,0-1 0 0 0,0 0 0 0 0,1 0-1 0 0,-1 0 1 0 0,1 0 0 0 0,-1 0-1 0 0,1 0 1 0 0,-1-1 0 0 0,1 0 0 0 0,-1 0-1 0 0,1 0 1 0 0,-1 0 0 0 0,1 0-1 0 0,-1-1 1 0 0,1 0 0 0 0,-1 1 0 0 0,0-1-1 0 0,1-1 1 0 0,-1 1 0 0 0,0 0 0 0 0,1-1-1 0 0,2-2 1 0 0,13-7-7 0 0,-1 0 0 0 0,-1-1 1 0 0,0-1-1 0 0,17-19 0 0 0,-7 9 2 0 0,65-59-8 0 0,-61 51 24 0 0,2 1-1 0 0,2 2 0 0 0,0 1 1 0 0,2 2-1 0 0,50-26 0 0 0,-83 49-1 0 0,0 0 0 0 0,1 0 0 0 0,0 1 0 0 0,-1-1 0 0 0,1 1 0 0 0,0 0-1 0 0,-1 1 1 0 0,1-1 0 0 0,0 1 0 0 0,0 0 0 0 0,0 0 0 0 0,0 0 0 0 0,-1 1 0 0 0,1-1-1 0 0,0 1 1 0 0,0 0 0 0 0,-1 1 0 0 0,1-1 0 0 0,-1 1 0 0 0,1 0 0 0 0,-1 0-1 0 0,1 0 1 0 0,4 4 0 0 0,-2 0 8 0 0,-1 0-1 0 0,1 1 1 0 0,-1 0-1 0 0,0-1 1 0 0,-1 2-1 0 0,0-1 1 0 0,0 1-1 0 0,0 0 1 0 0,-1 0-1 0 0,0 0 1 0 0,4 15-1 0 0,17 55 47 0 0,26 67-40 0 0,-49-142-23 0 0,-1 0 0 0 0,0 1 0 0 0,1-1 0 0 0,0 0 0 0 0,0 0 0 0 0,0 0 0 0 0,0-1 0 0 0,0 1 0 0 0,0 0 0 0 0,1-1 0 0 0,-1 1 0 0 0,1-1 0 0 0,0 0 0 0 0,0 0 0 0 0,0 0 0 0 0,0 0 0 0 0,0-1 0 0 0,0 1 0 0 0,0-1 0 0 0,5 2 0 0 0,-4-3-4 0 0,0 0-1 0 0,0 0 0 0 0,0 0 0 0 0,0 0 1 0 0,0-1-1 0 0,0 1 0 0 0,0-1 1 0 0,-1 0-1 0 0,1-1 0 0 0,0 1 1 0 0,0-1-1 0 0,-1 1 0 0 0,1-1 1 0 0,-1 0-1 0 0,0 0 0 0 0,1-1 0 0 0,4-4 1 0 0,26-22-55 0 0,44-51 0 0 0,23-20 52 0 0,-88 89 16 0 0,0 1 1 0 0,1 0 0 0 0,0 1-1 0 0,0 1 1 0 0,1 0-1 0 0,22-8 1 0 0,-32 15-2 0 0,0-1 1 0 0,0 1 0 0 0,0 0-1 0 0,0 1 1 0 0,0-1 0 0 0,0 1-1 0 0,0 0 1 0 0,0 0 0 0 0,-1 1-1 0 0,1-1 1 0 0,0 1 0 0 0,0 0 0 0 0,0 1-1 0 0,0-1 1 0 0,0 1 0 0 0,-1 0-1 0 0,1 0 1 0 0,-1 0 0 0 0,0 1-1 0 0,1-1 1 0 0,-1 1 0 0 0,0 0-1 0 0,0 0 1 0 0,-1 1 0 0 0,1-1-1 0 0,-1 1 1 0 0,0 0 0 0 0,5 6-1 0 0,7 12 23 0 0,0 2 0 0 0,-1-1 0 0 0,-2 2 0 0 0,11 27 0 0 0,-4-9-44 0 0,-17-38 16 0 0,3 6-4 0 0,0 0 0 0 0,1-1 1 0 0,0 0-1 0 0,1 0 0 0 0,10 12 0 0 0,-15-20 2 0 0,-1 0-1 0 0,1-1 0 0 0,0 1 0 0 0,0-1 1 0 0,-1 1-1 0 0,1-1 0 0 0,0 0 0 0 0,0 0 0 0 0,0 0 1 0 0,0 0-1 0 0,1 0 0 0 0,-1 0 0 0 0,0-1 0 0 0,0 1 1 0 0,1-1-1 0 0,-1 1 0 0 0,0-1 0 0 0,0 0 0 0 0,1 0 1 0 0,-1 0-1 0 0,0 0 0 0 0,1 0 0 0 0,-1-1 1 0 0,0 1-1 0 0,0-1 0 0 0,1 1 0 0 0,-1-1 0 0 0,0 0 1 0 0,0 0-1 0 0,0 0 0 0 0,0 0 0 0 0,0 0 0 0 0,0-1 1 0 0,2-1-1 0 0,141-118-18 0 0,3-2 7 0 0,-129 110 19 0 0,0 1 0 0 0,1 0-1 0 0,0 1 1 0 0,1 2 0 0 0,0 0 0 0 0,29-8-1 0 0,-43 15-2 0 0,0 0 0 0 0,0 1 0 0 0,0 0 0 0 0,0 0-1 0 0,0 0 1 0 0,0 1 0 0 0,0 0 0 0 0,0 0-1 0 0,0 1 1 0 0,0 0 0 0 0,0 0 0 0 0,13 4-1 0 0,-15-2 8 0 0,0-1 0 0 0,-1 1 0 0 0,1 0 0 0 0,-1 0-1 0 0,0 1 1 0 0,0-1 0 0 0,0 1 0 0 0,0 0 0 0 0,0 0-1 0 0,-1 0 1 0 0,0 1 0 0 0,0-1 0 0 0,0 1 0 0 0,0 0-1 0 0,-1 0 1 0 0,1-1 0 0 0,0 7 0 0 0,12 51 120 0 0,-15-54-127 0 0,1 0 1 0 0,0 0-1 0 0,1 0 1 0 0,0 0 0 0 0,0 0-1 0 0,1 0 1 0 0,0-1-1 0 0,0 1 1 0 0,1-1 0 0 0,0 1-1 0 0,0-1 1 0 0,6 7 0 0 0,-8-13-7 0 0,0 0 0 0 0,0 0 0 0 0,0 0 0 0 0,-1 0 0 0 0,2 0 0 0 0,-1-1 0 0 0,0 1 0 0 0,0-1 0 0 0,0 1 0 0 0,0-1 0 0 0,0 0 0 0 0,0 0 0 0 0,0 1 0 0 0,1-2 0 0 0,-1 1 1 0 0,0 0-1 0 0,0 0 0 0 0,0-1 0 0 0,0 1 0 0 0,0-1 0 0 0,0 0 0 0 0,0 1 0 0 0,0-1 0 0 0,0 0 0 0 0,0 0 0 0 0,0 0 0 0 0,0-1 0 0 0,2-1 0 0 0,8-5-20 0 0,0-2 0 0 0,21-20-1 0 0,-21 19 6 0 0,0 0 19 0 0,31-28 4 0 0,67-47 0 0 0,-97 77 2 0 0,0 0 0 0 0,1 1 0 0 0,1 1 0 0 0,-1 0 0 0 0,1 1 0 0 0,0 1 0 0 0,0 0 0 0 0,1 1 0 0 0,0 0 0 0 0,18-1 1 0 0,-29 5 1 0 0,-1 0 1 0 0,0 0-1 0 0,1 0 1 0 0,-1 1-1 0 0,0 0 1 0 0,0-1-1 0 0,1 1 1 0 0,-1 1-1 0 0,0-1 1 0 0,0 1-1 0 0,0-1 1 0 0,0 1-1 0 0,0 0 1 0 0,-1 1-1 0 0,1-1 1 0 0,-1 1-1 0 0,1 0 1 0 0,-1-1-1 0 0,0 1 1 0 0,5 6-1 0 0,1 4 16 0 0,0 0 0 0 0,-1 1-1 0 0,-1 0 1 0 0,9 22 0 0 0,-12-25-26 0 0,1 1 1 0 0,0-1-1 0 0,1 0 0 0 0,1 0 1 0 0,-1-1-1 0 0,2 1 0 0 0,8 9 1 0 0,-14-19-3 0 0,-1 0 0 0 0,0 0 1 0 0,1 0-1 0 0,-1-1 0 0 0,1 1 1 0 0,-1 0-1 0 0,1-1 0 0 0,0 1 1 0 0,-1-1-1 0 0,1 1 1 0 0,0-1-1 0 0,-1 0 0 0 0,1 0 1 0 0,0 0-1 0 0,-1 0 0 0 0,1 0 1 0 0,0 0-1 0 0,-1 0 0 0 0,1 0 1 0 0,0-1-1 0 0,-1 1 0 0 0,1-1 1 0 0,-1 1-1 0 0,1-1 1 0 0,-1 1-1 0 0,1-1 0 0 0,-1 0 1 0 0,1 0-1 0 0,-1 0 0 0 0,1 0 1 0 0,0-1-1 0 0,43-42-80 0 0,-38 36 79 0 0,158-156-744 0 0,-92 97-4731 0 0,-32 29-1191 0 0,-14 14-961 0 0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07:52.88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50 189 4505 0 0,'-12'-2'1628'0'0,"9"2"-832"0"0,0 0-1 0 0,0 0 1 0 0,0-1 0 0 0,0 0-1 0 0,0 1 1 0 0,0-1 0 0 0,0 0-1 0 0,1-1 1 0 0,-6-2 0 0 0,7 3-708 0 0,1 0 1 0 0,-1 0-1 0 0,1 0 1 0 0,0 0 0 0 0,-1 0-1 0 0,1 0 1 0 0,0 0 0 0 0,0-1-1 0 0,0 1 1 0 0,0 0 0 0 0,0 0-1 0 0,0 0 1 0 0,0 0 0 0 0,0 0-1 0 0,0 0 1 0 0,1-1 0 0 0,-1 1-1 0 0,0 0 1 0 0,1 0 0 0 0,-1 0-1 0 0,1 0 1 0 0,-1 0-1 0 0,1 0 1 0 0,0 0 0 0 0,-1 0-1 0 0,1 0 1 0 0,0 1 0 0 0,-1-1-1 0 0,1 0 1 0 0,0 0 0 0 0,1-1-1 0 0,11-13 23 0 0,0 0-1 0 0,1 1 1 0 0,0 1 0 0 0,1 0-1 0 0,1 0 1 0 0,0 2-1 0 0,0 0 1 0 0,1 1-1 0 0,33-14 1 0 0,-50 23-68 0 0,1 1 1 0 0,0-1-1 0 0,-1 1 0 0 0,1 0 1 0 0,-1 0-1 0 0,1-1 0 0 0,0 1 1 0 0,-1 0-1 0 0,1 0 0 0 0,0 0 1 0 0,0 0-1 0 0,-1-1 1 0 0,1 1-1 0 0,0 0 0 0 0,-1 0 1 0 0,1 0-1 0 0,0 1 0 0 0,-1-1 1 0 0,1 0-1 0 0,0 0 0 0 0,-1 0 1 0 0,1 0-1 0 0,0 1 1 0 0,-1-1-1 0 0,1 0 0 0 0,0 1 1 0 0,-1-1-1 0 0,1 0 0 0 0,-1 1 1 0 0,1-1-1 0 0,0 1 1 0 0,-1-1-1 0 0,0 1 0 0 0,2 0 1 0 0,-2 1 23 0 0,1 0 1 0 0,0 0 0 0 0,-1 0-1 0 0,1 0 1 0 0,-1 0 0 0 0,0 1 0 0 0,0-1-1 0 0,0 0 1 0 0,0 0 0 0 0,0 0-1 0 0,-1 3 1 0 0,-14 57 441 0 0,-6-1-435 0 0,8-27-397 0 0,1 1 0 0 0,2 0 0 0 0,-9 57 1 0 0,19-73-495 0 0,8-5-5550 0 0,-7-14 6078 0 0,0 0 0 0 0,-1-1-1 0 0,1 1 1 0 0,0 0-1 0 0,0-1 1 0 0,0 1 0 0 0,0-1-1 0 0,0 1 1 0 0,0-1-1 0 0,0 1 1 0 0,-1-1 0 0 0,1 1-1 0 0,0-1 1 0 0,0 0 0 0 0,-1 1-1 0 0,1-1 1 0 0,0 0-1 0 0,-1 0 1 0 0,1 1 0 0 0,-1-1-1 0 0,1 0 1 0 0,-1 0-1 0 0,1 0 1 0 0,-1 0 0 0 0,0 0-1 0 0,1 0 1 0 0,-1 0 0 0 0,0 0-1 0 0,0 0 1 0 0,0-2-1 0 0,6-12-2313 0 0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07:53.24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14 7 2328 0 0,'-13'-7'10593'0'0,"17"16"-6042"0"0,23 14-3290 0 0,-19-20-1666 0 0,0-1 0 0 0,0 0 0 0 0,0 0 0 0 0,1-1 0 0 0,-1 0 0 0 0,10 0 0 0 0,26-8-9766 0 0,-41 6 8175 0 0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07:53.64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3 113 4273 0 0,'0'1'184'0'0,"0"-1"0"0"0,-1 1 0 0 0,1-1 0 0 0,0 1 0 0 0,-1-1-1 0 0,1 1 1 0 0,0-1 0 0 0,0 1 0 0 0,0 0 0 0 0,0-1 0 0 0,0 1 0 0 0,-1-1 0 0 0,1 1 0 0 0,0 0 0 0 0,0-1 0 0 0,1 1 0 0 0,-1 0-1 0 0,0-1 1 0 0,0 1 0 0 0,0-1 0 0 0,0 1 0 0 0,0 0 0 0 0,1-1 0 0 0,-1 1 0 0 0,0-1 0 0 0,0 1 0 0 0,1-1 0 0 0,-1 1 0 0 0,1-1 0 0 0,-1 1-1 0 0,0-1 1 0 0,1 1 0 0 0,20-3 2569 0 0,22-22-1149 0 0,-43 24-1601 0 0,49-37 991 0 0,-41 29-843 0 0,1 0 0 0 0,0 1 0 0 0,1 0 0 0 0,0 0 1 0 0,0 1-1 0 0,0 0 0 0 0,1 1 0 0 0,-1 0 0 0 0,16-4 1 0 0,-24 9-80 0 0,-1 0 1 0 0,1 0 0 0 0,-1 1-1 0 0,1-1 1 0 0,-1 0 0 0 0,0 1-1 0 0,1-1 1 0 0,-1 1 0 0 0,0-1-1 0 0,1 1 1 0 0,-1 0 0 0 0,0 0-1 0 0,0-1 1 0 0,1 1 0 0 0,-1 0-1 0 0,0 0 1 0 0,0 0 0 0 0,0 0-1 0 0,0 1 1 0 0,0-1 0 0 0,-1 0-1 0 0,1 0 1 0 0,0 0 0 0 0,0 1-1 0 0,-1-1 1 0 0,1 0-1 0 0,-1 1 1 0 0,1-1 0 0 0,-1 1-1 0 0,0-1 1 0 0,0 0 0 0 0,1 1-1 0 0,-1-1 1 0 0,0 1 0 0 0,0-1-1 0 0,0 2 1 0 0,1 63 870 0 0,-1-60-912 0 0,-1 6-126 0 0,2 54 114 0 0,0-63-387 0 0,-1 1 0 0 0,1-1-1 0 0,0 0 1 0 0,0 1 0 0 0,0-1 0 0 0,1 0-1 0 0,-1 0 1 0 0,1 0 0 0 0,2 5 0 0 0,-4-8 201 0 0,0 1 1 0 0,0-1 0 0 0,1 1 0 0 0,-1-1 0 0 0,0 1 0 0 0,0-1 0 0 0,0 0-1 0 0,1 1 1 0 0,-1-1 0 0 0,0 0 0 0 0,0 1 0 0 0,1-1 0 0 0,-1 0-1 0 0,0 1 1 0 0,0-1 0 0 0,1 0 0 0 0,-1 1 0 0 0,1-1 0 0 0,-1 0-1 0 0,0 0 1 0 0,1 1 0 0 0,-1-1 0 0 0,0 0 0 0 0,1 0 0 0 0,-1 0 0 0 0,1 0-1 0 0,-1 0 1 0 0,1 1 0 0 0,-1-1 0 0 0,0 0 0 0 0,1 0 0 0 0,-1 0-1 0 0,1 0 1 0 0,-1 0 0 0 0,1 0 0 0 0,-1-1 0 0 0,1 1 0 0 0,-1 0-1 0 0,0 0 1 0 0,1 0 0 0 0,-1 0 0 0 0,1 0 0 0 0,-1-1 0 0 0,0 1 0 0 0,1 0-1 0 0,-1 0 1 0 0,1-1 0 0 0,-1 1 0 0 0,4-17-4951 0 0,-1 10 2152 0 0</inkml:trace>
  <inkml:trace contextRef="#ctx0" brushRef="#br0" timeOffset="1">273 302 3817 0 0,'-9'19'1463'0'0,"-27"69"4052"0"0,33-80-5156 0 0,1 0 0 0 0,0 0 0 0 0,0 0 0 0 0,1 1 0 0 0,0-1 0 0 0,1 0 0 0 0,-1 0 1 0 0,2 1-1 0 0,0 8 0 0 0,-1-16-327 0 0,1 1 1 0 0,-1 0 0 0 0,0-1 0 0 0,0 1-1 0 0,1-1 1 0 0,-1 1 0 0 0,1-1 0 0 0,0 1-1 0 0,-1-1 1 0 0,1 0 0 0 0,0 1-1 0 0,0-1 1 0 0,0 0 0 0 0,0 1 0 0 0,0-1-1 0 0,0 0 1 0 0,0 0 0 0 0,0 0 0 0 0,0 0-1 0 0,1 0 1 0 0,-1 0 0 0 0,0 0 0 0 0,1-1-1 0 0,-1 1 1 0 0,1 0 0 0 0,-1-1-1 0 0,3 2 1 0 0,-1-2 10 0 0,1 0 0 0 0,-1 0-1 0 0,1 0 1 0 0,-1-1 0 0 0,1 1 0 0 0,-1-1 0 0 0,0 0-1 0 0,1 0 1 0 0,-1 0 0 0 0,0 0 0 0 0,0 0-1 0 0,4-3 1 0 0,5-2 77 0 0,0-1 1 0 0,0-1-1 0 0,-1-1 0 0 0,0 1 0 0 0,13-14 1 0 0,-16 12 4 0 0,0 0 0 0 0,0-1 0 0 0,-1 0 0 0 0,-1 0 0 0 0,0-1 0 0 0,9-22 0 0 0,-14 30-58 0 0,0 0 0 0 0,0 1 0 0 0,0-1 0 0 0,-1 0 0 0 0,1 0 0 0 0,-1 1 1 0 0,0-1-1 0 0,0 0 0 0 0,0 0 0 0 0,0 0 0 0 0,-1 1 0 0 0,-1-6 0 0 0,1 6-2 0 0,0 1 0 0 0,0 1 0 0 0,0-1 0 0 0,0 0 1 0 0,0 0-1 0 0,-1 0 0 0 0,1 1 0 0 0,-1-1 0 0 0,1 0 0 0 0,-1 1 0 0 0,0 0 0 0 0,0-1 0 0 0,1 1 1 0 0,-1 0-1 0 0,0 0 0 0 0,0 0 0 0 0,0 0 0 0 0,0 0 0 0 0,0 0 0 0 0,0 1 0 0 0,-1-1 0 0 0,1 1 0 0 0,-3-1 1 0 0,-1 0-9 0 0,-1 1 0 0 0,0 0 1 0 0,0 0-1 0 0,0 0 1 0 0,1 1-1 0 0,-1 0 1 0 0,0 0-1 0 0,1 1 0 0 0,-1 0 1 0 0,1 0-1 0 0,-1 1 1 0 0,-7 4-1 0 0,-31 19-1188 0 0,8 3-3412 0 0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07:54.02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5 167 4537 0 0,'0'-1'253'0'0,"-1"1"-1"0"0,1-1 1 0 0,-1 0 0 0 0,1 1 0 0 0,0-1-1 0 0,-1 0 1 0 0,1 1 0 0 0,0-1-1 0 0,0 0 1 0 0,-1 1 0 0 0,1-1-1 0 0,0 0 1 0 0,0 0 0 0 0,0 1 0 0 0,0-1-1 0 0,0 0 1 0 0,0 0 0 0 0,0 1-1 0 0,0-1 1 0 0,0 0 0 0 0,0 0 0 0 0,0 1-1 0 0,1-1 1 0 0,-1-1 0 0 0,14-21 1373 0 0,28-18-2636 0 0,-37 35 1502 0 0,4-3-433 0 0,0 1 1 0 0,1 0-1 0 0,0 0 1 0 0,0 0 0 0 0,1 1-1 0 0,0 1 1 0 0,0 0-1 0 0,1 1 1 0 0,16-6 0 0 0,-27 10 16 0 0,0 1 0 0 0,0 0-1 0 0,0 0 1 0 0,0 0 0 0 0,0 0 0 0 0,0 0 0 0 0,0 0 0 0 0,0 0 0 0 0,0 0 0 0 0,0 0 0 0 0,0 0 0 0 0,-1 0-1 0 0,1 1 1 0 0,0-1 0 0 0,0 0 0 0 0,0 1 0 0 0,0-1 0 0 0,0 1 0 0 0,-1-1 0 0 0,1 1 0 0 0,0-1 0 0 0,0 1 0 0 0,-1-1-1 0 0,1 1 1 0 0,0 0 0 0 0,0 0 0 0 0,7 28 1583 0 0,-14 35 403 0 0,5-60-1936 0 0,-11 46 612 0 0,8-37-846 0 0,1-1 0 0 0,0 0 0 0 0,1 1 0 0 0,0-1 0 0 0,1 1 0 0 0,0 0 0 0 0,2 16 0 0 0,-1-28-143 0 0,0 0-1 0 0,1-1 1 0 0,-1 1 0 0 0,0 0-1 0 0,1 0 1 0 0,-1-1-1 0 0,0 1 1 0 0,1 0-1 0 0,-1-1 1 0 0,1 1-1 0 0,-1 0 1 0 0,1-1 0 0 0,-1 1-1 0 0,1 0 1 0 0,0-1-1 0 0,-1 1 1 0 0,1-1-1 0 0,0 1 1 0 0,-1-1 0 0 0,1 0-1 0 0,0 1 1 0 0,0-1-1 0 0,0 0 1 0 0,-1 1-1 0 0,1-1 1 0 0,0 0-1 0 0,0 0 1 0 0,0 0 0 0 0,-1 0-1 0 0,1 0 1 0 0,0 0-1 0 0,0 0 1 0 0,0 0-1 0 0,0 0 1 0 0,-1 0 0 0 0,1 0-1 0 0,0 0 1 0 0,0-1-1 0 0,0 1 1 0 0,-1 0-1 0 0,1-1 1 0 0,0 1-1 0 0,0 0 1 0 0,-1-1 0 0 0,1 1-1 0 0,0-1 1 0 0,-1 1-1 0 0,1-1 1 0 0,-1 1-1 0 0,1-1 1 0 0,0 0 0 0 0,-1 1-1 0 0,1-2 1 0 0,10-8-3229 0 0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07:54.38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12 0 5777 0 0,'-1'11'5985'0'0,"2"18"-2750"0"0,0-15-1784 0 0,-7 93 2968 0 0,3-79-4435 0 0,1 1 0 0 0,1-1 0 0 0,1 1-1 0 0,2 0 1 0 0,6 34 0 0 0,8-24-5148 0 0,-15-37 4598 0 0,0-1 1 0 0,0 0-1 0 0,0 1 0 0 0,0-1 1 0 0,0 0-1 0 0,0 0 1 0 0,1 0-1 0 0,-1 0 0 0 0,0 0 1 0 0,1 0-1 0 0,-1-1 0 0 0,0 1 1 0 0,1 0-1 0 0,2 0 1 0 0,-4-1 506 0 0,0 0 1 0 0,1 1-1 0 0,-1-1 1 0 0,0 0-1 0 0,0 0 1 0 0,0 0 0 0 0,0 0-1 0 0,1 0 1 0 0,-1 0-1 0 0,0 0 1 0 0,0 0-1 0 0,0 0 1 0 0,0 0 0 0 0,1 0-1 0 0,-1 0 1 0 0,0 0-1 0 0,0 0 1 0 0,0 0-1 0 0,0 0 1 0 0,1 0-1 0 0,-1 0 1 0 0,0 0 0 0 0,0 0-1 0 0,0-1 1 0 0,0 1-1 0 0,0 0 1 0 0,1 0-1 0 0,-1 0 1 0 0,0 0 0 0 0,0 0-1 0 0,0 0 1 0 0,0 0-1 0 0,0 0 1 0 0,0-1-1 0 0,0 1 1 0 0,1 0 0 0 0,-1 0-1 0 0,0 0 1 0 0,0 0-1 0 0,0 0 1 0 0,0-1-1 0 0,0 1 1 0 0,0 0 0 0 0,0 0-1 0 0,0 0 1 0 0,0 0-1 0 0,0-1 1 0 0,0 1-1 0 0,0 0 1 0 0,0 0 0 0 0,0 0-1 0 0,0 0 1 0 0,0-1-1 0 0,0 1 1 0 0,0 0-1 0 0,0 0 1 0 0,0-4-698 0 0,4-1-1543 0 0</inkml:trace>
  <inkml:trace contextRef="#ctx0" brushRef="#br0" timeOffset="1">41 278 3929 0 0,'-1'-1'369'0'0,"1"1"0"0"0,0-1 0 0 0,-1 1 1 0 0,1-1-1 0 0,0 1 0 0 0,-1-1 0 0 0,1 1 0 0 0,0-1 0 0 0,0 0 1 0 0,0 1-1 0 0,0-1 0 0 0,-1 1 0 0 0,1-1 0 0 0,0 0 0 0 0,0 1 1 0 0,0-1-1 0 0,0 1 0 0 0,0-1 0 0 0,0 0 0 0 0,0 1 0 0 0,0-1 1 0 0,1 1-1 0 0,-1-1 0 0 0,0 1 0 0 0,0-1 0 0 0,0 0 0 0 0,1 1 1 0 0,-1-1-1 0 0,0 1 0 0 0,1-1 0 0 0,19-21 2907 0 0,35-15-4498 0 0,-48 33 1996 0 0,0-1-906 0 0,51-28-1432 0 0,-54 31 910 0 0,1 0 0 0 0,-1 0-1 0 0,0 1 1 0 0,0-1 0 0 0,1 1-1 0 0,-1 0 1 0 0,1 0 0 0 0,-1 1-1 0 0,0 0 1 0 0,1-1 0 0 0,-1 1-1 0 0,6 1 1 0 0,-10-1 553 0 0,-1 0-1 0 0,1 0 1 0 0,0 0-1 0 0,0 1 1 0 0,-1-1-710 0 0,1 1 710 0 0,0-1-1 0 0,0 0 1 0 0,0 0-1 0 0,0 0 1 0 0,0 0 0 0 0,0 0-1 0 0,0 1 1 0 0,0-1 0 0 0,0 0-1 0 0,0 0 1 0 0,0 0-1 0 0,0 0 1 0 0,0 1 0 0 0,0-1-1 0 0,0 0 1 0 0,0 0-1 0 0,0 0 1 0 0,0 0 0 0 0,0 0-1 0 0,0 1 1 0 0,0-1-1 0 0,0 0 1 0 0,0 0 0 0 0,0 0-1 0 0,1 0 1 0 0,-1 0 0 0 0,0 0-1 0 0,1 1-608 0 0,-4 0 279 0 0,0 7-1622 0 0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07:54.76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84 0 2801 0 0,'-18'36'3519'0'0,"1"0"0"0"0,-18 64 0 0 0,31-87-2927 0 0,1 0 0 0 0,1-1 1 0 0,0 1-1 0 0,0 0 0 0 0,2 0 1 0 0,-1 0-1 0 0,2 0 0 0 0,-1 0 1 0 0,2 0-1 0 0,0 0 0 0 0,1 0 1 0 0,4 14-1 0 0,-6-25-541 0 0,-1 0 0 0 0,1 0 0 0 0,0 0 0 0 0,-1 0 0 0 0,1 0 1 0 0,0-1-1 0 0,0 1 0 0 0,0 0 0 0 0,1-1 0 0 0,-1 1 0 0 0,0-1 0 0 0,1 1 1 0 0,-1-1-1 0 0,1 1 0 0 0,-1-1 0 0 0,1 0 0 0 0,0 0 0 0 0,-1 0 0 0 0,1 0 0 0 0,0 0 1 0 0,0 0-1 0 0,0 0 0 0 0,-1-1 0 0 0,5 1 0 0 0,-3-1-12 0 0,0 0 0 0 0,1 0 0 0 0,-1-1 0 0 0,1 1 0 0 0,-1-1 0 0 0,0 0 0 0 0,1 0 0 0 0,-1 0 0 0 0,0 0 0 0 0,0-1 0 0 0,0 1 0 0 0,0-1 0 0 0,3-2 0 0 0,7-6-5 0 0,-1 1 1 0 0,0-2-1 0 0,-1 0 1 0 0,0 0-1 0 0,11-15 1 0 0,5-9-271 0 0,40-58-3706 0 0,-61 83 1331 0 0,0-1 1 0 0,-1 1-1 0 0,-1-1 0 0 0,5-12 0 0 0,-5 10-1606 0 0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07:55.12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20 84 6257 0 0,'-20'11'8754'0'0,"31"-18"-4202"0"0,20-17-3871 0 0,-29 22-660 0 0,9-7 21 0 0,-1 1 0 0 0,1 0 0 0 0,0 0 0 0 0,0 1 0 0 0,22-10 0 0 0,-30 16-20 0 0,-1 0-1 0 0,1 0 0 0 0,-1 1 1 0 0,0-1-1 0 0,1 1 0 0 0,-1 0 1 0 0,1-1-1 0 0,0 1 0 0 0,-1 0 1 0 0,1 1-1 0 0,-1-1 0 0 0,1 0 1 0 0,-1 1-1 0 0,1-1 0 0 0,-1 1 1 0 0,0 0-1 0 0,1 0 1 0 0,-1 0-1 0 0,0 0 0 0 0,1 0 1 0 0,-1 0-1 0 0,0 1 0 0 0,0-1 1 0 0,0 1-1 0 0,0 0 0 0 0,0-1 1 0 0,0 1-1 0 0,-1 0 0 0 0,1 0 1 0 0,-1 0-1 0 0,1 0 0 0 0,-1 0 1 0 0,0 1-1 0 0,0-1 1 0 0,0 0-1 0 0,0 0 0 0 0,1 5 1 0 0,4 9 274 0 0,-1 2 1 0 0,0-1-1 0 0,-2 0 1 0 0,0 1 0 0 0,-1 0-1 0 0,0 27 1 0 0,3 27-3480 0 0,1-36-2445 0 0,5-1-3812 0 0</inkml:trace>
  <inkml:trace contextRef="#ctx0" brushRef="#br0" timeOffset="1">149 291 5153 0 0,'-1'12'2034'0'0,"0"-1"0"0"0,0 0 0 0 0,2 22 0 0 0,9 32 682 0 0,0 9-8958 0 0,-10-73 5965 0 0,1 1 0 0 0,-1-1 0 0 0,0 0 0 0 0,0 0 0 0 0,0 1 0 0 0,0-1 1 0 0,-1 0-1 0 0,1 1 0 0 0,0-1 0 0 0,0 0 0 0 0,-1 0 0 0 0,1 1 0 0 0,-1-1 0 0 0,1 0 0 0 0,-1 0 0 0 0,1 0 0 0 0,-1 1 0 0 0,0-1 0 0 0,0 0 0 0 0,0 0 0 0 0,1 0 0 0 0,-3 1 0 0 0,-3 10-2268 0 0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07:55.48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17 185 3161 0 0,'-17'5'15317'0'0,"26"-12"-11219"0"0,5-5-4699 0 0,4-7 799 0 0,0 1-1 0 0,2 0 0 0 0,0 2 0 0 0,0 0 1 0 0,24-12-1 0 0,-28 20-1341 0 0,0 0 1 0 0,32-11 0 0 0,-30 14-2734 0 0,1 1 1 0 0,36-5-1 0 0,-38 8 942 0 0,-1-1-789 0 0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07:55.86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86 14 8554 0 0,'-1'0'480'0'0,"-1"0"-1"0"0,1 0 1 0 0,-1 0 0 0 0,1 0 0 0 0,-1 1 0 0 0,1-1-1 0 0,-1 1 1 0 0,1-1 0 0 0,0 1 0 0 0,-1 0-1 0 0,1-1 1 0 0,-1 1 0 0 0,1 0 0 0 0,0 0 0 0 0,0 0-1 0 0,0 0 1 0 0,-2 2 0 0 0,-14 27 3121 0 0,2 42-2330 0 0,14-62-766 0 0,-3 18-226 0 0,-6 35-117 0 0,3 1 1 0 0,1 100-1 0 0,15-111-2239 0 0,4-29-1626 0 0,-13-23 3413 0 0,1-1 0 0 0,0 1-1 0 0,-1-1 1 0 0,1 1 0 0 0,-1-1 0 0 0,1 0 0 0 0,0 1 0 0 0,-1-1-1 0 0,1 1 1 0 0,0-1 0 0 0,0 0 0 0 0,-1 0 0 0 0,1 1-1 0 0,0-1 1 0 0,0 0 0 0 0,-1 0 0 0 0,1 0 0 0 0,0 0 0 0 0,0 0-1 0 0,-1 0 1 0 0,1 0 0 0 0,0 0 0 0 0,0 0 0 0 0,-1 0-1 0 0,1-1 1 0 0,1 1 0 0 0,-1-1 37 0 0,0 1 1 0 0,0-1-1 0 0,0 1 0 0 0,0-1 1 0 0,-1 1-1 0 0,1-1 1 0 0,0 1-1 0 0,0-1 0 0 0,-1 0 1 0 0,1 1-1 0 0,0-1 0 0 0,-1 0 1 0 0,1 0-1 0 0,0 0 0 0 0,-1 0 1 0 0,1 1-1 0 0,-1-1 0 0 0,0 0 1 0 0,1 0-1 0 0,-1-2 0 0 0,1-24-1594 0 0,-16-25 1593 0 0,14 49 105 0 0,-5-12 296 0 0,-14-43 57 0 0,19 55 289 0 0,0-1-1 0 0,0 0 1 0 0,0 0 0 0 0,1 0 0 0 0,-1 1 0 0 0,1-1 0 0 0,0 0 0 0 0,0 0 0 0 0,1 0-1 0 0,-1 0 1 0 0,2-7 0 0 0,-1 10-240 0 0,0 1 0 0 0,-1-1 0 0 0,1 1-1 0 0,0-1 1 0 0,-1 1 0 0 0,1 0 0 0 0,0-1-1 0 0,-1 1 1 0 0,1 0 0 0 0,0-1 0 0 0,0 1 0 0 0,-1 0-1 0 0,1 0 1 0 0,0 0 0 0 0,0 0 0 0 0,-1 0 0 0 0,1 0-1 0 0,0 0 1 0 0,0 0 0 0 0,0 0 0 0 0,-1 0 0 0 0,1 0-1 0 0,0 0 1 0 0,0 1 0 0 0,-1-1 0 0 0,1 0 0 0 0,0 0-1 0 0,-1 1 1 0 0,1-1 0 0 0,1 2 0 0 0,33 14 2195 0 0,-22-9-1521 0 0,3-1-1093 0 0,0-2-1 0 0,0 0 1 0 0,0 0 0 0 0,1-2 0 0 0,-1 0 0 0 0,24 0-1 0 0,54-5-10763 0 0,-78 2 7806 0 0,-1 0-137 0 0</inkml:trace>
  <inkml:trace contextRef="#ctx0" brushRef="#br0" timeOffset="1">335 1 2377 0 0,'-1'0'93'0'0,"1"0"1"0"0,0 0 0 0 0,0 0 0 0 0,0 0 0 0 0,0 0 0 0 0,0 0 0 0 0,0 0 0 0 0,-1 0 0 0 0,1 0 0 0 0,0 0 0 0 0,0 0 0 0 0,0 0 0 0 0,0 0 0 0 0,0 0-1 0 0,0 0 1 0 0,-1 0 0 0 0,1 0 0 0 0,0 0 0 0 0,0 0 0 0 0,0 0 0 0 0,0 0 0 0 0,0 0 0 0 0,-1 0 0 0 0,0 1 939 0 0,1-1-939 0 0,0 0 0 0 0,0 0 0 0 0,0 0 0 0 0,0 1 0 0 0,0-1 0 0 0,0 0 0 0 0,0 0 0 0 0,0 0 0 0 0,0 0-1 0 0,0 0 1 0 0,0 0 0 0 0,0 1 0 0 0,0-1 0 0 0,0 0 0 0 0,0 0 0 0 0,0 0 0 0 0,0 0 0 0 0,0 0 0 0 0,0 1 0 0 0,0-1 0 0 0,0 0 0 0 0,0 0 0 0 0,0 0-1 0 0,0 0 1 0 0,0 0 0 0 0,0 0 0 0 0,1 1 564 0 0,-1-1-564 0 0,2 23 2748 0 0,7 25-318 0 0,25 109 1270 0 0,-5-20-1497 0 0,-7-46-3679 0 0,1-18-2710 0 0,5-1-3519 0 0</inkml:trace>
  <inkml:trace contextRef="#ctx0" brushRef="#br0" timeOffset="2">414 364 4977 0 0,'11'-18'8024'0'0,"8"4"-3649"0"0,29-6-2326 0 0,-10 4-2097 0 0,-1-3-1131 0 0,21-12-5633 0 0,-57 31 6625 0 0,0-1-1 0 0,0 1 0 0 0,0-1 0 0 0,0 0 0 0 0,-1 1 0 0 0,1-1 1 0 0,0 0-1 0 0,-1 1 0 0 0,1-1 0 0 0,0 0 0 0 0,-1 0 0 0 0,1 0 0 0 0,-1 1 1 0 0,1-1-1 0 0,-1 0 0 0 0,1 0 0 0 0,-1 0 0 0 0,0 0 0 0 0,1 0 1 0 0,-1 0-1 0 0,0 0 0 0 0,0 0 0 0 0,0 0 0 0 0,0 0 0 0 0,0-2 1 0 0,2-8-1468 0 0,9-3-2017 0 0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07:56.46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82 20 3721 0 0,'-3'2'339'0'0,"0"0"1"0"0,-1 0 0 0 0,1 1-1 0 0,0-1 1 0 0,0 1-1 0 0,1 0 1 0 0,-1 0 0 0 0,1 0-1 0 0,-1 0 1 0 0,1 0-1 0 0,0 1 1 0 0,0-1-1 0 0,0 1 1 0 0,1-1 0 0 0,-1 1-1 0 0,1 0 1 0 0,0 0-1 0 0,0-1 1 0 0,0 1 0 0 0,1 0-1 0 0,-1 5 1 0 0,-2 11 708 0 0,2 0 0 0 0,2 34 0 0 0,0-33-605 0 0,1 1 0 0 0,1-1 0 0 0,1-1 0 0 0,11 35 0 0 0,-14-50-406 0 0,0 0 1 0 0,1 0-1 0 0,0 0 1 0 0,0 0 0 0 0,0-1-1 0 0,1 1 1 0 0,0-1-1 0 0,0 1 1 0 0,0-1 0 0 0,0 0-1 0 0,0 0 1 0 0,1-1-1 0 0,0 1 1 0 0,0-1-1 0 0,0 1 1 0 0,0-1 0 0 0,0 0-1 0 0,1-1 1 0 0,-1 1-1 0 0,1-1 1 0 0,0 0 0 0 0,0 0-1 0 0,0 0 1 0 0,9 1-1 0 0,-8-3-26 0 0,0-1-1 0 0,0 1 1 0 0,-1-2-1 0 0,1 1 1 0 0,0 0-1 0 0,-1-1 1 0 0,1 0-1 0 0,-1 0 1 0 0,0-1-1 0 0,1 0 1 0 0,-1 0-1 0 0,0 0 0 0 0,-1 0 1 0 0,1-1-1 0 0,0 0 1 0 0,-1 1-1 0 0,0-2 1 0 0,0 1-1 0 0,0 0 1 0 0,-1-1-1 0 0,5-6 1 0 0,2-4-84 0 0,-1 0 0 0 0,0-1 0 0 0,-1 0 0 0 0,-1 0 1 0 0,10-31-1 0 0,-15 37 56 0 0,0 0 0 0 0,-1 0 1 0 0,0 0-1 0 0,0 0 0 0 0,-1 0 0 0 0,0 0 1 0 0,-1-1-1 0 0,0 1 0 0 0,-1 0 1 0 0,0 0-1 0 0,0 0 0 0 0,-1 1 1 0 0,-8-18-1 0 0,9 22 39 0 0,0 1 0 0 0,0 0 0 0 0,-1-1 0 0 0,1 1 0 0 0,-1 0 0 0 0,0 1 0 0 0,-1-1 0 0 0,1 0 0 0 0,0 1 0 0 0,-1 0 0 0 0,0-1 0 0 0,0 2 0 0 0,0-1 0 0 0,0 0 0 0 0,0 1 1 0 0,-1 0-1 0 0,1 0 0 0 0,-1 0 0 0 0,0 0 0 0 0,1 1 0 0 0,-1 0 0 0 0,0 0 0 0 0,0 0 0 0 0,0 0 0 0 0,1 1 0 0 0,-1 0 0 0 0,0 0 0 0 0,0 0 0 0 0,0 1 0 0 0,-8 1 0 0 0,4 1 18 0 0,-1 0-1 0 0,1 1 0 0 0,0 0 1 0 0,0 1-1 0 0,1 0 1 0 0,-1 0-1 0 0,1 0 0 0 0,0 1 1 0 0,0 1-1 0 0,1-1 1 0 0,-7 9-1 0 0,5-6-276 0 0,0 1-1 0 0,1 0 1 0 0,1 0 0 0 0,-1 1-1 0 0,2 0 1 0 0,-1 0 0 0 0,2 1-1 0 0,-5 12 1 0 0,9-23-55 0 0,1 0 0 0 0,-1 1 0 0 0,1-1 0 0 0,0 0 0 0 0,-1 0 0 0 0,1 0-1 0 0,0 0 1 0 0,0 0 0 0 0,0 1 0 0 0,0-1 0 0 0,0 0 0 0 0,0 0 0 0 0,0 0 0 0 0,0 1 0 0 0,1-1 0 0 0,-1 0-1 0 0,1 2 1 0 0,-1-3 109 0 0,1 0 0 0 0,-1 0 0 0 0,0 0-1 0 0,1 0 1 0 0,-1 0 0 0 0,1 1-1 0 0,-1-1 1 0 0,1 0 0 0 0,-1 0 0 0 0,0 0-1 0 0,1 0 1 0 0,-1 0 0 0 0,1 0-1 0 0,-1-1 1 0 0,1 1 0 0 0,-1 0 0 0 0,0 0-1 0 0,1 0 1 0 0,-1 0 0 0 0,1 0-1 0 0,-1-1 1 0 0,0 1 0 0 0,1 0-1 0 0,-1 0 1 0 0,0 0 0 0 0,1-1 0 0 0,-1 1-1 0 0,0 0 1 0 0,1-1 0 0 0,-1 1-1 0 0,0 0 1 0 0,1-1 0 0 0,-1 1 0 0 0,0 0-1 0 0,0-1 1 0 0,0 1 0 0 0,1-1-1 0 0,14-9-2759 0 0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07:56.86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26 0 7618 0 0,'-2'70'8320'0'0,"-5"33"-3588"0"0,-1 13-2664 0 0,4-37-1252 0 0,0-6-578 0 0,7 114 0 0 0,3-159-451 0 0,7-6-3556 0 0,-13-22 3479 0 0,1 1 1 0 0,-1 0-1 0 0,1-1 1 0 0,0 1-1 0 0,-1-1 1 0 0,1 1 0 0 0,0-1-1 0 0,0 1 1 0 0,-1-1-1 0 0,1 0 1 0 0,0 1-1 0 0,0-1 1 0 0,0 0-1 0 0,-1 1 1 0 0,1-1-1 0 0,0 0 1 0 0,0 0-1 0 0,0 0 1 0 0,0 0-1 0 0,0 0 1 0 0,1 0-1 0 0,-1-1-210 0 0,1 1-1 0 0,-1-1 0 0 0,1 0 1 0 0,-1 1-1 0 0,1-1 0 0 0,-1 0 0 0 0,1 0 1 0 0,-1 0-1 0 0,0 0 0 0 0,0 0 0 0 0,1-1 1 0 0,-1 1-1 0 0,0 0 0 0 0,0-1 1 0 0,1-1-1 0 0,6-7-3551 0 0</inkml:trace>
  <inkml:trace contextRef="#ctx0" brushRef="#br0" timeOffset="1">165 67 8466 0 0,'16'6'7537'0'0,"2"9"-4346"0"0,17 23-3371 0 0,-24-24 39 0 0,3 2-1749 0 0,11 22-11852 0 0,-25-29 10893 0 0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07:57.22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1 197 5833 0 0,'6'0'6179'0'0,"9"-9"-4275"0"0,10-10-1011 0 0,47-47 1215 0 0,-45 40-1761 0 0,1 1-1 0 0,31-22 1 0 0,-58 47-341 0 0,-1-1 0 0 0,0 1 0 0 0,1 0 1 0 0,-1-1-1 0 0,1 1 0 0 0,-1 0 0 0 0,0-1 0 0 0,1 1 0 0 0,-1 0 0 0 0,1 0 0 0 0,-1-1 0 0 0,1 1 1 0 0,-1 0-1 0 0,1 0 0 0 0,-1 0 0 0 0,1 0 0 0 0,-1 0 0 0 0,1 0 0 0 0,-1-1 0 0 0,1 1 0 0 0,-1 0 0 0 0,1 0 1 0 0,-1 1-1 0 0,1-1 0 0 0,-1 0 0 0 0,1 0 0 0 0,-1 0 0 0 0,1 0 0 0 0,-1 0 0 0 0,1 1 0 0 0,-1-1 1 0 0,1 0-1 0 0,-1 0 0 0 0,1 1 0 0 0,-1-1 0 0 0,1 1 0 0 0,2 20 224 0 0,-14 29 177 0 0,11-48-382 0 0,-22 65 464 0 0,14-49-396 0 0,2 0 1 0 0,0 1 0 0 0,1 0 0 0 0,1-1 0 0 0,1 1-1 0 0,0 1 1 0 0,1-1 0 0 0,2 32 0 0 0,0-49-86 0 0,0-1 0 0 0,0 1 0 0 0,0 0 0 0 0,1-1 0 0 0,-1 1 0 0 0,0-1 0 0 0,1 1 0 0 0,-1-1 0 0 0,1 1 0 0 0,0-1 0 0 0,-1 1 0 0 0,1-1 0 0 0,0 1 0 0 0,0-1 0 0 0,0 0 0 0 0,0 0 0 0 0,0 1 0 0 0,0-1 0 0 0,0 0 0 0 0,1 0 1 0 0,-1 0-1 0 0,0 0 0 0 0,1 0 0 0 0,-1-1 0 0 0,3 2 0 0 0,-2-1 7 0 0,1-1 0 0 0,-1 0 0 0 0,0 0 0 0 0,1 0 1 0 0,-1-1-1 0 0,1 1 0 0 0,-1 0 0 0 0,0-1 0 0 0,1 1 1 0 0,-1-1-1 0 0,0 0 0 0 0,0 0 0 0 0,1 0 0 0 0,3-3 1 0 0,4-2 58 0 0,-1 0 1 0 0,0-2-1 0 0,0 1 1 0 0,0-1-1 0 0,13-16 1 0 0,-14 14 52 0 0,-1-1 1 0 0,0 0-1 0 0,-1 0 1 0 0,0 0-1 0 0,-1-1 1 0 0,0 0-1 0 0,-1 0 1 0 0,4-18-1 0 0,-7 27-101 0 0,-1 0 0 0 0,1 0-1 0 0,-1 0 1 0 0,1 0 0 0 0,-1 0-1 0 0,0 0 1 0 0,0 0 0 0 0,-1 0-1 0 0,1 0 1 0 0,0 0 0 0 0,-1 0-1 0 0,0 0 1 0 0,0 0 0 0 0,0 1-1 0 0,0-1 1 0 0,0 0 0 0 0,0 0-1 0 0,-1 1 1 0 0,1-1 0 0 0,-1 1 0 0 0,0-1-1 0 0,0 1 1 0 0,0 0 0 0 0,0-1-1 0 0,0 1 1 0 0,0 0 0 0 0,-1 1-1 0 0,1-1 1 0 0,0 0 0 0 0,-1 1-1 0 0,0-1 1 0 0,1 1 0 0 0,-1 0-1 0 0,0 0 1 0 0,0 0 0 0 0,0 0 0 0 0,0 0-1 0 0,0 1 1 0 0,0-1 0 0 0,-5 1-1 0 0,4-1-308 0 0,1 2 0 0 0,-1-1-1 0 0,0 0 1 0 0,1 1 0 0 0,-1-1-1 0 0,0 1 1 0 0,1 0 0 0 0,-1 0-1 0 0,1 0 1 0 0,-1 1 0 0 0,1-1-1 0 0,0 1 1 0 0,0 0 0 0 0,-1 0-1 0 0,1 0 1 0 0,-3 3 0 0 0,-2 2-1987 0 0,1 0 0 0 0,0 0 1 0 0,0 1-1 0 0,-10 14 1 0 0,5-2-2645 0 0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07:57.59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1 269 6353 0 0,'25'3'7248'0'0,"4"-11"-4048"0"0,29-24-2094 0 0,-42 22-298 0 0,131-82 283 0 0,71-37-1107 0 0,-232 136-166 0 0,0 1 1 0 0,1 1 0 0 0,-16 13-1 0 0,24-18 279 0 0,1 0 0 0 0,-1 0 1 0 0,1 0-1 0 0,0 0 0 0 0,0 1 0 0 0,0 0 0 0 0,1 0 0 0 0,0 0 0 0 0,0 0 0 0 0,0 0 1 0 0,0 1-1 0 0,1-1 0 0 0,0 1 0 0 0,0 0 0 0 0,0 0 0 0 0,1 0 0 0 0,-1 7 0 0 0,5 27 695 0 0,2 1 0 0 0,1-1-1 0 0,18 63 1 0 0,1 3-256 0 0,-16-64-442 0 0,-2-13-231 0 0,-2 0 0 0 0,3 49 1 0 0,-27-114-16141 0 0,11 14 10683 0 0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08:07.50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8 1502 2697 0 0,'-2'3'118'0'0,"1"0"0"0"0,0 0 0 0 0,0 1 0 0 0,0-1 0 0 0,1 0 0 0 0,-1 0 0 0 0,1 1 0 0 0,0-1 0 0 0,0 0 1 0 0,0 1-1 0 0,0-1 0 0 0,0 0 0 0 0,1 1 0 0 0,-1-1 0 0 0,1 0 0 0 0,0 1 0 0 0,0-1 0 0 0,0 0 0 0 0,3 5 0 0 0,-1-5-34 0 0,1 1 0 0 0,-1 0 0 0 0,1-1 0 0 0,0 0 0 0 0,0 0-1 0 0,0 0 1 0 0,0 0 0 0 0,1-1 0 0 0,-1 0 0 0 0,1 0-1 0 0,0 0 1 0 0,7 2 0 0 0,585 196 2755 0 0,-564-189-2688 0 0,16 7-76 0 0,0-2 0 0 0,0-2 0 0 0,2-2 0 0 0,69 6 0 0 0,540-13 391 0 0,62-22 229 0 0,-564 15-505 0 0,0-6 0 0 0,269-50 0 0 0,-251 30-82 0 0,121-25-19 0 0,-245 40-83 0 0,0-2 0 0 0,-2-2 0 0 0,80-38 0 0 0,73-39-23 0 0,27-13 116 0 0,-192 86-93 0 0,-2-1 0 0 0,0-2 1 0 0,62-54-1 0 0,157-182-46 0 0,-217 214 16 0 0,-2-1 0 0 0,-1-2 1 0 0,-3-2-1 0 0,27-58 0 0 0,-29 42 72 0 0,-2-1 0 0 0,-4-1 0 0 0,-3-1 0 0 0,15-90 0 0 0,11-75-543 0 0,-50 218-4804 0 0,-9-4 2277 0 0,7 15 2511 0 0,-4-11-1447 0 0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08:13.24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16 0 7034 0 0,'-1'1'255'0'0,"0"0"0"0"0,-1 0 0 0 0,1 0 0 0 0,0 0 0 0 0,0 0 0 0 0,0 0 0 0 0,0 0 0 0 0,1 1 0 0 0,-1-1 0 0 0,0 0 0 0 0,0 0 0 0 0,1 1 1 0 0,-1-1-1 0 0,1 1 0 0 0,-1-1 0 0 0,1 0 0 0 0,-1 1 0 0 0,1-1 0 0 0,0 1 0 0 0,0-1 0 0 0,0 1 0 0 0,0-1 0 0 0,0 1 0 0 0,0-1 1 0 0,0 3-1 0 0,6 46 1377 0 0,-4-41-1089 0 0,27 130 1748 0 0,74 215 0 0 0,-70-253-2062 0 0,-28-84-359 0 0,21 55 300 0 0,-25-68-372 0 0,1-1-1 0 0,-1 1 0 0 0,1-1 1 0 0,0 0-1 0 0,0 1 1 0 0,1-1-1 0 0,-1 0 0 0 0,0-1 1 0 0,1 1-1 0 0,0 0 0 0 0,0-1 1 0 0,0 1-1 0 0,0-1 1 0 0,0 0-1 0 0,0 0 0 0 0,4 2 1 0 0,-6-4 57 0 0,0 0 0 0 0,-1 1 0 0 0,1-1 0 0 0,-1 0 0 0 0,1 0 1 0 0,0 0-1 0 0,-1 0 0 0 0,1 0 0 0 0,0 0 0 0 0,-1 0 0 0 0,1 0 0 0 0,-1 0 1 0 0,1 0-1 0 0,0 0 0 0 0,-1 0 0 0 0,1 0 0 0 0,0-1 0 0 0,-1 1 0 0 0,1 0 1 0 0,-1 0-1 0 0,1-1 0 0 0,-1 1 0 0 0,1-1 0 0 0,-1 1 0 0 0,1 0 0 0 0,-1-1 0 0 0,1 1 1 0 0,-1-1-1 0 0,1 1 0 0 0,0-1 0 0 0,4-22-3359 0 0,-11-26-728 0 0,-5 19 2556 0 0,-2-2-765 0 0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08:13.64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1 257 3009 0 0,'0'-9'448'0'0,"0"1"1"0"0,0 0 0 0 0,1-1 0 0 0,0 1 0 0 0,1 0 0 0 0,-1 0-1 0 0,2 0 1 0 0,-1 0 0 0 0,1 0 0 0 0,0 0 0 0 0,1 1-1 0 0,0 0 1 0 0,0-1 0 0 0,0 1 0 0 0,1 1 0 0 0,0-1 0 0 0,1 1-1 0 0,-1 0 1 0 0,9-7 0 0 0,-2 1-144 0 0,0 2 0 0 0,1-1 0 0 0,1 1 0 0 0,0 1 1 0 0,0 1-1 0 0,1 0 0 0 0,-1 0 0 0 0,29-8 0 0 0,-39 14-229 0 0,1 1-1 0 0,-1 0 0 0 0,0 0 1 0 0,1 0-1 0 0,-1 0 0 0 0,1 1 1 0 0,-1 0-1 0 0,1-1 1 0 0,-1 2-1 0 0,1-1 0 0 0,-1 1 1 0 0,1-1-1 0 0,-1 1 1 0 0,1 1-1 0 0,-1-1 0 0 0,0 0 1 0 0,0 1-1 0 0,1 0 0 0 0,-1 0 1 0 0,0 0-1 0 0,-1 1 1 0 0,1-1-1 0 0,0 1 0 0 0,-1 0 1 0 0,5 4-1 0 0,-2 1 142 0 0,-1 0 0 0 0,0 0 0 0 0,0 1-1 0 0,0-1 1 0 0,-1 1 0 0 0,0 0 0 0 0,-1 0 0 0 0,0 0-1 0 0,0 1 1 0 0,2 18 0 0 0,-1 3 279 0 0,-1 1 0 0 0,-2-1-1 0 0,-5 62 1 0 0,-25 93 841 0 0,17-122-1413 0 0,2 0 0 0 0,-1 77-1 0 0,11-141 9 0 0,0 0-1 0 0,0 0 0 0 0,0 1 0 0 0,0-1 0 0 0,-1 0 0 0 0,1 0 0 0 0,0 0 0 0 0,0 0 1 0 0,0 0-1 0 0,0 0 0 0 0,0 0 0 0 0,0 1 0 0 0,0-1 0 0 0,0 0 0 0 0,0 0 1 0 0,0 0-1 0 0,0 0 0 0 0,0 0 0 0 0,0 1 0 0 0,0-1 0 0 0,0 0 0 0 0,0 0 1 0 0,0 0-1 0 0,0 0 0 0 0,0 0 0 0 0,0 1 0 0 0,0-1 0 0 0,0 0 0 0 0,0 0 1 0 0,0 0-1 0 0,0 0 0 0 0,0 0 0 0 0,0 0 0 0 0,0 1 0 0 0,0-1 0 0 0,0 0 0 0 0,0 0 1 0 0,0 0-1 0 0,1 0 0 0 0,-1 0 0 0 0,0 0 0 0 0,0 0 0 0 0,0 1 0 0 0,0-1 1 0 0,0 0-1 0 0,0 0 0 0 0,0 0 0 0 0,1 0 0 0 0,-1 0 0 0 0,0 0 0 0 0,0 0 1 0 0,0 0-1 0 0,0 0 0 0 0,0 0 0 0 0,1 0 0 0 0,-1 0 0 0 0,0 0 0 0 0,0 0 0 0 0,0 0 1 0 0,0 0-1 0 0,0 0 0 0 0,1 0 0 0 0,-1 0 0 0 0,0 0 0 0 0,0 0 0 0 0,0 0 1 0 0,8-13-3113 0 0,5-21-1435 0 0,9-24-2171 0 0,-14 23 4145 0 0</inkml:trace>
  <inkml:trace contextRef="#ctx0" brushRef="#br0" timeOffset="1">514 88 6097 0 0,'2'-7'4089'0'0,"-2"6"-2929"0"0,0 2-319 0 0,0-2-881 0 0,1 1-417 0 0,3-2-567 0 0,0 1-616 0 0,2-2-577 0 0,-1-3 113 0 0,2 3-1385 0 0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08:14.01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0 340 7082 0 0,'3'45'3679'0'0,"18"85"0"0"0,-16-110-3593 0 0,1 0-1 0 0,0 0 1 0 0,2 0 0 0 0,1-1-1 0 0,0 0 1 0 0,16 24-1 0 0,-22-38-430 0 0,1-1 0 0 0,0 1 0 0 0,0-1 0 0 0,0 1 0 0 0,1-1 0 0 0,-1-1 0 0 0,10 7 0 0 0,-12-8 60 0 0,0-1 0 0 0,0 0-1 0 0,0 0 1 0 0,0 0 0 0 0,0-1 0 0 0,0 1 0 0 0,0 0 0 0 0,1-1 0 0 0,-1 1 0 0 0,0-1 0 0 0,0 0 0 0 0,0 0 0 0 0,1 0 0 0 0,-1 0 0 0 0,0 0 0 0 0,0 0 0 0 0,0-1 0 0 0,1 1-1 0 0,-1-1 1 0 0,0 1 0 0 0,0-1 0 0 0,0 0 0 0 0,4-2 0 0 0,10-7-1565 0 0,9 3-633 0 0</inkml:trace>
  <inkml:trace contextRef="#ctx0" brushRef="#br0" timeOffset="0.42">348 17 4377 0 0,'0'-1'209'0'0,"-1"1"0"0"0,1-1 0 0 0,0 0 1 0 0,0 0-1 0 0,0 1 0 0 0,-1-1 0 0 0,1 0 0 0 0,0 0 0 0 0,-1 1 1 0 0,1-1-1 0 0,-1 0 0 0 0,1 1 0 0 0,-1-1 0 0 0,1 1 1 0 0,-1-1-1 0 0,1 0 0 0 0,-1 1 0 0 0,1-1 0 0 0,-1 1 0 0 0,0-1 1 0 0,1 1-1 0 0,-1 0 0 0 0,0-1 0 0 0,0 1 0 0 0,1 0 0 0 0,-1-1 1 0 0,0 1-1 0 0,0 0 0 0 0,1 0 0 0 0,-1 0 0 0 0,0 0 0 0 0,0 0 1 0 0,0 0-1 0 0,-1 0 0 0 0,0 1 42 0 0,0 0 0 0 0,0 0 0 0 0,0 0 1 0 0,0 1-1 0 0,1-1 0 0 0,-1 1 0 0 0,0-1 0 0 0,1 1 0 0 0,-1 0 1 0 0,1 0-1 0 0,0-1 0 0 0,-2 4 0 0 0,-30 60 1930 0 0,25-41-1894 0 0,1 0 0 0 0,0 1 0 0 0,2-1 1 0 0,1 1-1 0 0,1 0 0 0 0,1 1 0 0 0,2-1 0 0 0,0 0 1 0 0,1 0-1 0 0,9 46 0 0 0,-5-49-528 0 0,0-1 0 0 0,2 0 0 0 0,0-1 1 0 0,1 1-1 0 0,1-1 0 0 0,1-1 0 0 0,0 0 0 0 0,2 0 0 0 0,0-1 0 0 0,1-1 0 0 0,1 0 1 0 0,30 28-1 0 0,-23-31-4512 0 0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08:14.41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0 582 4441 0 0,'30'-24'7732'0'0,"24"-8"-4823"0"0,-14 10-1825 0 0,84-62 290 0 0,52-30-1815 0 0,-141 94-1892 0 0,57-22 0 0 0,16-1-6322 0 0,-94 37 5957 0 0</inkml:trace>
  <inkml:trace contextRef="#ctx0" brushRef="#br0" timeOffset="1">530 0 2288 0 0,'-8'10'1363'0'0,"0"1"0"0"0,0 0 0 0 0,1 1 0 0 0,1-1 0 0 0,-10 24 0 0 0,8-14 270 0 0,1 1 0 0 0,-6 41 1 0 0,5 1 499 0 0,2 92 0 0 0,5-120-1642 0 0,1-35-502 0 0,0 25 241 0 0,0 0-1 0 0,2-1 1 0 0,5 27-1 0 0,-7-47-406 0 0,1 0-1 0 0,0-1 0 0 0,0 1 0 0 0,0 0 1 0 0,0-1-1 0 0,1 1 0 0 0,0-1 0 0 0,0 0 0 0 0,0 1 1 0 0,1-1-1 0 0,-1 0 0 0 0,1 0 0 0 0,0 0 1 0 0,0-1-1 0 0,0 1 0 0 0,1-1 0 0 0,-1 0 1 0 0,1 0-1 0 0,0 0 0 0 0,0 0 0 0 0,0-1 1 0 0,0 1-1 0 0,0-1 0 0 0,6 2 0 0 0,-6-3-353 0 0,0-1 1 0 0,0 0-1 0 0,0 0 0 0 0,0 0 0 0 0,0 0 0 0 0,0-1 0 0 0,0 0 1 0 0,0 1-1 0 0,-1-2 0 0 0,1 1 0 0 0,0 0 0 0 0,0-1 0 0 0,-1 1 0 0 0,1-1 1 0 0,-1 0-1 0 0,1 0 0 0 0,-1-1 0 0 0,0 1 0 0 0,0-1 0 0 0,0 1 1 0 0,0-1-1 0 0,3-4 0 0 0,9-10-2742 0 0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08:14.77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20 94 5401 0 0,'-4'-3'2897'0'0,"-3"-2"-713"0"0,0 0 969 0 0,5 5-1921 0 0,2-1-1056 0 0,3-4-144 0 0,2 1-240 0 0,1-2-352 0 0,3-3-488 0 0,0-1-665 0 0,2 1-575 0 0,0-3-305 0 0,-1 0 393 0 0,2 0-1169 0 0</inkml:trace>
  <inkml:trace contextRef="#ctx0" brushRef="#br0" timeOffset="1">183 101 4217 0 0,'-9'57'4324'0'0,"-9"82"980"0"0,17-124-5200 0 0,0 0 1 0 0,2 0-1 0 0,0 0 0 0 0,0 0 1 0 0,1 0-1 0 0,9 28 0 0 0,-11-41-303 0 0,1 0-1 0 0,0 1 1 0 0,0-1-1 0 0,0 0 1 0 0,0 0-1 0 0,0 0 1 0 0,0 0 0 0 0,1 0-1 0 0,-1 0 1 0 0,1 0-1 0 0,-1 0 1 0 0,1-1-1 0 0,0 1 1 0 0,0-1-1 0 0,3 3 1 0 0,-3-3-43 0 0,-1-1-1 0 0,1 1 0 0 0,-1-1 1 0 0,1 1-1 0 0,-1-1 1 0 0,1 0-1 0 0,-1 0 1 0 0,1 0-1 0 0,0 0 1 0 0,-1 0-1 0 0,1 0 1 0 0,-1 0-1 0 0,1 0 0 0 0,-1-1 1 0 0,1 1-1 0 0,-1-1 1 0 0,1 1-1 0 0,1-2 1 0 0,3-1-210 0 0,-1 0 1 0 0,0-1 0 0 0,1 0-1 0 0,-1 0 1 0 0,-1 0 0 0 0,1 0-1 0 0,-1-1 1 0 0,0 0 0 0 0,0 0-1 0 0,4-7 1 0 0,7-8-952 0 0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08:15.12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126 11 2641 0 0,'0'0'157'0'0,"0"0"1"0"0,1-1-1 0 0,-1 1 1 0 0,0 0 0 0 0,0-1-1 0 0,0 1 1 0 0,0-1 0 0 0,-1 1-1 0 0,1 0 1 0 0,0-1-1 0 0,0 1 1 0 0,0 0 0 0 0,0-1-1 0 0,0 1 1 0 0,0 0-1 0 0,0-1 1 0 0,-1 1 0 0 0,1 0-1 0 0,0-1 1 0 0,0 1 0 0 0,-1 0-1 0 0,1 0 1 0 0,0-1-1 0 0,0 1 1 0 0,-1 0 0 0 0,1 0-1 0 0,0-1 1 0 0,-1 1-1 0 0,1 0 1 0 0,0 0 0 0 0,-1 0-1 0 0,1-1 1 0 0,0 1 0 0 0,-1 0-1 0 0,1 0 1 0 0,0 0-1 0 0,-1 0 1 0 0,1 0 0 0 0,0 0-1 0 0,-1 0 1 0 0,1 0 0 0 0,-1 0-1 0 0,1 0 1 0 0,0 0-1 0 0,-1 0 1 0 0,1 0 0 0 0,0 0-1 0 0,-1 0 1 0 0,0 1-1 0 0,-15 20 3279 0 0,-9 32-933 0 0,10-18-1683 0 0,2 2 0 0 0,1-1 0 0 0,2 1 0 0 0,2 1 0 0 0,-6 62 1 0 0,13-96-801 0 0,1-1 1 0 0,0 1-1 0 0,1-1 1 0 0,-1 0-1 0 0,0 1 1 0 0,1-1 0 0 0,0 0-1 0 0,0 0 1 0 0,2 5-1 0 0,-3-7-29 0 0,1 0 0 0 0,-1 0 0 0 0,1 0 0 0 0,0 0 0 0 0,-1 0 0 0 0,1-1-1 0 0,0 1 1 0 0,-1 0 0 0 0,1 0 0 0 0,0-1 0 0 0,0 1 0 0 0,0-1 0 0 0,0 1 0 0 0,0 0 0 0 0,0-1-1 0 0,0 0 1 0 0,0 1 0 0 0,0-1 0 0 0,0 0 0 0 0,1 1 0 0 0,2-1-64 0 0,0-1 0 0 0,0 1 1 0 0,-1-1-1 0 0,1 0 0 0 0,0 0 0 0 0,-1 0 1 0 0,1 0-1 0 0,-1-1 0 0 0,1 0 0 0 0,-1 1 1 0 0,0-1-1 0 0,0 0 0 0 0,0-1 0 0 0,0 1 1 0 0,4-4-1 0 0,22-19-726 0 0,-1-1 1 0 0,-1-1-1 0 0,34-46 1 0 0,-50 59 703 0 0,-2 1 0 0 0,0-2 0 0 0,0 1 0 0 0,-2-1 0 0 0,0-1 0 0 0,0 1 0 0 0,-1-1-1 0 0,-1 0 1 0 0,-1-1 0 0 0,3-22 0 0 0,-11 172 4442 0 0,4-117-4254 0 0,1 0 0 0 0,0 0 0 0 0,1 0 0 0 0,1 0 0 0 0,1 0 0 0 0,0 0 0 0 0,8 18 0 0 0,-11-33-92 0 0,-1 0 0 0 0,1 0 0 0 0,-1 0 0 0 0,1 0 0 0 0,-1 0 0 0 0,1 0 0 0 0,0 0-1 0 0,-1 0 1 0 0,1 0 0 0 0,0 0 0 0 0,0 0 0 0 0,-1-1 0 0 0,1 1 0 0 0,0 0 0 0 0,0 0 0 0 0,0-1 0 0 0,0 1 0 0 0,0-1 0 0 0,0 1 0 0 0,0-1 0 0 0,0 1 0 0 0,1-1 0 0 0,-1 0 0 0 0,0 0 0 0 0,2 1 0 0 0,-2-2-20 0 0,1 1-1 0 0,0 0 1 0 0,0-1 0 0 0,-1 0 0 0 0,1 1 0 0 0,0-1 0 0 0,-1 0 0 0 0,1 0 0 0 0,-1 0 0 0 0,1 0 0 0 0,-1 0-1 0 0,1 0 1 0 0,-1-1 0 0 0,2-1 0 0 0,6-8-194 0 0,-1 0 1 0 0,0 0-1 0 0,10-18 0 0 0,-14 20 84 0 0,59-116-1073 0 0,0-3 648 0 0,-59 132 1522 0 0,-2 15-260 0 0,-2 20 194 0 0,-5 21-63 0 0,2-40-753 0 0,1-1 1 0 0,1 1-1 0 0,1 0 1 0 0,0-1-1 0 0,2 1 1 0 0,0-1-1 0 0,6 25 1 0 0,-8-43-142 0 0,0-1 0 0 0,0 0 0 0 0,0 1 0 0 0,0-1 1 0 0,0 1-1 0 0,0-1 0 0 0,0 1 0 0 0,0-1 0 0 0,0 1 0 0 0,0-1 1 0 0,0 0-1 0 0,0 1 0 0 0,1-1 0 0 0,-1 1 0 0 0,0-1 0 0 0,0 1 0 0 0,0-1 1 0 0,1 0-1 0 0,-1 1 0 0 0,0-1 0 0 0,0 0 0 0 0,1 1 0 0 0,-1-1 1 0 0,0 0-1 0 0,1 1 0 0 0,-1-1 0 0 0,0 0 0 0 0,1 0 0 0 0,-1 1 1 0 0,1-1-1 0 0,-1 0 0 0 0,0 0 0 0 0,1 0 0 0 0,-1 0 0 0 0,1 1 1 0 0,-1-1-1 0 0,1 0 0 0 0,-1 0 0 0 0,1 0 0 0 0,6-20-3416 0 0,-1-32-3796 0 0,-16-7 1341 0 0,8 51 5420 0 0,-1-13-1715 0 0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08:15.50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1 552 3433 0 0,'11'-17'11277'0'0,"29"-13"-8208"0"0,-18 14-2037 0 0,155-160 133 0 0,-81 75-2074 0 0,-90 94 457 0 0,1 1 0 0 0,-1-1 0 0 0,-1 0 1 0 0,1 0-1 0 0,7-16 0 0 0,-12 22 301 0 0,0-1 0 0 0,0 1 0 0 0,-1-1 0 0 0,1 1 0 0 0,-1-1 0 0 0,1 0-1 0 0,-1 1 1 0 0,0-1 0 0 0,0 0 0 0 0,0 1 0 0 0,0-1 0 0 0,0 0 0 0 0,0 0 0 0 0,0 1 0 0 0,0-1-1 0 0,0 0 1 0 0,-1 1 0 0 0,1-1 0 0 0,-1 1 0 0 0,0-1 0 0 0,1 0 0 0 0,-1 1 0 0 0,0-1 0 0 0,0 1 0 0 0,0 0-1 0 0,0-1 1 0 0,0 1 0 0 0,0 0 0 0 0,0-1 0 0 0,0 1 0 0 0,-1 0 0 0 0,1 0 0 0 0,0 0 0 0 0,-1 0 0 0 0,1 0-1 0 0,-1 0 1 0 0,-2-1 0 0 0,-2-1-288 0 0,-1-1 1 0 0,1 1-1 0 0,-1 0 0 0 0,0 1 0 0 0,1 0 1 0 0,-1 0-1 0 0,-14-2 0 0 0,20 4 433 0 0,0 0 1 0 0,0 0-1 0 0,-1 0 0 0 0,1 0 0 0 0,0 0 0 0 0,0 0 1 0 0,0 1-1 0 0,0-1 0 0 0,-1 1 0 0 0,1-1 1 0 0,0 1-1 0 0,0-1 0 0 0,0 1 0 0 0,0-1 1 0 0,0 1-1 0 0,0 0 0 0 0,0 0 0 0 0,0 0 0 0 0,0-1 1 0 0,-1 3-1 0 0,1-1 103 0 0,0 1 1 0 0,0-1 0 0 0,0 1-1 0 0,0 0 1 0 0,0-1-1 0 0,0 1 1 0 0,1 0-1 0 0,-1 0 1 0 0,1 0-1 0 0,0-1 1 0 0,0 1 0 0 0,0 5-1 0 0,2 27 1903 0 0,2 0 0 0 0,2 0 0 0 0,13 45 0 0 0,39 100 3155 0 0,-51-160-4784 0 0,52 131 1514 0 0,-50-131-1754 0 0,1-1 0 0 0,1 0 0 0 0,1-1-1 0 0,0 0 1 0 0,21 22 0 0 0,-31-38-124 0 0,-1-1 1 0 0,0 1 0 0 0,1-1-1 0 0,-1 1 1 0 0,1-1-1 0 0,0 0 1 0 0,-1 0 0 0 0,1 0-1 0 0,0 0 1 0 0,0 0 0 0 0,-1 0-1 0 0,1 0 1 0 0,0 0 0 0 0,0-1-1 0 0,0 1 1 0 0,0-1 0 0 0,0 1-1 0 0,0-1 1 0 0,0 0 0 0 0,0 0-1 0 0,0 0 1 0 0,1 0 0 0 0,-1 0-1 0 0,0 0 1 0 0,0-1 0 0 0,0 1-1 0 0,0-1 1 0 0,0 0 0 0 0,-1 1-1 0 0,1-1 1 0 0,0 0-1 0 0,0 0 1 0 0,0 0 0 0 0,-1 0-1 0 0,1 0 1 0 0,0 0 0 0 0,-1-1-1 0 0,1 1 1 0 0,-1-1 0 0 0,2-1-1 0 0,7-8-63 0 0,-2 0 0 0 0,1-1 0 0 0,-1 0 0 0 0,10-22 0 0 0,-12 23-24 0 0,145-279-3744 0 0,-22-13-7714 0 0,-91 190 5261 0 0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09:04.22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31 543 3305 0 0,'-3'0'233'0'0,"2"1"106"0"0,-1-1-1 0 0,1 1 0 0 0,-1-1 0 0 0,1 1 1 0 0,-1-1-1 0 0,1 0 0 0 0,-1 0 0 0 0,1 0 1 0 0,-1 0-1 0 0,1 0 0 0 0,-1 0 1 0 0,1 0-1 0 0,-1 0 0 0 0,1 0 0 0 0,-4-2 1 0 0,5 0-198 0 0,0 1 1 0 0,0-1 0 0 0,0 0 0 0 0,-1 0-1 0 0,2 0 1 0 0,-1 0 0 0 0,0 0-1 0 0,0 1 1 0 0,1-1 0 0 0,-1 0 0 0 0,1 0-1 0 0,-1 0 1 0 0,1 1 0 0 0,0-1 0 0 0,1-2-1 0 0,9-26 155 0 0,2 1 0 0 0,1 1-1 0 0,1 0 1 0 0,36-50 0 0 0,-38 61-69 0 0,0 1 1 0 0,2 0-1 0 0,0 0 1 0 0,0 2-1 0 0,2 0 1 0 0,-1 1-1 0 0,2 1 1 0 0,24-14-1 0 0,-40 24-148 0 0,1 1 0 0 0,0 0 0 0 0,-1 0 0 0 0,1 0 0 0 0,0 0 0 0 0,0 0 0 0 0,0 1 0 0 0,0-1 0 0 0,0 1 0 0 0,0 0 0 0 0,0-1 0 0 0,0 1 0 0 0,0 1 0 0 0,0-1 0 0 0,0 0 0 0 0,0 1 0 0 0,0 0 0 0 0,-1-1 0 0 0,1 1 0 0 0,0 0 0 0 0,0 1 0 0 0,-1-1 0 0 0,1 0 0 0 0,0 1 0 0 0,-1-1 0 0 0,1 1 0 0 0,-1 0 0 0 0,0 0 0 0 0,0 0 0 0 0,0 0 0 0 0,0 0 0 0 0,0 1 0 0 0,0-1 0 0 0,0 1 0 0 0,-1-1 0 0 0,1 1 0 0 0,-1-1 0 0 0,2 4 0 0 0,6 14 238 0 0,-1 0 0 0 0,-1 0 1 0 0,-1 0-1 0 0,5 29 1 0 0,-5-23-160 0 0,2 8 67 0 0,-6-21-159 0 0,0 0-1 0 0,1 0 0 0 0,1 0 0 0 0,0 0 0 0 0,0 0 0 0 0,1-1 1 0 0,1 0-1 0 0,0 0 0 0 0,12 16 0 0 0,-16-27-58 0 0,-1 0 0 0 0,0 0 0 0 0,0 0 0 0 0,1 0 0 0 0,-1 0 1 0 0,1 0-1 0 0,-1 0 0 0 0,1-1 0 0 0,-1 1 0 0 0,1-1 0 0 0,-1 1 0 0 0,1-1 0 0 0,0 1 0 0 0,-1-1 0 0 0,1 0 0 0 0,-1 0 0 0 0,1 0 0 0 0,0 0 1 0 0,-1 0-1 0 0,1 0 0 0 0,0-1 0 0 0,-1 1 0 0 0,1 0 0 0 0,-1-1 0 0 0,1 1 0 0 0,-1-1 0 0 0,1 0 0 0 0,-1 1 0 0 0,1-1 0 0 0,-1 0 0 0 0,1 0 1 0 0,-1 0-1 0 0,0 0 0 0 0,0 0 0 0 0,1 0 0 0 0,-1 0 0 0 0,1-2 0 0 0,7-6 16 0 0,0-1 0 0 0,-1 0 1 0 0,12-20-1 0 0,-10 16-5 0 0,5-6 8 0 0,57-73 26 0 0,-64 84-53 0 0,0 0-1 0 0,1 1 1 0 0,0-1-1 0 0,1 2 1 0 0,0-1 0 0 0,0 1-1 0 0,12-6 1 0 0,-20 13 6 0 0,0-1 0 0 0,-1 0 0 0 0,1 1 0 0 0,0-1 0 0 0,0 1 0 0 0,-1 0 0 0 0,1-1 0 0 0,0 1 0 0 0,0 0 1 0 0,0 0-1 0 0,-1 0 0 0 0,1 0 0 0 0,0 1 0 0 0,0-1 0 0 0,0 0 0 0 0,-1 1 0 0 0,1-1 0 0 0,0 1 0 0 0,-1 0 0 0 0,1-1 0 0 0,0 1 0 0 0,-1 0 1 0 0,1 0-1 0 0,-1 0 0 0 0,1 0 0 0 0,-1 0 0 0 0,0 1 0 0 0,1-1 0 0 0,-1 0 0 0 0,0 1 0 0 0,0-1 0 0 0,0 0 0 0 0,0 1 0 0 0,0 0 0 0 0,0-1 0 0 0,0 1 1 0 0,-1-1-1 0 0,2 4 0 0 0,4 9 120 0 0,-1 1 0 0 0,0 1 1 0 0,4 26-1 0 0,-1-8 80 0 0,-6-26-181 0 0,1-1 0 0 0,0 1 0 0 0,0-1 0 0 0,0 0 0 0 0,1 1 0 0 0,1-2 0 0 0,7 12 0 0 0,-11-17-22 0 0,0 0 0 0 0,0 0-1 0 0,0 0 1 0 0,1 0 0 0 0,-1 0 0 0 0,0 0 0 0 0,1 0 0 0 0,-1-1 0 0 0,0 1-1 0 0,1 0 1 0 0,-1-1 0 0 0,1 1 0 0 0,-1-1 0 0 0,1 1 0 0 0,-1-1-1 0 0,1 0 1 0 0,3 0 0 0 0,-3 0 0 0 0,0-1-1 0 0,0 1 1 0 0,1-1-1 0 0,-1 0 1 0 0,0 0-1 0 0,0 1 1 0 0,0-2-1 0 0,0 1 1 0 0,0 0-1 0 0,0 0 1 0 0,0-1-1 0 0,0 1 1 0 0,0-1-1 0 0,-1 0 1 0 0,4-2-1 0 0,63-81-85 0 0,-56 66 80 0 0,2 1 0 0 0,0 0 0 0 0,1 1 0 0 0,0 1 0 0 0,1 0 0 0 0,1 2 0 0 0,1 0 0 0 0,19-12 0 0 0,-35 25 7 0 0,-1 0-1 0 0,1 0 0 0 0,-1 0 0 0 0,1 1 1 0 0,0-1-1 0 0,-1 1 0 0 0,1 0 0 0 0,0-1 1 0 0,-1 1-1 0 0,1 0 0 0 0,0 0 0 0 0,0 0 1 0 0,-1 0-1 0 0,1 0 0 0 0,0 0 0 0 0,-1 0 1 0 0,1 1-1 0 0,0-1 0 0 0,-1 1 0 0 0,1-1 1 0 0,0 1-1 0 0,-1 0 0 0 0,2 1 0 0 0,1 0 6 0 0,-1 1 0 0 0,0-1 0 0 0,1 1 0 0 0,-2 0-1 0 0,1 0 1 0 0,0 1 0 0 0,0-1 0 0 0,-1 1 0 0 0,3 4-1 0 0,4 10 38 0 0,-1 1-1 0 0,0 0 0 0 0,5 21 0 0 0,-11-32-25 0 0,2 6-3 0 0,-1-2 2 0 0,1 0-1 0 0,0 0 0 0 0,1 0 0 0 0,0 0 1 0 0,13 20-1 0 0,-17-31-21 0 0,0 1 1 0 0,0 0 0 0 0,1-1 0 0 0,-1 1-1 0 0,1-1 1 0 0,-1 0 0 0 0,1 0 0 0 0,0 1-1 0 0,-1-1 1 0 0,1 0 0 0 0,0 0 0 0 0,0 0-1 0 0,0-1 1 0 0,0 1 0 0 0,0 0 0 0 0,0-1-1 0 0,3 1 1 0 0,-2-1-11 0 0,0 0 1 0 0,0-1-1 0 0,0 1 0 0 0,0-1 0 0 0,0 0 0 0 0,0 0 1 0 0,-1 0-1 0 0,1 0 0 0 0,0 0 0 0 0,0-1 0 0 0,-1 1 1 0 0,1-1-1 0 0,-1 0 0 0 0,1 0 0 0 0,3-3 0 0 0,18-19-223 0 0,30-35 0 0 0,26-25-29 0 0,-72 77 267 0 0,1 0-1 0 0,0 0 0 0 0,0 1 1 0 0,1 0-1 0 0,0 0 0 0 0,0 1 1 0 0,21-7-1 0 0,-29 11 6 0 0,1 0 0 0 0,0 1 1 0 0,-1-1-1 0 0,1 1 0 0 0,-1 0 0 0 0,1 0 0 0 0,0 0 1 0 0,-1 0-1 0 0,1 0 0 0 0,0 0 0 0 0,-1 1 0 0 0,1-1 1 0 0,-1 1-1 0 0,1 0 0 0 0,-1 0 0 0 0,1 0 1 0 0,-1 0-1 0 0,0 0 0 0 0,1 1 0 0 0,-1-1 0 0 0,0 1 1 0 0,0-1-1 0 0,0 1 0 0 0,0 0 0 0 0,0 0 0 0 0,0-1 1 0 0,2 5-1 0 0,4 5 39 0 0,0 2-1 0 0,-1-1 1 0 0,-1 1 0 0 0,7 18 0 0 0,-10-22-31 0 0,1-1 0 0 0,0 1 1 0 0,0 0-1 0 0,1-1 0 0 0,0 0 0 0 0,0 0 1 0 0,12 13-1 0 0,-15-19-10 0 0,0-1 0 0 0,0 1 1 0 0,0-1-1 0 0,0 0 0 0 0,1 0 0 0 0,-1 0 0 0 0,0 0 0 0 0,0-1 1 0 0,1 1-1 0 0,-1 0 0 0 0,0-1 0 0 0,1 0 0 0 0,-1 1 0 0 0,1-1 1 0 0,-1 0-1 0 0,1 0 0 0 0,-1-1 0 0 0,4 0 0 0 0,0 0-6 0 0,-1-1-1 0 0,0 0 1 0 0,1 0-1 0 0,-1 0 0 0 0,0-1 1 0 0,0 1-1 0 0,8-7 0 0 0,0-2-50 0 0,-1 1 0 0 0,0-2 0 0 0,-1 1 0 0 0,16-22 0 0 0,7-16 2 0 0,36-46 1 0 0,-62 86 51 0 0,-1 1 0 0 0,1 0 0 0 0,1 1 0 0 0,-1 0-1 0 0,1 0 1 0 0,1 1 0 0 0,-1 0 0 0 0,11-5 0 0 0,-17 10 4 0 0,0 0 0 0 0,0 0 0 0 0,0 0 0 0 0,-1 0 0 0 0,1 0 0 0 0,0 1 0 0 0,0-1-1 0 0,0 1 1 0 0,0 0 0 0 0,0 0 0 0 0,0 0 0 0 0,0 0 0 0 0,1 0 0 0 0,-2 1 0 0 0,1 0 0 0 0,0-1 0 0 0,0 1 0 0 0,0 0 0 0 0,0 0 0 0 0,0 1 0 0 0,-1-1 0 0 0,1 1 0 0 0,0-1-1 0 0,-1 1 1 0 0,1 0 0 0 0,-1 0 0 0 0,0 0 0 0 0,0 0 0 0 0,0 0 0 0 0,0 0 0 0 0,0 1 0 0 0,0-1 0 0 0,1 4 0 0 0,7 10 72 0 0,-1 1 0 0 0,-1 0 1 0 0,-1 1-1 0 0,8 26 0 0 0,3 5 52 0 0,-18-47-125 0 0,1 0 0 0 0,-1-1 0 0 0,1 1 0 0 0,0 0 0 0 0,0 0-1 0 0,0-1 1 0 0,0 1 0 0 0,0 0 0 0 0,0-1 0 0 0,1 1 0 0 0,-1-1 0 0 0,0 0 0 0 0,1 1 0 0 0,-1-1 0 0 0,1 0 0 0 0,-1 0 0 0 0,1 0 0 0 0,0 0 0 0 0,-1 0 0 0 0,1 0 0 0 0,0 0 0 0 0,0-1 0 0 0,0 1 0 0 0,0-1 0 0 0,-1 1 0 0 0,1-1-1 0 0,0 0 1 0 0,0 1 0 0 0,0-1 0 0 0,0 0 0 0 0,0-1 0 0 0,0 1 0 0 0,2 0 0 0 0,2-3-1 0 0,1 1-1 0 0,-1-1 1 0 0,0 0-1 0 0,0-1 1 0 0,0 1-1 0 0,0-1 1 0 0,-1 0 0 0 0,8-8-1 0 0,28-28 21 0 0,-31 29-23 0 0,0 1 0 0 0,0-1 1 0 0,1 2-1 0 0,0 0 0 0 0,0 0 0 0 0,1 1 1 0 0,1 0-1 0 0,-1 1 0 0 0,15-5 0 0 0,-24 11 3 0 0,-1 1 0 0 0,1-1-1 0 0,-1 1 1 0 0,1 0-1 0 0,-1 0 1 0 0,1 0-1 0 0,-1 0 1 0 0,1 1-1 0 0,-1-1 1 0 0,1 1-1 0 0,-1-1 1 0 0,0 1-1 0 0,1 0 1 0 0,-1 0-1 0 0,0 0 1 0 0,1 0 0 0 0,-1 1-1 0 0,0-1 1 0 0,0 1-1 0 0,0-1 1 0 0,0 1-1 0 0,0-1 1 0 0,0 1-1 0 0,-1 0 1 0 0,1 0-1 0 0,-1 0 1 0 0,3 4-1 0 0,4 7 42 0 0,0 1 0 0 0,-1 0 0 0 0,9 24 0 0 0,3 6 56 0 0,-18-42-98 0 0,0-1 1 0 0,0 0-1 0 0,-1 0 0 0 0,1 0 0 0 0,0 0 1 0 0,0 0-1 0 0,0 0 0 0 0,0 0 1 0 0,1-1-1 0 0,-1 1 0 0 0,0 0 0 0 0,0 0 1 0 0,0-1-1 0 0,1 1 0 0 0,-1-1 0 0 0,0 1 1 0 0,1-1-1 0 0,-1 0 0 0 0,0 1 0 0 0,1-1 1 0 0,-1 0-1 0 0,0 0 0 0 0,1 0 0 0 0,-1 0 1 0 0,1 0-1 0 0,-1 0 0 0 0,0 0 0 0 0,1-1 1 0 0,-1 1-1 0 0,0 0 0 0 0,1-1 0 0 0,-1 1 1 0 0,0-1-1 0 0,1 1 0 0 0,-1-1 0 0 0,0 0 1 0 0,0 0-1 0 0,2-1 0 0 0,8-5 5 0 0,-1-1 0 0 0,0 0 0 0 0,13-15 0 0 0,-4 5 29 0 0,146-131-1111 0 0,-116 93-3693 0 0,-7-3-5467 0 0,-22 28 5155 0 0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09:19.73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57 562 2208 0 0,'-24'18'1897'0'0,"22"-16"-1549"0"0,1 0 0 0 0,-1-1 0 0 0,-1 1 0 0 0,1 0 0 0 0,0 0 0 0 0,0-1 0 0 0,-1 0 0 0 0,1 1 0 0 0,0-1 1 0 0,-1 0-1 0 0,1 0 0 0 0,-5 1 0 0 0,27-48 1535 0 0,-18 43-1815 0 0,16-29 610 0 0,2 0 0 0 0,1 2 1 0 0,41-46-1 0 0,-57 70-626 0 0,1 0 1 0 0,0 0 0 0 0,0 1-1 0 0,0-1 1 0 0,0 2 0 0 0,1-1-1 0 0,0 1 1 0 0,0 0 0 0 0,0 0-1 0 0,1 1 1 0 0,-1 0 0 0 0,1 0-1 0 0,-1 1 1 0 0,1 0 0 0 0,0 0-1 0 0,0 1 1 0 0,0 0 0 0 0,0 0-1 0 0,0 1 1 0 0,1 0 0 0 0,-1 0-1 0 0,0 1 1 0 0,9 2 0 0 0,-11-1-71 0 0,3 0 99 0 0,-1 0 1 0 0,1 1 0 0 0,-1 0 0 0 0,0 0 0 0 0,10 6-1 0 0,-14-6-1 0 0,-1-1 0 0 0,0 1 1 0 0,0 0-1 0 0,0 0 0 0 0,0 0 0 0 0,-1 0 0 0 0,1 1 0 0 0,-1-1 0 0 0,0 1 0 0 0,0-1 0 0 0,0 1 0 0 0,0 0 0 0 0,-1 0 0 0 0,1 4 0 0 0,18 83 767 0 0,-18-74-772 0 0,1 1 0 0 0,1 0-1 0 0,0-1 1 0 0,14 33 0 0 0,-17-47-72 0 0,0 0 0 0 0,1 0 1 0 0,-1-1-1 0 0,0 1 1 0 0,1-1-1 0 0,0 1 0 0 0,0-1 1 0 0,-1 0-1 0 0,1 0 0 0 0,1 0 1 0 0,-1 0-1 0 0,0 0 0 0 0,0 0 1 0 0,1 0-1 0 0,-1-1 0 0 0,1 1 1 0 0,-1-1-1 0 0,1 0 1 0 0,0 0-1 0 0,0 0 0 0 0,-1 0 1 0 0,6 1-1 0 0,-4-2-1 0 0,0-1 0 0 0,-1 1 1 0 0,1-1-1 0 0,0 0 0 0 0,0 0 0 0 0,0 0 0 0 0,0 0 1 0 0,-1-1-1 0 0,1 1 0 0 0,0-1 0 0 0,-1 0 0 0 0,0 0 1 0 0,1 0-1 0 0,3-4 0 0 0,10-9 14 0 0,-2 0 0 0 0,0-1 0 0 0,-1-1 0 0 0,20-30 0 0 0,-23 32-10 0 0,1 1-1 0 0,0 0 0 0 0,1 1 0 0 0,0 0 0 0 0,24-17 0 0 0,-31 25-7 0 0,0 0 0 0 0,1 1 0 0 0,-1 0 0 0 0,1 0 0 0 0,0 1 0 0 0,0 0 0 0 0,0 0 0 0 0,1 1 0 0 0,-1-1 0 0 0,1 2 0 0 0,-1-1 0 0 0,1 1 0 0 0,0 0 0 0 0,-1 1 0 0 0,16 0 0 0 0,-20 1 4 0 0,0 0 0 0 0,1 0 0 0 0,-1 0 0 0 0,0 0-1 0 0,0 0 1 0 0,0 1 0 0 0,0-1 0 0 0,0 1 0 0 0,0 0 0 0 0,-1 0-1 0 0,1 0 1 0 0,-1 1 0 0 0,1-1 0 0 0,-1 0 0 0 0,0 1 0 0 0,1 0 0 0 0,-1-1-1 0 0,-1 1 1 0 0,1 0 0 0 0,2 5 0 0 0,2 6 24 0 0,-1 1 0 0 0,-1-1 0 0 0,5 26 0 0 0,-8-31-6 0 0,1 1 0 0 0,0 0 1 0 0,1 0-1 0 0,0-1 0 0 0,0 0 0 0 0,1 1 0 0 0,10 16 0 0 0,-13-24-15 0 0,1-1-1 0 0,-1 1 0 0 0,1-1 1 0 0,0 1-1 0 0,0-1 1 0 0,-1 0-1 0 0,1 1 0 0 0,0-1 1 0 0,0 0-1 0 0,0 0 1 0 0,1 0-1 0 0,-1-1 1 0 0,0 1-1 0 0,0 0 0 0 0,0-1 1 0 0,1 0-1 0 0,-1 1 1 0 0,4-1-1 0 0,0 0 0 0 0,0-1 0 0 0,-1 1 0 0 0,1-1 1 0 0,0-1-1 0 0,0 1 0 0 0,-1-1 0 0 0,7-2 0 0 0,1-2 5 0 0,0 0-1 0 0,-1-1 1 0 0,0 0-1 0 0,-1-1 1 0 0,18-15-1 0 0,1-6 13 0 0,-9 8-6 0 0,2 0 1 0 0,0 1-1 0 0,32-20 1 0 0,-48 36-12 0 0,0 0 0 0 0,0 0 0 0 0,0 1 0 0 0,0 0 0 0 0,0 0 1 0 0,1 0-1 0 0,-1 1 0 0 0,1 0 0 0 0,0 1 0 0 0,0 0 0 0 0,0 0 1 0 0,-1 1-1 0 0,1 0 0 0 0,0 0 0 0 0,0 1 0 0 0,0 0 0 0 0,13 3 1 0 0,-17-3 4 0 0,-1 1 1 0 0,1-1 0 0 0,-1 1 0 0 0,1 0 0 0 0,-1 0 0 0 0,0 0-1 0 0,0 0 1 0 0,0 0 0 0 0,0 1 0 0 0,0-1 0 0 0,0 1 0 0 0,-1 0-1 0 0,1 0 1 0 0,-1 0 0 0 0,0 0 0 0 0,3 4 0 0 0,1 6 52 0 0,-1 0 1 0 0,0 0-1 0 0,4 17 1 0 0,-8-23-45 0 0,1 0 0 0 0,0 0 0 0 0,0-1 0 0 0,0 1 1 0 0,0-1-1 0 0,1 0 0 0 0,0 1 0 0 0,1-1 0 0 0,-1 0 1 0 0,1-1-1 0 0,0 1 0 0 0,1-1 0 0 0,-1 0 0 0 0,1 0 1 0 0,9 8-1 0 0,-10-12-12 0 0,-1 0 0 0 0,1 0 0 0 0,0-1-1 0 0,-1 1 1 0 0,1-1 0 0 0,0 1 0 0 0,-1-1 0 0 0,1-1 0 0 0,0 1 0 0 0,-1 0 0 0 0,1-1 0 0 0,-1 0 0 0 0,1 1 0 0 0,0-2 0 0 0,-1 1 0 0 0,0 0 0 0 0,1-1 0 0 0,-1 1 0 0 0,0-1 0 0 0,0 0 0 0 0,6-4 0 0 0,9-7-3 0 0,-1 0 0 0 0,20-20 1 0 0,-36 32-7 0 0,41-41 0 0 0,-21 19-1 0 0,1 2 0 0 0,31-24 0 0 0,-47 40 3 0 0,-1 1 1 0 0,2 0-1 0 0,-1 0 1 0 0,0 1 0 0 0,1 0-1 0 0,0 0 1 0 0,0 1-1 0 0,-1-1 1 0 0,1 1-1 0 0,1 1 1 0 0,-1-1-1 0 0,0 1 1 0 0,0 1-1 0 0,13 0 1 0 0,-13 0 3 0 0,-1 1 0 0 0,0 1 1 0 0,1-1-1 0 0,-1 1 0 0 0,0 0 1 0 0,0 1-1 0 0,0-1 1 0 0,0 1-1 0 0,-1 0 0 0 0,1 1 1 0 0,9 7-1 0 0,-2 1 20 0 0,0 1 0 0 0,19 26 0 0 0,11 11 1 0 0,-38-45-24 0 0,0-1-1 0 0,-1 0 1 0 0,2 0-1 0 0,-1-1 1 0 0,0 1-1 0 0,1-1 0 0 0,-1-1 1 0 0,1 1-1 0 0,0-1 1 0 0,0 0-1 0 0,0 0 1 0 0,0 0-1 0 0,0-1 1 0 0,1 0-1 0 0,-1 0 1 0 0,0-1-1 0 0,1 0 1 0 0,-1 0-1 0 0,0 0 1 0 0,0-1-1 0 0,1 0 1 0 0,-1 0-1 0 0,0 0 1 0 0,0-1-1 0 0,0 0 1 0 0,0 0-1 0 0,0-1 1 0 0,0 0-1 0 0,-1 0 1 0 0,1 0-1 0 0,-1-1 0 0 0,0 1 1 0 0,0-1-1 0 0,0 0 1 0 0,6-8-1 0 0,4-8 9 0 0,-2 1-10 0 0,0 1 0 0 0,1 1 0 0 0,1 1 0 0 0,1 0 1 0 0,25-21-1 0 0,-37 34-1 0 0,0 0 0 0 0,1 1 0 0 0,-1-1 0 0 0,1 1 0 0 0,0 0 0 0 0,0 0 0 0 0,0 0 0 0 0,0 1 0 0 0,0 0 0 0 0,0 0 0 0 0,0 0 0 0 0,0 1 0 0 0,0-1 1 0 0,1 1-1 0 0,-1 0 0 0 0,0 1 0 0 0,0-1 0 0 0,0 1 0 0 0,1 0 0 0 0,-1 0 0 0 0,0 1 0 0 0,0 0 0 0 0,-1 0 0 0 0,1 0 0 0 0,0 0 0 0 0,-1 1 0 0 0,1-1 0 0 0,-1 1 0 0 0,5 4 0 0 0,7 7-1 0 0,1 0 0 0 0,25 32-1 0 0,-32-35 2 0 0,0 1 0 0 0,0-1-1 0 0,1 0 1 0 0,1-1-1 0 0,0-1 1 0 0,0 0 0 0 0,23 13-1 0 0,-31-21 4 0 0,-1 0 0 0 0,0 0-1 0 0,1 0 1 0 0,-1 0 0 0 0,1 0-1 0 0,-1-1 1 0 0,1 0-1 0 0,-1 0 1 0 0,1 0 0 0 0,-1 0-1 0 0,1 0 1 0 0,-1-1 0 0 0,0 0-1 0 0,1 1 1 0 0,-1-1-1 0 0,1 0 1 0 0,-1-1 0 0 0,0 1-1 0 0,0-1 1 0 0,0 1-1 0 0,4-4 1 0 0,7-5 1 0 0,0 0 0 0 0,-2-1 0 0 0,18-19 0 0 0,-21 20 6 0 0,1 0 0 0 0,0 1 0 0 0,22-15 0 0 0,-17 17-10 0 0,1 1-1 0 0,0 0 0 0 0,0 1 1 0 0,1 1-1 0 0,0 1 0 0 0,-1 0 1 0 0,1 1-1 0 0,0 1 0 0 0,0 0 1 0 0,25 3-1 0 0,-11-1 4 0 0,-28-1 0 0 0,1 0 0 0 0,-1 1 0 0 0,0-1 0 0 0,0 1 0 0 0,1 0 0 0 0,-1 0-1 0 0,0 0 1 0 0,0 1 0 0 0,0-1 0 0 0,0 1 0 0 0,0-1 0 0 0,-1 1 0 0 0,1 0-1 0 0,0 0 1 0 0,-1 1 0 0 0,1-1 0 0 0,1 3 0 0 0,38 54-8 0 0,-36-49 7 0 0,0-1 0 0 0,1 1 0 0 0,15 16 0 0 0,-20-24 0 0 0,0 0 1 0 0,0-1-1 0 0,0 1 1 0 0,1-1-1 0 0,-1 1 1 0 0,1-1-1 0 0,-1 0 1 0 0,1 0-1 0 0,0 0 1 0 0,-1 0-1 0 0,1 0 1 0 0,0 0-1 0 0,0-1 1 0 0,-1 0-1 0 0,1 1 1 0 0,0-1 0 0 0,0 0-1 0 0,0 0 1 0 0,0-1-1 0 0,-1 1 1 0 0,1-1-1 0 0,0 1 1 0 0,0-1-1 0 0,-1 0 1 0 0,1 0-1 0 0,0 0 1 0 0,-1 0-1 0 0,1-1 1 0 0,-1 1-1 0 0,4-3 1 0 0,8-6-5 0 0,-1-1 0 0 0,0 0 1 0 0,-1-1-1 0 0,14-17 1 0 0,5-4-1 0 0,-21 23 10 0 0,1 1 1 0 0,1 0-1 0 0,-1 0 0 0 0,1 1 1 0 0,22-10-1 0 0,-29 16-3 0 0,-1 0-1 0 0,1 0 1 0 0,0 0-1 0 0,-1 1 1 0 0,1 0 0 0 0,0 0-1 0 0,0 1 1 0 0,0-1-1 0 0,0 1 1 0 0,0 0 0 0 0,0 0-1 0 0,0 1 1 0 0,0-1-1 0 0,0 1 1 0 0,0 0 0 0 0,0 1-1 0 0,0-1 1 0 0,-1 1-1 0 0,9 4 1 0 0,123 70 13 0 0,-130-72-12 0 0,1 0 1 0 0,0 0-1 0 0,0-1 0 0 0,1 0 1 0 0,-1 0-1 0 0,1-1 1 0 0,-1 0-1 0 0,1 0 1 0 0,0 0-1 0 0,-1-1 1 0 0,1-1-1 0 0,0 1 0 0 0,10-2 1 0 0,-7-1-7 0 0,1 0-1 0 0,-1-1 1 0 0,0 0 0 0 0,0-1-1 0 0,0 0 1 0 0,0-1 0 0 0,-1 0 0 0 0,14-9-1 0 0,64-48 4 0 0,-62 42-1 0 0,0 1 1 0 0,37-19-1 0 0,-60 36-1 0 0,-1 1 1 0 0,1 1 0 0 0,0-1-1 0 0,-1 0 1 0 0,1 1 0 0 0,0-1 0 0 0,0 1-1 0 0,-1 0 1 0 0,1 0 0 0 0,0 0-1 0 0,0 0 1 0 0,0 0 0 0 0,-1 1-1 0 0,1-1 1 0 0,0 1 0 0 0,0 0-1 0 0,-1 0 1 0 0,1 0 0 0 0,-1 0-1 0 0,1 0 1 0 0,-1 1 0 0 0,1-1 0 0 0,-1 1-1 0 0,0-1 1 0 0,1 1 0 0 0,-1 0-1 0 0,2 2 1 0 0,8 9-13 0 0,0 0-1 0 0,-1 1 1 0 0,15 22 0 0 0,8 10-8 0 0,-32-43 21 0 0,1-1 0 0 0,0 0 1 0 0,-1 0-1 0 0,1 0 0 0 0,0 0 0 0 0,0-1 1 0 0,0 1-1 0 0,0-1 0 0 0,0 1 0 0 0,0-1 1 0 0,0 0-1 0 0,1 0 0 0 0,-1-1 1 0 0,0 1-1 0 0,1-1 0 0 0,-1 1 0 0 0,0-1 1 0 0,1 0-1 0 0,-1-1 0 0 0,0 1 0 0 0,1 0 1 0 0,5-2-1 0 0,6-3-12 0 0,-1 0 0 0 0,1-1 0 0 0,-1-1 1 0 0,14-9-1 0 0,-18 10-1 0 0,0 1 1 0 0,0-1-1 0 0,0 2 0 0 0,1-1 1 0 0,0 1-1 0 0,20-4 1 0 0,-23 8 17 0 0,-1 0 0 0 0,0 1 0 0 0,0 0 0 0 0,0 0 0 0 0,0 0 0 0 0,0 1 0 0 0,0 0 1 0 0,-1 1-1 0 0,1-1 0 0 0,-1 1 0 0 0,1 0 0 0 0,-1 1 0 0 0,0 0 0 0 0,0 0 0 0 0,0 0 0 0 0,-1 1 0 0 0,1-1 1 0 0,8 12-1 0 0,38 26 43 0 0,-47-40-46 0 0,-1 0 0 0 0,0 0 0 0 0,1 0 0 0 0,-1 0 0 0 0,1-1 0 0 0,0 0 1 0 0,-1 0-1 0 0,1 0 0 0 0,0-1 0 0 0,0 0 0 0 0,-1 0 0 0 0,1 0 0 0 0,0 0 0 0 0,0-1 0 0 0,-1 1 0 0 0,1-1 0 0 0,0 0 0 0 0,7-4 0 0 0,9-3 7 0 0,0-1-1 0 0,36-22 1 0 0,-3 2-3 0 0,-50 27-5 0 0,26-12 10 0 0,1 1 1 0 0,0 2-1 0 0,56-14 1 0 0,-78 24-9 0 0,1-1 0 0 0,0 2 1 0 0,-1-1-1 0 0,1 1 1 0 0,0 0-1 0 0,0 1 1 0 0,-1 0-1 0 0,1 1 0 0 0,-1 0 1 0 0,1 1-1 0 0,-1 0 1 0 0,0 0-1 0 0,0 1 1 0 0,0 0-1 0 0,-1 0 1 0 0,1 1-1 0 0,10 8 0 0 0,1 2 16 0 0,-7-5 1 0 0,-1 0 1 0 0,2-1-1 0 0,-1 0 1 0 0,1-1-1 0 0,17 6 0 0 0,-25-12-12 0 0,0 0 0 0 0,0-1 0 0 0,0 0 0 0 0,0 0 0 0 0,0 0 0 0 0,0-1-1 0 0,0 0 1 0 0,0 0 0 0 0,0-1 0 0 0,0 0 0 0 0,0 0 0 0 0,0 0 0 0 0,0-1-1 0 0,0 1 1 0 0,0-1 0 0 0,-1-1 0 0 0,8-3 0 0 0,23-14 48 0 0,41-31-1 0 0,-49 31-36 0 0,1 1-1 0 0,50-23 0 0 0,-75 40-15 0 0,0 0 1 0 0,1 0-1 0 0,0 1 0 0 0,-1 0 1 0 0,1 0-1 0 0,0 0 0 0 0,0 1 1 0 0,-1-1-1 0 0,1 1 0 0 0,0 0 0 0 0,0 1 1 0 0,0-1-1 0 0,-1 1 0 0 0,1 0 1 0 0,0 0-1 0 0,-1 0 0 0 0,1 1 1 0 0,-1-1-1 0 0,9 5 0 0 0,0 3 31 0 0,-1 0 0 0 0,1 0 0 0 0,-2 1-1 0 0,19 20 1 0 0,17 14 67 0 0,-43-41-93 0 0,1 1 1 0 0,1-1 0 0 0,-1 0 0 0 0,0-1 0 0 0,1 1 0 0 0,0-1 0 0 0,-1 0 0 0 0,1-1 0 0 0,0 1 0 0 0,0-1 0 0 0,0-1 0 0 0,0 1 0 0 0,0-1 0 0 0,0 0 0 0 0,0 0 0 0 0,0 0-1 0 0,11-3 1 0 0,-8 1-4 0 0,-1 0-1 0 0,0 0 1 0 0,0-1-1 0 0,0 0 0 0 0,-1-1 1 0 0,1 0-1 0 0,-1 0 0 0 0,1 0 1 0 0,-1-1-1 0 0,-1 0 1 0 0,1-1-1 0 0,6-6 0 0 0,9-14 29 0 0,44-42 5 0 0,-62 64-38 0 0,0 0 1 0 0,0 1-1 0 0,1 0 1 0 0,-1 0-1 0 0,1 0 1 0 0,0 0-1 0 0,0 1 1 0 0,0 0-1 0 0,0 0 1 0 0,0 0-1 0 0,0 1 1 0 0,1 0-1 0 0,9-2 1 0 0,-9 4 2 0 0,0 0 1 0 0,-1 0-1 0 0,1 0 1 0 0,0 1 0 0 0,-1 0-1 0 0,1 0 1 0 0,-1 0-1 0 0,1 1 1 0 0,-1 0-1 0 0,0 0 1 0 0,0 0 0 0 0,5 5-1 0 0,59 54 67 0 0,-38-32-47 0 0,-26-26-17 0 0,-1 0 1 0 0,1 0 0 0 0,0 0 0 0 0,0-1-1 0 0,0 1 1 0 0,1-1 0 0 0,-1-1 0 0 0,1 1-1 0 0,-1-1 1 0 0,1 0 0 0 0,0 0-1 0 0,0 0 1 0 0,6 0 0 0 0,-5-2 0 0 0,1 0 1 0 0,-1-1-1 0 0,0 0 1 0 0,0 0-1 0 0,0-1 0 0 0,0 0 1 0 0,0 0-1 0 0,0 0 1 0 0,0-1-1 0 0,11-6 0 0 0,9-7-4 0 0,0 0-1 0 0,27-23 0 0 0,-29 20 3 0 0,0 1 0 0 0,31-16 0 0 0,-53 33-5 0 0,1-1-1 0 0,-1 1 0 0 0,0 0 1 0 0,0 0-1 0 0,1 0 0 0 0,-1 0 1 0 0,1 0-1 0 0,-1 1 0 0 0,1-1 1 0 0,-1 1-1 0 0,1 0 0 0 0,-1 0 1 0 0,1 0-1 0 0,-1 1 0 0 0,0-1 1 0 0,1 1-1 0 0,-1 0 0 0 0,1 0 1 0 0,-1 0-1 0 0,0 1 0 0 0,0-1 1 0 0,1 1-1 0 0,3 2 0 0 0,4 4-2 0 0,-1 1 0 0 0,0 0-1 0 0,0 1 1 0 0,16 20 0 0 0,-18-19-2 0 0,1 0 0 0 0,1-1 0 0 0,-1-1 0 0 0,15 11 1 0 0,-13-12 3 0 0,0-1 1 0 0,1 0 0 0 0,0-1 0 0 0,0 0-1 0 0,0-1 1 0 0,23 7 0 0 0,-28-11-4 0 0,0 0 0 0 0,0-1 0 0 0,0 0 1 0 0,0 0-1 0 0,0 0 0 0 0,0-1 0 0 0,0 1 0 0 0,-1-2 0 0 0,1 1 1 0 0,0-1-1 0 0,0 0 0 0 0,-1-1 0 0 0,1 1 0 0 0,10-7 0 0 0,34-22-34 0 0,44-22 48 0 0,-88 50-8 0 0,1 0 0 0 0,-1 0 0 0 0,1 0 0 0 0,0 1-1 0 0,0 0 1 0 0,0 1 0 0 0,1 0 0 0 0,-1 0-1 0 0,0 0 1 0 0,9 2 0 0 0,-9 1 1 0 0,0 1 0 0 0,-1 0 0 0 0,1 0-1 0 0,-1 1 1 0 0,1 0 0 0 0,-1 0 0 0 0,0 0 0 0 0,-1 1 0 0 0,1 1-1 0 0,-1-1 1 0 0,0 1 0 0 0,0 0 0 0 0,8 11 0 0 0,-5-7 7 0 0,1 0 0 0 0,0 0-1 0 0,19 12 1 0 0,-24-18-6 0 0,1-1 0 0 0,0 1 0 0 0,0-2 0 0 0,0 1 0 0 0,1-1-1 0 0,-1 0 1 0 0,0 0 0 0 0,1 0 0 0 0,0-1 0 0 0,-1 0 0 0 0,1-1 0 0 0,0 1-1 0 0,-1-1 1 0 0,1 0 0 0 0,0-1 0 0 0,9-1 0 0 0,-2-2-3 0 0,-1-1 1 0 0,1 0 0 0 0,-1-1 0 0 0,0-1-1 0 0,0 0 1 0 0,19-13 0 0 0,-11 5 10 0 0,-17 11-10 0 0,1 0 1 0 0,0 0-1 0 0,0 1 0 0 0,1-1 0 0 0,-1 1 1 0 0,0 0-1 0 0,1 1 0 0 0,0-1 1 0 0,0 1-1 0 0,0 0 0 0 0,0 1 1 0 0,0-1-1 0 0,0 1 0 0 0,0 1 0 0 0,0-1 1 0 0,1 1-1 0 0,-1 0 0 0 0,0 0 1 0 0,10 2-1 0 0,-7-1 8 0 0,0 1 1 0 0,0 1-1 0 0,0-1 0 0 0,0 1 1 0 0,-1 1-1 0 0,1-1 0 0 0,-1 2 1 0 0,0-1-1 0 0,0 1 0 0 0,0 0 1 0 0,0 1-1 0 0,-1 0 0 0 0,0 0 1 0 0,-1 0-1 0 0,11 14 0 0 0,-13-16 0 0 0,-1 0-1 0 0,1-1 0 0 0,-1 1 1 0 0,1-1-1 0 0,0 1 0 0 0,0-1 1 0 0,1 0-1 0 0,-1-1 0 0 0,1 1 1 0 0,-1-1-1 0 0,1 0 0 0 0,0 0 0 0 0,0 0 1 0 0,0-1-1 0 0,7 2 0 0 0,-5-3 4 0 0,1 0-1 0 0,-1-1 1 0 0,0 0 0 0 0,1 0-1 0 0,-1-1 1 0 0,0 1-1 0 0,0-2 1 0 0,0 1-1 0 0,0-1 1 0 0,7-4-1 0 0,3-2 0 0 0,-1-1-1 0 0,0 0 0 0 0,16-15 1 0 0,-20 15 5 0 0,0 1 1 0 0,1 0-1 0 0,0 1 1 0 0,1 0 0 0 0,21-9-1 0 0,-31 16-13 0 0,1-1-1 0 0,-1 1 1 0 0,1 0-1 0 0,0 1 1 0 0,0-1-1 0 0,-1 1 1 0 0,1 0-1 0 0,0 0 1 0 0,0 1-1 0 0,0-1 1 0 0,-1 1-1 0 0,1 0 1 0 0,0 0-1 0 0,-1 1 1 0 0,1-1 0 0 0,-1 1-1 0 0,0 0 1 0 0,1 0-1 0 0,-1 1 1 0 0,0-1-1 0 0,0 1 1 0 0,4 4-1 0 0,-5-5-2 0 0,81 58 72 0 0,-76-55-65 0 0,1 0 0 0 0,1 0 0 0 0,-1-1 0 0 0,0 0 0 0 0,1-1 0 0 0,0 0 0 0 0,19 3 0 0 0,-22-5-2 0 0,0-1 0 0 0,-1 0-1 0 0,1-1 1 0 0,0 1 0 0 0,-1-1-1 0 0,1-1 1 0 0,0 1 0 0 0,-1-1-1 0 0,0 0 1 0 0,1-1 0 0 0,-1 1-1 0 0,9-6 1 0 0,3-4 0 0 0,0-1-1 0 0,25-22 1 0 0,25-19-36 0 0,-51 43 41 0 0,58-33-40 0 0,-69 41 25 0 0,0 1 0 0 0,0-1 1 0 0,1 1-1 0 0,-1 0 0 0 0,0 1 0 0 0,1-1 0 0 0,-1 1 0 0 0,1 1 0 0 0,0-1 1 0 0,10 2-1 0 0,-12 0 8 0 0,1 1 1 0 0,-1 0 0 0 0,1 0-1 0 0,-1 1 1 0 0,0-1 0 0 0,0 1-1 0 0,0 0 1 0 0,-1 1-1 0 0,1-1 1 0 0,-1 1 0 0 0,8 8-1 0 0,-6-7 1 0 0,-1 0 0 0 0,1 0 0 0 0,-1-1 0 0 0,1 1 0 0 0,0-1 0 0 0,1-1 0 0 0,9 5 0 0 0,-5-5 7 0 0,0-1 0 0 0,0 0 0 0 0,0-1 0 0 0,0 0 0 0 0,1 0 0 0 0,-1-1 1 0 0,19-3-1 0 0,-4-1-4 0 0,0-1 0 0 0,30-10 0 0 0,-45 11-186 0 0,-1-1 1 0 0,0 0-1 0 0,0-1 0 0 0,0 0 1 0 0,-1-1-1 0 0,0 0 0 0 0,0 0 1 0 0,-1-1-1 0 0,1 0 0 0 0,-2-1 0 0 0,11-13 1 0 0,9-17-4451 0 0,32-57 0 0 0,-52 83 3166 0 0,12-20-1665 0 0,-1 2-662 0 0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14:36.03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1 198 5793 0 0,'0'-7'369'0'0,"0"0"-1"0"0,0 0 0 0 0,0 1 0 0 0,1-1 1 0 0,0 0-1 0 0,1 0 0 0 0,-1 1 0 0 0,1-1 1 0 0,0 0-1 0 0,1 1 0 0 0,-1 0 1 0 0,2 0-1 0 0,-1-1 0 0 0,0 2 0 0 0,1-1 1 0 0,6-7-1 0 0,-4 6-255 0 0,0-1 0 0 0,0 1 1 0 0,0 0-1 0 0,1 0 0 0 0,1 1 0 0 0,-1 0 0 0 0,1 1 0 0 0,0-1 1 0 0,0 1-1 0 0,0 1 0 0 0,12-5 0 0 0,-19 8-72 0 0,1 1 0 0 0,0-1 0 0 0,-1 1 0 0 0,1-1 0 0 0,-1 1 0 0 0,1 0 0 0 0,0 0 0 0 0,-1 0 0 0 0,1 0-1 0 0,0 0 1 0 0,-1 0 0 0 0,1 0 0 0 0,0 1 0 0 0,-1-1 0 0 0,1 0 0 0 0,-1 1 0 0 0,1 0 0 0 0,-1-1 0 0 0,1 1 0 0 0,-1 0 0 0 0,1 0 0 0 0,-1 0 0 0 0,1-1-1 0 0,1 3 1 0 0,-1 0 18 0 0,0 0 0 0 0,1 0-1 0 0,-1 0 1 0 0,-1 0 0 0 0,1 1-1 0 0,0-1 1 0 0,-1 0 0 0 0,0 1-1 0 0,1 0 1 0 0,0 5 0 0 0,1 11 43 0 0,-1-1 0 0 0,-1 1-1 0 0,-1 25 1 0 0,0-38-111 0 0,-2 43-221 0 0,-2-1 0 0 0,-2 1 0 0 0,-2-1 0 0 0,-22 74-1 0 0,29-120 208 0 0,0-1 0 0 0,0 1 0 0 0,-1-1-1 0 0,1 1 1 0 0,0-1 0 0 0,-1 1-1 0 0,1-1 1 0 0,-1 0 0 0 0,-4 4 0 0 0,0-7-275 0 0,6-18 54 0 0,6-3 340 0 0,1 1 0 0 0,0 0 0 0 0,2 1 1 0 0,0-1-1 0 0,2 2 0 0 0,0-1 1 0 0,1 2-1 0 0,1-1 0 0 0,19-20 0 0 0,-30 36-74 0 0,1 0 0 0 0,0 0 0 0 0,-1 0 0 0 0,1 1 0 0 0,1-1 0 0 0,-1 1 0 0 0,0 0 0 0 0,1 0-1 0 0,-1 0 1 0 0,1 0 0 0 0,-1 0 0 0 0,1 1 0 0 0,0-1 0 0 0,0 1 0 0 0,0 0 0 0 0,-1 0 0 0 0,1 1 0 0 0,0-1-1 0 0,0 1 1 0 0,0 0 0 0 0,6 0 0 0 0,-7 1-123 0 0,1 1 0 0 0,-1-1 0 0 0,0 0 0 0 0,1 1 0 0 0,-1 0 0 0 0,0 0 0 0 0,0 0 0 0 0,0 0 0 0 0,0 0 0 0 0,-1 1 0 0 0,1-1 0 0 0,-1 1 0 0 0,1-1 0 0 0,-1 1 0 0 0,0 0 0 0 0,0 0 1 0 0,0 0-1 0 0,0 0 0 0 0,-1 1 0 0 0,1-1 0 0 0,-1 0 0 0 0,0 1 0 0 0,2 5 0 0 0,0 4-1332 0 0,0 0 1 0 0,-1 1 0 0 0,-1-1-1 0 0,1 1 1 0 0,-3 23 0 0 0,1-12-1405 0 0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14:36.55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4 231 2809 0 0,'-3'-2'4770'0'0,"6"-8"-1917"0"0,17-26-1125 0 0,28-40-1792 0 0,-40 64 138 0 0,0 1 0 0 0,1 1 0 0 0,0-1 0 0 0,1 1 1 0 0,0 1-1 0 0,0 0 0 0 0,20-13 0 0 0,-27 20-9 0 0,0 1 0 0 0,-1-1 0 0 0,1 1 0 0 0,0 0 0 0 0,0 0 0 0 0,0 0 0 0 0,-1 0 0 0 0,1 0 0 0 0,0 1 0 0 0,0-1 0 0 0,0 1 0 0 0,0 0 0 0 0,1 0 0 0 0,-1 0 0 0 0,0 0 0 0 0,0 1 1 0 0,0-1-1 0 0,0 1 0 0 0,-1-1 0 0 0,1 1 0 0 0,0 0 0 0 0,0 1 0 0 0,0-1 0 0 0,0 0 0 0 0,-1 1 0 0 0,1-1 0 0 0,-1 1 0 0 0,1 0 0 0 0,-1 0 0 0 0,0 0 0 0 0,0 0 0 0 0,0 0 0 0 0,0 0 0 0 0,0 1 0 0 0,0-1 0 0 0,0 1 0 0 0,-1 0 0 0 0,1-1 0 0 0,-1 1 0 0 0,2 4 0 0 0,8 18 183 0 0,-1 1-1 0 0,-2 1 0 0 0,0-1 0 0 0,-2 1 0 0 0,0 0 1 0 0,-2 1-1 0 0,0 29 0 0 0,-3-44-137 0 0,-1-11-106 0 0,0 0 1 0 0,0 0-1 0 0,0 0 1 0 0,0 0-1 0 0,0-1 1 0 0,0 1 0 0 0,1 0-1 0 0,-1 0 1 0 0,1 0-1 0 0,-1 0 1 0 0,1-1-1 0 0,0 1 1 0 0,0 0 0 0 0,0 0-1 0 0,0-1 1 0 0,0 1-1 0 0,0-1 1 0 0,0 1-1 0 0,0-1 1 0 0,1 1 0 0 0,-1-1-1 0 0,1 0 1 0 0,-1 0-1 0 0,1 0 1 0 0,-1 1-1 0 0,1-1 1 0 0,0-1 0 0 0,-1 1-1 0 0,3 1 1 0 0,12 10-1 0 0,-8-6 19 0 0,0 0 1 0 0,0 0-1 0 0,0-1 0 0 0,1 0 1 0 0,0-1-1 0 0,0 1 1 0 0,0-2-1 0 0,10 4 0 0 0,-18-8-1 0 0,0 1-1 0 0,0 0 1 0 0,0-1-1 0 0,0 1 1 0 0,0 0-1 0 0,0-1 1 0 0,0 0-1 0 0,0 1 1 0 0,0-1-1 0 0,0 1 1 0 0,-1-1-1 0 0,1 0 1 0 0,0 0 0 0 0,0 1-1 0 0,0-1 1 0 0,-1 0-1 0 0,1 0 1 0 0,-1 0-1 0 0,1 0 1 0 0,-1 0-1 0 0,1 0 1 0 0,-1 0-1 0 0,1 0 1 0 0,-1 0-1 0 0,0 0 1 0 0,1 0-1 0 0,-1 0 1 0 0,0 0-1 0 0,0 0 1 0 0,0 0-1 0 0,0-1 1 0 0,0-1-1 0 0,2-42 386 0 0,-2 41-371 0 0,0-7 44 0 0,0 1 1 0 0,-1-1-1 0 0,0 0 1 0 0,-1 1-1 0 0,0-1 0 0 0,-1 1 1 0 0,0-1-1 0 0,-9-16 1 0 0,12 26-70 0 0,0 1 1 0 0,0-1-1 0 0,-1 1 1 0 0,1-1 0 0 0,0 1-1 0 0,0 0 1 0 0,-1-1-1 0 0,1 1 1 0 0,-1 0-1 0 0,1-1 1 0 0,0 1-1 0 0,-1 0 1 0 0,1-1-1 0 0,-1 1 1 0 0,1 0 0 0 0,-1 0-1 0 0,1-1 1 0 0,-1 1-1 0 0,1 0 1 0 0,-1 0-1 0 0,1 0 1 0 0,-1 0-1 0 0,1 0 1 0 0,-1 0-1 0 0,1 0 1 0 0,-1 0-1 0 0,1 0 1 0 0,-1 0 0 0 0,1 0-1 0 0,-1 0 1 0 0,1 0-1 0 0,-1 0 1 0 0,1 0-1 0 0,-1 1 1 0 0,-19 13 88 0 0,-8 25-859 0 0,12-5-1082 0 0,16-33 1468 0 0,-1 1 1 0 0,1-1-1 0 0,0 1 0 0 0,-1-1 0 0 0,1 1 1 0 0,0-1-1 0 0,0 0 0 0 0,0 1 0 0 0,0-1 1 0 0,0 1-1 0 0,1-1 0 0 0,-1 1 0 0 0,0-1 1 0 0,1 2-1 0 0,-1-3 233 0 0,1 0 1 0 0,-1 0-1 0 0,0 0 1 0 0,0 0-1 0 0,0 0 1 0 0,1 0-1 0 0,-1 0 1 0 0,0 0-1 0 0,0 0 1 0 0,0 0-1 0 0,0 0 1 0 0,1 0-1 0 0,-1 0 1 0 0,0 0-1 0 0,0 0 0 0 0,0 0 1 0 0,1 0-1 0 0,-1 0 1 0 0,0 0-1 0 0,0 0 1 0 0,0 0-1 0 0,2-5-3906 0 0,-1 3 3454 0 0,4-9-2596 0 0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14:36.97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12 220 2849 0 0,'0'0'151'0'0,"-1"0"-1"0"0,1 0 1 0 0,-1 0 0 0 0,1-1 0 0 0,-1 1 0 0 0,1 0 0 0 0,-1 0 0 0 0,1 0 0 0 0,-1 0 0 0 0,1-1 0 0 0,0 1 0 0 0,-1 0 0 0 0,1 0 0 0 0,-1-1-1 0 0,1 1 1 0 0,-1 0 0 0 0,1-1 0 0 0,0 1 0 0 0,-1 0 0 0 0,1-1 0 0 0,0 1 0 0 0,0-1 0 0 0,-1 1 0 0 0,1 0 0 0 0,0-1 0 0 0,0 1-1 0 0,-1-1 1 0 0,1 1 0 0 0,0-1 0 0 0,0 1 0 0 0,0-1 0 0 0,0-23 1428 0 0,13-29-1377 0 0,-11 47 346 0 0,2-10-201 0 0,1 2 0 0 0,1-1 0 0 0,11-20 0 0 0,-16 32-256 0 0,1 0 0 0 0,-1 0 0 0 0,1 0 0 0 0,0 1 0 0 0,0-1 0 0 0,0 0 0 0 0,0 1 0 0 0,0 0 0 0 0,1-1 0 0 0,-1 1 0 0 0,1 0 0 0 0,-1 0 0 0 0,1 0 1 0 0,0 1-1 0 0,0-1 0 0 0,0 1 0 0 0,0-1 0 0 0,0 1 0 0 0,0 0 0 0 0,0 0 0 0 0,0 0 0 0 0,0 1 0 0 0,6-1 0 0 0,-6 1 9 0 0,-1 1 1 0 0,1 0-1 0 0,-1 0 0 0 0,1 0 0 0 0,-1 0 1 0 0,0 1-1 0 0,1-1 0 0 0,-1 1 0 0 0,0-1 1 0 0,0 1-1 0 0,0 0 0 0 0,0 0 0 0 0,0 0 1 0 0,0 0-1 0 0,-1 0 0 0 0,1 0 0 0 0,-1 0 1 0 0,1 0-1 0 0,-1 1 0 0 0,2 3 0 0 0,20 52 803 0 0,-22-54-849 0 0,12 43 459 0 0,10 75 0 0 0,1 2-5176 0 0,-19-114 427 0 0,0-17 943 0 0,-1-16 296 0 0,-1 6 926 0 0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14:37.33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6793 0 0,'40'139'6937'0'0,"-8"1"-3616"0"0,5 18-3617 0 0,10-5-3939 0 0,-34-126 625 0 0,-8-25 882 0 0,-5-19 1414 0 0,-6-9 784 0 0,-2 0-1 0 0,0 1 1 0 0,-16-34 0 0 0,0 0 1456 0 0,6-1 3577 0 0,18 58-4333 0 0,0 0 1 0 0,0 0-1 0 0,0 0 0 0 0,1 0 0 0 0,-1-1 0 0 0,1 1 0 0 0,-1 0 0 0 0,1 0 0 0 0,0 0 0 0 0,0 0 0 0 0,0 0 0 0 0,0 1 0 0 0,0-1 0 0 0,0 0 0 0 0,0 0 0 0 0,1 0 1 0 0,-1 1-1 0 0,3-3 0 0 0,35-33-404 0 0,-21 22-186 0 0,54-46-6503 0 0,-63 55 4212 0 0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14:37.70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19 4041 0 0,'-1'12'864'0'0,"1"0"0"0"0,1 1 0 0 0,0-1 0 0 0,1 0-1 0 0,0 0 1 0 0,1 0 0 0 0,0 0 0 0 0,1-1 0 0 0,9 21 0 0 0,-12-29-845 0 0,0 0 0 0 0,1 0 0 0 0,0 0 0 0 0,-1 0 0 0 0,1 0 1 0 0,0 0-1 0 0,1 0 0 0 0,-1-1 0 0 0,0 1 0 0 0,1-1 0 0 0,-1 1 0 0 0,1-1 0 0 0,0 0 0 0 0,0 0 0 0 0,0 0 0 0 0,0-1 0 0 0,0 1 0 0 0,0-1 1 0 0,0 1-1 0 0,1-1 0 0 0,-1 0 0 0 0,0 0 0 0 0,1-1 0 0 0,-1 1 0 0 0,1-1 0 0 0,-1 0 0 0 0,1 0 0 0 0,-1 0 0 0 0,1 0 0 0 0,-1 0 1 0 0,1-1-1 0 0,-1 1 0 0 0,1-1 0 0 0,-1 0 0 0 0,0 0 0 0 0,1-1 0 0 0,-1 1 0 0 0,4-3 0 0 0,-1 0-342 0 0,0 1 0 0 0,0-2 0 0 0,0 1 0 0 0,-1-1 0 0 0,0 1-1 0 0,0-2 1 0 0,0 1 0 0 0,-1 0 0 0 0,1-1 0 0 0,-1 0 0 0 0,3-7 0 0 0,33-74-4661 0 0,-33 70 3924 0 0,6-12-1555 0 0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14:38.05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77 6081 0 0,'13'-14'3923'0'0,"-6"6"-3436"0"0,0 0-1 0 0,1 1 1 0 0,-1 0 0 0 0,2 0 0 0 0,11-8-1 0 0,-18 14-430 0 0,1-1 0 0 0,-1 1 0 0 0,1 0 0 0 0,0 0 0 0 0,0 0 0 0 0,-1 0 0 0 0,1 0 0 0 0,0 1-1 0 0,0-1 1 0 0,0 1 0 0 0,0 0 0 0 0,0 0 0 0 0,0 0 0 0 0,0 0 0 0 0,0 0 0 0 0,0 1 0 0 0,0-1 0 0 0,0 1-1 0 0,-1 0 1 0 0,1 0 0 0 0,0 0 0 0 0,0 0 0 0 0,-1 0 0 0 0,1 1 0 0 0,4 2 0 0 0,3 5 81 0 0,0-1 1 0 0,-1 1-1 0 0,0 1 1 0 0,-1 0-1 0 0,0 0 1 0 0,0 1-1 0 0,-1 0 1 0 0,-1 0-1 0 0,1 0 1 0 0,-2 1-1 0 0,0 0 1 0 0,5 17-1 0 0,15 66-1692 0 0,-12-6-3460 0 0,-13-56 304 0 0,-3-21 1235 0 0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14:38.40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51 148 4785 0 0,'6'42'3010'0'0,"16"53"-1"0"0,-11-53-3086 0 0,8 67-1 0 0,-18-97-149 0 0,0 1 0 0 0,-1-1 0 0 0,0 1 0 0 0,-1-1 0 0 0,0 0 0 0 0,-1 1 0 0 0,-1-1 0 0 0,0 0 0 0 0,-9 23 0 0 0,10-32 218 0 0,1-1-1 0 0,-1 1 0 0 0,0 0 1 0 0,0-1-1 0 0,0 1 1 0 0,-1-1-1 0 0,1 1 0 0 0,-1-1 1 0 0,1 0-1 0 0,-1 0 1 0 0,0 0-1 0 0,1-1 0 0 0,-1 1 1 0 0,0 0-1 0 0,-4 0 1 0 0,6-1 73 0 0,-1-1 0 0 0,1 1 1 0 0,0-1-1 0 0,-1 1 0 0 0,1-1 0 0 0,-1 0 1 0 0,1 0-1 0 0,-1 0 0 0 0,1 0 1 0 0,-1 0-1 0 0,1 0 0 0 0,-1 0 1 0 0,1 0-1 0 0,0 0 0 0 0,-1-1 1 0 0,1 1-1 0 0,-1-1 0 0 0,1 1 0 0 0,0-1 1 0 0,-1 0-1 0 0,1 1 0 0 0,0-1 1 0 0,0 0-1 0 0,-1 0 0 0 0,1 0 1 0 0,0 0-1 0 0,0 0 0 0 0,0 0 0 0 0,0 0 1 0 0,0 0-1 0 0,0 0 0 0 0,0 0 1 0 0,1-1-1 0 0,-1 1 0 0 0,0 0 1 0 0,0-2-1 0 0,1 2 63 0 0,0 0 1 0 0,0 0-1 0 0,0 0 0 0 0,0 0 1 0 0,0 0-1 0 0,0 0 1 0 0,0 0-1 0 0,1 0 0 0 0,-1 0 1 0 0,0 1-1 0 0,1-1 1 0 0,-1 0-1 0 0,0 0 0 0 0,1 0 1 0 0,-1 0-1 0 0,1 1 0 0 0,-1-1 1 0 0,1 0-1 0 0,0 0 1 0 0,-1 1-1 0 0,1-1 0 0 0,0 1 1 0 0,-1-1-1 0 0,1 0 1 0 0,0 1-1 0 0,1-1 0 0 0,30-19 1332 0 0,-20 13-947 0 0,124-90-1062 0 0,-7-9-9595 0 0,-113 93 8454 0 0,2 8-906 0 0</inkml:trace>
  <inkml:trace contextRef="#ctx0" brushRef="#br0" timeOffset="1">397 0 3889 0 0,'-2'1'222'0'0,"1"0"0"0"0,0 0 0 0 0,-1 0 0 0 0,1 1 0 0 0,0-1 0 0 0,0 0 1 0 0,0 1-1 0 0,0-1 0 0 0,0 0 0 0 0,0 1 0 0 0,0-1 0 0 0,0 1 0 0 0,0-1 0 0 0,1 1 0 0 0,-1 0 0 0 0,1-1 1 0 0,-1 1-1 0 0,1 0 0 0 0,0-1 0 0 0,-1 1 0 0 0,1 0 0 0 0,0-1 0 0 0,0 3 0 0 0,1 49 1343 0 0,0-40-911 0 0,10 171 1008 0 0,7-63-7171 0 0,-15-99 2284 0 0,-8-37 1468 0 0,-7-37 1336 0 0,1 5 819 0 0,8 37 136 0 0,0 1 0 0 0,1-1 1 0 0,0 0-1 0 0,0 0 0 0 0,1 0 1 0 0,1 0-1 0 0,0-18 0 0 0,1 27-405 0 0,-1 0 0 0 0,1 0 0 0 0,-1 0 1 0 0,1 0-1 0 0,-1 1 0 0 0,1-1 0 0 0,-1 0 0 0 0,1 0 0 0 0,0 1 0 0 0,-1-1 0 0 0,1 1 0 0 0,0-1 0 0 0,0 0 0 0 0,-1 1 1 0 0,1 0-1 0 0,0-1 0 0 0,0 1 0 0 0,0-1 0 0 0,0 1 0 0 0,0 0 0 0 0,0-1 0 0 0,0 1 0 0 0,-1 0 0 0 0,1 0 1 0 0,0 0-1 0 0,0 0 0 0 0,0 0 0 0 0,0 0 0 0 0,0 0 0 0 0,0 0 0 0 0,0 0 0 0 0,0 1 0 0 0,0-1 0 0 0,0 0 1 0 0,1 1-1 0 0,40 12 1163 0 0,-35-10-1075 0 0,25 9-51 0 0,36 12-2535 0 0,-62-22 1623 0 0,0 0 0 0 0,0-1 1 0 0,-1 0-1 0 0,1-1 0 0 0,0 1 1 0 0,0-1-1 0 0,0 0 0 0 0,0-1 0 0 0,7 0 1 0 0,-4-2-1708 0 0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14:38.82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2969 0 0,'11'23'1752'0'0,"7"12"-536"0"0,7 11-296 0 0,-1-2-199 0 0,-3-1-201 0 0,2 1-248 0 0,-1-2-120 0 0,-3 1-80 0 0,1-3-176 0 0,-2-4-264 0 0,-2-4-304 0 0,-1-3-281 0 0,-1-3-191 0 0,-4-6-16 0 0,-2-5 88 0 0,-10-9 79 0 0,5 3-711 0 0</inkml:trace>
  <inkml:trace contextRef="#ctx0" brushRef="#br0" timeOffset="1">58 171 3225 0 0,'0'-2'322'0'0,"-1"0"0"0"0,1 0 0 0 0,0 0 1 0 0,0 0-1 0 0,0 0 0 0 0,0 0 0 0 0,0 1 1 0 0,1-1-1 0 0,-1 0 0 0 0,0 0 0 0 0,1 0 0 0 0,-1 0 1 0 0,1 0-1 0 0,0 1 0 0 0,0-1 0 0 0,0 0 1 0 0,-1 1-1 0 0,2-1 0 0 0,-1 0 0 0 0,0 1 1 0 0,0-1-1 0 0,0 1 0 0 0,1 0 0 0 0,-1-1 1 0 0,2 0-1 0 0,3-2 120 0 0,1 1-1 0 0,-1 0 1 0 0,0 0 0 0 0,1 1 0 0 0,12-3 0 0 0,-4 1-890 0 0,33-14-2045 0 0,-4-6-4402 0 0,-27 17 3605 0 0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14:39.22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19 1 4753 0 0,'-4'13'605'0'0,"0"0"0"0"0,1 0 0 0 0,0 0 0 0 0,1 0 0 0 0,1 0 0 0 0,0 0 0 0 0,1 1 0 0 0,0-1 0 0 0,3 20 0 0 0,-2-24-489 0 0,0-1-1 0 0,1 1 1 0 0,0-1-1 0 0,1 1 1 0 0,-1-1-1 0 0,2 0 1 0 0,-1 0-1 0 0,1-1 1 0 0,0 1-1 0 0,1-1 0 0 0,-1 0 1 0 0,2 0-1 0 0,-1 0 1 0 0,1 0-1 0 0,11 9 1 0 0,-14-14-84 0 0,0 1 0 0 0,0-1 0 0 0,1 0 0 0 0,-1 0 0 0 0,1 0 0 0 0,-1-1 0 0 0,1 1 0 0 0,0-1 0 0 0,0 0 0 0 0,0 0 0 0 0,0 0 0 0 0,-1-1 0 0 0,1 1 0 0 0,0-1 0 0 0,0 0 0 0 0,0 0 0 0 0,0 0 0 0 0,0-1 0 0 0,7-1 0 0 0,-5 0 38 0 0,0 0-1 0 0,-1-1 0 0 0,0 1 0 0 0,1-1 0 0 0,-1 0 0 0 0,0-1 0 0 0,-1 1 1 0 0,1-1-1 0 0,-1 0 0 0 0,1 0 0 0 0,-1-1 0 0 0,4-5 0 0 0,-2 2 24 0 0,0 1 0 0 0,-1-1-1 0 0,0 0 1 0 0,-1-1-1 0 0,0 1 1 0 0,0-1 0 0 0,-1 0-1 0 0,0 0 1 0 0,0 0-1 0 0,-1 0 1 0 0,0 0 0 0 0,-1-1-1 0 0,0 1 1 0 0,0-1-1 0 0,-1 1 1 0 0,-2-17 0 0 0,0 21-71 0 0,0 0-1 0 0,0 0 1 0 0,0 0 0 0 0,-1 0 0 0 0,0 0 0 0 0,0 1 0 0 0,0-1 0 0 0,-1 1-1 0 0,1 0 1 0 0,-1 0 0 0 0,0 0 0 0 0,0 1 0 0 0,0-1 0 0 0,-1 1 0 0 0,1 0-1 0 0,-1 0 1 0 0,0 0 0 0 0,0 1 0 0 0,0 0 0 0 0,0 0 0 0 0,0 0 0 0 0,0 0-1 0 0,-1 1 1 0 0,1 0 0 0 0,-1 0 0 0 0,1 1 0 0 0,0-1 0 0 0,-1 1 0 0 0,1 0-1 0 0,-1 1 1 0 0,-5 0 0 0 0,4 0-259 0 0,0 0 0 0 0,0 0 0 0 0,1 0 1 0 0,-1 1-1 0 0,0 0 0 0 0,1 1 0 0 0,0 0 0 0 0,-1 0 0 0 0,1 0 0 0 0,0 0 0 0 0,-7 6 0 0 0,10-6-261 0 0,-1 0-1 0 0,1 1 0 0 0,0-1 1 0 0,-1 1-1 0 0,2-1 0 0 0,-1 1 1 0 0,0 0-1 0 0,1 0 0 0 0,0 0 0 0 0,0 0 1 0 0,0 1-1 0 0,0-1 0 0 0,1 0 1 0 0,-1 1-1 0 0,1-1 0 0 0,0 1 1 0 0,0 6-1 0 0,2 1-2818 0 0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14:39.59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95 7586 0 0,'3'69'7807'0'0,"5"1"-4049"0"0,33 139-3253 0 0,-29-154 221 0 0,-4-17-960 0 0,22 88-1220 0 0,-7-67-2094 0 0,7-7-3640 0 0,-23-45 4284 0 0,0-4-790 0 0</inkml:trace>
  <inkml:trace contextRef="#ctx0" brushRef="#br0" timeOffset="1">207 0 8450 0 0,'-3'18'5667'0'0,"12"20"-5391"0"0,-6-26 177 0 0,14 59-370 0 0,11 56-2567 0 0,-24-103 162 0 0,-1 1 1 0 0,-1-1 0 0 0,-1 28-1 0 0,-2-38-101 0 0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14:39.96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5 265 3225 0 0,'-4'16'3905'0'0,"12"-17"-1927"0"0,16-19-648 0 0,-7-4-298 0 0,27-52-1 0 0,-31 52-868 0 0,0 2 0 0 0,1 0-1 0 0,17-21 1 0 0,-31 42-147 0 0,1 0-1 0 0,-1 1 1 0 0,0-1 0 0 0,1 0-1 0 0,-1 1 1 0 0,1-1 0 0 0,0 1-1 0 0,-1-1 1 0 0,1 1 0 0 0,-1-1-1 0 0,1 1 1 0 0,0-1 0 0 0,-1 1-1 0 0,1-1 1 0 0,0 1 0 0 0,0 0-1 0 0,-1-1 1 0 0,1 1 0 0 0,0 0-1 0 0,0 0 1 0 0,-1 0 0 0 0,1-1-1 0 0,0 1 1 0 0,0 0 0 0 0,0 0-1 0 0,0 0 1 0 0,0 0 0 0 0,0 1 10 0 0,0 0 0 0 0,0 0 0 0 0,-1 0 1 0 0,1-1-1 0 0,0 1 0 0 0,-1 0 0 0 0,1 0 1 0 0,-1 0-1 0 0,1 0 0 0 0,-1 0 1 0 0,0 0-1 0 0,1 0 0 0 0,-1 0 0 0 0,0 0 1 0 0,1 0-1 0 0,-1 0 0 0 0,0 2 0 0 0,1 56 555 0 0,-1-52-587 0 0,-3 33 122 0 0,1-15-104 0 0,1 0 1 0 0,4 36 0 0 0,-3-55-19 0 0,1 0 0 0 0,0-1-1 0 0,0 1 1 0 0,0-1 0 0 0,1 1 0 0 0,0-1 0 0 0,0 0 0 0 0,0 0 0 0 0,1 1 0 0 0,0-2 0 0 0,0 1 0 0 0,0 0 0 0 0,0 0 0 0 0,1-1 0 0 0,0 0 0 0 0,5 5-1 0 0,-8-8 7 0 0,1 0-1 0 0,-1 0 1 0 0,0 0-1 0 0,0 0 0 0 0,1-1 1 0 0,-1 1-1 0 0,0 0 0 0 0,1-1 1 0 0,-1 1-1 0 0,0-1 1 0 0,1 0-1 0 0,-1 1 0 0 0,1-1 1 0 0,-1 0-1 0 0,1 0 0 0 0,-1 0 1 0 0,1 0-1 0 0,-1 0 1 0 0,0 0-1 0 0,1 0 0 0 0,-1-1 1 0 0,1 1-1 0 0,-1 0 0 0 0,1-1 1 0 0,1 0-1 0 0,0-1 28 0 0,0 0 0 0 0,0-1 0 0 0,0 1 0 0 0,0-1-1 0 0,0 1 1 0 0,-1-1 0 0 0,0 0 0 0 0,1 0 0 0 0,-1 0 0 0 0,2-4-1 0 0,2-4 85 0 0,0-1-1 0 0,0 0 0 0 0,-2-1 0 0 0,7-22 0 0 0,-8 21-67 0 0,-1 1-1 0 0,-1-1 1 0 0,0 1-1 0 0,0-1 1 0 0,-1 1-1 0 0,-1-1 1 0 0,0 1-1 0 0,-1-1 1 0 0,-1 1-1 0 0,0 0 1 0 0,-1 0-1 0 0,0 0 1 0 0,-1 0-1 0 0,0 1 1 0 0,-1 0-1 0 0,-12-19 1 0 0,18 30-95 0 0,0 1 0 0 0,-1-1-1 0 0,1 0 1 0 0,-1 0 0 0 0,1 1 0 0 0,-1-1 0 0 0,1 1 0 0 0,-1-1-1 0 0,1 0 1 0 0,-1 1 0 0 0,1-1 0 0 0,-1 1 0 0 0,0-1 0 0 0,1 1 0 0 0,-1-1-1 0 0,0 1 1 0 0,0 0 0 0 0,1-1 0 0 0,-1 1 0 0 0,0 0 0 0 0,0 0 0 0 0,0-1-1 0 0,1 1 1 0 0,-1 0 0 0 0,0 0 0 0 0,0 0 0 0 0,0 0 0 0 0,1 0-1 0 0,-1 0 1 0 0,0 0 0 0 0,0 0 0 0 0,0 0 0 0 0,1 1 0 0 0,-1-1 0 0 0,0 0-1 0 0,0 0 1 0 0,0 1 0 0 0,1-1 0 0 0,-1 1 0 0 0,0-1 0 0 0,1 0 0 0 0,-1 1-1 0 0,0-1 1 0 0,1 1 0 0 0,-1 0 0 0 0,1-1 0 0 0,-1 1 0 0 0,1-1 0 0 0,-1 1-1 0 0,1 0 1 0 0,-1 0 0 0 0,0 1 0 0 0,-20 50-5014 0 0,15-33 3103 0 0,-8 7-652 0 0,6 8-346 0 0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14:40.37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1 294 3721 0 0,'35'-116'7107'0'0,"-27"97"-6577"0"0,0 0 0 0 0,1 0 0 0 0,1 1 0 0 0,0 0 0 0 0,1 1 0 0 0,26-29 0 0 0,-36 44-464 0 0,0 0 0 0 0,0 1 0 0 0,1-1 1 0 0,-1 1-1 0 0,1-1 0 0 0,-1 1 0 0 0,1 0 1 0 0,-1-1-1 0 0,1 1 0 0 0,0 0 0 0 0,0 0 1 0 0,0 0-1 0 0,0 1 0 0 0,-1-1 0 0 0,1 0 1 0 0,0 1-1 0 0,0-1 0 0 0,0 1 0 0 0,1-1 0 0 0,-1 1 1 0 0,0 0-1 0 0,0 0 0 0 0,0 0 0 0 0,0 0 1 0 0,0 1-1 0 0,0-1 0 0 0,0 0 0 0 0,0 1 1 0 0,0-1-1 0 0,0 1 0 0 0,0 0 0 0 0,0 0 1 0 0,0 0-1 0 0,-1 0 0 0 0,1 0 0 0 0,0 0 0 0 0,0 0 1 0 0,-1 0-1 0 0,1 1 0 0 0,-1-1 0 0 0,1 1 1 0 0,-1-1-1 0 0,0 1 0 0 0,1 0 0 0 0,-1-1 1 0 0,0 1-1 0 0,1 2 0 0 0,7 12 173 0 0,0 0 1 0 0,-1 0-1 0 0,-1 1 1 0 0,7 23-1 0 0,-10-30-302 0 0,49 172-181 0 0,-34-104-2758 0 0,-6-28-1279 0 0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14:41.50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98 1 8978 0 0,'-4'4'379'0'0,"1"0"0"0"0,0 0 0 0 0,0 0 0 0 0,1 1 0 0 0,-1-1-1 0 0,1 1 1 0 0,0 0 0 0 0,0 0 0 0 0,1 0 0 0 0,0 0 0 0 0,-2 5 0 0 0,-5 64-59 0 0,6-46-37 0 0,-10 123-34 0 0,-15 123-3430 0 0,10-348 529 0 0,16 66 2824 0 0,0 1-1 0 0,1-1 1 0 0,-1 1-1 0 0,1-1 1 0 0,1 1-1 0 0,0 0 1 0 0,2-13-1 0 0,-2 18-60 0 0,0 0-1 0 0,0 0 0 0 0,0 0 1 0 0,0 0-1 0 0,0 0 0 0 0,0 1 1 0 0,1-1-1 0 0,-1 0 1 0 0,1 1-1 0 0,-1-1 0 0 0,1 1 1 0 0,0 0-1 0 0,-1-1 0 0 0,1 1 1 0 0,0 0-1 0 0,0 0 0 0 0,0 0 1 0 0,0 0-1 0 0,0 0 1 0 0,0 1-1 0 0,0-1 0 0 0,0 1 1 0 0,0-1-1 0 0,0 1 0 0 0,0 0 1 0 0,0 0-1 0 0,1 0 0 0 0,-1 0 1 0 0,0 0-1 0 0,3 1 1 0 0,16 1 749 0 0,0 1 1 0 0,39 11 0 0 0,8 1-1339 0 0,-58-13-859 0 0,0-1 0 0 0,0 0 0 0 0,1-1 1 0 0,16-1-1 0 0,-27 1 1237 0 0,1 0-1 0 0,-1-1 1 0 0,1 1 0 0 0,-1 0 0 0 0,1 0 0 0 0,-1 0 0 0 0,1-1-1 0 0,-1 1 1 0 0,1 0 0 0 0,-1-1 0 0 0,0 1 0 0 0,1 0-1 0 0,-1-1 1 0 0,1 1 0 0 0,-1 0 0 0 0,0-1 0 0 0,1 1-1 0 0,-1-1 1 0 0,0 1 0 0 0,0-1 0 0 0,1 1 0 0 0,-1-1-1 0 0,0 1 1 0 0,0-1 0 0 0,0 1 0 0 0,0-1 0 0 0,1 1-1 0 0,-1-1 1 0 0,0 1 0 0 0,0-1 0 0 0,0 1 0 0 0,0-1-1 0 0,0 0 1 0 0,0 1 0 0 0,0-1 0 0 0,-1 1 0 0 0,1-1-1 0 0,0 1 1 0 0,0-1 0 0 0,0 1 0 0 0,0-1 0 0 0,-1 0 0 0 0,0-6-892 0 0,6-5-1802 0 0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14:41.86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25 1 6809 0 0,'-3'5'2977'0'0,"-1"2"-832"0"0,-2 7-553 0 0,1 1-440 0 0,2 3-328 0 0,1 2-240 0 0,1 5-207 0 0,1-1-177 0 0,3 3-112 0 0,0 1-56 0 0,2 1-168 0 0,1 0-329 0 0,1 0-479 0 0,1 1-528 0 0,-2-1-649 0 0,0-2-671 0 0,-3-1-25 0 0,2 0-1544 0 0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14:42.19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1 400 5001 0 0,'9'-18'6846'0'0,"8"-34"-5021"0"0,-3 10-923 0 0,3-8-189 0 0,30-70-16 0 0,-41 106-646 0 0,1 0 1 0 0,0 1-1 0 0,2 0 1 0 0,-1 0-1 0 0,21-22 1 0 0,-28 34-42 0 0,-1 0-1 0 0,1 0 1 0 0,0 0 0 0 0,0 0 0 0 0,0 0-1 0 0,0 0 1 0 0,-1 0 0 0 0,1 0 0 0 0,0 0-1 0 0,1 0 1 0 0,-1 1 0 0 0,0-1 0 0 0,0 0-1 0 0,0 1 1 0 0,0-1 0 0 0,0 1 0 0 0,1-1-1 0 0,-1 1 1 0 0,0 0 0 0 0,0 0 0 0 0,1-1-1 0 0,-1 1 1 0 0,0 0 0 0 0,1 0 0 0 0,-1 0-1 0 0,0 0 1 0 0,0 0 0 0 0,1 1 0 0 0,-1-1-1 0 0,0 0 1 0 0,0 1 0 0 0,1-1 0 0 0,-1 0 0 0 0,0 1-1 0 0,0 0 1 0 0,0-1 0 0 0,0 1 0 0 0,0 0-1 0 0,0-1 1 0 0,1 1 0 0 0,-2 0 0 0 0,1 0-1 0 0,0 0 1 0 0,0 0 0 0 0,0 0 0 0 0,0 0-1 0 0,-1 0 1 0 0,1 0 0 0 0,0 0 0 0 0,-1 0-1 0 0,1 1 1 0 0,-1-1 0 0 0,1 0 0 0 0,-1 0-1 0 0,0 1 1 0 0,1 1 0 0 0,3 10 94 0 0,-1 0-1 0 0,0 1 1 0 0,3 26 0 0 0,-1 103 395 0 0,-5-101-333 0 0,1 0-1 0 0,2 0 1 0 0,14 66-1 0 0,-17-107-165 0 0,0 1 0 0 0,0-1 0 0 0,1 1 0 0 0,-1-1-1 0 0,0 0 1 0 0,1 1 0 0 0,-1-1 0 0 0,1 0 0 0 0,-1 1 0 0 0,1-1-1 0 0,0 0 1 0 0,-1 1 0 0 0,1-1 0 0 0,0 0 0 0 0,0 0 0 0 0,0 0-1 0 0,0 0 1 0 0,0 0 0 0 0,0 0 0 0 0,0 0 0 0 0,0 0 0 0 0,0 0-1 0 0,1-1 1 0 0,-1 1 0 0 0,0 0 0 0 0,1-1 0 0 0,0 1 0 0 0,0-1-35 0 0,0-1 0 0 0,0 1 0 0 0,0-1 0 0 0,0 1 0 0 0,0-1 0 0 0,-1 0 0 0 0,1 0 0 0 0,0 0 0 0 0,-1 0-1 0 0,1 0 1 0 0,0 0 0 0 0,-1 0 0 0 0,0-1 0 0 0,1 1 0 0 0,-1 0 0 0 0,3-4 0 0 0,6-8-582 0 0,-1-1-1 0 0,0 0 0 0 0,10-21 0 0 0,4-15-2936 0 0,-1-1 1 0 0,20-74-1 0 0,-32 89 245 0 0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14:42.54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33 0 6833 0 0,'-3'5'527'0'0,"0"0"0"0"0,0 1-1 0 0,1-1 1 0 0,0 1-1 0 0,0-1 1 0 0,0 1-1 0 0,1 0 1 0 0,0-1-1 0 0,0 1 1 0 0,0 0-1 0 0,1 0 1 0 0,0 0-1 0 0,0 0 1 0 0,1 7 0 0 0,2 15-52 0 0,13 47 0 0 0,-9-47 104 0 0,3 18-461 0 0,-6-20-686 0 0,2 0 0 0 0,1 0 0 0 0,19 47 0 0 0,-26-73 520 0 0,0 0-1 0 0,0 0 1 0 0,0 0-1 0 0,0 1 0 0 0,0-1 1 0 0,0 0-1 0 0,0 0 1 0 0,0 0-1 0 0,0 0 1 0 0,0 0-1 0 0,0 1 1 0 0,0-1-1 0 0,0 0 1 0 0,0 0-1 0 0,0 0 1 0 0,0 0-1 0 0,0 0 1 0 0,0 1-1 0 0,0-1 1 0 0,0 0-1 0 0,0 0 1 0 0,0 0-1 0 0,0 0 1 0 0,0 0-1 0 0,1 0 1 0 0,-1 0-1 0 0,0 0 1 0 0,0 1-1 0 0,0-1 1 0 0,0 0-1 0 0,0 0 1 0 0,0 0-1 0 0,0 0 1 0 0,1 0-1 0 0,-1 0 1 0 0,0 0-1 0 0,0 0 1 0 0,0 0-1 0 0,0 0 1 0 0,0 0-1 0 0,1 0 1 0 0,-1 0-1 0 0,0 0 1 0 0,0 0-1 0 0,0 0 1 0 0,0 0-1 0 0,0 0 1 0 0,1 0-1 0 0,-1 0 1 0 0,0 0-1 0 0,0 0 1 0 0,0 0-1 0 0,0 0 1 0 0,0 0-1 0 0,0 0 1 0 0,1 0-1 0 0,-1 0 1 0 0,0 0-1 0 0,0 0 1 0 0,0-1-1 0 0,0 1 1 0 0,0 0-1 0 0,0 0 1 0 0,0 0-1 0 0,0 0 1 0 0,1 0-1 0 0,-1 0 1 0 0,0 0-1 0 0,0-1 1 0 0,3-15-1296 0 0,-3-21 506 0 0,-16-103-244 0 0,8 97 2028 0 0,-1-71-1 0 0,9 113-834 0 0,0 0 0 0 0,0 1 0 0 0,0-1 0 0 0,1 0 0 0 0,-1 0 0 0 0,0 0 0 0 0,1 0 0 0 0,-1 1 0 0 0,0-1 0 0 0,1 0 0 0 0,-1 0 0 0 0,1 1 0 0 0,0-1 0 0 0,-1 0 0 0 0,1 1 0 0 0,-1-1 0 0 0,1 0 0 0 0,0 1 0 0 0,-1-1 0 0 0,1 1 0 0 0,0-1 0 0 0,0 1 0 0 0,0 0 0 0 0,-1-1 0 0 0,1 1 0 0 0,0 0 0 0 0,0-1 0 0 0,0 1 0 0 0,0 0 0 0 0,-1 0 0 0 0,1 0 0 0 0,0 0 0 0 0,0 0 0 0 0,0 0-1 0 0,0 0 1 0 0,0 0 0 0 0,0 0 0 0 0,0 0 0 0 0,-1 0 0 0 0,1 1 0 0 0,0-1 0 0 0,0 0 0 0 0,0 1 0 0 0,1 0 0 0 0,55 18 292 0 0,-31-10-132 0 0,31 0-622 0 0,11 1-2309 0 0,-31 7-2691 0 0,-30-10 3190 0 0,-2 1-1019 0 0</inkml:trace>
  <inkml:trace contextRef="#ctx0" brushRef="#br0" timeOffset="1">5 585 6161 0 0,'0'0'140'0'0,"0"1"1"0"0,-1-1-1 0 0,1 0 0 0 0,-1 1 0 0 0,1-1 0 0 0,0 0 0 0 0,0 1 0 0 0,-1-1 0 0 0,1 1 0 0 0,0-1 1 0 0,0 1-1 0 0,-1-1 0 0 0,1 0 0 0 0,0 1 0 0 0,0-1 0 0 0,0 1 0 0 0,0-1 0 0 0,0 1 1 0 0,0-1-1 0 0,0 1 0 0 0,0-1 0 0 0,0 1 0 0 0,0-1 0 0 0,0 1 0 0 0,0-1 0 0 0,0 1 0 0 0,0-1 1 0 0,0 1-1 0 0,0-1 0 0 0,1 1 0 0 0,-1-1 0 0 0,0 1 0 0 0,0-1 0 0 0,1 1 0 0 0,-1-1 1 0 0,0 0-1 0 0,0 1 0 0 0,1 0 0 0 0,18-13 2216 0 0,22-30-231 0 0,40-68 633 0 0,-51 66-2862 0 0,1 1 0 0 0,3 2 0 0 0,60-57 0 0 0,-37 57-2628 0 0,-23 28-631 0 0,-31 13 2858 0 0,-1 0 0 0 0,0 0 0 0 0,0 0 0 0 0,0 0 0 0 0,0 0 0 0 0,1 0 0 0 0,-1 0 0 0 0,0 1 0 0 0,0-1 0 0 0,0 1 0 0 0,0-1 0 0 0,0 1 0 0 0,2 1 0 0 0,4 5-3235 0 0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14:42.94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1 202 4297 0 0,'5'13'673'0'0,"1"0"-1"0"0,0-1 1 0 0,1 0 0 0 0,0 0 0 0 0,1-1 0 0 0,0 0-1 0 0,1 0 1 0 0,0-1 0 0 0,1 0 0 0 0,0 0-1 0 0,13 9 1 0 0,-19-16-479 0 0,1 0-1 0 0,0 0 1 0 0,0 0 0 0 0,0 0-1 0 0,1-1 1 0 0,-1 0 0 0 0,1 0-1 0 0,-1 0 1 0 0,1-1-1 0 0,0 0 1 0 0,-1 0 0 0 0,10 1-1 0 0,-10-3-61 0 0,-1 1 0 0 0,0-1 0 0 0,1 0 0 0 0,-1 0-1 0 0,0 0 1 0 0,0-1 0 0 0,0 1 0 0 0,0-1 0 0 0,0 0-1 0 0,0 0 1 0 0,0-1 0 0 0,-1 1 0 0 0,1-1 0 0 0,-1 0-1 0 0,0 0 1 0 0,1 0 0 0 0,-1 0 0 0 0,4-6 0 0 0,-3 3 10 0 0,1-1 0 0 0,-1 0 1 0 0,0 0-1 0 0,0-1 0 0 0,-1 1 1 0 0,0-1-1 0 0,-1 0 0 0 0,1 0 1 0 0,-1 1-1 0 0,-1-2 0 0 0,0 1 1 0 0,0 0-1 0 0,0 0 0 0 0,-1 0 1 0 0,0 0-1 0 0,-1 0 0 0 0,0-1 1 0 0,0 1-1 0 0,-1 0 0 0 0,0 0 1 0 0,0 0-1 0 0,-6-11 0 0 0,4 9-384 0 0,-1-1 0 0 0,0 2 0 0 0,-1-1 0 0 0,0 1 0 0 0,0-1 0 0 0,-1 2 1 0 0,-9-10-1 0 0,10 11-752 0 0,-1 1 1 0 0,0 0 0 0 0,-1 0 0 0 0,1 1 0 0 0,-1 0 0 0 0,0 1 0 0 0,0-1 0 0 0,-16-4-1 0 0,13 7-1982 0 0,12 10-1086 0 0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14:43.30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0 687 7250 0 0,'0'-5'2104'0'0,"3"-4"-728"0"0,4-3-79 0 0,0-8-81 0 0,2-3-272 0 0,4-3-304 0 0,0-1-248 0 0,1 1-176 0 0,1 0-128 0 0,0 3-200 0 0,-1 4-328 0 0,-2-1-520 0 0,0 3-632 0 0,2 2-705 0 0,-2 1-551 0 0,8 11-2154 0 0</inkml:trace>
  <inkml:trace contextRef="#ctx0" brushRef="#br0" timeOffset="1">640 108 7322 0 0,'2'-6'419'0'0,"0"0"0"0"0,0 0 1 0 0,1 0-1 0 0,-1 0 0 0 0,2 0 1 0 0,-1 0-1 0 0,0 1 0 0 0,1 0 1 0 0,0 0-1 0 0,0 0 0 0 0,1 0 1 0 0,-1 0-1 0 0,1 1 0 0 0,0 0 1 0 0,0 0-1 0 0,1 0 0 0 0,-1 1 1 0 0,8-4-1 0 0,-8 5-283 0 0,0 0 0 0 0,0 1 0 0 0,0 0 0 0 0,0-1 0 0 0,1 2 0 0 0,-1-1 0 0 0,0 1 0 0 0,0-1 0 0 0,1 1 0 0 0,-1 1 0 0 0,0-1 0 0 0,1 1 0 0 0,-1 0 0 0 0,0 0 0 0 0,0 1 0 0 0,0-1 0 0 0,0 1 0 0 0,0 0 0 0 0,0 1 0 0 0,0-1 0 0 0,-1 1 0 0 0,6 3 0 0 0,7 8-55 0 0,0 0 0 0 0,-1 1-1 0 0,-1 1 1 0 0,0 0 0 0 0,-1 1-1 0 0,14 22 1 0 0,19 42-3172 0 0,-11-1-5853 0 0,-28-59 4221 0 0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14:43.65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47 0 6665 0 0,'27'68'2750'0'0,"-7"-21"-3182"0"0,22 81 1 0 0,-38-116 90 0 0,-2 1 0 0 0,0 0 0 0 0,0-1 0 0 0,-1 1 0 0 0,0 0 0 0 0,-1 0 0 0 0,-1 0 0 0 0,0 0 0 0 0,-1 0 0 0 0,0 0 0 0 0,-7 19 0 0 0,8-29 342 0 0,0 0 1 0 0,0-1-1 0 0,0 1 1 0 0,-1 0-1 0 0,0-1 0 0 0,1 1 1 0 0,-1-1-1 0 0,0 1 1 0 0,0-1-1 0 0,0 0 1 0 0,-1 0-1 0 0,1 0 1 0 0,0 0-1 0 0,-1 0 1 0 0,0 0-1 0 0,1-1 1 0 0,-1 1-1 0 0,0-1 1 0 0,0 0-1 0 0,1 0 1 0 0,-1 0-1 0 0,0 0 1 0 0,0 0-1 0 0,0-1 1 0 0,0 1-1 0 0,-4-1 0 0 0,4 0 281 0 0,0 0 0 0 0,0-1 0 0 0,0 1 0 0 0,0-1-1 0 0,0 0 1 0 0,0 0 0 0 0,0 0 0 0 0,0 0 0 0 0,0 0-1 0 0,1 0 1 0 0,-1-1 0 0 0,0 1 0 0 0,1-1 0 0 0,-1 0-1 0 0,1 0 1 0 0,0 0 0 0 0,0 0 0 0 0,-1 0 0 0 0,2-1-1 0 0,-1 1 1 0 0,0-1 0 0 0,0 1 0 0 0,1-1 0 0 0,-1 0-1 0 0,1 1 1 0 0,-2-7 0 0 0,2 6-39 0 0,1 0 0 0 0,0 0 0 0 0,0 0 0 0 0,0 0 1 0 0,0 0-1 0 0,0 0 0 0 0,0 0 0 0 0,1 1 0 0 0,0-1 0 0 0,0 0 0 0 0,-1 0 1 0 0,1 0-1 0 0,1 0 0 0 0,-1 1 0 0 0,0-1 0 0 0,1 0 0 0 0,-1 1 0 0 0,1 0 1 0 0,0-1-1 0 0,0 1 0 0 0,3-3 0 0 0,50-48 1169 0 0,-46 46-1181 0 0,70-57 311 0 0,31-26-3370 0 0,-96 78 1152 0 0,-2-1 1 0 0,0-1 0 0 0,0 0-1 0 0,-2-1 1 0 0,16-26-1 0 0,-14 23-496 0 0,2 8-1041 0 0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14:44.00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15 1 5225 0 0,'-3'5'465'0'0,"1"0"-1"0"0,0 0 1 0 0,0 0 0 0 0,1 0-1 0 0,0 1 1 0 0,0-1 0 0 0,0 1-1 0 0,0-1 1 0 0,1 1-1 0 0,0-1 1 0 0,0 1 0 0 0,0-1-1 0 0,1 1 1 0 0,0-1 0 0 0,2 9-1 0 0,4 10-132 0 0,1 0-1 0 0,13 27 0 0 0,-7-17 186 0 0,62 139-658 0 0,-20-59-4966 0 0,-68-133-382 0 0,-20-24 3906 0 0,-19-27 2704 0 0,47 65-681 0 0,1 0-1 0 0,-1-1 1 0 0,1 1 0 0 0,1-1-1 0 0,-1 0 1 0 0,1 1-1 0 0,0-1 1 0 0,-2-7-1 0 0,4 10-306 0 0,0 1-1 0 0,0-1 1 0 0,1 0-1 0 0,-1 1 1 0 0,0-1-1 0 0,1 1 1 0 0,0-1-1 0 0,-1 1 1 0 0,1-1-1 0 0,0 1 1 0 0,1 0-1 0 0,-1-1 1 0 0,0 1-1 0 0,0 0 1 0 0,1 0-1 0 0,0 0 1 0 0,-1 0-1 0 0,1 0 1 0 0,0 0-1 0 0,0 0 1 0 0,4-2-1 0 0,54-56-1236 0 0,-55 55 471 0 0,-1-1 0 0 0,1-1-1 0 0,-1 1 1 0 0,0 0 0 0 0,0-1 0 0 0,-1 0 0 0 0,0 0-1 0 0,5-13 1 0 0,-7 10-1582 0 0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14:44.40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 84 2817 0 0,'-1'-3'424'0'0,"0"-1"1"0"0,0 1 0 0 0,1-1 0 0 0,-1 1 0 0 0,0 0 0 0 0,1-1 0 0 0,0 1-1 0 0,0-1 1 0 0,0 1 0 0 0,0-1 0 0 0,1 1 0 0 0,0-1 0 0 0,-1 1 0 0 0,1-1-1 0 0,1-2 1 0 0,-1 4-252 0 0,1 0-1 0 0,-1 0 1 0 0,0 1 0 0 0,0-1-1 0 0,1 1 1 0 0,-1-1 0 0 0,0 1-1 0 0,1 0 1 0 0,0-1 0 0 0,-1 1-1 0 0,1 0 1 0 0,0 0-1 0 0,0 0 1 0 0,-1 0 0 0 0,1 0-1 0 0,0 1 1 0 0,0-1 0 0 0,0 0-1 0 0,0 1 1 0 0,0 0-1 0 0,0-1 1 0 0,0 1 0 0 0,0 0-1 0 0,0 0 1 0 0,0 0 0 0 0,0 0-1 0 0,0 0 1 0 0,2 1-1 0 0,2 0-88 0 0,-1 1 0 0 0,0 0-1 0 0,0 0 1 0 0,0 0-1 0 0,0 0 1 0 0,0 1-1 0 0,-1 0 1 0 0,1 0-1 0 0,-1 0 1 0 0,1 0-1 0 0,-1 1 1 0 0,0-1 0 0 0,0 1-1 0 0,-1 0 1 0 0,1 1-1 0 0,-1-1 1 0 0,0 1-1 0 0,0-1 1 0 0,-1 1-1 0 0,4 8 1 0 0,6 12 411 0 0,-2 1 0 0 0,13 44 1 0 0,-22-66-492 0 0,11 40-950 0 0,-2 0-1 0 0,-2 1 0 0 0,-2 0 1 0 0,0 52-1 0 0,-8-93-638 0 0,-3-19 1116 0 0,-3-25 811 0 0,9 27-21 0 0,-1 1 0 0 0,1 0 1 0 0,1 0-1 0 0,0 0 0 0 0,1 1 0 0 0,0-1 0 0 0,1 0 1 0 0,0 1-1 0 0,1 0 0 0 0,7-13 0 0 0,-10 20-302 0 0,0 1 0 0 0,-1 0 0 0 0,1 0 0 0 0,1 0 0 0 0,-1 0-1 0 0,0 0 1 0 0,1 0 0 0 0,0 1 0 0 0,-1-1 0 0 0,1 1-1 0 0,0 0 1 0 0,0-1 0 0 0,1 2 0 0 0,-1-1 0 0 0,0 0 0 0 0,1 1-1 0 0,-1-1 1 0 0,0 1 0 0 0,1 0 0 0 0,0 0 0 0 0,-1 0 0 0 0,1 1-1 0 0,0-1 1 0 0,-1 1 0 0 0,1 0 0 0 0,0 0 0 0 0,0 0-1 0 0,-1 1 1 0 0,1-1 0 0 0,0 1 0 0 0,-1 0 0 0 0,1 0 0 0 0,-1 0-1 0 0,1 0 1 0 0,-1 1 0 0 0,1-1 0 0 0,3 4 0 0 0,2 1-1299 0 0,10 6-2382 0 0,-8-12-2911 0 0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14:44.73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14 366 4081 0 0,'-1'-2'509'0'0,"-1"0"1"0"0,1 0 0 0 0,-1 1-1 0 0,1-1 1 0 0,0 0 0 0 0,0-1-1 0 0,0 1 1 0 0,0 0-1 0 0,0 0 1 0 0,1 0 0 0 0,-1 0-1 0 0,0-5 1 0 0,2-32 2043 0 0,22-43-2304 0 0,-16 60 422 0 0,-4 11-581 0 0,0 1 0 0 0,2-1 0 0 0,-1 0 0 0 0,1 1 0 0 0,1 0 0 0 0,11-16 0 0 0,-16 24-50 0 0,0 1 1 0 0,1 0 0 0 0,-1-1-1 0 0,0 1 1 0 0,1 0-1 0 0,-1 0 1 0 0,1-1 0 0 0,0 1-1 0 0,-1 0 1 0 0,1 1 0 0 0,0-1-1 0 0,-1 0 1 0 0,1 0-1 0 0,0 1 1 0 0,0-1 0 0 0,0 1-1 0 0,0 0 1 0 0,0-1 0 0 0,2 1-1 0 0,-2 1 50 0 0,1-1 0 0 0,0 1 0 0 0,-1 0 0 0 0,1 0 0 0 0,-1 0 0 0 0,1 1 0 0 0,-1-1 0 0 0,0 0-1 0 0,1 1 1 0 0,-1 0 0 0 0,0-1 0 0 0,0 1 0 0 0,0 0 0 0 0,0 0 0 0 0,0 0 0 0 0,-1 1 0 0 0,3 3 0 0 0,11 17 192 0 0,-1 1 1 0 0,-1 1-1 0 0,-2 1 1 0 0,0 0 0 0 0,-2 0-1 0 0,11 44 1 0 0,-11-34-1491 0 0,2-1 1 0 0,30 66-1 0 0,-30-86-2225 0 0,-6-22-888 0 0,-4-24-35 0 0,0 8 1735 0 0</inkml:trace>
  <inkml:trace contextRef="#ctx0" brushRef="#br0" timeOffset="1">326 0 8506 0 0,'8'91'9079'0'0,"22"46"-6372"0"0,-16-76-2101 0 0,-7-30-1141 0 0,2-1-1 0 0,1 0 1 0 0,20 42 0 0 0,-3-22-3752 0 0,6-3-3995 0 0,-22-34 3894 0 0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14:45.08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38 103 8834 0 0,'-4'0'2288'0'0,"-1"1"-991"0"0,-1 1-513 0 0,2-2-256 0 0,-1 0-272 0 0,0-2-200 0 0,2 1-208 0 0,0-1-168 0 0,2 1-208 0 0,1-1-224 0 0,-2 1-281 0 0,2-1-239 0 0,2-4-4025 0 0</inkml:trace>
  <inkml:trace contextRef="#ctx0" brushRef="#br0" timeOffset="1">174 1 5473 0 0,'-3'6'3633'0'0,"0"3"-1585"0"0,-2 2-607 0 0,1-4-441 0 0,1-1-352 0 0,0-1-256 0 0,1-2-256 0 0,1 0-176 0 0,4-8-3441 0 0,1 1 1961 0 0,1-4-184 0 0,-1-1-201 0 0,1 0 145 0 0,1-2-1449 0 0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14:45.43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44 1 8290 0 0,'-3'3'2344'0'0,"2"3"-727"0"0,-1 0-345 0 0,-1-1-312 0 0,0-1-288 0 0,-1-1-280 0 0,-1-1-216 0 0,0 1-96 0 0,1-3-208 0 0,1 1-328 0 0,-2-1-416 0 0,2 0-600 0 0,0 0-761 0 0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11:49.87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337 661 1704 0 0,'-31'21'1856'0'0,"28"-18"-1475"0"0,-1 0 0 0 0,1-1-1 0 0,-1 1 1 0 0,1-1 0 0 0,-1 1 0 0 0,0-1-1 0 0,0 0 1 0 0,0-1 0 0 0,0 1 0 0 0,-7 1-1 0 0,10-4-238 0 0,1 0-1 0 0,-1 0 0 0 0,1 0 1 0 0,0 0-1 0 0,-1 0 0 0 0,1 0 1 0 0,0 0-1 0 0,-1 0 0 0 0,1 0 1 0 0,0 0-1 0 0,0 0 0 0 0,0 0 0 0 0,0 0 1 0 0,0 0-1 0 0,0 0 0 0 0,0-1 1 0 0,0 1-1 0 0,1 0 0 0 0,-1 0 1 0 0,0 0-1 0 0,1-1 0 0 0,6-32 938 0 0,-6 30-807 0 0,16-55 615 0 0,3 0 0 0 0,2 2 0 0 0,3 0-1 0 0,2 1 1 0 0,53-79 0 0 0,-68 115-759 0 0,-8 12-24 0 0,1 0-1 0 0,0 0 0 0 0,0 1 1 0 0,1 0-1 0 0,-1 0 1 0 0,10-9-1 0 0,-14 19-11 0 0,0-1 0 0 0,0 0 0 0 0,-1 1 0 0 0,1-1-1 0 0,-1 1 1 0 0,0-1 0 0 0,0 1 0 0 0,1-1 0 0 0,-2 1 0 0 0,1-1-1 0 0,-1 5 1 0 0,1-1-20 0 0,-5 185 356 0 0,0-87-157 0 0,15 174 1 0 0,16-129-74 0 0,-26-147-177 0 0,0 0-1 0 0,-1 0 1 0 0,1 0-1 0 0,0 0 1 0 0,-1 0-1 0 0,0 0 1 0 0,1 0-1 0 0,-1 0 1 0 0,0 0-1 0 0,0-1 1 0 0,0 1-1 0 0,0 0 1 0 0,0-1-1 0 0,0 1 1 0 0,0 0-1 0 0,-1-1 1 0 0,1 0-1 0 0,0 1 1 0 0,-1-1-1 0 0,0 0 1 0 0,1 0-1 0 0,-1 1 1 0 0,0-1-1 0 0,1 0 1 0 0,-1-1-1 0 0,0 1 1 0 0,-3 1-1 0 0,-59 19 280 0 0,52-18-308 0 0,-4 1 24 0 0,-1-1-1 0 0,0-1 1 0 0,0 0-1 0 0,0-1 1 0 0,-1-1-1 0 0,1 0 1 0 0,0-2 0 0 0,0 0-1 0 0,0 0 1 0 0,0-2-1 0 0,1 0 1 0 0,-1-1 0 0 0,-28-13-1 0 0,34 13-14 0 0,1 0-1 0 0,0 0 1 0 0,0-2-1 0 0,1 1 1 0 0,-1-1 0 0 0,1 0-1 0 0,1-1 1 0 0,0 0-1 0 0,0-1 1 0 0,0 1-1 0 0,1-1 1 0 0,0-1 0 0 0,1 1-1 0 0,0-1 1 0 0,1-1-1 0 0,0 1 1 0 0,0-1-1 0 0,1 1 1 0 0,1-1 0 0 0,0 0-1 0 0,-3-15 1 0 0,3 1-4 0 0,0-1 0 0 0,1 0 1 0 0,2 0-1 0 0,1 0 1 0 0,1 1-1 0 0,1-1 0 0 0,1 0 1 0 0,1 1-1 0 0,1 0 1 0 0,1 0-1 0 0,2 1 0 0 0,0 0 1 0 0,2 0-1 0 0,0 1 1 0 0,2 1-1 0 0,1-1 0 0 0,0 2 1 0 0,1 0-1 0 0,2 1 0 0 0,0 1 1 0 0,1 0-1 0 0,29-23 1 0 0,-1 7-22 0 0,83-50 1 0 0,-113 76 30 0 0,0 1 0 0 0,1 0 1 0 0,0 1-1 0 0,1 1 0 0 0,-1 0 1 0 0,1 1-1 0 0,0 1 1 0 0,0 1-1 0 0,26-1 0 0 0,-35 4 10 0 0,-1 1 1 0 0,0-1-1 0 0,1 2 0 0 0,-1-1 0 0 0,0 1 0 0 0,0 0 0 0 0,0 1 0 0 0,0 0 0 0 0,0 0 0 0 0,-1 1 0 0 0,1 0 1 0 0,-1 0-1 0 0,9 8 0 0 0,-6-4 21 0 0,-1 1 0 0 0,0 0 1 0 0,0 0-1 0 0,-1 1 0 0 0,0 1 1 0 0,0-1-1 0 0,-2 1 0 0 0,7 12 0 0 0,-2 0 30 0 0,-2 0 0 0 0,-1 0 0 0 0,0 0 0 0 0,-2 1 1 0 0,-1 0-1 0 0,-1 1 0 0 0,-1-1 0 0 0,1 40 0 0 0,-6-30 37 0 0,-1 0 1 0 0,-2 0 0 0 0,-1-1 0 0 0,-1 1 0 0 0,-18 48 0 0 0,16-58-476 0 0,-1 0 0 0 0,-1-1 0 0 0,-1 0-1 0 0,-2 0 1 0 0,0-1 0 0 0,-1-1 0 0 0,-32 35 0 0 0,47-55 73 0 0,-1 0 1 0 0,0 0 0 0 0,0 0-1 0 0,0 0 1 0 0,0 0-1 0 0,0 0 1 0 0,0-1 0 0 0,0 1-1 0 0,0 0 1 0 0,-1 0-1 0 0,1-1 1 0 0,0 1-1 0 0,0-1 1 0 0,0 1 0 0 0,-1-1-1 0 0,1 0 1 0 0,0 1-1 0 0,-1-1 1 0 0,1 0 0 0 0,0 0-1 0 0,-1 0 1 0 0,1 0-1 0 0,0 0 1 0 0,-1 0 0 0 0,1 0-1 0 0,0 0 1 0 0,-1-1-1 0 0,-1 0 1 0 0,-13-13-6125 0 0,8 0 5266 0 0,1-3-2403 0 0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12:16.08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48 16 944 0 0,'-2'-2'201'0'0,"1"1"0"0"0,0 0 0 0 0,0 0 0 0 0,0 0 0 0 0,-1-1 0 0 0,1 1 0 0 0,-1 0 0 0 0,1 1 0 0 0,-1-1 0 0 0,1 0 0 0 0,-1 0 0 0 0,1 1 0 0 0,-1-1 0 0 0,-2 0 0 0 0,3 1-97 0 0,0 1 0 0 0,-1-1 0 0 0,1 0-1 0 0,0 1 1 0 0,0-1 0 0 0,0 1 0 0 0,0 0 0 0 0,0-1 0 0 0,0 1 0 0 0,0 0 0 0 0,1-1 0 0 0,-1 1 0 0 0,0 0 0 0 0,0 0 0 0 0,1 0 0 0 0,-1 0 0 0 0,0 0 0 0 0,1 0 0 0 0,-1 0 0 0 0,1 0 0 0 0,-1 0 0 0 0,1 0 0 0 0,-1 0-1 0 0,1 2 1 0 0,-1 1-5 0 0,0-1 0 0 0,0 1 1 0 0,1-1-1 0 0,-1 1 0 0 0,1-1 0 0 0,0 1 0 0 0,0-1 0 0 0,1 1 0 0 0,-1-1 0 0 0,1 1 0 0 0,-1-1 0 0 0,1 1 0 0 0,0-1 0 0 0,0 1 0 0 0,2 2 0 0 0,28 56 90 0 0,-19-41-64 0 0,41 80 272 0 0,-5-13-43 0 0,-3 2-1 0 0,-5 2 0 0 0,31 103 0 0 0,-54-131-93 0 0,16 125 0 0 0,-30-151-146 0 0,-1 0 1 0 0,-2 0-1 0 0,-2 1 1 0 0,-11 64-1 0 0,-1 2-10 0 0,12-79-74 0 0,0 0 1 0 0,-2 0 0 0 0,-1 0 0 0 0,-2-1 0 0 0,0 0-1 0 0,-12 27 1 0 0,19-51-31 0 0,0-1-1 0 0,0 0 1 0 0,0 0-1 0 0,0 0 1 0 0,-1 1-1 0 0,1-1 1 0 0,0 0-1 0 0,0 0 1 0 0,0 0-1 0 0,0 0 1 0 0,0 0-1 0 0,-1 0 1 0 0,1 1-1 0 0,0-1 1 0 0,0 0-1 0 0,0 0 1 0 0,-1 0-1 0 0,1 0 1 0 0,0 0-1 0 0,0 0 1 0 0,0 0-1 0 0,-1 0 1 0 0,1 0-1 0 0,0 0 1 0 0,0 0-1 0 0,0 0 1 0 0,-1 0-1 0 0,1 0 1 0 0,0 0-1 0 0,0 0 1 0 0,0 0-1 0 0,-1 0 1 0 0,1 0-1 0 0,0 0 1 0 0,0 0-1 0 0,0-1 1 0 0,-1 1-1 0 0,1 0 1 0 0,0 0-1 0 0,0 0 1 0 0,0 0-1 0 0,0 0 1 0 0,-1 0-1 0 0,1-1 1 0 0,0 1-1 0 0,-11-13-10 0 0,-3-17-3 0 0,13 18 17 0 0,-1 0 0 0 0,1 0 0 0 0,-2 0 0 0 0,0 0 0 0 0,0 0-1 0 0,-1 0 1 0 0,-1 1 0 0 0,0 0 0 0 0,0 0 0 0 0,-10-14 0 0 0,5 6 8 0 0,0 0-1 0 0,-9-26 1 0 0,20 45-10 0 0,-1 0 0 0 0,0 0 0 0 0,0 0 0 0 0,0 0 0 0 0,0 0 0 0 0,0 0 0 0 0,0 0 0 0 0,1 0 0 0 0,-1 0 0 0 0,0 0 0 0 0,0 0 1 0 0,0 0-1 0 0,0 0 0 0 0,0 0 0 0 0,0 0 0 0 0,1 0 0 0 0,-1 0 0 0 0,0 0 0 0 0,0 0 0 0 0,0 0 0 0 0,0 0 0 0 0,0 0 0 0 0,0 0 0 0 0,1 0 0 0 0,-1 0 0 0 0,0 0 0 0 0,0 0 0 0 0,0 0 0 0 0,0-1 0 0 0,0 1 0 0 0,0 0 0 0 0,0 0 0 0 0,0 0 0 0 0,0 0 0 0 0,1 0 0 0 0,-1 0 0 0 0,0 0 0 0 0,0-1 0 0 0,0 1 0 0 0,0 0 0 0 0,0 0 0 0 0,0 0 0 0 0,0 0 0 0 0,0 0 1 0 0,0 0-1 0 0,0-1 0 0 0,0 1 0 0 0,0 0 0 0 0,0 0 0 0 0,0 0 0 0 0,0 0 0 0 0,0 0 0 0 0,0 0 0 0 0,0-1 0 0 0,0 1 0 0 0,0 0 0 0 0,0 0 0 0 0,0 0 0 0 0,0 0 0 0 0,-1 0 0 0 0,1 0 0 0 0,0-1 0 0 0,0 1 0 0 0,0 0 0 0 0,0 0 0 0 0,0 0 0 0 0,0 0 0 0 0,0 0 0 0 0,-1 0 0 0 0,15 9 97 0 0,13 17 32 0 0,-7 3-77 0 0,-2 2-1 0 0,0 1 1 0 0,-2 0-1 0 0,19 56 0 0 0,-27-63 55 0 0,0 0-1 0 0,-2 1 0 0 0,-1 0 0 0 0,-1 0 0 0 0,-1 0 0 0 0,-2 0 0 0 0,-1 29 0 0 0,-1-47 517 0 0,2-12-316 0 0,10-35-91 0 0,-2 24-164 0 0,1 0 1 0 0,0 1-1 0 0,2 1 1 0 0,-1-1 0 0 0,1 2-1 0 0,1 0 1 0 0,19-14-1 0 0,23-14-2254 0 0,8-7-6117 0 0,-45 34 5114 0 0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12:17.51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113 30 1696 0 0,'-2'-3'352'0'0,"-1"0"-1"0"0,0 0 1 0 0,0 1-1 0 0,0-1 1 0 0,0 1-1 0 0,0-1 1 0 0,0 1-1 0 0,-1 0 1 0 0,1 1-1 0 0,-1-1 1 0 0,-5-1 0 0 0,7 3-230 0 0,1 0 1 0 0,-1 0 0 0 0,1 0 0 0 0,-1 1 0 0 0,0-1 0 0 0,1 1 0 0 0,-1-1 0 0 0,1 1 0 0 0,-1 0 0 0 0,1-1 0 0 0,0 1-1 0 0,-1 0 1 0 0,1 0 0 0 0,0 0 0 0 0,-1 0 0 0 0,1 0 0 0 0,0 0 0 0 0,0 1 0 0 0,0-1 0 0 0,0 0 0 0 0,0 1 0 0 0,0-1-1 0 0,1 0 1 0 0,-1 1 0 0 0,0-1 0 0 0,1 1 0 0 0,-1-1 0 0 0,1 1 0 0 0,-1-1 0 0 0,1 3 0 0 0,-2 5-75 0 0,0-1 0 0 0,1 1 1 0 0,0-1-1 0 0,0 1 0 0 0,1 0 1 0 0,0-1-1 0 0,1 1 0 0 0,0 0 1 0 0,0-1-1 0 0,1 1 0 0 0,0-1 1 0 0,0 0-1 0 0,1 1 0 0 0,0-1 0 0 0,1 0 1 0 0,0-1-1 0 0,0 1 0 0 0,0-1 1 0 0,1 1-1 0 0,0-1 0 0 0,10 10 1 0 0,-13-16-33 0 0,-1 0 1 0 0,1 1 0 0 0,0-1 0 0 0,0 0-1 0 0,0 0 1 0 0,0 0 0 0 0,0-1-1 0 0,0 1 1 0 0,0 0 0 0 0,0-1 0 0 0,0 1-1 0 0,0-1 1 0 0,0 0 0 0 0,0 1 0 0 0,1-1-1 0 0,-1 0 1 0 0,0-1 0 0 0,0 1-1 0 0,0 0 1 0 0,0 0 0 0 0,0-1 0 0 0,0 1-1 0 0,0-1 1 0 0,3-1 0 0 0,-2 0 33 0 0,1 0 0 0 0,-1 0 0 0 0,0 0 0 0 0,0-1 0 0 0,0 0 0 0 0,0 1 0 0 0,0-1 0 0 0,0 0 0 0 0,-1 0 0 0 0,1 0 0 0 0,-1-1 0 0 0,3-5 0 0 0,-3 5 16 0 0,0 1 0 0 0,0 0 1 0 0,0-1-1 0 0,-1 1 0 0 0,1-1 0 0 0,-1 1 1 0 0,0-1-1 0 0,0 0 0 0 0,-1 1 1 0 0,1-1-1 0 0,-1 0 0 0 0,0 0 1 0 0,0 1-1 0 0,0-1 0 0 0,0 0 0 0 0,0 0 1 0 0,-1 0-1 0 0,0 1 0 0 0,0-1 1 0 0,0 0-1 0 0,0 1 0 0 0,-1-1 1 0 0,1 1-1 0 0,-1-1 0 0 0,0 1 0 0 0,0 0 1 0 0,0 0-1 0 0,0 0 0 0 0,-1 0 1 0 0,-2-3-1 0 0,2 4-88 0 0,-1-1 1 0 0,0 1-1 0 0,0 1 1 0 0,1-1-1 0 0,-1 0 0 0 0,0 1 1 0 0,-1 0-1 0 0,1 0 1 0 0,0 0-1 0 0,0 0 1 0 0,0 1-1 0 0,0-1 0 0 0,-1 1 1 0 0,1 0-1 0 0,0 1 1 0 0,0-1-1 0 0,-1 1 1 0 0,1 0-1 0 0,0 0 0 0 0,0 0 1 0 0,-7 3-1 0 0,7-2-556 0 0,0 0 0 0 0,0 0-1 0 0,0 1 1 0 0,0-1 0 0 0,1 1-1 0 0,-1 0 1 0 0,1 0 0 0 0,0 0-1 0 0,0 0 1 0 0,0 1 0 0 0,0-1-1 0 0,1 1 1 0 0,-3 4 0 0 0,-6 1-1727 0 0,5-7 1490 0 0,3 6-957 0 0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12:17.89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1 203 1880 0 0,'3'-2'131'0'0,"0"1"0"0"0,1-1 0 0 0,-1 0 0 0 0,0 1 0 0 0,0-1 0 0 0,0-1 0 0 0,0 1 0 0 0,-1 0 0 0 0,1-1 0 0 0,-1 1 0 0 0,1-1 0 0 0,-1 0-1 0 0,0 0 1 0 0,0 0 0 0 0,0 0 0 0 0,2-5 0 0 0,7-7 331 0 0,14-19 340 0 0,30-33 623 0 0,-51 62-1205 0 0,0 1 0 0 0,0 0 0 0 0,0 0 0 0 0,1 1 0 0 0,0-1 0 0 0,0 1 0 0 0,0 0 0 0 0,0 1 0 0 0,0-1 0 0 0,1 1 0 0 0,7-3 0 0 0,-11 5-168 0 0,0 0-1 0 0,1 0 1 0 0,-1 0-1 0 0,0 0 0 0 0,0 1 1 0 0,0-1-1 0 0,-1 1 1 0 0,1-1-1 0 0,0 1 0 0 0,0 0 1 0 0,0-1-1 0 0,0 1 1 0 0,0 0-1 0 0,-1 0 0 0 0,1 0 1 0 0,0 1-1 0 0,-1-1 1 0 0,1 0-1 0 0,-1 1 0 0 0,1-1 1 0 0,-1 1-1 0 0,0-1 1 0 0,0 1-1 0 0,1 0 0 0 0,-1-1 1 0 0,0 1-1 0 0,-1 0 1 0 0,1 0-1 0 0,0 0 1 0 0,0 0-1 0 0,-1-1 0 0 0,1 1 1 0 0,-1 3-1 0 0,5 11 414 0 0,-2 0 0 0 0,0 0 0 0 0,1 18 0 0 0,-3-23-391 0 0,3 15-3331 0 0,0 1-1 0 0,15 44 1 0 0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12:18.24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23 0 1960 0 0,'-3'4'385'0'0,"0"1"0"0"0,1-1-1 0 0,-1 1 1 0 0,1 0 0 0 0,0-1 0 0 0,1 1-1 0 0,-1 0 1 0 0,1 0 0 0 0,0 0-1 0 0,0 0 1 0 0,0 1 0 0 0,1-1-1 0 0,-1 0 1 0 0,1 0 0 0 0,1 0-1 0 0,0 7 1 0 0,-1-8-285 0 0,0-1 0 0 0,0 1-1 0 0,1-1 1 0 0,0 1 0 0 0,-1 0 0 0 0,1-1-1 0 0,0 1 1 0 0,1-1 0 0 0,-1 0 0 0 0,0 1-1 0 0,1-1 1 0 0,0 0 0 0 0,0 0 0 0 0,0 0-1 0 0,0 0 1 0 0,0 0 0 0 0,1-1 0 0 0,-1 1 0 0 0,1-1-1 0 0,0 0 1 0 0,0 1 0 0 0,0-1 0 0 0,6 3-1 0 0,-5-4-29 0 0,0-1-1 0 0,0 0 0 0 0,1 1 1 0 0,-1-2-1 0 0,0 1 0 0 0,0 0 1 0 0,1-1-1 0 0,-1 0 0 0 0,0 0 1 0 0,0 0-1 0 0,0 0 0 0 0,0-1 1 0 0,5-2-1 0 0,53-30-483 0 0,-49 26-141 0 0,-1 2-1064 0 0,-2 0 0 0 0,1-1 0 0 0,-1-1 0 0 0,0 0 0 0 0,17-17 0 0 0,-20 12 565 0 0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12:18.62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63 143 2160 0 0,'-1'-1'169'0'0,"0"0"0"0"0,0 1 0 0 0,0-1-1 0 0,0 0 1 0 0,-1 0 0 0 0,1 1-1 0 0,0-1 1 0 0,0 0 0 0 0,-1 1-1 0 0,1-1 1 0 0,0 1 0 0 0,-1 0 0 0 0,1-1-1 0 0,-1 1 1 0 0,1 0 0 0 0,0 0-1 0 0,-1 0 1 0 0,1 0 0 0 0,-1 0-1 0 0,1 0 1 0 0,0 1 0 0 0,-1-1-1 0 0,1 0 1 0 0,-1 1 0 0 0,1-1 0 0 0,0 1-1 0 0,-1-1 1 0 0,1 1 0 0 0,0-1-1 0 0,0 1 1 0 0,0 0 0 0 0,-1 0-1 0 0,1 0 1 0 0,0 0 0 0 0,0 0 0 0 0,0 0-1 0 0,0 0 1 0 0,1 0 0 0 0,-1 0-1 0 0,0 0 1 0 0,0 0 0 0 0,1 1-1 0 0,-1-1 1 0 0,0 0 0 0 0,0 3-1 0 0,-1 1-16 0 0,1 0 0 0 0,-1 0 0 0 0,1 0-1 0 0,0 0 1 0 0,0 1 0 0 0,1-1 0 0 0,-1 0-1 0 0,1 0 1 0 0,0 1 0 0 0,1-1-1 0 0,0 6 1 0 0,1-6-137 0 0,20 67 203 0 0,-21-69-238 0 0,1 0-1 0 0,0 1 0 0 0,-1-1 0 0 0,1 0 0 0 0,0 0 0 0 0,0 0 1 0 0,1 0-1 0 0,-1 0 0 0 0,1-1 0 0 0,-1 1 0 0 0,1-1 0 0 0,0 0 1 0 0,0 1-1 0 0,0-1 0 0 0,0 0 0 0 0,0-1 0 0 0,1 1 0 0 0,3 1 0 0 0,-6-3-24 0 0,0 1-1 0 0,0-1 0 0 0,0 0 0 0 0,1 0 1 0 0,-1 0-1 0 0,0 1 0 0 0,0-1 0 0 0,0 0 1 0 0,1-1-1 0 0,-1 1 0 0 0,0 0 0 0 0,0 0 1 0 0,1 0-1 0 0,-1-1 0 0 0,0 1 0 0 0,0-1 1 0 0,0 1-1 0 0,0-1 0 0 0,0 1 0 0 0,1-1 1 0 0,-1 1-1 0 0,0-1 0 0 0,0 0 0 0 0,-1 0 1 0 0,3-1-1 0 0,-2 0-16 0 0,1-1 1 0 0,0 1-1 0 0,-1-1 1 0 0,0 0-1 0 0,0 1 1 0 0,0-1-1 0 0,0 0 1 0 0,0 0-1 0 0,0 0 1 0 0,0-4-1 0 0,0-3 2 0 0,0 0 0 0 0,-1 0 0 0 0,0 0 0 0 0,-1 0-1 0 0,-2-13 1 0 0,0 13 64 0 0,0-1 0 0 0,-1 1-1 0 0,-1 1 1 0 0,1-1 0 0 0,-12-16 0 0 0,-14-32 1506 0 0,31 57-1434 0 0,-1 1 1 0 0,0-1 0 0 0,0 0 0 0 0,0 1-1 0 0,0-1 1 0 0,0 1 0 0 0,1-1 0 0 0,-1 1-1 0 0,0-1 1 0 0,0 0 0 0 0,1 1 0 0 0,-1-1 0 0 0,0 1-1 0 0,1-1 1 0 0,-1 1 0 0 0,1 0 0 0 0,-1-1-1 0 0,1 1 1 0 0,-1-1 0 0 0,1 1 0 0 0,-1 0-1 0 0,1-1 1 0 0,-1 1 0 0 0,1 0 0 0 0,-1 0-1 0 0,1-1 1 0 0,-1 1 0 0 0,1 0 0 0 0,-1 0-1 0 0,2 0 1 0 0,27-10 634 0 0,-13 5-450 0 0,47-34 297 0 0,-8 3-4629 0 0,-75 68-4836 0 0,12-19 7556 0 0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12:19.02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7 336 1616 0 0,'-1'1'146'0'0,"0"1"-1"0"0,1-1 1 0 0,-1 1 0 0 0,0 0-1 0 0,1-1 1 0 0,-1 1-1 0 0,1 0 1 0 0,-1 0-1 0 0,1 0 1 0 0,0-1-1 0 0,-1 1 1 0 0,1 0 0 0 0,0 0-1 0 0,1 0 1 0 0,-1 0-1 0 0,0-1 1 0 0,0 1-1 0 0,1 0 1 0 0,-1 0 0 0 0,2 2-1 0 0,-2-4-42 0 0,1 1 0 0 0,0 0-1 0 0,0-1 1 0 0,0 1 0 0 0,0-1 0 0 0,0 1 0 0 0,-1-1-1 0 0,1 0 1 0 0,0 1 0 0 0,0-1 0 0 0,0 0 0 0 0,0 0-1 0 0,0 0 1 0 0,0 0 0 0 0,0 0 0 0 0,0 0 0 0 0,0 0-1 0 0,0 0 1 0 0,0 0 0 0 0,0 0 0 0 0,0 0 0 0 0,0 0-1 0 0,0-1 1 0 0,0 1 0 0 0,0 0 0 0 0,0-1-1 0 0,0 1 1 0 0,0-1 0 0 0,-1 1 0 0 0,1-1 0 0 0,0 0-1 0 0,0 1 1 0 0,0-1 0 0 0,-1 0 0 0 0,1 1 0 0 0,0-1-1 0 0,0-1 1 0 0,31-24 389 0 0,28-19-867 0 0,-12 24-2818 0 0,-2 3-395 0 0,-37 14 2185 0 0</inkml:trace>
  <inkml:trace contextRef="#ctx0" brushRef="#br0" timeOffset="1">125 1 1064 0 0,'-1'1'184'0'0,"0"0"0"0"0,0 1-1 0 0,1-1 1 0 0,-1 1 0 0 0,1-1 0 0 0,-1 1-1 0 0,1 0 1 0 0,0-1 0 0 0,-1 1 0 0 0,1-1-1 0 0,0 1 1 0 0,0 0 0 0 0,0-1 0 0 0,0 1-1 0 0,1-1 1 0 0,-1 1 0 0 0,0-1 0 0 0,1 3-1 0 0,11 35 612 0 0,-8-25-380 0 0,44 143 1010 0 0,16 61-6487 0 0,-61-201 3478 0 0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12:19.36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 95 2433 0 0,'0'5'201'0'0,"-3"72"1771"0"0,3-70-1776 0 0,0 0 0 0 0,1 0 0 0 0,0-1 0 0 0,0 1 0 0 0,0-1 0 0 0,1 1 0 0 0,0-1 0 0 0,0 1-1 0 0,4 5 1 0 0,-5-10-139 0 0,0-1-1 0 0,0 0 1 0 0,0 1-1 0 0,0-1 1 0 0,1 0-1 0 0,-1 0 1 0 0,0 0-1 0 0,0 0 1 0 0,1 0-1 0 0,-1 0 1 0 0,1 0-1 0 0,-1 0 1 0 0,1-1-1 0 0,-1 1 1 0 0,1-1-1 0 0,-1 1 1 0 0,1-1-1 0 0,-1 1 1 0 0,1-1-1 0 0,0 0 0 0 0,-1 0 1 0 0,1 0-1 0 0,0 0 1 0 0,-1 0-1 0 0,1 0 1 0 0,0 0-1 0 0,-1 0 1 0 0,1-1-1 0 0,-1 1 1 0 0,1-1-1 0 0,0 1 1 0 0,-1-1-1 0 0,1 0 1 0 0,-1 0-1 0 0,0 1 1 0 0,1-1-1 0 0,-1 0 1 0 0,1 0-1 0 0,-1 0 1 0 0,0-1-1 0 0,2-1 1 0 0,4-2 178 0 0,0-1 1 0 0,-1-1 0 0 0,0 1-1 0 0,0-1 1 0 0,0 0 0 0 0,6-10 0 0 0,-6 4-36 0 0,0 0 1 0 0,0 0 0 0 0,-2 0 0 0 0,1-1 0 0 0,3-20 0 0 0,-7 31-155 0 0,0-1 0 0 0,-1 1 0 0 0,1-1 0 0 0,-1 0 0 0 0,1 1 1 0 0,-1-1-1 0 0,0 0 0 0 0,0 0 0 0 0,-1 1 0 0 0,1-1 1 0 0,-1 0-1 0 0,0 1 0 0 0,0-1 0 0 0,0 1 0 0 0,0-1 1 0 0,-1 1-1 0 0,1-1 0 0 0,-1 1 0 0 0,0 0 0 0 0,0 0 0 0 0,0 0 1 0 0,0 0-1 0 0,-1 0 0 0 0,1 0 0 0 0,-5-3 0 0 0,4 5-36 0 0,1 0 1 0 0,-1 0-1 0 0,0 0 0 0 0,1 1 0 0 0,-1-1 0 0 0,0 1 0 0 0,0 0 0 0 0,1 0 0 0 0,-1 0 0 0 0,0 0 0 0 0,1 0 0 0 0,-1 1 0 0 0,0-1 0 0 0,0 1 0 0 0,1 0 0 0 0,-1 0 0 0 0,1 0 0 0 0,-1 0 0 0 0,1 0 0 0 0,-1 0 0 0 0,1 1 0 0 0,0-1 0 0 0,-1 1 0 0 0,1 0 1 0 0,0-1-1 0 0,0 1 0 0 0,-3 4 0 0 0,-1 0-605 0 0,-1 1 0 0 0,1 0 0 0 0,1 0 0 0 0,-1 1 0 0 0,1-1 0 0 0,-8 18 0 0 0,7-6-1971 0 0,6-18 2439 0 0,0-1-1 0 0,-1 1 1 0 0,1-1 0 0 0,0 0-1 0 0,0 1 1 0 0,-1-1 0 0 0,1 1-1 0 0,0-1 1 0 0,0 1 0 0 0,0-1-1 0 0,0 1 1 0 0,0-1 0 0 0,0 1-1 0 0,0-1 1 0 0,0 1 0 0 0,0-1-1 0 0,0 1 1 0 0,0-1 0 0 0,0 1-1 0 0,0-1 1 0 0,0 1 0 0 0,0-1-1 0 0,0 1 1 0 0,1-1 0 0 0,-1 0-1 0 0,0 1 1 0 0,0-1-1 0 0,0 1 1 0 0,1-1 0 0 0,-1 1-1 0 0,0-1 1 0 0,1 0 0 0 0,-1 1-1 0 0,1 0 1 0 0,4-4-1464 0 0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12:19.72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16 0 1720 0 0,'-3'3'1577'0'0,"0"2"-521"0"0,-4 3-136 0 0,4 1-192 0 0,3 3-248 0 0,2 3-216 0 0,1 2-152 0 0,2 4-64 0 0,-1 2-64 0 0,2 1-136 0 0,2 1-208 0 0,-1-2-312 0 0,0-1-312 0 0,0-2-72 0 0,-2-3 200 0 0,-1-2 239 0 0,-2-1-1087 0 0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12:20.09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1 161 2561 0 0,'0'-4'538'0'0,"1"1"1"0"0,-1-1 0 0 0,1 1 0 0 0,0-1-1 0 0,0 1 1 0 0,0-1 0 0 0,1 1 0 0 0,-1 0 0 0 0,3-4-1 0 0,37-49 1764 0 0,-29 40-1486 0 0,-6 10-634 0 0,-1-1-1 0 0,1 1 0 0 0,-1-1 1 0 0,2 2-1 0 0,8-8 0 0 0,-14 12-170 0 0,0 1-1 0 0,0-1 0 0 0,0 0 0 0 0,0 1 0 0 0,0-1 1 0 0,0 1-1 0 0,0-1 0 0 0,0 1 0 0 0,1 0 1 0 0,-1-1-1 0 0,0 1 0 0 0,0 0 0 0 0,0 0 1 0 0,1 0-1 0 0,-1 0 0 0 0,0 0 0 0 0,0 0 1 0 0,0 0-1 0 0,0 0 0 0 0,1 1 0 0 0,-1-1 1 0 0,0 0-1 0 0,0 1 0 0 0,0-1 0 0 0,0 1 1 0 0,0-1-1 0 0,0 1 0 0 0,0-1 0 0 0,0 1 0 0 0,0 0 1 0 0,0-1-1 0 0,0 1 0 0 0,0 0 0 0 0,0 0 1 0 0,-1 0-1 0 0,1 0 0 0 0,0 0 0 0 0,0 0 1 0 0,-1 0-1 0 0,1 0 0 0 0,-1 0 0 0 0,1 0 1 0 0,-1 0-1 0 0,0 0 0 0 0,1 0 0 0 0,-1 0 1 0 0,0 1-1 0 0,1 0 0 0 0,3 16-309 0 0,0 0-1 0 0,-2 0 1 0 0,0 0 0 0 0,0 0 0 0 0,-2 0-1 0 0,0 0 1 0 0,-1 1 0 0 0,-1-1-1 0 0,-1 0 1 0 0,0 0 0 0 0,-2-1-1 0 0,0 1 1 0 0,-10 24 0 0 0,10-38-90 0 0,5-19 606 0 0,7-20 822 0 0,-6 32-908 0 0,0 1 1 0 0,0-1 0 0 0,0 1 0 0 0,0 0-1 0 0,1 0 1 0 0,-1 0 0 0 0,1-1 0 0 0,-1 1 0 0 0,1 1-1 0 0,0-1 1 0 0,0 0 0 0 0,0 0 0 0 0,0 1-1 0 0,0-1 1 0 0,0 1 0 0 0,1-1 0 0 0,-1 1-1 0 0,0 0 1 0 0,1 0 0 0 0,-1 0 0 0 0,1 0-1 0 0,-1 1 1 0 0,1-1 0 0 0,-1 1 0 0 0,1-1 0 0 0,0 1-1 0 0,-1 0 1 0 0,4 0 0 0 0,33 7-82 0 0,-4 9-3476 0 0,-34-15 3064 0 0,0-1 0 0 0,-1 1 0 0 0,1-1 0 0 0,0 0 0 0 0,0 0 0 0 0,0 1 0 0 0,0-1 0 0 0,0 0 0 0 0,0 0 0 0 0,0 0 0 0 0,0 0 0 0 0,0 0-1 0 0,0 0 1 0 0,0 0 0 0 0,0 0 0 0 0,-1-1 0 0 0,1 1 0 0 0,0 0 0 0 0,0 0 0 0 0,1-1 0 0 0,2-1-1277 0 0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12:20.47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3 244 1272 0 0,'-1'-3'514'0'0,"0"0"0"0"0,1 0-1 0 0,-1 0 1 0 0,1 0 0 0 0,0 0 0 0 0,0 0-1 0 0,0 0 1 0 0,1 0 0 0 0,-1 0-1 0 0,0 0 1 0 0,1 1 0 0 0,0-1 0 0 0,2-6-1 0 0,19-45-167 0 0,-14 35-11 0 0,-5 12-268 0 0,0-1 0 0 0,1 1 0 0 0,0 0 0 0 0,0 0 0 0 0,5-6 0 0 0,-8 12-23 0 0,-1 0 1 0 0,1 1 0 0 0,-1-1-1 0 0,1 1 1 0 0,-1-1 0 0 0,1 0-1 0 0,-1 1 1 0 0,1 0-1 0 0,0-1 1 0 0,-1 1 0 0 0,1-1-1 0 0,0 1 1 0 0,0 0 0 0 0,-1-1-1 0 0,1 1 1 0 0,0 0 0 0 0,0 0-1 0 0,-1 0 1 0 0,1 0-1 0 0,0 0 1 0 0,0-1 0 0 0,0 1-1 0 0,-1 1 1 0 0,2-1 0 0 0,-1 0 54 0 0,1 1 1 0 0,-1 0 0 0 0,0 0-1 0 0,0 0 1 0 0,1 0-1 0 0,-1 0 1 0 0,0 1 0 0 0,0-1-1 0 0,0 0 1 0 0,0 0 0 0 0,-1 1-1 0 0,1-1 1 0 0,0 0-1 0 0,0 1 1 0 0,-1-1 0 0 0,1 1-1 0 0,0 2 1 0 0,7 23 832 0 0,10 50 1 0 0,-14-55-1209 0 0,0 0 1 0 0,2 0-1 0 0,1-1 0 0 0,10 24 1 0 0,4-18-4154 0 0,-20-27 4235 0 0,-1 1 0 0 0,1-1 0 0 0,0 1 0 0 0,0-1 0 0 0,-1 1 0 0 0,1-1 0 0 0,0 0 0 0 0,0 1 0 0 0,0-1 0 0 0,-1 0 0 0 0,1 0 0 0 0,0 1-1 0 0,0-1 1 0 0,0 0 0 0 0,0 0 0 0 0,-1 0 0 0 0,1 0 0 0 0,0 0 0 0 0,0 0 0 0 0,0 0 0 0 0,0 0 0 0 0,0-1 0 0 0,-1 1 0 0 0,1 0 0 0 0,0 0 0 0 0,0-1 0 0 0,0 1 0 0 0,-1-1 0 0 0,1 1 0 0 0,0-1 0 0 0,0 1 0 0 0,-1-1-1 0 0,2 0 1 0 0,4-3-1226 0 0</inkml:trace>
  <inkml:trace contextRef="#ctx0" brushRef="#br0" timeOffset="1">138 23 1448 0 0,'-3'-22'3513'0'0,"10"32"371"0"0,14 36-858 0 0,-4 4-2595 0 0,21 92 1 0 0,-19-10-9102 0 0,-15-114 7288 0 0,6 4-580 0 0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12:20.83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83 2208 0 0,'0'-1'293'0'0,"0"-1"-1"0"0,0 0 0 0 0,0 0 1 0 0,0 0-1 0 0,0 0 1 0 0,0 0-1 0 0,1 0 0 0 0,-1 1 1 0 0,1-1-1 0 0,0 0 0 0 0,-1 0 1 0 0,1 0-1 0 0,0 1 0 0 0,0-1 1 0 0,0 1-1 0 0,0-1 0 0 0,0 1 1 0 0,1-1-1 0 0,-1 1 0 0 0,0-1 1 0 0,1 1-1 0 0,-1 0 0 0 0,1 0 1 0 0,-1 0-1 0 0,1 0 0 0 0,1-1 1 0 0,46-29 2025 0 0,-48 30-2278 0 0,1 0 0 0 0,0 0-1 0 0,-1 0 1 0 0,1 0 0 0 0,0 0 0 0 0,0 1 0 0 0,-1-1-1 0 0,1 1 1 0 0,0-1 0 0 0,0 1 0 0 0,0 0 0 0 0,0 0 0 0 0,0 0-1 0 0,0 0 1 0 0,-1 0 0 0 0,1 0 0 0 0,0 0 0 0 0,0 1-1 0 0,0-1 1 0 0,0 1 0 0 0,0-1 0 0 0,-1 1 0 0 0,1 0-1 0 0,3 1 1 0 0,-3 0-16 0 0,0 1-1 0 0,0-1 1 0 0,0 0 0 0 0,0 1-1 0 0,-1-1 1 0 0,1 1-1 0 0,-1 0 1 0 0,0-1 0 0 0,0 1-1 0 0,1 0 1 0 0,-2 0-1 0 0,1 0 1 0 0,0 0 0 0 0,0 3-1 0 0,1 14-135 0 0,-1 0 0 0 0,-1 0 1 0 0,-3 34-1 0 0,2-48 42 0 0,0 14-111 0 0,-1 0 1 0 0,-2 0-1 0 0,0 0 0 0 0,0 0 1 0 0,-13 28-1 0 0,17-48 171 0 0,0 0 0 0 0,0 0-1 0 0,0 0 1 0 0,0 0 0 0 0,0 0 0 0 0,0 0 0 0 0,0 0 0 0 0,0 0 0 0 0,0 0-1 0 0,0 0 1 0 0,0 0 0 0 0,0 0 0 0 0,0 0 0 0 0,0 0 0 0 0,0 0-1 0 0,0 0 1 0 0,0-1 0 0 0,0 1 0 0 0,0 0 0 0 0,0 0 0 0 0,0 0 0 0 0,0 0-1 0 0,0 0 1 0 0,0 0 0 0 0,0 0 0 0 0,-1 0 0 0 0,1 0 0 0 0,0 0-1 0 0,0 0 1 0 0,0 0 0 0 0,0 0 0 0 0,0 0 0 0 0,0 0 0 0 0,0 0-1 0 0,0 0 1 0 0,0 0 0 0 0,0 0 0 0 0,0 0 0 0 0,0 0 0 0 0,0 0 0 0 0,0 0-1 0 0,-1 0 1 0 0,1 0 0 0 0,0 0 0 0 0,1-13 234 0 0,5-18 689 0 0,-5 27-803 0 0,1 0 0 0 0,-1 1-1 0 0,1 0 1 0 0,0-1 0 0 0,0 1 0 0 0,0 0-1 0 0,0 0 1 0 0,1 0 0 0 0,-1 0 0 0 0,1 1-1 0 0,-1-1 1 0 0,1 1 0 0 0,0-1 0 0 0,0 1-1 0 0,0 0 1 0 0,5-2 0 0 0,-6 3-84 0 0,0 1 1 0 0,1-1 0 0 0,-1 1-1 0 0,0-1 1 0 0,1 1-1 0 0,-1 0 1 0 0,1 0-1 0 0,-1 0 1 0 0,1 0-1 0 0,-1 0 1 0 0,0 1-1 0 0,1-1 1 0 0,-1 1-1 0 0,0 0 1 0 0,1-1-1 0 0,-1 1 1 0 0,0 0-1 0 0,0 0 1 0 0,0 1-1 0 0,0-1 1 0 0,0 0-1 0 0,0 1 1 0 0,0-1-1 0 0,0 1 1 0 0,2 2-1 0 0,17 19-285 0 0,10 9-1703 0 0,-10-18-2421 0 0,-21-14 4260 0 0,0 0-1 0 0,1 0 0 0 0,-1 0 0 0 0,1 0 1 0 0,-1 1-1 0 0,0-1 0 0 0,1 0 1 0 0,-1 0-1 0 0,1 0 0 0 0,-1 0 1 0 0,1 0-1 0 0,-1 0 0 0 0,0 0 0 0 0,1 0 1 0 0,-1 0-1 0 0,1 0 0 0 0,-1 0 1 0 0,0 0-1 0 0,1-1 0 0 0,-1 1 1 0 0,1 0-1 0 0,-1 0 0 0 0,0 0 0 0 0,1-1 1 0 0,-1 1-1 0 0,1 0 0 0 0,-1 0 1 0 0,0-1-1 0 0,1 1 0 0 0,-1 0 1 0 0,0 0-1 0 0,0-1 0 0 0,1 1 1 0 0,-1 0-1 0 0,0-1 0 0 0,0 1 0 0 0,1-1 1 0 0,-1 1-1 0 0,0 0 0 0 0,0-1 1 0 0,0 1-1 0 0,0-1 0 0 0,0 1 1 0 0,0 0-1 0 0,0-1 0 0 0,0 0 0 0 0,0-20-1256 0 0,0 19 1109 0 0,-1-11-871 0 0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12:21.19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29 198 2208 0 0,'-14'-4'2662'0'0,"-1"-3"2334"0"0,17-21-4190 0 0,-1 23-685 0 0,0 1 0 0 0,1 0 0 0 0,0 0 0 0 0,-1 0 0 0 0,1 0 1 0 0,1 0-1 0 0,-1 0 0 0 0,1 1 0 0 0,-1-1 0 0 0,1 1 0 0 0,0-1 0 0 0,5-3 1 0 0,-7 6-85 0 0,0 0 1 0 0,1 0 0 0 0,-1 0-1 0 0,0 0 1 0 0,0 0 0 0 0,0 1-1 0 0,1-1 1 0 0,-1 1 0 0 0,0-1 0 0 0,1 1-1 0 0,-1-1 1 0 0,0 1 0 0 0,1 0-1 0 0,-1-1 1 0 0,1 1 0 0 0,-1 0-1 0 0,1 0 1 0 0,-1 0 0 0 0,0 0 0 0 0,1 0-1 0 0,-1 1 1 0 0,1-1 0 0 0,-1 0-1 0 0,0 1 1 0 0,1-1 0 0 0,-1 0-1 0 0,0 1 1 0 0,1 0 0 0 0,-1-1 0 0 0,0 1-1 0 0,0 0 1 0 0,1 0 0 0 0,-1 0-1 0 0,0 0 1 0 0,0 0 0 0 0,0 0-1 0 0,0 0 1 0 0,0 0 0 0 0,-1 0 0 0 0,2 2-1 0 0,8 14 161 0 0,-1 1 0 0 0,-1 0 0 0 0,0 1-1 0 0,-2 0 1 0 0,0 0 0 0 0,-1 0 0 0 0,4 31-1 0 0,6 20-301 0 0,-11-52-226 0 0,12 34-1436 0 0,0-22-2483 0 0,-16-30 4168 0 0,0 0 1 0 0,0 1 0 0 0,0-1 0 0 0,0 0 0 0 0,0 0 0 0 0,1 0-1 0 0,-1 1 1 0 0,0-1 0 0 0,0 0 0 0 0,0 0 0 0 0,0 0 0 0 0,0 0-1 0 0,0 0 1 0 0,0 1 0 0 0,1-1 0 0 0,-1 0 0 0 0,0 0 0 0 0,0 0-1 0 0,0 0 1 0 0,0 0 0 0 0,1 0 0 0 0,-1 0 0 0 0,0 0 0 0 0,0 1-1 0 0,0-1 1 0 0,0 0 0 0 0,1 0 0 0 0,-1 0 0 0 0,0 0 0 0 0,0 0-1 0 0,0 0 1 0 0,1 0 0 0 0,-1 0 0 0 0,0 0 0 0 0,0 0 0 0 0,0 0-1 0 0,0 0 1 0 0,1 0 0 0 0,-1 0 0 0 0,0-1 0 0 0,0 1-1 0 0,0 0 1 0 0,0 0 0 0 0,1 0 0 0 0,-1 0 0 0 0,0 0 0 0 0,0 0-1 0 0,0 0 1 0 0,0 0 0 0 0,1-1 0 0 0,-1 1 0 0 0,0 0 0 0 0,0 0-1 0 0,0 0 1 0 0,0 0 0 0 0,0 0 0 0 0,0-1 0 0 0,0 1 0 0 0,0 0-1 0 0,0 0 1 0 0,1 0 0 0 0,-1-1 0 0 0,0 1 0 0 0,0 0 0 0 0,0 0-1 0 0,0 0 1 0 0,0 0 0 0 0,0-1 0 0 0,2-17-1117 0 0,-1 13 829 0 0,1-11-1012 0 0</inkml:trace>
  <inkml:trace contextRef="#ctx0" brushRef="#br0" timeOffset="1">181 0 3305 0 0,'-1'8'736'0'0,"0"0"0"0"0,0 0 0 0 0,1 1 0 0 0,0-1 0 0 0,0 0 0 0 0,1 0 0 0 0,0 0 0 0 0,1 0 0 0 0,2 9-1 0 0,28 75 474 0 0,-16-50-457 0 0,-4-9-797 0 0,2 0 0 0 0,19 31 0 0 0,15 18-5907 0 0,-33-58 2432 0 0,-13-20 2843 0 0,-3-6-229 0 0,2 0-273 0 0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12:21.60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91 2689 0 0,'0'-5'483'0'0,"1"0"0"0"0,0-1 1 0 0,0 1-1 0 0,0 0 0 0 0,1 0 1 0 0,0 0-1 0 0,0 0 0 0 0,0 1 1 0 0,0-1-1 0 0,1 0 1 0 0,0 1-1 0 0,0 0 0 0 0,7-8 1 0 0,-9 10-400 0 0,0 1 0 0 0,1 0 1 0 0,-1 0-1 0 0,0 0 0 0 0,0 0 1 0 0,1-1-1 0 0,-1 2 0 0 0,1-1 1 0 0,-1 0-1 0 0,1 0 1 0 0,-1 0-1 0 0,1 1 0 0 0,-1-1 1 0 0,1 1-1 0 0,0-1 0 0 0,-1 1 1 0 0,1 0-1 0 0,0 0 0 0 0,-1-1 1 0 0,1 1-1 0 0,0 0 0 0 0,-1 0 1 0 0,1 1-1 0 0,0-1 0 0 0,-1 0 1 0 0,1 1-1 0 0,0-1 1 0 0,-1 1-1 0 0,1-1 0 0 0,-1 1 1 0 0,1 0-1 0 0,-1-1 0 0 0,1 1 1 0 0,-1 0-1 0 0,1 0 0 0 0,-1 0 1 0 0,0 0-1 0 0,0 1 0 0 0,1-1 1 0 0,-1 0-1 0 0,0 0 0 0 0,0 1 1 0 0,0-1-1 0 0,0 1 0 0 0,0-1 1 0 0,0 2-1 0 0,13 22 43 0 0,-1 1 0 0 0,-1 0 0 0 0,16 54 0 0 0,3 5-2451 0 0,-25-69 1324 0 0,-4-9 228 0 0,0-1-1 0 0,0 1 0 0 0,0-1 0 0 0,1 0 0 0 0,0 0 0 0 0,0 0 1 0 0,1-1-1 0 0,0 1 0 0 0,0-1 0 0 0,5 6 0 0 0,-6-11-810 0 0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12:21.97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2016 0 0,'2'9'665'0'0,"0"-1"0"0"0,0 1 0 0 0,1 0 0 0 0,0-1 0 0 0,0 0 0 0 0,1 1 0 0 0,6 9 0 0 0,4 9 75 0 0,18 49 246 0 0,67 149-2441 0 0,-91-203-808 0 0,-8-18 35 0 0,-6-14 1164 0 0,0-2 604 0 0,5 1-700 0 0</inkml:trace>
  <inkml:trace contextRef="#ctx0" brushRef="#br0" timeOffset="1">127 263 1128 0 0,'-1'-1'-107'0'0,"-6"-18"-124"0"0,3 1 4780 0 0,5 17-4175 0 0,0 0 0 0 0,-1 0 0 0 0,1 0-1 0 0,0-1 1 0 0,0 1 0 0 0,0 0 0 0 0,0 0 0 0 0,0 1 0 0 0,0-1 0 0 0,0 0 0 0 0,0 0 0 0 0,0 0 0 0 0,0 1 0 0 0,0-1 0 0 0,0 0 0 0 0,1 1-1 0 0,-1-1 1 0 0,0 1 0 0 0,1 0 0 0 0,-1-1 0 0 0,0 1 0 0 0,3 0 0 0 0,10-8-408 0 0,0 1 0 0 0,0-2 0 0 0,-1 0-1 0 0,0 0 1 0 0,-1-1 0 0 0,21-21 0 0 0,-26 24-703 0 0,-4 5-10 0 0,-1-1 1 0 0,1 1-1 0 0,-1-1 1 0 0,0 0-1 0 0,0 0 1 0 0,0 1 0 0 0,0-1-1 0 0,-1-1 1 0 0,1 1-1 0 0,0-4 1 0 0,3-2-2878 0 0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12:22.76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1712 0 0,'0'16'208'0'0,"4"10"-120"0"0,3 9-24 0 0,2 3-16 0 0,1 0 8 0 0,-1 2-40 0 0,1 0-32 0 0,-3-2-40 0 0,1-3-24 0 0,-4-5-64 0 0,4-1-616 0 0,-3-3-248 0 0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12:23.13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2 118 2080 0 0,'-1'4'242'0'0,"1"1"0"0"0,-1 0-1 0 0,1-1 1 0 0,1 1 0 0 0,-1-1-1 0 0,0 1 1 0 0,1 0 0 0 0,0-1-1 0 0,0 1 1 0 0,1-1 0 0 0,-1 0-1 0 0,1 1 1 0 0,3 5 0 0 0,-4-9-230 0 0,0-1-1 0 0,0 0 1 0 0,-1 0 0 0 0,1 0-1 0 0,0 0 1 0 0,0 0 0 0 0,0 0-1 0 0,0 0 1 0 0,0 0 0 0 0,-1 0 0 0 0,1-1-1 0 0,0 1 1 0 0,0 0 0 0 0,0 0-1 0 0,-1-1 1 0 0,1 1 0 0 0,0-1 0 0 0,0 1-1 0 0,-1 0 1 0 0,1-1 0 0 0,0 1-1 0 0,-1-1 1 0 0,1 0 0 0 0,0 1 0 0 0,-1-1-1 0 0,1 0 1 0 0,-1 1 0 0 0,1-1-1 0 0,-1 0 1 0 0,0 1 0 0 0,1-2-1 0 0,17-23-105 0 0,-9 13-417 0 0,-1 0 0 0 0,0-1 0 0 0,-1 0-1 0 0,-1-1 1 0 0,0 0 0 0 0,-1 0 0 0 0,6-26 0 0 0,-11 22-592 0 0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12:23.49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67 27 1424 0 0,'1'19'2580'0'0,"0"-1"1"0"0,6 28-1 0 0,13 35 430 0 0,-11-47-4956 0 0,9 62 0 0 0,-17-91 1444 0 0,-1-1-1 0 0,1 1 0 0 0,-1 0 1 0 0,0-1-1 0 0,0 1 1 0 0,-1 0-1 0 0,0-1 1 0 0,1 1-1 0 0,-1-1 1 0 0,-1 1-1 0 0,-2 6 0 0 0,-1-4-1189 0 0</inkml:trace>
  <inkml:trace contextRef="#ctx0" brushRef="#br0" timeOffset="1">0 387 2208 0 0,'45'-5'2935'0'0,"-40"3"-2915"0"0,0 0-1 0 0,-1 0 0 0 0,1 0 1 0 0,-1 0-1 0 0,1-1 1 0 0,-1 0-1 0 0,0 1 0 0 0,0-2 1 0 0,0 1-1 0 0,0 0 0 0 0,4-6 1 0 0,-1 1-505 0 0,1 0 0 0 0,-1-1 0 0 0,-1 0-1 0 0,0 0 1 0 0,0-1 0 0 0,-1 1 0 0 0,7-18 0 0 0,-5 15-690 0 0</inkml:trace>
  <inkml:trace contextRef="#ctx0" brushRef="#br0" timeOffset="2">148 0 2040 0 0,'2'13'3507'0'0,"28"70"-2267"0"0,-19-52-861 0 0,1-4-1479 0 0,-2 0 0 0 0,-1 1 1 0 0,-2 1-1 0 0,7 40 0 0 0,-13-59-167 0 0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12:23.86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53 1816 0 0,'33'-11'6170'0'0,"48"-21"-10859"0"0,-72 24 3112 0 0,-6 7 233 0 0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12:24.24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0 101 1384 0 0,'5'-6'1015'0'0,"0"0"0"0"0,1 1 0 0 0,0-1-1 0 0,0 1 1 0 0,0 1 0 0 0,12-8-1 0 0,-6 3 42 0 0,3-2-18 0 0,-11 7-858 0 0,0 0-1 0 0,0 0 0 0 0,1 1 1 0 0,-1 0-1 0 0,1 0 0 0 0,0 0 1 0 0,0 1-1 0 0,0-1 0 0 0,0 1 1 0 0,0 1-1 0 0,10-3 0 0 0,-16 7-111 0 0,0 0 0 0 0,0 1 0 0 0,0-1 0 0 0,0 0 0 0 0,-1 0 0 0 0,1 0-1 0 0,-1 0 1 0 0,-2 4 0 0 0,-32 29-286 0 0,31-32 122 0 0,0 1-1 0 0,0-1 1 0 0,0 1 0 0 0,0 0 0 0 0,1 1 0 0 0,0-1 0 0 0,0 1 0 0 0,0-1 0 0 0,1 1-1 0 0,0 0 1 0 0,0 1 0 0 0,0-1 0 0 0,-3 13 0 0 0,6-17 60 0 0,-7 69-948 0 0,7-67 952 0 0,-1 0-1 0 0,1 0 1 0 0,1-1 0 0 0,-1 1 0 0 0,0 0-1 0 0,1 0 1 0 0,0 0 0 0 0,0-1 0 0 0,0 1-1 0 0,0 0 1 0 0,1-1 0 0 0,-1 1 0 0 0,1-1-1 0 0,0 0 1 0 0,0 0 0 0 0,3 4 0 0 0,-2-6 114 0 0,0 1 1 0 0,0-1-1 0 0,0 1 1 0 0,1-1-1 0 0,-1 0 1 0 0,0-1 0 0 0,1 1-1 0 0,-1-1 1 0 0,1 1-1 0 0,-1-1 1 0 0,1 0 0 0 0,-1 0-1 0 0,1 0 1 0 0,-1-1-1 0 0,1 1 1 0 0,-1-1-1 0 0,0 0 1 0 0,1 0 0 0 0,4-2-1 0 0,64-27 1511 0 0,-53 21-1789 0 0,51-29 1369 0 0,-42 11-3559 0 0,-27 26 1827 0 0,0-1 1 0 0,0 0-1 0 0,1 0 0 0 0,-1-1 0 0 0,0 1 1 0 0,-1 0-1 0 0,1 0 0 0 0,0 0 1 0 0,-1-1-1 0 0,1 1 0 0 0,-1 0 0 0 0,0-4 1 0 0,-9-11-2112 0 0,5 11 1036 0 0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12:24.61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38 1 880 0 0,'-2'0'92'0'0,"1"0"-1"0"0,-1 0 1 0 0,1 0-1 0 0,0 0 0 0 0,-1 0 1 0 0,1 0-1 0 0,-1 0 1 0 0,1 1-1 0 0,0-1 1 0 0,-1 1-1 0 0,1-1 1 0 0,0 1-1 0 0,0-1 0 0 0,-1 1 1 0 0,1 0-1 0 0,0-1 1 0 0,0 1-1 0 0,0 0 1 0 0,0 0-1 0 0,0 0 1 0 0,0 0-1 0 0,0 0 1 0 0,0 0-1 0 0,0 0 0 0 0,0 1 1 0 0,1-1-1 0 0,-2 1 1 0 0,1 1 21 0 0,1 0 0 0 0,-1 0 0 0 0,1 1 1 0 0,-1-1-1 0 0,1 0 0 0 0,0 0 0 0 0,0 0 0 0 0,0 0 1 0 0,1 1-1 0 0,-1-1 0 0 0,2 5 0 0 0,1 2-119 0 0,0 0 0 0 0,0 0 0 0 0,1-1 0 0 0,1 1 0 0 0,0-1 0 0 0,9 13 0 0 0,11 7-2831 0 0,-23-26 1445 0 0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12:24.99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86 1 1872 0 0,'-2'0'94'0'0,"0"0"-1"0"0,0 0 0 0 0,0 0 0 0 0,0 0 1 0 0,0 0-1 0 0,-1 1 0 0 0,1-1 0 0 0,0 1 1 0 0,0-1-1 0 0,0 1 0 0 0,1 0 0 0 0,-1 0 1 0 0,0 0-1 0 0,0 0 0 0 0,0 0 0 0 0,1 0 0 0 0,-1 1 1 0 0,0-1-1 0 0,1 0 0 0 0,-1 1 0 0 0,1-1 1 0 0,0 1-1 0 0,-1 0 0 0 0,0 1 0 0 0,0 1 10 0 0,1 0-1 0 0,0 0 1 0 0,0-1-1 0 0,0 1 1 0 0,0 0-1 0 0,0 0 1 0 0,1 0-1 0 0,0 0 1 0 0,0 0-1 0 0,0 0 1 0 0,1 8-1 0 0,1 0 2 0 0,0 0 0 0 0,1-1 0 0 0,1 1 0 0 0,0 0 0 0 0,0-1 0 0 0,1 0 0 0 0,9 15 0 0 0,-10-21-87 0 0,0 0-1 0 0,0 0 0 0 0,0 0 1 0 0,0-1-1 0 0,1 0 0 0 0,0 0 1 0 0,0 0-1 0 0,0 0 0 0 0,0-1 1 0 0,1 0-1 0 0,-1 0 0 0 0,1 0 1 0 0,7 2-1 0 0,-11-4 31 0 0,0-1-1 0 0,1 1 1 0 0,-1-1-1 0 0,0 0 1 0 0,1 0-1 0 0,-1 0 1 0 0,1 0 0 0 0,-1 0-1 0 0,0 0 1 0 0,1 0-1 0 0,-1-1 1 0 0,1 1-1 0 0,-1-1 1 0 0,0 0-1 0 0,0 0 1 0 0,1 0-1 0 0,-1 0 1 0 0,0 0 0 0 0,0 0-1 0 0,0 0 1 0 0,0-1-1 0 0,0 1 1 0 0,0-1-1 0 0,-1 0 1 0 0,1 1-1 0 0,0-1 1 0 0,-1 0-1 0 0,1 0 1 0 0,-1 0 0 0 0,0 0-1 0 0,0 0 1 0 0,0 0-1 0 0,0 0 1 0 0,0-1-1 0 0,0 1 1 0 0,1-4-1 0 0,-1-1 83 0 0,1 0 0 0 0,-1 0 0 0 0,0 0 1 0 0,0 0-1 0 0,-1 0 0 0 0,0-1 0 0 0,0 1 0 0 0,0 0 0 0 0,-1 0 0 0 0,-1-1 0 0 0,1 1 0 0 0,-1 0 0 0 0,0 0 0 0 0,-1 1 0 0 0,1-1 0 0 0,-1 0 0 0 0,-7-10 0 0 0,8 14-157 0 0,1 0 0 0 0,-1 0 0 0 0,-1 0 1 0 0,1 0-1 0 0,0 0 0 0 0,-1 1 0 0 0,0-1 0 0 0,1 1 1 0 0,-1-1-1 0 0,0 1 0 0 0,0 0 0 0 0,0 0 0 0 0,-1 0 1 0 0,1 1-1 0 0,0-1 0 0 0,-1 1 0 0 0,1 0 0 0 0,-1 0 1 0 0,1 0-1 0 0,-1 0 0 0 0,1 0 0 0 0,-1 1 0 0 0,0 0 1 0 0,1 0-1 0 0,-1 0 0 0 0,0 0 0 0 0,1 0 0 0 0,-1 1 1 0 0,0 0-1 0 0,1-1 0 0 0,-1 1 0 0 0,1 1 0 0 0,-1-1 1 0 0,1 0-1 0 0,-7 5 0 0 0,3-1-882 0 0,-1 0 0 0 0,1 0 0 0 0,0 1 0 0 0,1 0 0 0 0,-8 9-1 0 0,-7 7-1258 0 0,15-14 693 0 0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12:25.40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2609 0 0,'4'4'706'0'0,"0"1"0"0"0,-1 0 0 0 0,1 0 0 0 0,-1 0 1 0 0,0 0-1 0 0,3 8 0 0 0,19 67 1430 0 0,-15-43-1087 0 0,12 45 227 0 0,0 4-1645 0 0,0-31-3747 0 0,-22-55 4047 0 0,0 0-1 0 0,0 0 1 0 0,0 0 0 0 0,0 0-1 0 0,0 1 1 0 0,0-1-1 0 0,0 0 1 0 0,0 0-1 0 0,0 0 1 0 0,0 0 0 0 0,0 1-1 0 0,0-1 1 0 0,0 0-1 0 0,0 0 1 0 0,0 0-1 0 0,0 0 1 0 0,0 0 0 0 0,1 1-1 0 0,-1-1 1 0 0,0 0-1 0 0,0 0 1 0 0,0 0 0 0 0,0 0-1 0 0,0 0 1 0 0,0 0-1 0 0,0 0 1 0 0,1 1-1 0 0,-1-1 1 0 0,0 0 0 0 0,0 0-1 0 0,0 0 1 0 0,0 0-1 0 0,0 0 1 0 0,1 0-1 0 0,-1 0 1 0 0,0 0 0 0 0,0 0-1 0 0,0 0 1 0 0,0 0-1 0 0,1 0 1 0 0,-1 0-1 0 0,0 0 1 0 0,0 0 0 0 0,0 0-1 0 0,0 0 1 0 0,1 0-1 0 0,-1 0 1 0 0,0 0 0 0 0,0 0-1 0 0,0 0 1 0 0,0 0-1 0 0,0 0 1 0 0,1 0-1 0 0,-1-1 1 0 0,0 1 0 0 0,0 0-1 0 0,0 0 1 0 0,0 0-1 0 0,0 0 1 0 0,0 0-1 0 0,0 0 1 0 0,1 0 0 0 0,-1-1-1 0 0,0 1 1 0 0,0 0-1 0 0,4-18-952 0 0,-2-22 1236 0 0,-3 31-215 0 0,-1-1 0 0 0,0 1 1 0 0,0 0-1 0 0,-1 0 0 0 0,-6-13 1 0 0,7 19 329 0 0,0-1-1 0 0,1 1 1 0 0,-1-1 0 0 0,-1 1 0 0 0,1 0 0 0 0,0-1 0 0 0,-1 1-1 0 0,1 0 1 0 0,-1 1 0 0 0,0-1 0 0 0,0 0 0 0 0,0 1-1 0 0,-1 0 1 0 0,1 0 0 0 0,-6-3 0 0 0,17 3-51 0 0,1 0 0 0 0,-1-1 0 0 0,0 0 0 0 0,0 0 0 0 0,-1 0 0 0 0,1-1 0 0 0,13-10 0 0 0,-15 11-155 0 0,2-1-604 0 0,0-1 0 0 0,-1 0 0 0 0,1 0 1 0 0,-1 0-1 0 0,-1-1 0 0 0,1 0 0 0 0,-1 0 0 0 0,0-1 0 0 0,0 0 0 0 0,-1 0 1 0 0,0 0-1 0 0,0-1 0 0 0,5-11 0 0 0,-9 17 407 0 0,-1 1 1 0 0,1-1-1 0 0,-1 0 1 0 0,1 1-1 0 0,-1-1 1 0 0,0 1-1 0 0,0-1 1 0 0,0 0-1 0 0,0 1 0 0 0,0-1 1 0 0,0 0-1 0 0,-1 1 1 0 0,1-1-1 0 0,-1 1 1 0 0,0-3-1 0 0,-1-3-255 0 0,2-7-887 0 0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12:25.81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13 1 2144 0 0,'-12'111'9723'0'0,"19"26"-7125"0"0,2-46-4186 0 0,-3-30-2586 0 0,-9-103-1927 0 0,-13-113 6786 0 0,17 159 113 0 0,0 0-1 0 0,1 0 1 0 0,0 0-1 0 0,0-1 1 0 0,0 1-1 0 0,0 0 1 0 0,0-1-1 0 0,4 5 1 0 0,37 34 1353 0 0,-35-36-2489 0 0,0 0 1 0 0,0-1-1 0 0,1 1 1 0 0,-1-1-1 0 0,1-1 1 0 0,0 0-1 0 0,1 0 1 0 0,-1-1-1 0 0,1 0 1 0 0,15 2-1 0 0,-24-5 166 0 0,0 1-1 0 0,0-1 1 0 0,0 0-1 0 0,0 0 1 0 0,0-1 0 0 0,0 1-1 0 0,0 0 1 0 0,0 0-1 0 0,0 0 1 0 0,0-1-1 0 0,0 1 1 0 0,-1 0-1 0 0,1-1 1 0 0,0 1 0 0 0,0-1-1 0 0,0 1 1 0 0,0-1-1 0 0,0 0 1 0 0,-1 1-1 0 0,1-1 1 0 0,0 0-1 0 0,-1 1 1 0 0,1-1 0 0 0,0 0-1 0 0,-1 0 1 0 0,1 0-1 0 0,-1 0 1 0 0,1 1-1 0 0,-1-1 1 0 0,0 0-1 0 0,1 0 1 0 0,-1 0-1 0 0,0 0 1 0 0,1 0 0 0 0,-1 0-1 0 0,0 0 1 0 0,0 0-1 0 0,0-2 1 0 0,0-7-1454 0 0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12:26.21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3 247 2505 0 0,'0'0'94'0'0,"-1"0"0"0"0,1 0 0 0 0,0 1 0 0 0,0-1 0 0 0,0 0 0 0 0,0 1 0 0 0,-1-1 1 0 0,1 1-1 0 0,0-1 0 0 0,0 0 0 0 0,0 1 0 0 0,0-1 0 0 0,0 0 0 0 0,0 1 1 0 0,0-1-1 0 0,0 0 0 0 0,0 1 0 0 0,0-1 0 0 0,0 1 0 0 0,0-1 0 0 0,0 0 1 0 0,0 1-1 0 0,0-1 0 0 0,1 0 0 0 0,-1 1 0 0 0,0-1 0 0 0,0 0 0 0 0,0 1 1 0 0,0-1-1 0 0,1 0 0 0 0,-1 1 0 0 0,0-1 0 0 0,0 0 0 0 0,1 0 0 0 0,-1 1 0 0 0,0-1 1 0 0,1 0-1 0 0,16 3 2200 0 0,19-8-245 0 0,-25 1-2038 0 0,1-1 0 0 0,-1-1 0 0 0,0 1 0 0 0,0-2 0 0 0,19-14 0 0 0,-11 5-3835 0 0,34-36 0 0 0,-42 34 2120 0 0,-5 11 669 0 0</inkml:trace>
  <inkml:trace contextRef="#ctx0" brushRef="#br0" timeOffset="1">207 1 1240 0 0,'-4'0'6327'0'0,"3"8"-2325"0"0,3 26-823 0 0,12 39-2108 0 0,54 216-350 0 0,-44-193-4091 0 0,1-1-4832 0 0,-23-80 5552 0 0,-3-11 876 0 0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12:27.10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20 2369 0 0,'0'2'152'0'0,"0"0"1"0"0,0-1 0 0 0,0 1 0 0 0,0 0 0 0 0,0-1 0 0 0,0 1 0 0 0,1 0 0 0 0,-1-1 0 0 0,1 1 0 0 0,-1 0 0 0 0,1-1 0 0 0,-1 1 0 0 0,1-1 0 0 0,0 1 0 0 0,0-1 0 0 0,0 1 0 0 0,0-1 0 0 0,0 0 0 0 0,0 1 0 0 0,0-1 0 0 0,1 0 0 0 0,-1 0 0 0 0,0 0 0 0 0,1 0 0 0 0,-1 0 0 0 0,3 2 0 0 0,0-2 71 0 0,0 0 1 0 0,0 0-1 0 0,0-1 1 0 0,0 1 0 0 0,0-1-1 0 0,0 0 1 0 0,0 0-1 0 0,0 0 1 0 0,0-1-1 0 0,-1 1 1 0 0,6-2 0 0 0,9-3 591 0 0,-1 0 1 0 0,1-2-1 0 0,29-14 1 0 0,-16-2 606 0 0,-31 23-1328 0 0,-15 15 447 0 0,6-5-619 0 0,1 0-1 0 0,0 1 1 0 0,1 0-1 0 0,0 0 0 0 0,1 0 1 0 0,0 1-1 0 0,1 0 1 0 0,0 0-1 0 0,-3 14 1 0 0,6-19 26 0 0,1-1 0 0 0,-1 1 0 0 0,1-1 0 0 0,1 1-1 0 0,0-1 1 0 0,-1 1 0 0 0,2 0 0 0 0,-1-1 0 0 0,1 1 0 0 0,0-1 0 0 0,1 1 0 0 0,-1-1 0 0 0,1 1 0 0 0,0-1 0 0 0,1 0 0 0 0,0 0 0 0 0,0 0 0 0 0,0 0 0 0 0,1-1 0 0 0,4 7 0 0 0,-8-11 44 0 0,1 0-1 0 0,0 0 1 0 0,-1 0-1 0 0,1 0 0 0 0,0 1 1 0 0,0-1-1 0 0,0 0 1 0 0,0 0-1 0 0,0-1 1 0 0,0 1-1 0 0,0 0 0 0 0,0 0 1 0 0,0 0-1 0 0,0-1 1 0 0,0 1-1 0 0,0 0 1 0 0,1-1-1 0 0,-1 1 0 0 0,0-1 1 0 0,1 0-1 0 0,-1 1 1 0 0,0-1-1 0 0,0 0 0 0 0,1 0 1 0 0,-1 0-1 0 0,1 0 1 0 0,-1 0-1 0 0,0 0 1 0 0,1 0-1 0 0,-1 0 0 0 0,0-1 1 0 0,0 1-1 0 0,1 0 1 0 0,-1-1-1 0 0,0 1 1 0 0,0-1-1 0 0,1 0 0 0 0,-1 1 1 0 0,0-1-1 0 0,0 0 1 0 0,0 1-1 0 0,0-1 0 0 0,0 0 1 0 0,0 0-1 0 0,0 0 1 0 0,0 0-1 0 0,0 0 1 0 0,1-2-1 0 0,4-8 49 0 0,1 0 1 0 0,-1 0-1 0 0,-1 0 1 0 0,6-20-1 0 0,5-7 51 0 0,-15 38-71 0 0,-1-1-1 0 0,1 0 1 0 0,-1 0 0 0 0,1 0-1 0 0,-1 1 1 0 0,1-1-1 0 0,-1 0 1 0 0,1 1-1 0 0,0-1 1 0 0,-1 0-1 0 0,1 1 1 0 0,0-1 0 0 0,0 1-1 0 0,-1-1 1 0 0,1 1-1 0 0,0-1 1 0 0,0 1-1 0 0,0-1 1 0 0,0 1 0 0 0,0 0-1 0 0,0 0 1 0 0,-1 0-1 0 0,1-1 1 0 0,0 1-1 0 0,0 0 1 0 0,0 0-1 0 0,0 0 1 0 0,0 0 0 0 0,0 0-1 0 0,0 1 1 0 0,1-1-1 0 0,0 1 10 0 0,0 0 0 0 0,1 1-1 0 0,-1-1 1 0 0,0 1 0 0 0,0-1 0 0 0,-1 1-1 0 0,1 0 1 0 0,0 0 0 0 0,-1 0-1 0 0,1 0 1 0 0,2 3 0 0 0,2 6 25 0 0,0 0-1 0 0,-1 0 1 0 0,8 21 0 0 0,8 55-243 0 0,-19-77-479 0 0,-1-1 1 0 0,0 1-1 0 0,0 0 0 0 0,-1 0 1 0 0,0 0-1 0 0,-1-1 0 0 0,-1 11 1 0 0,2-19 523 0 0,-1 0 0 0 0,1-1 0 0 0,0 1 0 0 0,0 0 1 0 0,0 0-1 0 0,0-1 0 0 0,-1 1 0 0 0,1 0 0 0 0,0-1 0 0 0,-1 1 0 0 0,1 0 1 0 0,0-1-1 0 0,-1 1 0 0 0,1-1 0 0 0,-1 1 0 0 0,1 0 0 0 0,-1-1 1 0 0,1 1-1 0 0,-1-1 0 0 0,0 0 0 0 0,1 1 0 0 0,-1-1 0 0 0,0 1 0 0 0,1-1 1 0 0,-1 0-1 0 0,0 1 0 0 0,1-1 0 0 0,-1 0 0 0 0,0 0 0 0 0,1 0 1 0 0,-1 0-1 0 0,0 0 0 0 0,0 1 0 0 0,1-1 0 0 0,-1 0 0 0 0,0-1 1 0 0,0 1-1 0 0,1 0 0 0 0,-1 0 0 0 0,0 0 0 0 0,0 0 0 0 0,1 0 0 0 0,-1-1 1 0 0,-1 0-1 0 0,-6-1-1279 0 0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12:27.46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0 177 1840 0 0,'0'0'111'0'0,"0"1"-1"0"0,0-1 1 0 0,0 0-1 0 0,0 0 0 0 0,0 1 1 0 0,0-1-1 0 0,1 0 1 0 0,-1 0-1 0 0,0 1 0 0 0,0-1 1 0 0,0 0-1 0 0,0 0 0 0 0,0 0 1 0 0,0 1-1 0 0,0-1 1 0 0,0 0-1 0 0,1 0 0 0 0,-1 0 1 0 0,0 1-1 0 0,0-1 1 0 0,0 0-1 0 0,0 0 0 0 0,1 0 1 0 0,-1 0-1 0 0,0 0 1 0 0,0 1-1 0 0,0-1 0 0 0,1 0 1 0 0,-1 0-1 0 0,0 0 1 0 0,0 0-1 0 0,1 0 0 0 0,-1 0 1 0 0,0 0-1 0 0,0 0 1 0 0,1 0-1 0 0,-1 0 0 0 0,0 0 1 0 0,0 0-1 0 0,1 0 0 0 0,14-4 2668 0 0,17-14-678 0 0,-29 16-1976 0 0,101-69-204 0 0,-4-7-8930 0 0,-88 68 7284 0 0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12:27.86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102 3 2208 0 0,'-5'0'318'0'0,"0"0"-1"0"0,0 0 1 0 0,0 0-1 0 0,0 1 1 0 0,1 0-1 0 0,-1 0 0 0 0,0 0 1 0 0,0 1-1 0 0,1-1 1 0 0,-1 1-1 0 0,1 0 1 0 0,-1 0-1 0 0,1 1 0 0 0,0-1 1 0 0,-6 6-1 0 0,7-5-257 0 0,1-1 1 0 0,0 1-1 0 0,0 0 0 0 0,0 0 0 0 0,1 0 1 0 0,-1 1-1 0 0,1-1 0 0 0,-1 0 0 0 0,1 1 1 0 0,0-1-1 0 0,0 0 0 0 0,1 1 0 0 0,-1-1 1 0 0,1 1-1 0 0,0 0 0 0 0,0-1 0 0 0,0 1 1 0 0,0-1-1 0 0,0 1 0 0 0,1-1 0 0 0,1 7 1 0 0,-1-5-64 0 0,0 0 0 0 0,1 0 0 0 0,-1 0 0 0 0,1 0 0 0 0,0 0 0 0 0,0-1 0 0 0,1 1 0 0 0,0-1-1 0 0,-1 1 1 0 0,1-1 0 0 0,1 0 0 0 0,-1 0 0 0 0,0 0 0 0 0,1-1 0 0 0,0 1 0 0 0,0-1 0 0 0,8 5 0 0 0,-9-6 10 0 0,0-1-1 0 0,0 0 0 0 0,1 0 1 0 0,-1 0-1 0 0,0-1 0 0 0,1 1 0 0 0,-1-1 1 0 0,0 1-1 0 0,1-1 0 0 0,-1 0 1 0 0,1 0-1 0 0,-1-1 0 0 0,0 1 0 0 0,1-1 1 0 0,-1 0-1 0 0,0 0 0 0 0,1 0 0 0 0,-1 0 1 0 0,0 0-1 0 0,0-1 0 0 0,0 1 1 0 0,0-1-1 0 0,0 0 0 0 0,0 0 0 0 0,-1 0 1 0 0,1 0-1 0 0,0-1 0 0 0,2-2 1 0 0,1-2 164 0 0,1 0 0 0 0,-1-1 0 0 0,-1 0 0 0 0,1 0 0 0 0,-1-1 0 0 0,-1 0 0 0 0,5-11 0 0 0,-7 17-154 0 0,-1 1-1 0 0,0-1 1 0 0,0 0 0 0 0,0 0-1 0 0,0 0 1 0 0,0 0-1 0 0,0-1 1 0 0,-1 1 0 0 0,0 0-1 0 0,1 0 1 0 0,-1 0-1 0 0,0 0 1 0 0,-1-1 0 0 0,1 1-1 0 0,-1 0 1 0 0,1 0-1 0 0,-1 0 1 0 0,0 0 0 0 0,0 0-1 0 0,0 0 1 0 0,0 0-1 0 0,-1 0 1 0 0,1 0 0 0 0,-1 1-1 0 0,-3-6 1 0 0,2 7-356 0 0,1-1 1 0 0,0 1-1 0 0,0 0 0 0 0,-1 0 0 0 0,1 0 1 0 0,0 0-1 0 0,-1 1 0 0 0,1-1 1 0 0,-1 0-1 0 0,1 1 0 0 0,-1 0 1 0 0,0 0-1 0 0,1 0 0 0 0,-1 0 1 0 0,-3 0-1 0 0,-39 10-3135 0 0,35-6 2226 0 0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12:28.23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44 992 0 0,'18'14'2146'0'0,"0"1"-1"0"0,-1 1 0 0 0,27 30 1 0 0,-38-38-1847 0 0,-1 0 0 0 0,0 0 0 0 0,0 0 1 0 0,0 1-1 0 0,3 9 0 0 0,-6-13-587 0 0,-1 0 1 0 0,1 0-1 0 0,-1 0 1 0 0,0 0-1 0 0,-1 0 1 0 0,1 0-1 0 0,-1 1 0 0 0,0-1 1 0 0,0 0-1 0 0,-1 7 1 0 0,0-7-203 0 0,-1 0 0 0 0,1-1 0 0 0,-1 1 0 0 0,1 0 0 0 0,-1-1 0 0 0,-1 0 1 0 0,1 1-1 0 0,-1-1 0 0 0,1 0 0 0 0,-1 0 0 0 0,0-1 0 0 0,-6 7 0 0 0,-49 31 2036 0 0,36-26 575 0 0,14-6 2110 0 0,17-6-815 0 0,18-6-769 0 0,-8-8-2148 0 0,0-1-1 0 0,0 0 1 0 0,-1-2-1 0 0,21-20 1 0 0,32-22-3091 0 0,-1 5-9997 0 0,-62 44 10223 0 0</inkml:trace>
  <inkml:trace contextRef="#ctx0" brushRef="#br0" timeOffset="1">258 18 2248 0 0,'-5'-2'621'0'0,"0"-1"-1"0"0,1 0 1 0 0,-1 1-1 0 0,-1 0 0 0 0,1 0 1 0 0,-6-1-1 0 0,10 3-518 0 0,1 0-1 0 0,-1 0 1 0 0,1 0-1 0 0,-1 0 1 0 0,1 0-1 0 0,0 0 1 0 0,-1 0 0 0 0,1 0-1 0 0,-1 0 1 0 0,1 0-1 0 0,-1 0 1 0 0,1 0-1 0 0,0 0 1 0 0,-1 1 0 0 0,1-1-1 0 0,-1 0 1 0 0,1 0-1 0 0,0 0 1 0 0,-1 1-1 0 0,1-1 1 0 0,-1 0 0 0 0,1 1-1 0 0,0-1 1 0 0,-1 0-1 0 0,1 1 1 0 0,0-1-1 0 0,0 0 1 0 0,-1 1 0 0 0,1 0-1 0 0,3 24 1206 0 0,9 5-1258 0 0,1 0 0 0 0,1-1 0 0 0,35 52 0 0 0,-33-59-2001 0 0,0-1 0 0 0,33 32 0 0 0,-16-27-1190 0 0,-19-18 1551 0 0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12:28.58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13 70 2152 0 0,'-1'0'132'0'0,"0"0"-1"0"0,1 1 1 0 0,-1-1-1 0 0,1 0 1 0 0,-1 0-1 0 0,1 0 0 0 0,-1 0 1 0 0,1 0-1 0 0,-1 1 1 0 0,1-1-1 0 0,-1 0 0 0 0,1 0 1 0 0,0 1-1 0 0,-1-1 1 0 0,1 0-1 0 0,-1 1 1 0 0,1-1-1 0 0,0 1 0 0 0,-1-1 1 0 0,1 0-1 0 0,0 1 1 0 0,-1-1-1 0 0,1 1 0 0 0,0-1 1 0 0,-1 1-1 0 0,1-1 1 0 0,0 1-1 0 0,0-1 1 0 0,0 1-1 0 0,0-1 0 0 0,0 1 1 0 0,0-1-1 0 0,-1 1 1 0 0,1-1-1 0 0,0 1 1 0 0,0 0-1 0 0,1-1 0 0 0,-1 1 1 0 0,0-1-1 0 0,0 1 1 0 0,0-1-1 0 0,0 1 0 0 0,0-1 1 0 0,0 1-1 0 0,1-1 1 0 0,-1 1-1 0 0,0-1 1 0 0,1 1-1 0 0,-1-1 0 0 0,0 1 1 0 0,1 0-1 0 0,15 24 2080 0 0,-12-22-2292 0 0,0-1 0 0 0,-1-1-1 0 0,1 1 1 0 0,0 0 0 0 0,0-1 0 0 0,0 0-1 0 0,0 0 1 0 0,0 0 0 0 0,0 0 0 0 0,0-1-1 0 0,0 1 1 0 0,0-1 0 0 0,0 0 0 0 0,0-1 0 0 0,0 1-1 0 0,0-1 1 0 0,0 1 0 0 0,0-1 0 0 0,0 0-1 0 0,0-1 1 0 0,0 1 0 0 0,0-1 0 0 0,0 1-1 0 0,-1-1 1 0 0,1 0 0 0 0,-1-1 0 0 0,6-3 0 0 0,0-1-664 0 0,1 0 1 0 0,-1 0-1 0 0,-1-1 1 0 0,1 0 0 0 0,-1 0-1 0 0,-1-1 1 0 0,0 0 0 0 0,11-18-1 0 0,-8 7-894 0 0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12:28.93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13 48 3009 0 0,'-12'15'6729'0'0,"16"-25"-5118"0"0,-3 7-1578 0 0,0-1 262 0 0,1 1-1 0 0,0-1 1 0 0,0 1-1 0 0,0 0 1 0 0,0 0-1 0 0,0 0 0 0 0,0 0 1 0 0,1 0-1 0 0,0 0 1 0 0,-1 1-1 0 0,1-1 1 0 0,0 1-1 0 0,0 0 0 0 0,7-4 1 0 0,-9 5-269 0 0,0 1 0 0 0,0 0 0 0 0,0-1 0 0 0,0 1 0 0 0,0 0 0 0 0,0 0 0 0 0,0 0 0 0 0,0 0 0 0 0,0-1 0 0 0,0 2 0 0 0,0-1 0 0 0,0 0 0 0 0,0 0 1 0 0,0 0-1 0 0,0 0 0 0 0,0 1 0 0 0,0-1 0 0 0,0 0 0 0 0,0 1 0 0 0,0-1 0 0 0,-1 0 0 0 0,2 2 0 0 0,0-1-19 0 0,-1 1 0 0 0,1-1 0 0 0,-1 1 1 0 0,0 0-1 0 0,0-1 0 0 0,0 1 0 0 0,0 0 0 0 0,0 0 1 0 0,0 0-1 0 0,-1 0 0 0 0,1 0 0 0 0,0 0 0 0 0,-1 0 0 0 0,0 0 1 0 0,1 2-1 0 0,1 20-451 0 0,-1 0 1 0 0,-1 0-1 0 0,-5 38 0 0 0,0 19-3072 0 0,26-131 5949 0 0,-20 47-2219 0 0,0-1 0 0 0,0 0 0 0 0,1 0 0 0 0,-1 1 0 0 0,1-1 0 0 0,0 1 0 0 0,-1-1 0 0 0,2 1 0 0 0,-1 0 0 0 0,0 0 0 0 0,1 0 0 0 0,-1 0 0 0 0,1 0 0 0 0,0 0 0 0 0,0 1 0 0 0,0 0 0 0 0,0-1 1 0 0,1 1-1 0 0,-1 0 0 0 0,1 0 0 0 0,-1 1 0 0 0,7-3 0 0 0,-4 3-271 0 0,-1 1 1 0 0,1 0 0 0 0,-1 0 0 0 0,1 0 0 0 0,-1 1-1 0 0,1-1 1 0 0,-1 1 0 0 0,0 0 0 0 0,1 1 0 0 0,-1 0-1 0 0,0-1 1 0 0,0 2 0 0 0,0-1 0 0 0,0 0 0 0 0,8 7-1 0 0,0-4-3664 0 0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12:29.29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3 197 2761 0 0,'-1'-2'295'0'0,"1"1"1"0"0,0 0 0 0 0,-1 0 0 0 0,1 0-1 0 0,0 0 1 0 0,0-1 0 0 0,-1 1-1 0 0,1 0 1 0 0,0 0 0 0 0,0 0 0 0 0,0-1-1 0 0,1 1 1 0 0,-1 0 0 0 0,0 0 0 0 0,0 0-1 0 0,1-1 1 0 0,-1 1 0 0 0,0 0 0 0 0,1 0-1 0 0,-1 0 1 0 0,1 0 0 0 0,1-2-1 0 0,18-31 1769 0 0,-14 24-1133 0 0,4-7-139 0 0,0 0 0 0 0,1 1-1 0 0,18-19 1 0 0,-27 32-708 0 0,1 0 0 0 0,-1 0 0 0 0,1 0-1 0 0,0 0 1 0 0,0 1 0 0 0,0-1 0 0 0,0 1 0 0 0,0 0-1 0 0,0 0 1 0 0,1 0 0 0 0,-1 0 0 0 0,1 1 0 0 0,0-1 0 0 0,-1 1-1 0 0,1 0 1 0 0,0 0 0 0 0,0 0 0 0 0,0 1 0 0 0,0-1 0 0 0,-1 1-1 0 0,1 0 1 0 0,0 0 0 0 0,6 1 0 0 0,-7 1-47 0 0,0-1-1 0 0,0 1 1 0 0,0 0 0 0 0,0-1-1 0 0,0 2 1 0 0,-1-1 0 0 0,1 0 0 0 0,-1 0-1 0 0,0 1 1 0 0,1-1 0 0 0,-1 1-1 0 0,0 0 1 0 0,0 0 0 0 0,-1 0 0 0 0,1 0-1 0 0,1 4 1 0 0,21 60-142 0 0,-17-41-207 0 0,-5-23 40 0 0,14 38-1027 0 0,-15-40 935 0 0,-1 1-1 0 0,1-1 1 0 0,0 1 0 0 0,0-1-1 0 0,0 1 1 0 0,0-1 0 0 0,0 1 0 0 0,0-1-1 0 0,0 0 1 0 0,0 0 0 0 0,0 1 0 0 0,1-1-1 0 0,-1 0 1 0 0,1 0 0 0 0,-1 0-1 0 0,0-1 1 0 0,1 1 0 0 0,0 0 0 0 0,-1 0-1 0 0,1-1 1 0 0,1 1 0 0 0,3-6-3766 0 0,-7-9 2060 0 0,-1 6 448 0 0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12:29.69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3 148 2569 0 0,'0'2'338'0'0,"-1"1"1"0"0,1-1-1 0 0,-1 0 1 0 0,1 0-1 0 0,0 1 1 0 0,0-1-1 0 0,0 0 1 0 0,0 0-1 0 0,0 1 1 0 0,1-1-1 0 0,-1 0 1 0 0,1 0-1 0 0,0 0 1 0 0,-1 1-1 0 0,1-1 0 0 0,0 0 1 0 0,0 0-1 0 0,0 0 1 0 0,2 2-1 0 0,33 27 2539 0 0,-8-9-5534 0 0,-28-22 2503 0 0,0 0 0 0 0,1-1-1 0 0,-1 1 1 0 0,0 0 0 0 0,1-1 0 0 0,-1 1 0 0 0,0 0-1 0 0,0-1 1 0 0,1 1 0 0 0,-1 0 0 0 0,0-1-1 0 0,0 1 1 0 0,0-1 0 0 0,0 1 0 0 0,0 0 0 0 0,1-1-1 0 0,-1 1 1 0 0,0-1 0 0 0,0 1 0 0 0,0-1-1 0 0,0 1 1 0 0,0 0 0 0 0,0-1 0 0 0,-1 1 0 0 0,1-1-1 0 0,0 1 1 0 0,0 0 0 0 0,0-1 0 0 0,0 1 0 0 0,0-1-1 0 0,0 1 1 0 0,-1 0 0 0 0,1-1 0 0 0,0 1-1 0 0,-1-1 1 0 0,-3-22-459 0 0,0 15 973 0 0,1 0 0 0 0,1-1 0 0 0,0 1 1 0 0,0-1-1 0 0,0 0 0 0 0,1 0 0 0 0,0 0 1 0 0,1 0-1 0 0,0-9 0 0 0,1 15-49 0 0,0-1 0 0 0,0 0 0 0 0,0 1 0 0 0,1-1 0 0 0,-1 1 0 0 0,1 0-1 0 0,-1 0 1 0 0,1-1 0 0 0,0 1 0 0 0,0 0 0 0 0,1 0 0 0 0,-1 1 0 0 0,1-1 0 0 0,-1 0-1 0 0,1 1 1 0 0,0 0 0 0 0,0-1 0 0 0,0 1 0 0 0,0 0 0 0 0,0 1 0 0 0,1-1 0 0 0,-1 0-1 0 0,0 1 1 0 0,7-2 0 0 0,-5 1-100 0 0,0 0-1 0 0,1 0 1 0 0,0 1-1 0 0,-1 0 1 0 0,1 0-1 0 0,0 0 1 0 0,-1 1-1 0 0,1 0 0 0 0,10 0 1 0 0,-15 0-206 0 0,0 1 1 0 0,0-1-1 0 0,0 0 0 0 0,0 1 0 0 0,0-1 1 0 0,0 1-1 0 0,0-1 0 0 0,0 1 1 0 0,0 0-1 0 0,0-1 0 0 0,0 1 1 0 0,0 0-1 0 0,-1-1 0 0 0,1 1 1 0 0,0 0-1 0 0,0 0 0 0 0,-1 0 0 0 0,1 0 1 0 0,-1 0-1 0 0,2 2 0 0 0,-2-1-73 0 0,1 1 0 0 0,-1-1 0 0 0,1 1 0 0 0,-1-1 0 0 0,0 1 0 0 0,0 0 0 0 0,0-1 0 0 0,0 1-1 0 0,-1-1 1 0 0,1 1 0 0 0,-1-1 0 0 0,-1 5 0 0 0,-1 3-492 0 0,-2 1 0 0 0,1-1 1 0 0,-1 0-1 0 0,-1 0 0 0 0,0-1 0 0 0,0 1 0 0 0,-1-1 0 0 0,-9 9 1 0 0,9-10 440 0 0,-1-1 0 0 0,0 1 1 0 0,0-2-1 0 0,-19 11 1293 0 0,27-17-1126 0 0,0 0 0 0 0,0 0 0 0 0,0 0 0 0 0,0 0 0 0 0,0 0 0 0 0,0 0 0 0 0,0 0-1 0 0,0 0 1 0 0,0 0 0 0 0,0 0 0 0 0,0 0 0 0 0,0 0 0 0 0,0 0 0 0 0,0 0 0 0 0,0 0 0 0 0,-1 0-1 0 0,9-11 1269 0 0,14-10 205 0 0,11-5-750 0 0,48-46 0 0 0,-48 33-3987 0 0,-7-2-4333 0 0,-15 20 2978 0 0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12:30.44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2705 0 0,'1'4'7185'0'0,"4"20"-4839"0"0,26 396 1101 0 0,-9-204-6330 0 0,-21-195 2012 0 0,4 33-1749 0 0,6-26-2159 0 0,-11-40 2313 0 0,1-3 858 0 0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12:30.85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 29 2128 0 0,'-1'6'577'0'0,"-1"3"135"0"0,1 3 56 0 0,-1-2-104 0 0,2-3-176 0 0,2-4-200 0 0,1 0-168 0 0,0-3-88 0 0,3-1-64 0 0,0-4-32 0 0,2-1-64 0 0,2-3-112 0 0,1-2-280 0 0,1-1-280 0 0,2-2 0 0 0,-2 1 152 0 0,8 5-1185 0 0</inkml:trace>
  <inkml:trace contextRef="#ctx0" brushRef="#br0" timeOffset="1">149 206 2016 0 0,'-3'15'529'0'0,"3"6"-25"0"0,0 5 136 0 0,3-3 8 0 0,0-5-8 0 0,0 2-96 0 0,4-2-152 0 0,-3 2-136 0 0,2 0-120 0 0,3 0-64 0 0,1-2-152 0 0,-1 0-216 0 0,0-3-328 0 0,0-1-312 0 0,0-3-32 0 0,-1-4 200 0 0,-17-19-25 0 0,13 14-759 0 0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12:31.23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 1 2449 0 0,'2'13'672'0'0,"1"12"160"0"0,0 5 32 0 0,2 4-88 0 0,-1 2-128 0 0,-1 2-168 0 0,-1 1-151 0 0,-2 0-145 0 0,-2-1-152 0 0,1-3-152 0 0,-2-1-249 0 0,0-4-255 0 0,1-2-304 0 0,-3-6-120 0 0,2-3 112 0 0,2-6 232 0 0,-4-11-505 0 0,7 3 33 0 0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12:31.61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170 102 1992 0 0,'-48'34'5736'0'0,"29"-18"-5696"0"0,0 1 0 0 0,2 1 0 0 0,0 1 0 0 0,-27 39 0 0 0,43-57-41 0 0,1-1-1 0 0,-1 1 0 0 0,1 0 1 0 0,-1-1-1 0 0,1 1 1 0 0,0-1-1 0 0,-1 1 0 0 0,1 0 1 0 0,0-1-1 0 0,-1 1 1 0 0,1 0-1 0 0,0-1 0 0 0,0 1 1 0 0,0 0-1 0 0,0 0 0 0 0,-1-1 1 0 0,1 1-1 0 0,0 0 1 0 0,0 0-1 0 0,0-1 0 0 0,1 1 1 0 0,-1 0-1 0 0,0-1 0 0 0,0 1 1 0 0,0 0-1 0 0,0 0 1 0 0,1-1-1 0 0,-1 1 0 0 0,0 0 1 0 0,1-1-1 0 0,-1 1 0 0 0,0-1 1 0 0,1 2-1 0 0,1-2-1 0 0,0 1-1 0 0,-1 0 1 0 0,1-1-1 0 0,0 1 0 0 0,-1-1 1 0 0,1 0-1 0 0,0 1 1 0 0,-1-1-1 0 0,1 0 1 0 0,0 0-1 0 0,0 0 1 0 0,-1 0-1 0 0,4-1 0 0 0,62-15 42 0 0,-60 14 4 0 0,42-15 649 0 0,-1-1 0 0 0,-1-2-1 0 0,81-49 1 0 0,-111 58-588 0 0,1-1 0 0 0,20-19-1 0 0,-33 27 82 0 0,0-1 0 0 0,-1 1-1 0 0,1-1 1 0 0,-1 0 0 0 0,0-1-1 0 0,-1 1 1 0 0,1 0 0 0 0,-1-1 0 0 0,0 0-1 0 0,0 0 1 0 0,3-10 0 0 0,-6 15-123 0 0,0 0 0 0 0,0 0 1 0 0,-1 0-1 0 0,1 0 0 0 0,0 1 0 0 0,0-1 1 0 0,0 0-1 0 0,-1 0 0 0 0,1 0 1 0 0,0 0-1 0 0,-1 1 0 0 0,1-1 0 0 0,0 0 1 0 0,-1 0-1 0 0,1 1 0 0 0,-1-1 0 0 0,0 0 1 0 0,1 1-1 0 0,-1-1 0 0 0,1 0 1 0 0,-1 1-1 0 0,0-1 0 0 0,0 1 0 0 0,1-1 1 0 0,-1 1-1 0 0,0-1 0 0 0,0 1 1 0 0,1 0-1 0 0,-1 0 0 0 0,0-1 0 0 0,0 1 1 0 0,0 0-1 0 0,0 0 0 0 0,0 0 0 0 0,1 0 1 0 0,-1 0-1 0 0,0 0 0 0 0,0 0 1 0 0,0 0-1 0 0,0 0 0 0 0,-1 0 0 0 0,-43 3 490 0 0,41-2-477 0 0,-7 0-85 0 0,0 1 0 0 0,0 1 0 0 0,1 0 0 0 0,-1 0 0 0 0,1 1 0 0 0,0 0 0 0 0,0 1 0 0 0,0 0 0 0 0,1 1 0 0 0,-1 0 0 0 0,1 0 0 0 0,-15 15 0 0 0,18-15-69 0 0,0 1 0 0 0,1 0 0 0 0,-1 0 1 0 0,2 0-1 0 0,-1 0 0 0 0,1 1 0 0 0,0 0 0 0 0,0 0 1 0 0,1 0-1 0 0,1 0 0 0 0,-1 1 0 0 0,1-1 1 0 0,0 1-1 0 0,1-1 0 0 0,0 1 0 0 0,1 0 1 0 0,0 9-1 0 0,0-12 68 0 0,0 1 0 0 0,1-1 0 0 0,0 0 0 0 0,0 1 1 0 0,0-1-1 0 0,1 0 0 0 0,0 0 0 0 0,0 0 0 0 0,1 0 0 0 0,0 0 1 0 0,0 0-1 0 0,0-1 0 0 0,1 0 0 0 0,-1 1 0 0 0,1-1 0 0 0,1-1 1 0 0,-1 1-1 0 0,1 0 0 0 0,-1-1 0 0 0,1 0 0 0 0,1 0 0 0 0,-1-1 0 0 0,0 1 1 0 0,1-1-1 0 0,0 0 0 0 0,0-1 0 0 0,0 1 0 0 0,0-1 0 0 0,0 0 1 0 0,0-1-1 0 0,0 1 0 0 0,1-1 0 0 0,-1-1 0 0 0,0 1 0 0 0,1-1 0 0 0,-1 0 1 0 0,1-1-1 0 0,-1 1 0 0 0,0-1 0 0 0,1 0 0 0 0,-1-1 0 0 0,0 0 1 0 0,0 0-1 0 0,0 0 0 0 0,0 0 0 0 0,0-1 0 0 0,0 0 0 0 0,-1-1 1 0 0,7-4-1 0 0,-1 0-546 0 0,1-1 0 0 0,-2 0 0 0 0,15-16-1 0 0,-19 19-183 0 0,-1-1-1 0 0,0 0 0 0 0,-1 0 0 0 0,1 0 0 0 0,-1 0 0 0 0,-1 0 1 0 0,1-1-1 0 0,-1 0 0 0 0,-1 0 0 0 0,0 0 0 0 0,3-13 0 0 0,1-5-1708 0 0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12:32.06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80 3017 0 0,'30'-23'4627'0'0,"25"-8"-2018"0"0,-29 18-1224 0 0,-24 11-1256 0 0,0 1-1 0 0,1-1 1 0 0,-1 1-1 0 0,0 0 1 0 0,1 0-1 0 0,-1 0 1 0 0,1 0-1 0 0,-1 0 1 0 0,1 1-1 0 0,-1-1 1 0 0,1 1-1 0 0,-1 0 1 0 0,1-1-1 0 0,0 1 1 0 0,-1 0-1 0 0,1 1 1 0 0,-1-1-1 0 0,1 0 1 0 0,0 1-1 0 0,2 1 1 0 0,-2-1-46 0 0,0 1 0 0 0,-1 0 0 0 0,0 1 0 0 0,1-1 0 0 0,-1 0 0 0 0,0 1 0 0 0,0-1-1 0 0,-1 1 1 0 0,1 0 0 0 0,0-1 0 0 0,-1 1 0 0 0,0 0 0 0 0,1 0 0 0 0,-1 0 0 0 0,0 0 0 0 0,-1 0 0 0 0,2 3 0 0 0,11 57-109 0 0,-3 1 0 0 0,-3 0 0 0 0,0 71 0 0 0,6 58-8756 0 0,-9-157 4180 0 0,-2-30 2812 0 0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12:32.43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1 232 2841 0 0,'4'-6'1128'0'0,"4"0"208"0"0,4-3-48 0 0,5-5-127 0 0,0 0-289 0 0,1-1-280 0 0,2 0-264 0 0,0-2-144 0 0,1 3-56 0 0,0-1-64 0 0,1 0-72 0 0,0 1-272 0 0,0 1-560 0 0,-1-1-680 0 0,-1 0-385 0 0,-3 2 329 0 0,-4-2 480 0 0,12 4-977 0 0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12:32.83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1784 0 0,'3'3'682'0'0,"0"0"-1"0"0,-1 1 0 0 0,1 0 1 0 0,-1-1-1 0 0,0 1 1 0 0,0 0-1 0 0,2 7 0 0 0,13 59 1084 0 0,-14-51-1172 0 0,7 38 195 0 0,4 82 1 0 0,-14-9-7206 0 0,0-129 6371 0 0,1-1-1 0 0,-1 1 1 0 0,-1-1-1 0 0,1 1 1 0 0,0-1 0 0 0,0 0-1 0 0,0 1 1 0 0,0-1 0 0 0,0 1-1 0 0,0-1 1 0 0,0 1-1 0 0,-1-1 1 0 0,1 0 0 0 0,0 1-1 0 0,0-1 1 0 0,0 0 0 0 0,-1 1-1 0 0,1-1 1 0 0,0 1-1 0 0,-1-1 1 0 0,1 0 0 0 0,0 0-1 0 0,-1 1 1 0 0,1-1-1 0 0,0 0 1 0 0,-1 0 0 0 0,1 1-1 0 0,-1-1 1 0 0,1 0 0 0 0,0 0-1 0 0,-1 0 1 0 0,1 0-1 0 0,-1 1 1 0 0,1-1 0 0 0,-1 0-1 0 0,1 0 1 0 0,0 0 0 0 0,-1 0-1 0 0,1 0 1 0 0,-1 0-1 0 0,1 0 1 0 0,-1 0 0 0 0,1-1-1 0 0,-1 1 1 0 0,1 0-1 0 0,0 0 1 0 0,-1 0 0 0 0,-4-1-383 0 0,0 4-1237 0 0</inkml:trace>
  <inkml:trace contextRef="#ctx0" brushRef="#br0" timeOffset="1">84 208 2393 0 0,'-3'0'6862'0'0,"8"6"-4392"0"0,-3-5-2423 0 0,-1 0 1 0 0,1 0-1 0 0,-1 0 1 0 0,1 0-1 0 0,0 0 1 0 0,-1 0-1 0 0,1 0 1 0 0,0-1-1 0 0,0 1 1 0 0,-1 0 0 0 0,1-1-1 0 0,3 1 1 0 0,1-2-318 0 0,-1 1 1 0 0,0-1 0 0 0,0 0-1 0 0,1 0 1 0 0,-1 0-1 0 0,0-1 1 0 0,0 0 0 0 0,0 0-1 0 0,0 0 1 0 0,-1-1 0 0 0,1 1-1 0 0,-1-1 1 0 0,1 0 0 0 0,-1-1-1 0 0,6-4 1 0 0,-2-1-608 0 0,-1 1 1 0 0,1-1-1 0 0,-1 0 0 0 0,-1-1 1 0 0,0 0-1 0 0,6-11 0 0 0,-3 5-539 0 0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12:33.23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67 960 0 0,'0'-1'173'0'0,"1"-1"1"0"0,-1 1-1 0 0,1-1 0 0 0,-1 1 0 0 0,1 0 0 0 0,0-1 1 0 0,0 1-1 0 0,-1 0 0 0 0,1 0 0 0 0,0 0 0 0 0,0 0 0 0 0,0-1 1 0 0,1 1-1 0 0,-1 0 0 0 0,0 1 0 0 0,0-1 0 0 0,0 0 1 0 0,1 0-1 0 0,-1 1 0 0 0,0-1 0 0 0,1 0 0 0 0,-1 1 1 0 0,3-1-1 0 0,45-13 2922 0 0,-31 9-1732 0 0,3-3-96 0 0,-15 5-902 0 0,1 1 0 0 0,0-1-1 0 0,0 1 1 0 0,1 1 0 0 0,10-2 0 0 0,-18 3-340 0 0,0-1-1 0 0,0 1 1 0 0,1 0 0 0 0,-1 0-1 0 0,0 0 1 0 0,0 1 0 0 0,0-1 0 0 0,0 0-1 0 0,1 0 1 0 0,-1 0 0 0 0,0 0 0 0 0,0 0-1 0 0,0 0 1 0 0,0 0 0 0 0,0 0 0 0 0,1 0-1 0 0,-1 0 1 0 0,0 0 0 0 0,0 0-1 0 0,0 0 1 0 0,0 1 0 0 0,0-1 0 0 0,0 0-1 0 0,1 0 1 0 0,-1 0 0 0 0,0 0 0 0 0,0 0-1 0 0,0 1 1 0 0,0-1 0 0 0,0 0 0 0 0,0 0-1 0 0,0 0 1 0 0,0 0 0 0 0,0 0 0 0 0,0 1-1 0 0,0-1 1 0 0,0 0 0 0 0,0 0-1 0 0,0 0 1 0 0,0 0 0 0 0,0 1 0 0 0,0-1-1 0 0,0 0 1 0 0,0 0 0 0 0,0 0 0 0 0,0 0-1 0 0,0 1 1 0 0,0-1 0 0 0,0 0 0 0 0,0 0-1 0 0,-7 13 351 0 0,-12 9-279 0 0,10-10-226 0 0,0 0 0 0 0,0 0 0 0 0,1 1 0 0 0,1-1 0 0 0,0 2 0 0 0,1-1 0 0 0,0 1 0 0 0,1 0 0 0 0,0 0 0 0 0,1 1 0 0 0,-3 25 0 0 0,4-17 67 0 0,2 1-1 0 0,0-1 1 0 0,1 1 0 0 0,2 0 0 0 0,0-1-1 0 0,11 42 1 0 0,-13-62 53 0 0,1 0-1 0 0,-1 1 1 0 0,1-1-1 0 0,0 0 1 0 0,1 0-1 0 0,-1 0 1 0 0,0 0 0 0 0,1-1-1 0 0,-1 1 1 0 0,1 0-1 0 0,0-1 1 0 0,0 1-1 0 0,0-1 1 0 0,1 1-1 0 0,-1-1 1 0 0,0 0 0 0 0,6 4-1 0 0,-6-6 13 0 0,1 1 0 0 0,-1-1 0 0 0,1 1 0 0 0,-1-1 0 0 0,0 0 0 0 0,1 0 0 0 0,-1 0 0 0 0,1 0 0 0 0,-1 0 0 0 0,0-1 0 0 0,1 1 0 0 0,-1-1 0 0 0,0 1 0 0 0,1-1 0 0 0,-1 0 1 0 0,0 0-1 0 0,0 0 0 0 0,0 0 0 0 0,0-1 0 0 0,0 1 0 0 0,0 0 0 0 0,0-1 0 0 0,0 0 0 0 0,2-1 0 0 0,60-58 730 0 0,-45 42-683 0 0,0 1 0 0 0,34-25 1 0 0,-69 46-7621 0 0,-3-3 3966 0 0,11 0 1822 0 0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12:33.61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0 128 2505 0 0,'6'-8'6178'0'0,"17"-5"-3604"0"0,21-10-475 0 0,0 2-1332 0 0,56-24-199 0 0,-34 28-6620 0 0,-64 23 674 0 0,-5 11 4055 0 0,-6 13 1404 0 0,-15 46-228 0 0,18-49 2469 0 0,1-1 0 0 0,2 1 0 0 0,0 0 0 0 0,3 47 0 0 0,0-69-2312 0 0,0 81 479 0 0,-1-78-1630 0 0,0-1-1 0 0,0 1 0 0 0,-1 0 0 0 0,-5 14 0 0 0,-1-17-3483 0 0,-3-13 2991 0 0,9 7 1473 0 0,-3-3-1259 0 0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12:33.98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0 214 3017 0 0,'21'-4'7794'0'0,"20"-9"-3863"0"0,-1-1-2131 0 0,11 0-869 0 0,91-41 1 0 0,-23-8-5753 0 0,-105 55 1269 0 0,0-2 0 0 0,25-21-1 0 0,-35 30 2768 0 0,3 5-653 0 0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12:34.38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71 1728 0 0,'33'-23'7102'0'0,"7"6"-3911"0"0,46-3-1220 0 0,-66 16-1012 0 0,-11 2-674 0 0,0 0-1 0 0,0 1 1 0 0,0 0 0 0 0,0 1-1 0 0,0 0 1 0 0,0 0-1 0 0,12 2 1 0 0,-19-1-187 0 0,1-1 1 0 0,-1 1-1 0 0,1 0 0 0 0,-1 0 0 0 0,0 0 1 0 0,1 0-1 0 0,-1 1 0 0 0,0-1 0 0 0,0 1 1 0 0,0-1-1 0 0,0 1 0 0 0,0 0 1 0 0,0 0-1 0 0,0-1 0 0 0,-1 1 0 0 0,1 1 1 0 0,-1-1-1 0 0,1 0 0 0 0,-1 0 1 0 0,0 0-1 0 0,0 1 0 0 0,0-1 0 0 0,0 1 1 0 0,0-1-1 0 0,0 1 0 0 0,-1-1 0 0 0,1 1 1 0 0,-1-1-1 0 0,0 4 0 0 0,5 36-184 0 0,8 105 12 0 0,-13-130-1529 0 0,-1-1 0 0 0,0 1 0 0 0,-7 26 0 0 0,8-42 1442 0 0,0-1 0 0 0,0 1 0 0 0,0-1 0 0 0,0 0-1 0 0,0 1 1 0 0,0-1 0 0 0,0 1 0 0 0,0-1 0 0 0,0 0-1 0 0,0 1 1 0 0,-1-1 0 0 0,1 0 0 0 0,0 1 0 0 0,0-1 0 0 0,0 0-1 0 0,-1 1 1 0 0,1-1 0 0 0,0 0 0 0 0,-1 1 0 0 0,1-1 0 0 0,0 0-1 0 0,0 1 1 0 0,-1-1 0 0 0,1 0 0 0 0,0 0 0 0 0,-1 0 0 0 0,1 1-1 0 0,-1-1 1 0 0,1 0 0 0 0,0 0 0 0 0,-1 0 0 0 0,1 0 0 0 0,0 0-1 0 0,-1 0 1 0 0,1 0 0 0 0,-1 0 0 0 0,1 0 0 0 0,-1 0-1 0 0,1 0 1 0 0,0 0 0 0 0,-1 0 0 0 0,1 0 0 0 0,-1 0 0 0 0,1 0-1 0 0,0 0 1 0 0,-1 0 0 0 0,1 0 0 0 0,0-1 0 0 0,-1 1 0 0 0,1 0-1 0 0,-1-1 1 0 0,-14-13-2966 0 0,14 13 3135 0 0,-6-9-1832 0 0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12:35.15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12 43 2769 0 0,'-12'4'7900'0'0,"25"-14"-4874"0"0,28-16-1444 0 0,-39 24-1537 0 0,1 1 0 0 0,0-1 1 0 0,0 1-1 0 0,1 0 1 0 0,-1 0-1 0 0,0 0 0 0 0,0 1 1 0 0,0-1-1 0 0,1 1 1 0 0,-1 0-1 0 0,0-1 1 0 0,1 2-1 0 0,-1-1 0 0 0,0 0 1 0 0,0 0-1 0 0,1 1 1 0 0,-1 0-1 0 0,0 0 0 0 0,6 2 1 0 0,-6-1-37 0 0,0 0 1 0 0,-1 0 0 0 0,1 1-1 0 0,-1-1 1 0 0,0 1 0 0 0,0-1-1 0 0,0 1 1 0 0,0 0 0 0 0,0-1-1 0 0,0 1 1 0 0,-1 0 0 0 0,0 0-1 0 0,1 1 1 0 0,-1-1 0 0 0,0 0-1 0 0,0 0 1 0 0,-1 0 0 0 0,1 1-1 0 0,-1-1 1 0 0,1 4 0 0 0,-1 17-304 0 0,-1-1 1 0 0,-1 1 0 0 0,-1 0 0 0 0,-1-1 0 0 0,-1 0 0 0 0,-1 0 0 0 0,-1 0 0 0 0,-1-1 0 0 0,-1 0 0 0 0,-13 24 0 0 0,12-29-306 0 0,13-27-78 0 0,16-28 597 0 0,-14 32 132 0 0,0 0 1 0 0,0 1-1 0 0,0 0 0 0 0,1 0 1 0 0,-1 1-1 0 0,1-1 0 0 0,1 1 0 0 0,-1 1 1 0 0,0-1-1 0 0,10-3 0 0 0,4 0-169 0 0,1 1 0 0 0,24-5 1 0 0,17-4-2844 0 0,-52 12 1600 0 0,0-1 0 0 0,0 0 0 0 0,-1 0 1 0 0,11-7-1 0 0,-13 5-370 0 0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12:35.53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 3 2184 0 0,'0'0'61'0'0,"0"0"0"0"0,0 0 0 0 0,0-1 0 0 0,0 1 0 0 0,-1 0 0 0 0,1 0 0 0 0,0 0 0 0 0,0 0 0 0 0,0-1 0 0 0,-1 1 0 0 0,1 0 0 0 0,0 0 0 0 0,0 0 0 0 0,0 0 0 0 0,-1 0 0 0 0,1 0 0 0 0,0 0 0 0 0,0 0-1 0 0,-1 0 1 0 0,1 0 0 0 0,0 0 0 0 0,0 0 0 0 0,-1 0 0 0 0,1 0 0 0 0,0 0 0 0 0,0 0 0 0 0,0 0 0 0 0,-1 0 0 0 0,1 0 0 0 0,0 0 0 0 0,0 0 0 0 0,-1 0 0 0 0,1 0 0 0 0,0 0 0 0 0,0 1 0 0 0,0-1-1 0 0,-1 0 1 0 0,1 0 0 0 0,0 0 0 0 0,0 0 0 0 0,0 0 0 0 0,0 1 0 0 0,-1-1 0 0 0,1 0 0 0 0,0 0 0 0 0,0 0 0 0 0,0 1 0 0 0,0-1 0 0 0,0 0 0 0 0,0 18 953 0 0,9 23-724 0 0,-9-40-213 0 0,42 159-49 0 0,-20-50-4374 0 0,-19-92 2635 0 0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12:35.89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1 215 2200 0 0,'6'-14'609'0'0,"0"-1"-1"0"0,2 1 1 0 0,0 1-1 0 0,0-1 0 0 0,1 1 1 0 0,1 1-1 0 0,0 0 1 0 0,1 0-1 0 0,16-14 0 0 0,-14 16-58 0 0,0 0 0 0 0,1 1 0 0 0,18-9 0 0 0,-26 14-349 0 0,0 1 0 0 0,0 0-1 0 0,0 1 1 0 0,1 0-1 0 0,-1 0 1 0 0,1 0-1 0 0,0 0 1 0 0,0 1 0 0 0,-1 1-1 0 0,10-1 1 0 0,-14 1-168 0 0,-1 1 0 0 0,0-1 0 0 0,1 1 0 0 0,-1 0 0 0 0,0-1 0 0 0,1 1 0 0 0,-1 0 0 0 0,0 0 0 0 0,0 0 0 0 0,0 0 0 0 0,0 0 0 0 0,0 0 0 0 0,0 0 0 0 0,0 0 0 0 0,0 0 0 0 0,0 0 0 0 0,-1 1 0 0 0,1-1 0 0 0,0 0 0 0 0,-1 1 0 0 0,1-1 0 0 0,-1 0 0 0 0,1 1 1 0 0,-1-1-1 0 0,1 3 0 0 0,5 45 14 0 0,-4-33-30 0 0,21 115-1946 0 0,-2-12-6349 0 0,-21-118 8254 0 0,0-1-1 0 0,0 0 0 0 0,0 0 1 0 0,0 0-1 0 0,0 0 0 0 0,0 0 1 0 0,1 1-1 0 0,-1-1 0 0 0,0 0 1 0 0,0 0-1 0 0,0 0 0 0 0,0 1 1 0 0,0-1-1 0 0,0 0 0 0 0,0 0 1 0 0,0 0-1 0 0,0 0 0 0 0,0 1 0 0 0,0-1 1 0 0,0 0-1 0 0,0 0 0 0 0,0 0 1 0 0,0 1-1 0 0,0-1 0 0 0,0 0 1 0 0,0 0-1 0 0,0 0 0 0 0,0 0 1 0 0,0 1-1 0 0,-1-1 0 0 0,1 0 1 0 0,0 0-1 0 0,0 0 0 0 0,0 0 1 0 0,0 1-1 0 0,0-1 0 0 0,0 0 1 0 0,0 0-1 0 0,-1 0 0 0 0,1 0 1 0 0,0 0-1 0 0,0 0 0 0 0,0 0 0 0 0,0 1 1 0 0,-1-1-1 0 0,1 0 0 0 0,0 0 1 0 0,0 0-1 0 0,0 0 0 0 0,0 0 1 0 0,-1 0-1 0 0,1 0 0 0 0,0 0 1 0 0,0 0-1 0 0,0 0 0 0 0,-1 0 1 0 0,1 0-1 0 0,0 0 0 0 0,-1 0-116 0 0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12:36.24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4 105 2232 0 0,'0'-1'97'0'0,"-1"1"0"0"0,1 0-1 0 0,0 0 1 0 0,-1-1-1 0 0,1 1 1 0 0,0 0-1 0 0,0-1 1 0 0,0 1 0 0 0,-1 0-1 0 0,1-1 1 0 0,0 1-1 0 0,0 0 1 0 0,0-1-1 0 0,0 1 1 0 0,-1 0 0 0 0,1-1-1 0 0,0 1 1 0 0,0-1-1 0 0,0 1 1 0 0,0 0-1 0 0,0-1 1 0 0,0 1 0 0 0,0 0-1 0 0,0-1 1 0 0,0 1-1 0 0,0-1 1 0 0,0 1-1 0 0,1 0 1 0 0,-1-1 0 0 0,0 1-1 0 0,0 0 1 0 0,0-1-1 0 0,0 1 1 0 0,1-1-1 0 0,12-20 2011 0 0,21-16 718 0 0,-33 36-2687 0 0,2-2 66 0 0,0 0 0 0 0,1 0 0 0 0,-1 0 0 0 0,1 0 0 0 0,0 0 0 0 0,0 1 0 0 0,0-1 0 0 0,0 1 1 0 0,0 0-1 0 0,0 0 0 0 0,9-2 0 0 0,-11 4-177 0 0,0 0 1 0 0,-1 0 0 0 0,1 0-1 0 0,0 1 1 0 0,0-1 0 0 0,-1 0-1 0 0,1 1 1 0 0,0-1 0 0 0,-1 1-1 0 0,1-1 1 0 0,-1 1 0 0 0,1 0-1 0 0,-1 0 1 0 0,1 0-1 0 0,-1 0 1 0 0,1 0 0 0 0,-1 0-1 0 0,0 0 1 0 0,1 0 0 0 0,-1 0-1 0 0,0 0 1 0 0,0 1 0 0 0,0-1-1 0 0,0 1 1 0 0,0-1 0 0 0,0 1-1 0 0,-1-1 1 0 0,1 1 0 0 0,0-1-1 0 0,-1 1 1 0 0,1 0 0 0 0,-1-1-1 0 0,1 4 1 0 0,2 8-43 0 0,-1 0-1 0 0,0 1 1 0 0,0-1-1 0 0,-2 0 1 0 0,0 0-1 0 0,0 1 1 0 0,-1-1-1 0 0,-3 15 1 0 0,-28 106-1573 0 0,25-109 1116 0 0,-8 13-708 0 0,15-38 1165 0 0,0 0 0 0 0,0 0 0 0 0,-1 0 1 0 0,1 0-1 0 0,0 0 0 0 0,0-1 0 0 0,0 1 0 0 0,0 0 1 0 0,0 0-1 0 0,0 0 0 0 0,0 0 0 0 0,0 0 0 0 0,0 0 1 0 0,0 0-1 0 0,0 0 0 0 0,0 0 0 0 0,-1 0 0 0 0,1 0 1 0 0,0 0-1 0 0,0 0 0 0 0,0 0 0 0 0,0 0 0 0 0,0 0 0 0 0,0 0 1 0 0,0 0-1 0 0,0 0 0 0 0,0 0 0 0 0,-1 0 0 0 0,1 0 1 0 0,0 0-1 0 0,0 0 0 0 0,0 0 0 0 0,0 0 0 0 0,0 0 1 0 0,0 0-1 0 0,0 0 0 0 0,0 0 0 0 0,0 0 0 0 0,0 0 1 0 0,-1 0-1 0 0,1 0 0 0 0,0 0 0 0 0,0 1 0 0 0,0-1 1 0 0,0 0-1 0 0,0 0 0 0 0,0 0 0 0 0,0 0 0 0 0,0 0 1 0 0,0 0-1 0 0,0 0 0 0 0,0 0 0 0 0,0 0 0 0 0,0 0 1 0 0,0 0-1 0 0,0 1 0 0 0,0-1 0 0 0,0 0 0 0 0,4-23 26 0 0,-3 19 111 0 0,-1-1 0 0 0,2 1 1 0 0,-1 0-1 0 0,0 0 0 0 0,1 0 1 0 0,0 0-1 0 0,0 0 0 0 0,0 0 0 0 0,0 1 1 0 0,1-1-1 0 0,-1 1 0 0 0,1-1 1 0 0,0 1-1 0 0,5-5 0 0 0,-5 7-61 0 0,0-1 0 0 0,0 1-1 0 0,0 0 1 0 0,0 1 0 0 0,0-1-1 0 0,0 0 1 0 0,0 1-1 0 0,0 0 1 0 0,0-1 0 0 0,0 1-1 0 0,0 0 1 0 0,0 1 0 0 0,0-1-1 0 0,0 1 1 0 0,0-1 0 0 0,0 1-1 0 0,0 0 1 0 0,0 0 0 0 0,0 0-1 0 0,0 0 1 0 0,4 3-1 0 0,46 31 201 0 0,-5-3-3912 0 0,-48-32 3533 0 0,0 0 0 0 0,1 0 0 0 0,-1 0 0 0 0,0 0 0 0 0,0 0 0 0 0,0 1-1 0 0,1-1 1 0 0,-1 0 0 0 0,0 0 0 0 0,0 0 0 0 0,1 0 0 0 0,-1 0 0 0 0,0 0-1 0 0,0 0 1 0 0,1 0 0 0 0,-1 0 0 0 0,0 0 0 0 0,0 0 0 0 0,0 0 0 0 0,1 0-1 0 0,-1 0 1 0 0,0 0 0 0 0,0 0 0 0 0,1 0 0 0 0,-1-1 0 0 0,0 1 0 0 0,0 0-1 0 0,0 0 1 0 0,1 0 0 0 0,-1 0 0 0 0,0 0 0 0 0,0-1 0 0 0,0 1 0 0 0,1 0 0 0 0,-1 0-1 0 0,0 0 1 0 0,0 0 0 0 0,0-1 0 0 0,0 1 0 0 0,2-15-2270 0 0,-2 13 2078 0 0,1 0-1314 0 0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12:36.61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0 159 1824 0 0,'4'-2'629'0'0,"0"-1"-1"0"0,0 0 1 0 0,0 0-1 0 0,-1 0 1 0 0,1-1-1 0 0,-1 1 1 0 0,5-8-1 0 0,22-38 2279 0 0,-25 39-2299 0 0,1-1-1 0 0,0 2 1 0 0,1-1 0 0 0,0 1-1 0 0,0 0 1 0 0,10-10-1 0 0,-16 19-565 0 0,-1 0 0 0 0,1 0 0 0 0,-1 0 0 0 0,1 0 0 0 0,-1 0 0 0 0,1 0 0 0 0,-1 0 0 0 0,1 0-1 0 0,-1 0 1 0 0,1 0 0 0 0,-1 0 0 0 0,0 1 0 0 0,1-1 0 0 0,-1 0 0 0 0,1 0 0 0 0,-1 1 0 0 0,1-1 0 0 0,-1 0-1 0 0,0 0 1 0 0,1 1 0 0 0,-1-1 0 0 0,0 0 0 0 0,1 1 0 0 0,-1-1 0 0 0,0 1 0 0 0,1-1 0 0 0,-1 0 0 0 0,0 1 0 0 0,0-1-1 0 0,0 1 1 0 0,1-1 0 0 0,-1 1 0 0 0,0-1 0 0 0,0 1 0 0 0,0-1 0 0 0,0 1 0 0 0,0-1 0 0 0,0 0 0 0 0,0 1-1 0 0,0-1 1 0 0,0 1 0 0 0,0-1 0 0 0,0 1 0 0 0,0-1 0 0 0,0 2 0 0 0,4 30 179 0 0,-4-30-157 0 0,29 207-851 0 0,-5-71-7557 0 0,-19-110 5073 0 0,-4-17 1901 0 0,-1-2-539 0 0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12:36.99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 32 1568 0 0,'-1'6'198'0'0,"-1"0"-1"0"0,1 0 1 0 0,1 1-1 0 0,-1-1 1 0 0,1 0-1 0 0,0 0 0 0 0,0 0 1 0 0,1 1-1 0 0,-1-1 1 0 0,2 0-1 0 0,-1 0 1 0 0,1 0-1 0 0,-1 0 1 0 0,2 0-1 0 0,-1 0 0 0 0,1-1 1 0 0,0 1-1 0 0,0-1 1 0 0,0 1-1 0 0,6 5 1 0 0,4 8 393 0 0,1-1 0 0 0,1-1 0 0 0,1 0 0 0 0,22 18 0 0 0,-30-28-334 0 0,0-1 0 0 0,0 0 0 0 0,1 0 0 0 0,0-1 1 0 0,0 0-1 0 0,13 5 0 0 0,-20-9-221 0 0,0-1 1 0 0,0 1-1 0 0,0 0 1 0 0,1-1-1 0 0,-1 0 0 0 0,0 1 1 0 0,0-1-1 0 0,0 0 1 0 0,0 0-1 0 0,0 0 0 0 0,0 0 1 0 0,0 0-1 0 0,1-1 1 0 0,-1 1-1 0 0,0-1 1 0 0,0 1-1 0 0,0-1 0 0 0,0 0 1 0 0,0 0-1 0 0,-1 0 1 0 0,1 0-1 0 0,0 0 0 0 0,0 0 1 0 0,0 0-1 0 0,-1-1 1 0 0,1 1-1 0 0,-1-1 0 0 0,1 1 1 0 0,-1-1-1 0 0,0 1 1 0 0,1-1-1 0 0,-1 0 1 0 0,0 0-1 0 0,0 0 0 0 0,0 1 1 0 0,1-5-1 0 0,2-5 53 0 0,-1-1 0 0 0,-1 0-1 0 0,0 0 1 0 0,0 1 0 0 0,-1-1-1 0 0,0 0 1 0 0,-1-1 0 0 0,-3-22 0 0 0,1 18-222 0 0,-1 0 1 0 0,-1 0-1 0 0,0 0 1 0 0,-1 0 0 0 0,-12-26-1 0 0,-7 17-9736 0 0,21 26 8365 0 0</inkml:trace>
  <inkml:trace contextRef="#ctx0" brushRef="#br0" timeOffset="1">81 201 3561 0 0,'0'-1'288'0'0,"0"0"1"0"0,0 0-1 0 0,0 0 1 0 0,0 0-1 0 0,0 0 0 0 0,1 0 1 0 0,-1 0-1 0 0,0 0 1 0 0,0 0-1 0 0,1 0 1 0 0,-1 0-1 0 0,1 1 1 0 0,-1-1-1 0 0,1 0 1 0 0,-1 0-1 0 0,1 0 0 0 0,-1 0 1 0 0,1 1-1 0 0,0-1 1 0 0,-1 0-1 0 0,1 1 1 0 0,0-1-1 0 0,0 0 1 0 0,1 0-1 0 0,23-22 88 0 0,-22 21-31 0 0,-2 1-310 0 0,58-50-894 0 0,-4-5-5282 0 0,-39 39 4539 0 0,0 3-420 0 0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12:37.35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13 0 2529 0 0,'-5'9'672'0'0,"0"2"104"0"0,2 4-32 0 0,3 0-152 0 0,2 1-208 0 0,-1-1-152 0 0,3 0-88 0 0,-1 2-56 0 0,1 0-104 0 0,-1-2-176 0 0,2-1-248 0 0,-2-2-320 0 0,1-2-136 0 0,-2 0 112 0 0,1-3 216 0 0,-17-10-161 0 0,14 8-711 0 0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12:37.77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1 225 1744 0 0,'33'-30'3208'0'0,"-16"14"-2348"0"0,1 0-1 0 0,0 1 0 0 0,1 1 1 0 0,0 1-1 0 0,1 0 0 0 0,27-11 1 0 0,-46 23-845 0 0,-1 1 1 0 0,1 0-1 0 0,-1 0 0 0 0,1 0 1 0 0,-1 0-1 0 0,1-1 1 0 0,-1 1-1 0 0,1 0 1 0 0,-1 0-1 0 0,1 0 0 0 0,-1 0 1 0 0,1 0-1 0 0,-1 0 1 0 0,1 0-1 0 0,-1 0 1 0 0,1 0-1 0 0,-1 1 0 0 0,1-1 1 0 0,-1 0-1 0 0,0 0 1 0 0,1 0-1 0 0,-1 0 1 0 0,1 1-1 0 0,-1-1 0 0 0,1 0 1 0 0,-1 1-1 0 0,0-1 1 0 0,1 0-1 0 0,-1 1 1 0 0,0-1-1 0 0,1 0 0 0 0,-1 1 1 0 0,1 0-1 0 0,2 19 135 0 0,-10 32-523 0 0,6-46 249 0 0,-5 17-720 0 0,-1 0 0 0 0,-16 33 0 0 0,12-30-431 0 0,-14 53 0 0 0,23-72 1195 0 0,0 0 1 0 0,1 0-1 0 0,1 1 1 0 0,-1-1-1 0 0,1 1 0 0 0,0-1 1 0 0,1 1-1 0 0,-1-1 0 0 0,2 0 1 0 0,-1 1-1 0 0,1-1 0 0 0,2 7 1 0 0,-3-12 99 0 0,-1 0 0 0 0,1 0 0 0 0,0 0-1 0 0,0 0 1 0 0,0 0 0 0 0,0 0 0 0 0,0 0 0 0 0,0-1 0 0 0,0 1 0 0 0,1 0 0 0 0,-1-1 0 0 0,1 1 0 0 0,-1-1 0 0 0,1 1 0 0 0,-1-1-1 0 0,1 0 1 0 0,0 0 0 0 0,0 0 0 0 0,0 0 0 0 0,-1 0 0 0 0,1 0 0 0 0,0 0 0 0 0,0-1 0 0 0,0 1 0 0 0,4 0 0 0 0,-2-1 71 0 0,-1-1 0 0 0,1 1 0 0 0,-1-1 1 0 0,1 0-1 0 0,-1 0 0 0 0,1 0 0 0 0,-1 0 1 0 0,1-1-1 0 0,-1 0 0 0 0,0 1 0 0 0,0-1 1 0 0,0 0-1 0 0,4-4 0 0 0,8-7 634 0 0,-1 0 0 0 0,-1-1 1 0 0,0 0-1 0 0,14-23 0 0 0,-2-9 795 0 0,-24 45-1463 0 0,0-1 0 0 0,-1 1 0 0 0,1 0 0 0 0,0-1 0 0 0,-1 1 0 0 0,0-1 0 0 0,1 1 1 0 0,-1-1-1 0 0,0 1 0 0 0,1-1 0 0 0,-1 1 0 0 0,0-1 0 0 0,0 1 0 0 0,0-1 0 0 0,-1 1 0 0 0,1-1 0 0 0,0 1 1 0 0,0-1-1 0 0,-1 1 0 0 0,1-1 0 0 0,-1 1 0 0 0,1-1 0 0 0,-1 1 0 0 0,0 0 0 0 0,0-1 0 0 0,1 1 1 0 0,-1 0-1 0 0,0-1 0 0 0,0 1 0 0 0,-2-1 0 0 0,-2 1-43 0 0,0 1 1 0 0,0-1-1 0 0,0 1 1 0 0,0 1-1 0 0,0-1 0 0 0,0 1 1 0 0,0-1-1 0 0,0 2 1 0 0,0-1-1 0 0,1 0 0 0 0,-1 1 1 0 0,0 0-1 0 0,1 0 1 0 0,-6 3-1 0 0,-8 3-375 0 0,-12 3-597 0 0,17-5-499 0 0,0-2 0 0 0,1 1 0 0 0,-1-1 0 0 0,-1-1 0 0 0,-24 3 0 0 0,29-11-341 0 0,10 1 254 0 0</inkml:trace>
  <inkml:trace contextRef="#ctx0" brushRef="#br0" timeOffset="1">369 1 2232 0 0,'-1'3'508'0'0,"0"0"-1"0"0,0 1 0 0 0,1-1 0 0 0,-1 0 0 0 0,1 1 1 0 0,0-1-1 0 0,0 1 0 0 0,0-1 0 0 0,0 0 0 0 0,0 1 0 0 0,1-1 1 0 0,1 7-1 0 0,16 44 915 0 0,-12-36-952 0 0,2 6-396 0 0,39 105 109 0 0,-16-69-2460 0 0,9-6-3344 0 0,-35-47 4730 0 0,1 2-735 0 0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12:38.17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45 2497 0 0,'60'-22'7270'0'0,"37"1"-8294"0"0,-77 20-3161 0 0,-25 1 1395 0 0,2 5 1374 0 0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13:24.79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17 185 912 0 0,'-4'-18'5386'0'0,"4"18"-5274"0"0,0-1 0 0 0,0 1 0 0 0,0 0 0 0 0,0-1 0 0 0,0 1-1 0 0,0 0 1 0 0,0-1 0 0 0,0 1 0 0 0,-1 0 0 0 0,1 0 0 0 0,0-1 0 0 0,0 1 0 0 0,0 0 0 0 0,0 0-1 0 0,-1-1 1 0 0,1 1 0 0 0,0 0 0 0 0,0 0 0 0 0,-1 0 0 0 0,1-1 0 0 0,0 1 0 0 0,0 0 0 0 0,-1 0-1 0 0,1 0 1 0 0,0 0 0 0 0,-1 0 0 0 0,1 0 0 0 0,0 0 0 0 0,0-1 0 0 0,-1 1 0 0 0,1 0 0 0 0,0 0-1 0 0,-1 0 1 0 0,1 0 0 0 0,0 0 0 0 0,-1 0 0 0 0,1 0 0 0 0,0 0 0 0 0,0 1 0 0 0,-1-1 0 0 0,1 0-1 0 0,0 0 1 0 0,-1 0 0 0 0,1 0 0 0 0,0 0 0 0 0,0 0 0 0 0,-1 1 0 0 0,1-1 0 0 0,0 0 0 0 0,0 0-1 0 0,-1 0 1 0 0,1 1 0 0 0,0-1 0 0 0,-1 1 0 0 0,2 2-17 0 0,0 1 0 0 0,0-1 0 0 0,0 1 0 0 0,0-1 1 0 0,0 0-1 0 0,1 1 0 0 0,-1-1 0 0 0,1 0 0 0 0,2 4 0 0 0,1 2-42 0 0,47 106-754 0 0,-53-101-5150 0 0,1-6 1558 0 0,3-20 3446 0 0,-2 6 745 0 0,0 0-1 0 0,0 0 1 0 0,-1 0-1 0 0,0 0 0 0 0,0 0 1 0 0,-1 0-1 0 0,1 0 1 0 0,-1 0-1 0 0,-1 1 0 0 0,1-1 1 0 0,-1 0-1 0 0,0 0 1 0 0,0 1-1 0 0,-1-1 1 0 0,-4-7-1 0 0,-20-22 2917 0 0,27 33-2597 0 0,-1 1 1 0 0,0-1-1 0 0,0 0 1 0 0,1 0 0 0 0,-1 0-1 0 0,1 1 1 0 0,0-1-1 0 0,-1 0 1 0 0,1 0 0 0 0,0 0-1 0 0,0 0 1 0 0,0 0-1 0 0,1 0 1 0 0,-1 0 0 0 0,0 0-1 0 0,1 1 1 0 0,-1-1 0 0 0,1 0-1 0 0,-1 0 1 0 0,1 0-1 0 0,0 1 1 0 0,0-1 0 0 0,1-1-1 0 0,0-2 57 0 0,0 0-1 0 0,1 1 1 0 0,-1 0-1 0 0,1-1 1 0 0,0 1-1 0 0,1 0 1 0 0,5-5 0 0 0,26-14 628 0 0,1 3 0 0 0,2 0 0 0 0,65-23 0 0 0,-88 37-516 0 0,-15 6-339 0 0,1 0 1 0 0,-1 0 0 0 0,0-1 0 0 0,1 1-1 0 0,-1 0 1 0 0,1 0 0 0 0,-1 0-1 0 0,0 0 1 0 0,1 0 0 0 0,-1-1 0 0 0,1 1-1 0 0,-1 0 1 0 0,1 0 0 0 0,-1 0-1 0 0,1 0 1 0 0,-1 0 0 0 0,1 0 0 0 0,-1 1-1 0 0,0-1 1 0 0,1 0 0 0 0,-1 0-1 0 0,1 0 1 0 0,-1 0 0 0 0,1 0 0 0 0,-1 1-1 0 0,0-1 1 0 0,1 0 0 0 0,-1 0-1 0 0,1 1 1 0 0,-1-1 0 0 0,0 0 0 0 0,1 1-1 0 0,-1-1 1 0 0,0 0 0 0 0,0 1-1 0 0,1-1 1 0 0,-1 1 0 0 0,2 21 1051 0 0,-13 23-360 0 0,6-28-924 0 0,2 0 0 0 0,0 0 0 0 0,1 0 0 0 0,1 0 0 0 0,0 0 0 0 0,3 21 0 0 0,9 53-6574 0 0,-19-94-519 0 0,6 2 7150 0 0,1-1 1 0 0,-1 1 0 0 0,1 0 0 0 0,-1 1-1 0 0,1-1 1 0 0,-1 0 0 0 0,0 0-1 0 0,0 1 1 0 0,1-1 0 0 0,-1 1 0 0 0,0-1-1 0 0,0 1 1 0 0,-1-1 0 0 0,-4 3-688 0 0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13:25.19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56 128 1456 0 0,'-22'-1'1275'0'0,"21"1"-1147"0"0,-1 1 0 0 0,0-1 0 0 0,0 0 1 0 0,0 0-1 0 0,0 0 0 0 0,0 0 0 0 0,0 0 0 0 0,0-1 1 0 0,1 1-1 0 0,-1 0 0 0 0,0-1 0 0 0,0 0 0 0 0,0 1 1 0 0,1-1-1 0 0,-1 0 0 0 0,0 0 0 0 0,-1-1 0 0 0,40-27 4531 0 0,136-59-338 0 0,-155 86-3647 0 0,2 1-1971 0 0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14:08.58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527 534 3961 0 0,'-2'2'633'0'0,"-1"0"0"0"0,1 0 0 0 0,-1 0 0 0 0,0 0 0 0 0,0 0 1 0 0,0-1-1 0 0,0 1 0 0 0,0-1 0 0 0,0 0 0 0 0,0 0 0 0 0,-4 1 0 0 0,6-3-516 0 0,-1 1 0 0 0,1-1 0 0 0,0 1 0 0 0,0-1 0 0 0,0 0 0 0 0,-1 1-1 0 0,1-1 1 0 0,0 0 0 0 0,0 0 0 0 0,0 0 0 0 0,0 0 0 0 0,1 0 0 0 0,-1 0 0 0 0,0 0-1 0 0,0-1 1 0 0,0 1 0 0 0,1 0 0 0 0,-1 0 0 0 0,1 0 0 0 0,-1-1 0 0 0,1 1 0 0 0,-1 0-1 0 0,1-1 1 0 0,0 1 0 0 0,0 0 0 0 0,0-1 0 0 0,0 1 0 0 0,0-1 0 0 0,0-1 0 0 0,-2-4 44 0 0,1 0 1 0 0,0 1 0 0 0,1-1 0 0 0,0 0 0 0 0,0 0 0 0 0,0 0-1 0 0,1 1 1 0 0,0-1 0 0 0,0 0 0 0 0,1 0 0 0 0,0 1 0 0 0,0-1-1 0 0,0 1 1 0 0,6-11 0 0 0,-5 13-123 0 0,-1 1 0 0 0,1 0 0 0 0,0-1 0 0 0,1 1 0 0 0,-1 0-1 0 0,0 0 1 0 0,1 1 0 0 0,0-1 0 0 0,0 1 0 0 0,0-1 0 0 0,0 1 0 0 0,0 0 0 0 0,0 1-1 0 0,0-1 1 0 0,0 1 0 0 0,1 0 0 0 0,-1 0 0 0 0,1 0 0 0 0,-1 1 0 0 0,1-1 0 0 0,-1 1 0 0 0,1 0-1 0 0,4 1 1 0 0,-3-1-8 0 0,1 0 0 0 0,-1 1 0 0 0,1 0 0 0 0,-1 0 0 0 0,1 0 0 0 0,-1 1 0 0 0,0 0 0 0 0,0 0 0 0 0,0 1 1 0 0,0-1-1 0 0,0 1 0 0 0,-1 1 0 0 0,1-1 0 0 0,5 5 0 0 0,-6-2-9 0 0,0 0 1 0 0,0-1 0 0 0,-1 2 0 0 0,1-1 0 0 0,-1 0-1 0 0,-1 1 1 0 0,1 0 0 0 0,-1 0 0 0 0,0 0 0 0 0,-1 0-1 0 0,4 14 1 0 0,0 8-314 0 0,-1-1-1 0 0,-2 1 1 0 0,-1 0 0 0 0,-3 58-1 0 0,0-66 221 0 0,-1 0 0 0 0,-2 1 0 0 0,0-1 0 0 0,-1-1 0 0 0,-1 1 0 0 0,-1-1-1 0 0,-14 29 1 0 0,18-44 121 0 0,-1 0 0 0 0,1 0 0 0 0,-1 0 0 0 0,0 0 0 0 0,-1 0 0 0 0,1-1 0 0 0,-1 0 0 0 0,-9 7 0 0 0,12-10-16 0 0,0 1-1 0 0,-1-1 1 0 0,1 1 0 0 0,0-1 0 0 0,0 0 0 0 0,-1 0 0 0 0,1 0 0 0 0,-1-1 0 0 0,1 1 0 0 0,-1 0 0 0 0,1-1 0 0 0,-1 0 0 0 0,1 0 0 0 0,-1 1 0 0 0,1-1 0 0 0,-1-1-1 0 0,0 1 1 0 0,1 0 0 0 0,-1-1 0 0 0,1 1 0 0 0,-1-1 0 0 0,1 0 0 0 0,-1 0 0 0 0,-1-1 0 0 0,3 2-24 0 0,1 0 1 0 0,-1 0-1 0 0,1-1 1 0 0,-1 1-1 0 0,1 0 0 0 0,0-1 1 0 0,-1 1-1 0 0,1 0 1 0 0,0-1-1 0 0,-1 1 0 0 0,1 0 1 0 0,0-1-1 0 0,0 1 1 0 0,-1 0-1 0 0,1-1 1 0 0,0 1-1 0 0,0-1 0 0 0,-1 1 1 0 0,1-1-1 0 0,0 1 1 0 0,0 0-1 0 0,0-1 0 0 0,0 1 1 0 0,0-1-1 0 0,0 1 1 0 0,0-1-1 0 0,0 1 0 0 0,0-1 1 0 0,0 1-1 0 0,0-1 1 0 0,0 1-1 0 0,0-1 1 0 0,1 0-1 0 0,11-15 259 0 0,25-7 111 0 0,-36 22-356 0 0,42-23 264 0 0,-7 3-191 0 0,1 1 0 0 0,0 1-1 0 0,1 3 1 0 0,1 1-1 0 0,42-11 1 0 0,-77 26-64 0 0,0-1 1 0 0,0 1-1 0 0,0 0 0 0 0,-1 0 0 0 0,1 0 1 0 0,0 0-1 0 0,0 1 0 0 0,0 0 1 0 0,-1 0-1 0 0,1 0 0 0 0,0 0 0 0 0,-1 0 1 0 0,1 1-1 0 0,-1-1 0 0 0,1 1 0 0 0,-1 0 1 0 0,0 0-1 0 0,0 1 0 0 0,0-1 1 0 0,3 3-1 0 0,-6-4-25 0 0,0-1 0 0 0,0 0 0 0 0,0 0 0 0 0,0 1 0 0 0,0-1 0 0 0,0 0 1 0 0,0 0-1 0 0,0 1 0 0 0,0-1 0 0 0,0 0 0 0 0,0 0 0 0 0,0 1 0 0 0,0-1 0 0 0,-1 0 0 0 0,1 0 0 0 0,0 1 1 0 0,0-1-1 0 0,0 0 0 0 0,0 0 0 0 0,-1 0 0 0 0,1 1 0 0 0,0-1 0 0 0,0 0 0 0 0,0 0 0 0 0,-1 0 0 0 0,1 0 1 0 0,0 1-1 0 0,0-1 0 0 0,0 0 0 0 0,-1 0 0 0 0,1 0 0 0 0,0 0 0 0 0,0 0 0 0 0,-1 0 0 0 0,1 0 0 0 0,0 0 1 0 0,0 0-1 0 0,-1 0 0 0 0,1 0 0 0 0,0 0 0 0 0,-1 0 0 0 0,1 0 0 0 0,0 0 0 0 0,0 0 0 0 0,-1 0 0 0 0,1 0 0 0 0,0 0 1 0 0,0 0-1 0 0,-1 0 0 0 0,-17-2 80 0 0,17 2-36 0 0,0 0-40 0 0,3 38 203 0 0,-2-28-207 0 0,-1 0 0 0 0,0-1 0 0 0,0 1 0 0 0,-1 0 0 0 0,0-1 0 0 0,-1 1 0 0 0,0-1 0 0 0,0 0 0 0 0,-1 0 0 0 0,0 0 0 0 0,-1 0 0 0 0,0-1 0 0 0,-9 14 0 0 0,4-11 16 0 0,-1 0 0 0 0,1-1 0 0 0,-2 0 0 0 0,1 0 0 0 0,-1-1 0 0 0,-1-1 0 0 0,0 0 0 0 0,-15 7 0 0 0,-13 2 37 0 0,-2-1 0 0 0,0-2-1 0 0,-1-2 1 0 0,-85 12 0 0 0,106-21-81 0 0,-1-1 0 0 0,0 0 1 0 0,0-2-1 0 0,0-1 0 0 0,1-1 0 0 0,-1 0 0 0 0,0-2 0 0 0,1-1 1 0 0,-38-13-1 0 0,47 12 7 0 0,0 0 0 0 0,0-1 1 0 0,1 0-1 0 0,0-1 0 0 0,1 0 0 0 0,-1-1 1 0 0,1-1-1 0 0,1 1 0 0 0,0-2 0 0 0,1 0 1 0 0,0 0-1 0 0,0-1 0 0 0,1 0 1 0 0,1-1-1 0 0,0 0 0 0 0,-8-16 0 0 0,7 7 12 0 0,1 0 0 0 0,0 0 0 0 0,2-1 0 0 0,0 0 0 0 0,2 0 1 0 0,1 0-1 0 0,0 0 0 0 0,2-1 0 0 0,0 1 0 0 0,4-28 0 0 0,1 22-6 0 0,1 1 0 0 0,1 0 0 0 0,1 0 0 0 0,2 0 1 0 0,1 1-1 0 0,1 1 0 0 0,25-44 0 0 0,-17 38-2 0 0,1 2-1 0 0,2 1 0 0 0,1 0 1 0 0,1 2-1 0 0,1 0 0 0 0,2 2 1 0 0,0 1-1 0 0,2 1 1 0 0,1 2-1 0 0,0 1 0 0 0,1 1 1 0 0,1 1-1 0 0,55-20 0 0 0,-76 33 11 0 0,1 2 0 0 0,-1 0 0 0 0,1 0 0 0 0,0 1-1 0 0,0 0 1 0 0,1 1 0 0 0,-1 0 0 0 0,0 1 0 0 0,0 1-1 0 0,0 0 1 0 0,1 0 0 0 0,-1 1 0 0 0,0 1 0 0 0,-1 0 0 0 0,15 6-1 0 0,-10-2 3 0 0,1 2-1 0 0,-1 0 0 0 0,-1 1 1 0 0,0 0-1 0 0,0 1 0 0 0,-1 1 0 0 0,0 1 1 0 0,-1 0-1 0 0,16 21 0 0 0,-3-2-411 0 0,-1 2-1 0 0,-2 1 0 0 0,-2 0 0 0 0,-1 2 0 0 0,27 71 0 0 0,-37-79 56 0 0,-1 0 0 0 0,-1 0-1 0 0,-2 1 1 0 0,-1 0 0 0 0,-1 0-1 0 0,-2 0 1 0 0,-1 1 0 0 0,-5 51-1 0 0,-4-40-3090 0 0,8-41 3193 0 0,0 0 0 0 0,0 0 0 0 0,-1 0 0 0 0,1 0 0 0 0,0 0 0 0 0,0 0 0 0 0,-1 0 0 0 0,1 0-1 0 0,-1 0 1 0 0,1 0 0 0 0,-1 0 0 0 0,1-1 0 0 0,-1 1 0 0 0,1 0 0 0 0,-1 0 0 0 0,0 0 0 0 0,1-1 0 0 0,-1 1 0 0 0,0 0 0 0 0,0-1 0 0 0,0 1 0 0 0,1-1 0 0 0,-1 1 0 0 0,0-1 0 0 0,0 1 0 0 0,0-1 0 0 0,0 1 0 0 0,0-1 0 0 0,0 0 0 0 0,0 0 0 0 0,0 1 0 0 0,0-1 0 0 0,0 0 0 0 0,0 0 0 0 0,-2 0 0 0 0,-2-3-2557 0 0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14:51.39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5 292 6737 0 0,'0'-1'59'0'0,"0"1"0"0"0,0 0 0 0 0,-1 0 0 0 0,1 0 0 0 0,0 0 0 0 0,0 0 0 0 0,0 0 0 0 0,-1 0 0 0 0,1 0 0 0 0,0 0 0 0 0,0 0 0 0 0,0 0 0 0 0,-1 0 0 0 0,1 0 0 0 0,0-1-1 0 0,0 1 1 0 0,0 0 0 0 0,0 0 0 0 0,-1 0 0 0 0,1 0 0 0 0,0-1 0 0 0,0 1 0 0 0,0 0 0 0 0,0 0 0 0 0,0 0 0 0 0,0-1 0 0 0,0 1 0 0 0,0 0 0 0 0,-1 0 0 0 0,1 0 0 0 0,0-1 0 0 0,0 1-1 0 0,0 0 1 0 0,0 0 0 0 0,0 0 0 0 0,0-1 0 0 0,0 1 0 0 0,0 0 0 0 0,0 0 0 0 0,0 0 0 0 0,0-1 0 0 0,0 1 0 0 0,1 0 0 0 0,-1 0 0 0 0,0-1 0 0 0,7-17 1079 0 0,19-23-765 0 0,-20 31 20 0 0,24-40 20 0 0,-19 29-361 0 0,0 1 0 0 0,2 0 0 0 0,0 1 0 0 0,1 1-1 0 0,33-34 1 0 0,-46 51-65 0 0,0 0 0 0 0,1-1-1 0 0,-1 1 1 0 0,1 0 0 0 0,-1 0-1 0 0,1 0 1 0 0,-1 0 0 0 0,1 0-1 0 0,-1 1 1 0 0,1-1 0 0 0,0 0-1 0 0,0 1 1 0 0,-1-1 0 0 0,1 1 0 0 0,0-1-1 0 0,0 1 1 0 0,-1 0 0 0 0,1 0-1 0 0,0 0 1 0 0,0 0 0 0 0,0 0-1 0 0,0 0 1 0 0,-1 1 0 0 0,1-1-1 0 0,0 0 1 0 0,0 1 0 0 0,-1 0-1 0 0,1-1 1 0 0,0 1 0 0 0,-1 0-1 0 0,1 0 1 0 0,-1 0 0 0 0,1 0 0 0 0,-1 0-1 0 0,1 0 1 0 0,-1 0 0 0 0,0 1-1 0 0,1-1 1 0 0,-1 0 0 0 0,0 1-1 0 0,0-1 1 0 0,0 1 0 0 0,0-1-1 0 0,0 1 1 0 0,0-1 0 0 0,-1 1-1 0 0,2 3 1 0 0,4 9-255 0 0,0 1 0 0 0,-1 0 0 0 0,-1 0 0 0 0,3 21 1 0 0,-6-31 202 0 0,8 48-487 0 0,-2 0 0 0 0,-3 0 0 0 0,-2 1 1 0 0,-3-1-1 0 0,-12 91 0 0 0,13-141 546 0 0,0 1 0 0 0,-1 0 0 0 0,0 0 0 0 0,0-1 0 0 0,0 1 0 0 0,0-1 0 0 0,-1 1 0 0 0,1-1 1 0 0,-5 7-1 0 0,6-10 3 0 0,0 0 1 0 0,0 0 0 0 0,-1 0-1 0 0,1 0 1 0 0,0 0 0 0 0,0 1-1 0 0,0-1 1 0 0,0 0 0 0 0,-1 0-1 0 0,1 0 1 0 0,0 0 0 0 0,0 0-1 0 0,-1 0 1 0 0,1 0 0 0 0,0 0-1 0 0,0 0 1 0 0,0 0 0 0 0,-1 0 0 0 0,1 0-1 0 0,0 0 1 0 0,0 0 0 0 0,-1 0-1 0 0,1 0 1 0 0,0 0 0 0 0,0 0-1 0 0,0 0 1 0 0,-1 0 0 0 0,1 0-1 0 0,0-1 1 0 0,0 1 0 0 0,0 0-1 0 0,-1 0 1 0 0,1 0 0 0 0,0 0-1 0 0,0 0 1 0 0,0-1 0 0 0,0 1-1 0 0,0 0 1 0 0,-1 0 0 0 0,1 0-1 0 0,0 0 1 0 0,0-1 0 0 0,0 1 0 0 0,0 0-1 0 0,0 0 1 0 0,0-1 0 0 0,-8-26-92 0 0,5 3 320 0 0,1-1 0 0 0,0 1-1 0 0,2 0 1 0 0,1-1 0 0 0,6-33 0 0 0,-6 50 32 0 0,0 0 1 0 0,0 1 0 0 0,1-1-1 0 0,1 1 1 0 0,-1-1 0 0 0,1 1-1 0 0,0 0 1 0 0,1-1 0 0 0,0 2 0 0 0,0-1-1 0 0,0 0 1 0 0,1 1 0 0 0,0 0-1 0 0,0 0 1 0 0,1 0 0 0 0,-1 1-1 0 0,1 0 1 0 0,0 0 0 0 0,1 0-1 0 0,11-6 1 0 0,-16 10-188 0 0,0 0 0 0 0,0 0 0 0 0,0 1 0 0 0,0-1 0 0 0,0 1 0 0 0,0-1 0 0 0,1 1 0 0 0,-1 0 0 0 0,0 0 0 0 0,0 0 0 0 0,0 0 0 0 0,0 0 0 0 0,1 0 0 0 0,-1 0 0 0 0,0 1 1 0 0,0-1-1 0 0,0 1 0 0 0,0 0 0 0 0,0-1 0 0 0,0 1 0 0 0,0 0 0 0 0,2 2 0 0 0,-1-1-101 0 0,0 1 0 0 0,0 0 0 0 0,0 0 0 0 0,0 0 1 0 0,0 0-1 0 0,-1 0 0 0 0,0 1 0 0 0,0-1 0 0 0,0 1 1 0 0,3 7-1 0 0,0 2-937 0 0,0 1 0 0 0,-2 0-1 0 0,0 0 1 0 0,0 0 0 0 0,0 24 0 0 0,-4 22-3216 0 0,-2-27 999 0 0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14:51.80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1 273 4505 0 0,'5'-7'856'0'0,"0"-1"0"0"0,-1 1 0 0 0,1-1 0 0 0,-1 0 0 0 0,3-10 0 0 0,4-6-28 0 0,8-16-49 0 0,25-44-12 0 0,-40 77-726 0 0,0 1-1 0 0,1-1 0 0 0,0 1 0 0 0,0 0 0 0 0,1 0 1 0 0,0 1-1 0 0,0-1 0 0 0,0 1 0 0 0,8-4 0 0 0,-13 8-26 0 0,0 0 1 0 0,0 1-1 0 0,0-1 0 0 0,0 1 0 0 0,0 0 0 0 0,1-1 0 0 0,-1 1 0 0 0,0 0 0 0 0,0-1 0 0 0,0 1 0 0 0,0 0 0 0 0,1 0 1 0 0,-1 0-1 0 0,0 0 0 0 0,0 0 0 0 0,0 0 0 0 0,1 0 0 0 0,-1 1 0 0 0,0-1 0 0 0,0 0 0 0 0,0 1 0 0 0,0-1 0 0 0,0 1 1 0 0,1-1-1 0 0,0 2 0 0 0,0 0 14 0 0,1 0 1 0 0,-1 0-1 0 0,0 0 1 0 0,0 0 0 0 0,0 1-1 0 0,-1-1 1 0 0,1 1-1 0 0,0 0 1 0 0,-1-1-1 0 0,2 4 1 0 0,2 9 65 0 0,0-1 0 0 0,-1 1 1 0 0,3 17-1 0 0,-6-27-79 0 0,3 28 86 0 0,-1 1 1 0 0,-1 45-1 0 0,-3-55-85 0 0,1 0-1 0 0,1 0 1 0 0,1 0-1 0 0,1 0 1 0 0,2 0-1 0 0,7 26 1 0 0,-12-49-17 0 0,1 0 1 0 0,-1 0-1 0 0,0 0 0 0 0,0 0 1 0 0,1 0-1 0 0,-1-1 0 0 0,1 1 1 0 0,-1 0-1 0 0,1 0 0 0 0,-1 0 1 0 0,1-1-1 0 0,-1 1 0 0 0,1 0 1 0 0,0-1-1 0 0,0 1 0 0 0,-1-1 1 0 0,1 1-1 0 0,0-1 0 0 0,0 1 1 0 0,-1-1-1 0 0,1 1 0 0 0,0-1 1 0 0,0 1-1 0 0,0-1 0 0 0,0 0 1 0 0,0 0-1 0 0,0 0 0 0 0,-1 1 1 0 0,3-1-1 0 0,-1-1 5 0 0,1 1 0 0 0,-1-1 1 0 0,0 0-1 0 0,0 0 0 0 0,0 1 0 0 0,0-2 0 0 0,0 1 0 0 0,0 0 1 0 0,0 0-1 0 0,0 0 0 0 0,3-4 0 0 0,3-3 33 0 0,0 0 0 0 0,0-1 1 0 0,12-17-1 0 0,-8 7 82 0 0,-1 0 1 0 0,0-1 0 0 0,-2 0-1 0 0,0-1 1 0 0,-1 0 0 0 0,-1 0-1 0 0,-1 0 1 0 0,-1-1 0 0 0,-1 0-1 0 0,1-27 1 0 0,-4 47-98 0 0,-1 1 0 0 0,0-1-1 0 0,0 0 1 0 0,0 0 0 0 0,-1 1 0 0 0,1-1 0 0 0,0 0-1 0 0,-1 0 1 0 0,1 1 0 0 0,-1-1 0 0 0,1 0-1 0 0,-1 1 1 0 0,0-1 0 0 0,1 1 0 0 0,-1-1 0 0 0,0 1-1 0 0,0-1 1 0 0,0 1 0 0 0,-1-1 0 0 0,-1-1 0 0 0,2 3-5 0 0,0-1 1 0 0,-1 0 0 0 0,1 1 0 0 0,-1 0 0 0 0,1-1-1 0 0,-1 1 1 0 0,1 0 0 0 0,-1-1 0 0 0,1 1 0 0 0,-1 0-1 0 0,1 0 1 0 0,-1 0 0 0 0,1 0 0 0 0,-1 1 0 0 0,1-1-1 0 0,-1 0 1 0 0,1 1 0 0 0,-3 0 0 0 0,-3 2-45 0 0,0 0-1 0 0,0 0 1 0 0,0 1 0 0 0,1 0-1 0 0,-1 0 1 0 0,1 1 0 0 0,-10 9-1 0 0,-20 30-1117 0 0,28-33-156 0 0,0-1 1 0 0,0-1 0 0 0,-1 1 0 0 0,-14 12-1 0 0,22-22 1205 0 0,1 0 0 0 0,-1 0-1 0 0,1 0 1 0 0,0 0 0 0 0,-1 0-1 0 0,1 0 1 0 0,-1 0 0 0 0,1 0-1 0 0,0 0 1 0 0,-1 0 0 0 0,1 0-1 0 0,0 0 1 0 0,-1-1 0 0 0,1 1-1 0 0,-1 0 1 0 0,1 0 0 0 0,0 0-1 0 0,-1 0 1 0 0,1-1 0 0 0,0 1-1 0 0,-1 0 1 0 0,1 0 0 0 0,0-1-1 0 0,0 1 1 0 0,-1 0 0 0 0,1 0-1 0 0,0-1 1 0 0,0 1 0 0 0,-1 0-1 0 0,1-1 1 0 0,0 1 0 0 0,0 0-1 0 0,0-1 1 0 0,0 1 0 0 0,-1-1-1 0 0,1 1 1 0 0,0 0 0 0 0,0-1-1 0 0,0 1 1 0 0,0-1 0 0 0,0 1-1 0 0,0 0 1 0 0,0-1 0 0 0,0 1-1 0 0,0 0 1 0 0,0-1 0 0 0,0 1-1 0 0,0-1 1 0 0,1 1 0 0 0,-1-1-1 0 0,0-13-2326 0 0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14:52.16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 47 6513 0 0,'-9'2'5492'0'0,"17"-8"-3634"0"0,11-8-1278 0 0,-17 11-528 0 0,0 1 0 0 0,0 0 0 0 0,0 0 0 0 0,0 0 0 0 0,0 0 0 0 0,1 0 0 0 0,-1 0 0 0 0,1 0 0 0 0,-1 1 0 0 0,1-1 0 0 0,-1 1 0 0 0,1 0 0 0 0,0 0 0 0 0,0 0 0 0 0,0 0 0 0 0,0 1 0 0 0,-1-1 0 0 0,1 1 0 0 0,0-1 0 0 0,0 1-1 0 0,6 0 1 0 0,-5 2-7 0 0,0-1 0 0 0,0 0-1 0 0,0 1 1 0 0,-1 0 0 0 0,1 0 0 0 0,0 0-1 0 0,-1 0 1 0 0,1 1 0 0 0,-1-1-1 0 0,0 1 1 0 0,0 0 0 0 0,0 0-1 0 0,4 6 1 0 0,7 10-116 0 0,-1 2 1 0 0,0 0-1 0 0,-2 0 1 0 0,10 28-1 0 0,-18-42-34 0 0,25 68-1563 0 0,-4-10-1113 0 0,6-4-3370 0 0,-27-58 4236 0 0,2-1-532 0 0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14:52.53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5553 0 0,'1'7'666'0'0,"0"1"0"0"0,1 0-1 0 0,0-1 1 0 0,1 1 0 0 0,-1-1 0 0 0,8 13-1 0 0,1 7-1 0 0,111 282-163 0 0,-84-218-4797 0 0,-26-58 935 0 0,-6-22 712 0 0</inkml:trace>
  <inkml:trace contextRef="#ctx0" brushRef="#br0" timeOffset="1">160 276 3769 0 0,'1'-3'880'0'0,"4"-1"-56"0"0,1-1-216 0 0,0-1-160 0 0,2 0-184 0 0,-1 0-128 0 0,1-2-56 0 0,0 2-63 0 0,1 0-130 0 0,0 0-215 0 0,-1 0-232 0 0,-1-2-248 0 0,1 2-112 0 0,-2 0 136 0 0,-6-3-64 0 0,4 6-1145 0 0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14:52.89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0 691 4809 0 0,'2'8'322'0'0,"0"-1"1"0"0,0 1-1 0 0,1-1 0 0 0,-1 0 0 0 0,1 0 0 0 0,1 0 1 0 0,0 0-1 0 0,0-1 0 0 0,0 1 0 0 0,1-1 1 0 0,-1 0-1 0 0,2 0 0 0 0,-1-1 0 0 0,0 1 1 0 0,8 4-1 0 0,-11-9-276 0 0,1 1 1 0 0,0 0 0 0 0,-1-1-1 0 0,1 0 1 0 0,0 1-1 0 0,0-1 1 0 0,0 0 0 0 0,0 0-1 0 0,0-1 1 0 0,0 1 0 0 0,0-1-1 0 0,1 0 1 0 0,-1 1-1 0 0,0-1 1 0 0,0-1 0 0 0,3 1-1 0 0,-2-1-51 0 0,0-1-1 0 0,0 1 1 0 0,0-1 0 0 0,-1 1-1 0 0,1-1 1 0 0,-1 0 0 0 0,1 0-1 0 0,-1-1 1 0 0,0 1 0 0 0,0-1-1 0 0,0 1 1 0 0,0-1 0 0 0,0 0-1 0 0,-1 0 1 0 0,4-6 0 0 0,4-7-887 0 0,-1 0 0 0 0,0-1 1 0 0,-2 0-1 0 0,0-1 0 0 0,-1 1 0 0 0,0-1 1 0 0,4-31-1 0 0,-4 24-1622 0 0</inkml:trace>
  <inkml:trace contextRef="#ctx0" brushRef="#br0" timeOffset="1">307 56 3441 0 0,'1'-3'337'0'0,"0"0"0"0"0,0-1 0 0 0,1 1 0 0 0,-1 0 0 0 0,1 0 0 0 0,0 0 1 0 0,0 0-1 0 0,0 0 0 0 0,0 0 0 0 0,0 1 0 0 0,1-1 0 0 0,-1 1 0 0 0,1 0 0 0 0,0-1 0 0 0,0 1 1 0 0,0 0-1 0 0,0 1 0 0 0,0-1 0 0 0,6-2 0 0 0,-6 3-144 0 0,1 1-1 0 0,0 0 1 0 0,0-1-1 0 0,-1 1 1 0 0,1 1-1 0 0,0-1 1 0 0,0 0-1 0 0,-1 1 1 0 0,1 0-1 0 0,-1 0 1 0 0,1 0-1 0 0,0 0 1 0 0,-1 1-1 0 0,0-1 1 0 0,6 4-1 0 0,3 3-29 0 0,0 0-1 0 0,-1 1 1 0 0,0 1-1 0 0,0 0 1 0 0,-1 0-1 0 0,0 1 1 0 0,-1 0-1 0 0,10 15 1 0 0,-11-13-170 0 0,56 95-1783 0 0,-33-34-4847 0 0,-29-64 4343 0 0,-1 1-672 0 0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14:53.27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31 1 7786 0 0,'35'104'2967'0'0,"-24"-75"-3689"0"0,-1 0-1 0 0,-1 0 1 0 0,5 36 0 0 0,-13-55 432 0 0,0-1 1 0 0,0 1 0 0 0,-1-1-1 0 0,0 0 1 0 0,-1 1 0 0 0,0-1-1 0 0,-1 1 1 0 0,0-1-1 0 0,0 0 1 0 0,-1 0 0 0 0,0 0-1 0 0,-1 0 1 0 0,0-1 0 0 0,-8 14-1 0 0,9-18 238 0 0,0 1-1 0 0,-1-1 0 0 0,0 0 0 0 0,1 0 1 0 0,-2 0-1 0 0,-6 5 0 0 0,10-8 132 0 0,-1 0 0 0 0,1-1 1 0 0,0 1-1 0 0,0 0 0 0 0,0 0 0 0 0,0-1 0 0 0,-1 1 0 0 0,1-1 0 0 0,0 1 0 0 0,-1-1 0 0 0,1 1 0 0 0,0-1 1 0 0,-1 0-1 0 0,1 0 0 0 0,-1 1 0 0 0,1-1 0 0 0,0 0 0 0 0,-1 0 0 0 0,1-1 0 0 0,-1 1 0 0 0,1 0 1 0 0,0 0-1 0 0,-1-1 0 0 0,1 1 0 0 0,0-1 0 0 0,-1 1 0 0 0,1-1 0 0 0,0 1 0 0 0,0-1 0 0 0,-3-1 1 0 0,4 1 106 0 0,-1 0 1 0 0,1 0 0 0 0,0 0 0 0 0,-1 0 0 0 0,1 0 0 0 0,0 0 0 0 0,0 0 0 0 0,0-1 0 0 0,0 1 0 0 0,-1 0-1 0 0,1 0 1 0 0,1 0 0 0 0,-1 0 0 0 0,0 0 0 0 0,0 0 0 0 0,0 0 0 0 0,1 0 0 0 0,-1 0 0 0 0,0 0 0 0 0,1 0-1 0 0,-1 0 1 0 0,1 0 0 0 0,-1 0 0 0 0,1 0 0 0 0,0 0 0 0 0,0-1 0 0 0,22-28 2302 0 0,-20 26-2123 0 0,33-38 553 0 0,1 1 0 0 0,3 2-1 0 0,45-35 1 0 0,-54 51-3650 0 0,1 1 1 0 0,62-31-1 0 0,-51 30-1999 0 0,-25 15 1685 0 0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14:53.66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20 139 6265 0 0,'-3'4'349'0'0,"1"1"0"0"0,-1-1-1 0 0,1 1 1 0 0,0 0-1 0 0,1 0 1 0 0,-1-1 0 0 0,1 1-1 0 0,0 0 1 0 0,0 0 0 0 0,0 1-1 0 0,1-1 1 0 0,0 0-1 0 0,0 0 1 0 0,0 0 0 0 0,0 0-1 0 0,1 0 1 0 0,1 6 0 0 0,4 15 6 0 0,1-1 0 0 0,11 28 0 0 0,-5-15 334 0 0,16 60-459 0 0,28 87-546 0 0,-13-67-6853 0 0,-62-178 2489 0 0,-3-13 4779 0 0,-37-48 220 0 0,16 42 2835 0 0,51 82 2387 0 0,15 9-3370 0 0,37 17-1201 0 0,-49-25-1126 0 0,1-1 0 0 0,-1-1 1 0 0,1 0-1 0 0,-1-1 0 0 0,1-1 0 0 0,0 0 0 0 0,-1 0 1 0 0,1-1-1 0 0,0-1 0 0 0,18-4 0 0 0,-26 5-124 0 0,-1-1 0 0 0,1 1 0 0 0,-1 0 0 0 0,0-1 0 0 0,0 0 0 0 0,1 0 0 0 0,-2-1 0 0 0,1 1-1 0 0,0-1 1 0 0,0 0 0 0 0,-1 1 0 0 0,1-2 0 0 0,-1 1 0 0 0,0 0 0 0 0,0-1 0 0 0,0 1 0 0 0,-1-1-1 0 0,1 0 1 0 0,-1 0 0 0 0,0 0 0 0 0,0 0 0 0 0,0 0 0 0 0,-1-1 0 0 0,1 1 0 0 0,-1-1 0 0 0,0 1-1 0 0,0-1 1 0 0,-1 1 0 0 0,1-1 0 0 0,-1 1 0 0 0,-1-9 0 0 0,-7-38-1136 0 0,8 27-281 0 0</inkml:trace>
  <inkml:trace contextRef="#ctx0" brushRef="#br0" timeOffset="1">212 1 2457 0 0,'0'0'104'0'0,"-1"0"1"0"0,1 0-1 0 0,-1 1 1 0 0,1-1-1 0 0,0 1 1 0 0,-1-1-1 0 0,1 0 1 0 0,0 1-1 0 0,0-1 1 0 0,-1 1-1 0 0,1-1 1 0 0,0 1 0 0 0,0-1-1 0 0,0 0 1 0 0,0 1-1 0 0,-1-1 1 0 0,1 1-1 0 0,0-1 1 0 0,0 1-1 0 0,0-1 1 0 0,0 1-1 0 0,0-1 1 0 0,0 1-1 0 0,0-1 1 0 0,0 1 0 0 0,0-1-1 0 0,1 1 1 0 0,-1-1-1 0 0,0 1 1 0 0,0-1-1 0 0,0 1 1 0 0,1-1-1 0 0,-1 1 1 0 0,0-1-1 0 0,7 21 849 0 0,74 153 2619 0 0,-9-24-2748 0 0,-52-101-820 0 0,-10-21-600 0 0,2 0 0 0 0,1 0 0 0 0,1-1-1 0 0,26 36 1 0 0,-28-53-2058 0 0,-11-10 2598 0 0,-1 0 1 0 0,0 0 0 0 0,0 0 0 0 0,0 0 0 0 0,1-1-1 0 0,-1 1 1 0 0,0 0 0 0 0,0 0 0 0 0,0 0 0 0 0,1 0-1 0 0,-1-1 1 0 0,0 1 0 0 0,0 0 0 0 0,0 0 0 0 0,0 0 0 0 0,1 0-1 0 0,-1-1 1 0 0,0 1 0 0 0,0 0 0 0 0,0 0 0 0 0,0-1-1 0 0,0 1 1 0 0,0 0 0 0 0,0 0 0 0 0,0-1 0 0 0,0 1-1 0 0,0 0 1 0 0,0 0 0 0 0,0-1 0 0 0,0 1 0 0 0,0 0 0 0 0,0 0-1 0 0,0 0 1 0 0,0-1 0 0 0,0 1 0 0 0,0 0 0 0 0,0 0-1 0 0,0-1 1 0 0,0 1 0 0 0,0 0 0 0 0,0 0 0 0 0,0-1-1 0 0,-1 1 1 0 0,1 0 0 0 0,0 0 0 0 0,0 0 0 0 0,0 0 0 0 0,0-1-1 0 0,-1 1 1 0 0,1 0 0 0 0,-4-11-2107 0 0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14:54.03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5 124 4481 0 0,'-1'-1'212'0'0,"0"-1"-1"0"0,1 1 1 0 0,-1-1 0 0 0,1 1-1 0 0,-1 0 1 0 0,1-1 0 0 0,0 1 0 0 0,-1-1-1 0 0,1 1 1 0 0,0-1 0 0 0,0 1-1 0 0,0-1 1 0 0,0 1 0 0 0,0-1-1 0 0,1 1 1 0 0,-1-1 0 0 0,0 1 0 0 0,1-1-1 0 0,-1 1 1 0 0,1 0 0 0 0,-1-1-1 0 0,1 1 1 0 0,0 0 0 0 0,0-1-1 0 0,-1 1 1 0 0,1 0 0 0 0,0 0 0 0 0,0 0-1 0 0,0 0 1 0 0,0 0 0 0 0,1 0-1 0 0,-1 0 1 0 0,0 0 0 0 0,0 0 0 0 0,0 0-1 0 0,1 0 1 0 0,1 0 0 0 0,8-4-572 0 0,0 0 1 0 0,0 0 0 0 0,24-5 0 0 0,4-3-2471 0 0,13-15-2000 0 0,-36 20 2401 0 0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14:54.41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1 334 2104 0 0,'2'14'394'0'0,"1"0"-1"0"0,0 0 1 0 0,1 0-1 0 0,0 0 1 0 0,2-1-1 0 0,-1 0 1 0 0,1 0-1 0 0,1 0 1 0 0,1-1-1 0 0,0 0 0 0 0,12 15 1 0 0,-15-21-284 0 0,0 0-1 0 0,0 0 1 0 0,0 0-1 0 0,1-1 1 0 0,0 0 0 0 0,0 0-1 0 0,1 0 1 0 0,-1-1 0 0 0,1 0-1 0 0,0 0 1 0 0,0-1 0 0 0,0 0-1 0 0,1 0 1 0 0,-1 0 0 0 0,1-1-1 0 0,0 0 1 0 0,-1-1-1 0 0,1 0 1 0 0,0 0 0 0 0,0-1-1 0 0,15 0 1 0 0,-18-1-9 0 0,-1 0 0 0 0,0 0 0 0 0,0 0 1 0 0,0 0-1 0 0,-1-1 0 0 0,1 1 0 0 0,0-1 0 0 0,0 0 0 0 0,-1 0 0 0 0,1-1 1 0 0,-1 1-1 0 0,0-1 0 0 0,0 1 0 0 0,0-1 0 0 0,0 0 0 0 0,0 0 0 0 0,0-1 1 0 0,2-3-1 0 0,-2 1 21 0 0,0 1 1 0 0,-1-2 0 0 0,1 1 0 0 0,-1 0-1 0 0,-1 0 1 0 0,1-1 0 0 0,-1 1 0 0 0,0-1-1 0 0,0 1 1 0 0,-1-12 0 0 0,0 6 11 0 0,-1 0 0 0 0,0 0 0 0 0,-1 0 0 0 0,0 1 0 0 0,-1-1 0 0 0,0 0 0 0 0,-1 1 0 0 0,-1 0 0 0 0,0 0 0 0 0,0 0 0 0 0,-1 1 0 0 0,-9-13 0 0 0,9 16-98 0 0,0 1-1 0 0,0 0 0 0 0,-1 0 1 0 0,0 0-1 0 0,0 1 1 0 0,0 1-1 0 0,0-1 0 0 0,-1 1 1 0 0,0 0-1 0 0,0 0 0 0 0,0 1 1 0 0,-1 1-1 0 0,1-1 1 0 0,-1 1-1 0 0,-15-2 0 0 0,19 4-159 0 0,1 0 0 0 0,0 0 0 0 0,0 0 0 0 0,0 1 0 0 0,0-1 0 0 0,0 1 0 0 0,0 0 0 0 0,0 0 0 0 0,0 0 0 0 0,0 1 0 0 0,0-1 0 0 0,1 1 0 0 0,-1 0 0 0 0,0 0 0 0 0,1 0 0 0 0,0 1 0 0 0,-1-1 0 0 0,1 1 0 0 0,0 0 0 0 0,0 0-1 0 0,1 0 1 0 0,-1 0 0 0 0,0 0 0 0 0,1 1 0 0 0,0-1 0 0 0,0 1 0 0 0,0 0 0 0 0,0-1 0 0 0,1 1 0 0 0,-1 0 0 0 0,1 0 0 0 0,0 0 0 0 0,0 0 0 0 0,1 0 0 0 0,-1 7 0 0 0,0-2-1249 0 0,0 1 0 0 0,0-1 0 0 0,1 0 1 0 0,2 18-1 0 0,1-18-1196 0 0</inkml:trace>
  <inkml:trace contextRef="#ctx0" brushRef="#br0" timeOffset="1">257 1 4817 0 0,'-8'17'5922'0'0,"10"5"-3470"0"0,14 25-1848 0 0,-11-34 144 0 0,18 42-624 0 0,3 0 1 0 0,2-2-1 0 0,2-2 0 0 0,37 49 1 0 0,-48-75-1738 0 0,33 33 0 0 0,30 13-5956 0 0,-65-58 4431 0 0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14:54.82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6609 0 0,'6'10'5790'0'0,"16"16"-5238"0"0,-18-21-105 0 0,50 52-460 0 0,13 16-4984 0 0,-66-73 4815 0 0,-1 1-1 0 0,1 0 0 0 0,0-1 0 0 0,-1 1 1 0 0,1 0-1 0 0,-1 0 0 0 0,1 0 0 0 0,-1-1 1 0 0,1 1-1 0 0,-1 0 0 0 0,0 0 0 0 0,1 0 1 0 0,-1 0-1 0 0,0 0 0 0 0,0 0 0 0 0,1 0 1 0 0,-1 0-1 0 0,0 0 0 0 0,0 0 0 0 0,0 0 1 0 0,0 0-1 0 0,0 0 0 0 0,-1 0 0 0 0,1 0 1 0 0,0 0-1 0 0,-1 1 0 0 0,0 6-2311 0 0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14:55.19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0 201 3673 0 0,'1'0'158'0'0,"0"1"1"0"0,0-1-1 0 0,0 0 1 0 0,1 0 0 0 0,-1 1-1 0 0,0-1 1 0 0,0 0-1 0 0,0 0 1 0 0,0 0-1 0 0,0 0 1 0 0,0-1 0 0 0,0 1-1 0 0,0 0 1 0 0,0 0-1 0 0,0-1 1 0 0,0 1-1 0 0,0 0 1 0 0,0-1-1 0 0,0 1 1 0 0,0-1 0 0 0,0 1-1 0 0,-1-1 1 0 0,1 0-1 0 0,0 1 1 0 0,1-2-1 0 0,27-22 1177 0 0,-25 20-795 0 0,14-12 14 0 0,-2-2-1 0 0,0 1 1 0 0,16-25 0 0 0,20-22-386 0 0,-52 63-160 0 0,1 1 0 0 0,-1-1 0 0 0,0 0 0 0 0,1 1 0 0 0,-1-1 0 0 0,1 1 0 0 0,-1-1 0 0 0,1 0 0 0 0,0 1 0 0 0,-1 0 0 0 0,1-1 0 0 0,-1 1 0 0 0,1-1 0 0 0,0 1 0 0 0,-1 0 0 0 0,1-1 0 0 0,0 1 0 0 0,0 0 0 0 0,-1 0 0 0 0,1-1 0 0 0,0 1 0 0 0,-1 0 0 0 0,1 0 0 0 0,0 0 0 0 0,0 0 0 0 0,0 0 0 0 0,-1 0 0 0 0,1 0 0 0 0,1 1 0 0 0,-2-1 4 0 0,1 1 0 0 0,0 0 0 0 0,0 0 0 0 0,-1 0 0 0 0,1 0-1 0 0,-1 0 1 0 0,1 0 0 0 0,-1 1 0 0 0,1-1 0 0 0,-1 0 0 0 0,1 0 0 0 0,-1 0-1 0 0,0 0 1 0 0,0 1 0 0 0,0-1 0 0 0,1 1 0 0 0,-3 60 214 0 0,2-54-218 0 0,-1 9 44 0 0,-2 9-85 0 0,2 0 0 0 0,1 0 0 0 0,6 42 0 0 0,-5-61 11 0 0,1-1 0 0 0,-1 0 0 0 0,1 0 0 0 0,0 0 0 0 0,1 0 0 0 0,-1 0 0 0 0,1-1 0 0 0,7 10 0 0 0,-8-12 13 0 0,0 0 0 0 0,1-1 1 0 0,-1 0-1 0 0,1 1 0 0 0,0-1 1 0 0,-1 0-1 0 0,1 0 0 0 0,0 0 1 0 0,0-1-1 0 0,0 1 0 0 0,0-1 1 0 0,1 0-1 0 0,-1 0 0 0 0,0 0 1 0 0,1 0-1 0 0,-1 0 0 0 0,5 0 1 0 0,-4-1 29 0 0,1-1 0 0 0,-1 1 0 0 0,1-1-1 0 0,-1 1 1 0 0,1-1 0 0 0,-1-1 0 0 0,1 1 0 0 0,-1-1 0 0 0,0 1 0 0 0,0-1 0 0 0,0 0 0 0 0,0-1 0 0 0,0 1 0 0 0,0-1 0 0 0,0 0 0 0 0,-1 0 0 0 0,0 0 0 0 0,1 0 0 0 0,-1 0 0 0 0,0-1 0 0 0,0 0 0 0 0,-1 1 0 0 0,1-1 0 0 0,-1 0 0 0 0,3-7-1 0 0,3-5 187 0 0,-1 0-1 0 0,-1 0 1 0 0,-1 0-1 0 0,0-1 0 0 0,4-24 1 0 0,-8 34-64 0 0,0 0 1 0 0,0 0 0 0 0,-1 1-1 0 0,1-1 1 0 0,-2 0 0 0 0,1 0 0 0 0,-1 1-1 0 0,0-1 1 0 0,0 0 0 0 0,-1 1-1 0 0,-4-11 1 0 0,5 15-115 0 0,0 0 0 0 0,-1-1 0 0 0,1 1 0 0 0,-1 1 1 0 0,0-1-1 0 0,1 0 0 0 0,-1 0 0 0 0,0 1 0 0 0,0-1 0 0 0,0 1 0 0 0,0-1 0 0 0,0 1 0 0 0,-1 0 1 0 0,1 0-1 0 0,0 0 0 0 0,-1 0 0 0 0,1 0 0 0 0,0 0 0 0 0,-1 1 0 0 0,1-1 0 0 0,-1 1 0 0 0,1 0 1 0 0,-1 0-1 0 0,1 0 0 0 0,-1 0 0 0 0,1 0 0 0 0,-1 0 0 0 0,1 1 0 0 0,-1-1 0 0 0,1 1 0 0 0,-1 0 1 0 0,1-1-1 0 0,0 1 0 0 0,-3 2 0 0 0,-1-1-362 0 0,0 0 0 0 0,1 1 0 0 0,-1 0 0 0 0,1 0 1 0 0,-1 0-1 0 0,1 1 0 0 0,0 0 0 0 0,0 0 0 0 0,1 0 0 0 0,-7 7 0 0 0,6-4-604 0 0,-1 0 0 0 0,1 1-1 0 0,0 0 1 0 0,0 0 0 0 0,1 0-1 0 0,0 0 1 0 0,1 1 0 0 0,0 0-1 0 0,0-1 1 0 0,-2 15 0 0 0,0 2-1464 0 0</inkml:trace>
  <inkml:trace contextRef="#ctx0" brushRef="#br0" timeOffset="1">354 538 3249 0 0,'21'-51'1640'0'0,"-12"24"-786"0"0,2 1-1 0 0,0 0 1 0 0,2 1-1 0 0,1 0 1 0 0,1 1-1 0 0,29-36 1 0 0,-43 59-763 0 0,0 0 0 0 0,-1 0-1 0 0,1 1 1 0 0,0-1 0 0 0,0 1 0 0 0,-1-1 0 0 0,1 1 0 0 0,0-1 0 0 0,0 1 0 0 0,0-1 0 0 0,0 1 0 0 0,0 0 0 0 0,-1-1 0 0 0,1 1 0 0 0,0 0 0 0 0,0 0 0 0 0,0 0-1 0 0,0-1 1 0 0,0 1 0 0 0,0 0 0 0 0,0 0 0 0 0,0 1 0 0 0,0-1 0 0 0,0 0 0 0 0,0 0 0 0 0,0 0 0 0 0,0 1 0 0 0,0-1 0 0 0,0 0 0 0 0,-1 1 0 0 0,1-1 0 0 0,0 1-1 0 0,0-1 1 0 0,0 1 0 0 0,0-1 0 0 0,-1 1 0 0 0,1 0 0 0 0,0-1 0 0 0,-1 1 0 0 0,1 0 0 0 0,0-1 0 0 0,-1 1 0 0 0,1 0 0 0 0,-1 0 0 0 0,1 0 0 0 0,-1 1 0 0 0,24 50 1759 0 0,-20-40-1636 0 0,99 227 1509 0 0,-84-200-2600 0 0,2-2 0 0 0,1 0 0 0 0,2-2-1 0 0,32 36 1 0 0,-41-56-2033 0 0,-4-5-2422 0 0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14:55.71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67 1 7402 0 0,'-3'0'334'0'0,"0"1"0"0"0,0-1 0 0 0,0 1 1 0 0,0 0-1 0 0,0 0 0 0 0,0 0 1 0 0,0 1-1 0 0,1-1 0 0 0,-1 1 0 0 0,0 0 1 0 0,1-1-1 0 0,-1 1 0 0 0,1 0 1 0 0,0 0-1 0 0,0 1 0 0 0,0-1 0 0 0,-2 3 1 0 0,1-1-155 0 0,1 1 0 0 0,0-1 0 0 0,0 1 0 0 0,0-1 1 0 0,0 1-1 0 0,1-1 0 0 0,0 1 0 0 0,0 0 1 0 0,0 0-1 0 0,1 5 0 0 0,0 12-238 0 0,1-1 1 0 0,1 1-1 0 0,1 0 1 0 0,6 21-1 0 0,-5-21 423 0 0,2 13-540 0 0,29 123 154 0 0,-28-134-1482 0 0,2 0 1 0 0,12 27-1 0 0,-13-39-1826 0 0,-9-20 528 0 0,-8-20 535 0 0,3 5 432 0 0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14:56.08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4 293 2577 0 0,'0'-1'210'0'0,"-1"0"0"0"0,1 0 0 0 0,-1 0 0 0 0,1 0 0 0 0,-1 0 0 0 0,1 0 0 0 0,0 0 0 0 0,0 0 0 0 0,-1 0 0 0 0,1 0 0 0 0,0 0 0 0 0,0 0 0 0 0,0-1 0 0 0,0 1 0 0 0,0 0 0 0 0,0 0 0 0 0,1 0 1 0 0,-1 0-1 0 0,0 0 0 0 0,0 0 0 0 0,1-1 0 0 0,16 12 5468 0 0,8 7-4408 0 0,-18-14-1253 0 0,0 0 0 0 0,0 0 0 0 0,0 0 1 0 0,0-1-1 0 0,0 0 0 0 0,1-1 0 0 0,-1 0 0 0 0,1 0 1 0 0,-1 0-1 0 0,1-1 0 0 0,-1 0 0 0 0,1-1 0 0 0,12-2 1 0 0,-11 1-655 0 0,0 0 1 0 0,-1-1-1 0 0,1 0 1 0 0,-1-1-1 0 0,0 1 1 0 0,0-2-1 0 0,0 1 1 0 0,-1-1-1 0 0,1 0 1 0 0,-1-1-1 0 0,-1 0 1 0 0,1 0-1 0 0,-1 0 1 0 0,0-1-1 0 0,0 0 1 0 0,-1 0-1 0 0,7-11 1 0 0,1 2-1518 0 0</inkml:trace>
  <inkml:trace contextRef="#ctx0" brushRef="#br0" timeOffset="1">342 1 3377 0 0,'0'12'1064'0'0,"4"4"-120"0"0,0 7-104 0 0,5 0-104 0 0,2 0-191 0 0,1 3-169 0 0,2 0-112 0 0,-1 3-96 0 0,3 0-56 0 0,-1 3-48 0 0,0-2-104 0 0,-3 1-232 0 0,2-2-336 0 0,-3-2-393 0 0,-1-1-359 0 0,-4-2 128 0 0,1 1-1641 0 0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14:56.41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0 239 3865 0 0,'12'-24'2342'0'0,"28"-45"1"0"0,58-59-96 0 0,-98 126-2227 0 0,2 1 1 0 0,-1-1-1 0 0,0 1 1 0 0,0 0-1 0 0,0 0 1 0 0,1 0-1 0 0,-1-1 1 0 0,0 1-1 0 0,1 1 1 0 0,-1-1-1 0 0,1 0 1 0 0,0 0-1 0 0,-1 0 1 0 0,3 0-1 0 0,-3 1-6 0 0,-1 0 0 0 0,1 0 1 0 0,-1 0-1 0 0,1 0 0 0 0,-1 1 0 0 0,1-1 0 0 0,-1 0 0 0 0,1 0 1 0 0,-1 0-1 0 0,1 1 0 0 0,-1-1 0 0 0,1 0 0 0 0,-1 1 1 0 0,1-1-1 0 0,-1 0 0 0 0,1 1 0 0 0,-1-1 0 0 0,0 0 0 0 0,1 1 1 0 0,-1-1-1 0 0,0 1 0 0 0,1-1 0 0 0,-1 1 0 0 0,0-1 1 0 0,0 1-1 0 0,1-1 0 0 0,-1 1 0 0 0,0 0 0 0 0,2 7 86 0 0,0 1-1 0 0,-1-1 0 0 0,0 0 1 0 0,-1 15-1 0 0,1-8-182 0 0,0 60 131 0 0,-1-44-61 0 0,1 0 0 0 0,1-1 0 0 0,1 1 0 0 0,2-1 0 0 0,9 31 0 0 0,-14-59 8 0 0,0 0 0 0 0,1 0 0 0 0,0 1 0 0 0,-1-1 0 0 0,1 0 0 0 0,0 0 0 0 0,0 0 0 0 0,0-1 0 0 0,1 1 0 0 0,-1 0 0 0 0,0 0 1 0 0,1 0-1 0 0,-1-1 0 0 0,1 1 0 0 0,-1-1 0 0 0,1 1 0 0 0,0-1 0 0 0,0 0 0 0 0,0 0 0 0 0,0 0 0 0 0,2 2 0 0 0,-2-3 4 0 0,0 0 0 0 0,0 0 0 0 0,0 0 0 0 0,0 0-1 0 0,0-1 1 0 0,0 1 0 0 0,0 0 0 0 0,0-1 0 0 0,0 0-1 0 0,0 1 1 0 0,0-1 0 0 0,0 0 0 0 0,0 0 0 0 0,-1 0-1 0 0,1 0 1 0 0,0 0 0 0 0,-1 0 0 0 0,3-3 0 0 0,8-7-46 0 0,-1-1 1 0 0,-1 0-1 0 0,0 0 0 0 0,12-20 1 0 0,-20 29 13 0 0,15-23-1446 0 0,-2 0-1 0 0,0-1 1 0 0,-2 0-1 0 0,17-49 1 0 0,-21 43-1386 0 0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14:56.78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40 1 5793 0 0,'-4'3'331'0'0,"0"1"1"0"0,1 1-1 0 0,-1-1 0 0 0,1 1 0 0 0,0-1 0 0 0,0 1 0 0 0,1 0 0 0 0,-1 0 0 0 0,1 0 1 0 0,0 0-1 0 0,1 0 0 0 0,-1 1 0 0 0,1-1 0 0 0,0 1 0 0 0,0-1 0 0 0,1 1 1 0 0,0-1-1 0 0,0 1 0 0 0,0-1 0 0 0,2 9 0 0 0,1 14-239 0 0,2-1-1 0 0,14 48 1 0 0,-12-52 141 0 0,-4-10-364 0 0,17 50-799 0 0,-18-58 465 0 0,0-1 0 0 0,0 0 0 0 0,0 1 0 0 0,0-1 1 0 0,1 0-1 0 0,-1 0 0 0 0,1-1 0 0 0,0 1 0 0 0,0-1 0 0 0,8 7 0 0 0,-11-10 407 0 0,0 0 0 0 0,0 0 0 0 0,0 0 0 0 0,1 0 0 0 0,-1 0 0 0 0,0 0-1 0 0,0 1 1 0 0,0-1 0 0 0,0 0 0 0 0,1 0 0 0 0,-1 0 0 0 0,0 0 0 0 0,0 0 0 0 0,0 0 0 0 0,0 0-1 0 0,1 0 1 0 0,-1 0 0 0 0,0 0 0 0 0,0 0 0 0 0,0-1 0 0 0,1 1 0 0 0,-1 0 0 0 0,0 0 0 0 0,0 0-1 0 0,0 0 1 0 0,0 0 0 0 0,1 0 0 0 0,-1 0 0 0 0,0 0 0 0 0,0 0 0 0 0,0-1 0 0 0,0 1 0 0 0,0 0-1 0 0,0 0 1 0 0,1 0 0 0 0,-1 0 0 0 0,0 0 0 0 0,0-1 0 0 0,0 1 0 0 0,0 0 0 0 0,0 0 0 0 0,0 0-1 0 0,0 0 1 0 0,0-1 0 0 0,0 1 0 0 0,0 0 0 0 0,0 0 0 0 0,0 0 0 0 0,0-1 0 0 0,2-16-971 0 0,-3-15 498 0 0,-11-35-584 0 0,-1-11 846 0 0,13 29 2863 0 0,7 48 2204 0 0,18 16-1891 0 0,-10-6-1605 0 0,-6-6-1120 0 0,0-1 0 0 0,0-1 0 0 0,0 1 0 0 0,0-2 0 0 0,0 1 0 0 0,0-1 0 0 0,0 0 0 0 0,0-1 0 0 0,0 0 0 0 0,15-4 0 0 0,-12 2-1060 0 0,1 2 0 0 0,-1-1 1 0 0,1 1-1 0 0,23 2 0 0 0,4 5-4841 0 0,-29-3 2489 0 0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14:57.14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1 413 4889 0 0,'3'1'3635'0'0,"14"-4"-1798"0"0,-8-1-1190 0 0,0 0-1 0 0,0-1 1 0 0,-1 0-1 0 0,0-1 1 0 0,0 0 0 0 0,0 0-1 0 0,13-14 1 0 0,46-62 596 0 0,-24 29-943 0 0,-28 37-546 0 0,106-112 713 0 0,-105 114-2172 0 0,0 1 0 0 0,1 1 0 0 0,28-16 0 0 0,-43 27 1318 0 0,-1 0-49 0 0,1 0 0 0 0,-1 0-1 0 0,1 0 1 0 0,0 0-1 0 0,-1 1 1 0 0,1-1-1 0 0,0 1 1 0 0,-1-1-1 0 0,1 1 1 0 0,0-1-1 0 0,0 1 1 0 0,0 0-1 0 0,1 0 1 0 0,4 4-2393 0 0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14:57.52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75 5409 0 0,'0'12'460'0'0,"1"-1"0"0"0,-1 1 1 0 0,2 0-1 0 0,0-1 0 0 0,0 1 0 0 0,1-1 0 0 0,0 0 0 0 0,1 0 0 0 0,0 0 0 0 0,1 0 0 0 0,10 16 1 0 0,-10-18-259 0 0,1 0 1 0 0,-1-1 0 0 0,2 1-1 0 0,-1-1 1 0 0,1-1 0 0 0,0 1-1 0 0,1-1 1 0 0,0-1 0 0 0,0 1 0 0 0,0-1-1 0 0,1-1 1 0 0,0 0 0 0 0,15 7-1 0 0,-22-11-115 0 0,1 0 0 0 0,0 0 0 0 0,0 0-1 0 0,0-1 1 0 0,0 1 0 0 0,0-1 0 0 0,0 0-1 0 0,0 0 1 0 0,0 0 0 0 0,0 0 0 0 0,0 0-1 0 0,0-1 1 0 0,0 1 0 0 0,0-1 0 0 0,0 0-1 0 0,0 0 1 0 0,0 0 0 0 0,-1 0 0 0 0,1-1-1 0 0,4-2 1 0 0,-2 0 42 0 0,-1 1 0 0 0,0-1 0 0 0,0-1 0 0 0,0 1 0 0 0,-1-1 0 0 0,1 1 0 0 0,-1-1-1 0 0,0 0 1 0 0,0 0 0 0 0,2-8 0 0 0,1-3 82 0 0,0-1-1 0 0,-2 1 1 0 0,0-1 0 0 0,0 0-1 0 0,-2-1 1 0 0,1-25 0 0 0,-3 36-151 0 0,0 1-1 0 0,-1-1 1 0 0,1 0 0 0 0,-1 0 0 0 0,-1 1 0 0 0,1-1 0 0 0,-1 1 0 0 0,0-1 0 0 0,-1 1 0 0 0,-3-7 0 0 0,5 11-182 0 0,-1 0-1 0 0,1 0 1 0 0,-1 0-1 0 0,1 0 1 0 0,-1 0 0 0 0,0 1-1 0 0,0-1 1 0 0,1 1 0 0 0,-1-1-1 0 0,0 1 1 0 0,-1 0 0 0 0,-2-2-1 0 0,2 2-388 0 0,0 0 0 0 0,0 0 0 0 0,0 1 0 0 0,0-1 0 0 0,0 1 0 0 0,1 0 0 0 0,-1 0 0 0 0,0 0 0 0 0,0 0 0 0 0,0 0 0 0 0,0 1 0 0 0,-4 1 0 0 0,-21 3-5113 0 0,14-1 1876 0 0</inkml:trace>
  <inkml:trace contextRef="#ctx0" brushRef="#br0" timeOffset="1">99 250 6841 0 0,'0'-2'366'0'0,"0"0"-1"0"0,-1 1 1 0 0,1-1-1 0 0,0 0 0 0 0,0 0 1 0 0,0 0-1 0 0,0 1 0 0 0,0-1 1 0 0,1 0-1 0 0,-1 0 1 0 0,0 0-1 0 0,1 1 0 0 0,0-1 1 0 0,-1 0-1 0 0,1 0 0 0 0,0 1 1 0 0,1-4-1 0 0,21-31-172 0 0,-16 28 254 0 0,8-14-546 0 0,34-37 0 0 0,0 10-5739 0 0,-28 21 1565 0 0,-9 15 1524 0 0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14:57.89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17 150 5681 0 0,'-1'0'243'0'0,"1"0"1"0"0,-1 0-1 0 0,0-1 0 0 0,0 1 0 0 0,0-1 0 0 0,0 1 0 0 0,0-1 1 0 0,1 1-1 0 0,-1-1 0 0 0,0 1 0 0 0,0-1 0 0 0,1 0 0 0 0,-1 1 1 0 0,0-1-1 0 0,1 0 0 0 0,-1 0 0 0 0,1 1 0 0 0,-1-1 1 0 0,1 0-1 0 0,-1 0 0 0 0,1 0 0 0 0,0 0 0 0 0,-1 0 0 0 0,1 1 1 0 0,0-1-1 0 0,0 0 0 0 0,0-1 0 0 0,4-33 2089 0 0,-1 25-2034 0 0,0 0 0 0 0,2 1 0 0 0,-1-1 0 0 0,9-12-1 0 0,-11 19-211 0 0,0 1-1 0 0,0-1 1 0 0,0 1-1 0 0,0-1 0 0 0,0 1 1 0 0,1 0-1 0 0,-1 0 0 0 0,1 0 1 0 0,-1 0-1 0 0,1 1 0 0 0,0-1 1 0 0,0 1-1 0 0,0-1 0 0 0,0 1 1 0 0,0 0-1 0 0,0 0 0 0 0,0 0 1 0 0,0 1-1 0 0,0-1 1 0 0,1 1-1 0 0,-1 0 0 0 0,0 0 1 0 0,0 0-1 0 0,1 0 0 0 0,-1 0 1 0 0,0 1-1 0 0,0-1 0 0 0,0 1 1 0 0,0 0-1 0 0,0 0 0 0 0,0 0 1 0 0,0 0-1 0 0,0 1 0 0 0,0-1 1 0 0,0 1-1 0 0,-1 0 1 0 0,5 3-1 0 0,10 8 91 0 0,0 0 0 0 0,-1 2 0 0 0,0 0 0 0 0,19 23 0 0 0,-25-26-237 0 0,6 6-151 0 0,71 86-3105 0 0,-76-89-299 0 0,-2 0-1 0 0,16 32 1 0 0,-18-30-524 0 0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14:58.30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38 289 7338 0 0,'13'28'2758'0'0,"23"39"1"0"0,-21-42-2656 0 0,-2 0 0 0 0,0 1 0 0 0,10 33-1 0 0,-20-52-261 0 0,-1-1 0 0 0,-1 1 0 0 0,0 0 0 0 0,0 0 0 0 0,0 0 0 0 0,0 0 0 0 0,-1 0-1 0 0,-1 0 1 0 0,1 0 0 0 0,-1 0 0 0 0,0 0 0 0 0,0 0 0 0 0,-1-1 0 0 0,0 1 0 0 0,-1 0-1 0 0,1-1 1 0 0,-7 13 0 0 0,6-16 99 0 0,1 0 0 0 0,-1 0 0 0 0,1 0 0 0 0,-1 0 1 0 0,0 0-1 0 0,0-1 0 0 0,0 1 0 0 0,-1-1 0 0 0,1 0 0 0 0,0 0 0 0 0,-1 0 0 0 0,0 0 0 0 0,1-1 0 0 0,-1 1 0 0 0,0-1 0 0 0,0 0 0 0 0,0 0 0 0 0,0 0 0 0 0,1-1 0 0 0,-1 1 0 0 0,-6-1 0 0 0,7 0 294 0 0,-1 0-1 0 0,0-1 0 0 0,0 1 0 0 0,0-1 0 0 0,0 0 0 0 0,0 0 0 0 0,1 0 0 0 0,-1-1 0 0 0,1 1 0 0 0,-1-1 0 0 0,1 0 0 0 0,-1 0 1 0 0,-5-4-1 0 0,9 5-86 0 0,0 0 1 0 0,-1-1 0 0 0,1 1 0 0 0,0 0 0 0 0,-1-1 0 0 0,1 1-1 0 0,0-1 1 0 0,0 1 0 0 0,0 0 0 0 0,1-1 0 0 0,-1 1 0 0 0,0 0-1 0 0,0-1 1 0 0,1 1 0 0 0,-1 0 0 0 0,1-1 0 0 0,-1 1-1 0 0,1 0 1 0 0,-1 0 0 0 0,1-1 0 0 0,0 1 0 0 0,0 0 0 0 0,-1 0-1 0 0,1 0 1 0 0,2-2 0 0 0,24-30 1043 0 0,147-146 228 0 0,-73 77-4186 0 0,-4-3-7191 0 0,-81 88 7904 0 0,-1 1-815 0 0</inkml:trace>
  <inkml:trace contextRef="#ctx0" brushRef="#br0" timeOffset="1">233 1 4793 0 0,'-1'2'257'0'0,"-1"0"1"0"0,1 1-1 0 0,0-1 1 0 0,-1 1-1 0 0,1 0 1 0 0,0-1-1 0 0,0 1 0 0 0,1 0 1 0 0,-1-1-1 0 0,1 1 1 0 0,-1 0-1 0 0,1 0 0 0 0,0 0 1 0 0,0 0-1 0 0,0-1 1 0 0,0 1-1 0 0,1 0 1 0 0,-1 0-1 0 0,1 0 0 0 0,-1-1 1 0 0,1 1-1 0 0,0 0 1 0 0,0-1-1 0 0,0 1 1 0 0,1-1-1 0 0,2 5 0 0 0,5 10 206 0 0,2-1 0 0 0,19 26-1 0 0,-24-35-217 0 0,125 147 609 0 0,-45-57-4739 0 0,-78-84 442 0 0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14:58.68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45 260 1856 0 0,'-2'-2'187'0'0,"-5"-3"519"0"0,1-1 0 0 0,0 0 0 0 0,0 0 1 0 0,0-1-1 0 0,-5-8 0 0 0,15-3 2737 0 0,21-15-3248 0 0,-19 24 16 0 0,-3 4-154 0 0,40-58-1624 0 0,-7-5-3502 0 0,-29 52 2583 0 0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14:59.07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3 180 4633 0 0,'0'-1'187'0'0,"-1"0"0"0"0,1-1 0 0 0,0 1 0 0 0,-1 0 0 0 0,1 0 0 0 0,0 0 0 0 0,0-1 0 0 0,0 1 0 0 0,0 0 0 0 0,0 0 0 0 0,0-1 0 0 0,0 1 0 0 0,0 0 0 0 0,1 0 0 0 0,-1-1 0 0 0,0 1 0 0 0,1 0 0 0 0,-1 0 0 0 0,1 0 0 0 0,-1 0 0 0 0,1-1 0 0 0,0 1 0 0 0,-1 0 0 0 0,1 0 0 0 0,0 0 0 0 0,0 0 0 0 0,1 0 0 0 0,23-29 1590 0 0,-1 4-270 0 0,-14 14-1097 0 0,1 0 0 0 0,0 1 0 0 0,0 1 0 0 0,1 0 0 0 0,25-16 0 0 0,-35 24-378 0 0,1 1 0 0 0,0 0-1 0 0,-1 0 1 0 0,1 0-1 0 0,0 0 1 0 0,0 0 0 0 0,0 1-1 0 0,0-1 1 0 0,0 1 0 0 0,0 0-1 0 0,0 0 1 0 0,0 0 0 0 0,0 0-1 0 0,0 1 1 0 0,0-1 0 0 0,-1 1-1 0 0,1-1 1 0 0,0 1-1 0 0,0 0 1 0 0,0 0 0 0 0,-1 1-1 0 0,1-1 1 0 0,0 0 0 0 0,-1 1-1 0 0,1 0 1 0 0,-1-1 0 0 0,0 1-1 0 0,0 0 1 0 0,1 0-1 0 0,-1 0 1 0 0,0 1 0 0 0,-1-1-1 0 0,1 0 1 0 0,0 1 0 0 0,-1-1-1 0 0,1 1 1 0 0,0 3 0 0 0,5 6 13 0 0,-1 1 0 0 0,0 1 0 0 0,-1-1 0 0 0,-1 1 0 0 0,0 0 1 0 0,-1 0-1 0 0,-1 0 0 0 0,0 0 0 0 0,0 23 0 0 0,-2 3-260 0 0,-1 0 0 0 0,-8 47 0 0 0,8-86 200 0 0,-1 19-324 0 0,-2 0 0 0 0,0 0-1 0 0,-9 25 1 0 0,8-43-533 0 0,2-13 533 0 0,0-14 338 0 0,3 21 107 0 0,0 0 0 0 0,1 1 0 0 0,0-1 0 0 0,-1 0 1 0 0,1 0-1 0 0,0 1 0 0 0,1-1 0 0 0,-1 1 1 0 0,1-1-1 0 0,-1 1 0 0 0,1-1 0 0 0,0 1 0 0 0,1 0 1 0 0,-1 0-1 0 0,0 0 0 0 0,1 0 0 0 0,0 0 0 0 0,-1 1 1 0 0,1-1-1 0 0,0 1 0 0 0,0 0 0 0 0,1 0 0 0 0,-1 0 1 0 0,7-3-1 0 0,-3 3 27 0 0,0 1 0 0 0,0 0-1 0 0,0 0 1 0 0,0 0 0 0 0,0 1 0 0 0,0 0 0 0 0,0 1 0 0 0,0 0 0 0 0,0 0-1 0 0,0 0 1 0 0,0 1 0 0 0,11 3 0 0 0,17 11-160 0 0,15 5-1245 0 0,-21-19-3000 0 0,-29-2 4017 0 0,1 0-1 0 0,0 0 1 0 0,-1-1-1 0 0,1 1 0 0 0,0 0 1 0 0,-1-1-1 0 0,1 1 1 0 0,0-1-1 0 0,-1 1 1 0 0,1-1-1 0 0,-1 1 0 0 0,1-1 1 0 0,-1 1-1 0 0,1-1 1 0 0,-1 1-1 0 0,1-1 0 0 0,-1 0 1 0 0,1 1-1 0 0,-1-1 1 0 0,0 0-1 0 0,1 0 1 0 0,-1 1-1 0 0,0-1 0 0 0,0 0 1 0 0,0 0-1 0 0,0 1 1 0 0,0-1-1 0 0,1 0 0 0 0,-1 0 1 0 0,0 1-1 0 0,-1-1 1 0 0,1 0-1 0 0,0-1 1 0 0</inkml:trace>
  <inkml:trace contextRef="#ctx0" brushRef="#br0" timeOffset="1">355 252 3337 0 0,'-2'-3'373'0'0,"-1"1"1"0"0,1-1-1 0 0,0 0 1 0 0,0 0-1 0 0,0 0 1 0 0,0 0-1 0 0,1 0 1 0 0,-1 0-1 0 0,1 0 1 0 0,0-1-1 0 0,0 1 1 0 0,0 0-1 0 0,0-1 1 0 0,0 1-1 0 0,1-1 1 0 0,0 1-1 0 0,-1-1 1 0 0,1 1-1 0 0,1-1 1 0 0,-1 1-1 0 0,0-1 1 0 0,2-5-1 0 0,0-1 20 0 0,0 0 0 0 0,0-1 0 0 0,1 1 0 0 0,1 0 0 0 0,-1 0 0 0 0,8-12 0 0 0,-10 20-342 0 0,0-1 0 0 0,0 1 1 0 0,0 0-1 0 0,1 0 0 0 0,-1 0 1 0 0,1 0-1 0 0,0 0 0 0 0,-1 0 0 0 0,1 0 1 0 0,0 1-1 0 0,0-1 0 0 0,0 1 1 0 0,0-1-1 0 0,0 1 0 0 0,1 0 0 0 0,-1 0 1 0 0,0-1-1 0 0,1 2 0 0 0,-1-1 0 0 0,1 0 1 0 0,-1 0-1 0 0,0 1 0 0 0,4-1 1 0 0,-2 2 10 0 0,0-1 0 0 0,-1 1-1 0 0,1 0 1 0 0,-1 0 0 0 0,1 1 0 0 0,-1-1 0 0 0,0 1 0 0 0,1-1 0 0 0,-1 1 0 0 0,0 0 0 0 0,0 0 0 0 0,0 1 0 0 0,-1-1 0 0 0,4 4 0 0 0,7 8 17 0 0,-1 0 0 0 0,0 1 0 0 0,-1 0 1 0 0,-1 1-1 0 0,9 18 0 0 0,3 14-411 0 0,13 25-1931 0 0,-5-34-3186 0 0,-30-38 5322 0 0,0-1-1 0 0,0 1 1 0 0,0-1 0 0 0,0 0 0 0 0,0 1 0 0 0,1-1 0 0 0,-1 0-1 0 0,0 1 1 0 0,0-1 0 0 0,1 0 0 0 0,-1 1 0 0 0,0-1 0 0 0,1 0 0 0 0,-1 1-1 0 0,0-1 1 0 0,1 0 0 0 0,-1 0 0 0 0,0 0 0 0 0,1 1 0 0 0,-1-1 0 0 0,0 0-1 0 0,1 0 1 0 0,-1 0 0 0 0,1 0 0 0 0,-1 0 0 0 0,0 1 0 0 0,1-1 0 0 0,-1 0-1 0 0,1 0 1 0 0,-1 0 0 0 0,1 0 0 0 0,-1 0 0 0 0,0-1 0 0 0,1 1-1 0 0,-1 0 1 0 0,1 0 0 0 0,-1 0 0 0 0,0 0 0 0 0,1 0 0 0 0,-1 0 0 0 0,1-1-1 0 0,-1 1 1 0 0,0 0 0 0 0,1 0 0 0 0,-1-1 0 0 0,0 1 0 0 0,1 0 0 0 0,-1 0-1 0 0,1-1 1 0 0,0-5-1976 0 0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14:59.43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4105 0 0,'3'10'7476'0'0,"20"54"-4569"0"0,-5-27-2677 0 0,88 174 798 0 0,-68-143-4596 0 0,3-1-4058 0 0,-32-55 4346 0 0</inkml:trace>
  <inkml:trace contextRef="#ctx0" brushRef="#br0" timeOffset="1">487 170 8362 0 0,'-10'4'5005'0'0,"-1"0"-4194"0"0,3-3-3343 0 0,8-1 2301 0 0,0-1 0 0 0,0 1 0 0 0,-1-1 0 0 0,1 1 0 0 0,0-1 0 0 0,0 0 0 0 0,0 1 0 0 0,0-1-1 0 0,0 1 1 0 0,0-1 0 0 0,0 1 0 0 0,0-1 0 0 0,0 1 0 0 0,0-1 0 0 0,0 1 0 0 0,0-1 0 0 0,0 0 0 0 0,0 1 0 0 0,0-1 0 0 0,0 1 0 0 0,1-1 0 0 0,-1 1 0 0 0,0-1 0 0 0,0 1 0 0 0,1 0 0 0 0,-1-1 0 0 0,0 1 0 0 0,1-1 0 0 0,-1 1 0 0 0,1-1 0 0 0,-1 1 0 0 0,0 0 0 0 0,1-1 0 0 0,-1 1 0 0 0,2-1 0 0 0,2-2-2194 0 0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9-15T02:14:59.81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11 281 4377 0 0,'-3'3'1464'0'0,"0"0"-127"0"0,0 2-393 0 0,3-1-256 0 0,0-1-216 0 0,-1 1-208 0 0,1-3-176 0 0,1-2-232 0 0,1-4-944 0 0,1 0 168 0 0,0-1-193 0 0,0-3-71 0 0,3-2 208 0 0,0-2 224 0 0,-1-9 176 0 0,2 3-1481 0 0</inkml:trace>
  <inkml:trace contextRef="#ctx0" brushRef="#br0" timeOffset="1">202 33 4073 0 0,'2'21'5872'0'0,"2"-26"-4518"0"0,1-35-8308 0 0,-6 32 3801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9525"/>
            <a:ext cx="2919413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defTabSz="762000" eaLnBrk="1" latinLnBrk="0" hangingPunct="1">
              <a:defRPr sz="1000" i="1">
                <a:latin typeface="Arial" charset="0"/>
                <a:ea typeface="돋움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16350" y="9525"/>
            <a:ext cx="2919413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algn="r" defTabSz="762000" eaLnBrk="1" latinLnBrk="0" hangingPunct="1">
              <a:defRPr sz="1000" i="1">
                <a:latin typeface="Arial" charset="0"/>
                <a:ea typeface="돋움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96413"/>
            <a:ext cx="2919413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defTabSz="762000" eaLnBrk="1" latinLnBrk="0" hangingPunct="1">
              <a:defRPr sz="1000" i="1">
                <a:latin typeface="Arial" charset="0"/>
                <a:ea typeface="돋움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16350" y="9396413"/>
            <a:ext cx="2919413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algn="r" defTabSz="762000" eaLnBrk="1" latinLnBrk="0" hangingPunct="1">
              <a:defRPr sz="1000" i="1">
                <a:latin typeface="Arial" panose="020B0604020202020204" pitchFamily="34" charset="0"/>
                <a:ea typeface="돋움" panose="020B0600000101010101" pitchFamily="50" charset="-127"/>
              </a:defRPr>
            </a:lvl1pPr>
          </a:lstStyle>
          <a:p>
            <a:pPr>
              <a:defRPr/>
            </a:pPr>
            <a:fld id="{AB446D17-5FAC-4D7C-82FE-AA0D3FF637C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98525" y="4702175"/>
            <a:ext cx="4938713" cy="4462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noProof="0"/>
              <a:t>Click to edit Master text styles</a:t>
            </a:r>
          </a:p>
          <a:p>
            <a:pPr lvl="1"/>
            <a:r>
              <a:rPr lang="en-US" altLang="ko-KR" noProof="0"/>
              <a:t>Second level</a:t>
            </a:r>
          </a:p>
          <a:p>
            <a:pPr lvl="2"/>
            <a:r>
              <a:rPr lang="en-US" altLang="ko-KR" noProof="0"/>
              <a:t>Third level</a:t>
            </a:r>
          </a:p>
          <a:p>
            <a:pPr lvl="3"/>
            <a:r>
              <a:rPr lang="en-US" altLang="ko-KR" noProof="0"/>
              <a:t>Fourth level</a:t>
            </a:r>
          </a:p>
          <a:p>
            <a:pPr lvl="4"/>
            <a:r>
              <a:rPr lang="en-US" altLang="ko-KR" noProof="0"/>
              <a:t>Fifth level</a:t>
            </a:r>
          </a:p>
        </p:txBody>
      </p:sp>
      <p:sp>
        <p:nvSpPr>
          <p:cNvPr id="5127" name="Rectangle 7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068388" y="860425"/>
            <a:ext cx="4598987" cy="344963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762000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돋움" pitchFamily="50" charset="-127"/>
        <a:cs typeface="+mn-cs"/>
      </a:defRPr>
    </a:lvl1pPr>
    <a:lvl2pPr marL="457200" algn="l" defTabSz="762000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돋움" pitchFamily="50" charset="-127"/>
        <a:cs typeface="+mn-cs"/>
      </a:defRPr>
    </a:lvl2pPr>
    <a:lvl3pPr marL="914400" algn="l" defTabSz="762000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돋움" pitchFamily="50" charset="-127"/>
        <a:cs typeface="+mn-cs"/>
      </a:defRPr>
    </a:lvl3pPr>
    <a:lvl4pPr marL="1371600" algn="l" defTabSz="762000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돋움" pitchFamily="50" charset="-127"/>
        <a:cs typeface="+mn-cs"/>
      </a:defRPr>
    </a:lvl4pPr>
    <a:lvl5pPr marL="1828800" algn="l" defTabSz="762000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돋움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1pPr>
            <a:lvl2pPr marL="742950" indent="-28575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5562036E-E2CF-454B-95AD-D3B9108B6061}" type="slidenum">
              <a:rPr lang="ko-KR" altLang="en-US" sz="1000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2</a:t>
            </a:fld>
            <a:endParaRPr lang="en-US" altLang="ko-KR" sz="1000">
              <a:latin typeface="Arial" panose="020B0604020202020204" pitchFamily="34" charset="0"/>
            </a:endParaRPr>
          </a:p>
        </p:txBody>
      </p:sp>
      <p:sp>
        <p:nvSpPr>
          <p:cNvPr id="9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1pPr>
            <a:lvl2pPr marL="742950" indent="-28575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16ED0980-6DEC-412C-AD23-B44DA5B6A906}" type="slidenum">
              <a:rPr lang="en-US" altLang="ko-KR" sz="1000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3</a:t>
            </a:fld>
            <a:endParaRPr lang="en-US" altLang="ko-KR" sz="1000">
              <a:latin typeface="Arial" panose="020B0604020202020204" pitchFamily="34" charset="0"/>
            </a:endParaRPr>
          </a:p>
        </p:txBody>
      </p:sp>
      <p:sp>
        <p:nvSpPr>
          <p:cNvPr id="112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ko-K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315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3316" name="슬라이드 번호 개체 틀 3"/>
          <p:cNvSpPr txBox="1">
            <a:spLocks noGrp="1"/>
          </p:cNvSpPr>
          <p:nvPr/>
        </p:nvSpPr>
        <p:spPr bwMode="auto">
          <a:xfrm>
            <a:off x="3814763" y="9374188"/>
            <a:ext cx="2919412" cy="49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074" tIns="45537" rIns="91074" bIns="45537" anchor="b"/>
          <a:lstStyle>
            <a:lvl1pPr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1pPr>
            <a:lvl2pPr marL="742950" indent="-28575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pPr algn="r">
              <a:spcBef>
                <a:spcPct val="0"/>
              </a:spcBef>
            </a:pPr>
            <a:fld id="{E7F94F46-AAE0-48A1-AFBB-0955CDCCB4EA}" type="slidenum">
              <a:rPr kumimoji="0" lang="ko-KR" altLang="en-US">
                <a:ea typeface="굴림" panose="020B0600000101010101" pitchFamily="50" charset="-127"/>
              </a:rPr>
              <a:pPr algn="r">
                <a:spcBef>
                  <a:spcPct val="0"/>
                </a:spcBef>
              </a:pPr>
              <a:t>4</a:t>
            </a:fld>
            <a:endParaRPr kumimoji="0" lang="en-US" altLang="ko-KR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5363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5364" name="슬라이드 번호 개체 틀 3"/>
          <p:cNvSpPr txBox="1">
            <a:spLocks noGrp="1"/>
          </p:cNvSpPr>
          <p:nvPr/>
        </p:nvSpPr>
        <p:spPr bwMode="auto">
          <a:xfrm>
            <a:off x="3814763" y="9374188"/>
            <a:ext cx="2919412" cy="49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074" tIns="45537" rIns="91074" bIns="45537" anchor="b"/>
          <a:lstStyle>
            <a:lvl1pPr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1pPr>
            <a:lvl2pPr marL="742950" indent="-28575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pPr algn="r">
              <a:spcBef>
                <a:spcPct val="0"/>
              </a:spcBef>
            </a:pPr>
            <a:fld id="{0AFA00A5-01DC-4ECD-B592-AA8B4C61EB57}" type="slidenum">
              <a:rPr kumimoji="0" lang="ko-KR" altLang="en-US">
                <a:ea typeface="굴림" panose="020B0600000101010101" pitchFamily="50" charset="-127"/>
              </a:rPr>
              <a:pPr algn="r">
                <a:spcBef>
                  <a:spcPct val="0"/>
                </a:spcBef>
              </a:pPr>
              <a:t>5</a:t>
            </a:fld>
            <a:endParaRPr kumimoji="0" lang="en-US" altLang="ko-KR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1pPr>
            <a:lvl2pPr marL="742950" indent="-28575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CCDA169A-77EB-4E90-AAD9-83F022121C43}" type="slidenum">
              <a:rPr lang="en-US" altLang="ko-KR" sz="1000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7</a:t>
            </a:fld>
            <a:endParaRPr lang="en-US" altLang="ko-KR" sz="1000">
              <a:latin typeface="Arial" panose="020B0604020202020204" pitchFamily="34" charset="0"/>
            </a:endParaRPr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63625" y="862013"/>
            <a:ext cx="4608513" cy="3457575"/>
          </a:xfrm>
          <a:ln cap="flat"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8525" y="4691063"/>
            <a:ext cx="4938713" cy="41640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defTabSz="914400"/>
            <a:endParaRPr lang="ko-KR" altLang="ko-K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1pPr>
            <a:lvl2pPr marL="742950" indent="-28575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80B34364-DFB5-4BBB-9F64-58869B15C54E}" type="slidenum">
              <a:rPr lang="en-US" altLang="ko-KR" sz="1000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10</a:t>
            </a:fld>
            <a:endParaRPr lang="en-US" altLang="ko-KR" sz="1000">
              <a:latin typeface="Arial" panose="020B0604020202020204" pitchFamily="34" charset="0"/>
            </a:endParaRPr>
          </a:p>
        </p:txBody>
      </p:sp>
      <p:sp>
        <p:nvSpPr>
          <p:cNvPr id="22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ko-KR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1pPr>
            <a:lvl2pPr marL="742950" indent="-28575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0C591E48-38D4-41ED-BA5B-5C1DC521FCB8}" type="slidenum">
              <a:rPr lang="en-US" altLang="ko-KR" sz="1000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11</a:t>
            </a:fld>
            <a:endParaRPr lang="en-US" altLang="ko-KR" sz="1000">
              <a:latin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ko-KR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9699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9700" name="슬라이드 번호 개체 틀 3"/>
          <p:cNvSpPr txBox="1">
            <a:spLocks noGrp="1"/>
          </p:cNvSpPr>
          <p:nvPr/>
        </p:nvSpPr>
        <p:spPr bwMode="auto">
          <a:xfrm>
            <a:off x="3814763" y="9374188"/>
            <a:ext cx="2919412" cy="49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074" tIns="45537" rIns="91074" bIns="45537" anchor="b"/>
          <a:lstStyle>
            <a:lvl1pPr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1pPr>
            <a:lvl2pPr marL="742950" indent="-28575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pPr algn="r">
              <a:spcBef>
                <a:spcPct val="0"/>
              </a:spcBef>
            </a:pPr>
            <a:fld id="{C405EB2E-5F8F-41EE-B1E8-93DF1A21CB43}" type="slidenum">
              <a:rPr kumimoji="0" lang="ko-KR" altLang="en-US">
                <a:ea typeface="굴림" panose="020B0600000101010101" pitchFamily="50" charset="-127"/>
              </a:rPr>
              <a:pPr algn="r">
                <a:spcBef>
                  <a:spcPct val="0"/>
                </a:spcBef>
              </a:pPr>
              <a:t>15</a:t>
            </a:fld>
            <a:endParaRPr kumimoji="0" lang="en-US" altLang="ko-KR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1pPr>
            <a:lvl2pPr marL="742950" indent="-28575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5EEF277C-FC35-4866-8F16-D5BACD9B7421}" type="slidenum">
              <a:rPr lang="en-US" altLang="ko-KR" sz="1000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16</a:t>
            </a:fld>
            <a:endParaRPr lang="en-US" altLang="ko-KR" sz="1000">
              <a:latin typeface="Arial" panose="020B0604020202020204" pitchFamily="34" charset="0"/>
            </a:endParaRPr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ko-KR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1pPr>
            <a:lvl2pPr marL="742950" indent="-28575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46C16F0B-0F98-46F0-8631-34D5C8C43BE5}" type="slidenum">
              <a:rPr lang="en-US" altLang="ko-KR" sz="1000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20</a:t>
            </a:fld>
            <a:endParaRPr lang="en-US" altLang="ko-KR" sz="1000">
              <a:latin typeface="Arial" panose="020B0604020202020204" pitchFamily="34" charset="0"/>
            </a:endParaRPr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ko-K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8"/>
          <p:cNvSpPr>
            <a:spLocks noChangeArrowheads="1"/>
          </p:cNvSpPr>
          <p:nvPr/>
        </p:nvSpPr>
        <p:spPr bwMode="auto">
          <a:xfrm>
            <a:off x="3017838" y="2120900"/>
            <a:ext cx="5662612" cy="77788"/>
          </a:xfrm>
          <a:prstGeom prst="rect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endParaRPr lang="ko-KR" altLang="ko-KR"/>
          </a:p>
        </p:txBody>
      </p:sp>
      <p:sp>
        <p:nvSpPr>
          <p:cNvPr id="5" name="Rectangle 109"/>
          <p:cNvSpPr>
            <a:spLocks noChangeArrowheads="1"/>
          </p:cNvSpPr>
          <p:nvPr/>
        </p:nvSpPr>
        <p:spPr bwMode="auto">
          <a:xfrm>
            <a:off x="1098550" y="862013"/>
            <a:ext cx="5662613" cy="77787"/>
          </a:xfrm>
          <a:prstGeom prst="rect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endParaRPr lang="ko-KR" altLang="ko-KR"/>
          </a:p>
        </p:txBody>
      </p:sp>
      <p:sp>
        <p:nvSpPr>
          <p:cNvPr id="218218" name="Rectangle 106"/>
          <p:cNvSpPr>
            <a:spLocks noGrp="1" noChangeArrowheads="1"/>
          </p:cNvSpPr>
          <p:nvPr>
            <p:ph type="ctrTitle"/>
          </p:nvPr>
        </p:nvSpPr>
        <p:spPr>
          <a:xfrm>
            <a:off x="1169988" y="1046163"/>
            <a:ext cx="7380287" cy="1012825"/>
          </a:xfrm>
        </p:spPr>
        <p:txBody>
          <a:bodyPr/>
          <a:lstStyle>
            <a:lvl1pPr>
              <a:defRPr sz="4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218219" name="Rectangle 107"/>
          <p:cNvSpPr>
            <a:spLocks noGrp="1" noChangeArrowheads="1"/>
          </p:cNvSpPr>
          <p:nvPr>
            <p:ph type="subTitle" idx="1"/>
          </p:nvPr>
        </p:nvSpPr>
        <p:spPr>
          <a:xfrm>
            <a:off x="1566863" y="2693988"/>
            <a:ext cx="6662737" cy="2994025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6" name="Rectangle 103"/>
          <p:cNvSpPr>
            <a:spLocks noGrp="1" noChangeArrowheads="1"/>
          </p:cNvSpPr>
          <p:nvPr>
            <p:ph type="dt" sz="half" idx="10"/>
          </p:nvPr>
        </p:nvSpPr>
        <p:spPr>
          <a:xfrm>
            <a:off x="1387475" y="6357938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104"/>
          <p:cNvSpPr>
            <a:spLocks noGrp="1" noChangeArrowheads="1"/>
          </p:cNvSpPr>
          <p:nvPr>
            <p:ph type="ftr" sz="quarter" idx="11"/>
          </p:nvPr>
        </p:nvSpPr>
        <p:spPr>
          <a:xfrm>
            <a:off x="3722688" y="6357938"/>
            <a:ext cx="2271712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10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464300" y="6361113"/>
            <a:ext cx="1906588" cy="457200"/>
          </a:xfrm>
        </p:spPr>
        <p:txBody>
          <a:bodyPr/>
          <a:lstStyle>
            <a:lvl1pPr>
              <a:defRPr>
                <a:solidFill>
                  <a:srgbClr val="002D5C"/>
                </a:solidFill>
              </a:defRPr>
            </a:lvl1pPr>
          </a:lstStyle>
          <a:p>
            <a:pPr>
              <a:defRPr/>
            </a:pPr>
            <a:fld id="{9A3D3CA3-5185-4DE3-9D0E-34A69B5D9C00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94982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 autoUpdateAnimBg="0"/>
      <p:bldP spid="5" grpId="0" animBg="1" autoUpdateAnimBg="0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14282" y="1643063"/>
            <a:ext cx="8715406" cy="4643437"/>
          </a:xfrm>
        </p:spPr>
        <p:txBody>
          <a:bodyPr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</p:txBody>
      </p:sp>
      <p:sp>
        <p:nvSpPr>
          <p:cNvPr id="4" name="Rectangle 318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318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18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02D5C"/>
                </a:solidFill>
              </a:defRPr>
            </a:lvl1pPr>
          </a:lstStyle>
          <a:p>
            <a:pPr>
              <a:defRPr/>
            </a:pPr>
            <a:fld id="{4463E904-A261-4688-B6F4-067A6261410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854890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18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318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318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02D5C"/>
                </a:solidFill>
              </a:defRPr>
            </a:lvl1pPr>
          </a:lstStyle>
          <a:p>
            <a:pPr>
              <a:defRPr/>
            </a:pPr>
            <a:fld id="{3C12C414-7B59-45B0-ABEA-58E6DFE907F0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1512075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179"/>
          <p:cNvSpPr>
            <a:spLocks noGrp="1" noChangeArrowheads="1"/>
          </p:cNvSpPr>
          <p:nvPr userDrawn="1">
            <p:ph type="body" idx="1"/>
          </p:nvPr>
        </p:nvSpPr>
        <p:spPr bwMode="auto">
          <a:xfrm>
            <a:off x="214313" y="1643063"/>
            <a:ext cx="8715375" cy="4643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217196" name="Rectangle 3180"/>
          <p:cNvSpPr>
            <a:spLocks noGrp="1" noChangeArrowheads="1"/>
          </p:cNvSpPr>
          <p:nvPr userDrawn="1">
            <p:ph type="dt" sz="half" idx="2"/>
          </p:nvPr>
        </p:nvSpPr>
        <p:spPr bwMode="auto">
          <a:xfrm>
            <a:off x="809625" y="6373813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latinLnBrk="1" hangingPunct="1">
              <a:defRPr kumimoji="0" sz="1400">
                <a:solidFill>
                  <a:schemeClr val="folHlink"/>
                </a:solidFill>
                <a:latin typeface="+mn-lt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17197" name="Rectangle 3181"/>
          <p:cNvSpPr>
            <a:spLocks noGrp="1" noChangeArrowheads="1"/>
          </p:cNvSpPr>
          <p:nvPr userDrawn="1">
            <p:ph type="ftr" sz="quarter" idx="3"/>
          </p:nvPr>
        </p:nvSpPr>
        <p:spPr bwMode="auto">
          <a:xfrm>
            <a:off x="3132138" y="6376988"/>
            <a:ext cx="30861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latinLnBrk="1" hangingPunct="1">
              <a:defRPr kumimoji="0" sz="1400">
                <a:solidFill>
                  <a:schemeClr val="folHlink"/>
                </a:solidFill>
                <a:latin typeface="+mn-lt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17198" name="Rectangle 3182"/>
          <p:cNvSpPr>
            <a:spLocks noGrp="1" noChangeArrowheads="1"/>
          </p:cNvSpPr>
          <p:nvPr userDrawn="1">
            <p:ph type="sldNum" sz="quarter" idx="4"/>
          </p:nvPr>
        </p:nvSpPr>
        <p:spPr bwMode="auto">
          <a:xfrm>
            <a:off x="6950075" y="6400800"/>
            <a:ext cx="21939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400">
                <a:solidFill>
                  <a:srgbClr val="000000"/>
                </a:solidFill>
                <a:latin typeface="굴림" panose="020B0600000101010101" pitchFamily="50" charset="-127"/>
              </a:defRPr>
            </a:lvl1pPr>
          </a:lstStyle>
          <a:p>
            <a:pPr>
              <a:defRPr/>
            </a:pPr>
            <a:fld id="{95A34E84-F115-4A70-ABCD-E2398AA0434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1030" name="Rectangle 3183"/>
          <p:cNvSpPr>
            <a:spLocks noGrp="1" noChangeArrowheads="1"/>
          </p:cNvSpPr>
          <p:nvPr userDrawn="1">
            <p:ph type="title"/>
          </p:nvPr>
        </p:nvSpPr>
        <p:spPr bwMode="auto">
          <a:xfrm>
            <a:off x="214313" y="285750"/>
            <a:ext cx="8786812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0" r:id="rId1"/>
    <p:sldLayoutId id="2147483821" r:id="rId2"/>
    <p:sldLayoutId id="2147483822" r:id="rId3"/>
  </p:sldLayoutIdLst>
  <p:hf hdr="0" ftr="0" dt="0"/>
  <p:txStyles>
    <p:titleStyle>
      <a:lvl1pPr algn="ctr" rtl="0" eaLnBrk="0" fontAlgn="base" latinLnBrk="1" hangingPunct="0">
        <a:lnSpc>
          <a:spcPct val="85000"/>
        </a:lnSpc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lnSpc>
          <a:spcPct val="85000"/>
        </a:lnSpc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lnSpc>
          <a:spcPct val="85000"/>
        </a:lnSpc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lnSpc>
          <a:spcPct val="85000"/>
        </a:lnSpc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lnSpc>
          <a:spcPct val="85000"/>
        </a:lnSpc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lnSpc>
          <a:spcPct val="85000"/>
        </a:lnSpc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lnSpc>
          <a:spcPct val="85000"/>
        </a:lnSpc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lnSpc>
          <a:spcPct val="85000"/>
        </a:lnSpc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lnSpc>
          <a:spcPct val="85000"/>
        </a:lnSpc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q"/>
        <a:defRPr kumimoji="1"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kumimoji="1" sz="2400">
          <a:solidFill>
            <a:schemeClr val="tx1"/>
          </a:solidFill>
          <a:latin typeface="+mn-lt"/>
          <a:ea typeface="+mn-ea"/>
        </a:defRPr>
      </a:lvl2pPr>
      <a:lvl3pPr marL="108585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SzPct val="65000"/>
        <a:buFont typeface="Wingdings" panose="05000000000000000000" pitchFamily="2" charset="2"/>
        <a:buChar char="ü"/>
        <a:defRPr kumimoji="1" sz="2000">
          <a:solidFill>
            <a:schemeClr val="tx1"/>
          </a:solidFill>
          <a:latin typeface="+mn-lt"/>
          <a:ea typeface="+mn-ea"/>
        </a:defRPr>
      </a:lvl3pPr>
      <a:lvl4pPr marL="142875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SzPct val="85000"/>
        <a:buFont typeface="Wingdings" panose="05000000000000000000" pitchFamily="2" charset="2"/>
        <a:buChar char="w"/>
        <a:defRPr kumimoji="1" sz="2000">
          <a:solidFill>
            <a:schemeClr val="tx1"/>
          </a:solidFill>
          <a:latin typeface="+mn-lt"/>
          <a:ea typeface="+mn-ea"/>
        </a:defRPr>
      </a:lvl4pPr>
      <a:lvl5pPr marL="177165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5pPr>
      <a:lvl6pPr marL="222885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§"/>
        <a:defRPr kumimoji="1">
          <a:solidFill>
            <a:schemeClr val="tx1"/>
          </a:solidFill>
          <a:latin typeface="+mn-lt"/>
          <a:ea typeface="+mn-ea"/>
        </a:defRPr>
      </a:lvl6pPr>
      <a:lvl7pPr marL="268605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§"/>
        <a:defRPr kumimoji="1">
          <a:solidFill>
            <a:schemeClr val="tx1"/>
          </a:solidFill>
          <a:latin typeface="+mn-lt"/>
          <a:ea typeface="+mn-ea"/>
        </a:defRPr>
      </a:lvl7pPr>
      <a:lvl8pPr marL="314325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§"/>
        <a:defRPr kumimoji="1">
          <a:solidFill>
            <a:schemeClr val="tx1"/>
          </a:solidFill>
          <a:latin typeface="+mn-lt"/>
          <a:ea typeface="+mn-ea"/>
        </a:defRPr>
      </a:lvl8pPr>
      <a:lvl9pPr marL="360045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§"/>
        <a:defRPr kumimoji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customXml" Target="../ink/ink6.xml"/><Relationship Id="rId18" Type="http://schemas.openxmlformats.org/officeDocument/2006/relationships/image" Target="../media/image8.png"/><Relationship Id="rId26" Type="http://schemas.openxmlformats.org/officeDocument/2006/relationships/image" Target="../media/image12.png"/><Relationship Id="rId39" Type="http://schemas.openxmlformats.org/officeDocument/2006/relationships/customXml" Target="../ink/ink19.xml"/><Relationship Id="rId21" Type="http://schemas.openxmlformats.org/officeDocument/2006/relationships/customXml" Target="../ink/ink10.xml"/><Relationship Id="rId34" Type="http://schemas.openxmlformats.org/officeDocument/2006/relationships/image" Target="../media/image16.png"/><Relationship Id="rId42" Type="http://schemas.openxmlformats.org/officeDocument/2006/relationships/image" Target="../media/image20.png"/><Relationship Id="rId47" Type="http://schemas.openxmlformats.org/officeDocument/2006/relationships/customXml" Target="../ink/ink23.xml"/><Relationship Id="rId50" Type="http://schemas.openxmlformats.org/officeDocument/2006/relationships/image" Target="../media/image24.png"/><Relationship Id="rId55" Type="http://schemas.openxmlformats.org/officeDocument/2006/relationships/customXml" Target="../ink/ink27.xml"/><Relationship Id="rId63" Type="http://schemas.openxmlformats.org/officeDocument/2006/relationships/customXml" Target="../ink/ink31.xml"/><Relationship Id="rId7" Type="http://schemas.openxmlformats.org/officeDocument/2006/relationships/customXml" Target="../ink/ink3.xml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7.png"/><Relationship Id="rId20" Type="http://schemas.openxmlformats.org/officeDocument/2006/relationships/image" Target="../media/image9.png"/><Relationship Id="rId29" Type="http://schemas.openxmlformats.org/officeDocument/2006/relationships/customXml" Target="../ink/ink14.xml"/><Relationship Id="rId41" Type="http://schemas.openxmlformats.org/officeDocument/2006/relationships/customXml" Target="../ink/ink20.xml"/><Relationship Id="rId54" Type="http://schemas.openxmlformats.org/officeDocument/2006/relationships/image" Target="../media/image26.png"/><Relationship Id="rId6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11" Type="http://schemas.openxmlformats.org/officeDocument/2006/relationships/customXml" Target="../ink/ink5.xml"/><Relationship Id="rId24" Type="http://schemas.openxmlformats.org/officeDocument/2006/relationships/image" Target="../media/image11.png"/><Relationship Id="rId32" Type="http://schemas.openxmlformats.org/officeDocument/2006/relationships/image" Target="../media/image15.png"/><Relationship Id="rId37" Type="http://schemas.openxmlformats.org/officeDocument/2006/relationships/customXml" Target="../ink/ink18.xml"/><Relationship Id="rId40" Type="http://schemas.openxmlformats.org/officeDocument/2006/relationships/image" Target="../media/image19.png"/><Relationship Id="rId45" Type="http://schemas.openxmlformats.org/officeDocument/2006/relationships/customXml" Target="../ink/ink22.xml"/><Relationship Id="rId53" Type="http://schemas.openxmlformats.org/officeDocument/2006/relationships/customXml" Target="../ink/ink26.xml"/><Relationship Id="rId58" Type="http://schemas.openxmlformats.org/officeDocument/2006/relationships/image" Target="../media/image28.png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23" Type="http://schemas.openxmlformats.org/officeDocument/2006/relationships/customXml" Target="../ink/ink11.xml"/><Relationship Id="rId28" Type="http://schemas.openxmlformats.org/officeDocument/2006/relationships/image" Target="../media/image13.png"/><Relationship Id="rId36" Type="http://schemas.openxmlformats.org/officeDocument/2006/relationships/image" Target="../media/image17.png"/><Relationship Id="rId49" Type="http://schemas.openxmlformats.org/officeDocument/2006/relationships/customXml" Target="../ink/ink24.xml"/><Relationship Id="rId57" Type="http://schemas.openxmlformats.org/officeDocument/2006/relationships/customXml" Target="../ink/ink28.xml"/><Relationship Id="rId61" Type="http://schemas.openxmlformats.org/officeDocument/2006/relationships/customXml" Target="../ink/ink30.xml"/><Relationship Id="rId10" Type="http://schemas.openxmlformats.org/officeDocument/2006/relationships/image" Target="../media/image4.png"/><Relationship Id="rId19" Type="http://schemas.openxmlformats.org/officeDocument/2006/relationships/customXml" Target="../ink/ink9.xml"/><Relationship Id="rId31" Type="http://schemas.openxmlformats.org/officeDocument/2006/relationships/customXml" Target="../ink/ink15.xml"/><Relationship Id="rId44" Type="http://schemas.openxmlformats.org/officeDocument/2006/relationships/image" Target="../media/image21.png"/><Relationship Id="rId52" Type="http://schemas.openxmlformats.org/officeDocument/2006/relationships/image" Target="../media/image25.png"/><Relationship Id="rId60" Type="http://schemas.openxmlformats.org/officeDocument/2006/relationships/image" Target="../media/image29.png"/><Relationship Id="rId4" Type="http://schemas.openxmlformats.org/officeDocument/2006/relationships/image" Target="../media/image1.png"/><Relationship Id="rId9" Type="http://schemas.openxmlformats.org/officeDocument/2006/relationships/customXml" Target="../ink/ink4.xml"/><Relationship Id="rId14" Type="http://schemas.openxmlformats.org/officeDocument/2006/relationships/image" Target="../media/image6.png"/><Relationship Id="rId22" Type="http://schemas.openxmlformats.org/officeDocument/2006/relationships/image" Target="../media/image10.png"/><Relationship Id="rId27" Type="http://schemas.openxmlformats.org/officeDocument/2006/relationships/customXml" Target="../ink/ink13.xml"/><Relationship Id="rId30" Type="http://schemas.openxmlformats.org/officeDocument/2006/relationships/image" Target="../media/image14.png"/><Relationship Id="rId35" Type="http://schemas.openxmlformats.org/officeDocument/2006/relationships/customXml" Target="../ink/ink17.xml"/><Relationship Id="rId43" Type="http://schemas.openxmlformats.org/officeDocument/2006/relationships/customXml" Target="../ink/ink21.xml"/><Relationship Id="rId48" Type="http://schemas.openxmlformats.org/officeDocument/2006/relationships/image" Target="../media/image23.png"/><Relationship Id="rId56" Type="http://schemas.openxmlformats.org/officeDocument/2006/relationships/image" Target="../media/image27.png"/><Relationship Id="rId64" Type="http://schemas.openxmlformats.org/officeDocument/2006/relationships/image" Target="../media/image31.png"/><Relationship Id="rId8" Type="http://schemas.openxmlformats.org/officeDocument/2006/relationships/image" Target="../media/image3.png"/><Relationship Id="rId51" Type="http://schemas.openxmlformats.org/officeDocument/2006/relationships/customXml" Target="../ink/ink25.xml"/><Relationship Id="rId3" Type="http://schemas.openxmlformats.org/officeDocument/2006/relationships/customXml" Target="../ink/ink1.xml"/><Relationship Id="rId12" Type="http://schemas.openxmlformats.org/officeDocument/2006/relationships/image" Target="../media/image5.png"/><Relationship Id="rId17" Type="http://schemas.openxmlformats.org/officeDocument/2006/relationships/customXml" Target="../ink/ink8.xml"/><Relationship Id="rId25" Type="http://schemas.openxmlformats.org/officeDocument/2006/relationships/customXml" Target="../ink/ink12.xml"/><Relationship Id="rId33" Type="http://schemas.openxmlformats.org/officeDocument/2006/relationships/customXml" Target="../ink/ink16.xml"/><Relationship Id="rId38" Type="http://schemas.openxmlformats.org/officeDocument/2006/relationships/image" Target="../media/image18.png"/><Relationship Id="rId46" Type="http://schemas.openxmlformats.org/officeDocument/2006/relationships/image" Target="../media/image22.png"/><Relationship Id="rId59" Type="http://schemas.openxmlformats.org/officeDocument/2006/relationships/customXml" Target="../ink/ink29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ustomXml" Target="../ink/ink34.xml"/><Relationship Id="rId13" Type="http://schemas.openxmlformats.org/officeDocument/2006/relationships/image" Target="../media/image37.png"/><Relationship Id="rId18" Type="http://schemas.openxmlformats.org/officeDocument/2006/relationships/customXml" Target="../ink/ink39.xml"/><Relationship Id="rId26" Type="http://schemas.openxmlformats.org/officeDocument/2006/relationships/customXml" Target="../ink/ink43.xml"/><Relationship Id="rId3" Type="http://schemas.openxmlformats.org/officeDocument/2006/relationships/image" Target="../media/image32.jpeg"/><Relationship Id="rId21" Type="http://schemas.openxmlformats.org/officeDocument/2006/relationships/image" Target="../media/image41.png"/><Relationship Id="rId34" Type="http://schemas.openxmlformats.org/officeDocument/2006/relationships/customXml" Target="../ink/ink47.xml"/><Relationship Id="rId7" Type="http://schemas.openxmlformats.org/officeDocument/2006/relationships/image" Target="../media/image34.png"/><Relationship Id="rId12" Type="http://schemas.openxmlformats.org/officeDocument/2006/relationships/customXml" Target="../ink/ink36.xml"/><Relationship Id="rId17" Type="http://schemas.openxmlformats.org/officeDocument/2006/relationships/image" Target="../media/image39.png"/><Relationship Id="rId25" Type="http://schemas.openxmlformats.org/officeDocument/2006/relationships/image" Target="../media/image43.png"/><Relationship Id="rId33" Type="http://schemas.openxmlformats.org/officeDocument/2006/relationships/image" Target="../media/image47.png"/><Relationship Id="rId2" Type="http://schemas.openxmlformats.org/officeDocument/2006/relationships/notesSlide" Target="../notesSlides/notesSlide3.xml"/><Relationship Id="rId16" Type="http://schemas.openxmlformats.org/officeDocument/2006/relationships/customXml" Target="../ink/ink38.xml"/><Relationship Id="rId20" Type="http://schemas.openxmlformats.org/officeDocument/2006/relationships/customXml" Target="../ink/ink40.xml"/><Relationship Id="rId29" Type="http://schemas.openxmlformats.org/officeDocument/2006/relationships/image" Target="../media/image45.png"/><Relationship Id="rId1" Type="http://schemas.openxmlformats.org/officeDocument/2006/relationships/slideLayout" Target="../slideLayouts/slideLayout3.xml"/><Relationship Id="rId6" Type="http://schemas.openxmlformats.org/officeDocument/2006/relationships/customXml" Target="../ink/ink33.xml"/><Relationship Id="rId11" Type="http://schemas.openxmlformats.org/officeDocument/2006/relationships/image" Target="../media/image36.png"/><Relationship Id="rId24" Type="http://schemas.openxmlformats.org/officeDocument/2006/relationships/customXml" Target="../ink/ink42.xml"/><Relationship Id="rId32" Type="http://schemas.openxmlformats.org/officeDocument/2006/relationships/customXml" Target="../ink/ink46.xml"/><Relationship Id="rId37" Type="http://schemas.openxmlformats.org/officeDocument/2006/relationships/image" Target="../media/image49.png"/><Relationship Id="rId5" Type="http://schemas.openxmlformats.org/officeDocument/2006/relationships/image" Target="../media/image33.png"/><Relationship Id="rId15" Type="http://schemas.openxmlformats.org/officeDocument/2006/relationships/image" Target="../media/image38.png"/><Relationship Id="rId23" Type="http://schemas.openxmlformats.org/officeDocument/2006/relationships/image" Target="../media/image42.png"/><Relationship Id="rId28" Type="http://schemas.openxmlformats.org/officeDocument/2006/relationships/customXml" Target="../ink/ink44.xml"/><Relationship Id="rId36" Type="http://schemas.openxmlformats.org/officeDocument/2006/relationships/customXml" Target="../ink/ink48.xml"/><Relationship Id="rId10" Type="http://schemas.openxmlformats.org/officeDocument/2006/relationships/customXml" Target="../ink/ink35.xml"/><Relationship Id="rId19" Type="http://schemas.openxmlformats.org/officeDocument/2006/relationships/image" Target="../media/image40.png"/><Relationship Id="rId31" Type="http://schemas.openxmlformats.org/officeDocument/2006/relationships/image" Target="../media/image46.png"/><Relationship Id="rId4" Type="http://schemas.openxmlformats.org/officeDocument/2006/relationships/customXml" Target="../ink/ink32.xml"/><Relationship Id="rId9" Type="http://schemas.openxmlformats.org/officeDocument/2006/relationships/image" Target="../media/image35.png"/><Relationship Id="rId14" Type="http://schemas.openxmlformats.org/officeDocument/2006/relationships/customXml" Target="../ink/ink37.xml"/><Relationship Id="rId22" Type="http://schemas.openxmlformats.org/officeDocument/2006/relationships/customXml" Target="../ink/ink41.xml"/><Relationship Id="rId27" Type="http://schemas.openxmlformats.org/officeDocument/2006/relationships/image" Target="../media/image44.png"/><Relationship Id="rId30" Type="http://schemas.openxmlformats.org/officeDocument/2006/relationships/customXml" Target="../ink/ink45.xml"/><Relationship Id="rId35" Type="http://schemas.openxmlformats.org/officeDocument/2006/relationships/image" Target="../media/image48.png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customXml" Target="../ink/ink54.xml"/><Relationship Id="rId18" Type="http://schemas.openxmlformats.org/officeDocument/2006/relationships/image" Target="../media/image57.png"/><Relationship Id="rId26" Type="http://schemas.openxmlformats.org/officeDocument/2006/relationships/image" Target="../media/image61.png"/><Relationship Id="rId39" Type="http://schemas.openxmlformats.org/officeDocument/2006/relationships/customXml" Target="../ink/ink67.xml"/><Relationship Id="rId21" Type="http://schemas.openxmlformats.org/officeDocument/2006/relationships/customXml" Target="../ink/ink58.xml"/><Relationship Id="rId34" Type="http://schemas.openxmlformats.org/officeDocument/2006/relationships/image" Target="../media/image65.png"/><Relationship Id="rId42" Type="http://schemas.openxmlformats.org/officeDocument/2006/relationships/image" Target="../media/image69.png"/><Relationship Id="rId47" Type="http://schemas.openxmlformats.org/officeDocument/2006/relationships/customXml" Target="../ink/ink71.xml"/><Relationship Id="rId50" Type="http://schemas.openxmlformats.org/officeDocument/2006/relationships/image" Target="../media/image73.png"/><Relationship Id="rId55" Type="http://schemas.openxmlformats.org/officeDocument/2006/relationships/customXml" Target="../ink/ink75.xml"/><Relationship Id="rId63" Type="http://schemas.openxmlformats.org/officeDocument/2006/relationships/customXml" Target="../ink/ink79.xml"/><Relationship Id="rId68" Type="http://schemas.openxmlformats.org/officeDocument/2006/relationships/image" Target="../media/image82.png"/><Relationship Id="rId76" Type="http://schemas.openxmlformats.org/officeDocument/2006/relationships/image" Target="../media/image86.png"/><Relationship Id="rId84" Type="http://schemas.openxmlformats.org/officeDocument/2006/relationships/image" Target="../media/image90.png"/><Relationship Id="rId89" Type="http://schemas.openxmlformats.org/officeDocument/2006/relationships/customXml" Target="../ink/ink92.xml"/><Relationship Id="rId7" Type="http://schemas.openxmlformats.org/officeDocument/2006/relationships/customXml" Target="../ink/ink51.xml"/><Relationship Id="rId71" Type="http://schemas.openxmlformats.org/officeDocument/2006/relationships/customXml" Target="../ink/ink83.xml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56.png"/><Relationship Id="rId29" Type="http://schemas.openxmlformats.org/officeDocument/2006/relationships/customXml" Target="../ink/ink62.xml"/><Relationship Id="rId11" Type="http://schemas.openxmlformats.org/officeDocument/2006/relationships/customXml" Target="../ink/ink53.xml"/><Relationship Id="rId24" Type="http://schemas.openxmlformats.org/officeDocument/2006/relationships/image" Target="../media/image60.png"/><Relationship Id="rId32" Type="http://schemas.openxmlformats.org/officeDocument/2006/relationships/image" Target="../media/image64.png"/><Relationship Id="rId37" Type="http://schemas.openxmlformats.org/officeDocument/2006/relationships/customXml" Target="../ink/ink66.xml"/><Relationship Id="rId40" Type="http://schemas.openxmlformats.org/officeDocument/2006/relationships/image" Target="../media/image68.png"/><Relationship Id="rId45" Type="http://schemas.openxmlformats.org/officeDocument/2006/relationships/customXml" Target="../ink/ink70.xml"/><Relationship Id="rId53" Type="http://schemas.openxmlformats.org/officeDocument/2006/relationships/customXml" Target="../ink/ink74.xml"/><Relationship Id="rId58" Type="http://schemas.openxmlformats.org/officeDocument/2006/relationships/image" Target="../media/image77.png"/><Relationship Id="rId66" Type="http://schemas.openxmlformats.org/officeDocument/2006/relationships/image" Target="../media/image81.png"/><Relationship Id="rId74" Type="http://schemas.openxmlformats.org/officeDocument/2006/relationships/image" Target="../media/image85.png"/><Relationship Id="rId79" Type="http://schemas.openxmlformats.org/officeDocument/2006/relationships/customXml" Target="../ink/ink87.xml"/><Relationship Id="rId87" Type="http://schemas.openxmlformats.org/officeDocument/2006/relationships/customXml" Target="../ink/ink91.xml"/><Relationship Id="rId5" Type="http://schemas.openxmlformats.org/officeDocument/2006/relationships/customXml" Target="../ink/ink50.xml"/><Relationship Id="rId61" Type="http://schemas.openxmlformats.org/officeDocument/2006/relationships/customXml" Target="../ink/ink78.xml"/><Relationship Id="rId82" Type="http://schemas.openxmlformats.org/officeDocument/2006/relationships/image" Target="../media/image89.png"/><Relationship Id="rId90" Type="http://schemas.openxmlformats.org/officeDocument/2006/relationships/image" Target="../media/image93.png"/><Relationship Id="rId19" Type="http://schemas.openxmlformats.org/officeDocument/2006/relationships/customXml" Target="../ink/ink57.xml"/><Relationship Id="rId4" Type="http://schemas.openxmlformats.org/officeDocument/2006/relationships/image" Target="../media/image50.png"/><Relationship Id="rId9" Type="http://schemas.openxmlformats.org/officeDocument/2006/relationships/customXml" Target="../ink/ink52.xml"/><Relationship Id="rId14" Type="http://schemas.openxmlformats.org/officeDocument/2006/relationships/image" Target="../media/image55.png"/><Relationship Id="rId22" Type="http://schemas.openxmlformats.org/officeDocument/2006/relationships/image" Target="../media/image59.png"/><Relationship Id="rId27" Type="http://schemas.openxmlformats.org/officeDocument/2006/relationships/customXml" Target="../ink/ink61.xml"/><Relationship Id="rId30" Type="http://schemas.openxmlformats.org/officeDocument/2006/relationships/image" Target="../media/image63.png"/><Relationship Id="rId35" Type="http://schemas.openxmlformats.org/officeDocument/2006/relationships/customXml" Target="../ink/ink65.xml"/><Relationship Id="rId43" Type="http://schemas.openxmlformats.org/officeDocument/2006/relationships/customXml" Target="../ink/ink69.xml"/><Relationship Id="rId48" Type="http://schemas.openxmlformats.org/officeDocument/2006/relationships/image" Target="../media/image72.png"/><Relationship Id="rId56" Type="http://schemas.openxmlformats.org/officeDocument/2006/relationships/image" Target="../media/image76.png"/><Relationship Id="rId64" Type="http://schemas.openxmlformats.org/officeDocument/2006/relationships/image" Target="../media/image80.png"/><Relationship Id="rId69" Type="http://schemas.openxmlformats.org/officeDocument/2006/relationships/customXml" Target="../ink/ink82.xml"/><Relationship Id="rId77" Type="http://schemas.openxmlformats.org/officeDocument/2006/relationships/customXml" Target="../ink/ink86.xml"/><Relationship Id="rId8" Type="http://schemas.openxmlformats.org/officeDocument/2006/relationships/image" Target="../media/image52.png"/><Relationship Id="rId51" Type="http://schemas.openxmlformats.org/officeDocument/2006/relationships/customXml" Target="../ink/ink73.xml"/><Relationship Id="rId72" Type="http://schemas.openxmlformats.org/officeDocument/2006/relationships/image" Target="../media/image84.png"/><Relationship Id="rId80" Type="http://schemas.openxmlformats.org/officeDocument/2006/relationships/image" Target="../media/image88.png"/><Relationship Id="rId85" Type="http://schemas.openxmlformats.org/officeDocument/2006/relationships/customXml" Target="../ink/ink90.xml"/><Relationship Id="rId3" Type="http://schemas.openxmlformats.org/officeDocument/2006/relationships/customXml" Target="../ink/ink49.xml"/><Relationship Id="rId12" Type="http://schemas.openxmlformats.org/officeDocument/2006/relationships/image" Target="../media/image54.png"/><Relationship Id="rId17" Type="http://schemas.openxmlformats.org/officeDocument/2006/relationships/customXml" Target="../ink/ink56.xml"/><Relationship Id="rId25" Type="http://schemas.openxmlformats.org/officeDocument/2006/relationships/customXml" Target="../ink/ink60.xml"/><Relationship Id="rId33" Type="http://schemas.openxmlformats.org/officeDocument/2006/relationships/customXml" Target="../ink/ink64.xml"/><Relationship Id="rId38" Type="http://schemas.openxmlformats.org/officeDocument/2006/relationships/image" Target="../media/image67.png"/><Relationship Id="rId46" Type="http://schemas.openxmlformats.org/officeDocument/2006/relationships/image" Target="../media/image71.png"/><Relationship Id="rId59" Type="http://schemas.openxmlformats.org/officeDocument/2006/relationships/customXml" Target="../ink/ink77.xml"/><Relationship Id="rId67" Type="http://schemas.openxmlformats.org/officeDocument/2006/relationships/customXml" Target="../ink/ink81.xml"/><Relationship Id="rId20" Type="http://schemas.openxmlformats.org/officeDocument/2006/relationships/image" Target="../media/image58.png"/><Relationship Id="rId41" Type="http://schemas.openxmlformats.org/officeDocument/2006/relationships/customXml" Target="../ink/ink68.xml"/><Relationship Id="rId54" Type="http://schemas.openxmlformats.org/officeDocument/2006/relationships/image" Target="../media/image75.png"/><Relationship Id="rId62" Type="http://schemas.openxmlformats.org/officeDocument/2006/relationships/image" Target="../media/image79.png"/><Relationship Id="rId70" Type="http://schemas.openxmlformats.org/officeDocument/2006/relationships/image" Target="../media/image83.png"/><Relationship Id="rId75" Type="http://schemas.openxmlformats.org/officeDocument/2006/relationships/customXml" Target="../ink/ink85.xml"/><Relationship Id="rId83" Type="http://schemas.openxmlformats.org/officeDocument/2006/relationships/customXml" Target="../ink/ink89.xml"/><Relationship Id="rId88" Type="http://schemas.openxmlformats.org/officeDocument/2006/relationships/image" Target="../media/image9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1.png"/><Relationship Id="rId15" Type="http://schemas.openxmlformats.org/officeDocument/2006/relationships/customXml" Target="../ink/ink55.xml"/><Relationship Id="rId23" Type="http://schemas.openxmlformats.org/officeDocument/2006/relationships/customXml" Target="../ink/ink59.xml"/><Relationship Id="rId28" Type="http://schemas.openxmlformats.org/officeDocument/2006/relationships/image" Target="../media/image62.png"/><Relationship Id="rId36" Type="http://schemas.openxmlformats.org/officeDocument/2006/relationships/image" Target="../media/image66.png"/><Relationship Id="rId49" Type="http://schemas.openxmlformats.org/officeDocument/2006/relationships/customXml" Target="../ink/ink72.xml"/><Relationship Id="rId57" Type="http://schemas.openxmlformats.org/officeDocument/2006/relationships/customXml" Target="../ink/ink76.xml"/><Relationship Id="rId10" Type="http://schemas.openxmlformats.org/officeDocument/2006/relationships/image" Target="../media/image53.png"/><Relationship Id="rId31" Type="http://schemas.openxmlformats.org/officeDocument/2006/relationships/customXml" Target="../ink/ink63.xml"/><Relationship Id="rId44" Type="http://schemas.openxmlformats.org/officeDocument/2006/relationships/image" Target="../media/image70.png"/><Relationship Id="rId52" Type="http://schemas.openxmlformats.org/officeDocument/2006/relationships/image" Target="../media/image74.png"/><Relationship Id="rId60" Type="http://schemas.openxmlformats.org/officeDocument/2006/relationships/image" Target="../media/image78.png"/><Relationship Id="rId65" Type="http://schemas.openxmlformats.org/officeDocument/2006/relationships/customXml" Target="../ink/ink80.xml"/><Relationship Id="rId73" Type="http://schemas.openxmlformats.org/officeDocument/2006/relationships/customXml" Target="../ink/ink84.xml"/><Relationship Id="rId78" Type="http://schemas.openxmlformats.org/officeDocument/2006/relationships/image" Target="../media/image87.png"/><Relationship Id="rId81" Type="http://schemas.openxmlformats.org/officeDocument/2006/relationships/customXml" Target="../ink/ink88.xml"/><Relationship Id="rId86" Type="http://schemas.openxmlformats.org/officeDocument/2006/relationships/image" Target="../media/image91.png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customXml" Target="../ink/ink98.xml"/><Relationship Id="rId18" Type="http://schemas.openxmlformats.org/officeDocument/2006/relationships/image" Target="../media/image102.png"/><Relationship Id="rId26" Type="http://schemas.openxmlformats.org/officeDocument/2006/relationships/image" Target="../media/image106.png"/><Relationship Id="rId39" Type="http://schemas.openxmlformats.org/officeDocument/2006/relationships/customXml" Target="../ink/ink111.xml"/><Relationship Id="rId21" Type="http://schemas.openxmlformats.org/officeDocument/2006/relationships/customXml" Target="../ink/ink102.xml"/><Relationship Id="rId34" Type="http://schemas.openxmlformats.org/officeDocument/2006/relationships/image" Target="../media/image110.png"/><Relationship Id="rId42" Type="http://schemas.openxmlformats.org/officeDocument/2006/relationships/image" Target="../media/image114.png"/><Relationship Id="rId47" Type="http://schemas.openxmlformats.org/officeDocument/2006/relationships/customXml" Target="../ink/ink115.xml"/><Relationship Id="rId50" Type="http://schemas.openxmlformats.org/officeDocument/2006/relationships/image" Target="../media/image118.png"/><Relationship Id="rId55" Type="http://schemas.openxmlformats.org/officeDocument/2006/relationships/customXml" Target="../ink/ink119.xml"/><Relationship Id="rId63" Type="http://schemas.openxmlformats.org/officeDocument/2006/relationships/customXml" Target="../ink/ink123.xml"/><Relationship Id="rId68" Type="http://schemas.openxmlformats.org/officeDocument/2006/relationships/image" Target="../media/image127.png"/><Relationship Id="rId7" Type="http://schemas.openxmlformats.org/officeDocument/2006/relationships/customXml" Target="../ink/ink95.xml"/><Relationship Id="rId2" Type="http://schemas.openxmlformats.org/officeDocument/2006/relationships/image" Target="../media/image94.png"/><Relationship Id="rId16" Type="http://schemas.openxmlformats.org/officeDocument/2006/relationships/image" Target="../media/image101.png"/><Relationship Id="rId29" Type="http://schemas.openxmlformats.org/officeDocument/2006/relationships/customXml" Target="../ink/ink10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6.png"/><Relationship Id="rId11" Type="http://schemas.openxmlformats.org/officeDocument/2006/relationships/customXml" Target="../ink/ink97.xml"/><Relationship Id="rId24" Type="http://schemas.openxmlformats.org/officeDocument/2006/relationships/image" Target="../media/image105.png"/><Relationship Id="rId32" Type="http://schemas.openxmlformats.org/officeDocument/2006/relationships/image" Target="../media/image109.png"/><Relationship Id="rId37" Type="http://schemas.openxmlformats.org/officeDocument/2006/relationships/customXml" Target="../ink/ink110.xml"/><Relationship Id="rId40" Type="http://schemas.openxmlformats.org/officeDocument/2006/relationships/image" Target="../media/image113.png"/><Relationship Id="rId45" Type="http://schemas.openxmlformats.org/officeDocument/2006/relationships/customXml" Target="../ink/ink114.xml"/><Relationship Id="rId53" Type="http://schemas.openxmlformats.org/officeDocument/2006/relationships/customXml" Target="../ink/ink118.xml"/><Relationship Id="rId58" Type="http://schemas.openxmlformats.org/officeDocument/2006/relationships/image" Target="../media/image122.png"/><Relationship Id="rId66" Type="http://schemas.openxmlformats.org/officeDocument/2006/relationships/image" Target="../media/image126.png"/><Relationship Id="rId5" Type="http://schemas.openxmlformats.org/officeDocument/2006/relationships/customXml" Target="../ink/ink94.xml"/><Relationship Id="rId15" Type="http://schemas.openxmlformats.org/officeDocument/2006/relationships/customXml" Target="../ink/ink99.xml"/><Relationship Id="rId23" Type="http://schemas.openxmlformats.org/officeDocument/2006/relationships/customXml" Target="../ink/ink103.xml"/><Relationship Id="rId28" Type="http://schemas.openxmlformats.org/officeDocument/2006/relationships/image" Target="../media/image107.png"/><Relationship Id="rId36" Type="http://schemas.openxmlformats.org/officeDocument/2006/relationships/image" Target="../media/image111.png"/><Relationship Id="rId49" Type="http://schemas.openxmlformats.org/officeDocument/2006/relationships/customXml" Target="../ink/ink116.xml"/><Relationship Id="rId57" Type="http://schemas.openxmlformats.org/officeDocument/2006/relationships/customXml" Target="../ink/ink120.xml"/><Relationship Id="rId61" Type="http://schemas.openxmlformats.org/officeDocument/2006/relationships/customXml" Target="../ink/ink122.xml"/><Relationship Id="rId10" Type="http://schemas.openxmlformats.org/officeDocument/2006/relationships/image" Target="../media/image98.png"/><Relationship Id="rId19" Type="http://schemas.openxmlformats.org/officeDocument/2006/relationships/customXml" Target="../ink/ink101.xml"/><Relationship Id="rId31" Type="http://schemas.openxmlformats.org/officeDocument/2006/relationships/customXml" Target="../ink/ink107.xml"/><Relationship Id="rId44" Type="http://schemas.openxmlformats.org/officeDocument/2006/relationships/image" Target="../media/image115.png"/><Relationship Id="rId52" Type="http://schemas.openxmlformats.org/officeDocument/2006/relationships/image" Target="../media/image119.png"/><Relationship Id="rId60" Type="http://schemas.openxmlformats.org/officeDocument/2006/relationships/image" Target="../media/image123.png"/><Relationship Id="rId65" Type="http://schemas.openxmlformats.org/officeDocument/2006/relationships/customXml" Target="../ink/ink124.xml"/><Relationship Id="rId4" Type="http://schemas.openxmlformats.org/officeDocument/2006/relationships/image" Target="../media/image95.png"/><Relationship Id="rId9" Type="http://schemas.openxmlformats.org/officeDocument/2006/relationships/customXml" Target="../ink/ink96.xml"/><Relationship Id="rId14" Type="http://schemas.openxmlformats.org/officeDocument/2006/relationships/image" Target="../media/image100.png"/><Relationship Id="rId22" Type="http://schemas.openxmlformats.org/officeDocument/2006/relationships/image" Target="../media/image104.png"/><Relationship Id="rId27" Type="http://schemas.openxmlformats.org/officeDocument/2006/relationships/customXml" Target="../ink/ink105.xml"/><Relationship Id="rId30" Type="http://schemas.openxmlformats.org/officeDocument/2006/relationships/image" Target="../media/image108.png"/><Relationship Id="rId35" Type="http://schemas.openxmlformats.org/officeDocument/2006/relationships/customXml" Target="../ink/ink109.xml"/><Relationship Id="rId43" Type="http://schemas.openxmlformats.org/officeDocument/2006/relationships/customXml" Target="../ink/ink113.xml"/><Relationship Id="rId48" Type="http://schemas.openxmlformats.org/officeDocument/2006/relationships/image" Target="../media/image117.png"/><Relationship Id="rId56" Type="http://schemas.openxmlformats.org/officeDocument/2006/relationships/image" Target="../media/image121.png"/><Relationship Id="rId64" Type="http://schemas.openxmlformats.org/officeDocument/2006/relationships/image" Target="../media/image125.png"/><Relationship Id="rId8" Type="http://schemas.openxmlformats.org/officeDocument/2006/relationships/image" Target="../media/image97.png"/><Relationship Id="rId51" Type="http://schemas.openxmlformats.org/officeDocument/2006/relationships/customXml" Target="../ink/ink117.xml"/><Relationship Id="rId3" Type="http://schemas.openxmlformats.org/officeDocument/2006/relationships/customXml" Target="../ink/ink93.xml"/><Relationship Id="rId12" Type="http://schemas.openxmlformats.org/officeDocument/2006/relationships/image" Target="../media/image99.png"/><Relationship Id="rId17" Type="http://schemas.openxmlformats.org/officeDocument/2006/relationships/customXml" Target="../ink/ink100.xml"/><Relationship Id="rId25" Type="http://schemas.openxmlformats.org/officeDocument/2006/relationships/customXml" Target="../ink/ink104.xml"/><Relationship Id="rId33" Type="http://schemas.openxmlformats.org/officeDocument/2006/relationships/customXml" Target="../ink/ink108.xml"/><Relationship Id="rId38" Type="http://schemas.openxmlformats.org/officeDocument/2006/relationships/image" Target="../media/image112.png"/><Relationship Id="rId46" Type="http://schemas.openxmlformats.org/officeDocument/2006/relationships/image" Target="../media/image116.png"/><Relationship Id="rId59" Type="http://schemas.openxmlformats.org/officeDocument/2006/relationships/customXml" Target="../ink/ink121.xml"/><Relationship Id="rId67" Type="http://schemas.openxmlformats.org/officeDocument/2006/relationships/customXml" Target="../ink/ink125.xml"/><Relationship Id="rId20" Type="http://schemas.openxmlformats.org/officeDocument/2006/relationships/image" Target="../media/image103.png"/><Relationship Id="rId41" Type="http://schemas.openxmlformats.org/officeDocument/2006/relationships/customXml" Target="../ink/ink112.xml"/><Relationship Id="rId54" Type="http://schemas.openxmlformats.org/officeDocument/2006/relationships/image" Target="../media/image120.png"/><Relationship Id="rId62" Type="http://schemas.openxmlformats.org/officeDocument/2006/relationships/image" Target="../media/image124.png"/></Relationships>
</file>

<file path=ppt/slides/_rels/slide7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37.xml"/><Relationship Id="rId21" Type="http://schemas.openxmlformats.org/officeDocument/2006/relationships/image" Target="../media/image137.png"/><Relationship Id="rId42" Type="http://schemas.openxmlformats.org/officeDocument/2006/relationships/customXml" Target="../ink/ink145.xml"/><Relationship Id="rId47" Type="http://schemas.openxmlformats.org/officeDocument/2006/relationships/image" Target="../media/image150.png"/><Relationship Id="rId63" Type="http://schemas.openxmlformats.org/officeDocument/2006/relationships/image" Target="../media/image158.png"/><Relationship Id="rId68" Type="http://schemas.openxmlformats.org/officeDocument/2006/relationships/customXml" Target="../ink/ink158.xml"/><Relationship Id="rId84" Type="http://schemas.openxmlformats.org/officeDocument/2006/relationships/customXml" Target="../ink/ink166.xml"/><Relationship Id="rId89" Type="http://schemas.openxmlformats.org/officeDocument/2006/relationships/image" Target="../media/image171.png"/><Relationship Id="rId7" Type="http://schemas.openxmlformats.org/officeDocument/2006/relationships/image" Target="../media/image130.png"/><Relationship Id="rId71" Type="http://schemas.openxmlformats.org/officeDocument/2006/relationships/image" Target="../media/image162.png"/><Relationship Id="rId92" Type="http://schemas.openxmlformats.org/officeDocument/2006/relationships/customXml" Target="../ink/ink170.xml"/><Relationship Id="rId2" Type="http://schemas.openxmlformats.org/officeDocument/2006/relationships/notesSlide" Target="../notesSlides/notesSlide5.xml"/><Relationship Id="rId16" Type="http://schemas.openxmlformats.org/officeDocument/2006/relationships/customXml" Target="../ink/ink132.xml"/><Relationship Id="rId29" Type="http://schemas.openxmlformats.org/officeDocument/2006/relationships/image" Target="../media/image141.png"/><Relationship Id="rId107" Type="http://schemas.openxmlformats.org/officeDocument/2006/relationships/image" Target="../media/image180.png"/><Relationship Id="rId11" Type="http://schemas.openxmlformats.org/officeDocument/2006/relationships/image" Target="../media/image132.png"/><Relationship Id="rId24" Type="http://schemas.openxmlformats.org/officeDocument/2006/relationships/customXml" Target="../ink/ink136.xml"/><Relationship Id="rId32" Type="http://schemas.openxmlformats.org/officeDocument/2006/relationships/customXml" Target="../ink/ink140.xml"/><Relationship Id="rId37" Type="http://schemas.openxmlformats.org/officeDocument/2006/relationships/image" Target="../media/image145.png"/><Relationship Id="rId40" Type="http://schemas.openxmlformats.org/officeDocument/2006/relationships/customXml" Target="../ink/ink144.xml"/><Relationship Id="rId45" Type="http://schemas.openxmlformats.org/officeDocument/2006/relationships/image" Target="../media/image149.png"/><Relationship Id="rId53" Type="http://schemas.openxmlformats.org/officeDocument/2006/relationships/image" Target="../media/image153.png"/><Relationship Id="rId58" Type="http://schemas.openxmlformats.org/officeDocument/2006/relationships/customXml" Target="../ink/ink153.xml"/><Relationship Id="rId66" Type="http://schemas.openxmlformats.org/officeDocument/2006/relationships/customXml" Target="../ink/ink157.xml"/><Relationship Id="rId74" Type="http://schemas.openxmlformats.org/officeDocument/2006/relationships/customXml" Target="../ink/ink161.xml"/><Relationship Id="rId79" Type="http://schemas.openxmlformats.org/officeDocument/2006/relationships/image" Target="../media/image166.png"/><Relationship Id="rId87" Type="http://schemas.openxmlformats.org/officeDocument/2006/relationships/image" Target="../media/image170.png"/><Relationship Id="rId102" Type="http://schemas.openxmlformats.org/officeDocument/2006/relationships/customXml" Target="../ink/ink175.xml"/><Relationship Id="rId5" Type="http://schemas.openxmlformats.org/officeDocument/2006/relationships/image" Target="../media/image129.png"/><Relationship Id="rId61" Type="http://schemas.openxmlformats.org/officeDocument/2006/relationships/image" Target="../media/image157.png"/><Relationship Id="rId82" Type="http://schemas.openxmlformats.org/officeDocument/2006/relationships/customXml" Target="../ink/ink165.xml"/><Relationship Id="rId90" Type="http://schemas.openxmlformats.org/officeDocument/2006/relationships/customXml" Target="../ink/ink169.xml"/><Relationship Id="rId95" Type="http://schemas.openxmlformats.org/officeDocument/2006/relationships/image" Target="../media/image174.png"/><Relationship Id="rId19" Type="http://schemas.openxmlformats.org/officeDocument/2006/relationships/image" Target="../media/image136.png"/><Relationship Id="rId14" Type="http://schemas.openxmlformats.org/officeDocument/2006/relationships/customXml" Target="../ink/ink131.xml"/><Relationship Id="rId22" Type="http://schemas.openxmlformats.org/officeDocument/2006/relationships/customXml" Target="../ink/ink135.xml"/><Relationship Id="rId27" Type="http://schemas.openxmlformats.org/officeDocument/2006/relationships/image" Target="../media/image140.png"/><Relationship Id="rId30" Type="http://schemas.openxmlformats.org/officeDocument/2006/relationships/customXml" Target="../ink/ink139.xml"/><Relationship Id="rId35" Type="http://schemas.openxmlformats.org/officeDocument/2006/relationships/image" Target="../media/image144.png"/><Relationship Id="rId43" Type="http://schemas.openxmlformats.org/officeDocument/2006/relationships/image" Target="../media/image148.png"/><Relationship Id="rId48" Type="http://schemas.openxmlformats.org/officeDocument/2006/relationships/customXml" Target="../ink/ink148.xml"/><Relationship Id="rId56" Type="http://schemas.openxmlformats.org/officeDocument/2006/relationships/customXml" Target="../ink/ink152.xml"/><Relationship Id="rId64" Type="http://schemas.openxmlformats.org/officeDocument/2006/relationships/customXml" Target="../ink/ink156.xml"/><Relationship Id="rId69" Type="http://schemas.openxmlformats.org/officeDocument/2006/relationships/image" Target="../media/image161.png"/><Relationship Id="rId77" Type="http://schemas.openxmlformats.org/officeDocument/2006/relationships/image" Target="../media/image165.png"/><Relationship Id="rId100" Type="http://schemas.openxmlformats.org/officeDocument/2006/relationships/customXml" Target="../ink/ink174.xml"/><Relationship Id="rId105" Type="http://schemas.openxmlformats.org/officeDocument/2006/relationships/image" Target="../media/image179.png"/><Relationship Id="rId8" Type="http://schemas.openxmlformats.org/officeDocument/2006/relationships/customXml" Target="../ink/ink128.xml"/><Relationship Id="rId51" Type="http://schemas.openxmlformats.org/officeDocument/2006/relationships/image" Target="../media/image152.png"/><Relationship Id="rId72" Type="http://schemas.openxmlformats.org/officeDocument/2006/relationships/customXml" Target="../ink/ink160.xml"/><Relationship Id="rId80" Type="http://schemas.openxmlformats.org/officeDocument/2006/relationships/customXml" Target="../ink/ink164.xml"/><Relationship Id="rId85" Type="http://schemas.openxmlformats.org/officeDocument/2006/relationships/image" Target="../media/image169.png"/><Relationship Id="rId93" Type="http://schemas.openxmlformats.org/officeDocument/2006/relationships/image" Target="../media/image173.png"/><Relationship Id="rId98" Type="http://schemas.openxmlformats.org/officeDocument/2006/relationships/customXml" Target="../ink/ink173.xml"/><Relationship Id="rId3" Type="http://schemas.openxmlformats.org/officeDocument/2006/relationships/image" Target="../media/image128.png"/><Relationship Id="rId12" Type="http://schemas.openxmlformats.org/officeDocument/2006/relationships/customXml" Target="../ink/ink130.xml"/><Relationship Id="rId17" Type="http://schemas.openxmlformats.org/officeDocument/2006/relationships/image" Target="../media/image135.png"/><Relationship Id="rId25" Type="http://schemas.openxmlformats.org/officeDocument/2006/relationships/image" Target="../media/image139.png"/><Relationship Id="rId33" Type="http://schemas.openxmlformats.org/officeDocument/2006/relationships/image" Target="../media/image143.png"/><Relationship Id="rId38" Type="http://schemas.openxmlformats.org/officeDocument/2006/relationships/customXml" Target="../ink/ink143.xml"/><Relationship Id="rId46" Type="http://schemas.openxmlformats.org/officeDocument/2006/relationships/customXml" Target="../ink/ink147.xml"/><Relationship Id="rId59" Type="http://schemas.openxmlformats.org/officeDocument/2006/relationships/image" Target="../media/image156.png"/><Relationship Id="rId67" Type="http://schemas.openxmlformats.org/officeDocument/2006/relationships/image" Target="../media/image160.png"/><Relationship Id="rId103" Type="http://schemas.openxmlformats.org/officeDocument/2006/relationships/image" Target="../media/image178.png"/><Relationship Id="rId20" Type="http://schemas.openxmlformats.org/officeDocument/2006/relationships/customXml" Target="../ink/ink134.xml"/><Relationship Id="rId41" Type="http://schemas.openxmlformats.org/officeDocument/2006/relationships/image" Target="../media/image147.png"/><Relationship Id="rId54" Type="http://schemas.openxmlformats.org/officeDocument/2006/relationships/customXml" Target="../ink/ink151.xml"/><Relationship Id="rId62" Type="http://schemas.openxmlformats.org/officeDocument/2006/relationships/customXml" Target="../ink/ink155.xml"/><Relationship Id="rId70" Type="http://schemas.openxmlformats.org/officeDocument/2006/relationships/customXml" Target="../ink/ink159.xml"/><Relationship Id="rId75" Type="http://schemas.openxmlformats.org/officeDocument/2006/relationships/image" Target="../media/image164.png"/><Relationship Id="rId83" Type="http://schemas.openxmlformats.org/officeDocument/2006/relationships/image" Target="../media/image168.png"/><Relationship Id="rId88" Type="http://schemas.openxmlformats.org/officeDocument/2006/relationships/customXml" Target="../ink/ink168.xml"/><Relationship Id="rId91" Type="http://schemas.openxmlformats.org/officeDocument/2006/relationships/image" Target="../media/image172.png"/><Relationship Id="rId96" Type="http://schemas.openxmlformats.org/officeDocument/2006/relationships/customXml" Target="../ink/ink172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27.xml"/><Relationship Id="rId15" Type="http://schemas.openxmlformats.org/officeDocument/2006/relationships/image" Target="../media/image134.png"/><Relationship Id="rId23" Type="http://schemas.openxmlformats.org/officeDocument/2006/relationships/image" Target="../media/image138.png"/><Relationship Id="rId28" Type="http://schemas.openxmlformats.org/officeDocument/2006/relationships/customXml" Target="../ink/ink138.xml"/><Relationship Id="rId36" Type="http://schemas.openxmlformats.org/officeDocument/2006/relationships/customXml" Target="../ink/ink142.xml"/><Relationship Id="rId49" Type="http://schemas.openxmlformats.org/officeDocument/2006/relationships/image" Target="../media/image151.png"/><Relationship Id="rId57" Type="http://schemas.openxmlformats.org/officeDocument/2006/relationships/image" Target="../media/image155.png"/><Relationship Id="rId106" Type="http://schemas.openxmlformats.org/officeDocument/2006/relationships/customXml" Target="../ink/ink177.xml"/><Relationship Id="rId10" Type="http://schemas.openxmlformats.org/officeDocument/2006/relationships/customXml" Target="../ink/ink129.xml"/><Relationship Id="rId31" Type="http://schemas.openxmlformats.org/officeDocument/2006/relationships/image" Target="../media/image142.png"/><Relationship Id="rId44" Type="http://schemas.openxmlformats.org/officeDocument/2006/relationships/customXml" Target="../ink/ink146.xml"/><Relationship Id="rId52" Type="http://schemas.openxmlformats.org/officeDocument/2006/relationships/customXml" Target="../ink/ink150.xml"/><Relationship Id="rId60" Type="http://schemas.openxmlformats.org/officeDocument/2006/relationships/customXml" Target="../ink/ink154.xml"/><Relationship Id="rId65" Type="http://schemas.openxmlformats.org/officeDocument/2006/relationships/image" Target="../media/image159.png"/><Relationship Id="rId73" Type="http://schemas.openxmlformats.org/officeDocument/2006/relationships/image" Target="../media/image163.png"/><Relationship Id="rId78" Type="http://schemas.openxmlformats.org/officeDocument/2006/relationships/customXml" Target="../ink/ink163.xml"/><Relationship Id="rId81" Type="http://schemas.openxmlformats.org/officeDocument/2006/relationships/image" Target="../media/image167.png"/><Relationship Id="rId86" Type="http://schemas.openxmlformats.org/officeDocument/2006/relationships/customXml" Target="../ink/ink167.xml"/><Relationship Id="rId94" Type="http://schemas.openxmlformats.org/officeDocument/2006/relationships/customXml" Target="../ink/ink171.xml"/><Relationship Id="rId99" Type="http://schemas.openxmlformats.org/officeDocument/2006/relationships/image" Target="../media/image176.png"/><Relationship Id="rId101" Type="http://schemas.openxmlformats.org/officeDocument/2006/relationships/image" Target="../media/image177.png"/><Relationship Id="rId4" Type="http://schemas.openxmlformats.org/officeDocument/2006/relationships/customXml" Target="../ink/ink126.xml"/><Relationship Id="rId9" Type="http://schemas.openxmlformats.org/officeDocument/2006/relationships/image" Target="../media/image131.png"/><Relationship Id="rId13" Type="http://schemas.openxmlformats.org/officeDocument/2006/relationships/image" Target="../media/image133.png"/><Relationship Id="rId18" Type="http://schemas.openxmlformats.org/officeDocument/2006/relationships/customXml" Target="../ink/ink133.xml"/><Relationship Id="rId39" Type="http://schemas.openxmlformats.org/officeDocument/2006/relationships/image" Target="../media/image146.png"/><Relationship Id="rId34" Type="http://schemas.openxmlformats.org/officeDocument/2006/relationships/customXml" Target="../ink/ink141.xml"/><Relationship Id="rId50" Type="http://schemas.openxmlformats.org/officeDocument/2006/relationships/customXml" Target="../ink/ink149.xml"/><Relationship Id="rId55" Type="http://schemas.openxmlformats.org/officeDocument/2006/relationships/image" Target="../media/image154.png"/><Relationship Id="rId76" Type="http://schemas.openxmlformats.org/officeDocument/2006/relationships/customXml" Target="../ink/ink162.xml"/><Relationship Id="rId97" Type="http://schemas.openxmlformats.org/officeDocument/2006/relationships/image" Target="../media/image175.png"/><Relationship Id="rId104" Type="http://schemas.openxmlformats.org/officeDocument/2006/relationships/customXml" Target="../ink/ink176.xml"/></Relationships>
</file>

<file path=ppt/slides/_rels/slide8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93.png"/><Relationship Id="rId117" Type="http://schemas.openxmlformats.org/officeDocument/2006/relationships/customXml" Target="../ink/ink235.xml"/><Relationship Id="rId21" Type="http://schemas.openxmlformats.org/officeDocument/2006/relationships/customXml" Target="../ink/ink187.xml"/><Relationship Id="rId42" Type="http://schemas.openxmlformats.org/officeDocument/2006/relationships/image" Target="../media/image201.png"/><Relationship Id="rId47" Type="http://schemas.openxmlformats.org/officeDocument/2006/relationships/customXml" Target="../ink/ink200.xml"/><Relationship Id="rId63" Type="http://schemas.openxmlformats.org/officeDocument/2006/relationships/customXml" Target="../ink/ink208.xml"/><Relationship Id="rId68" Type="http://schemas.openxmlformats.org/officeDocument/2006/relationships/image" Target="../media/image214.png"/><Relationship Id="rId84" Type="http://schemas.openxmlformats.org/officeDocument/2006/relationships/image" Target="../media/image222.png"/><Relationship Id="rId89" Type="http://schemas.openxmlformats.org/officeDocument/2006/relationships/customXml" Target="../ink/ink221.xml"/><Relationship Id="rId112" Type="http://schemas.openxmlformats.org/officeDocument/2006/relationships/image" Target="../media/image236.png"/><Relationship Id="rId133" Type="http://schemas.openxmlformats.org/officeDocument/2006/relationships/customXml" Target="../ink/ink243.xml"/><Relationship Id="rId138" Type="http://schemas.openxmlformats.org/officeDocument/2006/relationships/image" Target="../media/image249.png"/><Relationship Id="rId16" Type="http://schemas.openxmlformats.org/officeDocument/2006/relationships/image" Target="../media/image188.png"/><Relationship Id="rId107" Type="http://schemas.openxmlformats.org/officeDocument/2006/relationships/customXml" Target="../ink/ink230.xml"/><Relationship Id="rId11" Type="http://schemas.openxmlformats.org/officeDocument/2006/relationships/customXml" Target="../ink/ink182.xml"/><Relationship Id="rId32" Type="http://schemas.openxmlformats.org/officeDocument/2006/relationships/image" Target="../media/image196.png"/><Relationship Id="rId37" Type="http://schemas.openxmlformats.org/officeDocument/2006/relationships/customXml" Target="../ink/ink195.xml"/><Relationship Id="rId53" Type="http://schemas.openxmlformats.org/officeDocument/2006/relationships/customXml" Target="../ink/ink203.xml"/><Relationship Id="rId58" Type="http://schemas.openxmlformats.org/officeDocument/2006/relationships/image" Target="../media/image209.png"/><Relationship Id="rId74" Type="http://schemas.openxmlformats.org/officeDocument/2006/relationships/image" Target="../media/image217.png"/><Relationship Id="rId79" Type="http://schemas.openxmlformats.org/officeDocument/2006/relationships/customXml" Target="../ink/ink216.xml"/><Relationship Id="rId102" Type="http://schemas.openxmlformats.org/officeDocument/2006/relationships/image" Target="../media/image231.png"/><Relationship Id="rId123" Type="http://schemas.openxmlformats.org/officeDocument/2006/relationships/customXml" Target="../ink/ink238.xml"/><Relationship Id="rId128" Type="http://schemas.openxmlformats.org/officeDocument/2006/relationships/image" Target="../media/image244.png"/><Relationship Id="rId5" Type="http://schemas.openxmlformats.org/officeDocument/2006/relationships/customXml" Target="../ink/ink179.xml"/><Relationship Id="rId90" Type="http://schemas.openxmlformats.org/officeDocument/2006/relationships/image" Target="../media/image225.png"/><Relationship Id="rId95" Type="http://schemas.openxmlformats.org/officeDocument/2006/relationships/customXml" Target="../ink/ink224.xml"/><Relationship Id="rId22" Type="http://schemas.openxmlformats.org/officeDocument/2006/relationships/image" Target="../media/image191.png"/><Relationship Id="rId27" Type="http://schemas.openxmlformats.org/officeDocument/2006/relationships/customXml" Target="../ink/ink190.xml"/><Relationship Id="rId43" Type="http://schemas.openxmlformats.org/officeDocument/2006/relationships/customXml" Target="../ink/ink198.xml"/><Relationship Id="rId48" Type="http://schemas.openxmlformats.org/officeDocument/2006/relationships/image" Target="../media/image204.png"/><Relationship Id="rId64" Type="http://schemas.openxmlformats.org/officeDocument/2006/relationships/image" Target="../media/image212.png"/><Relationship Id="rId69" Type="http://schemas.openxmlformats.org/officeDocument/2006/relationships/customXml" Target="../ink/ink211.xml"/><Relationship Id="rId113" Type="http://schemas.openxmlformats.org/officeDocument/2006/relationships/customXml" Target="../ink/ink233.xml"/><Relationship Id="rId118" Type="http://schemas.openxmlformats.org/officeDocument/2006/relationships/image" Target="../media/image239.png"/><Relationship Id="rId134" Type="http://schemas.openxmlformats.org/officeDocument/2006/relationships/image" Target="../media/image247.png"/><Relationship Id="rId139" Type="http://schemas.openxmlformats.org/officeDocument/2006/relationships/customXml" Target="../ink/ink246.xml"/><Relationship Id="rId8" Type="http://schemas.openxmlformats.org/officeDocument/2006/relationships/image" Target="../media/image184.png"/><Relationship Id="rId51" Type="http://schemas.openxmlformats.org/officeDocument/2006/relationships/customXml" Target="../ink/ink202.xml"/><Relationship Id="rId72" Type="http://schemas.openxmlformats.org/officeDocument/2006/relationships/image" Target="../media/image216.png"/><Relationship Id="rId80" Type="http://schemas.openxmlformats.org/officeDocument/2006/relationships/image" Target="../media/image220.png"/><Relationship Id="rId85" Type="http://schemas.openxmlformats.org/officeDocument/2006/relationships/customXml" Target="../ink/ink219.xml"/><Relationship Id="rId93" Type="http://schemas.openxmlformats.org/officeDocument/2006/relationships/customXml" Target="../ink/ink223.xml"/><Relationship Id="rId98" Type="http://schemas.openxmlformats.org/officeDocument/2006/relationships/image" Target="../media/image229.png"/><Relationship Id="rId121" Type="http://schemas.openxmlformats.org/officeDocument/2006/relationships/customXml" Target="../ink/ink237.xml"/><Relationship Id="rId3" Type="http://schemas.openxmlformats.org/officeDocument/2006/relationships/customXml" Target="../ink/ink178.xml"/><Relationship Id="rId12" Type="http://schemas.openxmlformats.org/officeDocument/2006/relationships/image" Target="../media/image186.png"/><Relationship Id="rId17" Type="http://schemas.openxmlformats.org/officeDocument/2006/relationships/customXml" Target="../ink/ink185.xml"/><Relationship Id="rId25" Type="http://schemas.openxmlformats.org/officeDocument/2006/relationships/customXml" Target="../ink/ink189.xml"/><Relationship Id="rId33" Type="http://schemas.openxmlformats.org/officeDocument/2006/relationships/customXml" Target="../ink/ink193.xml"/><Relationship Id="rId38" Type="http://schemas.openxmlformats.org/officeDocument/2006/relationships/image" Target="../media/image199.png"/><Relationship Id="rId46" Type="http://schemas.openxmlformats.org/officeDocument/2006/relationships/image" Target="../media/image203.png"/><Relationship Id="rId59" Type="http://schemas.openxmlformats.org/officeDocument/2006/relationships/customXml" Target="../ink/ink206.xml"/><Relationship Id="rId67" Type="http://schemas.openxmlformats.org/officeDocument/2006/relationships/customXml" Target="../ink/ink210.xml"/><Relationship Id="rId103" Type="http://schemas.openxmlformats.org/officeDocument/2006/relationships/customXml" Target="../ink/ink228.xml"/><Relationship Id="rId108" Type="http://schemas.openxmlformats.org/officeDocument/2006/relationships/image" Target="../media/image234.png"/><Relationship Id="rId116" Type="http://schemas.openxmlformats.org/officeDocument/2006/relationships/image" Target="../media/image238.png"/><Relationship Id="rId124" Type="http://schemas.openxmlformats.org/officeDocument/2006/relationships/image" Target="../media/image242.png"/><Relationship Id="rId129" Type="http://schemas.openxmlformats.org/officeDocument/2006/relationships/customXml" Target="../ink/ink241.xml"/><Relationship Id="rId137" Type="http://schemas.openxmlformats.org/officeDocument/2006/relationships/customXml" Target="../ink/ink245.xml"/><Relationship Id="rId20" Type="http://schemas.openxmlformats.org/officeDocument/2006/relationships/image" Target="../media/image190.png"/><Relationship Id="rId41" Type="http://schemas.openxmlformats.org/officeDocument/2006/relationships/customXml" Target="../ink/ink197.xml"/><Relationship Id="rId54" Type="http://schemas.openxmlformats.org/officeDocument/2006/relationships/image" Target="../media/image207.png"/><Relationship Id="rId62" Type="http://schemas.openxmlformats.org/officeDocument/2006/relationships/image" Target="../media/image211.png"/><Relationship Id="rId70" Type="http://schemas.openxmlformats.org/officeDocument/2006/relationships/image" Target="../media/image215.png"/><Relationship Id="rId75" Type="http://schemas.openxmlformats.org/officeDocument/2006/relationships/customXml" Target="../ink/ink214.xml"/><Relationship Id="rId83" Type="http://schemas.openxmlformats.org/officeDocument/2006/relationships/customXml" Target="../ink/ink218.xml"/><Relationship Id="rId88" Type="http://schemas.openxmlformats.org/officeDocument/2006/relationships/image" Target="../media/image224.png"/><Relationship Id="rId91" Type="http://schemas.openxmlformats.org/officeDocument/2006/relationships/customXml" Target="../ink/ink222.xml"/><Relationship Id="rId96" Type="http://schemas.openxmlformats.org/officeDocument/2006/relationships/image" Target="../media/image228.png"/><Relationship Id="rId111" Type="http://schemas.openxmlformats.org/officeDocument/2006/relationships/customXml" Target="../ink/ink232.xml"/><Relationship Id="rId132" Type="http://schemas.openxmlformats.org/officeDocument/2006/relationships/image" Target="../media/image246.png"/><Relationship Id="rId140" Type="http://schemas.openxmlformats.org/officeDocument/2006/relationships/image" Target="../media/image2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3.png"/><Relationship Id="rId15" Type="http://schemas.openxmlformats.org/officeDocument/2006/relationships/customXml" Target="../ink/ink184.xml"/><Relationship Id="rId23" Type="http://schemas.openxmlformats.org/officeDocument/2006/relationships/customXml" Target="../ink/ink188.xml"/><Relationship Id="rId28" Type="http://schemas.openxmlformats.org/officeDocument/2006/relationships/image" Target="../media/image194.png"/><Relationship Id="rId36" Type="http://schemas.openxmlformats.org/officeDocument/2006/relationships/image" Target="../media/image198.png"/><Relationship Id="rId49" Type="http://schemas.openxmlformats.org/officeDocument/2006/relationships/customXml" Target="../ink/ink201.xml"/><Relationship Id="rId57" Type="http://schemas.openxmlformats.org/officeDocument/2006/relationships/customXml" Target="../ink/ink205.xml"/><Relationship Id="rId106" Type="http://schemas.openxmlformats.org/officeDocument/2006/relationships/image" Target="../media/image233.png"/><Relationship Id="rId114" Type="http://schemas.openxmlformats.org/officeDocument/2006/relationships/image" Target="../media/image237.png"/><Relationship Id="rId119" Type="http://schemas.openxmlformats.org/officeDocument/2006/relationships/customXml" Target="../ink/ink236.xml"/><Relationship Id="rId127" Type="http://schemas.openxmlformats.org/officeDocument/2006/relationships/customXml" Target="../ink/ink240.xml"/><Relationship Id="rId10" Type="http://schemas.openxmlformats.org/officeDocument/2006/relationships/image" Target="../media/image185.png"/><Relationship Id="rId31" Type="http://schemas.openxmlformats.org/officeDocument/2006/relationships/customXml" Target="../ink/ink192.xml"/><Relationship Id="rId44" Type="http://schemas.openxmlformats.org/officeDocument/2006/relationships/image" Target="../media/image202.png"/><Relationship Id="rId52" Type="http://schemas.openxmlformats.org/officeDocument/2006/relationships/image" Target="../media/image206.png"/><Relationship Id="rId60" Type="http://schemas.openxmlformats.org/officeDocument/2006/relationships/image" Target="../media/image210.png"/><Relationship Id="rId65" Type="http://schemas.openxmlformats.org/officeDocument/2006/relationships/customXml" Target="../ink/ink209.xml"/><Relationship Id="rId73" Type="http://schemas.openxmlformats.org/officeDocument/2006/relationships/customXml" Target="../ink/ink213.xml"/><Relationship Id="rId78" Type="http://schemas.openxmlformats.org/officeDocument/2006/relationships/image" Target="../media/image219.png"/><Relationship Id="rId81" Type="http://schemas.openxmlformats.org/officeDocument/2006/relationships/customXml" Target="../ink/ink217.xml"/><Relationship Id="rId86" Type="http://schemas.openxmlformats.org/officeDocument/2006/relationships/image" Target="../media/image223.png"/><Relationship Id="rId94" Type="http://schemas.openxmlformats.org/officeDocument/2006/relationships/image" Target="../media/image227.png"/><Relationship Id="rId99" Type="http://schemas.openxmlformats.org/officeDocument/2006/relationships/customXml" Target="../ink/ink226.xml"/><Relationship Id="rId101" Type="http://schemas.openxmlformats.org/officeDocument/2006/relationships/customXml" Target="../ink/ink227.xml"/><Relationship Id="rId122" Type="http://schemas.openxmlformats.org/officeDocument/2006/relationships/image" Target="../media/image241.png"/><Relationship Id="rId130" Type="http://schemas.openxmlformats.org/officeDocument/2006/relationships/image" Target="../media/image245.png"/><Relationship Id="rId135" Type="http://schemas.openxmlformats.org/officeDocument/2006/relationships/customXml" Target="../ink/ink244.xml"/><Relationship Id="rId4" Type="http://schemas.openxmlformats.org/officeDocument/2006/relationships/image" Target="../media/image182.png"/><Relationship Id="rId9" Type="http://schemas.openxmlformats.org/officeDocument/2006/relationships/customXml" Target="../ink/ink181.xml"/><Relationship Id="rId13" Type="http://schemas.openxmlformats.org/officeDocument/2006/relationships/customXml" Target="../ink/ink183.xml"/><Relationship Id="rId18" Type="http://schemas.openxmlformats.org/officeDocument/2006/relationships/image" Target="../media/image189.png"/><Relationship Id="rId39" Type="http://schemas.openxmlformats.org/officeDocument/2006/relationships/customXml" Target="../ink/ink196.xml"/><Relationship Id="rId109" Type="http://schemas.openxmlformats.org/officeDocument/2006/relationships/customXml" Target="../ink/ink231.xml"/><Relationship Id="rId34" Type="http://schemas.openxmlformats.org/officeDocument/2006/relationships/image" Target="../media/image197.png"/><Relationship Id="rId50" Type="http://schemas.openxmlformats.org/officeDocument/2006/relationships/image" Target="../media/image205.png"/><Relationship Id="rId55" Type="http://schemas.openxmlformats.org/officeDocument/2006/relationships/customXml" Target="../ink/ink204.xml"/><Relationship Id="rId76" Type="http://schemas.openxmlformats.org/officeDocument/2006/relationships/image" Target="../media/image218.png"/><Relationship Id="rId97" Type="http://schemas.openxmlformats.org/officeDocument/2006/relationships/customXml" Target="../ink/ink225.xml"/><Relationship Id="rId104" Type="http://schemas.openxmlformats.org/officeDocument/2006/relationships/image" Target="../media/image232.png"/><Relationship Id="rId120" Type="http://schemas.openxmlformats.org/officeDocument/2006/relationships/image" Target="../media/image240.png"/><Relationship Id="rId125" Type="http://schemas.openxmlformats.org/officeDocument/2006/relationships/customXml" Target="../ink/ink239.xml"/><Relationship Id="rId7" Type="http://schemas.openxmlformats.org/officeDocument/2006/relationships/customXml" Target="../ink/ink180.xml"/><Relationship Id="rId71" Type="http://schemas.openxmlformats.org/officeDocument/2006/relationships/customXml" Target="../ink/ink212.xml"/><Relationship Id="rId92" Type="http://schemas.openxmlformats.org/officeDocument/2006/relationships/image" Target="../media/image226.png"/><Relationship Id="rId2" Type="http://schemas.openxmlformats.org/officeDocument/2006/relationships/image" Target="../media/image181.png"/><Relationship Id="rId29" Type="http://schemas.openxmlformats.org/officeDocument/2006/relationships/customXml" Target="../ink/ink191.xml"/><Relationship Id="rId24" Type="http://schemas.openxmlformats.org/officeDocument/2006/relationships/image" Target="../media/image192.png"/><Relationship Id="rId40" Type="http://schemas.openxmlformats.org/officeDocument/2006/relationships/image" Target="../media/image200.png"/><Relationship Id="rId45" Type="http://schemas.openxmlformats.org/officeDocument/2006/relationships/customXml" Target="../ink/ink199.xml"/><Relationship Id="rId66" Type="http://schemas.openxmlformats.org/officeDocument/2006/relationships/image" Target="../media/image213.png"/><Relationship Id="rId87" Type="http://schemas.openxmlformats.org/officeDocument/2006/relationships/customXml" Target="../ink/ink220.xml"/><Relationship Id="rId110" Type="http://schemas.openxmlformats.org/officeDocument/2006/relationships/image" Target="../media/image235.png"/><Relationship Id="rId115" Type="http://schemas.openxmlformats.org/officeDocument/2006/relationships/customXml" Target="../ink/ink234.xml"/><Relationship Id="rId131" Type="http://schemas.openxmlformats.org/officeDocument/2006/relationships/customXml" Target="../ink/ink242.xml"/><Relationship Id="rId136" Type="http://schemas.openxmlformats.org/officeDocument/2006/relationships/image" Target="../media/image248.png"/><Relationship Id="rId61" Type="http://schemas.openxmlformats.org/officeDocument/2006/relationships/customXml" Target="../ink/ink207.xml"/><Relationship Id="rId82" Type="http://schemas.openxmlformats.org/officeDocument/2006/relationships/image" Target="../media/image221.png"/><Relationship Id="rId19" Type="http://schemas.openxmlformats.org/officeDocument/2006/relationships/customXml" Target="../ink/ink186.xml"/><Relationship Id="rId14" Type="http://schemas.openxmlformats.org/officeDocument/2006/relationships/image" Target="../media/image187.png"/><Relationship Id="rId30" Type="http://schemas.openxmlformats.org/officeDocument/2006/relationships/image" Target="../media/image195.png"/><Relationship Id="rId35" Type="http://schemas.openxmlformats.org/officeDocument/2006/relationships/customXml" Target="../ink/ink194.xml"/><Relationship Id="rId56" Type="http://schemas.openxmlformats.org/officeDocument/2006/relationships/image" Target="../media/image208.png"/><Relationship Id="rId77" Type="http://schemas.openxmlformats.org/officeDocument/2006/relationships/customXml" Target="../ink/ink215.xml"/><Relationship Id="rId100" Type="http://schemas.openxmlformats.org/officeDocument/2006/relationships/image" Target="../media/image230.png"/><Relationship Id="rId105" Type="http://schemas.openxmlformats.org/officeDocument/2006/relationships/customXml" Target="../ink/ink229.xml"/><Relationship Id="rId126" Type="http://schemas.openxmlformats.org/officeDocument/2006/relationships/image" Target="../media/image243.png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56.png"/><Relationship Id="rId18" Type="http://schemas.openxmlformats.org/officeDocument/2006/relationships/customXml" Target="../ink/ink255.xml"/><Relationship Id="rId26" Type="http://schemas.openxmlformats.org/officeDocument/2006/relationships/customXml" Target="../ink/ink259.xml"/><Relationship Id="rId39" Type="http://schemas.openxmlformats.org/officeDocument/2006/relationships/image" Target="../media/image269.png"/><Relationship Id="rId21" Type="http://schemas.openxmlformats.org/officeDocument/2006/relationships/image" Target="../media/image260.png"/><Relationship Id="rId34" Type="http://schemas.openxmlformats.org/officeDocument/2006/relationships/customXml" Target="../ink/ink263.xml"/><Relationship Id="rId42" Type="http://schemas.openxmlformats.org/officeDocument/2006/relationships/customXml" Target="../ink/ink267.xml"/><Relationship Id="rId47" Type="http://schemas.openxmlformats.org/officeDocument/2006/relationships/image" Target="../media/image273.png"/><Relationship Id="rId50" Type="http://schemas.openxmlformats.org/officeDocument/2006/relationships/customXml" Target="../ink/ink271.xml"/><Relationship Id="rId55" Type="http://schemas.openxmlformats.org/officeDocument/2006/relationships/image" Target="../media/image277.png"/><Relationship Id="rId63" Type="http://schemas.openxmlformats.org/officeDocument/2006/relationships/image" Target="../media/image281.png"/><Relationship Id="rId68" Type="http://schemas.openxmlformats.org/officeDocument/2006/relationships/customXml" Target="../ink/ink280.xml"/><Relationship Id="rId76" Type="http://schemas.openxmlformats.org/officeDocument/2006/relationships/customXml" Target="../ink/ink284.xml"/><Relationship Id="rId7" Type="http://schemas.openxmlformats.org/officeDocument/2006/relationships/image" Target="../media/image253.png"/><Relationship Id="rId71" Type="http://schemas.openxmlformats.org/officeDocument/2006/relationships/image" Target="../media/image285.png"/><Relationship Id="rId2" Type="http://schemas.openxmlformats.org/officeDocument/2006/relationships/customXml" Target="../ink/ink247.xml"/><Relationship Id="rId16" Type="http://schemas.openxmlformats.org/officeDocument/2006/relationships/customXml" Target="../ink/ink254.xml"/><Relationship Id="rId29" Type="http://schemas.openxmlformats.org/officeDocument/2006/relationships/image" Target="../media/image264.png"/><Relationship Id="rId11" Type="http://schemas.openxmlformats.org/officeDocument/2006/relationships/image" Target="../media/image255.png"/><Relationship Id="rId24" Type="http://schemas.openxmlformats.org/officeDocument/2006/relationships/customXml" Target="../ink/ink258.xml"/><Relationship Id="rId32" Type="http://schemas.openxmlformats.org/officeDocument/2006/relationships/customXml" Target="../ink/ink262.xml"/><Relationship Id="rId37" Type="http://schemas.openxmlformats.org/officeDocument/2006/relationships/image" Target="../media/image268.png"/><Relationship Id="rId40" Type="http://schemas.openxmlformats.org/officeDocument/2006/relationships/customXml" Target="../ink/ink266.xml"/><Relationship Id="rId45" Type="http://schemas.openxmlformats.org/officeDocument/2006/relationships/image" Target="../media/image272.png"/><Relationship Id="rId53" Type="http://schemas.openxmlformats.org/officeDocument/2006/relationships/image" Target="../media/image276.png"/><Relationship Id="rId58" Type="http://schemas.openxmlformats.org/officeDocument/2006/relationships/customXml" Target="../ink/ink275.xml"/><Relationship Id="rId66" Type="http://schemas.openxmlformats.org/officeDocument/2006/relationships/customXml" Target="../ink/ink279.xml"/><Relationship Id="rId74" Type="http://schemas.openxmlformats.org/officeDocument/2006/relationships/customXml" Target="../ink/ink283.xml"/><Relationship Id="rId79" Type="http://schemas.openxmlformats.org/officeDocument/2006/relationships/image" Target="../media/image289.png"/><Relationship Id="rId5" Type="http://schemas.openxmlformats.org/officeDocument/2006/relationships/image" Target="../media/image252.png"/><Relationship Id="rId61" Type="http://schemas.openxmlformats.org/officeDocument/2006/relationships/image" Target="../media/image280.png"/><Relationship Id="rId82" Type="http://schemas.openxmlformats.org/officeDocument/2006/relationships/customXml" Target="../ink/ink287.xml"/><Relationship Id="rId10" Type="http://schemas.openxmlformats.org/officeDocument/2006/relationships/customXml" Target="../ink/ink251.xml"/><Relationship Id="rId19" Type="http://schemas.openxmlformats.org/officeDocument/2006/relationships/image" Target="../media/image259.png"/><Relationship Id="rId31" Type="http://schemas.openxmlformats.org/officeDocument/2006/relationships/image" Target="../media/image265.png"/><Relationship Id="rId44" Type="http://schemas.openxmlformats.org/officeDocument/2006/relationships/customXml" Target="../ink/ink268.xml"/><Relationship Id="rId52" Type="http://schemas.openxmlformats.org/officeDocument/2006/relationships/customXml" Target="../ink/ink272.xml"/><Relationship Id="rId60" Type="http://schemas.openxmlformats.org/officeDocument/2006/relationships/customXml" Target="../ink/ink276.xml"/><Relationship Id="rId65" Type="http://schemas.openxmlformats.org/officeDocument/2006/relationships/image" Target="../media/image282.png"/><Relationship Id="rId73" Type="http://schemas.openxmlformats.org/officeDocument/2006/relationships/image" Target="../media/image286.png"/><Relationship Id="rId78" Type="http://schemas.openxmlformats.org/officeDocument/2006/relationships/customXml" Target="../ink/ink285.xml"/><Relationship Id="rId81" Type="http://schemas.openxmlformats.org/officeDocument/2006/relationships/image" Target="../media/image290.png"/><Relationship Id="rId4" Type="http://schemas.openxmlformats.org/officeDocument/2006/relationships/customXml" Target="../ink/ink248.xml"/><Relationship Id="rId9" Type="http://schemas.openxmlformats.org/officeDocument/2006/relationships/image" Target="../media/image254.png"/><Relationship Id="rId14" Type="http://schemas.openxmlformats.org/officeDocument/2006/relationships/customXml" Target="../ink/ink253.xml"/><Relationship Id="rId22" Type="http://schemas.openxmlformats.org/officeDocument/2006/relationships/customXml" Target="../ink/ink257.xml"/><Relationship Id="rId27" Type="http://schemas.openxmlformats.org/officeDocument/2006/relationships/image" Target="../media/image263.png"/><Relationship Id="rId30" Type="http://schemas.openxmlformats.org/officeDocument/2006/relationships/customXml" Target="../ink/ink261.xml"/><Relationship Id="rId35" Type="http://schemas.openxmlformats.org/officeDocument/2006/relationships/image" Target="../media/image267.png"/><Relationship Id="rId43" Type="http://schemas.openxmlformats.org/officeDocument/2006/relationships/image" Target="../media/image271.png"/><Relationship Id="rId48" Type="http://schemas.openxmlformats.org/officeDocument/2006/relationships/customXml" Target="../ink/ink270.xml"/><Relationship Id="rId56" Type="http://schemas.openxmlformats.org/officeDocument/2006/relationships/customXml" Target="../ink/ink274.xml"/><Relationship Id="rId64" Type="http://schemas.openxmlformats.org/officeDocument/2006/relationships/customXml" Target="../ink/ink278.xml"/><Relationship Id="rId69" Type="http://schemas.openxmlformats.org/officeDocument/2006/relationships/image" Target="../media/image284.png"/><Relationship Id="rId77" Type="http://schemas.openxmlformats.org/officeDocument/2006/relationships/image" Target="../media/image288.png"/><Relationship Id="rId8" Type="http://schemas.openxmlformats.org/officeDocument/2006/relationships/customXml" Target="../ink/ink250.xml"/><Relationship Id="rId51" Type="http://schemas.openxmlformats.org/officeDocument/2006/relationships/image" Target="../media/image275.png"/><Relationship Id="rId72" Type="http://schemas.openxmlformats.org/officeDocument/2006/relationships/customXml" Target="../ink/ink282.xml"/><Relationship Id="rId80" Type="http://schemas.openxmlformats.org/officeDocument/2006/relationships/customXml" Target="../ink/ink286.xml"/><Relationship Id="rId3" Type="http://schemas.openxmlformats.org/officeDocument/2006/relationships/image" Target="../media/image251.png"/><Relationship Id="rId12" Type="http://schemas.openxmlformats.org/officeDocument/2006/relationships/customXml" Target="../ink/ink252.xml"/><Relationship Id="rId17" Type="http://schemas.openxmlformats.org/officeDocument/2006/relationships/image" Target="../media/image258.png"/><Relationship Id="rId25" Type="http://schemas.openxmlformats.org/officeDocument/2006/relationships/image" Target="../media/image262.png"/><Relationship Id="rId33" Type="http://schemas.openxmlformats.org/officeDocument/2006/relationships/image" Target="../media/image266.png"/><Relationship Id="rId38" Type="http://schemas.openxmlformats.org/officeDocument/2006/relationships/customXml" Target="../ink/ink265.xml"/><Relationship Id="rId46" Type="http://schemas.openxmlformats.org/officeDocument/2006/relationships/customXml" Target="../ink/ink269.xml"/><Relationship Id="rId59" Type="http://schemas.openxmlformats.org/officeDocument/2006/relationships/image" Target="../media/image279.png"/><Relationship Id="rId67" Type="http://schemas.openxmlformats.org/officeDocument/2006/relationships/image" Target="../media/image283.png"/><Relationship Id="rId20" Type="http://schemas.openxmlformats.org/officeDocument/2006/relationships/customXml" Target="../ink/ink256.xml"/><Relationship Id="rId41" Type="http://schemas.openxmlformats.org/officeDocument/2006/relationships/image" Target="../media/image270.png"/><Relationship Id="rId54" Type="http://schemas.openxmlformats.org/officeDocument/2006/relationships/customXml" Target="../ink/ink273.xml"/><Relationship Id="rId62" Type="http://schemas.openxmlformats.org/officeDocument/2006/relationships/customXml" Target="../ink/ink277.xml"/><Relationship Id="rId70" Type="http://schemas.openxmlformats.org/officeDocument/2006/relationships/customXml" Target="../ink/ink281.xml"/><Relationship Id="rId75" Type="http://schemas.openxmlformats.org/officeDocument/2006/relationships/image" Target="../media/image287.png"/><Relationship Id="rId83" Type="http://schemas.openxmlformats.org/officeDocument/2006/relationships/image" Target="../media/image291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49.xml"/><Relationship Id="rId15" Type="http://schemas.openxmlformats.org/officeDocument/2006/relationships/image" Target="../media/image257.png"/><Relationship Id="rId23" Type="http://schemas.openxmlformats.org/officeDocument/2006/relationships/image" Target="../media/image261.png"/><Relationship Id="rId28" Type="http://schemas.openxmlformats.org/officeDocument/2006/relationships/customXml" Target="../ink/ink260.xml"/><Relationship Id="rId36" Type="http://schemas.openxmlformats.org/officeDocument/2006/relationships/customXml" Target="../ink/ink264.xml"/><Relationship Id="rId49" Type="http://schemas.openxmlformats.org/officeDocument/2006/relationships/image" Target="../media/image274.png"/><Relationship Id="rId57" Type="http://schemas.openxmlformats.org/officeDocument/2006/relationships/image" Target="../media/image27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customXml" Target="../ink/ink290.xml"/><Relationship Id="rId13" Type="http://schemas.openxmlformats.org/officeDocument/2006/relationships/image" Target="../media/image297.png"/><Relationship Id="rId18" Type="http://schemas.openxmlformats.org/officeDocument/2006/relationships/customXml" Target="../ink/ink295.xml"/><Relationship Id="rId26" Type="http://schemas.openxmlformats.org/officeDocument/2006/relationships/customXml" Target="../ink/ink299.xml"/><Relationship Id="rId3" Type="http://schemas.openxmlformats.org/officeDocument/2006/relationships/image" Target="../media/image292.jpeg"/><Relationship Id="rId21" Type="http://schemas.openxmlformats.org/officeDocument/2006/relationships/image" Target="../media/image301.png"/><Relationship Id="rId7" Type="http://schemas.openxmlformats.org/officeDocument/2006/relationships/image" Target="../media/image294.png"/><Relationship Id="rId12" Type="http://schemas.openxmlformats.org/officeDocument/2006/relationships/customXml" Target="../ink/ink292.xml"/><Relationship Id="rId17" Type="http://schemas.openxmlformats.org/officeDocument/2006/relationships/image" Target="../media/image299.png"/><Relationship Id="rId25" Type="http://schemas.openxmlformats.org/officeDocument/2006/relationships/image" Target="../media/image303.png"/><Relationship Id="rId2" Type="http://schemas.openxmlformats.org/officeDocument/2006/relationships/notesSlide" Target="../notesSlides/notesSlide6.xml"/><Relationship Id="rId16" Type="http://schemas.openxmlformats.org/officeDocument/2006/relationships/customXml" Target="../ink/ink294.xml"/><Relationship Id="rId20" Type="http://schemas.openxmlformats.org/officeDocument/2006/relationships/customXml" Target="../ink/ink296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89.xml"/><Relationship Id="rId11" Type="http://schemas.openxmlformats.org/officeDocument/2006/relationships/image" Target="../media/image296.png"/><Relationship Id="rId24" Type="http://schemas.openxmlformats.org/officeDocument/2006/relationships/customXml" Target="../ink/ink298.xml"/><Relationship Id="rId5" Type="http://schemas.openxmlformats.org/officeDocument/2006/relationships/image" Target="../media/image293.png"/><Relationship Id="rId15" Type="http://schemas.openxmlformats.org/officeDocument/2006/relationships/image" Target="../media/image298.png"/><Relationship Id="rId23" Type="http://schemas.openxmlformats.org/officeDocument/2006/relationships/image" Target="../media/image302.png"/><Relationship Id="rId10" Type="http://schemas.openxmlformats.org/officeDocument/2006/relationships/customXml" Target="../ink/ink291.xml"/><Relationship Id="rId19" Type="http://schemas.openxmlformats.org/officeDocument/2006/relationships/image" Target="../media/image300.png"/><Relationship Id="rId4" Type="http://schemas.openxmlformats.org/officeDocument/2006/relationships/customXml" Target="../ink/ink288.xml"/><Relationship Id="rId9" Type="http://schemas.openxmlformats.org/officeDocument/2006/relationships/image" Target="../media/image295.png"/><Relationship Id="rId14" Type="http://schemas.openxmlformats.org/officeDocument/2006/relationships/customXml" Target="../ink/ink293.xml"/><Relationship Id="rId22" Type="http://schemas.openxmlformats.org/officeDocument/2006/relationships/customXml" Target="../ink/ink297.xml"/><Relationship Id="rId27" Type="http://schemas.openxmlformats.org/officeDocument/2006/relationships/image" Target="../media/image30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customXml" Target="../ink/ink302.xml"/><Relationship Id="rId13" Type="http://schemas.openxmlformats.org/officeDocument/2006/relationships/image" Target="../media/image310.png"/><Relationship Id="rId18" Type="http://schemas.openxmlformats.org/officeDocument/2006/relationships/customXml" Target="../ink/ink307.xml"/><Relationship Id="rId26" Type="http://schemas.openxmlformats.org/officeDocument/2006/relationships/customXml" Target="../ink/ink311.xml"/><Relationship Id="rId39" Type="http://schemas.openxmlformats.org/officeDocument/2006/relationships/image" Target="../media/image323.png"/><Relationship Id="rId3" Type="http://schemas.openxmlformats.org/officeDocument/2006/relationships/image" Target="../media/image305.jpeg"/><Relationship Id="rId21" Type="http://schemas.openxmlformats.org/officeDocument/2006/relationships/image" Target="../media/image314.png"/><Relationship Id="rId34" Type="http://schemas.openxmlformats.org/officeDocument/2006/relationships/customXml" Target="../ink/ink315.xml"/><Relationship Id="rId42" Type="http://schemas.openxmlformats.org/officeDocument/2006/relationships/customXml" Target="../ink/ink319.xml"/><Relationship Id="rId7" Type="http://schemas.openxmlformats.org/officeDocument/2006/relationships/image" Target="../media/image307.png"/><Relationship Id="rId12" Type="http://schemas.openxmlformats.org/officeDocument/2006/relationships/customXml" Target="../ink/ink304.xml"/><Relationship Id="rId17" Type="http://schemas.openxmlformats.org/officeDocument/2006/relationships/image" Target="../media/image312.png"/><Relationship Id="rId25" Type="http://schemas.openxmlformats.org/officeDocument/2006/relationships/image" Target="../media/image316.png"/><Relationship Id="rId33" Type="http://schemas.openxmlformats.org/officeDocument/2006/relationships/image" Target="../media/image320.png"/><Relationship Id="rId38" Type="http://schemas.openxmlformats.org/officeDocument/2006/relationships/customXml" Target="../ink/ink317.xml"/><Relationship Id="rId2" Type="http://schemas.openxmlformats.org/officeDocument/2006/relationships/notesSlide" Target="../notesSlides/notesSlide7.xml"/><Relationship Id="rId16" Type="http://schemas.openxmlformats.org/officeDocument/2006/relationships/customXml" Target="../ink/ink306.xml"/><Relationship Id="rId20" Type="http://schemas.openxmlformats.org/officeDocument/2006/relationships/customXml" Target="../ink/ink308.xml"/><Relationship Id="rId29" Type="http://schemas.openxmlformats.org/officeDocument/2006/relationships/image" Target="../media/image318.png"/><Relationship Id="rId41" Type="http://schemas.openxmlformats.org/officeDocument/2006/relationships/image" Target="../media/image324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01.xml"/><Relationship Id="rId11" Type="http://schemas.openxmlformats.org/officeDocument/2006/relationships/image" Target="../media/image309.png"/><Relationship Id="rId24" Type="http://schemas.openxmlformats.org/officeDocument/2006/relationships/customXml" Target="../ink/ink310.xml"/><Relationship Id="rId32" Type="http://schemas.openxmlformats.org/officeDocument/2006/relationships/customXml" Target="../ink/ink314.xml"/><Relationship Id="rId37" Type="http://schemas.openxmlformats.org/officeDocument/2006/relationships/image" Target="../media/image322.png"/><Relationship Id="rId40" Type="http://schemas.openxmlformats.org/officeDocument/2006/relationships/customXml" Target="../ink/ink318.xml"/><Relationship Id="rId5" Type="http://schemas.openxmlformats.org/officeDocument/2006/relationships/image" Target="../media/image306.png"/><Relationship Id="rId15" Type="http://schemas.openxmlformats.org/officeDocument/2006/relationships/image" Target="../media/image311.png"/><Relationship Id="rId23" Type="http://schemas.openxmlformats.org/officeDocument/2006/relationships/image" Target="../media/image315.png"/><Relationship Id="rId28" Type="http://schemas.openxmlformats.org/officeDocument/2006/relationships/customXml" Target="../ink/ink312.xml"/><Relationship Id="rId36" Type="http://schemas.openxmlformats.org/officeDocument/2006/relationships/customXml" Target="../ink/ink316.xml"/><Relationship Id="rId10" Type="http://schemas.openxmlformats.org/officeDocument/2006/relationships/customXml" Target="../ink/ink303.xml"/><Relationship Id="rId19" Type="http://schemas.openxmlformats.org/officeDocument/2006/relationships/image" Target="../media/image313.png"/><Relationship Id="rId31" Type="http://schemas.openxmlformats.org/officeDocument/2006/relationships/image" Target="../media/image319.png"/><Relationship Id="rId4" Type="http://schemas.openxmlformats.org/officeDocument/2006/relationships/customXml" Target="../ink/ink300.xml"/><Relationship Id="rId9" Type="http://schemas.openxmlformats.org/officeDocument/2006/relationships/image" Target="../media/image308.png"/><Relationship Id="rId14" Type="http://schemas.openxmlformats.org/officeDocument/2006/relationships/customXml" Target="../ink/ink305.xml"/><Relationship Id="rId22" Type="http://schemas.openxmlformats.org/officeDocument/2006/relationships/customXml" Target="../ink/ink309.xml"/><Relationship Id="rId27" Type="http://schemas.openxmlformats.org/officeDocument/2006/relationships/image" Target="../media/image317.png"/><Relationship Id="rId30" Type="http://schemas.openxmlformats.org/officeDocument/2006/relationships/customXml" Target="../ink/ink313.xml"/><Relationship Id="rId35" Type="http://schemas.openxmlformats.org/officeDocument/2006/relationships/image" Target="../media/image321.png"/><Relationship Id="rId43" Type="http://schemas.openxmlformats.org/officeDocument/2006/relationships/image" Target="../media/image325.png"/></Relationships>
</file>

<file path=ppt/slides/_rels/slide12.xml.rels><?xml version="1.0" encoding="UTF-8" standalone="yes"?>
<Relationships xmlns="http://schemas.openxmlformats.org/package/2006/relationships"><Relationship Id="rId26" Type="http://schemas.openxmlformats.org/officeDocument/2006/relationships/image" Target="../media/image338.png"/><Relationship Id="rId117" Type="http://schemas.openxmlformats.org/officeDocument/2006/relationships/customXml" Target="../ink/ink377.xml"/><Relationship Id="rId21" Type="http://schemas.openxmlformats.org/officeDocument/2006/relationships/customXml" Target="../ink/ink329.xml"/><Relationship Id="rId42" Type="http://schemas.openxmlformats.org/officeDocument/2006/relationships/image" Target="../media/image346.png"/><Relationship Id="rId47" Type="http://schemas.openxmlformats.org/officeDocument/2006/relationships/customXml" Target="../ink/ink342.xml"/><Relationship Id="rId63" Type="http://schemas.openxmlformats.org/officeDocument/2006/relationships/customXml" Target="../ink/ink350.xml"/><Relationship Id="rId68" Type="http://schemas.openxmlformats.org/officeDocument/2006/relationships/image" Target="../media/image359.png"/><Relationship Id="rId84" Type="http://schemas.openxmlformats.org/officeDocument/2006/relationships/image" Target="../media/image367.png"/><Relationship Id="rId89" Type="http://schemas.openxmlformats.org/officeDocument/2006/relationships/customXml" Target="../ink/ink363.xml"/><Relationship Id="rId112" Type="http://schemas.openxmlformats.org/officeDocument/2006/relationships/image" Target="../media/image381.png"/><Relationship Id="rId16" Type="http://schemas.openxmlformats.org/officeDocument/2006/relationships/image" Target="../media/image333.png"/><Relationship Id="rId107" Type="http://schemas.openxmlformats.org/officeDocument/2006/relationships/customXml" Target="../ink/ink372.xml"/><Relationship Id="rId11" Type="http://schemas.openxmlformats.org/officeDocument/2006/relationships/customXml" Target="../ink/ink324.xml"/><Relationship Id="rId32" Type="http://schemas.openxmlformats.org/officeDocument/2006/relationships/image" Target="../media/image341.png"/><Relationship Id="rId37" Type="http://schemas.openxmlformats.org/officeDocument/2006/relationships/customXml" Target="../ink/ink337.xml"/><Relationship Id="rId53" Type="http://schemas.openxmlformats.org/officeDocument/2006/relationships/customXml" Target="../ink/ink345.xml"/><Relationship Id="rId58" Type="http://schemas.openxmlformats.org/officeDocument/2006/relationships/image" Target="../media/image354.png"/><Relationship Id="rId74" Type="http://schemas.openxmlformats.org/officeDocument/2006/relationships/image" Target="../media/image362.png"/><Relationship Id="rId79" Type="http://schemas.openxmlformats.org/officeDocument/2006/relationships/customXml" Target="../ink/ink358.xml"/><Relationship Id="rId102" Type="http://schemas.openxmlformats.org/officeDocument/2006/relationships/image" Target="../media/image376.png"/><Relationship Id="rId123" Type="http://schemas.openxmlformats.org/officeDocument/2006/relationships/customXml" Target="../ink/ink380.xml"/><Relationship Id="rId128" Type="http://schemas.openxmlformats.org/officeDocument/2006/relationships/image" Target="../media/image389.png"/><Relationship Id="rId5" Type="http://schemas.openxmlformats.org/officeDocument/2006/relationships/customXml" Target="../ink/ink321.xml"/><Relationship Id="rId90" Type="http://schemas.openxmlformats.org/officeDocument/2006/relationships/image" Target="../media/image370.png"/><Relationship Id="rId95" Type="http://schemas.openxmlformats.org/officeDocument/2006/relationships/customXml" Target="../ink/ink366.xml"/><Relationship Id="rId19" Type="http://schemas.openxmlformats.org/officeDocument/2006/relationships/customXml" Target="../ink/ink328.xml"/><Relationship Id="rId14" Type="http://schemas.openxmlformats.org/officeDocument/2006/relationships/image" Target="../media/image332.png"/><Relationship Id="rId22" Type="http://schemas.openxmlformats.org/officeDocument/2006/relationships/image" Target="../media/image336.png"/><Relationship Id="rId27" Type="http://schemas.openxmlformats.org/officeDocument/2006/relationships/customXml" Target="../ink/ink332.xml"/><Relationship Id="rId30" Type="http://schemas.openxmlformats.org/officeDocument/2006/relationships/image" Target="../media/image340.png"/><Relationship Id="rId35" Type="http://schemas.openxmlformats.org/officeDocument/2006/relationships/customXml" Target="../ink/ink336.xml"/><Relationship Id="rId43" Type="http://schemas.openxmlformats.org/officeDocument/2006/relationships/customXml" Target="../ink/ink340.xml"/><Relationship Id="rId48" Type="http://schemas.openxmlformats.org/officeDocument/2006/relationships/image" Target="../media/image349.png"/><Relationship Id="rId56" Type="http://schemas.openxmlformats.org/officeDocument/2006/relationships/image" Target="../media/image353.png"/><Relationship Id="rId64" Type="http://schemas.openxmlformats.org/officeDocument/2006/relationships/image" Target="../media/image357.png"/><Relationship Id="rId69" Type="http://schemas.openxmlformats.org/officeDocument/2006/relationships/customXml" Target="../ink/ink353.xml"/><Relationship Id="rId77" Type="http://schemas.openxmlformats.org/officeDocument/2006/relationships/customXml" Target="../ink/ink357.xml"/><Relationship Id="rId100" Type="http://schemas.openxmlformats.org/officeDocument/2006/relationships/image" Target="../media/image375.png"/><Relationship Id="rId105" Type="http://schemas.openxmlformats.org/officeDocument/2006/relationships/customXml" Target="../ink/ink371.xml"/><Relationship Id="rId113" Type="http://schemas.openxmlformats.org/officeDocument/2006/relationships/customXml" Target="../ink/ink375.xml"/><Relationship Id="rId118" Type="http://schemas.openxmlformats.org/officeDocument/2006/relationships/image" Target="../media/image384.png"/><Relationship Id="rId126" Type="http://schemas.openxmlformats.org/officeDocument/2006/relationships/image" Target="../media/image388.png"/><Relationship Id="rId8" Type="http://schemas.openxmlformats.org/officeDocument/2006/relationships/image" Target="../media/image329.png"/><Relationship Id="rId51" Type="http://schemas.openxmlformats.org/officeDocument/2006/relationships/customXml" Target="../ink/ink344.xml"/><Relationship Id="rId72" Type="http://schemas.openxmlformats.org/officeDocument/2006/relationships/image" Target="../media/image361.png"/><Relationship Id="rId80" Type="http://schemas.openxmlformats.org/officeDocument/2006/relationships/image" Target="../media/image365.png"/><Relationship Id="rId85" Type="http://schemas.openxmlformats.org/officeDocument/2006/relationships/customXml" Target="../ink/ink361.xml"/><Relationship Id="rId93" Type="http://schemas.openxmlformats.org/officeDocument/2006/relationships/customXml" Target="../ink/ink365.xml"/><Relationship Id="rId98" Type="http://schemas.openxmlformats.org/officeDocument/2006/relationships/image" Target="../media/image374.png"/><Relationship Id="rId121" Type="http://schemas.openxmlformats.org/officeDocument/2006/relationships/customXml" Target="../ink/ink379.xml"/><Relationship Id="rId3" Type="http://schemas.openxmlformats.org/officeDocument/2006/relationships/customXml" Target="../ink/ink320.xml"/><Relationship Id="rId12" Type="http://schemas.openxmlformats.org/officeDocument/2006/relationships/image" Target="../media/image331.png"/><Relationship Id="rId17" Type="http://schemas.openxmlformats.org/officeDocument/2006/relationships/customXml" Target="../ink/ink327.xml"/><Relationship Id="rId25" Type="http://schemas.openxmlformats.org/officeDocument/2006/relationships/customXml" Target="../ink/ink331.xml"/><Relationship Id="rId33" Type="http://schemas.openxmlformats.org/officeDocument/2006/relationships/customXml" Target="../ink/ink335.xml"/><Relationship Id="rId38" Type="http://schemas.openxmlformats.org/officeDocument/2006/relationships/image" Target="../media/image344.png"/><Relationship Id="rId46" Type="http://schemas.openxmlformats.org/officeDocument/2006/relationships/image" Target="../media/image348.png"/><Relationship Id="rId59" Type="http://schemas.openxmlformats.org/officeDocument/2006/relationships/customXml" Target="../ink/ink348.xml"/><Relationship Id="rId67" Type="http://schemas.openxmlformats.org/officeDocument/2006/relationships/customXml" Target="../ink/ink352.xml"/><Relationship Id="rId103" Type="http://schemas.openxmlformats.org/officeDocument/2006/relationships/customXml" Target="../ink/ink370.xml"/><Relationship Id="rId108" Type="http://schemas.openxmlformats.org/officeDocument/2006/relationships/image" Target="../media/image379.png"/><Relationship Id="rId116" Type="http://schemas.openxmlformats.org/officeDocument/2006/relationships/image" Target="../media/image383.png"/><Relationship Id="rId124" Type="http://schemas.openxmlformats.org/officeDocument/2006/relationships/image" Target="../media/image387.png"/><Relationship Id="rId129" Type="http://schemas.openxmlformats.org/officeDocument/2006/relationships/customXml" Target="../ink/ink383.xml"/><Relationship Id="rId20" Type="http://schemas.openxmlformats.org/officeDocument/2006/relationships/image" Target="../media/image335.png"/><Relationship Id="rId41" Type="http://schemas.openxmlformats.org/officeDocument/2006/relationships/customXml" Target="../ink/ink339.xml"/><Relationship Id="rId54" Type="http://schemas.openxmlformats.org/officeDocument/2006/relationships/image" Target="../media/image352.png"/><Relationship Id="rId62" Type="http://schemas.openxmlformats.org/officeDocument/2006/relationships/image" Target="../media/image356.png"/><Relationship Id="rId70" Type="http://schemas.openxmlformats.org/officeDocument/2006/relationships/image" Target="../media/image360.png"/><Relationship Id="rId75" Type="http://schemas.openxmlformats.org/officeDocument/2006/relationships/customXml" Target="../ink/ink356.xml"/><Relationship Id="rId83" Type="http://schemas.openxmlformats.org/officeDocument/2006/relationships/customXml" Target="../ink/ink360.xml"/><Relationship Id="rId88" Type="http://schemas.openxmlformats.org/officeDocument/2006/relationships/image" Target="../media/image369.png"/><Relationship Id="rId91" Type="http://schemas.openxmlformats.org/officeDocument/2006/relationships/customXml" Target="../ink/ink364.xml"/><Relationship Id="rId96" Type="http://schemas.openxmlformats.org/officeDocument/2006/relationships/image" Target="../media/image373.png"/><Relationship Id="rId111" Type="http://schemas.openxmlformats.org/officeDocument/2006/relationships/customXml" Target="../ink/ink37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8.png"/><Relationship Id="rId15" Type="http://schemas.openxmlformats.org/officeDocument/2006/relationships/customXml" Target="../ink/ink326.xml"/><Relationship Id="rId23" Type="http://schemas.openxmlformats.org/officeDocument/2006/relationships/customXml" Target="../ink/ink330.xml"/><Relationship Id="rId28" Type="http://schemas.openxmlformats.org/officeDocument/2006/relationships/image" Target="../media/image339.png"/><Relationship Id="rId36" Type="http://schemas.openxmlformats.org/officeDocument/2006/relationships/image" Target="../media/image343.png"/><Relationship Id="rId49" Type="http://schemas.openxmlformats.org/officeDocument/2006/relationships/customXml" Target="../ink/ink343.xml"/><Relationship Id="rId57" Type="http://schemas.openxmlformats.org/officeDocument/2006/relationships/customXml" Target="../ink/ink347.xml"/><Relationship Id="rId106" Type="http://schemas.openxmlformats.org/officeDocument/2006/relationships/image" Target="../media/image378.png"/><Relationship Id="rId114" Type="http://schemas.openxmlformats.org/officeDocument/2006/relationships/image" Target="../media/image382.png"/><Relationship Id="rId119" Type="http://schemas.openxmlformats.org/officeDocument/2006/relationships/customXml" Target="../ink/ink378.xml"/><Relationship Id="rId127" Type="http://schemas.openxmlformats.org/officeDocument/2006/relationships/customXml" Target="../ink/ink382.xml"/><Relationship Id="rId10" Type="http://schemas.openxmlformats.org/officeDocument/2006/relationships/image" Target="../media/image330.png"/><Relationship Id="rId31" Type="http://schemas.openxmlformats.org/officeDocument/2006/relationships/customXml" Target="../ink/ink334.xml"/><Relationship Id="rId44" Type="http://schemas.openxmlformats.org/officeDocument/2006/relationships/image" Target="../media/image347.png"/><Relationship Id="rId52" Type="http://schemas.openxmlformats.org/officeDocument/2006/relationships/image" Target="../media/image351.png"/><Relationship Id="rId60" Type="http://schemas.openxmlformats.org/officeDocument/2006/relationships/image" Target="../media/image355.png"/><Relationship Id="rId65" Type="http://schemas.openxmlformats.org/officeDocument/2006/relationships/customXml" Target="../ink/ink351.xml"/><Relationship Id="rId73" Type="http://schemas.openxmlformats.org/officeDocument/2006/relationships/customXml" Target="../ink/ink355.xml"/><Relationship Id="rId78" Type="http://schemas.openxmlformats.org/officeDocument/2006/relationships/image" Target="../media/image364.png"/><Relationship Id="rId81" Type="http://schemas.openxmlformats.org/officeDocument/2006/relationships/customXml" Target="../ink/ink359.xml"/><Relationship Id="rId86" Type="http://schemas.openxmlformats.org/officeDocument/2006/relationships/image" Target="../media/image368.png"/><Relationship Id="rId94" Type="http://schemas.openxmlformats.org/officeDocument/2006/relationships/image" Target="../media/image372.png"/><Relationship Id="rId99" Type="http://schemas.openxmlformats.org/officeDocument/2006/relationships/customXml" Target="../ink/ink368.xml"/><Relationship Id="rId101" Type="http://schemas.openxmlformats.org/officeDocument/2006/relationships/customXml" Target="../ink/ink369.xml"/><Relationship Id="rId122" Type="http://schemas.openxmlformats.org/officeDocument/2006/relationships/image" Target="../media/image386.png"/><Relationship Id="rId130" Type="http://schemas.openxmlformats.org/officeDocument/2006/relationships/image" Target="../media/image390.png"/><Relationship Id="rId4" Type="http://schemas.openxmlformats.org/officeDocument/2006/relationships/image" Target="../media/image327.png"/><Relationship Id="rId9" Type="http://schemas.openxmlformats.org/officeDocument/2006/relationships/customXml" Target="../ink/ink323.xml"/><Relationship Id="rId13" Type="http://schemas.openxmlformats.org/officeDocument/2006/relationships/customXml" Target="../ink/ink325.xml"/><Relationship Id="rId18" Type="http://schemas.openxmlformats.org/officeDocument/2006/relationships/image" Target="../media/image334.png"/><Relationship Id="rId39" Type="http://schemas.openxmlformats.org/officeDocument/2006/relationships/customXml" Target="../ink/ink338.xml"/><Relationship Id="rId109" Type="http://schemas.openxmlformats.org/officeDocument/2006/relationships/customXml" Target="../ink/ink373.xml"/><Relationship Id="rId34" Type="http://schemas.openxmlformats.org/officeDocument/2006/relationships/image" Target="../media/image342.png"/><Relationship Id="rId50" Type="http://schemas.openxmlformats.org/officeDocument/2006/relationships/image" Target="../media/image350.png"/><Relationship Id="rId55" Type="http://schemas.openxmlformats.org/officeDocument/2006/relationships/customXml" Target="../ink/ink346.xml"/><Relationship Id="rId76" Type="http://schemas.openxmlformats.org/officeDocument/2006/relationships/image" Target="../media/image363.png"/><Relationship Id="rId97" Type="http://schemas.openxmlformats.org/officeDocument/2006/relationships/customXml" Target="../ink/ink367.xml"/><Relationship Id="rId104" Type="http://schemas.openxmlformats.org/officeDocument/2006/relationships/image" Target="../media/image377.png"/><Relationship Id="rId120" Type="http://schemas.openxmlformats.org/officeDocument/2006/relationships/image" Target="../media/image385.png"/><Relationship Id="rId125" Type="http://schemas.openxmlformats.org/officeDocument/2006/relationships/customXml" Target="../ink/ink381.xml"/><Relationship Id="rId7" Type="http://schemas.openxmlformats.org/officeDocument/2006/relationships/customXml" Target="../ink/ink322.xml"/><Relationship Id="rId71" Type="http://schemas.openxmlformats.org/officeDocument/2006/relationships/customXml" Target="../ink/ink354.xml"/><Relationship Id="rId92" Type="http://schemas.openxmlformats.org/officeDocument/2006/relationships/image" Target="../media/image371.png"/><Relationship Id="rId2" Type="http://schemas.openxmlformats.org/officeDocument/2006/relationships/image" Target="../media/image326.jpeg"/><Relationship Id="rId29" Type="http://schemas.openxmlformats.org/officeDocument/2006/relationships/customXml" Target="../ink/ink333.xml"/><Relationship Id="rId24" Type="http://schemas.openxmlformats.org/officeDocument/2006/relationships/image" Target="../media/image337.png"/><Relationship Id="rId40" Type="http://schemas.openxmlformats.org/officeDocument/2006/relationships/image" Target="../media/image345.png"/><Relationship Id="rId45" Type="http://schemas.openxmlformats.org/officeDocument/2006/relationships/customXml" Target="../ink/ink341.xml"/><Relationship Id="rId66" Type="http://schemas.openxmlformats.org/officeDocument/2006/relationships/image" Target="../media/image358.png"/><Relationship Id="rId87" Type="http://schemas.openxmlformats.org/officeDocument/2006/relationships/customXml" Target="../ink/ink362.xml"/><Relationship Id="rId110" Type="http://schemas.openxmlformats.org/officeDocument/2006/relationships/image" Target="../media/image380.png"/><Relationship Id="rId115" Type="http://schemas.openxmlformats.org/officeDocument/2006/relationships/customXml" Target="../ink/ink376.xml"/><Relationship Id="rId61" Type="http://schemas.openxmlformats.org/officeDocument/2006/relationships/customXml" Target="../ink/ink349.xml"/><Relationship Id="rId82" Type="http://schemas.openxmlformats.org/officeDocument/2006/relationships/image" Target="../media/image36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customXml" Target="../ink/ink387.xml"/><Relationship Id="rId13" Type="http://schemas.openxmlformats.org/officeDocument/2006/relationships/image" Target="../media/image396.png"/><Relationship Id="rId18" Type="http://schemas.openxmlformats.org/officeDocument/2006/relationships/customXml" Target="../ink/ink392.xml"/><Relationship Id="rId26" Type="http://schemas.openxmlformats.org/officeDocument/2006/relationships/customXml" Target="../ink/ink396.xml"/><Relationship Id="rId39" Type="http://schemas.openxmlformats.org/officeDocument/2006/relationships/image" Target="../media/image409.png"/><Relationship Id="rId3" Type="http://schemas.openxmlformats.org/officeDocument/2006/relationships/image" Target="../media/image391.png"/><Relationship Id="rId21" Type="http://schemas.openxmlformats.org/officeDocument/2006/relationships/image" Target="../media/image400.png"/><Relationship Id="rId34" Type="http://schemas.openxmlformats.org/officeDocument/2006/relationships/customXml" Target="../ink/ink400.xml"/><Relationship Id="rId42" Type="http://schemas.openxmlformats.org/officeDocument/2006/relationships/customXml" Target="../ink/ink404.xml"/><Relationship Id="rId7" Type="http://schemas.openxmlformats.org/officeDocument/2006/relationships/image" Target="../media/image393.png"/><Relationship Id="rId12" Type="http://schemas.openxmlformats.org/officeDocument/2006/relationships/customXml" Target="../ink/ink389.xml"/><Relationship Id="rId17" Type="http://schemas.openxmlformats.org/officeDocument/2006/relationships/image" Target="../media/image398.png"/><Relationship Id="rId25" Type="http://schemas.openxmlformats.org/officeDocument/2006/relationships/image" Target="../media/image402.png"/><Relationship Id="rId33" Type="http://schemas.openxmlformats.org/officeDocument/2006/relationships/image" Target="../media/image406.png"/><Relationship Id="rId38" Type="http://schemas.openxmlformats.org/officeDocument/2006/relationships/customXml" Target="../ink/ink402.xml"/><Relationship Id="rId2" Type="http://schemas.openxmlformats.org/officeDocument/2006/relationships/customXml" Target="../ink/ink384.xml"/><Relationship Id="rId16" Type="http://schemas.openxmlformats.org/officeDocument/2006/relationships/customXml" Target="../ink/ink391.xml"/><Relationship Id="rId20" Type="http://schemas.openxmlformats.org/officeDocument/2006/relationships/customXml" Target="../ink/ink393.xml"/><Relationship Id="rId29" Type="http://schemas.openxmlformats.org/officeDocument/2006/relationships/image" Target="../media/image404.png"/><Relationship Id="rId41" Type="http://schemas.openxmlformats.org/officeDocument/2006/relationships/image" Target="../media/image410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86.xml"/><Relationship Id="rId11" Type="http://schemas.openxmlformats.org/officeDocument/2006/relationships/image" Target="../media/image395.png"/><Relationship Id="rId24" Type="http://schemas.openxmlformats.org/officeDocument/2006/relationships/customXml" Target="../ink/ink395.xml"/><Relationship Id="rId32" Type="http://schemas.openxmlformats.org/officeDocument/2006/relationships/customXml" Target="../ink/ink399.xml"/><Relationship Id="rId37" Type="http://schemas.openxmlformats.org/officeDocument/2006/relationships/image" Target="../media/image408.png"/><Relationship Id="rId40" Type="http://schemas.openxmlformats.org/officeDocument/2006/relationships/customXml" Target="../ink/ink403.xml"/><Relationship Id="rId5" Type="http://schemas.openxmlformats.org/officeDocument/2006/relationships/image" Target="../media/image392.png"/><Relationship Id="rId15" Type="http://schemas.openxmlformats.org/officeDocument/2006/relationships/image" Target="../media/image397.png"/><Relationship Id="rId23" Type="http://schemas.openxmlformats.org/officeDocument/2006/relationships/image" Target="../media/image401.png"/><Relationship Id="rId28" Type="http://schemas.openxmlformats.org/officeDocument/2006/relationships/customXml" Target="../ink/ink397.xml"/><Relationship Id="rId36" Type="http://schemas.openxmlformats.org/officeDocument/2006/relationships/customXml" Target="../ink/ink401.xml"/><Relationship Id="rId10" Type="http://schemas.openxmlformats.org/officeDocument/2006/relationships/customXml" Target="../ink/ink388.xml"/><Relationship Id="rId19" Type="http://schemas.openxmlformats.org/officeDocument/2006/relationships/image" Target="../media/image399.png"/><Relationship Id="rId31" Type="http://schemas.openxmlformats.org/officeDocument/2006/relationships/image" Target="../media/image405.png"/><Relationship Id="rId4" Type="http://schemas.openxmlformats.org/officeDocument/2006/relationships/customXml" Target="../ink/ink385.xml"/><Relationship Id="rId9" Type="http://schemas.openxmlformats.org/officeDocument/2006/relationships/image" Target="../media/image394.png"/><Relationship Id="rId14" Type="http://schemas.openxmlformats.org/officeDocument/2006/relationships/customXml" Target="../ink/ink390.xml"/><Relationship Id="rId22" Type="http://schemas.openxmlformats.org/officeDocument/2006/relationships/customXml" Target="../ink/ink394.xml"/><Relationship Id="rId27" Type="http://schemas.openxmlformats.org/officeDocument/2006/relationships/image" Target="../media/image403.png"/><Relationship Id="rId30" Type="http://schemas.openxmlformats.org/officeDocument/2006/relationships/customXml" Target="../ink/ink398.xml"/><Relationship Id="rId35" Type="http://schemas.openxmlformats.org/officeDocument/2006/relationships/image" Target="../media/image407.png"/><Relationship Id="rId43" Type="http://schemas.openxmlformats.org/officeDocument/2006/relationships/image" Target="../media/image411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2.jpeg"/><Relationship Id="rId7" Type="http://schemas.openxmlformats.org/officeDocument/2006/relationships/image" Target="../media/image4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customXml" Target="../ink/ink406.xml"/><Relationship Id="rId5" Type="http://schemas.openxmlformats.org/officeDocument/2006/relationships/image" Target="../media/image413.png"/><Relationship Id="rId4" Type="http://schemas.openxmlformats.org/officeDocument/2006/relationships/customXml" Target="../ink/ink405.xml"/></Relationships>
</file>

<file path=ppt/slides/_rels/slide16.xml.rels><?xml version="1.0" encoding="UTF-8" standalone="yes"?>
<Relationships xmlns="http://schemas.openxmlformats.org/package/2006/relationships"><Relationship Id="rId13" Type="http://schemas.openxmlformats.org/officeDocument/2006/relationships/customXml" Target="../ink/ink412.xml"/><Relationship Id="rId18" Type="http://schemas.openxmlformats.org/officeDocument/2006/relationships/image" Target="../media/image422.png"/><Relationship Id="rId26" Type="http://schemas.openxmlformats.org/officeDocument/2006/relationships/image" Target="../media/image426.png"/><Relationship Id="rId39" Type="http://schemas.openxmlformats.org/officeDocument/2006/relationships/customXml" Target="../ink/ink425.xml"/><Relationship Id="rId3" Type="http://schemas.openxmlformats.org/officeDocument/2006/relationships/customXml" Target="../ink/ink407.xml"/><Relationship Id="rId21" Type="http://schemas.openxmlformats.org/officeDocument/2006/relationships/customXml" Target="../ink/ink416.xml"/><Relationship Id="rId34" Type="http://schemas.openxmlformats.org/officeDocument/2006/relationships/image" Target="../media/image430.png"/><Relationship Id="rId42" Type="http://schemas.openxmlformats.org/officeDocument/2006/relationships/image" Target="../media/image434.png"/><Relationship Id="rId47" Type="http://schemas.openxmlformats.org/officeDocument/2006/relationships/customXml" Target="../ink/ink429.xml"/><Relationship Id="rId50" Type="http://schemas.openxmlformats.org/officeDocument/2006/relationships/image" Target="../media/image438.png"/><Relationship Id="rId7" Type="http://schemas.openxmlformats.org/officeDocument/2006/relationships/customXml" Target="../ink/ink409.xml"/><Relationship Id="rId12" Type="http://schemas.openxmlformats.org/officeDocument/2006/relationships/image" Target="../media/image419.png"/><Relationship Id="rId17" Type="http://schemas.openxmlformats.org/officeDocument/2006/relationships/customXml" Target="../ink/ink414.xml"/><Relationship Id="rId25" Type="http://schemas.openxmlformats.org/officeDocument/2006/relationships/customXml" Target="../ink/ink418.xml"/><Relationship Id="rId33" Type="http://schemas.openxmlformats.org/officeDocument/2006/relationships/customXml" Target="../ink/ink422.xml"/><Relationship Id="rId38" Type="http://schemas.openxmlformats.org/officeDocument/2006/relationships/image" Target="../media/image432.png"/><Relationship Id="rId46" Type="http://schemas.openxmlformats.org/officeDocument/2006/relationships/image" Target="../media/image436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421.png"/><Relationship Id="rId20" Type="http://schemas.openxmlformats.org/officeDocument/2006/relationships/image" Target="../media/image423.png"/><Relationship Id="rId29" Type="http://schemas.openxmlformats.org/officeDocument/2006/relationships/customXml" Target="../ink/ink420.xml"/><Relationship Id="rId41" Type="http://schemas.openxmlformats.org/officeDocument/2006/relationships/customXml" Target="../ink/ink4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6.png"/><Relationship Id="rId11" Type="http://schemas.openxmlformats.org/officeDocument/2006/relationships/customXml" Target="../ink/ink411.xml"/><Relationship Id="rId24" Type="http://schemas.openxmlformats.org/officeDocument/2006/relationships/image" Target="../media/image425.png"/><Relationship Id="rId32" Type="http://schemas.openxmlformats.org/officeDocument/2006/relationships/image" Target="../media/image429.png"/><Relationship Id="rId37" Type="http://schemas.openxmlformats.org/officeDocument/2006/relationships/customXml" Target="../ink/ink424.xml"/><Relationship Id="rId40" Type="http://schemas.openxmlformats.org/officeDocument/2006/relationships/image" Target="../media/image433.png"/><Relationship Id="rId45" Type="http://schemas.openxmlformats.org/officeDocument/2006/relationships/customXml" Target="../ink/ink428.xml"/><Relationship Id="rId5" Type="http://schemas.openxmlformats.org/officeDocument/2006/relationships/customXml" Target="../ink/ink408.xml"/><Relationship Id="rId15" Type="http://schemas.openxmlformats.org/officeDocument/2006/relationships/customXml" Target="../ink/ink413.xml"/><Relationship Id="rId23" Type="http://schemas.openxmlformats.org/officeDocument/2006/relationships/customXml" Target="../ink/ink417.xml"/><Relationship Id="rId28" Type="http://schemas.openxmlformats.org/officeDocument/2006/relationships/image" Target="../media/image427.png"/><Relationship Id="rId36" Type="http://schemas.openxmlformats.org/officeDocument/2006/relationships/image" Target="../media/image431.png"/><Relationship Id="rId49" Type="http://schemas.openxmlformats.org/officeDocument/2006/relationships/customXml" Target="../ink/ink430.xml"/><Relationship Id="rId10" Type="http://schemas.openxmlformats.org/officeDocument/2006/relationships/image" Target="../media/image418.png"/><Relationship Id="rId19" Type="http://schemas.openxmlformats.org/officeDocument/2006/relationships/customXml" Target="../ink/ink415.xml"/><Relationship Id="rId31" Type="http://schemas.openxmlformats.org/officeDocument/2006/relationships/customXml" Target="../ink/ink421.xml"/><Relationship Id="rId44" Type="http://schemas.openxmlformats.org/officeDocument/2006/relationships/image" Target="../media/image435.png"/><Relationship Id="rId4" Type="http://schemas.openxmlformats.org/officeDocument/2006/relationships/image" Target="../media/image415.png"/><Relationship Id="rId9" Type="http://schemas.openxmlformats.org/officeDocument/2006/relationships/customXml" Target="../ink/ink410.xml"/><Relationship Id="rId14" Type="http://schemas.openxmlformats.org/officeDocument/2006/relationships/image" Target="../media/image420.png"/><Relationship Id="rId22" Type="http://schemas.openxmlformats.org/officeDocument/2006/relationships/image" Target="../media/image424.png"/><Relationship Id="rId27" Type="http://schemas.openxmlformats.org/officeDocument/2006/relationships/customXml" Target="../ink/ink419.xml"/><Relationship Id="rId30" Type="http://schemas.openxmlformats.org/officeDocument/2006/relationships/image" Target="../media/image428.png"/><Relationship Id="rId35" Type="http://schemas.openxmlformats.org/officeDocument/2006/relationships/customXml" Target="../ink/ink423.xml"/><Relationship Id="rId43" Type="http://schemas.openxmlformats.org/officeDocument/2006/relationships/customXml" Target="../ink/ink427.xml"/><Relationship Id="rId48" Type="http://schemas.openxmlformats.org/officeDocument/2006/relationships/image" Target="../media/image437.png"/><Relationship Id="rId8" Type="http://schemas.openxmlformats.org/officeDocument/2006/relationships/image" Target="../media/image417.png"/></Relationships>
</file>

<file path=ppt/slides/_rels/slide17.xml.rels><?xml version="1.0" encoding="UTF-8" standalone="yes"?>
<Relationships xmlns="http://schemas.openxmlformats.org/package/2006/relationships"><Relationship Id="rId26" Type="http://schemas.openxmlformats.org/officeDocument/2006/relationships/image" Target="../media/image451.png"/><Relationship Id="rId21" Type="http://schemas.openxmlformats.org/officeDocument/2006/relationships/customXml" Target="../ink/ink440.xml"/><Relationship Id="rId42" Type="http://schemas.openxmlformats.org/officeDocument/2006/relationships/image" Target="../media/image459.png"/><Relationship Id="rId47" Type="http://schemas.openxmlformats.org/officeDocument/2006/relationships/customXml" Target="../ink/ink453.xml"/><Relationship Id="rId63" Type="http://schemas.openxmlformats.org/officeDocument/2006/relationships/customXml" Target="../ink/ink461.xml"/><Relationship Id="rId68" Type="http://schemas.openxmlformats.org/officeDocument/2006/relationships/image" Target="../media/image472.png"/><Relationship Id="rId84" Type="http://schemas.openxmlformats.org/officeDocument/2006/relationships/image" Target="../media/image480.png"/><Relationship Id="rId89" Type="http://schemas.openxmlformats.org/officeDocument/2006/relationships/customXml" Target="../ink/ink474.xml"/><Relationship Id="rId112" Type="http://schemas.openxmlformats.org/officeDocument/2006/relationships/image" Target="../media/image494.png"/><Relationship Id="rId2" Type="http://schemas.openxmlformats.org/officeDocument/2006/relationships/image" Target="../media/image439.png"/><Relationship Id="rId16" Type="http://schemas.openxmlformats.org/officeDocument/2006/relationships/image" Target="../media/image446.png"/><Relationship Id="rId29" Type="http://schemas.openxmlformats.org/officeDocument/2006/relationships/customXml" Target="../ink/ink444.xml"/><Relationship Id="rId107" Type="http://schemas.openxmlformats.org/officeDocument/2006/relationships/customXml" Target="../ink/ink483.xml"/><Relationship Id="rId11" Type="http://schemas.openxmlformats.org/officeDocument/2006/relationships/customXml" Target="../ink/ink435.xml"/><Relationship Id="rId24" Type="http://schemas.openxmlformats.org/officeDocument/2006/relationships/image" Target="../media/image450.png"/><Relationship Id="rId32" Type="http://schemas.openxmlformats.org/officeDocument/2006/relationships/image" Target="../media/image454.png"/><Relationship Id="rId37" Type="http://schemas.openxmlformats.org/officeDocument/2006/relationships/customXml" Target="../ink/ink448.xml"/><Relationship Id="rId40" Type="http://schemas.openxmlformats.org/officeDocument/2006/relationships/image" Target="../media/image458.png"/><Relationship Id="rId45" Type="http://schemas.openxmlformats.org/officeDocument/2006/relationships/customXml" Target="../ink/ink452.xml"/><Relationship Id="rId53" Type="http://schemas.openxmlformats.org/officeDocument/2006/relationships/customXml" Target="../ink/ink456.xml"/><Relationship Id="rId58" Type="http://schemas.openxmlformats.org/officeDocument/2006/relationships/image" Target="../media/image467.png"/><Relationship Id="rId66" Type="http://schemas.openxmlformats.org/officeDocument/2006/relationships/image" Target="../media/image471.png"/><Relationship Id="rId74" Type="http://schemas.openxmlformats.org/officeDocument/2006/relationships/image" Target="../media/image475.png"/><Relationship Id="rId79" Type="http://schemas.openxmlformats.org/officeDocument/2006/relationships/customXml" Target="../ink/ink469.xml"/><Relationship Id="rId87" Type="http://schemas.openxmlformats.org/officeDocument/2006/relationships/customXml" Target="../ink/ink473.xml"/><Relationship Id="rId102" Type="http://schemas.openxmlformats.org/officeDocument/2006/relationships/image" Target="../media/image489.png"/><Relationship Id="rId110" Type="http://schemas.openxmlformats.org/officeDocument/2006/relationships/image" Target="../media/image493.png"/><Relationship Id="rId5" Type="http://schemas.openxmlformats.org/officeDocument/2006/relationships/customXml" Target="../ink/ink432.xml"/><Relationship Id="rId61" Type="http://schemas.openxmlformats.org/officeDocument/2006/relationships/customXml" Target="../ink/ink460.xml"/><Relationship Id="rId82" Type="http://schemas.openxmlformats.org/officeDocument/2006/relationships/image" Target="../media/image479.png"/><Relationship Id="rId90" Type="http://schemas.openxmlformats.org/officeDocument/2006/relationships/image" Target="../media/image483.png"/><Relationship Id="rId95" Type="http://schemas.openxmlformats.org/officeDocument/2006/relationships/customXml" Target="../ink/ink477.xml"/><Relationship Id="rId19" Type="http://schemas.openxmlformats.org/officeDocument/2006/relationships/customXml" Target="../ink/ink439.xml"/><Relationship Id="rId14" Type="http://schemas.openxmlformats.org/officeDocument/2006/relationships/image" Target="../media/image445.png"/><Relationship Id="rId22" Type="http://schemas.openxmlformats.org/officeDocument/2006/relationships/image" Target="../media/image449.png"/><Relationship Id="rId27" Type="http://schemas.openxmlformats.org/officeDocument/2006/relationships/customXml" Target="../ink/ink443.xml"/><Relationship Id="rId30" Type="http://schemas.openxmlformats.org/officeDocument/2006/relationships/image" Target="../media/image453.png"/><Relationship Id="rId35" Type="http://schemas.openxmlformats.org/officeDocument/2006/relationships/customXml" Target="../ink/ink447.xml"/><Relationship Id="rId43" Type="http://schemas.openxmlformats.org/officeDocument/2006/relationships/customXml" Target="../ink/ink451.xml"/><Relationship Id="rId48" Type="http://schemas.openxmlformats.org/officeDocument/2006/relationships/image" Target="../media/image462.png"/><Relationship Id="rId56" Type="http://schemas.openxmlformats.org/officeDocument/2006/relationships/image" Target="../media/image466.png"/><Relationship Id="rId64" Type="http://schemas.openxmlformats.org/officeDocument/2006/relationships/image" Target="../media/image470.png"/><Relationship Id="rId69" Type="http://schemas.openxmlformats.org/officeDocument/2006/relationships/customXml" Target="../ink/ink464.xml"/><Relationship Id="rId77" Type="http://schemas.openxmlformats.org/officeDocument/2006/relationships/customXml" Target="../ink/ink468.xml"/><Relationship Id="rId100" Type="http://schemas.openxmlformats.org/officeDocument/2006/relationships/image" Target="../media/image488.png"/><Relationship Id="rId105" Type="http://schemas.openxmlformats.org/officeDocument/2006/relationships/customXml" Target="../ink/ink482.xml"/><Relationship Id="rId113" Type="http://schemas.openxmlformats.org/officeDocument/2006/relationships/customXml" Target="../ink/ink486.xml"/><Relationship Id="rId8" Type="http://schemas.openxmlformats.org/officeDocument/2006/relationships/image" Target="../media/image442.png"/><Relationship Id="rId51" Type="http://schemas.openxmlformats.org/officeDocument/2006/relationships/customXml" Target="../ink/ink455.xml"/><Relationship Id="rId72" Type="http://schemas.openxmlformats.org/officeDocument/2006/relationships/image" Target="../media/image474.png"/><Relationship Id="rId80" Type="http://schemas.openxmlformats.org/officeDocument/2006/relationships/image" Target="../media/image478.png"/><Relationship Id="rId85" Type="http://schemas.openxmlformats.org/officeDocument/2006/relationships/customXml" Target="../ink/ink472.xml"/><Relationship Id="rId93" Type="http://schemas.openxmlformats.org/officeDocument/2006/relationships/customXml" Target="../ink/ink476.xml"/><Relationship Id="rId98" Type="http://schemas.openxmlformats.org/officeDocument/2006/relationships/image" Target="../media/image487.png"/><Relationship Id="rId3" Type="http://schemas.openxmlformats.org/officeDocument/2006/relationships/customXml" Target="../ink/ink431.xml"/><Relationship Id="rId12" Type="http://schemas.openxmlformats.org/officeDocument/2006/relationships/image" Target="../media/image444.png"/><Relationship Id="rId17" Type="http://schemas.openxmlformats.org/officeDocument/2006/relationships/customXml" Target="../ink/ink438.xml"/><Relationship Id="rId25" Type="http://schemas.openxmlformats.org/officeDocument/2006/relationships/customXml" Target="../ink/ink442.xml"/><Relationship Id="rId33" Type="http://schemas.openxmlformats.org/officeDocument/2006/relationships/customXml" Target="../ink/ink446.xml"/><Relationship Id="rId38" Type="http://schemas.openxmlformats.org/officeDocument/2006/relationships/image" Target="../media/image457.png"/><Relationship Id="rId46" Type="http://schemas.openxmlformats.org/officeDocument/2006/relationships/image" Target="../media/image461.png"/><Relationship Id="rId59" Type="http://schemas.openxmlformats.org/officeDocument/2006/relationships/customXml" Target="../ink/ink459.xml"/><Relationship Id="rId67" Type="http://schemas.openxmlformats.org/officeDocument/2006/relationships/customXml" Target="../ink/ink463.xml"/><Relationship Id="rId103" Type="http://schemas.openxmlformats.org/officeDocument/2006/relationships/customXml" Target="../ink/ink481.xml"/><Relationship Id="rId108" Type="http://schemas.openxmlformats.org/officeDocument/2006/relationships/image" Target="../media/image492.png"/><Relationship Id="rId20" Type="http://schemas.openxmlformats.org/officeDocument/2006/relationships/image" Target="../media/image448.png"/><Relationship Id="rId41" Type="http://schemas.openxmlformats.org/officeDocument/2006/relationships/customXml" Target="../ink/ink450.xml"/><Relationship Id="rId54" Type="http://schemas.openxmlformats.org/officeDocument/2006/relationships/image" Target="../media/image465.png"/><Relationship Id="rId62" Type="http://schemas.openxmlformats.org/officeDocument/2006/relationships/image" Target="../media/image469.png"/><Relationship Id="rId70" Type="http://schemas.openxmlformats.org/officeDocument/2006/relationships/image" Target="../media/image473.png"/><Relationship Id="rId75" Type="http://schemas.openxmlformats.org/officeDocument/2006/relationships/customXml" Target="../ink/ink467.xml"/><Relationship Id="rId83" Type="http://schemas.openxmlformats.org/officeDocument/2006/relationships/customXml" Target="../ink/ink471.xml"/><Relationship Id="rId88" Type="http://schemas.openxmlformats.org/officeDocument/2006/relationships/image" Target="../media/image482.png"/><Relationship Id="rId91" Type="http://schemas.openxmlformats.org/officeDocument/2006/relationships/customXml" Target="../ink/ink475.xml"/><Relationship Id="rId96" Type="http://schemas.openxmlformats.org/officeDocument/2006/relationships/image" Target="../media/image486.png"/><Relationship Id="rId111" Type="http://schemas.openxmlformats.org/officeDocument/2006/relationships/customXml" Target="../ink/ink48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1.png"/><Relationship Id="rId15" Type="http://schemas.openxmlformats.org/officeDocument/2006/relationships/customXml" Target="../ink/ink437.xml"/><Relationship Id="rId23" Type="http://schemas.openxmlformats.org/officeDocument/2006/relationships/customXml" Target="../ink/ink441.xml"/><Relationship Id="rId28" Type="http://schemas.openxmlformats.org/officeDocument/2006/relationships/image" Target="../media/image452.png"/><Relationship Id="rId36" Type="http://schemas.openxmlformats.org/officeDocument/2006/relationships/image" Target="../media/image456.png"/><Relationship Id="rId49" Type="http://schemas.openxmlformats.org/officeDocument/2006/relationships/customXml" Target="../ink/ink454.xml"/><Relationship Id="rId57" Type="http://schemas.openxmlformats.org/officeDocument/2006/relationships/customXml" Target="../ink/ink458.xml"/><Relationship Id="rId106" Type="http://schemas.openxmlformats.org/officeDocument/2006/relationships/image" Target="../media/image491.png"/><Relationship Id="rId114" Type="http://schemas.openxmlformats.org/officeDocument/2006/relationships/image" Target="../media/image495.png"/><Relationship Id="rId10" Type="http://schemas.openxmlformats.org/officeDocument/2006/relationships/image" Target="../media/image443.png"/><Relationship Id="rId31" Type="http://schemas.openxmlformats.org/officeDocument/2006/relationships/customXml" Target="../ink/ink445.xml"/><Relationship Id="rId44" Type="http://schemas.openxmlformats.org/officeDocument/2006/relationships/image" Target="../media/image460.png"/><Relationship Id="rId52" Type="http://schemas.openxmlformats.org/officeDocument/2006/relationships/image" Target="../media/image464.png"/><Relationship Id="rId60" Type="http://schemas.openxmlformats.org/officeDocument/2006/relationships/image" Target="../media/image468.png"/><Relationship Id="rId65" Type="http://schemas.openxmlformats.org/officeDocument/2006/relationships/customXml" Target="../ink/ink462.xml"/><Relationship Id="rId73" Type="http://schemas.openxmlformats.org/officeDocument/2006/relationships/customXml" Target="../ink/ink466.xml"/><Relationship Id="rId78" Type="http://schemas.openxmlformats.org/officeDocument/2006/relationships/image" Target="../media/image477.png"/><Relationship Id="rId81" Type="http://schemas.openxmlformats.org/officeDocument/2006/relationships/customXml" Target="../ink/ink470.xml"/><Relationship Id="rId86" Type="http://schemas.openxmlformats.org/officeDocument/2006/relationships/image" Target="../media/image481.png"/><Relationship Id="rId94" Type="http://schemas.openxmlformats.org/officeDocument/2006/relationships/image" Target="../media/image485.png"/><Relationship Id="rId99" Type="http://schemas.openxmlformats.org/officeDocument/2006/relationships/customXml" Target="../ink/ink479.xml"/><Relationship Id="rId101" Type="http://schemas.openxmlformats.org/officeDocument/2006/relationships/customXml" Target="../ink/ink480.xml"/><Relationship Id="rId4" Type="http://schemas.openxmlformats.org/officeDocument/2006/relationships/image" Target="../media/image440.png"/><Relationship Id="rId9" Type="http://schemas.openxmlformats.org/officeDocument/2006/relationships/customXml" Target="../ink/ink434.xml"/><Relationship Id="rId13" Type="http://schemas.openxmlformats.org/officeDocument/2006/relationships/customXml" Target="../ink/ink436.xml"/><Relationship Id="rId18" Type="http://schemas.openxmlformats.org/officeDocument/2006/relationships/image" Target="../media/image447.png"/><Relationship Id="rId39" Type="http://schemas.openxmlformats.org/officeDocument/2006/relationships/customXml" Target="../ink/ink449.xml"/><Relationship Id="rId109" Type="http://schemas.openxmlformats.org/officeDocument/2006/relationships/customXml" Target="../ink/ink484.xml"/><Relationship Id="rId34" Type="http://schemas.openxmlformats.org/officeDocument/2006/relationships/image" Target="../media/image455.png"/><Relationship Id="rId50" Type="http://schemas.openxmlformats.org/officeDocument/2006/relationships/image" Target="../media/image463.png"/><Relationship Id="rId55" Type="http://schemas.openxmlformats.org/officeDocument/2006/relationships/customXml" Target="../ink/ink457.xml"/><Relationship Id="rId76" Type="http://schemas.openxmlformats.org/officeDocument/2006/relationships/image" Target="../media/image476.png"/><Relationship Id="rId97" Type="http://schemas.openxmlformats.org/officeDocument/2006/relationships/customXml" Target="../ink/ink478.xml"/><Relationship Id="rId104" Type="http://schemas.openxmlformats.org/officeDocument/2006/relationships/image" Target="../media/image490.png"/><Relationship Id="rId7" Type="http://schemas.openxmlformats.org/officeDocument/2006/relationships/customXml" Target="../ink/ink433.xml"/><Relationship Id="rId71" Type="http://schemas.openxmlformats.org/officeDocument/2006/relationships/customXml" Target="../ink/ink465.xml"/><Relationship Id="rId92" Type="http://schemas.openxmlformats.org/officeDocument/2006/relationships/image" Target="../media/image484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6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9.png"/><Relationship Id="rId13" Type="http://schemas.openxmlformats.org/officeDocument/2006/relationships/customXml" Target="../ink/ink492.xml"/><Relationship Id="rId18" Type="http://schemas.openxmlformats.org/officeDocument/2006/relationships/image" Target="../media/image504.png"/><Relationship Id="rId26" Type="http://schemas.openxmlformats.org/officeDocument/2006/relationships/image" Target="../media/image508.png"/><Relationship Id="rId39" Type="http://schemas.openxmlformats.org/officeDocument/2006/relationships/customXml" Target="../ink/ink505.xml"/><Relationship Id="rId3" Type="http://schemas.openxmlformats.org/officeDocument/2006/relationships/customXml" Target="../ink/ink487.xml"/><Relationship Id="rId21" Type="http://schemas.openxmlformats.org/officeDocument/2006/relationships/customXml" Target="../ink/ink496.xml"/><Relationship Id="rId34" Type="http://schemas.openxmlformats.org/officeDocument/2006/relationships/image" Target="../media/image512.png"/><Relationship Id="rId42" Type="http://schemas.openxmlformats.org/officeDocument/2006/relationships/image" Target="../media/image516.png"/><Relationship Id="rId47" Type="http://schemas.openxmlformats.org/officeDocument/2006/relationships/customXml" Target="../ink/ink509.xml"/><Relationship Id="rId7" Type="http://schemas.openxmlformats.org/officeDocument/2006/relationships/customXml" Target="../ink/ink489.xml"/><Relationship Id="rId12" Type="http://schemas.openxmlformats.org/officeDocument/2006/relationships/image" Target="../media/image501.png"/><Relationship Id="rId17" Type="http://schemas.openxmlformats.org/officeDocument/2006/relationships/customXml" Target="../ink/ink494.xml"/><Relationship Id="rId25" Type="http://schemas.openxmlformats.org/officeDocument/2006/relationships/customXml" Target="../ink/ink498.xml"/><Relationship Id="rId33" Type="http://schemas.openxmlformats.org/officeDocument/2006/relationships/customXml" Target="../ink/ink502.xml"/><Relationship Id="rId38" Type="http://schemas.openxmlformats.org/officeDocument/2006/relationships/image" Target="../media/image514.png"/><Relationship Id="rId46" Type="http://schemas.openxmlformats.org/officeDocument/2006/relationships/image" Target="../media/image518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503.png"/><Relationship Id="rId20" Type="http://schemas.openxmlformats.org/officeDocument/2006/relationships/image" Target="../media/image505.png"/><Relationship Id="rId29" Type="http://schemas.openxmlformats.org/officeDocument/2006/relationships/customXml" Target="../ink/ink500.xml"/><Relationship Id="rId41" Type="http://schemas.openxmlformats.org/officeDocument/2006/relationships/customXml" Target="../ink/ink50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8.png"/><Relationship Id="rId11" Type="http://schemas.openxmlformats.org/officeDocument/2006/relationships/customXml" Target="../ink/ink491.xml"/><Relationship Id="rId24" Type="http://schemas.openxmlformats.org/officeDocument/2006/relationships/image" Target="../media/image507.png"/><Relationship Id="rId32" Type="http://schemas.openxmlformats.org/officeDocument/2006/relationships/image" Target="../media/image511.png"/><Relationship Id="rId37" Type="http://schemas.openxmlformats.org/officeDocument/2006/relationships/customXml" Target="../ink/ink504.xml"/><Relationship Id="rId40" Type="http://schemas.openxmlformats.org/officeDocument/2006/relationships/image" Target="../media/image515.png"/><Relationship Id="rId45" Type="http://schemas.openxmlformats.org/officeDocument/2006/relationships/customXml" Target="../ink/ink508.xml"/><Relationship Id="rId5" Type="http://schemas.openxmlformats.org/officeDocument/2006/relationships/customXml" Target="../ink/ink488.xml"/><Relationship Id="rId15" Type="http://schemas.openxmlformats.org/officeDocument/2006/relationships/customXml" Target="../ink/ink493.xml"/><Relationship Id="rId23" Type="http://schemas.openxmlformats.org/officeDocument/2006/relationships/customXml" Target="../ink/ink497.xml"/><Relationship Id="rId28" Type="http://schemas.openxmlformats.org/officeDocument/2006/relationships/image" Target="../media/image509.png"/><Relationship Id="rId36" Type="http://schemas.openxmlformats.org/officeDocument/2006/relationships/image" Target="../media/image513.png"/><Relationship Id="rId10" Type="http://schemas.openxmlformats.org/officeDocument/2006/relationships/image" Target="../media/image500.png"/><Relationship Id="rId19" Type="http://schemas.openxmlformats.org/officeDocument/2006/relationships/customXml" Target="../ink/ink495.xml"/><Relationship Id="rId31" Type="http://schemas.openxmlformats.org/officeDocument/2006/relationships/customXml" Target="../ink/ink501.xml"/><Relationship Id="rId44" Type="http://schemas.openxmlformats.org/officeDocument/2006/relationships/image" Target="../media/image517.png"/><Relationship Id="rId4" Type="http://schemas.openxmlformats.org/officeDocument/2006/relationships/image" Target="../media/image497.png"/><Relationship Id="rId9" Type="http://schemas.openxmlformats.org/officeDocument/2006/relationships/customXml" Target="../ink/ink490.xml"/><Relationship Id="rId14" Type="http://schemas.openxmlformats.org/officeDocument/2006/relationships/image" Target="../media/image502.png"/><Relationship Id="rId22" Type="http://schemas.openxmlformats.org/officeDocument/2006/relationships/image" Target="../media/image506.png"/><Relationship Id="rId27" Type="http://schemas.openxmlformats.org/officeDocument/2006/relationships/customXml" Target="../ink/ink499.xml"/><Relationship Id="rId30" Type="http://schemas.openxmlformats.org/officeDocument/2006/relationships/image" Target="../media/image510.png"/><Relationship Id="rId35" Type="http://schemas.openxmlformats.org/officeDocument/2006/relationships/customXml" Target="../ink/ink503.xml"/><Relationship Id="rId43" Type="http://schemas.openxmlformats.org/officeDocument/2006/relationships/customXml" Target="../ink/ink507.xml"/><Relationship Id="rId48" Type="http://schemas.openxmlformats.org/officeDocument/2006/relationships/image" Target="../media/image519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050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ko-KR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ko-KR" altLang="en-US" sz="6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장</a:t>
            </a:r>
            <a:r>
              <a:rPr lang="en-US" altLang="ko-KR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</a:t>
            </a:r>
            <a:r>
              <a:rPr lang="ko-KR" alt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프로세스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7572375" y="6400800"/>
            <a:ext cx="1571625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D42387D-304D-45B6-85DD-AF4B94C8140C}" type="slidenum">
              <a:rPr kumimoji="0" lang="en-US" altLang="ko-KR" sz="1400" smtClean="0">
                <a:solidFill>
                  <a:schemeClr val="folHlink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2</a:t>
            </a:fld>
            <a:endParaRPr kumimoji="0" lang="en-US" altLang="ko-KR" sz="1400">
              <a:solidFill>
                <a:schemeClr val="folHlink"/>
              </a:solidFill>
            </a:endParaRPr>
          </a:p>
        </p:txBody>
      </p:sp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5400" u="sng"/>
              <a:t>목  차</a:t>
            </a:r>
          </a:p>
        </p:txBody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34950" y="1916113"/>
            <a:ext cx="8707438" cy="4332287"/>
          </a:xfrm>
        </p:spPr>
        <p:txBody>
          <a:bodyPr/>
          <a:lstStyle/>
          <a:p>
            <a:pPr marL="971550" lvl="1" indent="-514350">
              <a:lnSpc>
                <a:spcPct val="120000"/>
              </a:lnSpc>
              <a:buSzPct val="100000"/>
              <a:buFont typeface="+mj-lt"/>
              <a:buAutoNum type="arabicPeriod"/>
              <a:defRPr/>
            </a:pPr>
            <a:r>
              <a:rPr lang="ko-KR" altLang="en-US" sz="3200" b="1" dirty="0">
                <a:solidFill>
                  <a:schemeClr val="accent2"/>
                </a:solidFill>
                <a:latin typeface="+mn-ea"/>
              </a:rPr>
              <a:t>프로세스 개념</a:t>
            </a:r>
            <a:endParaRPr lang="en-US" altLang="ko-KR" sz="3200" b="1" dirty="0">
              <a:solidFill>
                <a:schemeClr val="accent2"/>
              </a:solidFill>
              <a:latin typeface="+mn-ea"/>
            </a:endParaRPr>
          </a:p>
          <a:p>
            <a:pPr marL="971550" lvl="1" indent="-514350">
              <a:lnSpc>
                <a:spcPct val="120000"/>
              </a:lnSpc>
              <a:buSzPct val="100000"/>
              <a:buFont typeface="+mj-lt"/>
              <a:buAutoNum type="arabicPeriod"/>
              <a:defRPr/>
            </a:pPr>
            <a:r>
              <a:rPr lang="ko-KR" altLang="en-US" sz="3200" b="1" dirty="0">
                <a:solidFill>
                  <a:schemeClr val="accent2"/>
                </a:solidFill>
                <a:latin typeface="+mn-ea"/>
              </a:rPr>
              <a:t>프로세스 </a:t>
            </a:r>
            <a:r>
              <a:rPr lang="ko-KR" altLang="en-US" sz="3200" b="1" dirty="0" err="1">
                <a:solidFill>
                  <a:schemeClr val="accent2"/>
                </a:solidFill>
                <a:latin typeface="+mn-ea"/>
              </a:rPr>
              <a:t>스케쥴링</a:t>
            </a:r>
            <a:endParaRPr lang="en-US" altLang="ko-KR" sz="3200" b="1" dirty="0">
              <a:solidFill>
                <a:schemeClr val="accent2"/>
              </a:solidFill>
              <a:latin typeface="+mn-ea"/>
            </a:endParaRPr>
          </a:p>
          <a:p>
            <a:pPr marL="971550" lvl="1" indent="-514350">
              <a:lnSpc>
                <a:spcPct val="120000"/>
              </a:lnSpc>
              <a:buSzPct val="100000"/>
              <a:buFont typeface="+mj-lt"/>
              <a:buAutoNum type="arabicPeriod"/>
              <a:defRPr/>
            </a:pPr>
            <a:r>
              <a:rPr lang="ko-KR" altLang="en-US" sz="3200" b="1" dirty="0">
                <a:solidFill>
                  <a:schemeClr val="accent2"/>
                </a:solidFill>
                <a:latin typeface="+mn-ea"/>
              </a:rPr>
              <a:t>프로세스에 대한 연산</a:t>
            </a:r>
            <a:endParaRPr lang="en-US" altLang="ko-KR" sz="3200" b="1" dirty="0">
              <a:solidFill>
                <a:schemeClr val="accent2"/>
              </a:solidFill>
              <a:latin typeface="+mn-ea"/>
            </a:endParaRPr>
          </a:p>
          <a:p>
            <a:pPr marL="971550" lvl="1" indent="-514350">
              <a:lnSpc>
                <a:spcPct val="120000"/>
              </a:lnSpc>
              <a:buSzPct val="100000"/>
              <a:buFont typeface="+mj-lt"/>
              <a:buAutoNum type="arabicPeriod"/>
              <a:defRPr/>
            </a:pPr>
            <a:r>
              <a:rPr lang="ko-KR" altLang="en-US" sz="3200" b="1" dirty="0">
                <a:solidFill>
                  <a:schemeClr val="accent2"/>
                </a:solidFill>
                <a:latin typeface="+mn-ea"/>
              </a:rPr>
              <a:t>프로세스간 통신 </a:t>
            </a:r>
            <a:r>
              <a:rPr lang="en-US" altLang="ko-KR" sz="3200" b="1" dirty="0">
                <a:solidFill>
                  <a:schemeClr val="accent2"/>
                </a:solidFill>
                <a:latin typeface="+mn-ea"/>
              </a:rPr>
              <a:t>(IPC)</a:t>
            </a:r>
          </a:p>
          <a:p>
            <a:pPr>
              <a:defRPr/>
            </a:pPr>
            <a:endParaRPr lang="en-US" altLang="ko-KR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/>
          <a:lstStyle/>
          <a:p>
            <a:r>
              <a:rPr lang="en-US" altLang="ko-KR"/>
              <a:t>1. </a:t>
            </a:r>
            <a:r>
              <a:rPr lang="ko-KR" altLang="en-US"/>
              <a:t>프로세스 개념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4313" y="1714500"/>
            <a:ext cx="8715375" cy="4643438"/>
          </a:xfrm>
        </p:spPr>
        <p:txBody>
          <a:bodyPr lIns="92075" tIns="46038" rIns="92075" bIns="46038"/>
          <a:lstStyle/>
          <a:p>
            <a:pPr>
              <a:lnSpc>
                <a:spcPct val="90000"/>
              </a:lnSpc>
              <a:defRPr/>
            </a:pPr>
            <a:r>
              <a:rPr lang="ko-KR" altLang="en-US" dirty="0">
                <a:latin typeface="+mn-ea"/>
              </a:rPr>
              <a:t> 프로세스 정의</a:t>
            </a:r>
          </a:p>
          <a:p>
            <a:pPr lvl="1">
              <a:lnSpc>
                <a:spcPct val="90000"/>
              </a:lnSpc>
              <a:defRPr/>
            </a:pPr>
            <a:r>
              <a:rPr lang="ko-KR" altLang="en-US" sz="2000" dirty="0">
                <a:latin typeface="+mn-ea"/>
              </a:rPr>
              <a:t>프로그램이 실행되는 상태</a:t>
            </a:r>
            <a:endParaRPr lang="en-US" altLang="ko-KR" sz="2000" dirty="0">
              <a:latin typeface="+mn-ea"/>
            </a:endParaRPr>
          </a:p>
          <a:p>
            <a:pPr lvl="1">
              <a:lnSpc>
                <a:spcPct val="90000"/>
              </a:lnSpc>
              <a:defRPr/>
            </a:pPr>
            <a:r>
              <a:rPr lang="ko-KR" altLang="en-US" sz="2000" dirty="0">
                <a:latin typeface="+mn-ea"/>
              </a:rPr>
              <a:t>하나의 프로그램에서 여러 개의 프로세스 생성 가능</a:t>
            </a:r>
          </a:p>
          <a:p>
            <a:pPr lvl="1">
              <a:lnSpc>
                <a:spcPct val="90000"/>
              </a:lnSpc>
              <a:defRPr/>
            </a:pPr>
            <a:r>
              <a:rPr lang="ko-KR" altLang="en-US" sz="2000" dirty="0">
                <a:latin typeface="+mn-ea"/>
              </a:rPr>
              <a:t>프로세스는 코드</a:t>
            </a:r>
            <a:r>
              <a:rPr lang="en-US" altLang="ko-KR" sz="2000" dirty="0">
                <a:latin typeface="+mn-ea"/>
              </a:rPr>
              <a:t>, </a:t>
            </a:r>
            <a:r>
              <a:rPr lang="ko-KR" altLang="en-US" sz="2000" dirty="0" err="1">
                <a:latin typeface="+mn-ea"/>
              </a:rPr>
              <a:t>스택</a:t>
            </a:r>
            <a:r>
              <a:rPr lang="en-US" altLang="ko-KR" sz="2000" dirty="0">
                <a:latin typeface="+mn-ea"/>
              </a:rPr>
              <a:t>, </a:t>
            </a:r>
            <a:r>
              <a:rPr lang="ko-KR" altLang="en-US" sz="2000" dirty="0">
                <a:latin typeface="+mn-ea"/>
              </a:rPr>
              <a:t>자료로 구성</a:t>
            </a:r>
            <a:endParaRPr lang="en-US" altLang="ko-KR" sz="2000" dirty="0">
              <a:latin typeface="+mn-ea"/>
            </a:endParaRPr>
          </a:p>
          <a:p>
            <a:pPr lvl="1">
              <a:lnSpc>
                <a:spcPct val="90000"/>
              </a:lnSpc>
              <a:defRPr/>
            </a:pPr>
            <a:r>
              <a:rPr lang="ko-KR" altLang="en-US" sz="2000" dirty="0">
                <a:latin typeface="+mn-ea"/>
              </a:rPr>
              <a:t>프로세스는 </a:t>
            </a:r>
            <a:r>
              <a:rPr lang="en-US" altLang="ko-KR" sz="2000" dirty="0">
                <a:latin typeface="+mn-ea"/>
              </a:rPr>
              <a:t>PCB(Process Control Block)</a:t>
            </a:r>
            <a:r>
              <a:rPr lang="ko-KR" altLang="en-US" sz="2000" dirty="0">
                <a:latin typeface="+mn-ea"/>
              </a:rPr>
              <a:t>로 대표</a:t>
            </a:r>
            <a:endParaRPr lang="en-US" altLang="ko-KR" sz="2000" dirty="0">
              <a:latin typeface="+mn-ea"/>
            </a:endParaRPr>
          </a:p>
          <a:p>
            <a:pPr lvl="1">
              <a:lnSpc>
                <a:spcPct val="90000"/>
              </a:lnSpc>
              <a:defRPr/>
            </a:pPr>
            <a:r>
              <a:rPr lang="ko-KR" altLang="en-US" sz="2000" dirty="0">
                <a:latin typeface="+mn-ea"/>
              </a:rPr>
              <a:t>작업의 단위로서의 프로세스</a:t>
            </a:r>
            <a:endParaRPr lang="en-US" altLang="ko-KR" sz="2000" dirty="0">
              <a:latin typeface="+mn-ea"/>
            </a:endParaRPr>
          </a:p>
          <a:p>
            <a:pPr lvl="1">
              <a:lnSpc>
                <a:spcPct val="90000"/>
              </a:lnSpc>
              <a:defRPr/>
            </a:pPr>
            <a:endParaRPr lang="ko-KR" altLang="en-US" sz="1800" dirty="0">
              <a:latin typeface="+mn-ea"/>
            </a:endParaRPr>
          </a:p>
          <a:p>
            <a:pPr>
              <a:lnSpc>
                <a:spcPct val="90000"/>
              </a:lnSpc>
              <a:defRPr/>
            </a:pPr>
            <a:r>
              <a:rPr lang="ko-KR" altLang="en-US" dirty="0">
                <a:latin typeface="+mn-ea"/>
              </a:rPr>
              <a:t> 프로세스의 상태</a:t>
            </a:r>
          </a:p>
          <a:p>
            <a:pPr lvl="1">
              <a:lnSpc>
                <a:spcPct val="90000"/>
              </a:lnSpc>
              <a:defRPr/>
            </a:pPr>
            <a:r>
              <a:rPr lang="ko-KR" altLang="en-US" sz="2000" dirty="0">
                <a:latin typeface="+mn-ea"/>
              </a:rPr>
              <a:t>프로세스는 실행되면서 자신의 상태</a:t>
            </a:r>
            <a:r>
              <a:rPr lang="en-US" altLang="ko-KR" sz="2000" dirty="0">
                <a:latin typeface="+mn-ea"/>
              </a:rPr>
              <a:t>(state)</a:t>
            </a:r>
            <a:r>
              <a:rPr lang="ko-KR" altLang="en-US" sz="2000" dirty="0">
                <a:latin typeface="+mn-ea"/>
              </a:rPr>
              <a:t>가 변함</a:t>
            </a:r>
            <a:endParaRPr lang="en-US" altLang="ko-KR" sz="2000" dirty="0">
              <a:latin typeface="+mn-ea"/>
            </a:endParaRPr>
          </a:p>
          <a:p>
            <a:pPr lvl="1">
              <a:lnSpc>
                <a:spcPct val="90000"/>
              </a:lnSpc>
              <a:defRPr/>
            </a:pPr>
            <a:r>
              <a:rPr lang="en-US" altLang="ko-KR" sz="2000" dirty="0">
                <a:latin typeface="+mn-ea"/>
              </a:rPr>
              <a:t>5</a:t>
            </a:r>
            <a:r>
              <a:rPr lang="ko-KR" altLang="en-US" sz="2000" dirty="0">
                <a:latin typeface="+mn-ea"/>
              </a:rPr>
              <a:t>가지 상태 </a:t>
            </a:r>
            <a:r>
              <a:rPr lang="en-US" altLang="ko-KR" sz="2000" dirty="0">
                <a:latin typeface="+mn-ea"/>
              </a:rPr>
              <a:t>- </a:t>
            </a:r>
            <a:r>
              <a:rPr lang="ko-KR" altLang="en-US" sz="2000" dirty="0">
                <a:latin typeface="+mn-ea"/>
              </a:rPr>
              <a:t>신규</a:t>
            </a:r>
            <a:r>
              <a:rPr lang="en-US" altLang="ko-KR" sz="2000" dirty="0">
                <a:latin typeface="+mn-ea"/>
              </a:rPr>
              <a:t>, </a:t>
            </a:r>
            <a:r>
              <a:rPr lang="ko-KR" altLang="en-US" sz="2000" dirty="0">
                <a:latin typeface="+mn-ea"/>
              </a:rPr>
              <a:t>준비</a:t>
            </a:r>
            <a:r>
              <a:rPr lang="en-US" altLang="ko-KR" sz="2000" dirty="0">
                <a:latin typeface="+mn-ea"/>
              </a:rPr>
              <a:t>, </a:t>
            </a:r>
            <a:r>
              <a:rPr lang="ko-KR" altLang="en-US" sz="2000" dirty="0">
                <a:latin typeface="+mn-ea"/>
              </a:rPr>
              <a:t>실행</a:t>
            </a:r>
            <a:r>
              <a:rPr lang="en-US" altLang="ko-KR" sz="2000" dirty="0">
                <a:latin typeface="+mn-ea"/>
              </a:rPr>
              <a:t>, </a:t>
            </a:r>
            <a:r>
              <a:rPr lang="ko-KR" altLang="en-US" sz="2000" dirty="0">
                <a:latin typeface="+mn-ea"/>
              </a:rPr>
              <a:t>대기</a:t>
            </a:r>
            <a:r>
              <a:rPr lang="en-US" altLang="ko-KR" sz="2000" dirty="0">
                <a:latin typeface="+mn-ea"/>
              </a:rPr>
              <a:t>, </a:t>
            </a:r>
            <a:r>
              <a:rPr lang="ko-KR" altLang="en-US" sz="2000" dirty="0">
                <a:latin typeface="+mn-ea"/>
              </a:rPr>
              <a:t>종료</a:t>
            </a:r>
          </a:p>
        </p:txBody>
      </p:sp>
      <p:sp>
        <p:nvSpPr>
          <p:cNvPr id="10244" name="슬라이드 번호 개체 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D4BC25A-8D32-4EA4-9631-4C6F2E8C444C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3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EE17C1AA-B4D4-820F-432D-D61160A5532A}"/>
              </a:ext>
            </a:extLst>
          </p:cNvPr>
          <p:cNvGrpSpPr/>
          <p:nvPr/>
        </p:nvGrpSpPr>
        <p:grpSpPr>
          <a:xfrm>
            <a:off x="6844822" y="2038954"/>
            <a:ext cx="2110680" cy="536760"/>
            <a:chOff x="6844822" y="2038954"/>
            <a:chExt cx="2110680" cy="536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2" name="잉크 1">
                  <a:extLst>
                    <a:ext uri="{FF2B5EF4-FFF2-40B4-BE49-F238E27FC236}">
                      <a16:creationId xmlns:a16="http://schemas.microsoft.com/office/drawing/2014/main" id="{AE86E536-95F9-0B63-C309-DB7A6598E837}"/>
                    </a:ext>
                  </a:extLst>
                </p14:cNvPr>
                <p14:cNvContentPartPr/>
                <p14:nvPr/>
              </p14:nvContentPartPr>
              <p14:xfrm>
                <a:off x="6844822" y="2388154"/>
                <a:ext cx="131040" cy="92880"/>
              </p14:xfrm>
            </p:contentPart>
          </mc:Choice>
          <mc:Fallback>
            <p:pic>
              <p:nvPicPr>
                <p:cNvPr id="2" name="잉크 1">
                  <a:extLst>
                    <a:ext uri="{FF2B5EF4-FFF2-40B4-BE49-F238E27FC236}">
                      <a16:creationId xmlns:a16="http://schemas.microsoft.com/office/drawing/2014/main" id="{AE86E536-95F9-0B63-C309-DB7A6598E837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835822" y="2379154"/>
                  <a:ext cx="14868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3" name="잉크 2">
                  <a:extLst>
                    <a:ext uri="{FF2B5EF4-FFF2-40B4-BE49-F238E27FC236}">
                      <a16:creationId xmlns:a16="http://schemas.microsoft.com/office/drawing/2014/main" id="{92D7DC72-3CE9-9CB5-EA6E-DA2EE6999387}"/>
                    </a:ext>
                  </a:extLst>
                </p14:cNvPr>
                <p14:cNvContentPartPr/>
                <p14:nvPr/>
              </p14:nvContentPartPr>
              <p14:xfrm>
                <a:off x="6891622" y="2430994"/>
                <a:ext cx="102960" cy="41040"/>
              </p14:xfrm>
            </p:contentPart>
          </mc:Choice>
          <mc:Fallback>
            <p:pic>
              <p:nvPicPr>
                <p:cNvPr id="3" name="잉크 2">
                  <a:extLst>
                    <a:ext uri="{FF2B5EF4-FFF2-40B4-BE49-F238E27FC236}">
                      <a16:creationId xmlns:a16="http://schemas.microsoft.com/office/drawing/2014/main" id="{92D7DC72-3CE9-9CB5-EA6E-DA2EE6999387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882982" y="2421994"/>
                  <a:ext cx="12060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4" name="잉크 3">
                  <a:extLst>
                    <a:ext uri="{FF2B5EF4-FFF2-40B4-BE49-F238E27FC236}">
                      <a16:creationId xmlns:a16="http://schemas.microsoft.com/office/drawing/2014/main" id="{89166C34-A51F-B037-3BE1-D4F99A803BF6}"/>
                    </a:ext>
                  </a:extLst>
                </p14:cNvPr>
                <p14:cNvContentPartPr/>
                <p14:nvPr/>
              </p14:nvContentPartPr>
              <p14:xfrm>
                <a:off x="6868222" y="2486074"/>
                <a:ext cx="194760" cy="70920"/>
              </p14:xfrm>
            </p:contentPart>
          </mc:Choice>
          <mc:Fallback>
            <p:pic>
              <p:nvPicPr>
                <p:cNvPr id="4" name="잉크 3">
                  <a:extLst>
                    <a:ext uri="{FF2B5EF4-FFF2-40B4-BE49-F238E27FC236}">
                      <a16:creationId xmlns:a16="http://schemas.microsoft.com/office/drawing/2014/main" id="{89166C34-A51F-B037-3BE1-D4F99A803BF6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859582" y="2477434"/>
                  <a:ext cx="21240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5" name="잉크 4">
                  <a:extLst>
                    <a:ext uri="{FF2B5EF4-FFF2-40B4-BE49-F238E27FC236}">
                      <a16:creationId xmlns:a16="http://schemas.microsoft.com/office/drawing/2014/main" id="{B3A2359F-5702-6CC8-C3B5-E7A557B69231}"/>
                    </a:ext>
                  </a:extLst>
                </p14:cNvPr>
                <p14:cNvContentPartPr/>
                <p14:nvPr/>
              </p14:nvContentPartPr>
              <p14:xfrm>
                <a:off x="7037062" y="2346034"/>
                <a:ext cx="142920" cy="93600"/>
              </p14:xfrm>
            </p:contentPart>
          </mc:Choice>
          <mc:Fallback>
            <p:pic>
              <p:nvPicPr>
                <p:cNvPr id="5" name="잉크 4">
                  <a:extLst>
                    <a:ext uri="{FF2B5EF4-FFF2-40B4-BE49-F238E27FC236}">
                      <a16:creationId xmlns:a16="http://schemas.microsoft.com/office/drawing/2014/main" id="{B3A2359F-5702-6CC8-C3B5-E7A557B69231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028422" y="2337034"/>
                  <a:ext cx="16056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6" name="잉크 5">
                  <a:extLst>
                    <a:ext uri="{FF2B5EF4-FFF2-40B4-BE49-F238E27FC236}">
                      <a16:creationId xmlns:a16="http://schemas.microsoft.com/office/drawing/2014/main" id="{BDB3CB4E-0B2F-B7AE-9862-4606D23FEBD1}"/>
                    </a:ext>
                  </a:extLst>
                </p14:cNvPr>
                <p14:cNvContentPartPr/>
                <p14:nvPr/>
              </p14:nvContentPartPr>
              <p14:xfrm>
                <a:off x="7078102" y="2421634"/>
                <a:ext cx="158040" cy="70200"/>
              </p14:xfrm>
            </p:contentPart>
          </mc:Choice>
          <mc:Fallback>
            <p:pic>
              <p:nvPicPr>
                <p:cNvPr id="6" name="잉크 5">
                  <a:extLst>
                    <a:ext uri="{FF2B5EF4-FFF2-40B4-BE49-F238E27FC236}">
                      <a16:creationId xmlns:a16="http://schemas.microsoft.com/office/drawing/2014/main" id="{BDB3CB4E-0B2F-B7AE-9862-4606D23FEBD1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7069102" y="2412634"/>
                  <a:ext cx="17568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AF725FE1-2288-51B0-30BD-C3D5FCCF3550}"/>
                    </a:ext>
                  </a:extLst>
                </p14:cNvPr>
                <p14:cNvContentPartPr/>
                <p14:nvPr/>
              </p14:nvContentPartPr>
              <p14:xfrm>
                <a:off x="7127422" y="2456194"/>
                <a:ext cx="143640" cy="102240"/>
              </p14:xfrm>
            </p:contentPart>
          </mc:Choice>
          <mc:Fallback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AF725FE1-2288-51B0-30BD-C3D5FCCF3550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7118782" y="2447554"/>
                  <a:ext cx="16128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CF34C6D4-F671-5C6E-F910-7449E41EF810}"/>
                    </a:ext>
                  </a:extLst>
                </p14:cNvPr>
                <p14:cNvContentPartPr/>
                <p14:nvPr/>
              </p14:nvContentPartPr>
              <p14:xfrm>
                <a:off x="7153342" y="2491834"/>
                <a:ext cx="142560" cy="83880"/>
              </p14:xfrm>
            </p:contentPart>
          </mc:Choice>
          <mc:Fallback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CF34C6D4-F671-5C6E-F910-7449E41EF810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7144342" y="2483194"/>
                  <a:ext cx="16020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F80D0E30-A5CA-81EB-F571-E6CB395F6CE2}"/>
                    </a:ext>
                  </a:extLst>
                </p14:cNvPr>
                <p14:cNvContentPartPr/>
                <p14:nvPr/>
              </p14:nvContentPartPr>
              <p14:xfrm>
                <a:off x="7419382" y="2465914"/>
                <a:ext cx="11880" cy="37440"/>
              </p14:xfrm>
            </p:contentPart>
          </mc:Choice>
          <mc:Fallback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F80D0E30-A5CA-81EB-F571-E6CB395F6CE2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7410382" y="2457274"/>
                  <a:ext cx="2952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99381566-221D-7BC4-2A15-A9987925948D}"/>
                    </a:ext>
                  </a:extLst>
                </p14:cNvPr>
                <p14:cNvContentPartPr/>
                <p14:nvPr/>
              </p14:nvContentPartPr>
              <p14:xfrm>
                <a:off x="7574902" y="2289154"/>
                <a:ext cx="100800" cy="106560"/>
              </p14:xfrm>
            </p:contentPart>
          </mc:Choice>
          <mc:Fallback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99381566-221D-7BC4-2A15-A9987925948D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7566262" y="2280154"/>
                  <a:ext cx="11844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8B0D6B75-1A2A-B4A4-1DA6-FE6E8E32F2AA}"/>
                    </a:ext>
                  </a:extLst>
                </p14:cNvPr>
                <p14:cNvContentPartPr/>
                <p14:nvPr/>
              </p14:nvContentPartPr>
              <p14:xfrm>
                <a:off x="7695862" y="2247754"/>
                <a:ext cx="32040" cy="151560"/>
              </p14:xfrm>
            </p:contentPart>
          </mc:Choice>
          <mc:Fallback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8B0D6B75-1A2A-B4A4-1DA6-FE6E8E32F2AA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7687222" y="2238754"/>
                  <a:ext cx="4968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FC558699-955B-F9BC-0ACB-1193BBBD5276}"/>
                    </a:ext>
                  </a:extLst>
                </p14:cNvPr>
                <p14:cNvContentPartPr/>
                <p14:nvPr/>
              </p14:nvContentPartPr>
              <p14:xfrm>
                <a:off x="7609102" y="2420554"/>
                <a:ext cx="163080" cy="41400"/>
              </p14:xfrm>
            </p:contentPart>
          </mc:Choice>
          <mc:Fallback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FC558699-955B-F9BC-0ACB-1193BBBD5276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7600102" y="2411554"/>
                  <a:ext cx="18072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904769DE-3FEB-FA1B-1A10-793B3DF33814}"/>
                    </a:ext>
                  </a:extLst>
                </p14:cNvPr>
                <p14:cNvContentPartPr/>
                <p14:nvPr/>
              </p14:nvContentPartPr>
              <p14:xfrm>
                <a:off x="7756342" y="2283754"/>
                <a:ext cx="95040" cy="137520"/>
              </p14:xfrm>
            </p:contentPart>
          </mc:Choice>
          <mc:Fallback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904769DE-3FEB-FA1B-1A10-793B3DF33814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7747342" y="2275114"/>
                  <a:ext cx="11268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4219FBA7-1A27-4944-23FE-BB0E2750D55F}"/>
                    </a:ext>
                  </a:extLst>
                </p14:cNvPr>
                <p14:cNvContentPartPr/>
                <p14:nvPr/>
              </p14:nvContentPartPr>
              <p14:xfrm>
                <a:off x="7760302" y="2301394"/>
                <a:ext cx="86040" cy="57240"/>
              </p14:xfrm>
            </p:contentPart>
          </mc:Choice>
          <mc:Fallback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4219FBA7-1A27-4944-23FE-BB0E2750D55F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7751662" y="2292754"/>
                  <a:ext cx="10368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FE4CE79E-EAD4-239B-AB92-EDA6559EA44C}"/>
                    </a:ext>
                  </a:extLst>
                </p14:cNvPr>
                <p14:cNvContentPartPr/>
                <p14:nvPr/>
              </p14:nvContentPartPr>
              <p14:xfrm>
                <a:off x="7847422" y="2247034"/>
                <a:ext cx="153000" cy="154800"/>
              </p14:xfrm>
            </p:contentPart>
          </mc:Choice>
          <mc:Fallback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FE4CE79E-EAD4-239B-AB92-EDA6559EA44C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7838782" y="2238394"/>
                  <a:ext cx="17064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ACF8336A-8265-5521-73E0-513E62463AF1}"/>
                    </a:ext>
                  </a:extLst>
                </p14:cNvPr>
                <p14:cNvContentPartPr/>
                <p14:nvPr/>
              </p14:nvContentPartPr>
              <p14:xfrm>
                <a:off x="7961902" y="2245594"/>
                <a:ext cx="78120" cy="108000"/>
              </p14:xfrm>
            </p:contentPart>
          </mc:Choice>
          <mc:Fallback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ACF8336A-8265-5521-73E0-513E62463AF1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7953262" y="2236954"/>
                  <a:ext cx="9576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796196E7-68AC-17A1-0079-61CEB6684003}"/>
                    </a:ext>
                  </a:extLst>
                </p14:cNvPr>
                <p14:cNvContentPartPr/>
                <p14:nvPr/>
              </p14:nvContentPartPr>
              <p14:xfrm>
                <a:off x="7991782" y="2228674"/>
                <a:ext cx="68760" cy="221040"/>
              </p14:xfrm>
            </p:contentPart>
          </mc:Choice>
          <mc:Fallback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796196E7-68AC-17A1-0079-61CEB6684003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7982782" y="2219674"/>
                  <a:ext cx="8640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19" name="잉크 18">
                  <a:extLst>
                    <a:ext uri="{FF2B5EF4-FFF2-40B4-BE49-F238E27FC236}">
                      <a16:creationId xmlns:a16="http://schemas.microsoft.com/office/drawing/2014/main" id="{664C0B33-A166-A715-EF4E-B643995DDE2B}"/>
                    </a:ext>
                  </a:extLst>
                </p14:cNvPr>
                <p14:cNvContentPartPr/>
                <p14:nvPr/>
              </p14:nvContentPartPr>
              <p14:xfrm>
                <a:off x="8031742" y="2391754"/>
                <a:ext cx="132120" cy="57600"/>
              </p14:xfrm>
            </p:contentPart>
          </mc:Choice>
          <mc:Fallback>
            <p:pic>
              <p:nvPicPr>
                <p:cNvPr id="19" name="잉크 18">
                  <a:extLst>
                    <a:ext uri="{FF2B5EF4-FFF2-40B4-BE49-F238E27FC236}">
                      <a16:creationId xmlns:a16="http://schemas.microsoft.com/office/drawing/2014/main" id="{664C0B33-A166-A715-EF4E-B643995DDE2B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8022742" y="2383114"/>
                  <a:ext cx="14976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0" name="잉크 19">
                  <a:extLst>
                    <a:ext uri="{FF2B5EF4-FFF2-40B4-BE49-F238E27FC236}">
                      <a16:creationId xmlns:a16="http://schemas.microsoft.com/office/drawing/2014/main" id="{7209B291-B82B-AC93-54CC-A9F303C96349}"/>
                    </a:ext>
                  </a:extLst>
                </p14:cNvPr>
                <p14:cNvContentPartPr/>
                <p14:nvPr/>
              </p14:nvContentPartPr>
              <p14:xfrm>
                <a:off x="8174662" y="2198794"/>
                <a:ext cx="100440" cy="117000"/>
              </p14:xfrm>
            </p:contentPart>
          </mc:Choice>
          <mc:Fallback>
            <p:pic>
              <p:nvPicPr>
                <p:cNvPr id="20" name="잉크 19">
                  <a:extLst>
                    <a:ext uri="{FF2B5EF4-FFF2-40B4-BE49-F238E27FC236}">
                      <a16:creationId xmlns:a16="http://schemas.microsoft.com/office/drawing/2014/main" id="{7209B291-B82B-AC93-54CC-A9F303C96349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8165662" y="2190154"/>
                  <a:ext cx="11808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1" name="잉크 20">
                  <a:extLst>
                    <a:ext uri="{FF2B5EF4-FFF2-40B4-BE49-F238E27FC236}">
                      <a16:creationId xmlns:a16="http://schemas.microsoft.com/office/drawing/2014/main" id="{504FC5BB-CFF1-1F17-148D-95F9598E8735}"/>
                    </a:ext>
                  </a:extLst>
                </p14:cNvPr>
                <p14:cNvContentPartPr/>
                <p14:nvPr/>
              </p14:nvContentPartPr>
              <p14:xfrm>
                <a:off x="8290582" y="2149114"/>
                <a:ext cx="34920" cy="159480"/>
              </p14:xfrm>
            </p:contentPart>
          </mc:Choice>
          <mc:Fallback>
            <p:pic>
              <p:nvPicPr>
                <p:cNvPr id="21" name="잉크 20">
                  <a:extLst>
                    <a:ext uri="{FF2B5EF4-FFF2-40B4-BE49-F238E27FC236}">
                      <a16:creationId xmlns:a16="http://schemas.microsoft.com/office/drawing/2014/main" id="{504FC5BB-CFF1-1F17-148D-95F9598E8735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8281582" y="2140114"/>
                  <a:ext cx="5256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2" name="잉크 21">
                  <a:extLst>
                    <a:ext uri="{FF2B5EF4-FFF2-40B4-BE49-F238E27FC236}">
                      <a16:creationId xmlns:a16="http://schemas.microsoft.com/office/drawing/2014/main" id="{A19ECDF4-7CE6-862C-E672-ED8CC1003DD1}"/>
                    </a:ext>
                  </a:extLst>
                </p14:cNvPr>
                <p14:cNvContentPartPr/>
                <p14:nvPr/>
              </p14:nvContentPartPr>
              <p14:xfrm>
                <a:off x="8157742" y="2158474"/>
                <a:ext cx="221760" cy="255240"/>
              </p14:xfrm>
            </p:contentPart>
          </mc:Choice>
          <mc:Fallback>
            <p:pic>
              <p:nvPicPr>
                <p:cNvPr id="22" name="잉크 21">
                  <a:extLst>
                    <a:ext uri="{FF2B5EF4-FFF2-40B4-BE49-F238E27FC236}">
                      <a16:creationId xmlns:a16="http://schemas.microsoft.com/office/drawing/2014/main" id="{A19ECDF4-7CE6-862C-E672-ED8CC1003DD1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8149102" y="2149474"/>
                  <a:ext cx="23940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23" name="잉크 22">
                  <a:extLst>
                    <a:ext uri="{FF2B5EF4-FFF2-40B4-BE49-F238E27FC236}">
                      <a16:creationId xmlns:a16="http://schemas.microsoft.com/office/drawing/2014/main" id="{A02ECFD6-A9B2-70A6-FEF1-AD57CE38A043}"/>
                    </a:ext>
                  </a:extLst>
                </p14:cNvPr>
                <p14:cNvContentPartPr/>
                <p14:nvPr/>
              </p14:nvContentPartPr>
              <p14:xfrm>
                <a:off x="8298142" y="2172514"/>
                <a:ext cx="203760" cy="160200"/>
              </p14:xfrm>
            </p:contentPart>
          </mc:Choice>
          <mc:Fallback>
            <p:pic>
              <p:nvPicPr>
                <p:cNvPr id="23" name="잉크 22">
                  <a:extLst>
                    <a:ext uri="{FF2B5EF4-FFF2-40B4-BE49-F238E27FC236}">
                      <a16:creationId xmlns:a16="http://schemas.microsoft.com/office/drawing/2014/main" id="{A02ECFD6-A9B2-70A6-FEF1-AD57CE38A043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8289502" y="2163874"/>
                  <a:ext cx="22140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24" name="잉크 23">
                  <a:extLst>
                    <a:ext uri="{FF2B5EF4-FFF2-40B4-BE49-F238E27FC236}">
                      <a16:creationId xmlns:a16="http://schemas.microsoft.com/office/drawing/2014/main" id="{B43F7959-8A04-AF1E-96AE-89778FDC2209}"/>
                    </a:ext>
                  </a:extLst>
                </p14:cNvPr>
                <p14:cNvContentPartPr/>
                <p14:nvPr/>
              </p14:nvContentPartPr>
              <p14:xfrm>
                <a:off x="8414062" y="2095474"/>
                <a:ext cx="135720" cy="145440"/>
              </p14:xfrm>
            </p:contentPart>
          </mc:Choice>
          <mc:Fallback>
            <p:pic>
              <p:nvPicPr>
                <p:cNvPr id="24" name="잉크 23">
                  <a:extLst>
                    <a:ext uri="{FF2B5EF4-FFF2-40B4-BE49-F238E27FC236}">
                      <a16:creationId xmlns:a16="http://schemas.microsoft.com/office/drawing/2014/main" id="{B43F7959-8A04-AF1E-96AE-89778FDC2209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8405062" y="2086834"/>
                  <a:ext cx="15336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25" name="잉크 24">
                  <a:extLst>
                    <a:ext uri="{FF2B5EF4-FFF2-40B4-BE49-F238E27FC236}">
                      <a16:creationId xmlns:a16="http://schemas.microsoft.com/office/drawing/2014/main" id="{B4109B5F-B0C9-4498-1518-14611B7A4C77}"/>
                    </a:ext>
                  </a:extLst>
                </p14:cNvPr>
                <p14:cNvContentPartPr/>
                <p14:nvPr/>
              </p14:nvContentPartPr>
              <p14:xfrm>
                <a:off x="8445022" y="2140114"/>
                <a:ext cx="162720" cy="120240"/>
              </p14:xfrm>
            </p:contentPart>
          </mc:Choice>
          <mc:Fallback>
            <p:pic>
              <p:nvPicPr>
                <p:cNvPr id="25" name="잉크 24">
                  <a:extLst>
                    <a:ext uri="{FF2B5EF4-FFF2-40B4-BE49-F238E27FC236}">
                      <a16:creationId xmlns:a16="http://schemas.microsoft.com/office/drawing/2014/main" id="{B4109B5F-B0C9-4498-1518-14611B7A4C77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8436382" y="2131474"/>
                  <a:ext cx="18036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26" name="잉크 25">
                  <a:extLst>
                    <a:ext uri="{FF2B5EF4-FFF2-40B4-BE49-F238E27FC236}">
                      <a16:creationId xmlns:a16="http://schemas.microsoft.com/office/drawing/2014/main" id="{9952E24A-6965-79C4-0A48-B7F460B46235}"/>
                    </a:ext>
                  </a:extLst>
                </p14:cNvPr>
                <p14:cNvContentPartPr/>
                <p14:nvPr/>
              </p14:nvContentPartPr>
              <p14:xfrm>
                <a:off x="8488942" y="2239114"/>
                <a:ext cx="97920" cy="52560"/>
              </p14:xfrm>
            </p:contentPart>
          </mc:Choice>
          <mc:Fallback>
            <p:pic>
              <p:nvPicPr>
                <p:cNvPr id="26" name="잉크 25">
                  <a:extLst>
                    <a:ext uri="{FF2B5EF4-FFF2-40B4-BE49-F238E27FC236}">
                      <a16:creationId xmlns:a16="http://schemas.microsoft.com/office/drawing/2014/main" id="{9952E24A-6965-79C4-0A48-B7F460B46235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8480302" y="2230114"/>
                  <a:ext cx="11556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27" name="잉크 26">
                  <a:extLst>
                    <a:ext uri="{FF2B5EF4-FFF2-40B4-BE49-F238E27FC236}">
                      <a16:creationId xmlns:a16="http://schemas.microsoft.com/office/drawing/2014/main" id="{5B220A96-EEFB-696D-2601-D585502C69B3}"/>
                    </a:ext>
                  </a:extLst>
                </p14:cNvPr>
                <p14:cNvContentPartPr/>
                <p14:nvPr/>
              </p14:nvContentPartPr>
              <p14:xfrm>
                <a:off x="8515222" y="2286274"/>
                <a:ext cx="126360" cy="92520"/>
              </p14:xfrm>
            </p:contentPart>
          </mc:Choice>
          <mc:Fallback>
            <p:pic>
              <p:nvPicPr>
                <p:cNvPr id="27" name="잉크 26">
                  <a:extLst>
                    <a:ext uri="{FF2B5EF4-FFF2-40B4-BE49-F238E27FC236}">
                      <a16:creationId xmlns:a16="http://schemas.microsoft.com/office/drawing/2014/main" id="{5B220A96-EEFB-696D-2601-D585502C69B3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8506582" y="2277274"/>
                  <a:ext cx="14400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28" name="잉크 27">
                  <a:extLst>
                    <a:ext uri="{FF2B5EF4-FFF2-40B4-BE49-F238E27FC236}">
                      <a16:creationId xmlns:a16="http://schemas.microsoft.com/office/drawing/2014/main" id="{4C338FE1-12B3-DE71-BCEF-6A774B9280D8}"/>
                    </a:ext>
                  </a:extLst>
                </p14:cNvPr>
                <p14:cNvContentPartPr/>
                <p14:nvPr/>
              </p14:nvContentPartPr>
              <p14:xfrm>
                <a:off x="8616742" y="2110954"/>
                <a:ext cx="155520" cy="196560"/>
              </p14:xfrm>
            </p:contentPart>
          </mc:Choice>
          <mc:Fallback>
            <p:pic>
              <p:nvPicPr>
                <p:cNvPr id="28" name="잉크 27">
                  <a:extLst>
                    <a:ext uri="{FF2B5EF4-FFF2-40B4-BE49-F238E27FC236}">
                      <a16:creationId xmlns:a16="http://schemas.microsoft.com/office/drawing/2014/main" id="{4C338FE1-12B3-DE71-BCEF-6A774B9280D8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8608102" y="2101954"/>
                  <a:ext cx="17316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29" name="잉크 28">
                  <a:extLst>
                    <a:ext uri="{FF2B5EF4-FFF2-40B4-BE49-F238E27FC236}">
                      <a16:creationId xmlns:a16="http://schemas.microsoft.com/office/drawing/2014/main" id="{B88E3988-0862-F473-412D-BE15A850D793}"/>
                    </a:ext>
                  </a:extLst>
                </p14:cNvPr>
                <p14:cNvContentPartPr/>
                <p14:nvPr/>
              </p14:nvContentPartPr>
              <p14:xfrm>
                <a:off x="8754982" y="2038954"/>
                <a:ext cx="200520" cy="250200"/>
              </p14:xfrm>
            </p:contentPart>
          </mc:Choice>
          <mc:Fallback>
            <p:pic>
              <p:nvPicPr>
                <p:cNvPr id="29" name="잉크 28">
                  <a:extLst>
                    <a:ext uri="{FF2B5EF4-FFF2-40B4-BE49-F238E27FC236}">
                      <a16:creationId xmlns:a16="http://schemas.microsoft.com/office/drawing/2014/main" id="{B88E3988-0862-F473-412D-BE15A850D793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8745982" y="2029954"/>
                  <a:ext cx="218160" cy="267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77" name="그룹 7176">
            <a:extLst>
              <a:ext uri="{FF2B5EF4-FFF2-40B4-BE49-F238E27FC236}">
                <a16:creationId xmlns:a16="http://schemas.microsoft.com/office/drawing/2014/main" id="{E34F05DF-53D5-25D4-9FE4-6F7189DBCEDD}"/>
              </a:ext>
            </a:extLst>
          </p:cNvPr>
          <p:cNvGrpSpPr/>
          <p:nvPr/>
        </p:nvGrpSpPr>
        <p:grpSpPr>
          <a:xfrm>
            <a:off x="4102702" y="2136874"/>
            <a:ext cx="385560" cy="359640"/>
            <a:chOff x="4102702" y="2136874"/>
            <a:chExt cx="385560" cy="359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7173" name="잉크 7172">
                  <a:extLst>
                    <a:ext uri="{FF2B5EF4-FFF2-40B4-BE49-F238E27FC236}">
                      <a16:creationId xmlns:a16="http://schemas.microsoft.com/office/drawing/2014/main" id="{E7EBEEB5-DA63-BA8E-FA09-8DE94478E9DE}"/>
                    </a:ext>
                  </a:extLst>
                </p14:cNvPr>
                <p14:cNvContentPartPr/>
                <p14:nvPr/>
              </p14:nvContentPartPr>
              <p14:xfrm>
                <a:off x="4102702" y="2136874"/>
                <a:ext cx="42840" cy="12240"/>
              </p14:xfrm>
            </p:contentPart>
          </mc:Choice>
          <mc:Fallback>
            <p:pic>
              <p:nvPicPr>
                <p:cNvPr id="7173" name="잉크 7172">
                  <a:extLst>
                    <a:ext uri="{FF2B5EF4-FFF2-40B4-BE49-F238E27FC236}">
                      <a16:creationId xmlns:a16="http://schemas.microsoft.com/office/drawing/2014/main" id="{E7EBEEB5-DA63-BA8E-FA09-8DE94478E9DE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4094062" y="2127874"/>
                  <a:ext cx="6048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7174" name="잉크 7173">
                  <a:extLst>
                    <a:ext uri="{FF2B5EF4-FFF2-40B4-BE49-F238E27FC236}">
                      <a16:creationId xmlns:a16="http://schemas.microsoft.com/office/drawing/2014/main" id="{E39CDDD6-5933-220E-6286-70D195C4080A}"/>
                    </a:ext>
                  </a:extLst>
                </p14:cNvPr>
                <p14:cNvContentPartPr/>
                <p14:nvPr/>
              </p14:nvContentPartPr>
              <p14:xfrm>
                <a:off x="4142302" y="2230114"/>
                <a:ext cx="11880" cy="99720"/>
              </p14:xfrm>
            </p:contentPart>
          </mc:Choice>
          <mc:Fallback>
            <p:pic>
              <p:nvPicPr>
                <p:cNvPr id="7174" name="잉크 7173">
                  <a:extLst>
                    <a:ext uri="{FF2B5EF4-FFF2-40B4-BE49-F238E27FC236}">
                      <a16:creationId xmlns:a16="http://schemas.microsoft.com/office/drawing/2014/main" id="{E39CDDD6-5933-220E-6286-70D195C4080A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4133302" y="2221474"/>
                  <a:ext cx="2952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7175" name="잉크 7174">
                  <a:extLst>
                    <a:ext uri="{FF2B5EF4-FFF2-40B4-BE49-F238E27FC236}">
                      <a16:creationId xmlns:a16="http://schemas.microsoft.com/office/drawing/2014/main" id="{62E2EC6F-2C6F-2F3D-65EB-891C59D85DF4}"/>
                    </a:ext>
                  </a:extLst>
                </p14:cNvPr>
                <p14:cNvContentPartPr/>
                <p14:nvPr/>
              </p14:nvContentPartPr>
              <p14:xfrm>
                <a:off x="4198462" y="2219674"/>
                <a:ext cx="72720" cy="112680"/>
              </p14:xfrm>
            </p:contentPart>
          </mc:Choice>
          <mc:Fallback>
            <p:pic>
              <p:nvPicPr>
                <p:cNvPr id="7175" name="잉크 7174">
                  <a:extLst>
                    <a:ext uri="{FF2B5EF4-FFF2-40B4-BE49-F238E27FC236}">
                      <a16:creationId xmlns:a16="http://schemas.microsoft.com/office/drawing/2014/main" id="{62E2EC6F-2C6F-2F3D-65EB-891C59D85DF4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4189822" y="2211034"/>
                  <a:ext cx="9036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7176" name="잉크 7175">
                  <a:extLst>
                    <a:ext uri="{FF2B5EF4-FFF2-40B4-BE49-F238E27FC236}">
                      <a16:creationId xmlns:a16="http://schemas.microsoft.com/office/drawing/2014/main" id="{3FF7B63A-0069-B30E-970F-F741E508EC41}"/>
                    </a:ext>
                  </a:extLst>
                </p14:cNvPr>
                <p14:cNvContentPartPr/>
                <p14:nvPr/>
              </p14:nvContentPartPr>
              <p14:xfrm>
                <a:off x="4309702" y="2238034"/>
                <a:ext cx="178560" cy="258480"/>
              </p14:xfrm>
            </p:contentPart>
          </mc:Choice>
          <mc:Fallback>
            <p:pic>
              <p:nvPicPr>
                <p:cNvPr id="7176" name="잉크 7175">
                  <a:extLst>
                    <a:ext uri="{FF2B5EF4-FFF2-40B4-BE49-F238E27FC236}">
                      <a16:creationId xmlns:a16="http://schemas.microsoft.com/office/drawing/2014/main" id="{3FF7B63A-0069-B30E-970F-F741E508EC41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4301062" y="2229034"/>
                  <a:ext cx="196200" cy="27612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146" name="내용 개체 틀 1"/>
          <p:cNvSpPr>
            <a:spLocks noGrp="1"/>
          </p:cNvSpPr>
          <p:nvPr>
            <p:ph sz="quarter" idx="4294967295"/>
          </p:nvPr>
        </p:nvSpPr>
        <p:spPr>
          <a:xfrm>
            <a:off x="214313" y="2000250"/>
            <a:ext cx="6129337" cy="3871913"/>
          </a:xfrm>
        </p:spPr>
        <p:txBody>
          <a:bodyPr/>
          <a:lstStyle/>
          <a:p>
            <a:pPr>
              <a:lnSpc>
                <a:spcPct val="110000"/>
              </a:lnSpc>
              <a:spcAft>
                <a:spcPts val="300"/>
              </a:spcAft>
              <a:defRPr/>
            </a:pPr>
            <a:r>
              <a:rPr lang="ko-KR" altLang="en-US" sz="2400" dirty="0">
                <a:latin typeface="+mn-ea"/>
              </a:rPr>
              <a:t>프로그램과 달리 프로세스는 메모리에 주소 공간을 갖는 능동적인 개체</a:t>
            </a:r>
            <a:endParaRPr lang="en-US" altLang="ko-KR" sz="2400" dirty="0">
              <a:latin typeface="+mn-ea"/>
            </a:endParaRPr>
          </a:p>
          <a:p>
            <a:pPr lvl="1">
              <a:lnSpc>
                <a:spcPct val="110000"/>
              </a:lnSpc>
              <a:spcAft>
                <a:spcPts val="300"/>
              </a:spcAft>
              <a:defRPr/>
            </a:pPr>
            <a:r>
              <a:rPr kumimoji="0" lang="ko-KR" altLang="en-US" sz="2000" dirty="0">
                <a:latin typeface="+mn-ea"/>
              </a:rPr>
              <a:t>텍스트</a:t>
            </a:r>
            <a:r>
              <a:rPr kumimoji="0" lang="en-US" altLang="ko-KR" sz="2000" dirty="0">
                <a:latin typeface="+mn-ea"/>
              </a:rPr>
              <a:t>(</a:t>
            </a:r>
            <a:r>
              <a:rPr kumimoji="0" lang="ko-KR" altLang="en-US" sz="2000" dirty="0">
                <a:latin typeface="+mn-ea"/>
              </a:rPr>
              <a:t>코드</a:t>
            </a:r>
            <a:r>
              <a:rPr kumimoji="0" lang="en-US" altLang="ko-KR" sz="2000" dirty="0">
                <a:latin typeface="+mn-ea"/>
              </a:rPr>
              <a:t>): </a:t>
            </a:r>
            <a:r>
              <a:rPr kumimoji="0" lang="ko-KR" altLang="en-US" sz="2000" dirty="0">
                <a:latin typeface="+mn-ea"/>
              </a:rPr>
              <a:t>프로세스가 실행하는 코드 저장</a:t>
            </a:r>
            <a:endParaRPr kumimoji="0" lang="en-US" altLang="ko-KR" sz="2000" dirty="0">
              <a:latin typeface="+mn-ea"/>
            </a:endParaRPr>
          </a:p>
          <a:p>
            <a:pPr lvl="1">
              <a:lnSpc>
                <a:spcPct val="110000"/>
              </a:lnSpc>
              <a:spcAft>
                <a:spcPts val="300"/>
              </a:spcAft>
              <a:defRPr/>
            </a:pPr>
            <a:r>
              <a:rPr kumimoji="0" lang="ko-KR" altLang="en-US" sz="2000" dirty="0">
                <a:latin typeface="+mn-ea"/>
              </a:rPr>
              <a:t>데이터</a:t>
            </a:r>
            <a:r>
              <a:rPr kumimoji="0" lang="en-US" altLang="ko-KR" sz="2000" dirty="0">
                <a:latin typeface="+mn-ea"/>
              </a:rPr>
              <a:t>(</a:t>
            </a:r>
            <a:r>
              <a:rPr kumimoji="0" lang="ko-KR" altLang="en-US" sz="2000" dirty="0">
                <a:latin typeface="+mn-ea"/>
              </a:rPr>
              <a:t>정적 변수</a:t>
            </a:r>
            <a:r>
              <a:rPr kumimoji="0" lang="en-US" altLang="ko-KR" sz="2000" dirty="0">
                <a:latin typeface="+mn-ea"/>
              </a:rPr>
              <a:t>): </a:t>
            </a:r>
            <a:r>
              <a:rPr kumimoji="0" lang="ko-KR" altLang="en-US" sz="2000" dirty="0">
                <a:latin typeface="+mn-ea"/>
              </a:rPr>
              <a:t>프로세스 실행 중에</a:t>
            </a:r>
            <a:r>
              <a:rPr kumimoji="0" lang="en-US" altLang="ko-KR" sz="2000" dirty="0">
                <a:latin typeface="+mn-ea"/>
              </a:rPr>
              <a:t> </a:t>
            </a:r>
            <a:r>
              <a:rPr kumimoji="0" lang="ko-KR" altLang="en-US" sz="2000" dirty="0">
                <a:latin typeface="+mn-ea"/>
              </a:rPr>
              <a:t>할당 받는 영역</a:t>
            </a:r>
            <a:r>
              <a:rPr kumimoji="0" lang="en-US" altLang="ko-KR" sz="2000" dirty="0">
                <a:latin typeface="+mn-ea"/>
              </a:rPr>
              <a:t>, </a:t>
            </a:r>
            <a:r>
              <a:rPr kumimoji="0" lang="ko-KR" altLang="en-US" sz="2000" dirty="0">
                <a:latin typeface="+mn-ea"/>
              </a:rPr>
              <a:t>전역 또는 정적 변수 저장</a:t>
            </a:r>
            <a:r>
              <a:rPr kumimoji="0" lang="en-US" altLang="ko-KR" sz="2000" dirty="0">
                <a:latin typeface="+mn-ea"/>
              </a:rPr>
              <a:t>.</a:t>
            </a:r>
          </a:p>
          <a:p>
            <a:pPr lvl="1">
              <a:lnSpc>
                <a:spcPct val="110000"/>
              </a:lnSpc>
              <a:spcAft>
                <a:spcPts val="300"/>
              </a:spcAft>
              <a:defRPr/>
            </a:pPr>
            <a:r>
              <a:rPr kumimoji="0" lang="ko-KR" altLang="en-US" sz="2000" dirty="0">
                <a:latin typeface="+mn-ea"/>
              </a:rPr>
              <a:t>실행 </a:t>
            </a:r>
            <a:r>
              <a:rPr kumimoji="0" lang="ko-KR" altLang="en-US" sz="2000" dirty="0" err="1">
                <a:latin typeface="+mn-ea"/>
              </a:rPr>
              <a:t>스택</a:t>
            </a:r>
            <a:r>
              <a:rPr kumimoji="0" lang="en-US" altLang="ko-KR" sz="2000" dirty="0">
                <a:latin typeface="+mn-ea"/>
              </a:rPr>
              <a:t>(</a:t>
            </a:r>
            <a:r>
              <a:rPr kumimoji="0" lang="en-US" altLang="ko-KR" sz="2000" b="1" dirty="0">
                <a:latin typeface="+mn-ea"/>
                <a:cs typeface="Times New Roman" charset="0"/>
              </a:rPr>
              <a:t>Stack</a:t>
            </a:r>
            <a:r>
              <a:rPr kumimoji="0" lang="en-US" altLang="ko-KR" sz="2000" dirty="0">
                <a:latin typeface="+mn-ea"/>
              </a:rPr>
              <a:t>): </a:t>
            </a:r>
            <a:r>
              <a:rPr kumimoji="0" lang="ko-KR" altLang="en-US" sz="2000" dirty="0">
                <a:latin typeface="+mn-ea"/>
              </a:rPr>
              <a:t>호출된 프로시저</a:t>
            </a:r>
            <a:r>
              <a:rPr kumimoji="0" lang="en-US" altLang="ko-KR" sz="2000" dirty="0">
                <a:latin typeface="+mn-ea"/>
              </a:rPr>
              <a:t>(</a:t>
            </a:r>
            <a:r>
              <a:rPr kumimoji="0" lang="ko-KR" altLang="en-US" sz="2000" dirty="0">
                <a:latin typeface="+mn-ea"/>
              </a:rPr>
              <a:t>함수</a:t>
            </a:r>
            <a:r>
              <a:rPr kumimoji="0" lang="en-US" altLang="ko-KR" sz="2000" dirty="0">
                <a:latin typeface="+mn-ea"/>
              </a:rPr>
              <a:t>)</a:t>
            </a:r>
            <a:r>
              <a:rPr kumimoji="0" lang="ko-KR" altLang="en-US" sz="2000" dirty="0">
                <a:latin typeface="+mn-ea"/>
              </a:rPr>
              <a:t>의 복귀 주소와 지역 변수 등의 일시적인 데이터를 저장하는 영역</a:t>
            </a:r>
            <a:r>
              <a:rPr kumimoji="0" lang="en-US" altLang="ko-KR" sz="2000" dirty="0">
                <a:latin typeface="+mn-ea"/>
              </a:rPr>
              <a:t>.</a:t>
            </a:r>
          </a:p>
          <a:p>
            <a:pPr lvl="1">
              <a:lnSpc>
                <a:spcPct val="110000"/>
              </a:lnSpc>
              <a:spcAft>
                <a:spcPts val="300"/>
              </a:spcAft>
              <a:defRPr/>
            </a:pPr>
            <a:r>
              <a:rPr kumimoji="0" lang="ko-KR" altLang="en-US" sz="2000" dirty="0">
                <a:latin typeface="+mn-ea"/>
              </a:rPr>
              <a:t>실행 </a:t>
            </a:r>
            <a:r>
              <a:rPr kumimoji="0" lang="ko-KR" altLang="en-US" sz="2000" dirty="0" err="1">
                <a:latin typeface="+mn-ea"/>
              </a:rPr>
              <a:t>힙</a:t>
            </a:r>
            <a:r>
              <a:rPr kumimoji="0" lang="en-US" altLang="ko-KR" sz="2000" dirty="0">
                <a:latin typeface="+mn-ea"/>
              </a:rPr>
              <a:t>(</a:t>
            </a:r>
            <a:r>
              <a:rPr kumimoji="0" lang="en-US" altLang="ko-KR" sz="2000" b="1" dirty="0">
                <a:latin typeface="+mn-ea"/>
              </a:rPr>
              <a:t>Heap</a:t>
            </a:r>
            <a:r>
              <a:rPr kumimoji="0" lang="en-US" altLang="ko-KR" sz="2000" dirty="0">
                <a:latin typeface="+mn-ea"/>
              </a:rPr>
              <a:t>): </a:t>
            </a:r>
            <a:r>
              <a:rPr kumimoji="0" lang="ko-KR" altLang="en-US" sz="2000" dirty="0">
                <a:latin typeface="+mn-ea"/>
              </a:rPr>
              <a:t>텍스트</a:t>
            </a:r>
            <a:r>
              <a:rPr kumimoji="0" lang="en-US" altLang="ko-KR" sz="2000" dirty="0">
                <a:latin typeface="+mn-ea"/>
              </a:rPr>
              <a:t>(</a:t>
            </a:r>
            <a:r>
              <a:rPr kumimoji="0" lang="ko-KR" altLang="en-US" sz="2000" dirty="0">
                <a:latin typeface="+mn-ea"/>
              </a:rPr>
              <a:t>코드</a:t>
            </a:r>
            <a:r>
              <a:rPr kumimoji="0" lang="en-US" altLang="ko-KR" sz="2000" dirty="0">
                <a:latin typeface="+mn-ea"/>
              </a:rPr>
              <a:t>) </a:t>
            </a:r>
            <a:r>
              <a:rPr kumimoji="0" lang="ko-KR" altLang="en-US" sz="2000" dirty="0">
                <a:latin typeface="+mn-ea"/>
              </a:rPr>
              <a:t>영역과는 별도로 유지되는 자유 영역</a:t>
            </a:r>
            <a:r>
              <a:rPr kumimoji="0" lang="en-US" altLang="ko-KR" sz="2000" dirty="0">
                <a:latin typeface="+mn-ea"/>
              </a:rPr>
              <a:t>.</a:t>
            </a:r>
          </a:p>
        </p:txBody>
      </p:sp>
      <p:grpSp>
        <p:nvGrpSpPr>
          <p:cNvPr id="12291" name="그룹 6"/>
          <p:cNvGrpSpPr>
            <a:grpSpLocks/>
          </p:cNvGrpSpPr>
          <p:nvPr/>
        </p:nvGrpSpPr>
        <p:grpSpPr bwMode="auto">
          <a:xfrm>
            <a:off x="6429375" y="2714625"/>
            <a:ext cx="2414588" cy="3248025"/>
            <a:chOff x="685800" y="4038600"/>
            <a:chExt cx="2209800" cy="2747681"/>
          </a:xfrm>
        </p:grpSpPr>
        <p:pic>
          <p:nvPicPr>
            <p:cNvPr id="12293" name="Picture 5" descr="C:\Documents and Settings\Hanami\바탕 화면\운영체제\(강의교안)_그림파일_1장-13장\ch03_프로세스와 스레드\ch03-01_cut.jp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28967" b="13589"/>
            <a:stretch>
              <a:fillRect/>
            </a:stretch>
          </p:blipFill>
          <p:spPr bwMode="auto">
            <a:xfrm>
              <a:off x="685800" y="4038600"/>
              <a:ext cx="2209800" cy="22460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294" name="TextBox 4"/>
            <p:cNvSpPr txBox="1">
              <a:spLocks noChangeArrowheads="1"/>
            </p:cNvSpPr>
            <p:nvPr/>
          </p:nvSpPr>
          <p:spPr bwMode="auto">
            <a:xfrm>
              <a:off x="694676" y="6324616"/>
              <a:ext cx="207231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ko-KR" altLang="en-US" sz="1200">
                  <a:latin typeface="HY견고딕" panose="02030600000101010101" pitchFamily="18" charset="-127"/>
                  <a:ea typeface="HY견고딕" panose="02030600000101010101" pitchFamily="18" charset="-127"/>
                </a:rPr>
                <a:t>메모리에 존재하는 </a:t>
              </a:r>
              <a:endParaRPr lang="en-US" altLang="ko-KR" sz="1200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ko-KR" altLang="en-US" sz="1200">
                  <a:latin typeface="HY견고딕" panose="02030600000101010101" pitchFamily="18" charset="-127"/>
                  <a:ea typeface="HY견고딕" panose="02030600000101010101" pitchFamily="18" charset="-127"/>
                </a:rPr>
                <a:t>프로세스 주소 공간 구조</a:t>
              </a:r>
            </a:p>
          </p:txBody>
        </p:sp>
      </p:grpSp>
      <p:sp>
        <p:nvSpPr>
          <p:cNvPr id="12292" name="슬라이드 번호 개체 틀 7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06A8C886-7BBF-4C75-B46E-17CB1E2DAC53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4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08D8855D-8853-8772-9D20-9498209DE8C5}"/>
              </a:ext>
            </a:extLst>
          </p:cNvPr>
          <p:cNvGrpSpPr/>
          <p:nvPr/>
        </p:nvGrpSpPr>
        <p:grpSpPr>
          <a:xfrm>
            <a:off x="274102" y="149063"/>
            <a:ext cx="2497680" cy="353160"/>
            <a:chOff x="274102" y="149063"/>
            <a:chExt cx="2497680" cy="353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2" name="잉크 1">
                  <a:extLst>
                    <a:ext uri="{FF2B5EF4-FFF2-40B4-BE49-F238E27FC236}">
                      <a16:creationId xmlns:a16="http://schemas.microsoft.com/office/drawing/2014/main" id="{E8CEA810-E7A5-DEC4-CB6E-0FA460445998}"/>
                    </a:ext>
                  </a:extLst>
                </p14:cNvPr>
                <p14:cNvContentPartPr/>
                <p14:nvPr/>
              </p14:nvContentPartPr>
              <p14:xfrm>
                <a:off x="274102" y="200543"/>
                <a:ext cx="125280" cy="166680"/>
              </p14:xfrm>
            </p:contentPart>
          </mc:Choice>
          <mc:Fallback>
            <p:pic>
              <p:nvPicPr>
                <p:cNvPr id="2" name="잉크 1">
                  <a:extLst>
                    <a:ext uri="{FF2B5EF4-FFF2-40B4-BE49-F238E27FC236}">
                      <a16:creationId xmlns:a16="http://schemas.microsoft.com/office/drawing/2014/main" id="{E8CEA810-E7A5-DEC4-CB6E-0FA460445998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65462" y="191903"/>
                  <a:ext cx="14292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3" name="잉크 2">
                  <a:extLst>
                    <a:ext uri="{FF2B5EF4-FFF2-40B4-BE49-F238E27FC236}">
                      <a16:creationId xmlns:a16="http://schemas.microsoft.com/office/drawing/2014/main" id="{1DB307DB-0114-3C18-B4F0-BCD66E2CA445}"/>
                    </a:ext>
                  </a:extLst>
                </p14:cNvPr>
                <p14:cNvContentPartPr/>
                <p14:nvPr/>
              </p14:nvContentPartPr>
              <p14:xfrm>
                <a:off x="445102" y="167063"/>
                <a:ext cx="77040" cy="151200"/>
              </p14:xfrm>
            </p:contentPart>
          </mc:Choice>
          <mc:Fallback>
            <p:pic>
              <p:nvPicPr>
                <p:cNvPr id="3" name="잉크 2">
                  <a:extLst>
                    <a:ext uri="{FF2B5EF4-FFF2-40B4-BE49-F238E27FC236}">
                      <a16:creationId xmlns:a16="http://schemas.microsoft.com/office/drawing/2014/main" id="{1DB307DB-0114-3C18-B4F0-BCD66E2CA445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36462" y="158423"/>
                  <a:ext cx="9468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4" name="잉크 3">
                  <a:extLst>
                    <a:ext uri="{FF2B5EF4-FFF2-40B4-BE49-F238E27FC236}">
                      <a16:creationId xmlns:a16="http://schemas.microsoft.com/office/drawing/2014/main" id="{948EA5F6-71F9-CEE9-4974-BBB8B25284E3}"/>
                    </a:ext>
                  </a:extLst>
                </p14:cNvPr>
                <p14:cNvContentPartPr/>
                <p14:nvPr/>
              </p14:nvContentPartPr>
              <p14:xfrm>
                <a:off x="394702" y="377663"/>
                <a:ext cx="131400" cy="116280"/>
              </p14:xfrm>
            </p:contentPart>
          </mc:Choice>
          <mc:Fallback>
            <p:pic>
              <p:nvPicPr>
                <p:cNvPr id="4" name="잉크 3">
                  <a:extLst>
                    <a:ext uri="{FF2B5EF4-FFF2-40B4-BE49-F238E27FC236}">
                      <a16:creationId xmlns:a16="http://schemas.microsoft.com/office/drawing/2014/main" id="{948EA5F6-71F9-CEE9-4974-BBB8B25284E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86062" y="369023"/>
                  <a:ext cx="14904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5" name="잉크 4">
                  <a:extLst>
                    <a:ext uri="{FF2B5EF4-FFF2-40B4-BE49-F238E27FC236}">
                      <a16:creationId xmlns:a16="http://schemas.microsoft.com/office/drawing/2014/main" id="{BF57E7E2-F533-0455-56BC-E13154A1D4C2}"/>
                    </a:ext>
                  </a:extLst>
                </p14:cNvPr>
                <p14:cNvContentPartPr/>
                <p14:nvPr/>
              </p14:nvContentPartPr>
              <p14:xfrm>
                <a:off x="633382" y="207743"/>
                <a:ext cx="124560" cy="141840"/>
              </p14:xfrm>
            </p:contentPart>
          </mc:Choice>
          <mc:Fallback>
            <p:pic>
              <p:nvPicPr>
                <p:cNvPr id="5" name="잉크 4">
                  <a:extLst>
                    <a:ext uri="{FF2B5EF4-FFF2-40B4-BE49-F238E27FC236}">
                      <a16:creationId xmlns:a16="http://schemas.microsoft.com/office/drawing/2014/main" id="{BF57E7E2-F533-0455-56BC-E13154A1D4C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24382" y="198743"/>
                  <a:ext cx="14220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6" name="잉크 5">
                  <a:extLst>
                    <a:ext uri="{FF2B5EF4-FFF2-40B4-BE49-F238E27FC236}">
                      <a16:creationId xmlns:a16="http://schemas.microsoft.com/office/drawing/2014/main" id="{1BFE78B0-E05F-2920-CCA4-258992838A22}"/>
                    </a:ext>
                  </a:extLst>
                </p14:cNvPr>
                <p14:cNvContentPartPr/>
                <p14:nvPr/>
              </p14:nvContentPartPr>
              <p14:xfrm>
                <a:off x="642022" y="336983"/>
                <a:ext cx="198000" cy="164520"/>
              </p14:xfrm>
            </p:contentPart>
          </mc:Choice>
          <mc:Fallback>
            <p:pic>
              <p:nvPicPr>
                <p:cNvPr id="6" name="잉크 5">
                  <a:extLst>
                    <a:ext uri="{FF2B5EF4-FFF2-40B4-BE49-F238E27FC236}">
                      <a16:creationId xmlns:a16="http://schemas.microsoft.com/office/drawing/2014/main" id="{1BFE78B0-E05F-2920-CCA4-258992838A22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33022" y="328343"/>
                  <a:ext cx="21564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DF58F7B6-147C-702E-4680-00FEF5393A04}"/>
                    </a:ext>
                  </a:extLst>
                </p14:cNvPr>
                <p14:cNvContentPartPr/>
                <p14:nvPr/>
              </p14:nvContentPartPr>
              <p14:xfrm>
                <a:off x="823822" y="248063"/>
                <a:ext cx="247320" cy="244080"/>
              </p14:xfrm>
            </p:contentPart>
          </mc:Choice>
          <mc:Fallback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DF58F7B6-147C-702E-4680-00FEF5393A04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14822" y="239063"/>
                  <a:ext cx="26496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CD7FB9A3-02DE-5329-D72C-9C3A4EC7213A}"/>
                    </a:ext>
                  </a:extLst>
                </p14:cNvPr>
                <p14:cNvContentPartPr/>
                <p14:nvPr/>
              </p14:nvContentPartPr>
              <p14:xfrm>
                <a:off x="1132342" y="173183"/>
                <a:ext cx="391680" cy="329040"/>
              </p14:xfrm>
            </p:contentPart>
          </mc:Choice>
          <mc:Fallback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CD7FB9A3-02DE-5329-D72C-9C3A4EC7213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123342" y="164543"/>
                  <a:ext cx="409320" cy="34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95B711DF-B314-C1B5-F8E9-1173F88A8470}"/>
                    </a:ext>
                  </a:extLst>
                </p14:cNvPr>
                <p14:cNvContentPartPr/>
                <p14:nvPr/>
              </p14:nvContentPartPr>
              <p14:xfrm>
                <a:off x="1453462" y="277943"/>
                <a:ext cx="48600" cy="199080"/>
              </p14:xfrm>
            </p:contentPart>
          </mc:Choice>
          <mc:Fallback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95B711DF-B314-C1B5-F8E9-1173F88A8470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444462" y="268943"/>
                  <a:ext cx="6624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65B6618B-A0E2-6E23-AEB3-9CE16C4F25CC}"/>
                    </a:ext>
                  </a:extLst>
                </p14:cNvPr>
                <p14:cNvContentPartPr/>
                <p14:nvPr/>
              </p14:nvContentPartPr>
              <p14:xfrm>
                <a:off x="1608262" y="155183"/>
                <a:ext cx="127440" cy="329760"/>
              </p14:xfrm>
            </p:contentPart>
          </mc:Choice>
          <mc:Fallback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65B6618B-A0E2-6E23-AEB3-9CE16C4F25C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599262" y="146183"/>
                  <a:ext cx="145080" cy="34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945FD1F4-CCC9-1553-4CC1-6A3946262AC1}"/>
                    </a:ext>
                  </a:extLst>
                </p14:cNvPr>
                <p14:cNvContentPartPr/>
                <p14:nvPr/>
              </p14:nvContentPartPr>
              <p14:xfrm>
                <a:off x="1751182" y="181463"/>
                <a:ext cx="82440" cy="236880"/>
              </p14:xfrm>
            </p:contentPart>
          </mc:Choice>
          <mc:Fallback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945FD1F4-CCC9-1553-4CC1-6A3946262AC1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742542" y="172463"/>
                  <a:ext cx="10008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027297C7-268C-79ED-F9B2-3ADCB1D28BFE}"/>
                    </a:ext>
                  </a:extLst>
                </p14:cNvPr>
                <p14:cNvContentPartPr/>
                <p14:nvPr/>
              </p14:nvContentPartPr>
              <p14:xfrm>
                <a:off x="1875022" y="212423"/>
                <a:ext cx="29880" cy="248400"/>
              </p14:xfrm>
            </p:contentPart>
          </mc:Choice>
          <mc:Fallback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027297C7-268C-79ED-F9B2-3ADCB1D28BFE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866022" y="203783"/>
                  <a:ext cx="4752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B7D1DE0A-1E5E-B474-9D0A-648E8DA9F512}"/>
                    </a:ext>
                  </a:extLst>
                </p14:cNvPr>
                <p14:cNvContentPartPr/>
                <p14:nvPr/>
              </p14:nvContentPartPr>
              <p14:xfrm>
                <a:off x="1797262" y="182543"/>
                <a:ext cx="299520" cy="275760"/>
              </p14:xfrm>
            </p:contentPart>
          </mc:Choice>
          <mc:Fallback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B7D1DE0A-1E5E-B474-9D0A-648E8DA9F512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788622" y="173903"/>
                  <a:ext cx="31716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B568D7BF-BAAC-3E89-7859-62F59F6B3C89}"/>
                    </a:ext>
                  </a:extLst>
                </p14:cNvPr>
                <p14:cNvContentPartPr/>
                <p14:nvPr/>
              </p14:nvContentPartPr>
              <p14:xfrm>
                <a:off x="2115502" y="235103"/>
                <a:ext cx="271800" cy="173160"/>
              </p14:xfrm>
            </p:contentPart>
          </mc:Choice>
          <mc:Fallback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B568D7BF-BAAC-3E89-7859-62F59F6B3C89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106502" y="226463"/>
                  <a:ext cx="28944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BD42AC9A-7A01-C308-AEE1-428E70DADCF2}"/>
                    </a:ext>
                  </a:extLst>
                </p14:cNvPr>
                <p14:cNvContentPartPr/>
                <p14:nvPr/>
              </p14:nvContentPartPr>
              <p14:xfrm>
                <a:off x="2425462" y="149063"/>
                <a:ext cx="65520" cy="235440"/>
              </p14:xfrm>
            </p:contentPart>
          </mc:Choice>
          <mc:Fallback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BD42AC9A-7A01-C308-AEE1-428E70DADCF2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416822" y="140423"/>
                  <a:ext cx="8316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B85D4798-C50A-8BB8-AB1E-2A14D5EB729B}"/>
                    </a:ext>
                  </a:extLst>
                </p14:cNvPr>
                <p14:cNvContentPartPr/>
                <p14:nvPr/>
              </p14:nvContentPartPr>
              <p14:xfrm>
                <a:off x="2462902" y="177863"/>
                <a:ext cx="308880" cy="214200"/>
              </p14:xfrm>
            </p:contentPart>
          </mc:Choice>
          <mc:Fallback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B85D4798-C50A-8BB8-AB1E-2A14D5EB729B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453902" y="169223"/>
                  <a:ext cx="326520" cy="231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18" name="잉크 17">
                <a:extLst>
                  <a:ext uri="{FF2B5EF4-FFF2-40B4-BE49-F238E27FC236}">
                    <a16:creationId xmlns:a16="http://schemas.microsoft.com/office/drawing/2014/main" id="{9D88436C-1BBF-2604-13CA-9198BB15647D}"/>
                  </a:ext>
                </a:extLst>
              </p14:cNvPr>
              <p14:cNvContentPartPr/>
              <p14:nvPr/>
            </p14:nvContentPartPr>
            <p14:xfrm>
              <a:off x="6839062" y="3273863"/>
              <a:ext cx="290520" cy="548640"/>
            </p14:xfrm>
          </p:contentPart>
        </mc:Choice>
        <mc:Fallback>
          <p:pic>
            <p:nvPicPr>
              <p:cNvPr id="18" name="잉크 17">
                <a:extLst>
                  <a:ext uri="{FF2B5EF4-FFF2-40B4-BE49-F238E27FC236}">
                    <a16:creationId xmlns:a16="http://schemas.microsoft.com/office/drawing/2014/main" id="{9D88436C-1BBF-2604-13CA-9198BB15647D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6830422" y="3264863"/>
                <a:ext cx="308160" cy="56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19" name="잉크 18">
                <a:extLst>
                  <a:ext uri="{FF2B5EF4-FFF2-40B4-BE49-F238E27FC236}">
                    <a16:creationId xmlns:a16="http://schemas.microsoft.com/office/drawing/2014/main" id="{B0812CCA-4755-67BB-0D50-4B744468B644}"/>
                  </a:ext>
                </a:extLst>
              </p14:cNvPr>
              <p14:cNvContentPartPr/>
              <p14:nvPr/>
            </p14:nvContentPartPr>
            <p14:xfrm>
              <a:off x="7593622" y="3419663"/>
              <a:ext cx="358920" cy="473400"/>
            </p14:xfrm>
          </p:contentPart>
        </mc:Choice>
        <mc:Fallback>
          <p:pic>
            <p:nvPicPr>
              <p:cNvPr id="19" name="잉크 18">
                <a:extLst>
                  <a:ext uri="{FF2B5EF4-FFF2-40B4-BE49-F238E27FC236}">
                    <a16:creationId xmlns:a16="http://schemas.microsoft.com/office/drawing/2014/main" id="{B0812CCA-4755-67BB-0D50-4B744468B644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7584982" y="3411023"/>
                <a:ext cx="376560" cy="4910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번호 개체 틀 7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A962747-5558-449E-B5F8-D4C511EF8DD7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5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1187450" y="1484313"/>
            <a:ext cx="6913563" cy="49688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buFont typeface="Wingdings" pitchFamily="2" charset="2"/>
              <a:buNone/>
              <a:defRPr/>
            </a:pPr>
            <a:r>
              <a:rPr lang="en-US" altLang="ko-KR" sz="1600" dirty="0">
                <a:solidFill>
                  <a:srgbClr val="000000"/>
                </a:solidFill>
              </a:rPr>
              <a:t>#include &lt;stdio.h&gt;</a:t>
            </a:r>
            <a:br>
              <a:rPr lang="en-US" altLang="ko-KR" sz="1600" dirty="0">
                <a:solidFill>
                  <a:srgbClr val="000000"/>
                </a:solidFill>
              </a:rPr>
            </a:br>
            <a:endParaRPr lang="en-US" altLang="ko-KR" sz="1600" dirty="0">
              <a:solidFill>
                <a:srgbClr val="000000"/>
              </a:solidFill>
            </a:endParaRPr>
          </a:p>
          <a:p>
            <a:pPr>
              <a:buFont typeface="Wingdings" pitchFamily="2" charset="2"/>
              <a:buNone/>
              <a:defRPr/>
            </a:pPr>
            <a:r>
              <a:rPr lang="en-US" altLang="ko-KR" sz="1600" dirty="0">
                <a:solidFill>
                  <a:srgbClr val="000000"/>
                </a:solidFill>
              </a:rPr>
              <a:t>int  sum ( int </a:t>
            </a:r>
            <a:r>
              <a:rPr lang="en-US" altLang="ko-KR" sz="1600" dirty="0" err="1">
                <a:solidFill>
                  <a:srgbClr val="000000"/>
                </a:solidFill>
              </a:rPr>
              <a:t>i</a:t>
            </a:r>
            <a:r>
              <a:rPr lang="en-US" altLang="ko-KR" sz="1600" dirty="0">
                <a:solidFill>
                  <a:srgbClr val="000000"/>
                </a:solidFill>
              </a:rPr>
              <a:t> );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600" dirty="0">
                <a:solidFill>
                  <a:srgbClr val="000000"/>
                </a:solidFill>
              </a:rPr>
              <a:t>void  skip();</a:t>
            </a:r>
          </a:p>
          <a:p>
            <a:pPr>
              <a:buFont typeface="Wingdings" pitchFamily="2" charset="2"/>
              <a:buNone/>
              <a:defRPr/>
            </a:pPr>
            <a:endParaRPr lang="en-US" altLang="ko-KR" sz="1050" dirty="0">
              <a:solidFill>
                <a:srgbClr val="000000"/>
              </a:solidFill>
            </a:endParaRPr>
          </a:p>
          <a:p>
            <a:pPr>
              <a:buFont typeface="Wingdings" pitchFamily="2" charset="2"/>
              <a:buNone/>
              <a:defRPr/>
            </a:pPr>
            <a:r>
              <a:rPr lang="en-US" altLang="ko-KR" sz="1600" dirty="0">
                <a:solidFill>
                  <a:srgbClr val="000000"/>
                </a:solidFill>
              </a:rPr>
              <a:t>int    input = 10;</a:t>
            </a:r>
          </a:p>
          <a:p>
            <a:pPr>
              <a:buFont typeface="Wingdings" pitchFamily="2" charset="2"/>
              <a:buNone/>
              <a:defRPr/>
            </a:pPr>
            <a:br>
              <a:rPr lang="en-US" altLang="ko-KR" sz="1050" dirty="0">
                <a:solidFill>
                  <a:srgbClr val="000000"/>
                </a:solidFill>
              </a:rPr>
            </a:br>
            <a:r>
              <a:rPr lang="en-US" altLang="ko-KR" sz="1600" dirty="0">
                <a:solidFill>
                  <a:srgbClr val="000000"/>
                </a:solidFill>
              </a:rPr>
              <a:t>main() { 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600" dirty="0">
                <a:solidFill>
                  <a:srgbClr val="000000"/>
                </a:solidFill>
              </a:rPr>
              <a:t>	</a:t>
            </a:r>
            <a:r>
              <a:rPr lang="en-US" altLang="ko-KR" sz="1600" dirty="0" err="1">
                <a:solidFill>
                  <a:srgbClr val="000000"/>
                </a:solidFill>
              </a:rPr>
              <a:t>printf</a:t>
            </a:r>
            <a:r>
              <a:rPr lang="en-US" altLang="ko-KR" sz="1600" dirty="0">
                <a:solidFill>
                  <a:srgbClr val="000000"/>
                </a:solidFill>
              </a:rPr>
              <a:t> (“ Start \n”);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600" dirty="0">
                <a:solidFill>
                  <a:srgbClr val="000000"/>
                </a:solidFill>
              </a:rPr>
              <a:t>	skip();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600" dirty="0">
                <a:solidFill>
                  <a:srgbClr val="000000"/>
                </a:solidFill>
              </a:rPr>
              <a:t>	printf (“ %d \n”, sum( input  ) ); 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600" dirty="0">
                <a:solidFill>
                  <a:srgbClr val="000000"/>
                </a:solidFill>
              </a:rPr>
              <a:t>}</a:t>
            </a:r>
          </a:p>
          <a:p>
            <a:pPr>
              <a:buFont typeface="Wingdings" pitchFamily="2" charset="2"/>
              <a:buNone/>
              <a:defRPr/>
            </a:pPr>
            <a:endParaRPr lang="en-US" altLang="ko-KR" sz="1050" dirty="0">
              <a:solidFill>
                <a:srgbClr val="000000"/>
              </a:solidFill>
            </a:endParaRPr>
          </a:p>
          <a:p>
            <a:pPr>
              <a:buFont typeface="Wingdings" pitchFamily="2" charset="2"/>
              <a:buNone/>
              <a:defRPr/>
            </a:pPr>
            <a:r>
              <a:rPr lang="en-US" altLang="ko-KR" sz="1600" dirty="0">
                <a:solidFill>
                  <a:srgbClr val="000000"/>
                </a:solidFill>
              </a:rPr>
              <a:t>void skip( ) { 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600" dirty="0">
                <a:solidFill>
                  <a:srgbClr val="000000"/>
                </a:solidFill>
              </a:rPr>
              <a:t>	</a:t>
            </a:r>
            <a:r>
              <a:rPr lang="en-US" altLang="ko-KR" sz="1600" dirty="0" err="1">
                <a:solidFill>
                  <a:srgbClr val="000000"/>
                </a:solidFill>
              </a:rPr>
              <a:t>printf</a:t>
            </a:r>
            <a:r>
              <a:rPr lang="en-US" altLang="ko-KR" sz="1600" dirty="0">
                <a:solidFill>
                  <a:srgbClr val="000000"/>
                </a:solidFill>
              </a:rPr>
              <a:t> (“ skip function is called \n”);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600" dirty="0">
                <a:solidFill>
                  <a:srgbClr val="000000"/>
                </a:solidFill>
              </a:rPr>
              <a:t>}</a:t>
            </a:r>
            <a:endParaRPr lang="ko-KR" altLang="en-US" sz="1600" dirty="0">
              <a:solidFill>
                <a:srgbClr val="000000"/>
              </a:solidFill>
            </a:endParaRPr>
          </a:p>
          <a:p>
            <a:pPr>
              <a:buFont typeface="Wingdings" pitchFamily="2" charset="2"/>
              <a:buNone/>
              <a:defRPr/>
            </a:pPr>
            <a:br>
              <a:rPr lang="en-US" altLang="ko-KR" sz="1100" dirty="0">
                <a:solidFill>
                  <a:srgbClr val="000000"/>
                </a:solidFill>
              </a:rPr>
            </a:br>
            <a:r>
              <a:rPr lang="en-US" altLang="ko-KR" sz="1600" dirty="0">
                <a:solidFill>
                  <a:srgbClr val="000000"/>
                </a:solidFill>
              </a:rPr>
              <a:t>int sum ( int </a:t>
            </a:r>
            <a:r>
              <a:rPr lang="en-US" altLang="ko-KR" sz="1600" dirty="0" err="1">
                <a:solidFill>
                  <a:srgbClr val="000000"/>
                </a:solidFill>
              </a:rPr>
              <a:t>i</a:t>
            </a:r>
            <a:r>
              <a:rPr lang="en-US" altLang="ko-KR" sz="1600" dirty="0">
                <a:solidFill>
                  <a:srgbClr val="000000"/>
                </a:solidFill>
              </a:rPr>
              <a:t> ) { 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600" dirty="0">
                <a:solidFill>
                  <a:srgbClr val="000000"/>
                </a:solidFill>
              </a:rPr>
              <a:t>	if </a:t>
            </a:r>
            <a:r>
              <a:rPr lang="en-US" altLang="ko-KR" sz="1600" dirty="0" err="1">
                <a:solidFill>
                  <a:srgbClr val="000000"/>
                </a:solidFill>
              </a:rPr>
              <a:t>i</a:t>
            </a:r>
            <a:r>
              <a:rPr lang="en-US" altLang="ko-KR" sz="1600" dirty="0">
                <a:solidFill>
                  <a:srgbClr val="000000"/>
                </a:solidFill>
              </a:rPr>
              <a:t> &gt; 1	return </a:t>
            </a:r>
            <a:r>
              <a:rPr lang="en-US" altLang="ko-KR" sz="1600" dirty="0" err="1">
                <a:solidFill>
                  <a:srgbClr val="000000"/>
                </a:solidFill>
              </a:rPr>
              <a:t>i</a:t>
            </a:r>
            <a:r>
              <a:rPr lang="en-US" altLang="ko-KR" sz="1600" dirty="0">
                <a:solidFill>
                  <a:srgbClr val="000000"/>
                </a:solidFill>
              </a:rPr>
              <a:t> + sum( </a:t>
            </a:r>
            <a:r>
              <a:rPr lang="en-US" altLang="ko-KR" sz="1600" dirty="0" err="1">
                <a:solidFill>
                  <a:srgbClr val="000000"/>
                </a:solidFill>
              </a:rPr>
              <a:t>i</a:t>
            </a:r>
            <a:r>
              <a:rPr lang="en-US" altLang="ko-KR" sz="1600" dirty="0">
                <a:solidFill>
                  <a:srgbClr val="000000"/>
                </a:solidFill>
              </a:rPr>
              <a:t> - 1 ); 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600" dirty="0">
                <a:solidFill>
                  <a:srgbClr val="000000"/>
                </a:solidFill>
              </a:rPr>
              <a:t>	else	return 1;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600" dirty="0">
                <a:solidFill>
                  <a:srgbClr val="000000"/>
                </a:solidFill>
              </a:rPr>
              <a:t>}</a:t>
            </a:r>
            <a:endParaRPr lang="ko-KR" altLang="en-US" sz="1600" dirty="0">
              <a:solidFill>
                <a:srgbClr val="000000"/>
              </a:solidFill>
            </a:endParaRP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188562F0-D851-FD31-A897-F4E5D7F38388}"/>
              </a:ext>
            </a:extLst>
          </p:cNvPr>
          <p:cNvGrpSpPr/>
          <p:nvPr/>
        </p:nvGrpSpPr>
        <p:grpSpPr>
          <a:xfrm>
            <a:off x="5383942" y="5645543"/>
            <a:ext cx="977400" cy="375120"/>
            <a:chOff x="5383942" y="5645543"/>
            <a:chExt cx="977400" cy="375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3" name="잉크 2">
                  <a:extLst>
                    <a:ext uri="{FF2B5EF4-FFF2-40B4-BE49-F238E27FC236}">
                      <a16:creationId xmlns:a16="http://schemas.microsoft.com/office/drawing/2014/main" id="{9CE00A98-CCC6-28CC-A45E-A049D90EB4A8}"/>
                    </a:ext>
                  </a:extLst>
                </p14:cNvPr>
                <p14:cNvContentPartPr/>
                <p14:nvPr/>
              </p14:nvContentPartPr>
              <p14:xfrm>
                <a:off x="5383942" y="5684783"/>
                <a:ext cx="138960" cy="169200"/>
              </p14:xfrm>
            </p:contentPart>
          </mc:Choice>
          <mc:Fallback>
            <p:pic>
              <p:nvPicPr>
                <p:cNvPr id="3" name="잉크 2">
                  <a:extLst>
                    <a:ext uri="{FF2B5EF4-FFF2-40B4-BE49-F238E27FC236}">
                      <a16:creationId xmlns:a16="http://schemas.microsoft.com/office/drawing/2014/main" id="{9CE00A98-CCC6-28CC-A45E-A049D90EB4A8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375302" y="5676143"/>
                  <a:ext cx="15660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4" name="잉크 3">
                  <a:extLst>
                    <a:ext uri="{FF2B5EF4-FFF2-40B4-BE49-F238E27FC236}">
                      <a16:creationId xmlns:a16="http://schemas.microsoft.com/office/drawing/2014/main" id="{A805B520-BDE1-6A24-02C3-F2C234657F59}"/>
                    </a:ext>
                  </a:extLst>
                </p14:cNvPr>
                <p14:cNvContentPartPr/>
                <p14:nvPr/>
              </p14:nvContentPartPr>
              <p14:xfrm>
                <a:off x="5532982" y="5676143"/>
                <a:ext cx="72360" cy="215640"/>
              </p14:xfrm>
            </p:contentPart>
          </mc:Choice>
          <mc:Fallback>
            <p:pic>
              <p:nvPicPr>
                <p:cNvPr id="4" name="잉크 3">
                  <a:extLst>
                    <a:ext uri="{FF2B5EF4-FFF2-40B4-BE49-F238E27FC236}">
                      <a16:creationId xmlns:a16="http://schemas.microsoft.com/office/drawing/2014/main" id="{A805B520-BDE1-6A24-02C3-F2C234657F59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523982" y="5667503"/>
                  <a:ext cx="9000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5" name="잉크 4">
                  <a:extLst>
                    <a:ext uri="{FF2B5EF4-FFF2-40B4-BE49-F238E27FC236}">
                      <a16:creationId xmlns:a16="http://schemas.microsoft.com/office/drawing/2014/main" id="{1D01F739-9C5E-2701-84F8-65BABCF2BAD9}"/>
                    </a:ext>
                  </a:extLst>
                </p14:cNvPr>
                <p14:cNvContentPartPr/>
                <p14:nvPr/>
              </p14:nvContentPartPr>
              <p14:xfrm>
                <a:off x="5679142" y="5669303"/>
                <a:ext cx="88560" cy="104040"/>
              </p14:xfrm>
            </p:contentPart>
          </mc:Choice>
          <mc:Fallback>
            <p:pic>
              <p:nvPicPr>
                <p:cNvPr id="5" name="잉크 4">
                  <a:extLst>
                    <a:ext uri="{FF2B5EF4-FFF2-40B4-BE49-F238E27FC236}">
                      <a16:creationId xmlns:a16="http://schemas.microsoft.com/office/drawing/2014/main" id="{1D01F739-9C5E-2701-84F8-65BABCF2BAD9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670142" y="5660303"/>
                  <a:ext cx="10620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6" name="잉크 5">
                  <a:extLst>
                    <a:ext uri="{FF2B5EF4-FFF2-40B4-BE49-F238E27FC236}">
                      <a16:creationId xmlns:a16="http://schemas.microsoft.com/office/drawing/2014/main" id="{CF7B2D8F-B620-333A-7019-BC0F0128F4C0}"/>
                    </a:ext>
                  </a:extLst>
                </p14:cNvPr>
                <p14:cNvContentPartPr/>
                <p14:nvPr/>
              </p14:nvContentPartPr>
              <p14:xfrm>
                <a:off x="5639182" y="5807903"/>
                <a:ext cx="182160" cy="108000"/>
              </p14:xfrm>
            </p:contentPart>
          </mc:Choice>
          <mc:Fallback>
            <p:pic>
              <p:nvPicPr>
                <p:cNvPr id="6" name="잉크 5">
                  <a:extLst>
                    <a:ext uri="{FF2B5EF4-FFF2-40B4-BE49-F238E27FC236}">
                      <a16:creationId xmlns:a16="http://schemas.microsoft.com/office/drawing/2014/main" id="{CF7B2D8F-B620-333A-7019-BC0F0128F4C0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630182" y="5798903"/>
                  <a:ext cx="19980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997B50A5-E5BD-CDEB-8EEC-7AF83A9CD7AD}"/>
                    </a:ext>
                  </a:extLst>
                </p14:cNvPr>
                <p14:cNvContentPartPr/>
                <p14:nvPr/>
              </p14:nvContentPartPr>
              <p14:xfrm>
                <a:off x="5818822" y="5677943"/>
                <a:ext cx="24120" cy="254520"/>
              </p14:xfrm>
            </p:contentPart>
          </mc:Choice>
          <mc:Fallback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997B50A5-E5BD-CDEB-8EEC-7AF83A9CD7AD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5809822" y="5668943"/>
                  <a:ext cx="41760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02304DE1-AD2D-9A56-8BE7-339712D5E70E}"/>
                    </a:ext>
                  </a:extLst>
                </p14:cNvPr>
                <p14:cNvContentPartPr/>
                <p14:nvPr/>
              </p14:nvContentPartPr>
              <p14:xfrm>
                <a:off x="5998822" y="5645543"/>
                <a:ext cx="25920" cy="68760"/>
              </p14:xfrm>
            </p:contentPart>
          </mc:Choice>
          <mc:Fallback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02304DE1-AD2D-9A56-8BE7-339712D5E70E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989822" y="5636543"/>
                  <a:ext cx="4356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3DC2D3C1-893B-070B-D925-C9752FFEDFCD}"/>
                    </a:ext>
                  </a:extLst>
                </p14:cNvPr>
                <p14:cNvContentPartPr/>
                <p14:nvPr/>
              </p14:nvContentPartPr>
              <p14:xfrm>
                <a:off x="5964262" y="5724383"/>
                <a:ext cx="114840" cy="144360"/>
              </p14:xfrm>
            </p:contentPart>
          </mc:Choice>
          <mc:Fallback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3DC2D3C1-893B-070B-D925-C9752FFEDFCD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5955622" y="5715743"/>
                  <a:ext cx="13248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B412CD6A-351A-159E-0739-6EC94B3C2BAD}"/>
                    </a:ext>
                  </a:extLst>
                </p14:cNvPr>
                <p14:cNvContentPartPr/>
                <p14:nvPr/>
              </p14:nvContentPartPr>
              <p14:xfrm>
                <a:off x="6107542" y="5689463"/>
                <a:ext cx="15480" cy="145080"/>
              </p14:xfrm>
            </p:contentPart>
          </mc:Choice>
          <mc:Fallback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B412CD6A-351A-159E-0739-6EC94B3C2BAD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6098542" y="5680463"/>
                  <a:ext cx="3312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E31C7DFA-3A62-EC4C-B3D7-1B887F6D1D73}"/>
                    </a:ext>
                  </a:extLst>
                </p14:cNvPr>
                <p14:cNvContentPartPr/>
                <p14:nvPr/>
              </p14:nvContentPartPr>
              <p14:xfrm>
                <a:off x="6053902" y="5738783"/>
                <a:ext cx="135360" cy="222120"/>
              </p14:xfrm>
            </p:contentPart>
          </mc:Choice>
          <mc:Fallback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E31C7DFA-3A62-EC4C-B3D7-1B887F6D1D73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045262" y="5729783"/>
                  <a:ext cx="15300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01811460-7C6A-1378-B622-85EA53A8B5A4}"/>
                    </a:ext>
                  </a:extLst>
                </p14:cNvPr>
                <p14:cNvContentPartPr/>
                <p14:nvPr/>
              </p14:nvContentPartPr>
              <p14:xfrm>
                <a:off x="6058942" y="5841383"/>
                <a:ext cx="110880" cy="95760"/>
              </p14:xfrm>
            </p:contentPart>
          </mc:Choice>
          <mc:Fallback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01811460-7C6A-1378-B622-85EA53A8B5A4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6049942" y="5832383"/>
                  <a:ext cx="12852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CDED3905-193E-CBE6-E7A9-75A38E05E903}"/>
                    </a:ext>
                  </a:extLst>
                </p14:cNvPr>
                <p14:cNvContentPartPr/>
                <p14:nvPr/>
              </p14:nvContentPartPr>
              <p14:xfrm>
                <a:off x="6062902" y="5928503"/>
                <a:ext cx="90360" cy="19080"/>
              </p14:xfrm>
            </p:contentPart>
          </mc:Choice>
          <mc:Fallback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CDED3905-193E-CBE6-E7A9-75A38E05E903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6053902" y="5919503"/>
                  <a:ext cx="10800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5EBB4E88-F9A2-B443-2621-E1B70FB4BA39}"/>
                    </a:ext>
                  </a:extLst>
                </p14:cNvPr>
                <p14:cNvContentPartPr/>
                <p14:nvPr/>
              </p14:nvContentPartPr>
              <p14:xfrm>
                <a:off x="6220222" y="5707463"/>
                <a:ext cx="28080" cy="109440"/>
              </p14:xfrm>
            </p:contentPart>
          </mc:Choice>
          <mc:Fallback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5EBB4E88-F9A2-B443-2621-E1B70FB4BA39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6211582" y="5698823"/>
                  <a:ext cx="4572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D5FB88F6-F6DE-AB87-94B7-029337450024}"/>
                    </a:ext>
                  </a:extLst>
                </p14:cNvPr>
                <p14:cNvContentPartPr/>
                <p14:nvPr/>
              </p14:nvContentPartPr>
              <p14:xfrm>
                <a:off x="6247582" y="5727983"/>
                <a:ext cx="73440" cy="63720"/>
              </p14:xfrm>
            </p:contentPart>
          </mc:Choice>
          <mc:Fallback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D5FB88F6-F6DE-AB87-94B7-029337450024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6238942" y="5718983"/>
                  <a:ext cx="9108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68FAEC35-684C-6A8B-4BD9-7916DF7C76C5}"/>
                    </a:ext>
                  </a:extLst>
                </p14:cNvPr>
                <p14:cNvContentPartPr/>
                <p14:nvPr/>
              </p14:nvContentPartPr>
              <p14:xfrm>
                <a:off x="6155782" y="5819783"/>
                <a:ext cx="205560" cy="200880"/>
              </p14:xfrm>
            </p:contentPart>
          </mc:Choice>
          <mc:Fallback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68FAEC35-684C-6A8B-4BD9-7916DF7C76C5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6146782" y="5811143"/>
                  <a:ext cx="223200" cy="218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345" name="그룹 14344">
            <a:extLst>
              <a:ext uri="{FF2B5EF4-FFF2-40B4-BE49-F238E27FC236}">
                <a16:creationId xmlns:a16="http://schemas.microsoft.com/office/drawing/2014/main" id="{FFD8F5BC-5467-C657-C4AE-AC57A8706EB6}"/>
              </a:ext>
            </a:extLst>
          </p:cNvPr>
          <p:cNvGrpSpPr/>
          <p:nvPr/>
        </p:nvGrpSpPr>
        <p:grpSpPr>
          <a:xfrm>
            <a:off x="2913982" y="5334143"/>
            <a:ext cx="1131840" cy="282600"/>
            <a:chOff x="2913982" y="5334143"/>
            <a:chExt cx="1131840" cy="282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19" name="잉크 18">
                  <a:extLst>
                    <a:ext uri="{FF2B5EF4-FFF2-40B4-BE49-F238E27FC236}">
                      <a16:creationId xmlns:a16="http://schemas.microsoft.com/office/drawing/2014/main" id="{4623DCC5-907B-6348-6D82-B7CDC5742D07}"/>
                    </a:ext>
                  </a:extLst>
                </p14:cNvPr>
                <p14:cNvContentPartPr/>
                <p14:nvPr/>
              </p14:nvContentPartPr>
              <p14:xfrm>
                <a:off x="2918302" y="5353223"/>
                <a:ext cx="69120" cy="137520"/>
              </p14:xfrm>
            </p:contentPart>
          </mc:Choice>
          <mc:Fallback>
            <p:pic>
              <p:nvPicPr>
                <p:cNvPr id="19" name="잉크 18">
                  <a:extLst>
                    <a:ext uri="{FF2B5EF4-FFF2-40B4-BE49-F238E27FC236}">
                      <a16:creationId xmlns:a16="http://schemas.microsoft.com/office/drawing/2014/main" id="{4623DCC5-907B-6348-6D82-B7CDC5742D07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2909662" y="5344583"/>
                  <a:ext cx="8676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0" name="잉크 19">
                  <a:extLst>
                    <a:ext uri="{FF2B5EF4-FFF2-40B4-BE49-F238E27FC236}">
                      <a16:creationId xmlns:a16="http://schemas.microsoft.com/office/drawing/2014/main" id="{C0954426-49D1-1555-4C3A-361D1F310076}"/>
                    </a:ext>
                  </a:extLst>
                </p14:cNvPr>
                <p14:cNvContentPartPr/>
                <p14:nvPr/>
              </p14:nvContentPartPr>
              <p14:xfrm>
                <a:off x="2913982" y="5473463"/>
                <a:ext cx="119520" cy="61920"/>
              </p14:xfrm>
            </p:contentPart>
          </mc:Choice>
          <mc:Fallback>
            <p:pic>
              <p:nvPicPr>
                <p:cNvPr id="20" name="잉크 19">
                  <a:extLst>
                    <a:ext uri="{FF2B5EF4-FFF2-40B4-BE49-F238E27FC236}">
                      <a16:creationId xmlns:a16="http://schemas.microsoft.com/office/drawing/2014/main" id="{C0954426-49D1-1555-4C3A-361D1F310076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2905342" y="5464823"/>
                  <a:ext cx="13716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1" name="잉크 20">
                  <a:extLst>
                    <a:ext uri="{FF2B5EF4-FFF2-40B4-BE49-F238E27FC236}">
                      <a16:creationId xmlns:a16="http://schemas.microsoft.com/office/drawing/2014/main" id="{5DAF6CBA-EF93-FED2-54CE-786F3820C489}"/>
                    </a:ext>
                  </a:extLst>
                </p14:cNvPr>
                <p14:cNvContentPartPr/>
                <p14:nvPr/>
              </p14:nvContentPartPr>
              <p14:xfrm>
                <a:off x="2965102" y="5537903"/>
                <a:ext cx="78840" cy="78840"/>
              </p14:xfrm>
            </p:contentPart>
          </mc:Choice>
          <mc:Fallback>
            <p:pic>
              <p:nvPicPr>
                <p:cNvPr id="21" name="잉크 20">
                  <a:extLst>
                    <a:ext uri="{FF2B5EF4-FFF2-40B4-BE49-F238E27FC236}">
                      <a16:creationId xmlns:a16="http://schemas.microsoft.com/office/drawing/2014/main" id="{5DAF6CBA-EF93-FED2-54CE-786F3820C489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2956102" y="5528903"/>
                  <a:ext cx="9648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2" name="잉크 21">
                  <a:extLst>
                    <a:ext uri="{FF2B5EF4-FFF2-40B4-BE49-F238E27FC236}">
                      <a16:creationId xmlns:a16="http://schemas.microsoft.com/office/drawing/2014/main" id="{E1BDDC65-0590-8207-0AF4-7D6EE1236576}"/>
                    </a:ext>
                  </a:extLst>
                </p14:cNvPr>
                <p14:cNvContentPartPr/>
                <p14:nvPr/>
              </p14:nvContentPartPr>
              <p14:xfrm>
                <a:off x="3011542" y="5359343"/>
                <a:ext cx="104760" cy="138600"/>
              </p14:xfrm>
            </p:contentPart>
          </mc:Choice>
          <mc:Fallback>
            <p:pic>
              <p:nvPicPr>
                <p:cNvPr id="22" name="잉크 21">
                  <a:extLst>
                    <a:ext uri="{FF2B5EF4-FFF2-40B4-BE49-F238E27FC236}">
                      <a16:creationId xmlns:a16="http://schemas.microsoft.com/office/drawing/2014/main" id="{E1BDDC65-0590-8207-0AF4-7D6EE1236576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3002902" y="5350703"/>
                  <a:ext cx="12240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3" name="잉크 22">
                  <a:extLst>
                    <a:ext uri="{FF2B5EF4-FFF2-40B4-BE49-F238E27FC236}">
                      <a16:creationId xmlns:a16="http://schemas.microsoft.com/office/drawing/2014/main" id="{CFF407C7-5595-3ABD-DE07-ECA117550F67}"/>
                    </a:ext>
                  </a:extLst>
                </p14:cNvPr>
                <p14:cNvContentPartPr/>
                <p14:nvPr/>
              </p14:nvContentPartPr>
              <p14:xfrm>
                <a:off x="3084622" y="5387783"/>
                <a:ext cx="76680" cy="38160"/>
              </p14:xfrm>
            </p:contentPart>
          </mc:Choice>
          <mc:Fallback>
            <p:pic>
              <p:nvPicPr>
                <p:cNvPr id="23" name="잉크 22">
                  <a:extLst>
                    <a:ext uri="{FF2B5EF4-FFF2-40B4-BE49-F238E27FC236}">
                      <a16:creationId xmlns:a16="http://schemas.microsoft.com/office/drawing/2014/main" id="{CFF407C7-5595-3ABD-DE07-ECA117550F67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3075622" y="5379143"/>
                  <a:ext cx="9432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4" name="잉크 23">
                  <a:extLst>
                    <a:ext uri="{FF2B5EF4-FFF2-40B4-BE49-F238E27FC236}">
                      <a16:creationId xmlns:a16="http://schemas.microsoft.com/office/drawing/2014/main" id="{A179F2B8-A1F1-EC47-CC82-BC9C2B76702B}"/>
                    </a:ext>
                  </a:extLst>
                </p14:cNvPr>
                <p14:cNvContentPartPr/>
                <p14:nvPr/>
              </p14:nvContentPartPr>
              <p14:xfrm>
                <a:off x="3062662" y="5349263"/>
                <a:ext cx="116640" cy="256320"/>
              </p14:xfrm>
            </p:contentPart>
          </mc:Choice>
          <mc:Fallback>
            <p:pic>
              <p:nvPicPr>
                <p:cNvPr id="24" name="잉크 23">
                  <a:extLst>
                    <a:ext uri="{FF2B5EF4-FFF2-40B4-BE49-F238E27FC236}">
                      <a16:creationId xmlns:a16="http://schemas.microsoft.com/office/drawing/2014/main" id="{A179F2B8-A1F1-EC47-CC82-BC9C2B76702B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3053662" y="5340263"/>
                  <a:ext cx="13428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26" name="잉크 25">
                  <a:extLst>
                    <a:ext uri="{FF2B5EF4-FFF2-40B4-BE49-F238E27FC236}">
                      <a16:creationId xmlns:a16="http://schemas.microsoft.com/office/drawing/2014/main" id="{11A5C7EC-AD1E-DD10-7A8E-36BCC3636DFA}"/>
                    </a:ext>
                  </a:extLst>
                </p14:cNvPr>
                <p14:cNvContentPartPr/>
                <p14:nvPr/>
              </p14:nvContentPartPr>
              <p14:xfrm>
                <a:off x="3209542" y="5383463"/>
                <a:ext cx="66600" cy="85320"/>
              </p14:xfrm>
            </p:contentPart>
          </mc:Choice>
          <mc:Fallback>
            <p:pic>
              <p:nvPicPr>
                <p:cNvPr id="26" name="잉크 25">
                  <a:extLst>
                    <a:ext uri="{FF2B5EF4-FFF2-40B4-BE49-F238E27FC236}">
                      <a16:creationId xmlns:a16="http://schemas.microsoft.com/office/drawing/2014/main" id="{11A5C7EC-AD1E-DD10-7A8E-36BCC3636DFA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3200902" y="5374463"/>
                  <a:ext cx="8424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27" name="잉크 26">
                  <a:extLst>
                    <a:ext uri="{FF2B5EF4-FFF2-40B4-BE49-F238E27FC236}">
                      <a16:creationId xmlns:a16="http://schemas.microsoft.com/office/drawing/2014/main" id="{E268D8F3-9400-B327-94A1-49A9A69411E0}"/>
                    </a:ext>
                  </a:extLst>
                </p14:cNvPr>
                <p14:cNvContentPartPr/>
                <p14:nvPr/>
              </p14:nvContentPartPr>
              <p14:xfrm>
                <a:off x="3205582" y="5498663"/>
                <a:ext cx="126360" cy="12600"/>
              </p14:xfrm>
            </p:contentPart>
          </mc:Choice>
          <mc:Fallback>
            <p:pic>
              <p:nvPicPr>
                <p:cNvPr id="27" name="잉크 26">
                  <a:extLst>
                    <a:ext uri="{FF2B5EF4-FFF2-40B4-BE49-F238E27FC236}">
                      <a16:creationId xmlns:a16="http://schemas.microsoft.com/office/drawing/2014/main" id="{E268D8F3-9400-B327-94A1-49A9A69411E0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3196942" y="5489663"/>
                  <a:ext cx="14400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28" name="잉크 27">
                  <a:extLst>
                    <a:ext uri="{FF2B5EF4-FFF2-40B4-BE49-F238E27FC236}">
                      <a16:creationId xmlns:a16="http://schemas.microsoft.com/office/drawing/2014/main" id="{E907D8D7-605C-381D-7784-5B90658A8338}"/>
                    </a:ext>
                  </a:extLst>
                </p14:cNvPr>
                <p14:cNvContentPartPr/>
                <p14:nvPr/>
              </p14:nvContentPartPr>
              <p14:xfrm>
                <a:off x="3307822" y="5368703"/>
                <a:ext cx="165240" cy="173160"/>
              </p14:xfrm>
            </p:contentPart>
          </mc:Choice>
          <mc:Fallback>
            <p:pic>
              <p:nvPicPr>
                <p:cNvPr id="28" name="잉크 27">
                  <a:extLst>
                    <a:ext uri="{FF2B5EF4-FFF2-40B4-BE49-F238E27FC236}">
                      <a16:creationId xmlns:a16="http://schemas.microsoft.com/office/drawing/2014/main" id="{E907D8D7-605C-381D-7784-5B90658A8338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3298822" y="5360063"/>
                  <a:ext cx="18288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30" name="잉크 29">
                  <a:extLst>
                    <a:ext uri="{FF2B5EF4-FFF2-40B4-BE49-F238E27FC236}">
                      <a16:creationId xmlns:a16="http://schemas.microsoft.com/office/drawing/2014/main" id="{456197EA-31FB-E484-14AF-C3438198E9C3}"/>
                    </a:ext>
                  </a:extLst>
                </p14:cNvPr>
                <p14:cNvContentPartPr/>
                <p14:nvPr/>
              </p14:nvContentPartPr>
              <p14:xfrm>
                <a:off x="3583582" y="5334143"/>
                <a:ext cx="76320" cy="83880"/>
              </p14:xfrm>
            </p:contentPart>
          </mc:Choice>
          <mc:Fallback>
            <p:pic>
              <p:nvPicPr>
                <p:cNvPr id="30" name="잉크 29">
                  <a:extLst>
                    <a:ext uri="{FF2B5EF4-FFF2-40B4-BE49-F238E27FC236}">
                      <a16:creationId xmlns:a16="http://schemas.microsoft.com/office/drawing/2014/main" id="{456197EA-31FB-E484-14AF-C3438198E9C3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3574582" y="5325143"/>
                  <a:ext cx="9396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31" name="잉크 30">
                  <a:extLst>
                    <a:ext uri="{FF2B5EF4-FFF2-40B4-BE49-F238E27FC236}">
                      <a16:creationId xmlns:a16="http://schemas.microsoft.com/office/drawing/2014/main" id="{C7F56C89-BB8C-28AB-0712-5C4862529153}"/>
                    </a:ext>
                  </a:extLst>
                </p14:cNvPr>
                <p14:cNvContentPartPr/>
                <p14:nvPr/>
              </p14:nvContentPartPr>
              <p14:xfrm>
                <a:off x="3570982" y="5454023"/>
                <a:ext cx="118440" cy="24480"/>
              </p14:xfrm>
            </p:contentPart>
          </mc:Choice>
          <mc:Fallback>
            <p:pic>
              <p:nvPicPr>
                <p:cNvPr id="31" name="잉크 30">
                  <a:extLst>
                    <a:ext uri="{FF2B5EF4-FFF2-40B4-BE49-F238E27FC236}">
                      <a16:creationId xmlns:a16="http://schemas.microsoft.com/office/drawing/2014/main" id="{C7F56C89-BB8C-28AB-0712-5C4862529153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3561982" y="5445383"/>
                  <a:ext cx="13608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14336" name="잉크 14335">
                  <a:extLst>
                    <a:ext uri="{FF2B5EF4-FFF2-40B4-BE49-F238E27FC236}">
                      <a16:creationId xmlns:a16="http://schemas.microsoft.com/office/drawing/2014/main" id="{E732C02A-92FB-9BD8-CBB9-C4EDB7F26954}"/>
                    </a:ext>
                  </a:extLst>
                </p14:cNvPr>
                <p14:cNvContentPartPr/>
                <p14:nvPr/>
              </p14:nvContentPartPr>
              <p14:xfrm>
                <a:off x="3592222" y="5510183"/>
                <a:ext cx="88200" cy="93240"/>
              </p14:xfrm>
            </p:contentPart>
          </mc:Choice>
          <mc:Fallback>
            <p:pic>
              <p:nvPicPr>
                <p:cNvPr id="14336" name="잉크 14335">
                  <a:extLst>
                    <a:ext uri="{FF2B5EF4-FFF2-40B4-BE49-F238E27FC236}">
                      <a16:creationId xmlns:a16="http://schemas.microsoft.com/office/drawing/2014/main" id="{E732C02A-92FB-9BD8-CBB9-C4EDB7F26954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3583582" y="5501543"/>
                  <a:ext cx="10584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14337" name="잉크 14336">
                  <a:extLst>
                    <a:ext uri="{FF2B5EF4-FFF2-40B4-BE49-F238E27FC236}">
                      <a16:creationId xmlns:a16="http://schemas.microsoft.com/office/drawing/2014/main" id="{A3EA5F40-FECB-922B-DA1D-C0EADD94BE4B}"/>
                    </a:ext>
                  </a:extLst>
                </p14:cNvPr>
                <p14:cNvContentPartPr/>
                <p14:nvPr/>
              </p14:nvContentPartPr>
              <p14:xfrm>
                <a:off x="3699142" y="5452583"/>
                <a:ext cx="78120" cy="50040"/>
              </p14:xfrm>
            </p:contentPart>
          </mc:Choice>
          <mc:Fallback>
            <p:pic>
              <p:nvPicPr>
                <p:cNvPr id="14337" name="잉크 14336">
                  <a:extLst>
                    <a:ext uri="{FF2B5EF4-FFF2-40B4-BE49-F238E27FC236}">
                      <a16:creationId xmlns:a16="http://schemas.microsoft.com/office/drawing/2014/main" id="{A3EA5F40-FECB-922B-DA1D-C0EADD94BE4B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3690502" y="5443583"/>
                  <a:ext cx="9576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14339" name="잉크 14338">
                  <a:extLst>
                    <a:ext uri="{FF2B5EF4-FFF2-40B4-BE49-F238E27FC236}">
                      <a16:creationId xmlns:a16="http://schemas.microsoft.com/office/drawing/2014/main" id="{541A1186-6DA8-C78B-FDDD-8C4603FFE639}"/>
                    </a:ext>
                  </a:extLst>
                </p14:cNvPr>
                <p14:cNvContentPartPr/>
                <p14:nvPr/>
              </p14:nvContentPartPr>
              <p14:xfrm>
                <a:off x="3733702" y="5365823"/>
                <a:ext cx="110520" cy="202320"/>
              </p14:xfrm>
            </p:contentPart>
          </mc:Choice>
          <mc:Fallback>
            <p:pic>
              <p:nvPicPr>
                <p:cNvPr id="14339" name="잉크 14338">
                  <a:extLst>
                    <a:ext uri="{FF2B5EF4-FFF2-40B4-BE49-F238E27FC236}">
                      <a16:creationId xmlns:a16="http://schemas.microsoft.com/office/drawing/2014/main" id="{541A1186-6DA8-C78B-FDDD-8C4603FFE639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3725062" y="5357183"/>
                  <a:ext cx="12816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14340" name="잉크 14339">
                  <a:extLst>
                    <a:ext uri="{FF2B5EF4-FFF2-40B4-BE49-F238E27FC236}">
                      <a16:creationId xmlns:a16="http://schemas.microsoft.com/office/drawing/2014/main" id="{D8638A99-1A5A-A516-75D3-406B39816EA9}"/>
                    </a:ext>
                  </a:extLst>
                </p14:cNvPr>
                <p14:cNvContentPartPr/>
                <p14:nvPr/>
              </p14:nvContentPartPr>
              <p14:xfrm>
                <a:off x="3873022" y="5395343"/>
                <a:ext cx="75600" cy="73440"/>
              </p14:xfrm>
            </p:contentPart>
          </mc:Choice>
          <mc:Fallback>
            <p:pic>
              <p:nvPicPr>
                <p:cNvPr id="14340" name="잉크 14339">
                  <a:extLst>
                    <a:ext uri="{FF2B5EF4-FFF2-40B4-BE49-F238E27FC236}">
                      <a16:creationId xmlns:a16="http://schemas.microsoft.com/office/drawing/2014/main" id="{D8638A99-1A5A-A516-75D3-406B39816EA9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3864022" y="5386703"/>
                  <a:ext cx="9324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14341" name="잉크 14340">
                  <a:extLst>
                    <a:ext uri="{FF2B5EF4-FFF2-40B4-BE49-F238E27FC236}">
                      <a16:creationId xmlns:a16="http://schemas.microsoft.com/office/drawing/2014/main" id="{DF0560E9-F24A-C59B-4318-B78610F66A54}"/>
                    </a:ext>
                  </a:extLst>
                </p14:cNvPr>
                <p14:cNvContentPartPr/>
                <p14:nvPr/>
              </p14:nvContentPartPr>
              <p14:xfrm>
                <a:off x="3972382" y="5336663"/>
                <a:ext cx="54000" cy="125280"/>
              </p14:xfrm>
            </p:contentPart>
          </mc:Choice>
          <mc:Fallback>
            <p:pic>
              <p:nvPicPr>
                <p:cNvPr id="14341" name="잉크 14340">
                  <a:extLst>
                    <a:ext uri="{FF2B5EF4-FFF2-40B4-BE49-F238E27FC236}">
                      <a16:creationId xmlns:a16="http://schemas.microsoft.com/office/drawing/2014/main" id="{DF0560E9-F24A-C59B-4318-B78610F66A54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3963382" y="5328023"/>
                  <a:ext cx="7164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14342" name="잉크 14341">
                  <a:extLst>
                    <a:ext uri="{FF2B5EF4-FFF2-40B4-BE49-F238E27FC236}">
                      <a16:creationId xmlns:a16="http://schemas.microsoft.com/office/drawing/2014/main" id="{0132650F-8DE8-B2BD-EDF0-A5A5B4E30289}"/>
                    </a:ext>
                  </a:extLst>
                </p14:cNvPr>
                <p14:cNvContentPartPr/>
                <p14:nvPr/>
              </p14:nvContentPartPr>
              <p14:xfrm>
                <a:off x="3924502" y="5519543"/>
                <a:ext cx="36720" cy="80640"/>
              </p14:xfrm>
            </p:contentPart>
          </mc:Choice>
          <mc:Fallback>
            <p:pic>
              <p:nvPicPr>
                <p:cNvPr id="14342" name="잉크 14341">
                  <a:extLst>
                    <a:ext uri="{FF2B5EF4-FFF2-40B4-BE49-F238E27FC236}">
                      <a16:creationId xmlns:a16="http://schemas.microsoft.com/office/drawing/2014/main" id="{0132650F-8DE8-B2BD-EDF0-A5A5B4E30289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3915862" y="5510543"/>
                  <a:ext cx="5436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14343" name="잉크 14342">
                  <a:extLst>
                    <a:ext uri="{FF2B5EF4-FFF2-40B4-BE49-F238E27FC236}">
                      <a16:creationId xmlns:a16="http://schemas.microsoft.com/office/drawing/2014/main" id="{35DF6F5A-3388-EB45-FB73-6C0F0A36DBB3}"/>
                    </a:ext>
                  </a:extLst>
                </p14:cNvPr>
                <p14:cNvContentPartPr/>
                <p14:nvPr/>
              </p14:nvContentPartPr>
              <p14:xfrm>
                <a:off x="3927742" y="5496503"/>
                <a:ext cx="118080" cy="71280"/>
              </p14:xfrm>
            </p:contentPart>
          </mc:Choice>
          <mc:Fallback>
            <p:pic>
              <p:nvPicPr>
                <p:cNvPr id="14343" name="잉크 14342">
                  <a:extLst>
                    <a:ext uri="{FF2B5EF4-FFF2-40B4-BE49-F238E27FC236}">
                      <a16:creationId xmlns:a16="http://schemas.microsoft.com/office/drawing/2014/main" id="{35DF6F5A-3388-EB45-FB73-6C0F0A36DBB3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3919102" y="5487863"/>
                  <a:ext cx="13572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14344" name="잉크 14343">
                  <a:extLst>
                    <a:ext uri="{FF2B5EF4-FFF2-40B4-BE49-F238E27FC236}">
                      <a16:creationId xmlns:a16="http://schemas.microsoft.com/office/drawing/2014/main" id="{247094B2-4939-8445-951B-9B8A51D39D07}"/>
                    </a:ext>
                  </a:extLst>
                </p14:cNvPr>
                <p14:cNvContentPartPr/>
                <p14:nvPr/>
              </p14:nvContentPartPr>
              <p14:xfrm>
                <a:off x="3938902" y="5564183"/>
                <a:ext cx="98280" cy="41040"/>
              </p14:xfrm>
            </p:contentPart>
          </mc:Choice>
          <mc:Fallback>
            <p:pic>
              <p:nvPicPr>
                <p:cNvPr id="14344" name="잉크 14343">
                  <a:extLst>
                    <a:ext uri="{FF2B5EF4-FFF2-40B4-BE49-F238E27FC236}">
                      <a16:creationId xmlns:a16="http://schemas.microsoft.com/office/drawing/2014/main" id="{247094B2-4939-8445-951B-9B8A51D39D07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3929902" y="5555543"/>
                  <a:ext cx="115920" cy="58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357" name="그룹 14356">
            <a:extLst>
              <a:ext uri="{FF2B5EF4-FFF2-40B4-BE49-F238E27FC236}">
                <a16:creationId xmlns:a16="http://schemas.microsoft.com/office/drawing/2014/main" id="{A6A6D0A6-76EC-9095-AFBA-FA1D6F194A83}"/>
              </a:ext>
            </a:extLst>
          </p:cNvPr>
          <p:cNvGrpSpPr/>
          <p:nvPr/>
        </p:nvGrpSpPr>
        <p:grpSpPr>
          <a:xfrm>
            <a:off x="6637822" y="5928503"/>
            <a:ext cx="758160" cy="318600"/>
            <a:chOff x="6637822" y="5928503"/>
            <a:chExt cx="758160" cy="318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14346" name="잉크 14345">
                  <a:extLst>
                    <a:ext uri="{FF2B5EF4-FFF2-40B4-BE49-F238E27FC236}">
                      <a16:creationId xmlns:a16="http://schemas.microsoft.com/office/drawing/2014/main" id="{9072D33E-163D-C175-7A66-17ECE3F4D7A5}"/>
                    </a:ext>
                  </a:extLst>
                </p14:cNvPr>
                <p14:cNvContentPartPr/>
                <p14:nvPr/>
              </p14:nvContentPartPr>
              <p14:xfrm>
                <a:off x="6674902" y="6015983"/>
                <a:ext cx="25200" cy="73080"/>
              </p14:xfrm>
            </p:contentPart>
          </mc:Choice>
          <mc:Fallback>
            <p:pic>
              <p:nvPicPr>
                <p:cNvPr id="14346" name="잉크 14345">
                  <a:extLst>
                    <a:ext uri="{FF2B5EF4-FFF2-40B4-BE49-F238E27FC236}">
                      <a16:creationId xmlns:a16="http://schemas.microsoft.com/office/drawing/2014/main" id="{9072D33E-163D-C175-7A66-17ECE3F4D7A5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6665902" y="6007343"/>
                  <a:ext cx="4284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14347" name="잉크 14346">
                  <a:extLst>
                    <a:ext uri="{FF2B5EF4-FFF2-40B4-BE49-F238E27FC236}">
                      <a16:creationId xmlns:a16="http://schemas.microsoft.com/office/drawing/2014/main" id="{9A0615FF-3D2E-862E-99A5-27510D9B8699}"/>
                    </a:ext>
                  </a:extLst>
                </p14:cNvPr>
                <p14:cNvContentPartPr/>
                <p14:nvPr/>
              </p14:nvContentPartPr>
              <p14:xfrm>
                <a:off x="6637822" y="6069983"/>
                <a:ext cx="104040" cy="55800"/>
              </p14:xfrm>
            </p:contentPart>
          </mc:Choice>
          <mc:Fallback>
            <p:pic>
              <p:nvPicPr>
                <p:cNvPr id="14347" name="잉크 14346">
                  <a:extLst>
                    <a:ext uri="{FF2B5EF4-FFF2-40B4-BE49-F238E27FC236}">
                      <a16:creationId xmlns:a16="http://schemas.microsoft.com/office/drawing/2014/main" id="{9A0615FF-3D2E-862E-99A5-27510D9B8699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6629182" y="6060983"/>
                  <a:ext cx="12168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14348" name="잉크 14347">
                  <a:extLst>
                    <a:ext uri="{FF2B5EF4-FFF2-40B4-BE49-F238E27FC236}">
                      <a16:creationId xmlns:a16="http://schemas.microsoft.com/office/drawing/2014/main" id="{F2A4CCB3-3F93-5407-73D3-722FD46BA38D}"/>
                    </a:ext>
                  </a:extLst>
                </p14:cNvPr>
                <p14:cNvContentPartPr/>
                <p14:nvPr/>
              </p14:nvContentPartPr>
              <p14:xfrm>
                <a:off x="6694702" y="6142343"/>
                <a:ext cx="83880" cy="104760"/>
              </p14:xfrm>
            </p:contentPart>
          </mc:Choice>
          <mc:Fallback>
            <p:pic>
              <p:nvPicPr>
                <p:cNvPr id="14348" name="잉크 14347">
                  <a:extLst>
                    <a:ext uri="{FF2B5EF4-FFF2-40B4-BE49-F238E27FC236}">
                      <a16:creationId xmlns:a16="http://schemas.microsoft.com/office/drawing/2014/main" id="{F2A4CCB3-3F93-5407-73D3-722FD46BA38D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6686062" y="6133703"/>
                  <a:ext cx="10152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14349" name="잉크 14348">
                  <a:extLst>
                    <a:ext uri="{FF2B5EF4-FFF2-40B4-BE49-F238E27FC236}">
                      <a16:creationId xmlns:a16="http://schemas.microsoft.com/office/drawing/2014/main" id="{F16D7EA3-F235-B8E5-D07D-0AA8929D3FB5}"/>
                    </a:ext>
                  </a:extLst>
                </p14:cNvPr>
                <p14:cNvContentPartPr/>
                <p14:nvPr/>
              </p14:nvContentPartPr>
              <p14:xfrm>
                <a:off x="6798022" y="6036863"/>
                <a:ext cx="34920" cy="160200"/>
              </p14:xfrm>
            </p:contentPart>
          </mc:Choice>
          <mc:Fallback>
            <p:pic>
              <p:nvPicPr>
                <p:cNvPr id="14349" name="잉크 14348">
                  <a:extLst>
                    <a:ext uri="{FF2B5EF4-FFF2-40B4-BE49-F238E27FC236}">
                      <a16:creationId xmlns:a16="http://schemas.microsoft.com/office/drawing/2014/main" id="{F16D7EA3-F235-B8E5-D07D-0AA8929D3FB5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6789382" y="6028223"/>
                  <a:ext cx="5256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14350" name="잉크 14349">
                  <a:extLst>
                    <a:ext uri="{FF2B5EF4-FFF2-40B4-BE49-F238E27FC236}">
                      <a16:creationId xmlns:a16="http://schemas.microsoft.com/office/drawing/2014/main" id="{7FE97CC0-56DB-A621-9E6B-E45EC53B7CE8}"/>
                    </a:ext>
                  </a:extLst>
                </p14:cNvPr>
                <p14:cNvContentPartPr/>
                <p14:nvPr/>
              </p14:nvContentPartPr>
              <p14:xfrm>
                <a:off x="6808102" y="6055223"/>
                <a:ext cx="84960" cy="144360"/>
              </p14:xfrm>
            </p:contentPart>
          </mc:Choice>
          <mc:Fallback>
            <p:pic>
              <p:nvPicPr>
                <p:cNvPr id="14350" name="잉크 14349">
                  <a:extLst>
                    <a:ext uri="{FF2B5EF4-FFF2-40B4-BE49-F238E27FC236}">
                      <a16:creationId xmlns:a16="http://schemas.microsoft.com/office/drawing/2014/main" id="{7FE97CC0-56DB-A621-9E6B-E45EC53B7CE8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6799102" y="6046223"/>
                  <a:ext cx="10260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14351" name="잉크 14350">
                  <a:extLst>
                    <a:ext uri="{FF2B5EF4-FFF2-40B4-BE49-F238E27FC236}">
                      <a16:creationId xmlns:a16="http://schemas.microsoft.com/office/drawing/2014/main" id="{A7373AAF-8FE3-1CAF-1ACF-AD3F1D21B1CA}"/>
                    </a:ext>
                  </a:extLst>
                </p14:cNvPr>
                <p14:cNvContentPartPr/>
                <p14:nvPr/>
              </p14:nvContentPartPr>
              <p14:xfrm>
                <a:off x="6941662" y="5978903"/>
                <a:ext cx="86040" cy="128520"/>
              </p14:xfrm>
            </p:contentPart>
          </mc:Choice>
          <mc:Fallback>
            <p:pic>
              <p:nvPicPr>
                <p:cNvPr id="14351" name="잉크 14350">
                  <a:extLst>
                    <a:ext uri="{FF2B5EF4-FFF2-40B4-BE49-F238E27FC236}">
                      <a16:creationId xmlns:a16="http://schemas.microsoft.com/office/drawing/2014/main" id="{A7373AAF-8FE3-1CAF-1ACF-AD3F1D21B1CA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6933022" y="5970263"/>
                  <a:ext cx="10368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14352" name="잉크 14351">
                  <a:extLst>
                    <a:ext uri="{FF2B5EF4-FFF2-40B4-BE49-F238E27FC236}">
                      <a16:creationId xmlns:a16="http://schemas.microsoft.com/office/drawing/2014/main" id="{A9190895-5FE6-C5D0-C2BC-A501FF12AE0A}"/>
                    </a:ext>
                  </a:extLst>
                </p14:cNvPr>
                <p14:cNvContentPartPr/>
                <p14:nvPr/>
              </p14:nvContentPartPr>
              <p14:xfrm>
                <a:off x="6927982" y="5928503"/>
                <a:ext cx="164520" cy="181800"/>
              </p14:xfrm>
            </p:contentPart>
          </mc:Choice>
          <mc:Fallback>
            <p:pic>
              <p:nvPicPr>
                <p:cNvPr id="14352" name="잉크 14351">
                  <a:extLst>
                    <a:ext uri="{FF2B5EF4-FFF2-40B4-BE49-F238E27FC236}">
                      <a16:creationId xmlns:a16="http://schemas.microsoft.com/office/drawing/2014/main" id="{A9190895-5FE6-C5D0-C2BC-A501FF12AE0A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6919342" y="5919503"/>
                  <a:ext cx="18216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14353" name="잉크 14352">
                  <a:extLst>
                    <a:ext uri="{FF2B5EF4-FFF2-40B4-BE49-F238E27FC236}">
                      <a16:creationId xmlns:a16="http://schemas.microsoft.com/office/drawing/2014/main" id="{AD30B8FD-26B5-E18A-2559-F89EC091F805}"/>
                    </a:ext>
                  </a:extLst>
                </p14:cNvPr>
                <p14:cNvContentPartPr/>
                <p14:nvPr/>
              </p14:nvContentPartPr>
              <p14:xfrm>
                <a:off x="7016902" y="6132263"/>
                <a:ext cx="95400" cy="82080"/>
              </p14:xfrm>
            </p:contentPart>
          </mc:Choice>
          <mc:Fallback>
            <p:pic>
              <p:nvPicPr>
                <p:cNvPr id="14353" name="잉크 14352">
                  <a:extLst>
                    <a:ext uri="{FF2B5EF4-FFF2-40B4-BE49-F238E27FC236}">
                      <a16:creationId xmlns:a16="http://schemas.microsoft.com/office/drawing/2014/main" id="{AD30B8FD-26B5-E18A-2559-F89EC091F805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7008262" y="6123623"/>
                  <a:ext cx="11304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14354" name="잉크 14353">
                  <a:extLst>
                    <a:ext uri="{FF2B5EF4-FFF2-40B4-BE49-F238E27FC236}">
                      <a16:creationId xmlns:a16="http://schemas.microsoft.com/office/drawing/2014/main" id="{8B443152-5F0B-CE94-B1CD-4D04E9F0F628}"/>
                    </a:ext>
                  </a:extLst>
                </p14:cNvPr>
                <p14:cNvContentPartPr/>
                <p14:nvPr/>
              </p14:nvContentPartPr>
              <p14:xfrm>
                <a:off x="7205542" y="6119303"/>
                <a:ext cx="22320" cy="19080"/>
              </p14:xfrm>
            </p:contentPart>
          </mc:Choice>
          <mc:Fallback>
            <p:pic>
              <p:nvPicPr>
                <p:cNvPr id="14354" name="잉크 14353">
                  <a:extLst>
                    <a:ext uri="{FF2B5EF4-FFF2-40B4-BE49-F238E27FC236}">
                      <a16:creationId xmlns:a16="http://schemas.microsoft.com/office/drawing/2014/main" id="{8B443152-5F0B-CE94-B1CD-4D04E9F0F628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7196542" y="6110303"/>
                  <a:ext cx="3996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14355" name="잉크 14354">
                  <a:extLst>
                    <a:ext uri="{FF2B5EF4-FFF2-40B4-BE49-F238E27FC236}">
                      <a16:creationId xmlns:a16="http://schemas.microsoft.com/office/drawing/2014/main" id="{469D26BA-54E7-32ED-7C82-E385F25185BE}"/>
                    </a:ext>
                  </a:extLst>
                </p14:cNvPr>
                <p14:cNvContentPartPr/>
                <p14:nvPr/>
              </p14:nvContentPartPr>
              <p14:xfrm>
                <a:off x="7284022" y="6072143"/>
                <a:ext cx="36000" cy="34920"/>
              </p14:xfrm>
            </p:contentPart>
          </mc:Choice>
          <mc:Fallback>
            <p:pic>
              <p:nvPicPr>
                <p:cNvPr id="14355" name="잉크 14354">
                  <a:extLst>
                    <a:ext uri="{FF2B5EF4-FFF2-40B4-BE49-F238E27FC236}">
                      <a16:creationId xmlns:a16="http://schemas.microsoft.com/office/drawing/2014/main" id="{469D26BA-54E7-32ED-7C82-E385F25185BE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7275022" y="6063143"/>
                  <a:ext cx="5364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14356" name="잉크 14355">
                  <a:extLst>
                    <a:ext uri="{FF2B5EF4-FFF2-40B4-BE49-F238E27FC236}">
                      <a16:creationId xmlns:a16="http://schemas.microsoft.com/office/drawing/2014/main" id="{EFE339D7-715A-2CC8-F965-87EF2A6B1E0B}"/>
                    </a:ext>
                  </a:extLst>
                </p14:cNvPr>
                <p14:cNvContentPartPr/>
                <p14:nvPr/>
              </p14:nvContentPartPr>
              <p14:xfrm>
                <a:off x="7383742" y="6027143"/>
                <a:ext cx="12240" cy="23400"/>
              </p14:xfrm>
            </p:contentPart>
          </mc:Choice>
          <mc:Fallback>
            <p:pic>
              <p:nvPicPr>
                <p:cNvPr id="14356" name="잉크 14355">
                  <a:extLst>
                    <a:ext uri="{FF2B5EF4-FFF2-40B4-BE49-F238E27FC236}">
                      <a16:creationId xmlns:a16="http://schemas.microsoft.com/office/drawing/2014/main" id="{EFE339D7-715A-2CC8-F965-87EF2A6B1E0B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7374742" y="6018143"/>
                  <a:ext cx="29880" cy="4104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/>
          <a:lstStyle/>
          <a:p>
            <a:r>
              <a:rPr lang="ko-KR" altLang="en-US"/>
              <a:t>프로세스의 상태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4313" y="1643063"/>
            <a:ext cx="8715375" cy="4643437"/>
          </a:xfrm>
          <a:noFill/>
        </p:spPr>
        <p:txBody>
          <a:bodyPr lIns="92075" tIns="46038" rIns="92075" bIns="46038"/>
          <a:lstStyle/>
          <a:p>
            <a:pPr>
              <a:buFont typeface="Wingdings" panose="05000000000000000000" pitchFamily="2" charset="2"/>
              <a:buNone/>
            </a:pPr>
            <a:r>
              <a:rPr lang="en-US" altLang="ko-KR"/>
              <a:t>                                </a:t>
            </a:r>
          </a:p>
        </p:txBody>
      </p:sp>
      <p:pic>
        <p:nvPicPr>
          <p:cNvPr id="16388" name="Picture 2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2" t="25693" r="591" b="25545"/>
          <a:stretch>
            <a:fillRect/>
          </a:stretch>
        </p:blipFill>
        <p:spPr bwMode="auto">
          <a:xfrm>
            <a:off x="928688" y="1857375"/>
            <a:ext cx="7105650" cy="280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cmpd="thickThin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1571625" y="4786313"/>
            <a:ext cx="6257925" cy="1943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342900" indent="-342900" latinLnBrk="1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Ø"/>
              <a:defRPr/>
            </a:pPr>
            <a:r>
              <a:rPr lang="ko-KR" altLang="en-US" sz="2000" kern="0" dirty="0">
                <a:latin typeface="+mn-ea"/>
                <a:ea typeface="+mn-ea"/>
              </a:rPr>
              <a:t>신규 </a:t>
            </a:r>
            <a:r>
              <a:rPr lang="en-US" altLang="ko-KR" sz="2000" kern="0" dirty="0">
                <a:latin typeface="+mn-ea"/>
                <a:ea typeface="+mn-ea"/>
              </a:rPr>
              <a:t>new – </a:t>
            </a:r>
            <a:r>
              <a:rPr lang="ko-KR" altLang="en-US" sz="2000" kern="0" dirty="0">
                <a:latin typeface="+mn-ea"/>
                <a:ea typeface="+mn-ea"/>
              </a:rPr>
              <a:t>프로세스가 생성 중</a:t>
            </a:r>
          </a:p>
          <a:p>
            <a:pPr marL="342900" indent="-342900" latinLnBrk="1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Ø"/>
              <a:defRPr/>
            </a:pPr>
            <a:r>
              <a:rPr lang="ko-KR" altLang="en-US" sz="2000" kern="0" dirty="0">
                <a:latin typeface="+mn-ea"/>
                <a:ea typeface="+mn-ea"/>
              </a:rPr>
              <a:t>준비 </a:t>
            </a:r>
            <a:r>
              <a:rPr lang="en-US" altLang="ko-KR" sz="2000" kern="0" dirty="0">
                <a:latin typeface="+mn-ea"/>
                <a:ea typeface="+mn-ea"/>
              </a:rPr>
              <a:t>ready – </a:t>
            </a:r>
            <a:r>
              <a:rPr lang="ko-KR" altLang="en-US" sz="2000" kern="0" dirty="0">
                <a:latin typeface="+mn-ea"/>
                <a:ea typeface="+mn-ea"/>
              </a:rPr>
              <a:t>프로세스가 설정되어 대기 중</a:t>
            </a:r>
          </a:p>
          <a:p>
            <a:pPr marL="342900" indent="-342900" latinLnBrk="1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Ø"/>
              <a:defRPr/>
            </a:pPr>
            <a:r>
              <a:rPr lang="ko-KR" altLang="en-US" sz="2000" kern="0" dirty="0">
                <a:latin typeface="+mn-ea"/>
                <a:ea typeface="+mn-ea"/>
              </a:rPr>
              <a:t>실행 </a:t>
            </a:r>
            <a:r>
              <a:rPr lang="en-US" altLang="ko-KR" sz="2000" kern="0" dirty="0">
                <a:latin typeface="+mn-ea"/>
                <a:ea typeface="+mn-ea"/>
              </a:rPr>
              <a:t>running – </a:t>
            </a:r>
            <a:r>
              <a:rPr lang="ko-KR" altLang="en-US" sz="2000" kern="0" dirty="0">
                <a:latin typeface="+mn-ea"/>
                <a:ea typeface="+mn-ea"/>
              </a:rPr>
              <a:t>프로세스가 실행하는 중</a:t>
            </a:r>
          </a:p>
          <a:p>
            <a:pPr marL="342900" indent="-342900" latinLnBrk="1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Ø"/>
              <a:defRPr/>
            </a:pPr>
            <a:r>
              <a:rPr lang="ko-KR" altLang="en-US" sz="2000" kern="0" dirty="0">
                <a:latin typeface="+mn-ea"/>
                <a:ea typeface="+mn-ea"/>
              </a:rPr>
              <a:t>대기 </a:t>
            </a:r>
            <a:r>
              <a:rPr lang="en-US" altLang="ko-KR" sz="2000" kern="0" dirty="0">
                <a:latin typeface="+mn-ea"/>
                <a:ea typeface="+mn-ea"/>
              </a:rPr>
              <a:t>waiting – </a:t>
            </a:r>
            <a:r>
              <a:rPr lang="ko-KR" altLang="en-US" sz="2000" kern="0" dirty="0">
                <a:latin typeface="+mn-ea"/>
                <a:ea typeface="+mn-ea"/>
              </a:rPr>
              <a:t>프로세스가 이벤트 발생을 대기 중</a:t>
            </a:r>
          </a:p>
          <a:p>
            <a:pPr marL="342900" indent="-342900" latinLnBrk="1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Ø"/>
              <a:defRPr/>
            </a:pPr>
            <a:r>
              <a:rPr lang="ko-KR" altLang="en-US" sz="2000" kern="0" dirty="0">
                <a:latin typeface="+mn-ea"/>
                <a:ea typeface="+mn-ea"/>
              </a:rPr>
              <a:t>종료 </a:t>
            </a:r>
            <a:r>
              <a:rPr lang="en-US" altLang="ko-KR" sz="2000" kern="0" dirty="0">
                <a:latin typeface="+mn-ea"/>
                <a:ea typeface="+mn-ea"/>
              </a:rPr>
              <a:t>terminated – </a:t>
            </a:r>
            <a:r>
              <a:rPr lang="ko-KR" altLang="en-US" sz="2000" kern="0" dirty="0">
                <a:latin typeface="+mn-ea"/>
                <a:ea typeface="+mn-ea"/>
              </a:rPr>
              <a:t>프로세스가 실행을 종료</a:t>
            </a:r>
          </a:p>
        </p:txBody>
      </p:sp>
      <p:sp>
        <p:nvSpPr>
          <p:cNvPr id="16390" name="슬라이드 번호 개체 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84EF24D-2881-4035-A5C8-3196BA964652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6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D5F8FFC7-05BC-895A-5C6D-9BC15638D486}"/>
              </a:ext>
            </a:extLst>
          </p:cNvPr>
          <p:cNvGrpSpPr/>
          <p:nvPr/>
        </p:nvGrpSpPr>
        <p:grpSpPr>
          <a:xfrm>
            <a:off x="849382" y="2923583"/>
            <a:ext cx="2151720" cy="680040"/>
            <a:chOff x="849382" y="2923583"/>
            <a:chExt cx="2151720" cy="680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3" name="잉크 2">
                  <a:extLst>
                    <a:ext uri="{FF2B5EF4-FFF2-40B4-BE49-F238E27FC236}">
                      <a16:creationId xmlns:a16="http://schemas.microsoft.com/office/drawing/2014/main" id="{DCEF03F2-8334-941A-FA7C-6320E11AAB5E}"/>
                    </a:ext>
                  </a:extLst>
                </p14:cNvPr>
                <p14:cNvContentPartPr/>
                <p14:nvPr/>
              </p14:nvContentPartPr>
              <p14:xfrm>
                <a:off x="849382" y="2977943"/>
                <a:ext cx="115200" cy="184320"/>
              </p14:xfrm>
            </p:contentPart>
          </mc:Choice>
          <mc:Fallback>
            <p:pic>
              <p:nvPicPr>
                <p:cNvPr id="3" name="잉크 2">
                  <a:extLst>
                    <a:ext uri="{FF2B5EF4-FFF2-40B4-BE49-F238E27FC236}">
                      <a16:creationId xmlns:a16="http://schemas.microsoft.com/office/drawing/2014/main" id="{DCEF03F2-8334-941A-FA7C-6320E11AAB5E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840742" y="2969303"/>
                  <a:ext cx="13284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4" name="잉크 3">
                  <a:extLst>
                    <a:ext uri="{FF2B5EF4-FFF2-40B4-BE49-F238E27FC236}">
                      <a16:creationId xmlns:a16="http://schemas.microsoft.com/office/drawing/2014/main" id="{129B2D6F-DCDC-BB65-D098-33958C992887}"/>
                    </a:ext>
                  </a:extLst>
                </p14:cNvPr>
                <p14:cNvContentPartPr/>
                <p14:nvPr/>
              </p14:nvContentPartPr>
              <p14:xfrm>
                <a:off x="992662" y="2973263"/>
                <a:ext cx="96480" cy="197640"/>
              </p14:xfrm>
            </p:contentPart>
          </mc:Choice>
          <mc:Fallback>
            <p:pic>
              <p:nvPicPr>
                <p:cNvPr id="4" name="잉크 3">
                  <a:extLst>
                    <a:ext uri="{FF2B5EF4-FFF2-40B4-BE49-F238E27FC236}">
                      <a16:creationId xmlns:a16="http://schemas.microsoft.com/office/drawing/2014/main" id="{129B2D6F-DCDC-BB65-D098-33958C992887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984022" y="2964263"/>
                  <a:ext cx="11412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6" name="잉크 5">
                  <a:extLst>
                    <a:ext uri="{FF2B5EF4-FFF2-40B4-BE49-F238E27FC236}">
                      <a16:creationId xmlns:a16="http://schemas.microsoft.com/office/drawing/2014/main" id="{A2949BAE-85BB-B24A-10FB-5C17AD42A6BD}"/>
                    </a:ext>
                  </a:extLst>
                </p14:cNvPr>
                <p14:cNvContentPartPr/>
                <p14:nvPr/>
              </p14:nvContentPartPr>
              <p14:xfrm>
                <a:off x="1052782" y="2991983"/>
                <a:ext cx="130680" cy="84960"/>
              </p14:xfrm>
            </p:contentPart>
          </mc:Choice>
          <mc:Fallback>
            <p:pic>
              <p:nvPicPr>
                <p:cNvPr id="6" name="잉크 5">
                  <a:extLst>
                    <a:ext uri="{FF2B5EF4-FFF2-40B4-BE49-F238E27FC236}">
                      <a16:creationId xmlns:a16="http://schemas.microsoft.com/office/drawing/2014/main" id="{A2949BAE-85BB-B24A-10FB-5C17AD42A6BD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043782" y="2983343"/>
                  <a:ext cx="14832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04DA282B-ED12-C4BB-FB6B-C610EE76058C}"/>
                    </a:ext>
                  </a:extLst>
                </p14:cNvPr>
                <p14:cNvContentPartPr/>
                <p14:nvPr/>
              </p14:nvContentPartPr>
              <p14:xfrm>
                <a:off x="1105342" y="3071543"/>
                <a:ext cx="88200" cy="55440"/>
              </p14:xfrm>
            </p:contentPart>
          </mc:Choice>
          <mc:Fallback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04DA282B-ED12-C4BB-FB6B-C610EE76058C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096342" y="3062543"/>
                  <a:ext cx="10584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9068D13E-B8DA-8D18-435D-DA449B623AC6}"/>
                    </a:ext>
                  </a:extLst>
                </p14:cNvPr>
                <p14:cNvContentPartPr/>
                <p14:nvPr/>
              </p14:nvContentPartPr>
              <p14:xfrm>
                <a:off x="1169422" y="3096023"/>
                <a:ext cx="13320" cy="103320"/>
              </p14:xfrm>
            </p:contentPart>
          </mc:Choice>
          <mc:Fallback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9068D13E-B8DA-8D18-435D-DA449B623AC6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160782" y="3087383"/>
                  <a:ext cx="3096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9FD0FECF-50C7-E855-C0D1-8378530176E6}"/>
                    </a:ext>
                  </a:extLst>
                </p14:cNvPr>
                <p14:cNvContentPartPr/>
                <p14:nvPr/>
              </p14:nvContentPartPr>
              <p14:xfrm>
                <a:off x="1172302" y="3177023"/>
                <a:ext cx="81000" cy="98280"/>
              </p14:xfrm>
            </p:contentPart>
          </mc:Choice>
          <mc:Fallback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9FD0FECF-50C7-E855-C0D1-8378530176E6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163662" y="3168383"/>
                  <a:ext cx="9864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57E3A911-9EA0-51E4-3D0C-842BDB1433E1}"/>
                    </a:ext>
                  </a:extLst>
                </p14:cNvPr>
                <p14:cNvContentPartPr/>
                <p14:nvPr/>
              </p14:nvContentPartPr>
              <p14:xfrm>
                <a:off x="1342222" y="2951663"/>
                <a:ext cx="109800" cy="176760"/>
              </p14:xfrm>
            </p:contentPart>
          </mc:Choice>
          <mc:Fallback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57E3A911-9EA0-51E4-3D0C-842BDB1433E1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333222" y="2942663"/>
                  <a:ext cx="12744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6D310A21-314F-3736-F260-9368488F3FCC}"/>
                    </a:ext>
                  </a:extLst>
                </p14:cNvPr>
                <p14:cNvContentPartPr/>
                <p14:nvPr/>
              </p14:nvContentPartPr>
              <p14:xfrm>
                <a:off x="1378942" y="2996303"/>
                <a:ext cx="110880" cy="168840"/>
              </p14:xfrm>
            </p:contentPart>
          </mc:Choice>
          <mc:Fallback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6D310A21-314F-3736-F260-9368488F3FCC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369942" y="2987303"/>
                  <a:ext cx="12852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5194FA50-7FFD-DC45-0AF8-8D317D5027BE}"/>
                    </a:ext>
                  </a:extLst>
                </p14:cNvPr>
                <p14:cNvContentPartPr/>
                <p14:nvPr/>
              </p14:nvContentPartPr>
              <p14:xfrm>
                <a:off x="1391902" y="3130583"/>
                <a:ext cx="147240" cy="94680"/>
              </p14:xfrm>
            </p:contentPart>
          </mc:Choice>
          <mc:Fallback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5194FA50-7FFD-DC45-0AF8-8D317D5027BE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383262" y="3121583"/>
                  <a:ext cx="16488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F3FB2DB1-9EE0-36DD-0533-2FB81FD8CDB7}"/>
                    </a:ext>
                  </a:extLst>
                </p14:cNvPr>
                <p14:cNvContentPartPr/>
                <p14:nvPr/>
              </p14:nvContentPartPr>
              <p14:xfrm>
                <a:off x="1494142" y="2989823"/>
                <a:ext cx="187200" cy="216000"/>
              </p14:xfrm>
            </p:contentPart>
          </mc:Choice>
          <mc:Fallback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F3FB2DB1-9EE0-36DD-0533-2FB81FD8CDB7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485142" y="2980823"/>
                  <a:ext cx="20484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BDDC2F59-88FC-7E7B-76E8-ABB568468936}"/>
                    </a:ext>
                  </a:extLst>
                </p14:cNvPr>
                <p14:cNvContentPartPr/>
                <p14:nvPr/>
              </p14:nvContentPartPr>
              <p14:xfrm>
                <a:off x="1657942" y="2971103"/>
                <a:ext cx="115920" cy="151920"/>
              </p14:xfrm>
            </p:contentPart>
          </mc:Choice>
          <mc:Fallback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BDDC2F59-88FC-7E7B-76E8-ABB568468936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649302" y="2962463"/>
                  <a:ext cx="13356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51CB6E3F-F73A-2AC5-6735-E64298339745}"/>
                    </a:ext>
                  </a:extLst>
                </p14:cNvPr>
                <p14:cNvContentPartPr/>
                <p14:nvPr/>
              </p14:nvContentPartPr>
              <p14:xfrm>
                <a:off x="1688182" y="3121943"/>
                <a:ext cx="127080" cy="45720"/>
              </p14:xfrm>
            </p:contentPart>
          </mc:Choice>
          <mc:Fallback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51CB6E3F-F73A-2AC5-6735-E64298339745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679182" y="3112943"/>
                  <a:ext cx="14472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0D9ADA15-BAC9-DC3E-319F-363CBAE28256}"/>
                    </a:ext>
                  </a:extLst>
                </p14:cNvPr>
                <p14:cNvContentPartPr/>
                <p14:nvPr/>
              </p14:nvContentPartPr>
              <p14:xfrm>
                <a:off x="1782862" y="2951303"/>
                <a:ext cx="244080" cy="203040"/>
              </p14:xfrm>
            </p:contentPart>
          </mc:Choice>
          <mc:Fallback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0D9ADA15-BAC9-DC3E-319F-363CBAE28256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774222" y="2942663"/>
                  <a:ext cx="26172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76668795-BFEC-C94C-E8E4-15EA52177013}"/>
                    </a:ext>
                  </a:extLst>
                </p14:cNvPr>
                <p14:cNvContentPartPr/>
                <p14:nvPr/>
              </p14:nvContentPartPr>
              <p14:xfrm>
                <a:off x="2028382" y="2977223"/>
                <a:ext cx="103680" cy="116280"/>
              </p14:xfrm>
            </p:contentPart>
          </mc:Choice>
          <mc:Fallback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76668795-BFEC-C94C-E8E4-15EA52177013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2019742" y="2968223"/>
                  <a:ext cx="12132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7936039D-8EA2-5085-AD7F-894AE120DCF6}"/>
                    </a:ext>
                  </a:extLst>
                </p14:cNvPr>
                <p14:cNvContentPartPr/>
                <p14:nvPr/>
              </p14:nvContentPartPr>
              <p14:xfrm>
                <a:off x="2139982" y="2923583"/>
                <a:ext cx="68040" cy="170280"/>
              </p14:xfrm>
            </p:contentPart>
          </mc:Choice>
          <mc:Fallback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7936039D-8EA2-5085-AD7F-894AE120DCF6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2131342" y="2914583"/>
                  <a:ext cx="8568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19" name="잉크 18">
                  <a:extLst>
                    <a:ext uri="{FF2B5EF4-FFF2-40B4-BE49-F238E27FC236}">
                      <a16:creationId xmlns:a16="http://schemas.microsoft.com/office/drawing/2014/main" id="{7F525FB5-EEA7-8644-D8E4-EBF3B244C4C4}"/>
                    </a:ext>
                  </a:extLst>
                </p14:cNvPr>
                <p14:cNvContentPartPr/>
                <p14:nvPr/>
              </p14:nvContentPartPr>
              <p14:xfrm>
                <a:off x="2148622" y="3093143"/>
                <a:ext cx="99360" cy="97560"/>
              </p14:xfrm>
            </p:contentPart>
          </mc:Choice>
          <mc:Fallback>
            <p:pic>
              <p:nvPicPr>
                <p:cNvPr id="19" name="잉크 18">
                  <a:extLst>
                    <a:ext uri="{FF2B5EF4-FFF2-40B4-BE49-F238E27FC236}">
                      <a16:creationId xmlns:a16="http://schemas.microsoft.com/office/drawing/2014/main" id="{7F525FB5-EEA7-8644-D8E4-EBF3B244C4C4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2139982" y="3084143"/>
                  <a:ext cx="11700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1" name="잉크 20">
                  <a:extLst>
                    <a:ext uri="{FF2B5EF4-FFF2-40B4-BE49-F238E27FC236}">
                      <a16:creationId xmlns:a16="http://schemas.microsoft.com/office/drawing/2014/main" id="{8535946E-D62D-9902-F044-4B9B92D449DA}"/>
                    </a:ext>
                  </a:extLst>
                </p14:cNvPr>
                <p14:cNvContentPartPr/>
                <p14:nvPr/>
              </p14:nvContentPartPr>
              <p14:xfrm>
                <a:off x="1806262" y="3252263"/>
                <a:ext cx="1194840" cy="351360"/>
              </p14:xfrm>
            </p:contentPart>
          </mc:Choice>
          <mc:Fallback>
            <p:pic>
              <p:nvPicPr>
                <p:cNvPr id="21" name="잉크 20">
                  <a:extLst>
                    <a:ext uri="{FF2B5EF4-FFF2-40B4-BE49-F238E27FC236}">
                      <a16:creationId xmlns:a16="http://schemas.microsoft.com/office/drawing/2014/main" id="{8535946E-D62D-9902-F044-4B9B92D449DA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797262" y="3243623"/>
                  <a:ext cx="1212480" cy="369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396" name="그룹 16395">
            <a:extLst>
              <a:ext uri="{FF2B5EF4-FFF2-40B4-BE49-F238E27FC236}">
                <a16:creationId xmlns:a16="http://schemas.microsoft.com/office/drawing/2014/main" id="{B9018F61-BC15-8DBF-38DB-6EDC9631CB3F}"/>
              </a:ext>
            </a:extLst>
          </p:cNvPr>
          <p:cNvGrpSpPr/>
          <p:nvPr/>
        </p:nvGrpSpPr>
        <p:grpSpPr>
          <a:xfrm>
            <a:off x="4690222" y="4255943"/>
            <a:ext cx="2101320" cy="339840"/>
            <a:chOff x="4690222" y="4255943"/>
            <a:chExt cx="2101320" cy="339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3" name="잉크 22">
                  <a:extLst>
                    <a:ext uri="{FF2B5EF4-FFF2-40B4-BE49-F238E27FC236}">
                      <a16:creationId xmlns:a16="http://schemas.microsoft.com/office/drawing/2014/main" id="{54F19260-0FBB-D76D-4873-2904FA45F132}"/>
                    </a:ext>
                  </a:extLst>
                </p14:cNvPr>
                <p14:cNvContentPartPr/>
                <p14:nvPr/>
              </p14:nvContentPartPr>
              <p14:xfrm>
                <a:off x="4690222" y="4317143"/>
                <a:ext cx="805320" cy="240840"/>
              </p14:xfrm>
            </p:contentPart>
          </mc:Choice>
          <mc:Fallback>
            <p:pic>
              <p:nvPicPr>
                <p:cNvPr id="23" name="잉크 22">
                  <a:extLst>
                    <a:ext uri="{FF2B5EF4-FFF2-40B4-BE49-F238E27FC236}">
                      <a16:creationId xmlns:a16="http://schemas.microsoft.com/office/drawing/2014/main" id="{54F19260-0FBB-D76D-4873-2904FA45F132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4681222" y="4308143"/>
                  <a:ext cx="82296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4" name="잉크 23">
                  <a:extLst>
                    <a:ext uri="{FF2B5EF4-FFF2-40B4-BE49-F238E27FC236}">
                      <a16:creationId xmlns:a16="http://schemas.microsoft.com/office/drawing/2014/main" id="{22135BCD-F498-5CB9-2659-0236D963625B}"/>
                    </a:ext>
                  </a:extLst>
                </p14:cNvPr>
                <p14:cNvContentPartPr/>
                <p14:nvPr/>
              </p14:nvContentPartPr>
              <p14:xfrm>
                <a:off x="5607862" y="4350623"/>
                <a:ext cx="83880" cy="118800"/>
              </p14:xfrm>
            </p:contentPart>
          </mc:Choice>
          <mc:Fallback>
            <p:pic>
              <p:nvPicPr>
                <p:cNvPr id="24" name="잉크 23">
                  <a:extLst>
                    <a:ext uri="{FF2B5EF4-FFF2-40B4-BE49-F238E27FC236}">
                      <a16:creationId xmlns:a16="http://schemas.microsoft.com/office/drawing/2014/main" id="{22135BCD-F498-5CB9-2659-0236D963625B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5598862" y="4341983"/>
                  <a:ext cx="10152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5" name="잉크 24">
                  <a:extLst>
                    <a:ext uri="{FF2B5EF4-FFF2-40B4-BE49-F238E27FC236}">
                      <a16:creationId xmlns:a16="http://schemas.microsoft.com/office/drawing/2014/main" id="{EE5210E4-E74E-37B3-55EE-CF302F3D7772}"/>
                    </a:ext>
                  </a:extLst>
                </p14:cNvPr>
                <p14:cNvContentPartPr/>
                <p14:nvPr/>
              </p14:nvContentPartPr>
              <p14:xfrm>
                <a:off x="5724142" y="4309943"/>
                <a:ext cx="30600" cy="178920"/>
              </p14:xfrm>
            </p:contentPart>
          </mc:Choice>
          <mc:Fallback>
            <p:pic>
              <p:nvPicPr>
                <p:cNvPr id="25" name="잉크 24">
                  <a:extLst>
                    <a:ext uri="{FF2B5EF4-FFF2-40B4-BE49-F238E27FC236}">
                      <a16:creationId xmlns:a16="http://schemas.microsoft.com/office/drawing/2014/main" id="{EE5210E4-E74E-37B3-55EE-CF302F3D7772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5715142" y="4300943"/>
                  <a:ext cx="4824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26" name="잉크 25">
                  <a:extLst>
                    <a:ext uri="{FF2B5EF4-FFF2-40B4-BE49-F238E27FC236}">
                      <a16:creationId xmlns:a16="http://schemas.microsoft.com/office/drawing/2014/main" id="{17B32CAB-B9E2-26E4-BBCF-5B84EE58A7B0}"/>
                    </a:ext>
                  </a:extLst>
                </p14:cNvPr>
                <p14:cNvContentPartPr/>
                <p14:nvPr/>
              </p14:nvContentPartPr>
              <p14:xfrm>
                <a:off x="5647462" y="4466183"/>
                <a:ext cx="167400" cy="112680"/>
              </p14:xfrm>
            </p:contentPart>
          </mc:Choice>
          <mc:Fallback>
            <p:pic>
              <p:nvPicPr>
                <p:cNvPr id="26" name="잉크 25">
                  <a:extLst>
                    <a:ext uri="{FF2B5EF4-FFF2-40B4-BE49-F238E27FC236}">
                      <a16:creationId xmlns:a16="http://schemas.microsoft.com/office/drawing/2014/main" id="{17B32CAB-B9E2-26E4-BBCF-5B84EE58A7B0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5638462" y="4457543"/>
                  <a:ext cx="18504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27" name="잉크 26">
                  <a:extLst>
                    <a:ext uri="{FF2B5EF4-FFF2-40B4-BE49-F238E27FC236}">
                      <a16:creationId xmlns:a16="http://schemas.microsoft.com/office/drawing/2014/main" id="{81D45F2C-72D0-133E-E186-C6CA0AD69422}"/>
                    </a:ext>
                  </a:extLst>
                </p14:cNvPr>
                <p14:cNvContentPartPr/>
                <p14:nvPr/>
              </p14:nvContentPartPr>
              <p14:xfrm>
                <a:off x="5686702" y="4489943"/>
                <a:ext cx="123120" cy="41400"/>
              </p14:xfrm>
            </p:contentPart>
          </mc:Choice>
          <mc:Fallback>
            <p:pic>
              <p:nvPicPr>
                <p:cNvPr id="27" name="잉크 26">
                  <a:extLst>
                    <a:ext uri="{FF2B5EF4-FFF2-40B4-BE49-F238E27FC236}">
                      <a16:creationId xmlns:a16="http://schemas.microsoft.com/office/drawing/2014/main" id="{81D45F2C-72D0-133E-E186-C6CA0AD69422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5677702" y="4480943"/>
                  <a:ext cx="14076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28" name="잉크 27">
                  <a:extLst>
                    <a:ext uri="{FF2B5EF4-FFF2-40B4-BE49-F238E27FC236}">
                      <a16:creationId xmlns:a16="http://schemas.microsoft.com/office/drawing/2014/main" id="{863CD1C4-41B9-DB29-87B9-71D8EA3A2435}"/>
                    </a:ext>
                  </a:extLst>
                </p14:cNvPr>
                <p14:cNvContentPartPr/>
                <p14:nvPr/>
              </p14:nvContentPartPr>
              <p14:xfrm>
                <a:off x="5795422" y="4304543"/>
                <a:ext cx="63360" cy="25920"/>
              </p14:xfrm>
            </p:contentPart>
          </mc:Choice>
          <mc:Fallback>
            <p:pic>
              <p:nvPicPr>
                <p:cNvPr id="28" name="잉크 27">
                  <a:extLst>
                    <a:ext uri="{FF2B5EF4-FFF2-40B4-BE49-F238E27FC236}">
                      <a16:creationId xmlns:a16="http://schemas.microsoft.com/office/drawing/2014/main" id="{863CD1C4-41B9-DB29-87B9-71D8EA3A2435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5786422" y="4295543"/>
                  <a:ext cx="8100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29" name="잉크 28">
                  <a:extLst>
                    <a:ext uri="{FF2B5EF4-FFF2-40B4-BE49-F238E27FC236}">
                      <a16:creationId xmlns:a16="http://schemas.microsoft.com/office/drawing/2014/main" id="{9C2F68FF-A808-0F33-B396-95DD2EF38315}"/>
                    </a:ext>
                  </a:extLst>
                </p14:cNvPr>
                <p14:cNvContentPartPr/>
                <p14:nvPr/>
              </p14:nvContentPartPr>
              <p14:xfrm>
                <a:off x="5789662" y="4351703"/>
                <a:ext cx="109800" cy="87840"/>
              </p14:xfrm>
            </p:contentPart>
          </mc:Choice>
          <mc:Fallback>
            <p:pic>
              <p:nvPicPr>
                <p:cNvPr id="29" name="잉크 28">
                  <a:extLst>
                    <a:ext uri="{FF2B5EF4-FFF2-40B4-BE49-F238E27FC236}">
                      <a16:creationId xmlns:a16="http://schemas.microsoft.com/office/drawing/2014/main" id="{9C2F68FF-A808-0F33-B396-95DD2EF38315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5781022" y="4342703"/>
                  <a:ext cx="12744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30" name="잉크 29">
                  <a:extLst>
                    <a:ext uri="{FF2B5EF4-FFF2-40B4-BE49-F238E27FC236}">
                      <a16:creationId xmlns:a16="http://schemas.microsoft.com/office/drawing/2014/main" id="{D51DF955-28FF-B254-EFB9-693A1107B6CF}"/>
                    </a:ext>
                  </a:extLst>
                </p14:cNvPr>
                <p14:cNvContentPartPr/>
                <p14:nvPr/>
              </p14:nvContentPartPr>
              <p14:xfrm>
                <a:off x="5820622" y="4429823"/>
                <a:ext cx="189360" cy="165960"/>
              </p14:xfrm>
            </p:contentPart>
          </mc:Choice>
          <mc:Fallback>
            <p:pic>
              <p:nvPicPr>
                <p:cNvPr id="30" name="잉크 29">
                  <a:extLst>
                    <a:ext uri="{FF2B5EF4-FFF2-40B4-BE49-F238E27FC236}">
                      <a16:creationId xmlns:a16="http://schemas.microsoft.com/office/drawing/2014/main" id="{D51DF955-28FF-B254-EFB9-693A1107B6CF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5811622" y="4420823"/>
                  <a:ext cx="20700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31" name="잉크 30">
                  <a:extLst>
                    <a:ext uri="{FF2B5EF4-FFF2-40B4-BE49-F238E27FC236}">
                      <a16:creationId xmlns:a16="http://schemas.microsoft.com/office/drawing/2014/main" id="{A3428C5C-CF81-5869-F308-71A1BFFC1572}"/>
                    </a:ext>
                  </a:extLst>
                </p14:cNvPr>
                <p14:cNvContentPartPr/>
                <p14:nvPr/>
              </p14:nvContentPartPr>
              <p14:xfrm>
                <a:off x="5972902" y="4255943"/>
                <a:ext cx="197280" cy="244440"/>
              </p14:xfrm>
            </p:contentPart>
          </mc:Choice>
          <mc:Fallback>
            <p:pic>
              <p:nvPicPr>
                <p:cNvPr id="31" name="잉크 30">
                  <a:extLst>
                    <a:ext uri="{FF2B5EF4-FFF2-40B4-BE49-F238E27FC236}">
                      <a16:creationId xmlns:a16="http://schemas.microsoft.com/office/drawing/2014/main" id="{A3428C5C-CF81-5869-F308-71A1BFFC1572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5964262" y="4247303"/>
                  <a:ext cx="21492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16384" name="잉크 16383">
                  <a:extLst>
                    <a:ext uri="{FF2B5EF4-FFF2-40B4-BE49-F238E27FC236}">
                      <a16:creationId xmlns:a16="http://schemas.microsoft.com/office/drawing/2014/main" id="{4CEDF8C7-ADF5-608A-783E-4928B62FFFA4}"/>
                    </a:ext>
                  </a:extLst>
                </p14:cNvPr>
                <p14:cNvContentPartPr/>
                <p14:nvPr/>
              </p14:nvContentPartPr>
              <p14:xfrm>
                <a:off x="6119422" y="4422263"/>
                <a:ext cx="89280" cy="96840"/>
              </p14:xfrm>
            </p:contentPart>
          </mc:Choice>
          <mc:Fallback>
            <p:pic>
              <p:nvPicPr>
                <p:cNvPr id="16384" name="잉크 16383">
                  <a:extLst>
                    <a:ext uri="{FF2B5EF4-FFF2-40B4-BE49-F238E27FC236}">
                      <a16:creationId xmlns:a16="http://schemas.microsoft.com/office/drawing/2014/main" id="{4CEDF8C7-ADF5-608A-783E-4928B62FFFA4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6110422" y="4413623"/>
                  <a:ext cx="10692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16385" name="잉크 16384">
                  <a:extLst>
                    <a:ext uri="{FF2B5EF4-FFF2-40B4-BE49-F238E27FC236}">
                      <a16:creationId xmlns:a16="http://schemas.microsoft.com/office/drawing/2014/main" id="{3DC0714C-DB9D-9032-C78E-E86AF7B5A505}"/>
                    </a:ext>
                  </a:extLst>
                </p14:cNvPr>
                <p14:cNvContentPartPr/>
                <p14:nvPr/>
              </p14:nvContentPartPr>
              <p14:xfrm>
                <a:off x="6326062" y="4281863"/>
                <a:ext cx="25200" cy="140040"/>
              </p14:xfrm>
            </p:contentPart>
          </mc:Choice>
          <mc:Fallback>
            <p:pic>
              <p:nvPicPr>
                <p:cNvPr id="16385" name="잉크 16384">
                  <a:extLst>
                    <a:ext uri="{FF2B5EF4-FFF2-40B4-BE49-F238E27FC236}">
                      <a16:creationId xmlns:a16="http://schemas.microsoft.com/office/drawing/2014/main" id="{3DC0714C-DB9D-9032-C78E-E86AF7B5A505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6317062" y="4273223"/>
                  <a:ext cx="4284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16389" name="잉크 16388">
                  <a:extLst>
                    <a:ext uri="{FF2B5EF4-FFF2-40B4-BE49-F238E27FC236}">
                      <a16:creationId xmlns:a16="http://schemas.microsoft.com/office/drawing/2014/main" id="{786697E9-C7DC-DAC4-5E58-4522F8B71231}"/>
                    </a:ext>
                  </a:extLst>
                </p14:cNvPr>
                <p14:cNvContentPartPr/>
                <p14:nvPr/>
              </p14:nvContentPartPr>
              <p14:xfrm>
                <a:off x="6339022" y="4367903"/>
                <a:ext cx="93600" cy="19440"/>
              </p14:xfrm>
            </p:contentPart>
          </mc:Choice>
          <mc:Fallback>
            <p:pic>
              <p:nvPicPr>
                <p:cNvPr id="16389" name="잉크 16388">
                  <a:extLst>
                    <a:ext uri="{FF2B5EF4-FFF2-40B4-BE49-F238E27FC236}">
                      <a16:creationId xmlns:a16="http://schemas.microsoft.com/office/drawing/2014/main" id="{786697E9-C7DC-DAC4-5E58-4522F8B71231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6330382" y="4358903"/>
                  <a:ext cx="11124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16391" name="잉크 16390">
                  <a:extLst>
                    <a:ext uri="{FF2B5EF4-FFF2-40B4-BE49-F238E27FC236}">
                      <a16:creationId xmlns:a16="http://schemas.microsoft.com/office/drawing/2014/main" id="{1B55738F-0411-CE52-F2FF-734C68F0343E}"/>
                    </a:ext>
                  </a:extLst>
                </p14:cNvPr>
                <p14:cNvContentPartPr/>
                <p14:nvPr/>
              </p14:nvContentPartPr>
              <p14:xfrm>
                <a:off x="6413902" y="4285463"/>
                <a:ext cx="93240" cy="246240"/>
              </p14:xfrm>
            </p:contentPart>
          </mc:Choice>
          <mc:Fallback>
            <p:pic>
              <p:nvPicPr>
                <p:cNvPr id="16391" name="잉크 16390">
                  <a:extLst>
                    <a:ext uri="{FF2B5EF4-FFF2-40B4-BE49-F238E27FC236}">
                      <a16:creationId xmlns:a16="http://schemas.microsoft.com/office/drawing/2014/main" id="{1B55738F-0411-CE52-F2FF-734C68F0343E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6404902" y="4276463"/>
                  <a:ext cx="11088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16393" name="잉크 16392">
                  <a:extLst>
                    <a:ext uri="{FF2B5EF4-FFF2-40B4-BE49-F238E27FC236}">
                      <a16:creationId xmlns:a16="http://schemas.microsoft.com/office/drawing/2014/main" id="{644123F6-5056-33D9-EA87-A15ACB629E77}"/>
                    </a:ext>
                  </a:extLst>
                </p14:cNvPr>
                <p14:cNvContentPartPr/>
                <p14:nvPr/>
              </p14:nvContentPartPr>
              <p14:xfrm>
                <a:off x="6521542" y="4277903"/>
                <a:ext cx="136080" cy="190080"/>
              </p14:xfrm>
            </p:contentPart>
          </mc:Choice>
          <mc:Fallback>
            <p:pic>
              <p:nvPicPr>
                <p:cNvPr id="16393" name="잉크 16392">
                  <a:extLst>
                    <a:ext uri="{FF2B5EF4-FFF2-40B4-BE49-F238E27FC236}">
                      <a16:creationId xmlns:a16="http://schemas.microsoft.com/office/drawing/2014/main" id="{644123F6-5056-33D9-EA87-A15ACB629E77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6512902" y="4269263"/>
                  <a:ext cx="15372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16394" name="잉크 16393">
                  <a:extLst>
                    <a:ext uri="{FF2B5EF4-FFF2-40B4-BE49-F238E27FC236}">
                      <a16:creationId xmlns:a16="http://schemas.microsoft.com/office/drawing/2014/main" id="{2FA4D1CA-C0A6-9E88-495D-A5FF5EAAD0C0}"/>
                    </a:ext>
                  </a:extLst>
                </p14:cNvPr>
                <p14:cNvContentPartPr/>
                <p14:nvPr/>
              </p14:nvContentPartPr>
              <p14:xfrm>
                <a:off x="6546382" y="4347383"/>
                <a:ext cx="104400" cy="32040"/>
              </p14:xfrm>
            </p:contentPart>
          </mc:Choice>
          <mc:Fallback>
            <p:pic>
              <p:nvPicPr>
                <p:cNvPr id="16394" name="잉크 16393">
                  <a:extLst>
                    <a:ext uri="{FF2B5EF4-FFF2-40B4-BE49-F238E27FC236}">
                      <a16:creationId xmlns:a16="http://schemas.microsoft.com/office/drawing/2014/main" id="{2FA4D1CA-C0A6-9E88-495D-A5FF5EAAD0C0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6537742" y="4338383"/>
                  <a:ext cx="12204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16395" name="잉크 16394">
                  <a:extLst>
                    <a:ext uri="{FF2B5EF4-FFF2-40B4-BE49-F238E27FC236}">
                      <a16:creationId xmlns:a16="http://schemas.microsoft.com/office/drawing/2014/main" id="{997664A9-03CA-5E96-491B-EEE77C00C57E}"/>
                    </a:ext>
                  </a:extLst>
                </p14:cNvPr>
                <p14:cNvContentPartPr/>
                <p14:nvPr/>
              </p14:nvContentPartPr>
              <p14:xfrm>
                <a:off x="6651862" y="4264583"/>
                <a:ext cx="139680" cy="273240"/>
              </p14:xfrm>
            </p:contentPart>
          </mc:Choice>
          <mc:Fallback>
            <p:pic>
              <p:nvPicPr>
                <p:cNvPr id="16395" name="잉크 16394">
                  <a:extLst>
                    <a:ext uri="{FF2B5EF4-FFF2-40B4-BE49-F238E27FC236}">
                      <a16:creationId xmlns:a16="http://schemas.microsoft.com/office/drawing/2014/main" id="{997664A9-03CA-5E96-491B-EEE77C00C57E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6642862" y="4255583"/>
                  <a:ext cx="157320" cy="29088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/>
          <a:lstStyle/>
          <a:p>
            <a:r>
              <a:rPr lang="ko-KR" altLang="en-US" sz="4000"/>
              <a:t>프로세스 제어 블록 </a:t>
            </a:r>
            <a:r>
              <a:rPr lang="en-US" altLang="ko-KR" sz="4000"/>
              <a:t>(PCB)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4313" y="1714500"/>
            <a:ext cx="8715375" cy="4857750"/>
          </a:xfrm>
          <a:noFill/>
        </p:spPr>
        <p:txBody>
          <a:bodyPr lIns="92075" tIns="46038" rIns="92075" bIns="46038"/>
          <a:lstStyle/>
          <a:p>
            <a:pPr marL="285750" indent="-285750"/>
            <a:r>
              <a:rPr lang="en-US" altLang="ko-KR" dirty="0"/>
              <a:t> PCB (Process Control Block)</a:t>
            </a:r>
          </a:p>
          <a:p>
            <a:pPr marL="685800" lvl="1" indent="-228600"/>
            <a:r>
              <a:rPr lang="ko-KR" altLang="en-US" sz="2000" dirty="0"/>
              <a:t>특정 프로세스에 대한 정보를 가진 데이터 블록</a:t>
            </a:r>
            <a:r>
              <a:rPr lang="en-US" altLang="ko-KR" sz="2000" dirty="0"/>
              <a:t>/</a:t>
            </a:r>
            <a:r>
              <a:rPr lang="ko-KR" altLang="en-US" sz="2000" dirty="0"/>
              <a:t>레코드</a:t>
            </a:r>
          </a:p>
          <a:p>
            <a:pPr marL="685800" lvl="1" indent="-228600"/>
            <a:r>
              <a:rPr lang="ko-KR" altLang="en-US" sz="2000" dirty="0"/>
              <a:t>프로세스의 변화하는 모든 정보에 대한 기억 장소 역할</a:t>
            </a:r>
            <a:endParaRPr lang="en-US" altLang="ko-KR" sz="2000" dirty="0"/>
          </a:p>
          <a:p>
            <a:pPr marL="685800" lvl="1" indent="-228600"/>
            <a:endParaRPr lang="ko-KR" altLang="en-US" sz="2000" dirty="0"/>
          </a:p>
          <a:p>
            <a:pPr marL="285750" indent="-285750"/>
            <a:r>
              <a:rPr lang="ko-KR" altLang="en-US" dirty="0"/>
              <a:t> 구성</a:t>
            </a:r>
          </a:p>
          <a:p>
            <a:pPr marL="685800" lvl="1" indent="-228600"/>
            <a:r>
              <a:rPr lang="ko-KR" altLang="en-US" sz="2000" dirty="0"/>
              <a:t>프로세스 상태</a:t>
            </a:r>
            <a:r>
              <a:rPr lang="en-US" altLang="ko-KR" sz="2000" dirty="0"/>
              <a:t>(state)</a:t>
            </a:r>
          </a:p>
          <a:p>
            <a:pPr marL="685800" lvl="1" indent="-228600"/>
            <a:r>
              <a:rPr lang="ko-KR" altLang="en-US" sz="2000" dirty="0"/>
              <a:t>프로세스 </a:t>
            </a:r>
            <a:r>
              <a:rPr lang="en-US" altLang="ko-KR" sz="2000" dirty="0"/>
              <a:t>ID(number)</a:t>
            </a:r>
          </a:p>
          <a:p>
            <a:pPr marL="685800" lvl="1" indent="-228600"/>
            <a:r>
              <a:rPr lang="ko-KR" altLang="en-US" sz="2000" dirty="0"/>
              <a:t>프로그램 카운터</a:t>
            </a:r>
            <a:r>
              <a:rPr lang="en-US" altLang="ko-KR" sz="2000" dirty="0"/>
              <a:t>(program counter)</a:t>
            </a:r>
          </a:p>
          <a:p>
            <a:pPr marL="685800" lvl="1" indent="-228600"/>
            <a:r>
              <a:rPr lang="en-US" altLang="ko-KR" sz="2000" dirty="0"/>
              <a:t>CPU </a:t>
            </a:r>
            <a:r>
              <a:rPr lang="ko-KR" altLang="en-US" sz="2000" dirty="0"/>
              <a:t>레지스터들</a:t>
            </a:r>
          </a:p>
          <a:p>
            <a:pPr marL="685800" lvl="1" indent="-228600"/>
            <a:r>
              <a:rPr lang="ko-KR" altLang="en-US" sz="2000" dirty="0"/>
              <a:t>메모리 관리 정보</a:t>
            </a:r>
          </a:p>
          <a:p>
            <a:pPr marL="685800" lvl="1" indent="-228600"/>
            <a:r>
              <a:rPr lang="ko-KR" altLang="en-US" sz="2000" dirty="0"/>
              <a:t>입출력 상태 정보</a:t>
            </a:r>
            <a:endParaRPr lang="en-US" altLang="ko-KR" sz="2000" dirty="0"/>
          </a:p>
          <a:p>
            <a:pPr marL="685800" lvl="1" indent="-228600"/>
            <a:r>
              <a:rPr lang="ko-KR" altLang="en-US" sz="2000" dirty="0"/>
              <a:t>스케줄링 정보</a:t>
            </a:r>
            <a:r>
              <a:rPr lang="en-US" altLang="ko-KR" sz="2000" dirty="0"/>
              <a:t>(</a:t>
            </a:r>
            <a:r>
              <a:rPr lang="ko-KR" altLang="en-US" sz="2000" dirty="0"/>
              <a:t>우선순위</a:t>
            </a:r>
            <a:r>
              <a:rPr lang="en-US" altLang="ko-KR" sz="2000" dirty="0"/>
              <a:t>)</a:t>
            </a:r>
          </a:p>
        </p:txBody>
      </p:sp>
      <p:sp>
        <p:nvSpPr>
          <p:cNvPr id="17412" name="슬라이드 번호 개체 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EBF8F6E-0620-444C-8C59-EAE018A74714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7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p:pic>
        <p:nvPicPr>
          <p:cNvPr id="17413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18" t="739" r="28018" b="554"/>
          <a:stretch>
            <a:fillRect/>
          </a:stretch>
        </p:blipFill>
        <p:spPr bwMode="auto">
          <a:xfrm>
            <a:off x="5857875" y="3429000"/>
            <a:ext cx="2098675" cy="328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cmpd="thickThin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잉크 1">
                <a:extLst>
                  <a:ext uri="{FF2B5EF4-FFF2-40B4-BE49-F238E27FC236}">
                    <a16:creationId xmlns:a16="http://schemas.microsoft.com/office/drawing/2014/main" id="{732E4DDE-4259-B55F-BB5F-ACA03DE387C4}"/>
                  </a:ext>
                </a:extLst>
              </p14:cNvPr>
              <p14:cNvContentPartPr/>
              <p14:nvPr/>
            </p14:nvContentPartPr>
            <p14:xfrm>
              <a:off x="3933862" y="4470503"/>
              <a:ext cx="145800" cy="192600"/>
            </p14:xfrm>
          </p:contentPart>
        </mc:Choice>
        <mc:Fallback>
          <p:pic>
            <p:nvPicPr>
              <p:cNvPr id="2" name="잉크 1">
                <a:extLst>
                  <a:ext uri="{FF2B5EF4-FFF2-40B4-BE49-F238E27FC236}">
                    <a16:creationId xmlns:a16="http://schemas.microsoft.com/office/drawing/2014/main" id="{732E4DDE-4259-B55F-BB5F-ACA03DE387C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924862" y="4461503"/>
                <a:ext cx="163440" cy="210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9" name="그룹 18">
            <a:extLst>
              <a:ext uri="{FF2B5EF4-FFF2-40B4-BE49-F238E27FC236}">
                <a16:creationId xmlns:a16="http://schemas.microsoft.com/office/drawing/2014/main" id="{20BD7C91-8DBA-4967-3925-8757A34244C6}"/>
              </a:ext>
            </a:extLst>
          </p:cNvPr>
          <p:cNvGrpSpPr/>
          <p:nvPr/>
        </p:nvGrpSpPr>
        <p:grpSpPr>
          <a:xfrm>
            <a:off x="4147702" y="4102223"/>
            <a:ext cx="758880" cy="269640"/>
            <a:chOff x="4147702" y="4102223"/>
            <a:chExt cx="758880" cy="269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3" name="잉크 2">
                  <a:extLst>
                    <a:ext uri="{FF2B5EF4-FFF2-40B4-BE49-F238E27FC236}">
                      <a16:creationId xmlns:a16="http://schemas.microsoft.com/office/drawing/2014/main" id="{8F226FE9-102E-E4ED-3F1E-6EF9918899D8}"/>
                    </a:ext>
                  </a:extLst>
                </p14:cNvPr>
                <p14:cNvContentPartPr/>
                <p14:nvPr/>
              </p14:nvContentPartPr>
              <p14:xfrm>
                <a:off x="4147702" y="4234703"/>
                <a:ext cx="63360" cy="137160"/>
              </p14:xfrm>
            </p:contentPart>
          </mc:Choice>
          <mc:Fallback>
            <p:pic>
              <p:nvPicPr>
                <p:cNvPr id="3" name="잉크 2">
                  <a:extLst>
                    <a:ext uri="{FF2B5EF4-FFF2-40B4-BE49-F238E27FC236}">
                      <a16:creationId xmlns:a16="http://schemas.microsoft.com/office/drawing/2014/main" id="{8F226FE9-102E-E4ED-3F1E-6EF9918899D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138702" y="4226063"/>
                  <a:ext cx="8100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4" name="잉크 3">
                  <a:extLst>
                    <a:ext uri="{FF2B5EF4-FFF2-40B4-BE49-F238E27FC236}">
                      <a16:creationId xmlns:a16="http://schemas.microsoft.com/office/drawing/2014/main" id="{915957B1-46EF-BDBE-0573-3CE537C6CE89}"/>
                    </a:ext>
                  </a:extLst>
                </p14:cNvPr>
                <p14:cNvContentPartPr/>
                <p14:nvPr/>
              </p14:nvContentPartPr>
              <p14:xfrm>
                <a:off x="4204222" y="4234703"/>
                <a:ext cx="59040" cy="37800"/>
              </p14:xfrm>
            </p:contentPart>
          </mc:Choice>
          <mc:Fallback>
            <p:pic>
              <p:nvPicPr>
                <p:cNvPr id="4" name="잉크 3">
                  <a:extLst>
                    <a:ext uri="{FF2B5EF4-FFF2-40B4-BE49-F238E27FC236}">
                      <a16:creationId xmlns:a16="http://schemas.microsoft.com/office/drawing/2014/main" id="{915957B1-46EF-BDBE-0573-3CE537C6CE8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195222" y="4226063"/>
                  <a:ext cx="7668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5" name="잉크 4">
                  <a:extLst>
                    <a:ext uri="{FF2B5EF4-FFF2-40B4-BE49-F238E27FC236}">
                      <a16:creationId xmlns:a16="http://schemas.microsoft.com/office/drawing/2014/main" id="{51DB4877-2A58-C272-18A0-42190B39196B}"/>
                    </a:ext>
                  </a:extLst>
                </p14:cNvPr>
                <p14:cNvContentPartPr/>
                <p14:nvPr/>
              </p14:nvContentPartPr>
              <p14:xfrm>
                <a:off x="4259662" y="4197623"/>
                <a:ext cx="160200" cy="155160"/>
              </p14:xfrm>
            </p:contentPart>
          </mc:Choice>
          <mc:Fallback>
            <p:pic>
              <p:nvPicPr>
                <p:cNvPr id="5" name="잉크 4">
                  <a:extLst>
                    <a:ext uri="{FF2B5EF4-FFF2-40B4-BE49-F238E27FC236}">
                      <a16:creationId xmlns:a16="http://schemas.microsoft.com/office/drawing/2014/main" id="{51DB4877-2A58-C272-18A0-42190B39196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251022" y="4188983"/>
                  <a:ext cx="17784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6" name="잉크 5">
                  <a:extLst>
                    <a:ext uri="{FF2B5EF4-FFF2-40B4-BE49-F238E27FC236}">
                      <a16:creationId xmlns:a16="http://schemas.microsoft.com/office/drawing/2014/main" id="{A0D7D4CD-95DF-85E1-463A-E0E7F014C684}"/>
                    </a:ext>
                  </a:extLst>
                </p14:cNvPr>
                <p14:cNvContentPartPr/>
                <p14:nvPr/>
              </p14:nvContentPartPr>
              <p14:xfrm>
                <a:off x="4448302" y="4162343"/>
                <a:ext cx="22320" cy="154440"/>
              </p14:xfrm>
            </p:contentPart>
          </mc:Choice>
          <mc:Fallback>
            <p:pic>
              <p:nvPicPr>
                <p:cNvPr id="6" name="잉크 5">
                  <a:extLst>
                    <a:ext uri="{FF2B5EF4-FFF2-40B4-BE49-F238E27FC236}">
                      <a16:creationId xmlns:a16="http://schemas.microsoft.com/office/drawing/2014/main" id="{A0D7D4CD-95DF-85E1-463A-E0E7F014C68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439302" y="4153703"/>
                  <a:ext cx="3996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1D13FDAE-2B75-5F63-0F63-0CD7686D1207}"/>
                    </a:ext>
                  </a:extLst>
                </p14:cNvPr>
                <p14:cNvContentPartPr/>
                <p14:nvPr/>
              </p14:nvContentPartPr>
              <p14:xfrm>
                <a:off x="4526422" y="4188983"/>
                <a:ext cx="114840" cy="117000"/>
              </p14:xfrm>
            </p:contentPart>
          </mc:Choice>
          <mc:Fallback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1D13FDAE-2B75-5F63-0F63-0CD7686D1207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517782" y="4180343"/>
                  <a:ext cx="13248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7B43447F-AB0B-3C62-0B91-507F3ABAE73F}"/>
                    </a:ext>
                  </a:extLst>
                </p14:cNvPr>
                <p14:cNvContentPartPr/>
                <p14:nvPr/>
              </p14:nvContentPartPr>
              <p14:xfrm>
                <a:off x="4659622" y="4161983"/>
                <a:ext cx="71640" cy="145800"/>
              </p14:xfrm>
            </p:contentPart>
          </mc:Choice>
          <mc:Fallback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7B43447F-AB0B-3C62-0B91-507F3ABAE73F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650982" y="4152983"/>
                  <a:ext cx="8928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C51A2459-1D47-3DE4-B855-3DD3BB893E9F}"/>
                    </a:ext>
                  </a:extLst>
                </p14:cNvPr>
                <p14:cNvContentPartPr/>
                <p14:nvPr/>
              </p14:nvContentPartPr>
              <p14:xfrm>
                <a:off x="4724062" y="4132463"/>
                <a:ext cx="147240" cy="135000"/>
              </p14:xfrm>
            </p:contentPart>
          </mc:Choice>
          <mc:Fallback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C51A2459-1D47-3DE4-B855-3DD3BB893E9F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715062" y="4123463"/>
                  <a:ext cx="16488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87143C2F-962A-E076-4586-73289F9ED0FF}"/>
                    </a:ext>
                  </a:extLst>
                </p14:cNvPr>
                <p14:cNvContentPartPr/>
                <p14:nvPr/>
              </p14:nvContentPartPr>
              <p14:xfrm>
                <a:off x="4878502" y="4102223"/>
                <a:ext cx="28080" cy="183600"/>
              </p14:xfrm>
            </p:contentPart>
          </mc:Choice>
          <mc:Fallback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87143C2F-962A-E076-4586-73289F9ED0F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869862" y="4093223"/>
                  <a:ext cx="45720" cy="201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2792DCF0-1CF5-9735-6869-66938D11AF9F}"/>
              </a:ext>
            </a:extLst>
          </p:cNvPr>
          <p:cNvGrpSpPr/>
          <p:nvPr/>
        </p:nvGrpSpPr>
        <p:grpSpPr>
          <a:xfrm>
            <a:off x="5052742" y="4066223"/>
            <a:ext cx="518040" cy="268200"/>
            <a:chOff x="5052742" y="4066223"/>
            <a:chExt cx="518040" cy="268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D90C8EFA-E49A-9165-72C2-0B0FEC87EDAB}"/>
                    </a:ext>
                  </a:extLst>
                </p14:cNvPr>
                <p14:cNvContentPartPr/>
                <p14:nvPr/>
              </p14:nvContentPartPr>
              <p14:xfrm>
                <a:off x="5052742" y="4115903"/>
                <a:ext cx="88200" cy="159480"/>
              </p14:xfrm>
            </p:contentPart>
          </mc:Choice>
          <mc:Fallback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D90C8EFA-E49A-9165-72C2-0B0FEC87EDA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044102" y="4106903"/>
                  <a:ext cx="10584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F9A944B0-9427-27F0-5A1F-41F469D2EF05}"/>
                    </a:ext>
                  </a:extLst>
                </p14:cNvPr>
                <p14:cNvContentPartPr/>
                <p14:nvPr/>
              </p14:nvContentPartPr>
              <p14:xfrm>
                <a:off x="5167942" y="4105463"/>
                <a:ext cx="3600" cy="101880"/>
              </p14:xfrm>
            </p:contentPart>
          </mc:Choice>
          <mc:Fallback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F9A944B0-9427-27F0-5A1F-41F469D2EF05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159302" y="4096463"/>
                  <a:ext cx="2124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5D27F78F-391A-DB12-D38D-BE92FC98C218}"/>
                    </a:ext>
                  </a:extLst>
                </p14:cNvPr>
                <p14:cNvContentPartPr/>
                <p14:nvPr/>
              </p14:nvContentPartPr>
              <p14:xfrm>
                <a:off x="5116462" y="4086743"/>
                <a:ext cx="142920" cy="247680"/>
              </p14:xfrm>
            </p:contentPart>
          </mc:Choice>
          <mc:Fallback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5D27F78F-391A-DB12-D38D-BE92FC98C218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107822" y="4078103"/>
                  <a:ext cx="16056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4925F50B-D0FA-F7DD-A31D-1C4DF2E44079}"/>
                    </a:ext>
                  </a:extLst>
                </p14:cNvPr>
                <p14:cNvContentPartPr/>
                <p14:nvPr/>
              </p14:nvContentPartPr>
              <p14:xfrm>
                <a:off x="5217982" y="4145783"/>
                <a:ext cx="112320" cy="118440"/>
              </p14:xfrm>
            </p:contentPart>
          </mc:Choice>
          <mc:Fallback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4925F50B-D0FA-F7DD-A31D-1C4DF2E44079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208982" y="4136783"/>
                  <a:ext cx="12996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D554980E-0AEC-9B87-7710-8DB36390AA80}"/>
                    </a:ext>
                  </a:extLst>
                </p14:cNvPr>
                <p14:cNvContentPartPr/>
                <p14:nvPr/>
              </p14:nvContentPartPr>
              <p14:xfrm>
                <a:off x="5340742" y="4102943"/>
                <a:ext cx="76320" cy="120240"/>
              </p14:xfrm>
            </p:contentPart>
          </mc:Choice>
          <mc:Fallback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D554980E-0AEC-9B87-7710-8DB36390AA80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332102" y="4094303"/>
                  <a:ext cx="9396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A55EE575-B96B-C701-8FA3-5D952DBB449E}"/>
                    </a:ext>
                  </a:extLst>
                </p14:cNvPr>
                <p14:cNvContentPartPr/>
                <p14:nvPr/>
              </p14:nvContentPartPr>
              <p14:xfrm>
                <a:off x="5378542" y="4066223"/>
                <a:ext cx="190800" cy="255960"/>
              </p14:xfrm>
            </p:contentPart>
          </mc:Choice>
          <mc:Fallback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A55EE575-B96B-C701-8FA3-5D952DBB449E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369902" y="4057223"/>
                  <a:ext cx="208440" cy="27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57599905-5497-6E23-AB6F-7272B9A495EF}"/>
                    </a:ext>
                  </a:extLst>
                </p14:cNvPr>
                <p14:cNvContentPartPr/>
                <p14:nvPr/>
              </p14:nvContentPartPr>
              <p14:xfrm>
                <a:off x="5562862" y="4269983"/>
                <a:ext cx="7920" cy="42120"/>
              </p14:xfrm>
            </p:contentPart>
          </mc:Choice>
          <mc:Fallback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57599905-5497-6E23-AB6F-7272B9A495EF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553862" y="4260983"/>
                  <a:ext cx="25560" cy="59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429" name="그룹 17428">
            <a:extLst>
              <a:ext uri="{FF2B5EF4-FFF2-40B4-BE49-F238E27FC236}">
                <a16:creationId xmlns:a16="http://schemas.microsoft.com/office/drawing/2014/main" id="{1F22E43C-203E-D265-C9B9-7D8C0072197B}"/>
              </a:ext>
            </a:extLst>
          </p:cNvPr>
          <p:cNvGrpSpPr/>
          <p:nvPr/>
        </p:nvGrpSpPr>
        <p:grpSpPr>
          <a:xfrm>
            <a:off x="2939902" y="4976663"/>
            <a:ext cx="1946160" cy="305280"/>
            <a:chOff x="2939902" y="4976663"/>
            <a:chExt cx="1946160" cy="305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0" name="잉크 19">
                  <a:extLst>
                    <a:ext uri="{FF2B5EF4-FFF2-40B4-BE49-F238E27FC236}">
                      <a16:creationId xmlns:a16="http://schemas.microsoft.com/office/drawing/2014/main" id="{696E0272-B458-A8F1-6AAA-2004EF86B78D}"/>
                    </a:ext>
                  </a:extLst>
                </p14:cNvPr>
                <p14:cNvContentPartPr/>
                <p14:nvPr/>
              </p14:nvContentPartPr>
              <p14:xfrm>
                <a:off x="2942422" y="5006183"/>
                <a:ext cx="13320" cy="202320"/>
              </p14:xfrm>
            </p:contentPart>
          </mc:Choice>
          <mc:Fallback>
            <p:pic>
              <p:nvPicPr>
                <p:cNvPr id="20" name="잉크 19">
                  <a:extLst>
                    <a:ext uri="{FF2B5EF4-FFF2-40B4-BE49-F238E27FC236}">
                      <a16:creationId xmlns:a16="http://schemas.microsoft.com/office/drawing/2014/main" id="{696E0272-B458-A8F1-6AAA-2004EF86B78D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933422" y="4997183"/>
                  <a:ext cx="3096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1" name="잉크 20">
                  <a:extLst>
                    <a:ext uri="{FF2B5EF4-FFF2-40B4-BE49-F238E27FC236}">
                      <a16:creationId xmlns:a16="http://schemas.microsoft.com/office/drawing/2014/main" id="{B078ED11-347A-295C-50D1-8D4A38976E46}"/>
                    </a:ext>
                  </a:extLst>
                </p14:cNvPr>
                <p14:cNvContentPartPr/>
                <p14:nvPr/>
              </p14:nvContentPartPr>
              <p14:xfrm>
                <a:off x="2939902" y="5039303"/>
                <a:ext cx="68400" cy="163080"/>
              </p14:xfrm>
            </p:contentPart>
          </mc:Choice>
          <mc:Fallback>
            <p:pic>
              <p:nvPicPr>
                <p:cNvPr id="21" name="잉크 20">
                  <a:extLst>
                    <a:ext uri="{FF2B5EF4-FFF2-40B4-BE49-F238E27FC236}">
                      <a16:creationId xmlns:a16="http://schemas.microsoft.com/office/drawing/2014/main" id="{B078ED11-347A-295C-50D1-8D4A38976E46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930902" y="5030303"/>
                  <a:ext cx="8604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2" name="잉크 21">
                  <a:extLst>
                    <a:ext uri="{FF2B5EF4-FFF2-40B4-BE49-F238E27FC236}">
                      <a16:creationId xmlns:a16="http://schemas.microsoft.com/office/drawing/2014/main" id="{BD9301E0-ABD3-F8FC-D1FC-2364B0C039CC}"/>
                    </a:ext>
                  </a:extLst>
                </p14:cNvPr>
                <p14:cNvContentPartPr/>
                <p14:nvPr/>
              </p14:nvContentPartPr>
              <p14:xfrm>
                <a:off x="2944582" y="5079623"/>
                <a:ext cx="126720" cy="138600"/>
              </p14:xfrm>
            </p:contentPart>
          </mc:Choice>
          <mc:Fallback>
            <p:pic>
              <p:nvPicPr>
                <p:cNvPr id="22" name="잉크 21">
                  <a:extLst>
                    <a:ext uri="{FF2B5EF4-FFF2-40B4-BE49-F238E27FC236}">
                      <a16:creationId xmlns:a16="http://schemas.microsoft.com/office/drawing/2014/main" id="{BD9301E0-ABD3-F8FC-D1FC-2364B0C039CC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935942" y="5070983"/>
                  <a:ext cx="14436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3" name="잉크 22">
                  <a:extLst>
                    <a:ext uri="{FF2B5EF4-FFF2-40B4-BE49-F238E27FC236}">
                      <a16:creationId xmlns:a16="http://schemas.microsoft.com/office/drawing/2014/main" id="{9D4F4D2A-29F2-3A9C-7768-0852537C87BD}"/>
                    </a:ext>
                  </a:extLst>
                </p14:cNvPr>
                <p14:cNvContentPartPr/>
                <p14:nvPr/>
              </p14:nvContentPartPr>
              <p14:xfrm>
                <a:off x="3015502" y="5018783"/>
                <a:ext cx="83880" cy="154080"/>
              </p14:xfrm>
            </p:contentPart>
          </mc:Choice>
          <mc:Fallback>
            <p:pic>
              <p:nvPicPr>
                <p:cNvPr id="23" name="잉크 22">
                  <a:extLst>
                    <a:ext uri="{FF2B5EF4-FFF2-40B4-BE49-F238E27FC236}">
                      <a16:creationId xmlns:a16="http://schemas.microsoft.com/office/drawing/2014/main" id="{9D4F4D2A-29F2-3A9C-7768-0852537C87BD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006502" y="5009783"/>
                  <a:ext cx="10152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4" name="잉크 23">
                  <a:extLst>
                    <a:ext uri="{FF2B5EF4-FFF2-40B4-BE49-F238E27FC236}">
                      <a16:creationId xmlns:a16="http://schemas.microsoft.com/office/drawing/2014/main" id="{74E73915-5AA4-D7A8-AFF5-54890E62B00F}"/>
                    </a:ext>
                  </a:extLst>
                </p14:cNvPr>
                <p14:cNvContentPartPr/>
                <p14:nvPr/>
              </p14:nvContentPartPr>
              <p14:xfrm>
                <a:off x="3038542" y="5221823"/>
                <a:ext cx="88560" cy="57600"/>
              </p14:xfrm>
            </p:contentPart>
          </mc:Choice>
          <mc:Fallback>
            <p:pic>
              <p:nvPicPr>
                <p:cNvPr id="24" name="잉크 23">
                  <a:extLst>
                    <a:ext uri="{FF2B5EF4-FFF2-40B4-BE49-F238E27FC236}">
                      <a16:creationId xmlns:a16="http://schemas.microsoft.com/office/drawing/2014/main" id="{74E73915-5AA4-D7A8-AFF5-54890E62B00F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029542" y="5212823"/>
                  <a:ext cx="10620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5" name="잉크 24">
                  <a:extLst>
                    <a:ext uri="{FF2B5EF4-FFF2-40B4-BE49-F238E27FC236}">
                      <a16:creationId xmlns:a16="http://schemas.microsoft.com/office/drawing/2014/main" id="{690E2EFB-DE08-4178-7B74-CF1609BC2182}"/>
                    </a:ext>
                  </a:extLst>
                </p14:cNvPr>
                <p14:cNvContentPartPr/>
                <p14:nvPr/>
              </p14:nvContentPartPr>
              <p14:xfrm>
                <a:off x="3141502" y="5037503"/>
                <a:ext cx="82440" cy="127800"/>
              </p14:xfrm>
            </p:contentPart>
          </mc:Choice>
          <mc:Fallback>
            <p:pic>
              <p:nvPicPr>
                <p:cNvPr id="25" name="잉크 24">
                  <a:extLst>
                    <a:ext uri="{FF2B5EF4-FFF2-40B4-BE49-F238E27FC236}">
                      <a16:creationId xmlns:a16="http://schemas.microsoft.com/office/drawing/2014/main" id="{690E2EFB-DE08-4178-7B74-CF1609BC2182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132862" y="5028503"/>
                  <a:ext cx="10008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6" name="잉크 25">
                  <a:extLst>
                    <a:ext uri="{FF2B5EF4-FFF2-40B4-BE49-F238E27FC236}">
                      <a16:creationId xmlns:a16="http://schemas.microsoft.com/office/drawing/2014/main" id="{A1D42762-D09E-E49C-E6A4-45B665E104B8}"/>
                    </a:ext>
                  </a:extLst>
                </p14:cNvPr>
                <p14:cNvContentPartPr/>
                <p14:nvPr/>
              </p14:nvContentPartPr>
              <p14:xfrm>
                <a:off x="3128182" y="5050463"/>
                <a:ext cx="229680" cy="231480"/>
              </p14:xfrm>
            </p:contentPart>
          </mc:Choice>
          <mc:Fallback>
            <p:pic>
              <p:nvPicPr>
                <p:cNvPr id="26" name="잉크 25">
                  <a:extLst>
                    <a:ext uri="{FF2B5EF4-FFF2-40B4-BE49-F238E27FC236}">
                      <a16:creationId xmlns:a16="http://schemas.microsoft.com/office/drawing/2014/main" id="{A1D42762-D09E-E49C-E6A4-45B665E104B8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119182" y="5041463"/>
                  <a:ext cx="24732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7" name="잉크 26">
                  <a:extLst>
                    <a:ext uri="{FF2B5EF4-FFF2-40B4-BE49-F238E27FC236}">
                      <a16:creationId xmlns:a16="http://schemas.microsoft.com/office/drawing/2014/main" id="{A4267428-968B-38A1-40FB-D124E9E4F9BD}"/>
                    </a:ext>
                  </a:extLst>
                </p14:cNvPr>
                <p14:cNvContentPartPr/>
                <p14:nvPr/>
              </p14:nvContentPartPr>
              <p14:xfrm>
                <a:off x="3380182" y="5001143"/>
                <a:ext cx="68400" cy="121320"/>
              </p14:xfrm>
            </p:contentPart>
          </mc:Choice>
          <mc:Fallback>
            <p:pic>
              <p:nvPicPr>
                <p:cNvPr id="27" name="잉크 26">
                  <a:extLst>
                    <a:ext uri="{FF2B5EF4-FFF2-40B4-BE49-F238E27FC236}">
                      <a16:creationId xmlns:a16="http://schemas.microsoft.com/office/drawing/2014/main" id="{A4267428-968B-38A1-40FB-D124E9E4F9BD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371182" y="4992503"/>
                  <a:ext cx="8604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28" name="잉크 27">
                  <a:extLst>
                    <a:ext uri="{FF2B5EF4-FFF2-40B4-BE49-F238E27FC236}">
                      <a16:creationId xmlns:a16="http://schemas.microsoft.com/office/drawing/2014/main" id="{509D2957-88BE-E5CF-0D93-175C0E87F220}"/>
                    </a:ext>
                  </a:extLst>
                </p14:cNvPr>
                <p14:cNvContentPartPr/>
                <p14:nvPr/>
              </p14:nvContentPartPr>
              <p14:xfrm>
                <a:off x="3346702" y="5169623"/>
                <a:ext cx="23400" cy="83520"/>
              </p14:xfrm>
            </p:contentPart>
          </mc:Choice>
          <mc:Fallback>
            <p:pic>
              <p:nvPicPr>
                <p:cNvPr id="28" name="잉크 27">
                  <a:extLst>
                    <a:ext uri="{FF2B5EF4-FFF2-40B4-BE49-F238E27FC236}">
                      <a16:creationId xmlns:a16="http://schemas.microsoft.com/office/drawing/2014/main" id="{509D2957-88BE-E5CF-0D93-175C0E87F220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337702" y="5160623"/>
                  <a:ext cx="4104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29" name="잉크 28">
                  <a:extLst>
                    <a:ext uri="{FF2B5EF4-FFF2-40B4-BE49-F238E27FC236}">
                      <a16:creationId xmlns:a16="http://schemas.microsoft.com/office/drawing/2014/main" id="{6D751737-7A70-4A15-53FD-5F09F516863D}"/>
                    </a:ext>
                  </a:extLst>
                </p14:cNvPr>
                <p14:cNvContentPartPr/>
                <p14:nvPr/>
              </p14:nvContentPartPr>
              <p14:xfrm>
                <a:off x="3371542" y="5123543"/>
                <a:ext cx="144000" cy="145080"/>
              </p14:xfrm>
            </p:contentPart>
          </mc:Choice>
          <mc:Fallback>
            <p:pic>
              <p:nvPicPr>
                <p:cNvPr id="29" name="잉크 28">
                  <a:extLst>
                    <a:ext uri="{FF2B5EF4-FFF2-40B4-BE49-F238E27FC236}">
                      <a16:creationId xmlns:a16="http://schemas.microsoft.com/office/drawing/2014/main" id="{6D751737-7A70-4A15-53FD-5F09F516863D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362542" y="5114903"/>
                  <a:ext cx="16164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0" name="잉크 29">
                  <a:extLst>
                    <a:ext uri="{FF2B5EF4-FFF2-40B4-BE49-F238E27FC236}">
                      <a16:creationId xmlns:a16="http://schemas.microsoft.com/office/drawing/2014/main" id="{438BF412-7598-F383-228B-5C2931E2712A}"/>
                    </a:ext>
                  </a:extLst>
                </p14:cNvPr>
                <p14:cNvContentPartPr/>
                <p14:nvPr/>
              </p14:nvContentPartPr>
              <p14:xfrm>
                <a:off x="3492862" y="5028503"/>
                <a:ext cx="86040" cy="111600"/>
              </p14:xfrm>
            </p:contentPart>
          </mc:Choice>
          <mc:Fallback>
            <p:pic>
              <p:nvPicPr>
                <p:cNvPr id="30" name="잉크 29">
                  <a:extLst>
                    <a:ext uri="{FF2B5EF4-FFF2-40B4-BE49-F238E27FC236}">
                      <a16:creationId xmlns:a16="http://schemas.microsoft.com/office/drawing/2014/main" id="{438BF412-7598-F383-228B-5C2931E2712A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483862" y="5019503"/>
                  <a:ext cx="10368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1" name="잉크 30">
                  <a:extLst>
                    <a:ext uri="{FF2B5EF4-FFF2-40B4-BE49-F238E27FC236}">
                      <a16:creationId xmlns:a16="http://schemas.microsoft.com/office/drawing/2014/main" id="{D34032EF-8A8F-4DA1-CD2F-252A90A8EB9F}"/>
                    </a:ext>
                  </a:extLst>
                </p14:cNvPr>
                <p14:cNvContentPartPr/>
                <p14:nvPr/>
              </p14:nvContentPartPr>
              <p14:xfrm>
                <a:off x="3516622" y="5100863"/>
                <a:ext cx="89280" cy="69840"/>
              </p14:xfrm>
            </p:contentPart>
          </mc:Choice>
          <mc:Fallback>
            <p:pic>
              <p:nvPicPr>
                <p:cNvPr id="31" name="잉크 30">
                  <a:extLst>
                    <a:ext uri="{FF2B5EF4-FFF2-40B4-BE49-F238E27FC236}">
                      <a16:creationId xmlns:a16="http://schemas.microsoft.com/office/drawing/2014/main" id="{D34032EF-8A8F-4DA1-CD2F-252A90A8EB9F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507982" y="5091863"/>
                  <a:ext cx="10692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17408" name="잉크 17407">
                  <a:extLst>
                    <a:ext uri="{FF2B5EF4-FFF2-40B4-BE49-F238E27FC236}">
                      <a16:creationId xmlns:a16="http://schemas.microsoft.com/office/drawing/2014/main" id="{3CE24096-77FA-C9B6-3D9A-A08FC7F9CB07}"/>
                    </a:ext>
                  </a:extLst>
                </p14:cNvPr>
                <p14:cNvContentPartPr/>
                <p14:nvPr/>
              </p14:nvContentPartPr>
              <p14:xfrm>
                <a:off x="3550102" y="5164583"/>
                <a:ext cx="114480" cy="104040"/>
              </p14:xfrm>
            </p:contentPart>
          </mc:Choice>
          <mc:Fallback>
            <p:pic>
              <p:nvPicPr>
                <p:cNvPr id="17408" name="잉크 17407">
                  <a:extLst>
                    <a:ext uri="{FF2B5EF4-FFF2-40B4-BE49-F238E27FC236}">
                      <a16:creationId xmlns:a16="http://schemas.microsoft.com/office/drawing/2014/main" id="{3CE24096-77FA-C9B6-3D9A-A08FC7F9CB07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541102" y="5155583"/>
                  <a:ext cx="13212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17415" name="잉크 17414">
                  <a:extLst>
                    <a:ext uri="{FF2B5EF4-FFF2-40B4-BE49-F238E27FC236}">
                      <a16:creationId xmlns:a16="http://schemas.microsoft.com/office/drawing/2014/main" id="{62CC7AC7-E95C-0F7C-EF1B-24538389B1A6}"/>
                    </a:ext>
                  </a:extLst>
                </p14:cNvPr>
                <p14:cNvContentPartPr/>
                <p14:nvPr/>
              </p14:nvContentPartPr>
              <p14:xfrm>
                <a:off x="3916582" y="4996823"/>
                <a:ext cx="142920" cy="176040"/>
              </p14:xfrm>
            </p:contentPart>
          </mc:Choice>
          <mc:Fallback>
            <p:pic>
              <p:nvPicPr>
                <p:cNvPr id="17415" name="잉크 17414">
                  <a:extLst>
                    <a:ext uri="{FF2B5EF4-FFF2-40B4-BE49-F238E27FC236}">
                      <a16:creationId xmlns:a16="http://schemas.microsoft.com/office/drawing/2014/main" id="{62CC7AC7-E95C-0F7C-EF1B-24538389B1A6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907582" y="4988183"/>
                  <a:ext cx="16056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17416" name="잉크 17415">
                  <a:extLst>
                    <a:ext uri="{FF2B5EF4-FFF2-40B4-BE49-F238E27FC236}">
                      <a16:creationId xmlns:a16="http://schemas.microsoft.com/office/drawing/2014/main" id="{36C46922-ADC3-43AE-31B0-7553AE186BBD}"/>
                    </a:ext>
                  </a:extLst>
                </p14:cNvPr>
                <p14:cNvContentPartPr/>
                <p14:nvPr/>
              </p14:nvContentPartPr>
              <p14:xfrm>
                <a:off x="4046542" y="5000423"/>
                <a:ext cx="101880" cy="197280"/>
              </p14:xfrm>
            </p:contentPart>
          </mc:Choice>
          <mc:Fallback>
            <p:pic>
              <p:nvPicPr>
                <p:cNvPr id="17416" name="잉크 17415">
                  <a:extLst>
                    <a:ext uri="{FF2B5EF4-FFF2-40B4-BE49-F238E27FC236}">
                      <a16:creationId xmlns:a16="http://schemas.microsoft.com/office/drawing/2014/main" id="{36C46922-ADC3-43AE-31B0-7553AE186BBD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037902" y="4991423"/>
                  <a:ext cx="11952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17417" name="잉크 17416">
                  <a:extLst>
                    <a:ext uri="{FF2B5EF4-FFF2-40B4-BE49-F238E27FC236}">
                      <a16:creationId xmlns:a16="http://schemas.microsoft.com/office/drawing/2014/main" id="{5432B5F3-2D94-779D-9955-B8B2D4C2A633}"/>
                    </a:ext>
                  </a:extLst>
                </p14:cNvPr>
                <p14:cNvContentPartPr/>
                <p14:nvPr/>
              </p14:nvContentPartPr>
              <p14:xfrm>
                <a:off x="4154902" y="4976663"/>
                <a:ext cx="15120" cy="108720"/>
              </p14:xfrm>
            </p:contentPart>
          </mc:Choice>
          <mc:Fallback>
            <p:pic>
              <p:nvPicPr>
                <p:cNvPr id="17417" name="잉크 17416">
                  <a:extLst>
                    <a:ext uri="{FF2B5EF4-FFF2-40B4-BE49-F238E27FC236}">
                      <a16:creationId xmlns:a16="http://schemas.microsoft.com/office/drawing/2014/main" id="{5432B5F3-2D94-779D-9955-B8B2D4C2A633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145902" y="4967663"/>
                  <a:ext cx="3276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17418" name="잉크 17417">
                  <a:extLst>
                    <a:ext uri="{FF2B5EF4-FFF2-40B4-BE49-F238E27FC236}">
                      <a16:creationId xmlns:a16="http://schemas.microsoft.com/office/drawing/2014/main" id="{444525E2-2335-195D-7C57-F8E5FA74FE5C}"/>
                    </a:ext>
                  </a:extLst>
                </p14:cNvPr>
                <p14:cNvContentPartPr/>
                <p14:nvPr/>
              </p14:nvContentPartPr>
              <p14:xfrm>
                <a:off x="4128262" y="4996463"/>
                <a:ext cx="152280" cy="183960"/>
              </p14:xfrm>
            </p:contentPart>
          </mc:Choice>
          <mc:Fallback>
            <p:pic>
              <p:nvPicPr>
                <p:cNvPr id="17418" name="잉크 17417">
                  <a:extLst>
                    <a:ext uri="{FF2B5EF4-FFF2-40B4-BE49-F238E27FC236}">
                      <a16:creationId xmlns:a16="http://schemas.microsoft.com/office/drawing/2014/main" id="{444525E2-2335-195D-7C57-F8E5FA74FE5C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119622" y="4987463"/>
                  <a:ext cx="16992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17419" name="잉크 17418">
                  <a:extLst>
                    <a:ext uri="{FF2B5EF4-FFF2-40B4-BE49-F238E27FC236}">
                      <a16:creationId xmlns:a16="http://schemas.microsoft.com/office/drawing/2014/main" id="{7DA77B6C-1043-6834-8F6C-8C2B7A7A98BD}"/>
                    </a:ext>
                  </a:extLst>
                </p14:cNvPr>
                <p14:cNvContentPartPr/>
                <p14:nvPr/>
              </p14:nvContentPartPr>
              <p14:xfrm>
                <a:off x="4244182" y="5035343"/>
                <a:ext cx="96480" cy="174240"/>
              </p14:xfrm>
            </p:contentPart>
          </mc:Choice>
          <mc:Fallback>
            <p:pic>
              <p:nvPicPr>
                <p:cNvPr id="17419" name="잉크 17418">
                  <a:extLst>
                    <a:ext uri="{FF2B5EF4-FFF2-40B4-BE49-F238E27FC236}">
                      <a16:creationId xmlns:a16="http://schemas.microsoft.com/office/drawing/2014/main" id="{7DA77B6C-1043-6834-8F6C-8C2B7A7A98BD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4235182" y="5026343"/>
                  <a:ext cx="11412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17420" name="잉크 17419">
                  <a:extLst>
                    <a:ext uri="{FF2B5EF4-FFF2-40B4-BE49-F238E27FC236}">
                      <a16:creationId xmlns:a16="http://schemas.microsoft.com/office/drawing/2014/main" id="{00ABE337-20EA-4A0F-CBEB-663E23CD913B}"/>
                    </a:ext>
                  </a:extLst>
                </p14:cNvPr>
                <p14:cNvContentPartPr/>
                <p14:nvPr/>
              </p14:nvContentPartPr>
              <p14:xfrm>
                <a:off x="4439302" y="4987463"/>
                <a:ext cx="120960" cy="158760"/>
              </p14:xfrm>
            </p:contentPart>
          </mc:Choice>
          <mc:Fallback>
            <p:pic>
              <p:nvPicPr>
                <p:cNvPr id="17420" name="잉크 17419">
                  <a:extLst>
                    <a:ext uri="{FF2B5EF4-FFF2-40B4-BE49-F238E27FC236}">
                      <a16:creationId xmlns:a16="http://schemas.microsoft.com/office/drawing/2014/main" id="{00ABE337-20EA-4A0F-CBEB-663E23CD913B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430662" y="4978823"/>
                  <a:ext cx="13860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17421" name="잉크 17420">
                  <a:extLst>
                    <a:ext uri="{FF2B5EF4-FFF2-40B4-BE49-F238E27FC236}">
                      <a16:creationId xmlns:a16="http://schemas.microsoft.com/office/drawing/2014/main" id="{47F0950E-C4C5-475D-75C4-9CF36D4A12E8}"/>
                    </a:ext>
                  </a:extLst>
                </p14:cNvPr>
                <p14:cNvContentPartPr/>
                <p14:nvPr/>
              </p14:nvContentPartPr>
              <p14:xfrm>
                <a:off x="4537942" y="4976663"/>
                <a:ext cx="94680" cy="143280"/>
              </p14:xfrm>
            </p:contentPart>
          </mc:Choice>
          <mc:Fallback>
            <p:pic>
              <p:nvPicPr>
                <p:cNvPr id="17421" name="잉크 17420">
                  <a:extLst>
                    <a:ext uri="{FF2B5EF4-FFF2-40B4-BE49-F238E27FC236}">
                      <a16:creationId xmlns:a16="http://schemas.microsoft.com/office/drawing/2014/main" id="{47F0950E-C4C5-475D-75C4-9CF36D4A12E8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529302" y="4967663"/>
                  <a:ext cx="11232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17422" name="잉크 17421">
                  <a:extLst>
                    <a:ext uri="{FF2B5EF4-FFF2-40B4-BE49-F238E27FC236}">
                      <a16:creationId xmlns:a16="http://schemas.microsoft.com/office/drawing/2014/main" id="{9F453375-7664-7AB5-A57F-95A776E7DE93}"/>
                    </a:ext>
                  </a:extLst>
                </p14:cNvPr>
                <p14:cNvContentPartPr/>
                <p14:nvPr/>
              </p14:nvContentPartPr>
              <p14:xfrm>
                <a:off x="4548742" y="5143703"/>
                <a:ext cx="82800" cy="117360"/>
              </p14:xfrm>
            </p:contentPart>
          </mc:Choice>
          <mc:Fallback>
            <p:pic>
              <p:nvPicPr>
                <p:cNvPr id="17422" name="잉크 17421">
                  <a:extLst>
                    <a:ext uri="{FF2B5EF4-FFF2-40B4-BE49-F238E27FC236}">
                      <a16:creationId xmlns:a16="http://schemas.microsoft.com/office/drawing/2014/main" id="{9F453375-7664-7AB5-A57F-95A776E7DE93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540102" y="5135063"/>
                  <a:ext cx="10044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17423" name="잉크 17422">
                  <a:extLst>
                    <a:ext uri="{FF2B5EF4-FFF2-40B4-BE49-F238E27FC236}">
                      <a16:creationId xmlns:a16="http://schemas.microsoft.com/office/drawing/2014/main" id="{016AB844-3ED7-1C1C-24DE-A4F24D788628}"/>
                    </a:ext>
                  </a:extLst>
                </p14:cNvPr>
                <p14:cNvContentPartPr/>
                <p14:nvPr/>
              </p14:nvContentPartPr>
              <p14:xfrm>
                <a:off x="4671142" y="5009063"/>
                <a:ext cx="20160" cy="133560"/>
              </p14:xfrm>
            </p:contentPart>
          </mc:Choice>
          <mc:Fallback>
            <p:pic>
              <p:nvPicPr>
                <p:cNvPr id="17423" name="잉크 17422">
                  <a:extLst>
                    <a:ext uri="{FF2B5EF4-FFF2-40B4-BE49-F238E27FC236}">
                      <a16:creationId xmlns:a16="http://schemas.microsoft.com/office/drawing/2014/main" id="{016AB844-3ED7-1C1C-24DE-A4F24D788628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662502" y="5000063"/>
                  <a:ext cx="3780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17424" name="잉크 17423">
                  <a:extLst>
                    <a:ext uri="{FF2B5EF4-FFF2-40B4-BE49-F238E27FC236}">
                      <a16:creationId xmlns:a16="http://schemas.microsoft.com/office/drawing/2014/main" id="{6E747D24-6205-E0E2-5FC3-A33636AF4F09}"/>
                    </a:ext>
                  </a:extLst>
                </p14:cNvPr>
                <p14:cNvContentPartPr/>
                <p14:nvPr/>
              </p14:nvContentPartPr>
              <p14:xfrm>
                <a:off x="4676542" y="4983863"/>
                <a:ext cx="209520" cy="249840"/>
              </p14:xfrm>
            </p:contentPart>
          </mc:Choice>
          <mc:Fallback>
            <p:pic>
              <p:nvPicPr>
                <p:cNvPr id="17424" name="잉크 17423">
                  <a:extLst>
                    <a:ext uri="{FF2B5EF4-FFF2-40B4-BE49-F238E27FC236}">
                      <a16:creationId xmlns:a16="http://schemas.microsoft.com/office/drawing/2014/main" id="{6E747D24-6205-E0E2-5FC3-A33636AF4F09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667902" y="4974863"/>
                  <a:ext cx="22716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17426" name="잉크 17425">
                  <a:extLst>
                    <a:ext uri="{FF2B5EF4-FFF2-40B4-BE49-F238E27FC236}">
                      <a16:creationId xmlns:a16="http://schemas.microsoft.com/office/drawing/2014/main" id="{479305A3-8856-564E-8280-108D7894D607}"/>
                    </a:ext>
                  </a:extLst>
                </p14:cNvPr>
                <p14:cNvContentPartPr/>
                <p14:nvPr/>
              </p14:nvContentPartPr>
              <p14:xfrm>
                <a:off x="3648742" y="5106623"/>
                <a:ext cx="77040" cy="119160"/>
              </p14:xfrm>
            </p:contentPart>
          </mc:Choice>
          <mc:Fallback>
            <p:pic>
              <p:nvPicPr>
                <p:cNvPr id="17426" name="잉크 17425">
                  <a:extLst>
                    <a:ext uri="{FF2B5EF4-FFF2-40B4-BE49-F238E27FC236}">
                      <a16:creationId xmlns:a16="http://schemas.microsoft.com/office/drawing/2014/main" id="{479305A3-8856-564E-8280-108D7894D607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3640102" y="5097983"/>
                  <a:ext cx="9468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17427" name="잉크 17426">
                  <a:extLst>
                    <a:ext uri="{FF2B5EF4-FFF2-40B4-BE49-F238E27FC236}">
                      <a16:creationId xmlns:a16="http://schemas.microsoft.com/office/drawing/2014/main" id="{E7563684-5343-515B-DDB6-BB534B3505F6}"/>
                    </a:ext>
                  </a:extLst>
                </p14:cNvPr>
                <p14:cNvContentPartPr/>
                <p14:nvPr/>
              </p14:nvContentPartPr>
              <p14:xfrm>
                <a:off x="3690502" y="5049023"/>
                <a:ext cx="78480" cy="75600"/>
              </p14:xfrm>
            </p:contentPart>
          </mc:Choice>
          <mc:Fallback>
            <p:pic>
              <p:nvPicPr>
                <p:cNvPr id="17427" name="잉크 17426">
                  <a:extLst>
                    <a:ext uri="{FF2B5EF4-FFF2-40B4-BE49-F238E27FC236}">
                      <a16:creationId xmlns:a16="http://schemas.microsoft.com/office/drawing/2014/main" id="{E7563684-5343-515B-DDB6-BB534B3505F6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681862" y="5040023"/>
                  <a:ext cx="9612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17428" name="잉크 17427">
                  <a:extLst>
                    <a:ext uri="{FF2B5EF4-FFF2-40B4-BE49-F238E27FC236}">
                      <a16:creationId xmlns:a16="http://schemas.microsoft.com/office/drawing/2014/main" id="{480EB2FB-7FD6-C67B-5D39-B4A834DBFDBC}"/>
                    </a:ext>
                  </a:extLst>
                </p14:cNvPr>
                <p14:cNvContentPartPr/>
                <p14:nvPr/>
              </p14:nvContentPartPr>
              <p14:xfrm>
                <a:off x="3748102" y="5012303"/>
                <a:ext cx="109440" cy="195840"/>
              </p14:xfrm>
            </p:contentPart>
          </mc:Choice>
          <mc:Fallback>
            <p:pic>
              <p:nvPicPr>
                <p:cNvPr id="17428" name="잉크 17427">
                  <a:extLst>
                    <a:ext uri="{FF2B5EF4-FFF2-40B4-BE49-F238E27FC236}">
                      <a16:creationId xmlns:a16="http://schemas.microsoft.com/office/drawing/2014/main" id="{480EB2FB-7FD6-C67B-5D39-B4A834DBFDBC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3739102" y="5003303"/>
                  <a:ext cx="127080" cy="213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8">
            <p14:nvContentPartPr>
              <p14:cNvPr id="17430" name="잉크 17429">
                <a:extLst>
                  <a:ext uri="{FF2B5EF4-FFF2-40B4-BE49-F238E27FC236}">
                    <a16:creationId xmlns:a16="http://schemas.microsoft.com/office/drawing/2014/main" id="{7F322D65-A132-81E0-59AD-867B368AEACC}"/>
                  </a:ext>
                </a:extLst>
              </p14:cNvPr>
              <p14:cNvContentPartPr/>
              <p14:nvPr/>
            </p14:nvContentPartPr>
            <p14:xfrm>
              <a:off x="587302" y="3168743"/>
              <a:ext cx="1025640" cy="663840"/>
            </p14:xfrm>
          </p:contentPart>
        </mc:Choice>
        <mc:Fallback>
          <p:pic>
            <p:nvPicPr>
              <p:cNvPr id="17430" name="잉크 17429">
                <a:extLst>
                  <a:ext uri="{FF2B5EF4-FFF2-40B4-BE49-F238E27FC236}">
                    <a16:creationId xmlns:a16="http://schemas.microsoft.com/office/drawing/2014/main" id="{7F322D65-A132-81E0-59AD-867B368AEACC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551662" y="3097103"/>
                <a:ext cx="1097280" cy="80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0">
            <p14:nvContentPartPr>
              <p14:cNvPr id="17431" name="잉크 17430">
                <a:extLst>
                  <a:ext uri="{FF2B5EF4-FFF2-40B4-BE49-F238E27FC236}">
                    <a16:creationId xmlns:a16="http://schemas.microsoft.com/office/drawing/2014/main" id="{29DD17D8-52EC-3CE4-EF9B-4FA09E7EC845}"/>
                  </a:ext>
                </a:extLst>
              </p14:cNvPr>
              <p14:cNvContentPartPr/>
              <p14:nvPr/>
            </p14:nvContentPartPr>
            <p14:xfrm>
              <a:off x="234142" y="3311303"/>
              <a:ext cx="5029920" cy="3420720"/>
            </p14:xfrm>
          </p:contentPart>
        </mc:Choice>
        <mc:Fallback>
          <p:pic>
            <p:nvPicPr>
              <p:cNvPr id="17431" name="잉크 17430">
                <a:extLst>
                  <a:ext uri="{FF2B5EF4-FFF2-40B4-BE49-F238E27FC236}">
                    <a16:creationId xmlns:a16="http://schemas.microsoft.com/office/drawing/2014/main" id="{29DD17D8-52EC-3CE4-EF9B-4FA09E7EC845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198502" y="3239663"/>
                <a:ext cx="5101560" cy="356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2">
            <p14:nvContentPartPr>
              <p14:cNvPr id="17432" name="잉크 17431">
                <a:extLst>
                  <a:ext uri="{FF2B5EF4-FFF2-40B4-BE49-F238E27FC236}">
                    <a16:creationId xmlns:a16="http://schemas.microsoft.com/office/drawing/2014/main" id="{A0C0726C-A0A9-3553-B040-BC976115B83D}"/>
                  </a:ext>
                </a:extLst>
              </p14:cNvPr>
              <p14:cNvContentPartPr/>
              <p14:nvPr/>
            </p14:nvContentPartPr>
            <p14:xfrm>
              <a:off x="1786102" y="3495154"/>
              <a:ext cx="232200" cy="284760"/>
            </p14:xfrm>
          </p:contentPart>
        </mc:Choice>
        <mc:Fallback>
          <p:pic>
            <p:nvPicPr>
              <p:cNvPr id="17432" name="잉크 17431">
                <a:extLst>
                  <a:ext uri="{FF2B5EF4-FFF2-40B4-BE49-F238E27FC236}">
                    <a16:creationId xmlns:a16="http://schemas.microsoft.com/office/drawing/2014/main" id="{A0C0726C-A0A9-3553-B040-BC976115B83D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1750462" y="3423154"/>
                <a:ext cx="303840" cy="42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4">
            <p14:nvContentPartPr>
              <p14:cNvPr id="17433" name="잉크 17432">
                <a:extLst>
                  <a:ext uri="{FF2B5EF4-FFF2-40B4-BE49-F238E27FC236}">
                    <a16:creationId xmlns:a16="http://schemas.microsoft.com/office/drawing/2014/main" id="{951ED62F-23B7-BEAB-26F3-523CDF93B0EF}"/>
                  </a:ext>
                </a:extLst>
              </p14:cNvPr>
              <p14:cNvContentPartPr/>
              <p14:nvPr/>
            </p14:nvContentPartPr>
            <p14:xfrm>
              <a:off x="2179222" y="3595234"/>
              <a:ext cx="154440" cy="29520"/>
            </p14:xfrm>
          </p:contentPart>
        </mc:Choice>
        <mc:Fallback>
          <p:pic>
            <p:nvPicPr>
              <p:cNvPr id="17433" name="잉크 17432">
                <a:extLst>
                  <a:ext uri="{FF2B5EF4-FFF2-40B4-BE49-F238E27FC236}">
                    <a16:creationId xmlns:a16="http://schemas.microsoft.com/office/drawing/2014/main" id="{951ED62F-23B7-BEAB-26F3-523CDF93B0EF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2143582" y="3523594"/>
                <a:ext cx="226080" cy="17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6">
            <p14:nvContentPartPr>
              <p14:cNvPr id="17434" name="잉크 17433">
                <a:extLst>
                  <a:ext uri="{FF2B5EF4-FFF2-40B4-BE49-F238E27FC236}">
                    <a16:creationId xmlns:a16="http://schemas.microsoft.com/office/drawing/2014/main" id="{0B05FDE4-78FD-0A66-2D7D-820DEB3BAEB4}"/>
                  </a:ext>
                </a:extLst>
              </p14:cNvPr>
              <p14:cNvContentPartPr/>
              <p14:nvPr/>
            </p14:nvContentPartPr>
            <p14:xfrm>
              <a:off x="2518702" y="3505954"/>
              <a:ext cx="71640" cy="304560"/>
            </p14:xfrm>
          </p:contentPart>
        </mc:Choice>
        <mc:Fallback>
          <p:pic>
            <p:nvPicPr>
              <p:cNvPr id="17434" name="잉크 17433">
                <a:extLst>
                  <a:ext uri="{FF2B5EF4-FFF2-40B4-BE49-F238E27FC236}">
                    <a16:creationId xmlns:a16="http://schemas.microsoft.com/office/drawing/2014/main" id="{0B05FDE4-78FD-0A66-2D7D-820DEB3BAEB4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2483062" y="3434314"/>
                <a:ext cx="143280" cy="44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8">
            <p14:nvContentPartPr>
              <p14:cNvPr id="17435" name="잉크 17434">
                <a:extLst>
                  <a:ext uri="{FF2B5EF4-FFF2-40B4-BE49-F238E27FC236}">
                    <a16:creationId xmlns:a16="http://schemas.microsoft.com/office/drawing/2014/main" id="{1A6F1BB2-B37F-A14C-9C1D-820BE9D85D23}"/>
                  </a:ext>
                </a:extLst>
              </p14:cNvPr>
              <p14:cNvContentPartPr/>
              <p14:nvPr/>
            </p14:nvContentPartPr>
            <p14:xfrm>
              <a:off x="2521582" y="3495154"/>
              <a:ext cx="152640" cy="213480"/>
            </p14:xfrm>
          </p:contentPart>
        </mc:Choice>
        <mc:Fallback>
          <p:pic>
            <p:nvPicPr>
              <p:cNvPr id="17435" name="잉크 17434">
                <a:extLst>
                  <a:ext uri="{FF2B5EF4-FFF2-40B4-BE49-F238E27FC236}">
                    <a16:creationId xmlns:a16="http://schemas.microsoft.com/office/drawing/2014/main" id="{1A6F1BB2-B37F-A14C-9C1D-820BE9D85D23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2485582" y="3423154"/>
                <a:ext cx="224280" cy="35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0">
            <p14:nvContentPartPr>
              <p14:cNvPr id="17436" name="잉크 17435">
                <a:extLst>
                  <a:ext uri="{FF2B5EF4-FFF2-40B4-BE49-F238E27FC236}">
                    <a16:creationId xmlns:a16="http://schemas.microsoft.com/office/drawing/2014/main" id="{766402AD-4EB5-66A3-D1B3-BF8660ACC5D1}"/>
                  </a:ext>
                </a:extLst>
              </p14:cNvPr>
              <p14:cNvContentPartPr/>
              <p14:nvPr/>
            </p14:nvContentPartPr>
            <p14:xfrm>
              <a:off x="2767102" y="3684874"/>
              <a:ext cx="4320" cy="28440"/>
            </p14:xfrm>
          </p:contentPart>
        </mc:Choice>
        <mc:Fallback>
          <p:pic>
            <p:nvPicPr>
              <p:cNvPr id="17436" name="잉크 17435">
                <a:extLst>
                  <a:ext uri="{FF2B5EF4-FFF2-40B4-BE49-F238E27FC236}">
                    <a16:creationId xmlns:a16="http://schemas.microsoft.com/office/drawing/2014/main" id="{766402AD-4EB5-66A3-D1B3-BF8660ACC5D1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2731462" y="3612874"/>
                <a:ext cx="75960" cy="17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2">
            <p14:nvContentPartPr>
              <p14:cNvPr id="17437" name="잉크 17436">
                <a:extLst>
                  <a:ext uri="{FF2B5EF4-FFF2-40B4-BE49-F238E27FC236}">
                    <a16:creationId xmlns:a16="http://schemas.microsoft.com/office/drawing/2014/main" id="{D2B03C79-C322-5B5B-183D-E6FA4AAF6F14}"/>
                  </a:ext>
                </a:extLst>
              </p14:cNvPr>
              <p14:cNvContentPartPr/>
              <p14:nvPr/>
            </p14:nvContentPartPr>
            <p14:xfrm>
              <a:off x="2890222" y="3424234"/>
              <a:ext cx="172440" cy="322200"/>
            </p14:xfrm>
          </p:contentPart>
        </mc:Choice>
        <mc:Fallback>
          <p:pic>
            <p:nvPicPr>
              <p:cNvPr id="17437" name="잉크 17436">
                <a:extLst>
                  <a:ext uri="{FF2B5EF4-FFF2-40B4-BE49-F238E27FC236}">
                    <a16:creationId xmlns:a16="http://schemas.microsoft.com/office/drawing/2014/main" id="{D2B03C79-C322-5B5B-183D-E6FA4AAF6F14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2854222" y="3352594"/>
                <a:ext cx="244080" cy="46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4">
            <p14:nvContentPartPr>
              <p14:cNvPr id="17438" name="잉크 17437">
                <a:extLst>
                  <a:ext uri="{FF2B5EF4-FFF2-40B4-BE49-F238E27FC236}">
                    <a16:creationId xmlns:a16="http://schemas.microsoft.com/office/drawing/2014/main" id="{7124B252-C32D-5DE4-FC30-59AFEF0D5720}"/>
                  </a:ext>
                </a:extLst>
              </p14:cNvPr>
              <p14:cNvContentPartPr/>
              <p14:nvPr/>
            </p14:nvContentPartPr>
            <p14:xfrm>
              <a:off x="2894902" y="3427114"/>
              <a:ext cx="140040" cy="46440"/>
            </p14:xfrm>
          </p:contentPart>
        </mc:Choice>
        <mc:Fallback>
          <p:pic>
            <p:nvPicPr>
              <p:cNvPr id="17438" name="잉크 17437">
                <a:extLst>
                  <a:ext uri="{FF2B5EF4-FFF2-40B4-BE49-F238E27FC236}">
                    <a16:creationId xmlns:a16="http://schemas.microsoft.com/office/drawing/2014/main" id="{7124B252-C32D-5DE4-FC30-59AFEF0D5720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2858902" y="3355114"/>
                <a:ext cx="211680" cy="19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6">
            <p14:nvContentPartPr>
              <p14:cNvPr id="17439" name="잉크 17438">
                <a:extLst>
                  <a:ext uri="{FF2B5EF4-FFF2-40B4-BE49-F238E27FC236}">
                    <a16:creationId xmlns:a16="http://schemas.microsoft.com/office/drawing/2014/main" id="{BB6F084B-6045-E32B-B8FD-22FDF49D901F}"/>
                  </a:ext>
                </a:extLst>
              </p14:cNvPr>
              <p14:cNvContentPartPr/>
              <p14:nvPr/>
            </p14:nvContentPartPr>
            <p14:xfrm>
              <a:off x="5980102" y="3766954"/>
              <a:ext cx="784440" cy="68040"/>
            </p14:xfrm>
          </p:contentPart>
        </mc:Choice>
        <mc:Fallback>
          <p:pic>
            <p:nvPicPr>
              <p:cNvPr id="17439" name="잉크 17438">
                <a:extLst>
                  <a:ext uri="{FF2B5EF4-FFF2-40B4-BE49-F238E27FC236}">
                    <a16:creationId xmlns:a16="http://schemas.microsoft.com/office/drawing/2014/main" id="{BB6F084B-6045-E32B-B8FD-22FDF49D901F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5944102" y="3695314"/>
                <a:ext cx="856080" cy="2116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프로세스 간 </a:t>
            </a:r>
            <a:r>
              <a:rPr lang="en-US" altLang="ko-KR"/>
              <a:t>CPU </a:t>
            </a:r>
            <a:r>
              <a:rPr lang="ko-KR" altLang="en-US"/>
              <a:t>스위칭</a:t>
            </a:r>
          </a:p>
        </p:txBody>
      </p:sp>
      <p:pic>
        <p:nvPicPr>
          <p:cNvPr id="1945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18" t="848" r="2953" b="1033"/>
          <a:stretch>
            <a:fillRect/>
          </a:stretch>
        </p:blipFill>
        <p:spPr bwMode="auto">
          <a:xfrm>
            <a:off x="1785938" y="1714500"/>
            <a:ext cx="5715000" cy="4779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cmpd="thickThin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60" name="슬라이드 번호 개체 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1749CAE-EC35-45F9-8D69-CB46D65D6455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8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p:grpSp>
        <p:nvGrpSpPr>
          <p:cNvPr id="19474" name="그룹 19473">
            <a:extLst>
              <a:ext uri="{FF2B5EF4-FFF2-40B4-BE49-F238E27FC236}">
                <a16:creationId xmlns:a16="http://schemas.microsoft.com/office/drawing/2014/main" id="{902FBC65-5714-48D8-FFA5-34EB1F2CF2BA}"/>
              </a:ext>
            </a:extLst>
          </p:cNvPr>
          <p:cNvGrpSpPr/>
          <p:nvPr/>
        </p:nvGrpSpPr>
        <p:grpSpPr>
          <a:xfrm>
            <a:off x="4946542" y="2449463"/>
            <a:ext cx="1813680" cy="995040"/>
            <a:chOff x="4946542" y="2449463"/>
            <a:chExt cx="1813680" cy="995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2" name="잉크 1">
                  <a:extLst>
                    <a:ext uri="{FF2B5EF4-FFF2-40B4-BE49-F238E27FC236}">
                      <a16:creationId xmlns:a16="http://schemas.microsoft.com/office/drawing/2014/main" id="{AB26B7A0-DE66-B9CF-C1A0-33252B73F43D}"/>
                    </a:ext>
                  </a:extLst>
                </p14:cNvPr>
                <p14:cNvContentPartPr/>
                <p14:nvPr/>
              </p14:nvContentPartPr>
              <p14:xfrm>
                <a:off x="4946542" y="2554583"/>
                <a:ext cx="103680" cy="108720"/>
              </p14:xfrm>
            </p:contentPart>
          </mc:Choice>
          <mc:Fallback>
            <p:pic>
              <p:nvPicPr>
                <p:cNvPr id="2" name="잉크 1">
                  <a:extLst>
                    <a:ext uri="{FF2B5EF4-FFF2-40B4-BE49-F238E27FC236}">
                      <a16:creationId xmlns:a16="http://schemas.microsoft.com/office/drawing/2014/main" id="{AB26B7A0-DE66-B9CF-C1A0-33252B73F43D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937542" y="2545583"/>
                  <a:ext cx="12132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3" name="잉크 2">
                  <a:extLst>
                    <a:ext uri="{FF2B5EF4-FFF2-40B4-BE49-F238E27FC236}">
                      <a16:creationId xmlns:a16="http://schemas.microsoft.com/office/drawing/2014/main" id="{F51C27CF-4573-4219-7877-2CDEAA5C3F77}"/>
                    </a:ext>
                  </a:extLst>
                </p14:cNvPr>
                <p14:cNvContentPartPr/>
                <p14:nvPr/>
              </p14:nvContentPartPr>
              <p14:xfrm>
                <a:off x="5064262" y="2512823"/>
                <a:ext cx="62280" cy="116280"/>
              </p14:xfrm>
            </p:contentPart>
          </mc:Choice>
          <mc:Fallback>
            <p:pic>
              <p:nvPicPr>
                <p:cNvPr id="3" name="잉크 2">
                  <a:extLst>
                    <a:ext uri="{FF2B5EF4-FFF2-40B4-BE49-F238E27FC236}">
                      <a16:creationId xmlns:a16="http://schemas.microsoft.com/office/drawing/2014/main" id="{F51C27CF-4573-4219-7877-2CDEAA5C3F77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055622" y="2503823"/>
                  <a:ext cx="7992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4" name="잉크 3">
                  <a:extLst>
                    <a:ext uri="{FF2B5EF4-FFF2-40B4-BE49-F238E27FC236}">
                      <a16:creationId xmlns:a16="http://schemas.microsoft.com/office/drawing/2014/main" id="{CF29C578-A605-5242-8645-9BBD9E6B2A0D}"/>
                    </a:ext>
                  </a:extLst>
                </p14:cNvPr>
                <p14:cNvContentPartPr/>
                <p14:nvPr/>
              </p14:nvContentPartPr>
              <p14:xfrm>
                <a:off x="5118982" y="2496983"/>
                <a:ext cx="64080" cy="79560"/>
              </p14:xfrm>
            </p:contentPart>
          </mc:Choice>
          <mc:Fallback>
            <p:pic>
              <p:nvPicPr>
                <p:cNvPr id="4" name="잉크 3">
                  <a:extLst>
                    <a:ext uri="{FF2B5EF4-FFF2-40B4-BE49-F238E27FC236}">
                      <a16:creationId xmlns:a16="http://schemas.microsoft.com/office/drawing/2014/main" id="{CF29C578-A605-5242-8645-9BBD9E6B2A0D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109982" y="2488343"/>
                  <a:ext cx="8172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5" name="잉크 4">
                  <a:extLst>
                    <a:ext uri="{FF2B5EF4-FFF2-40B4-BE49-F238E27FC236}">
                      <a16:creationId xmlns:a16="http://schemas.microsoft.com/office/drawing/2014/main" id="{FE3EA595-AE5A-DB6A-C3E6-322781FC2B4D}"/>
                    </a:ext>
                  </a:extLst>
                </p14:cNvPr>
                <p14:cNvContentPartPr/>
                <p14:nvPr/>
              </p14:nvContentPartPr>
              <p14:xfrm>
                <a:off x="5125462" y="2522543"/>
                <a:ext cx="115560" cy="132120"/>
              </p14:xfrm>
            </p:contentPart>
          </mc:Choice>
          <mc:Fallback>
            <p:pic>
              <p:nvPicPr>
                <p:cNvPr id="5" name="잉크 4">
                  <a:extLst>
                    <a:ext uri="{FF2B5EF4-FFF2-40B4-BE49-F238E27FC236}">
                      <a16:creationId xmlns:a16="http://schemas.microsoft.com/office/drawing/2014/main" id="{FE3EA595-AE5A-DB6A-C3E6-322781FC2B4D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116462" y="2513903"/>
                  <a:ext cx="13320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6" name="잉크 5">
                  <a:extLst>
                    <a:ext uri="{FF2B5EF4-FFF2-40B4-BE49-F238E27FC236}">
                      <a16:creationId xmlns:a16="http://schemas.microsoft.com/office/drawing/2014/main" id="{D938B7EF-6F91-C522-1850-572A99F2E9E9}"/>
                    </a:ext>
                  </a:extLst>
                </p14:cNvPr>
                <p14:cNvContentPartPr/>
                <p14:nvPr/>
              </p14:nvContentPartPr>
              <p14:xfrm>
                <a:off x="5184502" y="2600663"/>
                <a:ext cx="109080" cy="78840"/>
              </p14:xfrm>
            </p:contentPart>
          </mc:Choice>
          <mc:Fallback>
            <p:pic>
              <p:nvPicPr>
                <p:cNvPr id="6" name="잉크 5">
                  <a:extLst>
                    <a:ext uri="{FF2B5EF4-FFF2-40B4-BE49-F238E27FC236}">
                      <a16:creationId xmlns:a16="http://schemas.microsoft.com/office/drawing/2014/main" id="{D938B7EF-6F91-C522-1850-572A99F2E9E9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5175862" y="2591663"/>
                  <a:ext cx="12672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00F872CC-2386-A573-46A5-9382EEDC6D2E}"/>
                    </a:ext>
                  </a:extLst>
                </p14:cNvPr>
                <p14:cNvContentPartPr/>
                <p14:nvPr/>
              </p14:nvContentPartPr>
              <p14:xfrm>
                <a:off x="5293222" y="2516423"/>
                <a:ext cx="110520" cy="113760"/>
              </p14:xfrm>
            </p:contentPart>
          </mc:Choice>
          <mc:Fallback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00F872CC-2386-A573-46A5-9382EEDC6D2E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284222" y="2507423"/>
                  <a:ext cx="12816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405DF033-0354-CA36-E805-FE057FEBF8D3}"/>
                    </a:ext>
                  </a:extLst>
                </p14:cNvPr>
                <p14:cNvContentPartPr/>
                <p14:nvPr/>
              </p14:nvContentPartPr>
              <p14:xfrm>
                <a:off x="5425342" y="2503823"/>
                <a:ext cx="11520" cy="147960"/>
              </p14:xfrm>
            </p:contentPart>
          </mc:Choice>
          <mc:Fallback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405DF033-0354-CA36-E805-FE057FEBF8D3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5416342" y="2495183"/>
                  <a:ext cx="2916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F0B47F70-5755-45A2-21AE-1523F70221B7}"/>
                    </a:ext>
                  </a:extLst>
                </p14:cNvPr>
                <p14:cNvContentPartPr/>
                <p14:nvPr/>
              </p14:nvContentPartPr>
              <p14:xfrm>
                <a:off x="5534062" y="2521103"/>
                <a:ext cx="121680" cy="137160"/>
              </p14:xfrm>
            </p:contentPart>
          </mc:Choice>
          <mc:Fallback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F0B47F70-5755-45A2-21AE-1523F70221B7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5525062" y="2512463"/>
                  <a:ext cx="13932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4C963067-FFBD-9813-37DE-3BC12E2F815C}"/>
                    </a:ext>
                  </a:extLst>
                </p14:cNvPr>
                <p14:cNvContentPartPr/>
                <p14:nvPr/>
              </p14:nvContentPartPr>
              <p14:xfrm>
                <a:off x="5654662" y="2504903"/>
                <a:ext cx="85680" cy="138240"/>
              </p14:xfrm>
            </p:contentPart>
          </mc:Choice>
          <mc:Fallback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4C963067-FFBD-9813-37DE-3BC12E2F815C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5646022" y="2496263"/>
                  <a:ext cx="10332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DF65BF1C-250B-EE26-7A0D-0B9502D210B5}"/>
                    </a:ext>
                  </a:extLst>
                </p14:cNvPr>
                <p14:cNvContentPartPr/>
                <p14:nvPr/>
              </p14:nvContentPartPr>
              <p14:xfrm>
                <a:off x="5715142" y="2483663"/>
                <a:ext cx="118800" cy="152280"/>
              </p14:xfrm>
            </p:contentPart>
          </mc:Choice>
          <mc:Fallback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DF65BF1C-250B-EE26-7A0D-0B9502D210B5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5706502" y="2475023"/>
                  <a:ext cx="13644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B7D46B17-9DAB-6A4E-B154-60C61C3674B1}"/>
                    </a:ext>
                  </a:extLst>
                </p14:cNvPr>
                <p14:cNvContentPartPr/>
                <p14:nvPr/>
              </p14:nvContentPartPr>
              <p14:xfrm>
                <a:off x="5964982" y="2478263"/>
                <a:ext cx="14400" cy="129960"/>
              </p14:xfrm>
            </p:contentPart>
          </mc:Choice>
          <mc:Fallback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B7D46B17-9DAB-6A4E-B154-60C61C3674B1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5955982" y="2469263"/>
                  <a:ext cx="3204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9BF1BCE0-BCA8-6A13-2BCF-B7FD806CA8A7}"/>
                    </a:ext>
                  </a:extLst>
                </p14:cNvPr>
                <p14:cNvContentPartPr/>
                <p14:nvPr/>
              </p14:nvContentPartPr>
              <p14:xfrm>
                <a:off x="5971822" y="2472863"/>
                <a:ext cx="105480" cy="76680"/>
              </p14:xfrm>
            </p:contentPart>
          </mc:Choice>
          <mc:Fallback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9BF1BCE0-BCA8-6A13-2BCF-B7FD806CA8A7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5963182" y="2463863"/>
                  <a:ext cx="12312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9840E69B-1DD7-2EBC-89CC-89699C9D6C3C}"/>
                    </a:ext>
                  </a:extLst>
                </p14:cNvPr>
                <p14:cNvContentPartPr/>
                <p14:nvPr/>
              </p14:nvContentPartPr>
              <p14:xfrm>
                <a:off x="6016822" y="2449463"/>
                <a:ext cx="113040" cy="232920"/>
              </p14:xfrm>
            </p:contentPart>
          </mc:Choice>
          <mc:Fallback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9840E69B-1DD7-2EBC-89CC-89699C9D6C3C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6007822" y="2440823"/>
                  <a:ext cx="13068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EF3EE712-8D19-8521-71A6-2E083BBD462A}"/>
                    </a:ext>
                  </a:extLst>
                </p14:cNvPr>
                <p14:cNvContentPartPr/>
                <p14:nvPr/>
              </p14:nvContentPartPr>
              <p14:xfrm>
                <a:off x="6084502" y="2487263"/>
                <a:ext cx="192960" cy="123120"/>
              </p14:xfrm>
            </p:contentPart>
          </mc:Choice>
          <mc:Fallback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EF3EE712-8D19-8521-71A6-2E083BBD462A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6075862" y="2478263"/>
                  <a:ext cx="21060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0E48A6CF-278A-330F-BCE4-2FD59AD569CC}"/>
                    </a:ext>
                  </a:extLst>
                </p14:cNvPr>
                <p14:cNvContentPartPr/>
                <p14:nvPr/>
              </p14:nvContentPartPr>
              <p14:xfrm>
                <a:off x="6224902" y="2594543"/>
                <a:ext cx="78840" cy="74880"/>
              </p14:xfrm>
            </p:contentPart>
          </mc:Choice>
          <mc:Fallback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0E48A6CF-278A-330F-BCE4-2FD59AD569CC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6216262" y="2585543"/>
                  <a:ext cx="9648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ED479530-149E-A944-D243-D1B2D9CC1CD9}"/>
                    </a:ext>
                  </a:extLst>
                </p14:cNvPr>
                <p14:cNvContentPartPr/>
                <p14:nvPr/>
              </p14:nvContentPartPr>
              <p14:xfrm>
                <a:off x="6318862" y="2449823"/>
                <a:ext cx="13680" cy="82080"/>
              </p14:xfrm>
            </p:contentPart>
          </mc:Choice>
          <mc:Fallback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ED479530-149E-A944-D243-D1B2D9CC1CD9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6310222" y="2440823"/>
                  <a:ext cx="3132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9CE5A479-916C-5DBF-6951-AC0AA1B84B15}"/>
                    </a:ext>
                  </a:extLst>
                </p14:cNvPr>
                <p14:cNvContentPartPr/>
                <p14:nvPr/>
              </p14:nvContentPartPr>
              <p14:xfrm>
                <a:off x="6287182" y="2510303"/>
                <a:ext cx="109440" cy="97560"/>
              </p14:xfrm>
            </p:contentPart>
          </mc:Choice>
          <mc:Fallback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9CE5A479-916C-5DBF-6951-AC0AA1B84B15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6278182" y="2501303"/>
                  <a:ext cx="12708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19" name="잉크 18">
                  <a:extLst>
                    <a:ext uri="{FF2B5EF4-FFF2-40B4-BE49-F238E27FC236}">
                      <a16:creationId xmlns:a16="http://schemas.microsoft.com/office/drawing/2014/main" id="{DCD7A5E8-0434-8AFD-7F35-FC466AC32C7C}"/>
                    </a:ext>
                  </a:extLst>
                </p14:cNvPr>
                <p14:cNvContentPartPr/>
                <p14:nvPr/>
              </p14:nvContentPartPr>
              <p14:xfrm>
                <a:off x="6398782" y="2468903"/>
                <a:ext cx="65880" cy="94320"/>
              </p14:xfrm>
            </p:contentPart>
          </mc:Choice>
          <mc:Fallback>
            <p:pic>
              <p:nvPicPr>
                <p:cNvPr id="19" name="잉크 18">
                  <a:extLst>
                    <a:ext uri="{FF2B5EF4-FFF2-40B4-BE49-F238E27FC236}">
                      <a16:creationId xmlns:a16="http://schemas.microsoft.com/office/drawing/2014/main" id="{DCD7A5E8-0434-8AFD-7F35-FC466AC32C7C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6390142" y="2459903"/>
                  <a:ext cx="8352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0" name="잉크 19">
                  <a:extLst>
                    <a:ext uri="{FF2B5EF4-FFF2-40B4-BE49-F238E27FC236}">
                      <a16:creationId xmlns:a16="http://schemas.microsoft.com/office/drawing/2014/main" id="{B707CABF-2E2D-5430-75CC-F4FD8EDD001A}"/>
                    </a:ext>
                  </a:extLst>
                </p14:cNvPr>
                <p14:cNvContentPartPr/>
                <p14:nvPr/>
              </p14:nvContentPartPr>
              <p14:xfrm>
                <a:off x="6412102" y="2577983"/>
                <a:ext cx="97920" cy="76680"/>
              </p14:xfrm>
            </p:contentPart>
          </mc:Choice>
          <mc:Fallback>
            <p:pic>
              <p:nvPicPr>
                <p:cNvPr id="20" name="잉크 19">
                  <a:extLst>
                    <a:ext uri="{FF2B5EF4-FFF2-40B4-BE49-F238E27FC236}">
                      <a16:creationId xmlns:a16="http://schemas.microsoft.com/office/drawing/2014/main" id="{B707CABF-2E2D-5430-75CC-F4FD8EDD001A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6403462" y="2569343"/>
                  <a:ext cx="11556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1" name="잉크 20">
                  <a:extLst>
                    <a:ext uri="{FF2B5EF4-FFF2-40B4-BE49-F238E27FC236}">
                      <a16:creationId xmlns:a16="http://schemas.microsoft.com/office/drawing/2014/main" id="{5F312C98-5108-0D2D-FDB0-E02F4AAD57EC}"/>
                    </a:ext>
                  </a:extLst>
                </p14:cNvPr>
                <p14:cNvContentPartPr/>
                <p14:nvPr/>
              </p14:nvContentPartPr>
              <p14:xfrm>
                <a:off x="6558982" y="2461703"/>
                <a:ext cx="92520" cy="135720"/>
              </p14:xfrm>
            </p:contentPart>
          </mc:Choice>
          <mc:Fallback>
            <p:pic>
              <p:nvPicPr>
                <p:cNvPr id="21" name="잉크 20">
                  <a:extLst>
                    <a:ext uri="{FF2B5EF4-FFF2-40B4-BE49-F238E27FC236}">
                      <a16:creationId xmlns:a16="http://schemas.microsoft.com/office/drawing/2014/main" id="{5F312C98-5108-0D2D-FDB0-E02F4AAD57EC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6549982" y="2453063"/>
                  <a:ext cx="11016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22" name="잉크 21">
                  <a:extLst>
                    <a:ext uri="{FF2B5EF4-FFF2-40B4-BE49-F238E27FC236}">
                      <a16:creationId xmlns:a16="http://schemas.microsoft.com/office/drawing/2014/main" id="{B7BD6FD9-E85A-245C-5E1E-5765284ED3E2}"/>
                    </a:ext>
                  </a:extLst>
                </p14:cNvPr>
                <p14:cNvContentPartPr/>
                <p14:nvPr/>
              </p14:nvContentPartPr>
              <p14:xfrm>
                <a:off x="6638182" y="2454863"/>
                <a:ext cx="122040" cy="115200"/>
              </p14:xfrm>
            </p:contentPart>
          </mc:Choice>
          <mc:Fallback>
            <p:pic>
              <p:nvPicPr>
                <p:cNvPr id="22" name="잉크 21">
                  <a:extLst>
                    <a:ext uri="{FF2B5EF4-FFF2-40B4-BE49-F238E27FC236}">
                      <a16:creationId xmlns:a16="http://schemas.microsoft.com/office/drawing/2014/main" id="{B7BD6FD9-E85A-245C-5E1E-5765284ED3E2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6629182" y="2446223"/>
                  <a:ext cx="13968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25" name="잉크 24">
                  <a:extLst>
                    <a:ext uri="{FF2B5EF4-FFF2-40B4-BE49-F238E27FC236}">
                      <a16:creationId xmlns:a16="http://schemas.microsoft.com/office/drawing/2014/main" id="{686149D2-50C2-B3ED-6C2F-D28C45654020}"/>
                    </a:ext>
                  </a:extLst>
                </p14:cNvPr>
                <p14:cNvContentPartPr/>
                <p14:nvPr/>
              </p14:nvContentPartPr>
              <p14:xfrm>
                <a:off x="5738902" y="2745383"/>
                <a:ext cx="95400" cy="144720"/>
              </p14:xfrm>
            </p:contentPart>
          </mc:Choice>
          <mc:Fallback>
            <p:pic>
              <p:nvPicPr>
                <p:cNvPr id="25" name="잉크 24">
                  <a:extLst>
                    <a:ext uri="{FF2B5EF4-FFF2-40B4-BE49-F238E27FC236}">
                      <a16:creationId xmlns:a16="http://schemas.microsoft.com/office/drawing/2014/main" id="{686149D2-50C2-B3ED-6C2F-D28C45654020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5729902" y="2736383"/>
                  <a:ext cx="11304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26" name="잉크 25">
                  <a:extLst>
                    <a:ext uri="{FF2B5EF4-FFF2-40B4-BE49-F238E27FC236}">
                      <a16:creationId xmlns:a16="http://schemas.microsoft.com/office/drawing/2014/main" id="{DAC52DF2-AFF2-5553-75D2-CB0C65C3EB43}"/>
                    </a:ext>
                  </a:extLst>
                </p14:cNvPr>
                <p14:cNvContentPartPr/>
                <p14:nvPr/>
              </p14:nvContentPartPr>
              <p14:xfrm>
                <a:off x="5760502" y="2789663"/>
                <a:ext cx="107640" cy="155520"/>
              </p14:xfrm>
            </p:contentPart>
          </mc:Choice>
          <mc:Fallback>
            <p:pic>
              <p:nvPicPr>
                <p:cNvPr id="26" name="잉크 25">
                  <a:extLst>
                    <a:ext uri="{FF2B5EF4-FFF2-40B4-BE49-F238E27FC236}">
                      <a16:creationId xmlns:a16="http://schemas.microsoft.com/office/drawing/2014/main" id="{DAC52DF2-AFF2-5553-75D2-CB0C65C3EB43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5751502" y="2780663"/>
                  <a:ext cx="12528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27" name="잉크 26">
                  <a:extLst>
                    <a:ext uri="{FF2B5EF4-FFF2-40B4-BE49-F238E27FC236}">
                      <a16:creationId xmlns:a16="http://schemas.microsoft.com/office/drawing/2014/main" id="{1C5B1304-B93A-2F2F-6DD0-BE557BA082D0}"/>
                    </a:ext>
                  </a:extLst>
                </p14:cNvPr>
                <p14:cNvContentPartPr/>
                <p14:nvPr/>
              </p14:nvContentPartPr>
              <p14:xfrm>
                <a:off x="5810542" y="2784623"/>
                <a:ext cx="145080" cy="199800"/>
              </p14:xfrm>
            </p:contentPart>
          </mc:Choice>
          <mc:Fallback>
            <p:pic>
              <p:nvPicPr>
                <p:cNvPr id="27" name="잉크 26">
                  <a:extLst>
                    <a:ext uri="{FF2B5EF4-FFF2-40B4-BE49-F238E27FC236}">
                      <a16:creationId xmlns:a16="http://schemas.microsoft.com/office/drawing/2014/main" id="{1C5B1304-B93A-2F2F-6DD0-BE557BA082D0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5801902" y="2775983"/>
                  <a:ext cx="16272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28" name="잉크 27">
                  <a:extLst>
                    <a:ext uri="{FF2B5EF4-FFF2-40B4-BE49-F238E27FC236}">
                      <a16:creationId xmlns:a16="http://schemas.microsoft.com/office/drawing/2014/main" id="{9DF1A127-C72A-8F65-8522-42DDB93FC54F}"/>
                    </a:ext>
                  </a:extLst>
                </p14:cNvPr>
                <p14:cNvContentPartPr/>
                <p14:nvPr/>
              </p14:nvContentPartPr>
              <p14:xfrm>
                <a:off x="5921062" y="2768063"/>
                <a:ext cx="156600" cy="176040"/>
              </p14:xfrm>
            </p:contentPart>
          </mc:Choice>
          <mc:Fallback>
            <p:pic>
              <p:nvPicPr>
                <p:cNvPr id="28" name="잉크 27">
                  <a:extLst>
                    <a:ext uri="{FF2B5EF4-FFF2-40B4-BE49-F238E27FC236}">
                      <a16:creationId xmlns:a16="http://schemas.microsoft.com/office/drawing/2014/main" id="{9DF1A127-C72A-8F65-8522-42DDB93FC54F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5912062" y="2759063"/>
                  <a:ext cx="17424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29" name="잉크 28">
                  <a:extLst>
                    <a:ext uri="{FF2B5EF4-FFF2-40B4-BE49-F238E27FC236}">
                      <a16:creationId xmlns:a16="http://schemas.microsoft.com/office/drawing/2014/main" id="{9EEFAEAD-5EA3-B497-4D69-EAAF15F0BAA4}"/>
                    </a:ext>
                  </a:extLst>
                </p14:cNvPr>
                <p14:cNvContentPartPr/>
                <p14:nvPr/>
              </p14:nvContentPartPr>
              <p14:xfrm>
                <a:off x="6067222" y="2757623"/>
                <a:ext cx="9000" cy="54000"/>
              </p14:xfrm>
            </p:contentPart>
          </mc:Choice>
          <mc:Fallback>
            <p:pic>
              <p:nvPicPr>
                <p:cNvPr id="29" name="잉크 28">
                  <a:extLst>
                    <a:ext uri="{FF2B5EF4-FFF2-40B4-BE49-F238E27FC236}">
                      <a16:creationId xmlns:a16="http://schemas.microsoft.com/office/drawing/2014/main" id="{9EEFAEAD-5EA3-B497-4D69-EAAF15F0BAA4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6058222" y="2748983"/>
                  <a:ext cx="2664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30" name="잉크 29">
                  <a:extLst>
                    <a:ext uri="{FF2B5EF4-FFF2-40B4-BE49-F238E27FC236}">
                      <a16:creationId xmlns:a16="http://schemas.microsoft.com/office/drawing/2014/main" id="{70EAB173-2BA1-F9F2-0B90-3E608567B55E}"/>
                    </a:ext>
                  </a:extLst>
                </p14:cNvPr>
                <p14:cNvContentPartPr/>
                <p14:nvPr/>
              </p14:nvContentPartPr>
              <p14:xfrm>
                <a:off x="6029782" y="2754023"/>
                <a:ext cx="160560" cy="144360"/>
              </p14:xfrm>
            </p:contentPart>
          </mc:Choice>
          <mc:Fallback>
            <p:pic>
              <p:nvPicPr>
                <p:cNvPr id="30" name="잉크 29">
                  <a:extLst>
                    <a:ext uri="{FF2B5EF4-FFF2-40B4-BE49-F238E27FC236}">
                      <a16:creationId xmlns:a16="http://schemas.microsoft.com/office/drawing/2014/main" id="{70EAB173-2BA1-F9F2-0B90-3E608567B55E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6021142" y="2745023"/>
                  <a:ext cx="17820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31" name="잉크 30">
                  <a:extLst>
                    <a:ext uri="{FF2B5EF4-FFF2-40B4-BE49-F238E27FC236}">
                      <a16:creationId xmlns:a16="http://schemas.microsoft.com/office/drawing/2014/main" id="{B27A7465-668E-0075-071C-F2C88621F267}"/>
                    </a:ext>
                  </a:extLst>
                </p14:cNvPr>
                <p14:cNvContentPartPr/>
                <p14:nvPr/>
              </p14:nvContentPartPr>
              <p14:xfrm>
                <a:off x="6152182" y="2759783"/>
                <a:ext cx="88560" cy="169200"/>
              </p14:xfrm>
            </p:contentPart>
          </mc:Choice>
          <mc:Fallback>
            <p:pic>
              <p:nvPicPr>
                <p:cNvPr id="31" name="잉크 30">
                  <a:extLst>
                    <a:ext uri="{FF2B5EF4-FFF2-40B4-BE49-F238E27FC236}">
                      <a16:creationId xmlns:a16="http://schemas.microsoft.com/office/drawing/2014/main" id="{B27A7465-668E-0075-071C-F2C88621F267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6143542" y="2750783"/>
                  <a:ext cx="10620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19456" name="잉크 19455">
                  <a:extLst>
                    <a:ext uri="{FF2B5EF4-FFF2-40B4-BE49-F238E27FC236}">
                      <a16:creationId xmlns:a16="http://schemas.microsoft.com/office/drawing/2014/main" id="{E55050AE-5AAF-3AF1-1070-3FE39013685E}"/>
                    </a:ext>
                  </a:extLst>
                </p14:cNvPr>
                <p14:cNvContentPartPr/>
                <p14:nvPr/>
              </p14:nvContentPartPr>
              <p14:xfrm>
                <a:off x="5713702" y="3043823"/>
                <a:ext cx="81360" cy="89280"/>
              </p14:xfrm>
            </p:contentPart>
          </mc:Choice>
          <mc:Fallback>
            <p:pic>
              <p:nvPicPr>
                <p:cNvPr id="19456" name="잉크 19455">
                  <a:extLst>
                    <a:ext uri="{FF2B5EF4-FFF2-40B4-BE49-F238E27FC236}">
                      <a16:creationId xmlns:a16="http://schemas.microsoft.com/office/drawing/2014/main" id="{E55050AE-5AAF-3AF1-1070-3FE39013685E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5704702" y="3034823"/>
                  <a:ext cx="9900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19457" name="잉크 19456">
                  <a:extLst>
                    <a:ext uri="{FF2B5EF4-FFF2-40B4-BE49-F238E27FC236}">
                      <a16:creationId xmlns:a16="http://schemas.microsoft.com/office/drawing/2014/main" id="{8A49D88C-BD98-A098-F30B-E5743FAA5A82}"/>
                    </a:ext>
                  </a:extLst>
                </p14:cNvPr>
                <p14:cNvContentPartPr/>
                <p14:nvPr/>
              </p14:nvContentPartPr>
              <p14:xfrm>
                <a:off x="5735302" y="3134903"/>
                <a:ext cx="117000" cy="140040"/>
              </p14:xfrm>
            </p:contentPart>
          </mc:Choice>
          <mc:Fallback>
            <p:pic>
              <p:nvPicPr>
                <p:cNvPr id="19457" name="잉크 19456">
                  <a:extLst>
                    <a:ext uri="{FF2B5EF4-FFF2-40B4-BE49-F238E27FC236}">
                      <a16:creationId xmlns:a16="http://schemas.microsoft.com/office/drawing/2014/main" id="{8A49D88C-BD98-A098-F30B-E5743FAA5A82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5726302" y="3125903"/>
                  <a:ext cx="13464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19461" name="잉크 19460">
                  <a:extLst>
                    <a:ext uri="{FF2B5EF4-FFF2-40B4-BE49-F238E27FC236}">
                      <a16:creationId xmlns:a16="http://schemas.microsoft.com/office/drawing/2014/main" id="{3AC3D74A-9D7B-2EAB-52E8-6E6E5EAB8A21}"/>
                    </a:ext>
                  </a:extLst>
                </p14:cNvPr>
                <p14:cNvContentPartPr/>
                <p14:nvPr/>
              </p14:nvContentPartPr>
              <p14:xfrm>
                <a:off x="5843662" y="3073343"/>
                <a:ext cx="63360" cy="92160"/>
              </p14:xfrm>
            </p:contentPart>
          </mc:Choice>
          <mc:Fallback>
            <p:pic>
              <p:nvPicPr>
                <p:cNvPr id="19461" name="잉크 19460">
                  <a:extLst>
                    <a:ext uri="{FF2B5EF4-FFF2-40B4-BE49-F238E27FC236}">
                      <a16:creationId xmlns:a16="http://schemas.microsoft.com/office/drawing/2014/main" id="{3AC3D74A-9D7B-2EAB-52E8-6E6E5EAB8A21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5834662" y="3064703"/>
                  <a:ext cx="8100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19462" name="잉크 19461">
                  <a:extLst>
                    <a:ext uri="{FF2B5EF4-FFF2-40B4-BE49-F238E27FC236}">
                      <a16:creationId xmlns:a16="http://schemas.microsoft.com/office/drawing/2014/main" id="{FD286CC2-E412-9D70-C79C-CB56A5DAB133}"/>
                    </a:ext>
                  </a:extLst>
                </p14:cNvPr>
                <p14:cNvContentPartPr/>
                <p14:nvPr/>
              </p14:nvContentPartPr>
              <p14:xfrm>
                <a:off x="5947342" y="3029063"/>
                <a:ext cx="60120" cy="111960"/>
              </p14:xfrm>
            </p:contentPart>
          </mc:Choice>
          <mc:Fallback>
            <p:pic>
              <p:nvPicPr>
                <p:cNvPr id="19462" name="잉크 19461">
                  <a:extLst>
                    <a:ext uri="{FF2B5EF4-FFF2-40B4-BE49-F238E27FC236}">
                      <a16:creationId xmlns:a16="http://schemas.microsoft.com/office/drawing/2014/main" id="{FD286CC2-E412-9D70-C79C-CB56A5DAB133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5938342" y="3020423"/>
                  <a:ext cx="7776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19463" name="잉크 19462">
                  <a:extLst>
                    <a:ext uri="{FF2B5EF4-FFF2-40B4-BE49-F238E27FC236}">
                      <a16:creationId xmlns:a16="http://schemas.microsoft.com/office/drawing/2014/main" id="{A22BE5DE-675F-9C08-3334-6A6C4FCDBFAE}"/>
                    </a:ext>
                  </a:extLst>
                </p14:cNvPr>
                <p14:cNvContentPartPr/>
                <p14:nvPr/>
              </p14:nvContentPartPr>
              <p14:xfrm>
                <a:off x="5924302" y="3161903"/>
                <a:ext cx="82080" cy="69840"/>
              </p14:xfrm>
            </p:contentPart>
          </mc:Choice>
          <mc:Fallback>
            <p:pic>
              <p:nvPicPr>
                <p:cNvPr id="19463" name="잉크 19462">
                  <a:extLst>
                    <a:ext uri="{FF2B5EF4-FFF2-40B4-BE49-F238E27FC236}">
                      <a16:creationId xmlns:a16="http://schemas.microsoft.com/office/drawing/2014/main" id="{A22BE5DE-675F-9C08-3334-6A6C4FCDBFAE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5915302" y="3152903"/>
                  <a:ext cx="9972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19464" name="잉크 19463">
                  <a:extLst>
                    <a:ext uri="{FF2B5EF4-FFF2-40B4-BE49-F238E27FC236}">
                      <a16:creationId xmlns:a16="http://schemas.microsoft.com/office/drawing/2014/main" id="{52ABF431-4004-7D19-2B89-B81462D9CE1F}"/>
                    </a:ext>
                  </a:extLst>
                </p14:cNvPr>
                <p14:cNvContentPartPr/>
                <p14:nvPr/>
              </p14:nvContentPartPr>
              <p14:xfrm>
                <a:off x="6038062" y="3040943"/>
                <a:ext cx="120240" cy="109800"/>
              </p14:xfrm>
            </p:contentPart>
          </mc:Choice>
          <mc:Fallback>
            <p:pic>
              <p:nvPicPr>
                <p:cNvPr id="19464" name="잉크 19463">
                  <a:extLst>
                    <a:ext uri="{FF2B5EF4-FFF2-40B4-BE49-F238E27FC236}">
                      <a16:creationId xmlns:a16="http://schemas.microsoft.com/office/drawing/2014/main" id="{52ABF431-4004-7D19-2B89-B81462D9CE1F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6029062" y="3032303"/>
                  <a:ext cx="13788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19465" name="잉크 19464">
                  <a:extLst>
                    <a:ext uri="{FF2B5EF4-FFF2-40B4-BE49-F238E27FC236}">
                      <a16:creationId xmlns:a16="http://schemas.microsoft.com/office/drawing/2014/main" id="{92E88F35-507B-8DFF-1D44-9D90000258AF}"/>
                    </a:ext>
                  </a:extLst>
                </p14:cNvPr>
                <p14:cNvContentPartPr/>
                <p14:nvPr/>
              </p14:nvContentPartPr>
              <p14:xfrm>
                <a:off x="6131302" y="3024383"/>
                <a:ext cx="92880" cy="180360"/>
              </p14:xfrm>
            </p:contentPart>
          </mc:Choice>
          <mc:Fallback>
            <p:pic>
              <p:nvPicPr>
                <p:cNvPr id="19465" name="잉크 19464">
                  <a:extLst>
                    <a:ext uri="{FF2B5EF4-FFF2-40B4-BE49-F238E27FC236}">
                      <a16:creationId xmlns:a16="http://schemas.microsoft.com/office/drawing/2014/main" id="{92E88F35-507B-8DFF-1D44-9D90000258AF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6122662" y="3015383"/>
                  <a:ext cx="11052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19466" name="잉크 19465">
                  <a:extLst>
                    <a:ext uri="{FF2B5EF4-FFF2-40B4-BE49-F238E27FC236}">
                      <a16:creationId xmlns:a16="http://schemas.microsoft.com/office/drawing/2014/main" id="{BEAC4329-E7D1-0D41-5BD3-BAB3ADD89042}"/>
                    </a:ext>
                  </a:extLst>
                </p14:cNvPr>
                <p14:cNvContentPartPr/>
                <p14:nvPr/>
              </p14:nvContentPartPr>
              <p14:xfrm>
                <a:off x="6225622" y="3033743"/>
                <a:ext cx="51840" cy="102600"/>
              </p14:xfrm>
            </p:contentPart>
          </mc:Choice>
          <mc:Fallback>
            <p:pic>
              <p:nvPicPr>
                <p:cNvPr id="19466" name="잉크 19465">
                  <a:extLst>
                    <a:ext uri="{FF2B5EF4-FFF2-40B4-BE49-F238E27FC236}">
                      <a16:creationId xmlns:a16="http://schemas.microsoft.com/office/drawing/2014/main" id="{BEAC4329-E7D1-0D41-5BD3-BAB3ADD89042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6216982" y="3024743"/>
                  <a:ext cx="6948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19467" name="잉크 19466">
                  <a:extLst>
                    <a:ext uri="{FF2B5EF4-FFF2-40B4-BE49-F238E27FC236}">
                      <a16:creationId xmlns:a16="http://schemas.microsoft.com/office/drawing/2014/main" id="{8638E0F3-1C86-22AC-C04D-06C3A1C5711C}"/>
                    </a:ext>
                  </a:extLst>
                </p14:cNvPr>
                <p14:cNvContentPartPr/>
                <p14:nvPr/>
              </p14:nvContentPartPr>
              <p14:xfrm>
                <a:off x="6234262" y="2991263"/>
                <a:ext cx="142920" cy="223200"/>
              </p14:xfrm>
            </p:contentPart>
          </mc:Choice>
          <mc:Fallback>
            <p:pic>
              <p:nvPicPr>
                <p:cNvPr id="19467" name="잉크 19466">
                  <a:extLst>
                    <a:ext uri="{FF2B5EF4-FFF2-40B4-BE49-F238E27FC236}">
                      <a16:creationId xmlns:a16="http://schemas.microsoft.com/office/drawing/2014/main" id="{8638E0F3-1C86-22AC-C04D-06C3A1C5711C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6225622" y="2982623"/>
                  <a:ext cx="16056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19469" name="잉크 19468">
                  <a:extLst>
                    <a:ext uri="{FF2B5EF4-FFF2-40B4-BE49-F238E27FC236}">
                      <a16:creationId xmlns:a16="http://schemas.microsoft.com/office/drawing/2014/main" id="{CB4C36C7-F0CD-86B1-483C-8BAF9BA258B8}"/>
                    </a:ext>
                  </a:extLst>
                </p14:cNvPr>
                <p14:cNvContentPartPr/>
                <p14:nvPr/>
              </p14:nvContentPartPr>
              <p14:xfrm>
                <a:off x="5949862" y="3307343"/>
                <a:ext cx="88200" cy="137160"/>
              </p14:xfrm>
            </p:contentPart>
          </mc:Choice>
          <mc:Fallback>
            <p:pic>
              <p:nvPicPr>
                <p:cNvPr id="19469" name="잉크 19468">
                  <a:extLst>
                    <a:ext uri="{FF2B5EF4-FFF2-40B4-BE49-F238E27FC236}">
                      <a16:creationId xmlns:a16="http://schemas.microsoft.com/office/drawing/2014/main" id="{CB4C36C7-F0CD-86B1-483C-8BAF9BA258B8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5940862" y="3298703"/>
                  <a:ext cx="10584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19470" name="잉크 19469">
                  <a:extLst>
                    <a:ext uri="{FF2B5EF4-FFF2-40B4-BE49-F238E27FC236}">
                      <a16:creationId xmlns:a16="http://schemas.microsoft.com/office/drawing/2014/main" id="{1A117950-6788-53EB-ADCD-F5FCA6DCDA1F}"/>
                    </a:ext>
                  </a:extLst>
                </p14:cNvPr>
                <p14:cNvContentPartPr/>
                <p14:nvPr/>
              </p14:nvContentPartPr>
              <p14:xfrm>
                <a:off x="6005302" y="3322463"/>
                <a:ext cx="79920" cy="112680"/>
              </p14:xfrm>
            </p:contentPart>
          </mc:Choice>
          <mc:Fallback>
            <p:pic>
              <p:nvPicPr>
                <p:cNvPr id="19470" name="잉크 19469">
                  <a:extLst>
                    <a:ext uri="{FF2B5EF4-FFF2-40B4-BE49-F238E27FC236}">
                      <a16:creationId xmlns:a16="http://schemas.microsoft.com/office/drawing/2014/main" id="{1A117950-6788-53EB-ADCD-F5FCA6DCDA1F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5996302" y="3313463"/>
                  <a:ext cx="9756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19471" name="잉크 19470">
                  <a:extLst>
                    <a:ext uri="{FF2B5EF4-FFF2-40B4-BE49-F238E27FC236}">
                      <a16:creationId xmlns:a16="http://schemas.microsoft.com/office/drawing/2014/main" id="{C050E77A-BEBF-EA2A-6223-6542B4F5AADC}"/>
                    </a:ext>
                  </a:extLst>
                </p14:cNvPr>
                <p14:cNvContentPartPr/>
                <p14:nvPr/>
              </p14:nvContentPartPr>
              <p14:xfrm>
                <a:off x="6086302" y="3283943"/>
                <a:ext cx="124200" cy="113040"/>
              </p14:xfrm>
            </p:contentPart>
          </mc:Choice>
          <mc:Fallback>
            <p:pic>
              <p:nvPicPr>
                <p:cNvPr id="19471" name="잉크 19470">
                  <a:extLst>
                    <a:ext uri="{FF2B5EF4-FFF2-40B4-BE49-F238E27FC236}">
                      <a16:creationId xmlns:a16="http://schemas.microsoft.com/office/drawing/2014/main" id="{C050E77A-BEBF-EA2A-6223-6542B4F5AADC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6077662" y="3275303"/>
                  <a:ext cx="14184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19472" name="잉크 19471">
                  <a:extLst>
                    <a:ext uri="{FF2B5EF4-FFF2-40B4-BE49-F238E27FC236}">
                      <a16:creationId xmlns:a16="http://schemas.microsoft.com/office/drawing/2014/main" id="{F87799B7-0D30-BFED-9078-3052C30BB8BA}"/>
                    </a:ext>
                  </a:extLst>
                </p14:cNvPr>
                <p14:cNvContentPartPr/>
                <p14:nvPr/>
              </p14:nvContentPartPr>
              <p14:xfrm>
                <a:off x="6204022" y="3247583"/>
                <a:ext cx="75240" cy="133200"/>
              </p14:xfrm>
            </p:contentPart>
          </mc:Choice>
          <mc:Fallback>
            <p:pic>
              <p:nvPicPr>
                <p:cNvPr id="19472" name="잉크 19471">
                  <a:extLst>
                    <a:ext uri="{FF2B5EF4-FFF2-40B4-BE49-F238E27FC236}">
                      <a16:creationId xmlns:a16="http://schemas.microsoft.com/office/drawing/2014/main" id="{F87799B7-0D30-BFED-9078-3052C30BB8BA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6195382" y="3238943"/>
                  <a:ext cx="9288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19473" name="잉크 19472">
                  <a:extLst>
                    <a:ext uri="{FF2B5EF4-FFF2-40B4-BE49-F238E27FC236}">
                      <a16:creationId xmlns:a16="http://schemas.microsoft.com/office/drawing/2014/main" id="{E851A0A9-1064-DF19-87E9-09B5CC7E6CED}"/>
                    </a:ext>
                  </a:extLst>
                </p14:cNvPr>
                <p14:cNvContentPartPr/>
                <p14:nvPr/>
              </p14:nvContentPartPr>
              <p14:xfrm>
                <a:off x="6213382" y="3347663"/>
                <a:ext cx="82080" cy="90360"/>
              </p14:xfrm>
            </p:contentPart>
          </mc:Choice>
          <mc:Fallback>
            <p:pic>
              <p:nvPicPr>
                <p:cNvPr id="19473" name="잉크 19472">
                  <a:extLst>
                    <a:ext uri="{FF2B5EF4-FFF2-40B4-BE49-F238E27FC236}">
                      <a16:creationId xmlns:a16="http://schemas.microsoft.com/office/drawing/2014/main" id="{E851A0A9-1064-DF19-87E9-09B5CC7E6CED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6204382" y="3339023"/>
                  <a:ext cx="99720" cy="10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7">
            <p14:nvContentPartPr>
              <p14:cNvPr id="19475" name="잉크 19474">
                <a:extLst>
                  <a:ext uri="{FF2B5EF4-FFF2-40B4-BE49-F238E27FC236}">
                    <a16:creationId xmlns:a16="http://schemas.microsoft.com/office/drawing/2014/main" id="{2259D6D4-7180-7B02-E82B-A481D3A31E26}"/>
                  </a:ext>
                </a:extLst>
              </p14:cNvPr>
              <p14:cNvContentPartPr/>
              <p14:nvPr/>
            </p14:nvContentPartPr>
            <p14:xfrm>
              <a:off x="5376022" y="3054263"/>
              <a:ext cx="215640" cy="187560"/>
            </p14:xfrm>
          </p:contentPart>
        </mc:Choice>
        <mc:Fallback>
          <p:pic>
            <p:nvPicPr>
              <p:cNvPr id="19475" name="잉크 19474">
                <a:extLst>
                  <a:ext uri="{FF2B5EF4-FFF2-40B4-BE49-F238E27FC236}">
                    <a16:creationId xmlns:a16="http://schemas.microsoft.com/office/drawing/2014/main" id="{2259D6D4-7180-7B02-E82B-A481D3A31E26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5367022" y="3045263"/>
                <a:ext cx="233280" cy="205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9491" name="그룹 19490">
            <a:extLst>
              <a:ext uri="{FF2B5EF4-FFF2-40B4-BE49-F238E27FC236}">
                <a16:creationId xmlns:a16="http://schemas.microsoft.com/office/drawing/2014/main" id="{8D275EBA-C23A-CDB1-BD70-3FAEDD968D4B}"/>
              </a:ext>
            </a:extLst>
          </p:cNvPr>
          <p:cNvGrpSpPr/>
          <p:nvPr/>
        </p:nvGrpSpPr>
        <p:grpSpPr>
          <a:xfrm>
            <a:off x="3053302" y="2749343"/>
            <a:ext cx="924480" cy="1097640"/>
            <a:chOff x="3053302" y="2749343"/>
            <a:chExt cx="924480" cy="1097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19476" name="잉크 19475">
                  <a:extLst>
                    <a:ext uri="{FF2B5EF4-FFF2-40B4-BE49-F238E27FC236}">
                      <a16:creationId xmlns:a16="http://schemas.microsoft.com/office/drawing/2014/main" id="{9B3BBC15-C982-7382-1440-DBD12CED6044}"/>
                    </a:ext>
                  </a:extLst>
                </p14:cNvPr>
                <p14:cNvContentPartPr/>
                <p14:nvPr/>
              </p14:nvContentPartPr>
              <p14:xfrm>
                <a:off x="3722902" y="2749343"/>
                <a:ext cx="254880" cy="1097640"/>
              </p14:xfrm>
            </p:contentPart>
          </mc:Choice>
          <mc:Fallback>
            <p:pic>
              <p:nvPicPr>
                <p:cNvPr id="19476" name="잉크 19475">
                  <a:extLst>
                    <a:ext uri="{FF2B5EF4-FFF2-40B4-BE49-F238E27FC236}">
                      <a16:creationId xmlns:a16="http://schemas.microsoft.com/office/drawing/2014/main" id="{9B3BBC15-C982-7382-1440-DBD12CED6044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3713902" y="2740703"/>
                  <a:ext cx="272520" cy="11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19477" name="잉크 19476">
                  <a:extLst>
                    <a:ext uri="{FF2B5EF4-FFF2-40B4-BE49-F238E27FC236}">
                      <a16:creationId xmlns:a16="http://schemas.microsoft.com/office/drawing/2014/main" id="{0A03E9E4-E66D-11EC-A1F4-C160712D22F0}"/>
                    </a:ext>
                  </a:extLst>
                </p14:cNvPr>
                <p14:cNvContentPartPr/>
                <p14:nvPr/>
              </p14:nvContentPartPr>
              <p14:xfrm>
                <a:off x="3053302" y="3135623"/>
                <a:ext cx="168120" cy="209520"/>
              </p14:xfrm>
            </p:contentPart>
          </mc:Choice>
          <mc:Fallback>
            <p:pic>
              <p:nvPicPr>
                <p:cNvPr id="19477" name="잉크 19476">
                  <a:extLst>
                    <a:ext uri="{FF2B5EF4-FFF2-40B4-BE49-F238E27FC236}">
                      <a16:creationId xmlns:a16="http://schemas.microsoft.com/office/drawing/2014/main" id="{0A03E9E4-E66D-11EC-A1F4-C160712D22F0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3044662" y="3126983"/>
                  <a:ext cx="18576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19478" name="잉크 19477">
                  <a:extLst>
                    <a:ext uri="{FF2B5EF4-FFF2-40B4-BE49-F238E27FC236}">
                      <a16:creationId xmlns:a16="http://schemas.microsoft.com/office/drawing/2014/main" id="{3F4C3BD8-E84F-6A68-2398-6EF1A6B28CD7}"/>
                    </a:ext>
                  </a:extLst>
                </p14:cNvPr>
                <p14:cNvContentPartPr/>
                <p14:nvPr/>
              </p14:nvContentPartPr>
              <p14:xfrm>
                <a:off x="3201982" y="3093503"/>
                <a:ext cx="71640" cy="241920"/>
              </p14:xfrm>
            </p:contentPart>
          </mc:Choice>
          <mc:Fallback>
            <p:pic>
              <p:nvPicPr>
                <p:cNvPr id="19478" name="잉크 19477">
                  <a:extLst>
                    <a:ext uri="{FF2B5EF4-FFF2-40B4-BE49-F238E27FC236}">
                      <a16:creationId xmlns:a16="http://schemas.microsoft.com/office/drawing/2014/main" id="{3F4C3BD8-E84F-6A68-2398-6EF1A6B28CD7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3192982" y="3084503"/>
                  <a:ext cx="8928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19479" name="잉크 19478">
                  <a:extLst>
                    <a:ext uri="{FF2B5EF4-FFF2-40B4-BE49-F238E27FC236}">
                      <a16:creationId xmlns:a16="http://schemas.microsoft.com/office/drawing/2014/main" id="{F6CA2A73-83C4-3FD8-8E43-13218171297F}"/>
                    </a:ext>
                  </a:extLst>
                </p14:cNvPr>
                <p14:cNvContentPartPr/>
                <p14:nvPr/>
              </p14:nvContentPartPr>
              <p14:xfrm>
                <a:off x="3182182" y="3016823"/>
                <a:ext cx="298080" cy="261360"/>
              </p14:xfrm>
            </p:contentPart>
          </mc:Choice>
          <mc:Fallback>
            <p:pic>
              <p:nvPicPr>
                <p:cNvPr id="19479" name="잉크 19478">
                  <a:extLst>
                    <a:ext uri="{FF2B5EF4-FFF2-40B4-BE49-F238E27FC236}">
                      <a16:creationId xmlns:a16="http://schemas.microsoft.com/office/drawing/2014/main" id="{F6CA2A73-83C4-3FD8-8E43-13218171297F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3173182" y="3007823"/>
                  <a:ext cx="31572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19481" name="잉크 19480">
                  <a:extLst>
                    <a:ext uri="{FF2B5EF4-FFF2-40B4-BE49-F238E27FC236}">
                      <a16:creationId xmlns:a16="http://schemas.microsoft.com/office/drawing/2014/main" id="{6290E20A-375F-34B2-A899-43CC14FC891A}"/>
                    </a:ext>
                  </a:extLst>
                </p14:cNvPr>
                <p14:cNvContentPartPr/>
                <p14:nvPr/>
              </p14:nvContentPartPr>
              <p14:xfrm>
                <a:off x="3261742" y="3527303"/>
                <a:ext cx="93600" cy="115920"/>
              </p14:xfrm>
            </p:contentPart>
          </mc:Choice>
          <mc:Fallback>
            <p:pic>
              <p:nvPicPr>
                <p:cNvPr id="19481" name="잉크 19480">
                  <a:extLst>
                    <a:ext uri="{FF2B5EF4-FFF2-40B4-BE49-F238E27FC236}">
                      <a16:creationId xmlns:a16="http://schemas.microsoft.com/office/drawing/2014/main" id="{6290E20A-375F-34B2-A899-43CC14FC891A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3253102" y="3518303"/>
                  <a:ext cx="11124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19482" name="잉크 19481">
                  <a:extLst>
                    <a:ext uri="{FF2B5EF4-FFF2-40B4-BE49-F238E27FC236}">
                      <a16:creationId xmlns:a16="http://schemas.microsoft.com/office/drawing/2014/main" id="{13671520-6ABB-B9CD-E1BE-25742B2E1022}"/>
                    </a:ext>
                  </a:extLst>
                </p14:cNvPr>
                <p14:cNvContentPartPr/>
                <p14:nvPr/>
              </p14:nvContentPartPr>
              <p14:xfrm>
                <a:off x="3322582" y="3581303"/>
                <a:ext cx="103320" cy="114840"/>
              </p14:xfrm>
            </p:contentPart>
          </mc:Choice>
          <mc:Fallback>
            <p:pic>
              <p:nvPicPr>
                <p:cNvPr id="19482" name="잉크 19481">
                  <a:extLst>
                    <a:ext uri="{FF2B5EF4-FFF2-40B4-BE49-F238E27FC236}">
                      <a16:creationId xmlns:a16="http://schemas.microsoft.com/office/drawing/2014/main" id="{13671520-6ABB-B9CD-E1BE-25742B2E1022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3313942" y="3572663"/>
                  <a:ext cx="12096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19483" name="잉크 19482">
                  <a:extLst>
                    <a:ext uri="{FF2B5EF4-FFF2-40B4-BE49-F238E27FC236}">
                      <a16:creationId xmlns:a16="http://schemas.microsoft.com/office/drawing/2014/main" id="{544F5F58-4E12-E172-EC61-0653716E737F}"/>
                    </a:ext>
                  </a:extLst>
                </p14:cNvPr>
                <p14:cNvContentPartPr/>
                <p14:nvPr/>
              </p14:nvContentPartPr>
              <p14:xfrm>
                <a:off x="3388102" y="3374303"/>
                <a:ext cx="201960" cy="176760"/>
              </p14:xfrm>
            </p:contentPart>
          </mc:Choice>
          <mc:Fallback>
            <p:pic>
              <p:nvPicPr>
                <p:cNvPr id="19483" name="잉크 19482">
                  <a:extLst>
                    <a:ext uri="{FF2B5EF4-FFF2-40B4-BE49-F238E27FC236}">
                      <a16:creationId xmlns:a16="http://schemas.microsoft.com/office/drawing/2014/main" id="{544F5F58-4E12-E172-EC61-0653716E737F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3379462" y="3365663"/>
                  <a:ext cx="21960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19486" name="잉크 19485">
                  <a:extLst>
                    <a:ext uri="{FF2B5EF4-FFF2-40B4-BE49-F238E27FC236}">
                      <a16:creationId xmlns:a16="http://schemas.microsoft.com/office/drawing/2014/main" id="{0B124197-1BE3-BE20-664E-7F0BF9B6570D}"/>
                    </a:ext>
                  </a:extLst>
                </p14:cNvPr>
                <p14:cNvContentPartPr/>
                <p14:nvPr/>
              </p14:nvContentPartPr>
              <p14:xfrm>
                <a:off x="3647662" y="3450623"/>
                <a:ext cx="12960" cy="25200"/>
              </p14:xfrm>
            </p:contentPart>
          </mc:Choice>
          <mc:Fallback>
            <p:pic>
              <p:nvPicPr>
                <p:cNvPr id="19486" name="잉크 19485">
                  <a:extLst>
                    <a:ext uri="{FF2B5EF4-FFF2-40B4-BE49-F238E27FC236}">
                      <a16:creationId xmlns:a16="http://schemas.microsoft.com/office/drawing/2014/main" id="{0B124197-1BE3-BE20-664E-7F0BF9B6570D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3639022" y="3441983"/>
                  <a:ext cx="3060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19487" name="잉크 19486">
                  <a:extLst>
                    <a:ext uri="{FF2B5EF4-FFF2-40B4-BE49-F238E27FC236}">
                      <a16:creationId xmlns:a16="http://schemas.microsoft.com/office/drawing/2014/main" id="{672DA982-21FC-981C-3936-C9FECAE2B905}"/>
                    </a:ext>
                  </a:extLst>
                </p14:cNvPr>
                <p14:cNvContentPartPr/>
                <p14:nvPr/>
              </p14:nvContentPartPr>
              <p14:xfrm>
                <a:off x="3678262" y="3353063"/>
                <a:ext cx="50760" cy="80280"/>
              </p14:xfrm>
            </p:contentPart>
          </mc:Choice>
          <mc:Fallback>
            <p:pic>
              <p:nvPicPr>
                <p:cNvPr id="19487" name="잉크 19486">
                  <a:extLst>
                    <a:ext uri="{FF2B5EF4-FFF2-40B4-BE49-F238E27FC236}">
                      <a16:creationId xmlns:a16="http://schemas.microsoft.com/office/drawing/2014/main" id="{672DA982-21FC-981C-3936-C9FECAE2B905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3669262" y="3344423"/>
                  <a:ext cx="6840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19489" name="잉크 19488">
                  <a:extLst>
                    <a:ext uri="{FF2B5EF4-FFF2-40B4-BE49-F238E27FC236}">
                      <a16:creationId xmlns:a16="http://schemas.microsoft.com/office/drawing/2014/main" id="{8893666A-3718-8498-87F1-8F406314A4DA}"/>
                    </a:ext>
                  </a:extLst>
                </p14:cNvPr>
                <p14:cNvContentPartPr/>
                <p14:nvPr/>
              </p14:nvContentPartPr>
              <p14:xfrm>
                <a:off x="3184342" y="3465743"/>
                <a:ext cx="96480" cy="89280"/>
              </p14:xfrm>
            </p:contentPart>
          </mc:Choice>
          <mc:Fallback>
            <p:pic>
              <p:nvPicPr>
                <p:cNvPr id="19489" name="잉크 19488">
                  <a:extLst>
                    <a:ext uri="{FF2B5EF4-FFF2-40B4-BE49-F238E27FC236}">
                      <a16:creationId xmlns:a16="http://schemas.microsoft.com/office/drawing/2014/main" id="{8893666A-3718-8498-87F1-8F406314A4DA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3175342" y="3457103"/>
                  <a:ext cx="11412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19490" name="잉크 19489">
                  <a:extLst>
                    <a:ext uri="{FF2B5EF4-FFF2-40B4-BE49-F238E27FC236}">
                      <a16:creationId xmlns:a16="http://schemas.microsoft.com/office/drawing/2014/main" id="{11D8974D-6144-36D7-E069-C0B070C74C7B}"/>
                    </a:ext>
                  </a:extLst>
                </p14:cNvPr>
                <p14:cNvContentPartPr/>
                <p14:nvPr/>
              </p14:nvContentPartPr>
              <p14:xfrm>
                <a:off x="3258502" y="3515063"/>
                <a:ext cx="57600" cy="89640"/>
              </p14:xfrm>
            </p:contentPart>
          </mc:Choice>
          <mc:Fallback>
            <p:pic>
              <p:nvPicPr>
                <p:cNvPr id="19490" name="잉크 19489">
                  <a:extLst>
                    <a:ext uri="{FF2B5EF4-FFF2-40B4-BE49-F238E27FC236}">
                      <a16:creationId xmlns:a16="http://schemas.microsoft.com/office/drawing/2014/main" id="{11D8974D-6144-36D7-E069-C0B070C74C7B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3249502" y="3506063"/>
                  <a:ext cx="75240" cy="107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528" name="그룹 19527">
            <a:extLst>
              <a:ext uri="{FF2B5EF4-FFF2-40B4-BE49-F238E27FC236}">
                <a16:creationId xmlns:a16="http://schemas.microsoft.com/office/drawing/2014/main" id="{87636BC2-B881-C081-AFE4-FA0C1E97D5BD}"/>
              </a:ext>
            </a:extLst>
          </p:cNvPr>
          <p:cNvGrpSpPr/>
          <p:nvPr/>
        </p:nvGrpSpPr>
        <p:grpSpPr>
          <a:xfrm>
            <a:off x="320902" y="2879914"/>
            <a:ext cx="503280" cy="369000"/>
            <a:chOff x="320902" y="2879914"/>
            <a:chExt cx="503280" cy="369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19513" name="잉크 19512">
                  <a:extLst>
                    <a:ext uri="{FF2B5EF4-FFF2-40B4-BE49-F238E27FC236}">
                      <a16:creationId xmlns:a16="http://schemas.microsoft.com/office/drawing/2014/main" id="{B72CBE1C-C461-766D-48A2-920EF24760FD}"/>
                    </a:ext>
                  </a:extLst>
                </p14:cNvPr>
                <p14:cNvContentPartPr/>
                <p14:nvPr/>
              </p14:nvContentPartPr>
              <p14:xfrm>
                <a:off x="320902" y="2931394"/>
                <a:ext cx="33480" cy="135720"/>
              </p14:xfrm>
            </p:contentPart>
          </mc:Choice>
          <mc:Fallback>
            <p:pic>
              <p:nvPicPr>
                <p:cNvPr id="19513" name="잉크 19512">
                  <a:extLst>
                    <a:ext uri="{FF2B5EF4-FFF2-40B4-BE49-F238E27FC236}">
                      <a16:creationId xmlns:a16="http://schemas.microsoft.com/office/drawing/2014/main" id="{B72CBE1C-C461-766D-48A2-920EF24760FD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312262" y="2922754"/>
                  <a:ext cx="5112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19514" name="잉크 19513">
                  <a:extLst>
                    <a:ext uri="{FF2B5EF4-FFF2-40B4-BE49-F238E27FC236}">
                      <a16:creationId xmlns:a16="http://schemas.microsoft.com/office/drawing/2014/main" id="{D9B32136-AA1C-A992-8691-C48275BE3152}"/>
                    </a:ext>
                  </a:extLst>
                </p14:cNvPr>
                <p14:cNvContentPartPr/>
                <p14:nvPr/>
              </p14:nvContentPartPr>
              <p14:xfrm>
                <a:off x="327382" y="2879914"/>
                <a:ext cx="120600" cy="95040"/>
              </p14:xfrm>
            </p:contentPart>
          </mc:Choice>
          <mc:Fallback>
            <p:pic>
              <p:nvPicPr>
                <p:cNvPr id="19514" name="잉크 19513">
                  <a:extLst>
                    <a:ext uri="{FF2B5EF4-FFF2-40B4-BE49-F238E27FC236}">
                      <a16:creationId xmlns:a16="http://schemas.microsoft.com/office/drawing/2014/main" id="{D9B32136-AA1C-A992-8691-C48275BE3152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318382" y="2871274"/>
                  <a:ext cx="13824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19515" name="잉크 19514">
                  <a:extLst>
                    <a:ext uri="{FF2B5EF4-FFF2-40B4-BE49-F238E27FC236}">
                      <a16:creationId xmlns:a16="http://schemas.microsoft.com/office/drawing/2014/main" id="{FA69B6C9-4685-D2AB-B6C9-64B6A1BED6EE}"/>
                    </a:ext>
                  </a:extLst>
                </p14:cNvPr>
                <p14:cNvContentPartPr/>
                <p14:nvPr/>
              </p14:nvContentPartPr>
              <p14:xfrm>
                <a:off x="358342" y="2970274"/>
                <a:ext cx="91800" cy="88560"/>
              </p14:xfrm>
            </p:contentPart>
          </mc:Choice>
          <mc:Fallback>
            <p:pic>
              <p:nvPicPr>
                <p:cNvPr id="19515" name="잉크 19514">
                  <a:extLst>
                    <a:ext uri="{FF2B5EF4-FFF2-40B4-BE49-F238E27FC236}">
                      <a16:creationId xmlns:a16="http://schemas.microsoft.com/office/drawing/2014/main" id="{FA69B6C9-4685-D2AB-B6C9-64B6A1BED6EE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349702" y="2961634"/>
                  <a:ext cx="10944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19516" name="잉크 19515">
                  <a:extLst>
                    <a:ext uri="{FF2B5EF4-FFF2-40B4-BE49-F238E27FC236}">
                      <a16:creationId xmlns:a16="http://schemas.microsoft.com/office/drawing/2014/main" id="{6630BFC6-3E31-03DB-65C1-C2624CD82786}"/>
                    </a:ext>
                  </a:extLst>
                </p14:cNvPr>
                <p14:cNvContentPartPr/>
                <p14:nvPr/>
              </p14:nvContentPartPr>
              <p14:xfrm>
                <a:off x="380302" y="3055594"/>
                <a:ext cx="177480" cy="193320"/>
              </p14:xfrm>
            </p:contentPart>
          </mc:Choice>
          <mc:Fallback>
            <p:pic>
              <p:nvPicPr>
                <p:cNvPr id="19516" name="잉크 19515">
                  <a:extLst>
                    <a:ext uri="{FF2B5EF4-FFF2-40B4-BE49-F238E27FC236}">
                      <a16:creationId xmlns:a16="http://schemas.microsoft.com/office/drawing/2014/main" id="{6630BFC6-3E31-03DB-65C1-C2624CD82786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371662" y="3046954"/>
                  <a:ext cx="19512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19517" name="잉크 19516">
                  <a:extLst>
                    <a:ext uri="{FF2B5EF4-FFF2-40B4-BE49-F238E27FC236}">
                      <a16:creationId xmlns:a16="http://schemas.microsoft.com/office/drawing/2014/main" id="{896DC10B-9F0E-10C0-5533-98D942343202}"/>
                    </a:ext>
                  </a:extLst>
                </p14:cNvPr>
                <p14:cNvContentPartPr/>
                <p14:nvPr/>
              </p14:nvContentPartPr>
              <p14:xfrm>
                <a:off x="530782" y="2923474"/>
                <a:ext cx="122040" cy="153000"/>
              </p14:xfrm>
            </p:contentPart>
          </mc:Choice>
          <mc:Fallback>
            <p:pic>
              <p:nvPicPr>
                <p:cNvPr id="19517" name="잉크 19516">
                  <a:extLst>
                    <a:ext uri="{FF2B5EF4-FFF2-40B4-BE49-F238E27FC236}">
                      <a16:creationId xmlns:a16="http://schemas.microsoft.com/office/drawing/2014/main" id="{896DC10B-9F0E-10C0-5533-98D942343202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521782" y="2914474"/>
                  <a:ext cx="13968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19518" name="잉크 19517">
                  <a:extLst>
                    <a:ext uri="{FF2B5EF4-FFF2-40B4-BE49-F238E27FC236}">
                      <a16:creationId xmlns:a16="http://schemas.microsoft.com/office/drawing/2014/main" id="{E641FC25-1F5A-35FE-C5B4-4F81133F4750}"/>
                    </a:ext>
                  </a:extLst>
                </p14:cNvPr>
                <p14:cNvContentPartPr/>
                <p14:nvPr/>
              </p14:nvContentPartPr>
              <p14:xfrm>
                <a:off x="572182" y="2926714"/>
                <a:ext cx="154800" cy="162360"/>
              </p14:xfrm>
            </p:contentPart>
          </mc:Choice>
          <mc:Fallback>
            <p:pic>
              <p:nvPicPr>
                <p:cNvPr id="19518" name="잉크 19517">
                  <a:extLst>
                    <a:ext uri="{FF2B5EF4-FFF2-40B4-BE49-F238E27FC236}">
                      <a16:creationId xmlns:a16="http://schemas.microsoft.com/office/drawing/2014/main" id="{E641FC25-1F5A-35FE-C5B4-4F81133F4750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563182" y="2917714"/>
                  <a:ext cx="17244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19519" name="잉크 19518">
                  <a:extLst>
                    <a:ext uri="{FF2B5EF4-FFF2-40B4-BE49-F238E27FC236}">
                      <a16:creationId xmlns:a16="http://schemas.microsoft.com/office/drawing/2014/main" id="{F6FC9A17-9857-6C18-BEEB-53F6E55BCFC9}"/>
                    </a:ext>
                  </a:extLst>
                </p14:cNvPr>
                <p14:cNvContentPartPr/>
                <p14:nvPr/>
              </p14:nvContentPartPr>
              <p14:xfrm>
                <a:off x="703942" y="2893594"/>
                <a:ext cx="80640" cy="137160"/>
              </p14:xfrm>
            </p:contentPart>
          </mc:Choice>
          <mc:Fallback>
            <p:pic>
              <p:nvPicPr>
                <p:cNvPr id="19519" name="잉크 19518">
                  <a:extLst>
                    <a:ext uri="{FF2B5EF4-FFF2-40B4-BE49-F238E27FC236}">
                      <a16:creationId xmlns:a16="http://schemas.microsoft.com/office/drawing/2014/main" id="{F6FC9A17-9857-6C18-BEEB-53F6E55BCFC9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695302" y="2884594"/>
                  <a:ext cx="9828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19520" name="잉크 19519">
                  <a:extLst>
                    <a:ext uri="{FF2B5EF4-FFF2-40B4-BE49-F238E27FC236}">
                      <a16:creationId xmlns:a16="http://schemas.microsoft.com/office/drawing/2014/main" id="{2C48E78B-C2B1-A408-56E1-9CEC56C65215}"/>
                    </a:ext>
                  </a:extLst>
                </p14:cNvPr>
                <p14:cNvContentPartPr/>
                <p14:nvPr/>
              </p14:nvContentPartPr>
              <p14:xfrm>
                <a:off x="712582" y="3066754"/>
                <a:ext cx="111600" cy="108360"/>
              </p14:xfrm>
            </p:contentPart>
          </mc:Choice>
          <mc:Fallback>
            <p:pic>
              <p:nvPicPr>
                <p:cNvPr id="19520" name="잉크 19519">
                  <a:extLst>
                    <a:ext uri="{FF2B5EF4-FFF2-40B4-BE49-F238E27FC236}">
                      <a16:creationId xmlns:a16="http://schemas.microsoft.com/office/drawing/2014/main" id="{2C48E78B-C2B1-A408-56E1-9CEC56C65215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703942" y="3057754"/>
                  <a:ext cx="129240" cy="12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527" name="그룹 19526">
            <a:extLst>
              <a:ext uri="{FF2B5EF4-FFF2-40B4-BE49-F238E27FC236}">
                <a16:creationId xmlns:a16="http://schemas.microsoft.com/office/drawing/2014/main" id="{6437180F-A038-1E23-A98C-7371F641B9BA}"/>
              </a:ext>
            </a:extLst>
          </p:cNvPr>
          <p:cNvGrpSpPr/>
          <p:nvPr/>
        </p:nvGrpSpPr>
        <p:grpSpPr>
          <a:xfrm>
            <a:off x="422422" y="3408034"/>
            <a:ext cx="554040" cy="416520"/>
            <a:chOff x="422422" y="3408034"/>
            <a:chExt cx="554040" cy="416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19521" name="잉크 19520">
                  <a:extLst>
                    <a:ext uri="{FF2B5EF4-FFF2-40B4-BE49-F238E27FC236}">
                      <a16:creationId xmlns:a16="http://schemas.microsoft.com/office/drawing/2014/main" id="{9AE0DC52-DEC8-D967-3EC3-2FC51C4A6DF3}"/>
                    </a:ext>
                  </a:extLst>
                </p14:cNvPr>
                <p14:cNvContentPartPr/>
                <p14:nvPr/>
              </p14:nvContentPartPr>
              <p14:xfrm>
                <a:off x="422422" y="3480394"/>
                <a:ext cx="164160" cy="158400"/>
              </p14:xfrm>
            </p:contentPart>
          </mc:Choice>
          <mc:Fallback>
            <p:pic>
              <p:nvPicPr>
                <p:cNvPr id="19521" name="잉크 19520">
                  <a:extLst>
                    <a:ext uri="{FF2B5EF4-FFF2-40B4-BE49-F238E27FC236}">
                      <a16:creationId xmlns:a16="http://schemas.microsoft.com/office/drawing/2014/main" id="{9AE0DC52-DEC8-D967-3EC3-2FC51C4A6DF3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413422" y="3471754"/>
                  <a:ext cx="18180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19522" name="잉크 19521">
                  <a:extLst>
                    <a:ext uri="{FF2B5EF4-FFF2-40B4-BE49-F238E27FC236}">
                      <a16:creationId xmlns:a16="http://schemas.microsoft.com/office/drawing/2014/main" id="{B35C40B1-5D5E-E007-904A-C89587278427}"/>
                    </a:ext>
                  </a:extLst>
                </p14:cNvPr>
                <p14:cNvContentPartPr/>
                <p14:nvPr/>
              </p14:nvContentPartPr>
              <p14:xfrm>
                <a:off x="476062" y="3651394"/>
                <a:ext cx="147600" cy="173160"/>
              </p14:xfrm>
            </p:contentPart>
          </mc:Choice>
          <mc:Fallback>
            <p:pic>
              <p:nvPicPr>
                <p:cNvPr id="19522" name="잉크 19521">
                  <a:extLst>
                    <a:ext uri="{FF2B5EF4-FFF2-40B4-BE49-F238E27FC236}">
                      <a16:creationId xmlns:a16="http://schemas.microsoft.com/office/drawing/2014/main" id="{B35C40B1-5D5E-E007-904A-C89587278427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467062" y="3642394"/>
                  <a:ext cx="16524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19523" name="잉크 19522">
                  <a:extLst>
                    <a:ext uri="{FF2B5EF4-FFF2-40B4-BE49-F238E27FC236}">
                      <a16:creationId xmlns:a16="http://schemas.microsoft.com/office/drawing/2014/main" id="{8A479CE2-37E4-C1CB-42D3-AEB795E2592E}"/>
                    </a:ext>
                  </a:extLst>
                </p14:cNvPr>
                <p14:cNvContentPartPr/>
                <p14:nvPr/>
              </p14:nvContentPartPr>
              <p14:xfrm>
                <a:off x="665422" y="3408034"/>
                <a:ext cx="11160" cy="130320"/>
              </p14:xfrm>
            </p:contentPart>
          </mc:Choice>
          <mc:Fallback>
            <p:pic>
              <p:nvPicPr>
                <p:cNvPr id="19523" name="잉크 19522">
                  <a:extLst>
                    <a:ext uri="{FF2B5EF4-FFF2-40B4-BE49-F238E27FC236}">
                      <a16:creationId xmlns:a16="http://schemas.microsoft.com/office/drawing/2014/main" id="{8A479CE2-37E4-C1CB-42D3-AEB795E2592E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656782" y="3399034"/>
                  <a:ext cx="2880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19524" name="잉크 19523">
                  <a:extLst>
                    <a:ext uri="{FF2B5EF4-FFF2-40B4-BE49-F238E27FC236}">
                      <a16:creationId xmlns:a16="http://schemas.microsoft.com/office/drawing/2014/main" id="{EE5278D5-F8DD-FF6A-C83B-61831D497F23}"/>
                    </a:ext>
                  </a:extLst>
                </p14:cNvPr>
                <p14:cNvContentPartPr/>
                <p14:nvPr/>
              </p14:nvContentPartPr>
              <p14:xfrm>
                <a:off x="629782" y="3502354"/>
                <a:ext cx="195120" cy="285120"/>
              </p14:xfrm>
            </p:contentPart>
          </mc:Choice>
          <mc:Fallback>
            <p:pic>
              <p:nvPicPr>
                <p:cNvPr id="19524" name="잉크 19523">
                  <a:extLst>
                    <a:ext uri="{FF2B5EF4-FFF2-40B4-BE49-F238E27FC236}">
                      <a16:creationId xmlns:a16="http://schemas.microsoft.com/office/drawing/2014/main" id="{EE5278D5-F8DD-FF6A-C83B-61831D497F23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621142" y="3493354"/>
                  <a:ext cx="212760" cy="30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19525" name="잉크 19524">
                  <a:extLst>
                    <a:ext uri="{FF2B5EF4-FFF2-40B4-BE49-F238E27FC236}">
                      <a16:creationId xmlns:a16="http://schemas.microsoft.com/office/drawing/2014/main" id="{C8CE331C-A118-2299-304F-CC9D5AF33564}"/>
                    </a:ext>
                  </a:extLst>
                </p14:cNvPr>
                <p14:cNvContentPartPr/>
                <p14:nvPr/>
              </p14:nvContentPartPr>
              <p14:xfrm>
                <a:off x="832462" y="3540154"/>
                <a:ext cx="61920" cy="134640"/>
              </p14:xfrm>
            </p:contentPart>
          </mc:Choice>
          <mc:Fallback>
            <p:pic>
              <p:nvPicPr>
                <p:cNvPr id="19525" name="잉크 19524">
                  <a:extLst>
                    <a:ext uri="{FF2B5EF4-FFF2-40B4-BE49-F238E27FC236}">
                      <a16:creationId xmlns:a16="http://schemas.microsoft.com/office/drawing/2014/main" id="{C8CE331C-A118-2299-304F-CC9D5AF33564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823822" y="3531154"/>
                  <a:ext cx="7956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19526" name="잉크 19525">
                  <a:extLst>
                    <a:ext uri="{FF2B5EF4-FFF2-40B4-BE49-F238E27FC236}">
                      <a16:creationId xmlns:a16="http://schemas.microsoft.com/office/drawing/2014/main" id="{A461E491-014F-62BE-4160-987EDBC80DCB}"/>
                    </a:ext>
                  </a:extLst>
                </p14:cNvPr>
                <p14:cNvContentPartPr/>
                <p14:nvPr/>
              </p14:nvContentPartPr>
              <p14:xfrm>
                <a:off x="827422" y="3584434"/>
                <a:ext cx="149040" cy="161640"/>
              </p14:xfrm>
            </p:contentPart>
          </mc:Choice>
          <mc:Fallback>
            <p:pic>
              <p:nvPicPr>
                <p:cNvPr id="19526" name="잉크 19525">
                  <a:extLst>
                    <a:ext uri="{FF2B5EF4-FFF2-40B4-BE49-F238E27FC236}">
                      <a16:creationId xmlns:a16="http://schemas.microsoft.com/office/drawing/2014/main" id="{A461E491-014F-62BE-4160-987EDBC80DCB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818782" y="3575434"/>
                  <a:ext cx="166680" cy="179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9">
            <p14:nvContentPartPr>
              <p14:cNvPr id="19529" name="잉크 19528">
                <a:extLst>
                  <a:ext uri="{FF2B5EF4-FFF2-40B4-BE49-F238E27FC236}">
                    <a16:creationId xmlns:a16="http://schemas.microsoft.com/office/drawing/2014/main" id="{2F7F0457-EE19-5905-6B26-DDCD3647B838}"/>
                  </a:ext>
                </a:extLst>
              </p14:cNvPr>
              <p14:cNvContentPartPr/>
              <p14:nvPr/>
            </p14:nvContentPartPr>
            <p14:xfrm>
              <a:off x="1345462" y="2482114"/>
              <a:ext cx="619200" cy="1602000"/>
            </p14:xfrm>
          </p:contentPart>
        </mc:Choice>
        <mc:Fallback>
          <p:pic>
            <p:nvPicPr>
              <p:cNvPr id="19529" name="잉크 19528">
                <a:extLst>
                  <a:ext uri="{FF2B5EF4-FFF2-40B4-BE49-F238E27FC236}">
                    <a16:creationId xmlns:a16="http://schemas.microsoft.com/office/drawing/2014/main" id="{2F7F0457-EE19-5905-6B26-DDCD3647B838}"/>
                  </a:ext>
                </a:extLst>
              </p:cNvPr>
              <p:cNvPicPr/>
              <p:nvPr/>
            </p:nvPicPr>
            <p:blipFill>
              <a:blip r:embed="rId140"/>
              <a:stretch>
                <a:fillRect/>
              </a:stretch>
            </p:blipFill>
            <p:spPr>
              <a:xfrm>
                <a:off x="1336822" y="2473474"/>
                <a:ext cx="636840" cy="16196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05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2. </a:t>
            </a:r>
            <a:r>
              <a:rPr lang="ko-KR" altLang="en-US"/>
              <a:t>프로세스 스케줄링</a:t>
            </a:r>
          </a:p>
        </p:txBody>
      </p:sp>
      <p:sp>
        <p:nvSpPr>
          <p:cNvPr id="13315" name="Rectangle 2051"/>
          <p:cNvSpPr>
            <a:spLocks noGrp="1" noChangeArrowheads="1"/>
          </p:cNvSpPr>
          <p:nvPr>
            <p:ph type="body" idx="1"/>
          </p:nvPr>
        </p:nvSpPr>
        <p:spPr>
          <a:xfrm>
            <a:off x="214313" y="1643063"/>
            <a:ext cx="8715375" cy="4857750"/>
          </a:xfrm>
        </p:spPr>
        <p:txBody>
          <a:bodyPr/>
          <a:lstStyle/>
          <a:p>
            <a:pPr>
              <a:defRPr/>
            </a:pPr>
            <a:r>
              <a:rPr lang="en-US" altLang="ko-KR" dirty="0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스케줄링 큐</a:t>
            </a:r>
          </a:p>
          <a:p>
            <a:pPr lvl="1">
              <a:defRPr/>
            </a:pPr>
            <a:r>
              <a:rPr lang="ko-KR" altLang="en-US" sz="2000" dirty="0">
                <a:latin typeface="+mn-ea"/>
              </a:rPr>
              <a:t>스케줄링을 위해서 </a:t>
            </a:r>
            <a:r>
              <a:rPr lang="en-US" altLang="ko-KR" sz="2000" dirty="0">
                <a:latin typeface="+mn-ea"/>
              </a:rPr>
              <a:t>PCB</a:t>
            </a:r>
            <a:r>
              <a:rPr lang="ko-KR" altLang="en-US" sz="2000" dirty="0">
                <a:latin typeface="+mn-ea"/>
              </a:rPr>
              <a:t>들이 연결되는 큐가 필요</a:t>
            </a:r>
            <a:endParaRPr lang="en-US" altLang="ko-KR" sz="2000" dirty="0">
              <a:latin typeface="+mn-ea"/>
            </a:endParaRPr>
          </a:p>
          <a:p>
            <a:pPr lvl="1">
              <a:defRPr/>
            </a:pPr>
            <a:endParaRPr lang="ko-KR" altLang="en-US" sz="2000" dirty="0">
              <a:latin typeface="+mn-ea"/>
            </a:endParaRPr>
          </a:p>
          <a:p>
            <a:pPr>
              <a:defRPr/>
            </a:pPr>
            <a:r>
              <a:rPr lang="ko-KR" altLang="en-US" dirty="0">
                <a:latin typeface="+mn-ea"/>
              </a:rPr>
              <a:t> 큐의 종류</a:t>
            </a:r>
          </a:p>
          <a:p>
            <a:pPr lvl="1">
              <a:defRPr/>
            </a:pPr>
            <a:r>
              <a:rPr lang="ko-KR" altLang="en-US" sz="2000" dirty="0">
                <a:latin typeface="+mn-ea"/>
              </a:rPr>
              <a:t>작업 큐</a:t>
            </a:r>
            <a:r>
              <a:rPr lang="en-US" altLang="ko-KR" sz="2000" dirty="0">
                <a:latin typeface="+mn-ea"/>
              </a:rPr>
              <a:t>(job queue): </a:t>
            </a:r>
            <a:r>
              <a:rPr lang="ko-KR" altLang="en-US" sz="2000" dirty="0">
                <a:latin typeface="+mn-ea"/>
              </a:rPr>
              <a:t>프로세스가 시스템에 들어가면 작업 큐에 입력</a:t>
            </a:r>
            <a:endParaRPr lang="en-US" altLang="ko-KR" sz="2000" dirty="0">
              <a:latin typeface="+mn-ea"/>
            </a:endParaRPr>
          </a:p>
          <a:p>
            <a:pPr lvl="1">
              <a:defRPr/>
            </a:pPr>
            <a:r>
              <a:rPr lang="ko-KR" altLang="en-US" sz="2000" dirty="0">
                <a:latin typeface="+mn-ea"/>
              </a:rPr>
              <a:t>준비 큐</a:t>
            </a:r>
            <a:r>
              <a:rPr lang="en-US" altLang="ko-KR" sz="2000" dirty="0">
                <a:latin typeface="+mn-ea"/>
              </a:rPr>
              <a:t>(ready queue): </a:t>
            </a:r>
            <a:r>
              <a:rPr lang="ko-KR" altLang="en-US" sz="2000" dirty="0" err="1">
                <a:latin typeface="+mn-ea"/>
              </a:rPr>
              <a:t>주기억</a:t>
            </a:r>
            <a:r>
              <a:rPr lang="ko-KR" altLang="en-US" sz="2000" dirty="0">
                <a:latin typeface="+mn-ea"/>
              </a:rPr>
              <a:t> 장치에 상주하면서 준비 상태에서 실행을 기다리는 프로세스들로 구성</a:t>
            </a:r>
            <a:endParaRPr lang="ko-KR" altLang="en-US" sz="1800" dirty="0">
              <a:latin typeface="+mn-ea"/>
            </a:endParaRPr>
          </a:p>
          <a:p>
            <a:pPr lvl="1">
              <a:defRPr/>
            </a:pPr>
            <a:r>
              <a:rPr lang="ko-KR" altLang="en-US" sz="2000" dirty="0">
                <a:latin typeface="+mn-ea"/>
              </a:rPr>
              <a:t>장치 큐</a:t>
            </a:r>
            <a:r>
              <a:rPr lang="en-US" altLang="ko-KR" sz="2000" dirty="0">
                <a:latin typeface="+mn-ea"/>
              </a:rPr>
              <a:t>(device queue): </a:t>
            </a:r>
            <a:r>
              <a:rPr lang="ko-KR" altLang="en-US" sz="2000" dirty="0">
                <a:latin typeface="+mn-ea"/>
              </a:rPr>
              <a:t>특정 입출력 장치를 대기하는 프로세스들의 리스트</a:t>
            </a:r>
            <a:endParaRPr lang="en-US" altLang="ko-KR" sz="2000" dirty="0">
              <a:latin typeface="+mn-ea"/>
            </a:endParaRPr>
          </a:p>
          <a:p>
            <a:pPr lvl="1">
              <a:defRPr/>
            </a:pPr>
            <a:endParaRPr lang="ko-KR" altLang="en-US" sz="2000" dirty="0">
              <a:latin typeface="+mn-ea"/>
            </a:endParaRPr>
          </a:p>
          <a:p>
            <a:pPr>
              <a:buFont typeface="Wingdings" panose="05000000000000000000" pitchFamily="2" charset="2"/>
              <a:buNone/>
              <a:defRPr/>
            </a:pPr>
            <a:endParaRPr lang="en-US" altLang="ko-KR" sz="2000" dirty="0">
              <a:latin typeface="+mn-ea"/>
            </a:endParaRPr>
          </a:p>
        </p:txBody>
      </p:sp>
      <p:sp>
        <p:nvSpPr>
          <p:cNvPr id="20484" name="슬라이드 번호 개체 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2F409E6-94EC-4257-B0E4-9F625416A7BB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9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445D96C1-8A0E-B13E-033C-8BF5C80DBC07}"/>
              </a:ext>
            </a:extLst>
          </p:cNvPr>
          <p:cNvGrpSpPr/>
          <p:nvPr/>
        </p:nvGrpSpPr>
        <p:grpSpPr>
          <a:xfrm>
            <a:off x="134782" y="3433561"/>
            <a:ext cx="533160" cy="244080"/>
            <a:chOff x="134782" y="3433561"/>
            <a:chExt cx="533160" cy="244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잉크 1">
                  <a:extLst>
                    <a:ext uri="{FF2B5EF4-FFF2-40B4-BE49-F238E27FC236}">
                      <a16:creationId xmlns:a16="http://schemas.microsoft.com/office/drawing/2014/main" id="{50AF4853-B814-C9B6-ABAC-2219F55FC54B}"/>
                    </a:ext>
                  </a:extLst>
                </p14:cNvPr>
                <p14:cNvContentPartPr/>
                <p14:nvPr/>
              </p14:nvContentPartPr>
              <p14:xfrm>
                <a:off x="135862" y="3437881"/>
                <a:ext cx="80280" cy="105840"/>
              </p14:xfrm>
            </p:contentPart>
          </mc:Choice>
          <mc:Fallback>
            <p:pic>
              <p:nvPicPr>
                <p:cNvPr id="2" name="잉크 1">
                  <a:extLst>
                    <a:ext uri="{FF2B5EF4-FFF2-40B4-BE49-F238E27FC236}">
                      <a16:creationId xmlns:a16="http://schemas.microsoft.com/office/drawing/2014/main" id="{50AF4853-B814-C9B6-ABAC-2219F55FC54B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27222" y="3429241"/>
                  <a:ext cx="9792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잉크 2">
                  <a:extLst>
                    <a:ext uri="{FF2B5EF4-FFF2-40B4-BE49-F238E27FC236}">
                      <a16:creationId xmlns:a16="http://schemas.microsoft.com/office/drawing/2014/main" id="{682D67A2-B75C-0832-B49B-F97A850CFC3F}"/>
                    </a:ext>
                  </a:extLst>
                </p14:cNvPr>
                <p14:cNvContentPartPr/>
                <p14:nvPr/>
              </p14:nvContentPartPr>
              <p14:xfrm>
                <a:off x="134782" y="3548041"/>
                <a:ext cx="90360" cy="95400"/>
              </p14:xfrm>
            </p:contentPart>
          </mc:Choice>
          <mc:Fallback>
            <p:pic>
              <p:nvPicPr>
                <p:cNvPr id="3" name="잉크 2">
                  <a:extLst>
                    <a:ext uri="{FF2B5EF4-FFF2-40B4-BE49-F238E27FC236}">
                      <a16:creationId xmlns:a16="http://schemas.microsoft.com/office/drawing/2014/main" id="{682D67A2-B75C-0832-B49B-F97A850CFC3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26142" y="3539401"/>
                  <a:ext cx="10800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잉크 3">
                  <a:extLst>
                    <a:ext uri="{FF2B5EF4-FFF2-40B4-BE49-F238E27FC236}">
                      <a16:creationId xmlns:a16="http://schemas.microsoft.com/office/drawing/2014/main" id="{67FD103A-97F5-763D-B5B8-F09A39152B1F}"/>
                    </a:ext>
                  </a:extLst>
                </p14:cNvPr>
                <p14:cNvContentPartPr/>
                <p14:nvPr/>
              </p14:nvContentPartPr>
              <p14:xfrm>
                <a:off x="225862" y="3496921"/>
                <a:ext cx="60480" cy="94680"/>
              </p14:xfrm>
            </p:contentPart>
          </mc:Choice>
          <mc:Fallback>
            <p:pic>
              <p:nvPicPr>
                <p:cNvPr id="4" name="잉크 3">
                  <a:extLst>
                    <a:ext uri="{FF2B5EF4-FFF2-40B4-BE49-F238E27FC236}">
                      <a16:creationId xmlns:a16="http://schemas.microsoft.com/office/drawing/2014/main" id="{67FD103A-97F5-763D-B5B8-F09A39152B1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17222" y="3487921"/>
                  <a:ext cx="7812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잉크 4">
                  <a:extLst>
                    <a:ext uri="{FF2B5EF4-FFF2-40B4-BE49-F238E27FC236}">
                      <a16:creationId xmlns:a16="http://schemas.microsoft.com/office/drawing/2014/main" id="{CA25643D-3879-B701-129D-CA13EC23D958}"/>
                    </a:ext>
                  </a:extLst>
                </p14:cNvPr>
                <p14:cNvContentPartPr/>
                <p14:nvPr/>
              </p14:nvContentPartPr>
              <p14:xfrm>
                <a:off x="306862" y="3456601"/>
                <a:ext cx="53280" cy="115560"/>
              </p14:xfrm>
            </p:contentPart>
          </mc:Choice>
          <mc:Fallback>
            <p:pic>
              <p:nvPicPr>
                <p:cNvPr id="5" name="잉크 4">
                  <a:extLst>
                    <a:ext uri="{FF2B5EF4-FFF2-40B4-BE49-F238E27FC236}">
                      <a16:creationId xmlns:a16="http://schemas.microsoft.com/office/drawing/2014/main" id="{CA25643D-3879-B701-129D-CA13EC23D95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98222" y="3447961"/>
                  <a:ext cx="7092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잉크 5">
                  <a:extLst>
                    <a:ext uri="{FF2B5EF4-FFF2-40B4-BE49-F238E27FC236}">
                      <a16:creationId xmlns:a16="http://schemas.microsoft.com/office/drawing/2014/main" id="{E75D28D4-7E21-FDE5-9E95-EF94990ED336}"/>
                    </a:ext>
                  </a:extLst>
                </p14:cNvPr>
                <p14:cNvContentPartPr/>
                <p14:nvPr/>
              </p14:nvContentPartPr>
              <p14:xfrm>
                <a:off x="340702" y="3591961"/>
                <a:ext cx="45360" cy="85680"/>
              </p14:xfrm>
            </p:contentPart>
          </mc:Choice>
          <mc:Fallback>
            <p:pic>
              <p:nvPicPr>
                <p:cNvPr id="6" name="잉크 5">
                  <a:extLst>
                    <a:ext uri="{FF2B5EF4-FFF2-40B4-BE49-F238E27FC236}">
                      <a16:creationId xmlns:a16="http://schemas.microsoft.com/office/drawing/2014/main" id="{E75D28D4-7E21-FDE5-9E95-EF94990ED33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32062" y="3582961"/>
                  <a:ext cx="6300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312B8C6F-CC1D-8DE1-2F44-446ED297DDEC}"/>
                    </a:ext>
                  </a:extLst>
                </p14:cNvPr>
                <p14:cNvContentPartPr/>
                <p14:nvPr/>
              </p14:nvContentPartPr>
              <p14:xfrm>
                <a:off x="386062" y="3464161"/>
                <a:ext cx="105120" cy="134280"/>
              </p14:xfrm>
            </p:contentPart>
          </mc:Choice>
          <mc:Fallback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312B8C6F-CC1D-8DE1-2F44-446ED297DDE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77062" y="3455521"/>
                  <a:ext cx="12276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BE31A9B6-4269-1B42-76A5-4DC1DA066F33}"/>
                    </a:ext>
                  </a:extLst>
                </p14:cNvPr>
                <p14:cNvContentPartPr/>
                <p14:nvPr/>
              </p14:nvContentPartPr>
              <p14:xfrm>
                <a:off x="447262" y="3433561"/>
                <a:ext cx="86040" cy="218520"/>
              </p14:xfrm>
            </p:contentPart>
          </mc:Choice>
          <mc:Fallback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BE31A9B6-4269-1B42-76A5-4DC1DA066F3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38622" y="3424921"/>
                  <a:ext cx="10368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CE3825F5-C253-E37B-DAE7-3ED6D9BD1E0A}"/>
                    </a:ext>
                  </a:extLst>
                </p14:cNvPr>
                <p14:cNvContentPartPr/>
                <p14:nvPr/>
              </p14:nvContentPartPr>
              <p14:xfrm>
                <a:off x="514942" y="3517441"/>
                <a:ext cx="78840" cy="91080"/>
              </p14:xfrm>
            </p:contentPart>
          </mc:Choice>
          <mc:Fallback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CE3825F5-C253-E37B-DAE7-3ED6D9BD1E0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05942" y="3508441"/>
                  <a:ext cx="9648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B33B2670-A74A-5593-872E-558E82906A32}"/>
                    </a:ext>
                  </a:extLst>
                </p14:cNvPr>
                <p14:cNvContentPartPr/>
                <p14:nvPr/>
              </p14:nvContentPartPr>
              <p14:xfrm>
                <a:off x="581542" y="3482881"/>
                <a:ext cx="86400" cy="193320"/>
              </p14:xfrm>
            </p:contentPart>
          </mc:Choice>
          <mc:Fallback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B33B2670-A74A-5593-872E-558E82906A3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72902" y="3473881"/>
                  <a:ext cx="104040" cy="210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90E0EF98-4807-EF5B-7993-934238510CA1}"/>
              </a:ext>
            </a:extLst>
          </p:cNvPr>
          <p:cNvGrpSpPr/>
          <p:nvPr/>
        </p:nvGrpSpPr>
        <p:grpSpPr>
          <a:xfrm>
            <a:off x="126502" y="3910201"/>
            <a:ext cx="705240" cy="570960"/>
            <a:chOff x="126502" y="3910201"/>
            <a:chExt cx="705240" cy="570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A2B83ACD-EC1B-8742-6E69-9E736A897855}"/>
                    </a:ext>
                  </a:extLst>
                </p14:cNvPr>
                <p14:cNvContentPartPr/>
                <p14:nvPr/>
              </p14:nvContentPartPr>
              <p14:xfrm>
                <a:off x="126502" y="3961681"/>
                <a:ext cx="74520" cy="115920"/>
              </p14:xfrm>
            </p:contentPart>
          </mc:Choice>
          <mc:Fallback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A2B83ACD-EC1B-8742-6E69-9E736A897855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17862" y="3953041"/>
                  <a:ext cx="9216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F8912482-13AD-2EC0-EBE5-8802D32C358F}"/>
                    </a:ext>
                  </a:extLst>
                </p14:cNvPr>
                <p14:cNvContentPartPr/>
                <p14:nvPr/>
              </p14:nvContentPartPr>
              <p14:xfrm>
                <a:off x="139462" y="4068241"/>
                <a:ext cx="79560" cy="55080"/>
              </p14:xfrm>
            </p:contentPart>
          </mc:Choice>
          <mc:Fallback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F8912482-13AD-2EC0-EBE5-8802D32C358F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30462" y="4059601"/>
                  <a:ext cx="9720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7BC39B8F-392F-5420-3024-AAE7354F136B}"/>
                    </a:ext>
                  </a:extLst>
                </p14:cNvPr>
                <p14:cNvContentPartPr/>
                <p14:nvPr/>
              </p14:nvContentPartPr>
              <p14:xfrm>
                <a:off x="220822" y="3948721"/>
                <a:ext cx="115920" cy="137160"/>
              </p14:xfrm>
            </p:contentPart>
          </mc:Choice>
          <mc:Fallback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7BC39B8F-392F-5420-3024-AAE7354F136B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11822" y="3940081"/>
                  <a:ext cx="13356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C41DB452-CE61-1C31-C125-08F7DD3AD2CF}"/>
                    </a:ext>
                  </a:extLst>
                </p14:cNvPr>
                <p14:cNvContentPartPr/>
                <p14:nvPr/>
              </p14:nvContentPartPr>
              <p14:xfrm>
                <a:off x="280582" y="4033321"/>
                <a:ext cx="88560" cy="102600"/>
              </p14:xfrm>
            </p:contentPart>
          </mc:Choice>
          <mc:Fallback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C41DB452-CE61-1C31-C125-08F7DD3AD2CF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71582" y="4024681"/>
                  <a:ext cx="10620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3332B567-07D9-F246-A38D-A1D6B8341AB2}"/>
                    </a:ext>
                  </a:extLst>
                </p14:cNvPr>
                <p14:cNvContentPartPr/>
                <p14:nvPr/>
              </p14:nvContentPartPr>
              <p14:xfrm>
                <a:off x="308302" y="3949441"/>
                <a:ext cx="148680" cy="139680"/>
              </p14:xfrm>
            </p:contentPart>
          </mc:Choice>
          <mc:Fallback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3332B567-07D9-F246-A38D-A1D6B8341AB2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99302" y="3940801"/>
                  <a:ext cx="16632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E9DDBC56-54BD-32A3-1B0F-27BA525A8BF8}"/>
                    </a:ext>
                  </a:extLst>
                </p14:cNvPr>
                <p14:cNvContentPartPr/>
                <p14:nvPr/>
              </p14:nvContentPartPr>
              <p14:xfrm>
                <a:off x="431422" y="3924961"/>
                <a:ext cx="163080" cy="129600"/>
              </p14:xfrm>
            </p:contentPart>
          </mc:Choice>
          <mc:Fallback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E9DDBC56-54BD-32A3-1B0F-27BA525A8BF8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22782" y="3916321"/>
                  <a:ext cx="18072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0FFFFA2B-66A0-9310-C079-347ABF9054A0}"/>
                    </a:ext>
                  </a:extLst>
                </p14:cNvPr>
                <p14:cNvContentPartPr/>
                <p14:nvPr/>
              </p14:nvContentPartPr>
              <p14:xfrm>
                <a:off x="435742" y="3910201"/>
                <a:ext cx="89280" cy="236160"/>
              </p14:xfrm>
            </p:contentPart>
          </mc:Choice>
          <mc:Fallback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0FFFFA2B-66A0-9310-C079-347ABF9054A0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27102" y="3901201"/>
                  <a:ext cx="10692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9" name="잉크 18">
                  <a:extLst>
                    <a:ext uri="{FF2B5EF4-FFF2-40B4-BE49-F238E27FC236}">
                      <a16:creationId xmlns:a16="http://schemas.microsoft.com/office/drawing/2014/main" id="{49283CAD-4AC2-62B0-F531-1D5B57EEF0E7}"/>
                    </a:ext>
                  </a:extLst>
                </p14:cNvPr>
                <p14:cNvContentPartPr/>
                <p14:nvPr/>
              </p14:nvContentPartPr>
              <p14:xfrm>
                <a:off x="199582" y="4287121"/>
                <a:ext cx="73440" cy="120240"/>
              </p14:xfrm>
            </p:contentPart>
          </mc:Choice>
          <mc:Fallback>
            <p:pic>
              <p:nvPicPr>
                <p:cNvPr id="19" name="잉크 18">
                  <a:extLst>
                    <a:ext uri="{FF2B5EF4-FFF2-40B4-BE49-F238E27FC236}">
                      <a16:creationId xmlns:a16="http://schemas.microsoft.com/office/drawing/2014/main" id="{49283CAD-4AC2-62B0-F531-1D5B57EEF0E7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90582" y="4278121"/>
                  <a:ext cx="9108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0" name="잉크 19">
                  <a:extLst>
                    <a:ext uri="{FF2B5EF4-FFF2-40B4-BE49-F238E27FC236}">
                      <a16:creationId xmlns:a16="http://schemas.microsoft.com/office/drawing/2014/main" id="{4C432F54-098D-733A-1CB7-B3BF2EE85925}"/>
                    </a:ext>
                  </a:extLst>
                </p14:cNvPr>
                <p14:cNvContentPartPr/>
                <p14:nvPr/>
              </p14:nvContentPartPr>
              <p14:xfrm>
                <a:off x="252502" y="4351921"/>
                <a:ext cx="86040" cy="129240"/>
              </p14:xfrm>
            </p:contentPart>
          </mc:Choice>
          <mc:Fallback>
            <p:pic>
              <p:nvPicPr>
                <p:cNvPr id="20" name="잉크 19">
                  <a:extLst>
                    <a:ext uri="{FF2B5EF4-FFF2-40B4-BE49-F238E27FC236}">
                      <a16:creationId xmlns:a16="http://schemas.microsoft.com/office/drawing/2014/main" id="{4C432F54-098D-733A-1CB7-B3BF2EE85925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43502" y="4342921"/>
                  <a:ext cx="10368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1" name="잉크 20">
                  <a:extLst>
                    <a:ext uri="{FF2B5EF4-FFF2-40B4-BE49-F238E27FC236}">
                      <a16:creationId xmlns:a16="http://schemas.microsoft.com/office/drawing/2014/main" id="{D81958DA-DC10-D7F1-9F2C-D09C74C5CD25}"/>
                    </a:ext>
                  </a:extLst>
                </p14:cNvPr>
                <p14:cNvContentPartPr/>
                <p14:nvPr/>
              </p14:nvContentPartPr>
              <p14:xfrm>
                <a:off x="332782" y="4281361"/>
                <a:ext cx="89640" cy="109800"/>
              </p14:xfrm>
            </p:contentPart>
          </mc:Choice>
          <mc:Fallback>
            <p:pic>
              <p:nvPicPr>
                <p:cNvPr id="21" name="잉크 20">
                  <a:extLst>
                    <a:ext uri="{FF2B5EF4-FFF2-40B4-BE49-F238E27FC236}">
                      <a16:creationId xmlns:a16="http://schemas.microsoft.com/office/drawing/2014/main" id="{D81958DA-DC10-D7F1-9F2C-D09C74C5CD25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23782" y="4272361"/>
                  <a:ext cx="10728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2" name="잉크 21">
                  <a:extLst>
                    <a:ext uri="{FF2B5EF4-FFF2-40B4-BE49-F238E27FC236}">
                      <a16:creationId xmlns:a16="http://schemas.microsoft.com/office/drawing/2014/main" id="{595F1C5B-00C6-3689-D082-792F6837F625}"/>
                    </a:ext>
                  </a:extLst>
                </p14:cNvPr>
                <p14:cNvContentPartPr/>
                <p14:nvPr/>
              </p14:nvContentPartPr>
              <p14:xfrm>
                <a:off x="391102" y="4245001"/>
                <a:ext cx="62640" cy="128880"/>
              </p14:xfrm>
            </p:contentPart>
          </mc:Choice>
          <mc:Fallback>
            <p:pic>
              <p:nvPicPr>
                <p:cNvPr id="22" name="잉크 21">
                  <a:extLst>
                    <a:ext uri="{FF2B5EF4-FFF2-40B4-BE49-F238E27FC236}">
                      <a16:creationId xmlns:a16="http://schemas.microsoft.com/office/drawing/2014/main" id="{595F1C5B-00C6-3689-D082-792F6837F625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82102" y="4236361"/>
                  <a:ext cx="8028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3" name="잉크 22">
                  <a:extLst>
                    <a:ext uri="{FF2B5EF4-FFF2-40B4-BE49-F238E27FC236}">
                      <a16:creationId xmlns:a16="http://schemas.microsoft.com/office/drawing/2014/main" id="{6CF227B9-1605-8E11-70CC-84DE670689E4}"/>
                    </a:ext>
                  </a:extLst>
                </p14:cNvPr>
                <p14:cNvContentPartPr/>
                <p14:nvPr/>
              </p14:nvContentPartPr>
              <p14:xfrm>
                <a:off x="469222" y="4172641"/>
                <a:ext cx="116640" cy="139320"/>
              </p14:xfrm>
            </p:contentPart>
          </mc:Choice>
          <mc:Fallback>
            <p:pic>
              <p:nvPicPr>
                <p:cNvPr id="23" name="잉크 22">
                  <a:extLst>
                    <a:ext uri="{FF2B5EF4-FFF2-40B4-BE49-F238E27FC236}">
                      <a16:creationId xmlns:a16="http://schemas.microsoft.com/office/drawing/2014/main" id="{6CF227B9-1605-8E11-70CC-84DE670689E4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60582" y="4164001"/>
                  <a:ext cx="13428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4" name="잉크 23">
                  <a:extLst>
                    <a:ext uri="{FF2B5EF4-FFF2-40B4-BE49-F238E27FC236}">
                      <a16:creationId xmlns:a16="http://schemas.microsoft.com/office/drawing/2014/main" id="{3BED20D6-E64A-3E5F-15D0-B4BC491660D8}"/>
                    </a:ext>
                  </a:extLst>
                </p14:cNvPr>
                <p14:cNvContentPartPr/>
                <p14:nvPr/>
              </p14:nvContentPartPr>
              <p14:xfrm>
                <a:off x="543382" y="4175881"/>
                <a:ext cx="132480" cy="187560"/>
              </p14:xfrm>
            </p:contentPart>
          </mc:Choice>
          <mc:Fallback>
            <p:pic>
              <p:nvPicPr>
                <p:cNvPr id="24" name="잉크 23">
                  <a:extLst>
                    <a:ext uri="{FF2B5EF4-FFF2-40B4-BE49-F238E27FC236}">
                      <a16:creationId xmlns:a16="http://schemas.microsoft.com/office/drawing/2014/main" id="{3BED20D6-E64A-3E5F-15D0-B4BC491660D8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34382" y="4167241"/>
                  <a:ext cx="15012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5" name="잉크 24">
                  <a:extLst>
                    <a:ext uri="{FF2B5EF4-FFF2-40B4-BE49-F238E27FC236}">
                      <a16:creationId xmlns:a16="http://schemas.microsoft.com/office/drawing/2014/main" id="{0EE8D338-1759-616F-293D-6F8C5F4F214D}"/>
                    </a:ext>
                  </a:extLst>
                </p14:cNvPr>
                <p14:cNvContentPartPr/>
                <p14:nvPr/>
              </p14:nvContentPartPr>
              <p14:xfrm>
                <a:off x="637702" y="4151401"/>
                <a:ext cx="90720" cy="92880"/>
              </p14:xfrm>
            </p:contentPart>
          </mc:Choice>
          <mc:Fallback>
            <p:pic>
              <p:nvPicPr>
                <p:cNvPr id="25" name="잉크 24">
                  <a:extLst>
                    <a:ext uri="{FF2B5EF4-FFF2-40B4-BE49-F238E27FC236}">
                      <a16:creationId xmlns:a16="http://schemas.microsoft.com/office/drawing/2014/main" id="{0EE8D338-1759-616F-293D-6F8C5F4F214D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28702" y="4142761"/>
                  <a:ext cx="10836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6" name="잉크 25">
                  <a:extLst>
                    <a:ext uri="{FF2B5EF4-FFF2-40B4-BE49-F238E27FC236}">
                      <a16:creationId xmlns:a16="http://schemas.microsoft.com/office/drawing/2014/main" id="{7EEC97B3-59F4-8655-EA3F-368379533B41}"/>
                    </a:ext>
                  </a:extLst>
                </p14:cNvPr>
                <p14:cNvContentPartPr/>
                <p14:nvPr/>
              </p14:nvContentPartPr>
              <p14:xfrm>
                <a:off x="678022" y="4204681"/>
                <a:ext cx="153720" cy="138240"/>
              </p14:xfrm>
            </p:contentPart>
          </mc:Choice>
          <mc:Fallback>
            <p:pic>
              <p:nvPicPr>
                <p:cNvPr id="26" name="잉크 25">
                  <a:extLst>
                    <a:ext uri="{FF2B5EF4-FFF2-40B4-BE49-F238E27FC236}">
                      <a16:creationId xmlns:a16="http://schemas.microsoft.com/office/drawing/2014/main" id="{7EEC97B3-59F4-8655-EA3F-368379533B41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69382" y="4195681"/>
                  <a:ext cx="171360" cy="155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489" name="그룹 20488">
            <a:extLst>
              <a:ext uri="{FF2B5EF4-FFF2-40B4-BE49-F238E27FC236}">
                <a16:creationId xmlns:a16="http://schemas.microsoft.com/office/drawing/2014/main" id="{A608D904-CC1E-E10D-4614-7E3D6FCFC389}"/>
              </a:ext>
            </a:extLst>
          </p:cNvPr>
          <p:cNvGrpSpPr/>
          <p:nvPr/>
        </p:nvGrpSpPr>
        <p:grpSpPr>
          <a:xfrm>
            <a:off x="114622" y="4639201"/>
            <a:ext cx="657720" cy="268200"/>
            <a:chOff x="114622" y="4639201"/>
            <a:chExt cx="657720" cy="268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8" name="잉크 27">
                  <a:extLst>
                    <a:ext uri="{FF2B5EF4-FFF2-40B4-BE49-F238E27FC236}">
                      <a16:creationId xmlns:a16="http://schemas.microsoft.com/office/drawing/2014/main" id="{B82B9E92-78F5-B1F3-8672-87C3AE6CDA69}"/>
                    </a:ext>
                  </a:extLst>
                </p14:cNvPr>
                <p14:cNvContentPartPr/>
                <p14:nvPr/>
              </p14:nvContentPartPr>
              <p14:xfrm>
                <a:off x="114622" y="4680241"/>
                <a:ext cx="32760" cy="42480"/>
              </p14:xfrm>
            </p:contentPart>
          </mc:Choice>
          <mc:Fallback>
            <p:pic>
              <p:nvPicPr>
                <p:cNvPr id="28" name="잉크 27">
                  <a:extLst>
                    <a:ext uri="{FF2B5EF4-FFF2-40B4-BE49-F238E27FC236}">
                      <a16:creationId xmlns:a16="http://schemas.microsoft.com/office/drawing/2014/main" id="{B82B9E92-78F5-B1F3-8672-87C3AE6CDA6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05622" y="4671601"/>
                  <a:ext cx="5040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29" name="잉크 28">
                  <a:extLst>
                    <a:ext uri="{FF2B5EF4-FFF2-40B4-BE49-F238E27FC236}">
                      <a16:creationId xmlns:a16="http://schemas.microsoft.com/office/drawing/2014/main" id="{76D7C523-DA2F-FD1B-053A-E2A05F854442}"/>
                    </a:ext>
                  </a:extLst>
                </p14:cNvPr>
                <p14:cNvContentPartPr/>
                <p14:nvPr/>
              </p14:nvContentPartPr>
              <p14:xfrm>
                <a:off x="122902" y="4731001"/>
                <a:ext cx="83160" cy="101520"/>
              </p14:xfrm>
            </p:contentPart>
          </mc:Choice>
          <mc:Fallback>
            <p:pic>
              <p:nvPicPr>
                <p:cNvPr id="29" name="잉크 28">
                  <a:extLst>
                    <a:ext uri="{FF2B5EF4-FFF2-40B4-BE49-F238E27FC236}">
                      <a16:creationId xmlns:a16="http://schemas.microsoft.com/office/drawing/2014/main" id="{76D7C523-DA2F-FD1B-053A-E2A05F854442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13902" y="4722001"/>
                  <a:ext cx="10080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0" name="잉크 29">
                  <a:extLst>
                    <a:ext uri="{FF2B5EF4-FFF2-40B4-BE49-F238E27FC236}">
                      <a16:creationId xmlns:a16="http://schemas.microsoft.com/office/drawing/2014/main" id="{DEAAF9D2-9471-DBD3-A1FC-FA54D6CC4818}"/>
                    </a:ext>
                  </a:extLst>
                </p14:cNvPr>
                <p14:cNvContentPartPr/>
                <p14:nvPr/>
              </p14:nvContentPartPr>
              <p14:xfrm>
                <a:off x="184822" y="4783561"/>
                <a:ext cx="91800" cy="123840"/>
              </p14:xfrm>
            </p:contentPart>
          </mc:Choice>
          <mc:Fallback>
            <p:pic>
              <p:nvPicPr>
                <p:cNvPr id="30" name="잉크 29">
                  <a:extLst>
                    <a:ext uri="{FF2B5EF4-FFF2-40B4-BE49-F238E27FC236}">
                      <a16:creationId xmlns:a16="http://schemas.microsoft.com/office/drawing/2014/main" id="{DEAAF9D2-9471-DBD3-A1FC-FA54D6CC4818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76182" y="4774561"/>
                  <a:ext cx="10944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1" name="잉크 30">
                  <a:extLst>
                    <a:ext uri="{FF2B5EF4-FFF2-40B4-BE49-F238E27FC236}">
                      <a16:creationId xmlns:a16="http://schemas.microsoft.com/office/drawing/2014/main" id="{61FE873F-1662-89D1-A386-430D78295C78}"/>
                    </a:ext>
                  </a:extLst>
                </p14:cNvPr>
                <p14:cNvContentPartPr/>
                <p14:nvPr/>
              </p14:nvContentPartPr>
              <p14:xfrm>
                <a:off x="237742" y="4751161"/>
                <a:ext cx="86400" cy="139680"/>
              </p14:xfrm>
            </p:contentPart>
          </mc:Choice>
          <mc:Fallback>
            <p:pic>
              <p:nvPicPr>
                <p:cNvPr id="31" name="잉크 30">
                  <a:extLst>
                    <a:ext uri="{FF2B5EF4-FFF2-40B4-BE49-F238E27FC236}">
                      <a16:creationId xmlns:a16="http://schemas.microsoft.com/office/drawing/2014/main" id="{61FE873F-1662-89D1-A386-430D78295C78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29102" y="4742161"/>
                  <a:ext cx="10404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20480" name="잉크 20479">
                  <a:extLst>
                    <a:ext uri="{FF2B5EF4-FFF2-40B4-BE49-F238E27FC236}">
                      <a16:creationId xmlns:a16="http://schemas.microsoft.com/office/drawing/2014/main" id="{BFF9F289-56EB-D83E-59FD-826D5A6D24BE}"/>
                    </a:ext>
                  </a:extLst>
                </p14:cNvPr>
                <p14:cNvContentPartPr/>
                <p14:nvPr/>
              </p14:nvContentPartPr>
              <p14:xfrm>
                <a:off x="271222" y="4702561"/>
                <a:ext cx="112320" cy="110880"/>
              </p14:xfrm>
            </p:contentPart>
          </mc:Choice>
          <mc:Fallback>
            <p:pic>
              <p:nvPicPr>
                <p:cNvPr id="20480" name="잉크 20479">
                  <a:extLst>
                    <a:ext uri="{FF2B5EF4-FFF2-40B4-BE49-F238E27FC236}">
                      <a16:creationId xmlns:a16="http://schemas.microsoft.com/office/drawing/2014/main" id="{BFF9F289-56EB-D83E-59FD-826D5A6D24BE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62582" y="4693561"/>
                  <a:ext cx="12996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20481" name="잉크 20480">
                  <a:extLst>
                    <a:ext uri="{FF2B5EF4-FFF2-40B4-BE49-F238E27FC236}">
                      <a16:creationId xmlns:a16="http://schemas.microsoft.com/office/drawing/2014/main" id="{3FF5E4BA-B2B8-4CE0-C167-FAE63BB3B4A6}"/>
                    </a:ext>
                  </a:extLst>
                </p14:cNvPr>
                <p14:cNvContentPartPr/>
                <p14:nvPr/>
              </p14:nvContentPartPr>
              <p14:xfrm>
                <a:off x="351502" y="4679881"/>
                <a:ext cx="76680" cy="113040"/>
              </p14:xfrm>
            </p:contentPart>
          </mc:Choice>
          <mc:Fallback>
            <p:pic>
              <p:nvPicPr>
                <p:cNvPr id="20481" name="잉크 20480">
                  <a:extLst>
                    <a:ext uri="{FF2B5EF4-FFF2-40B4-BE49-F238E27FC236}">
                      <a16:creationId xmlns:a16="http://schemas.microsoft.com/office/drawing/2014/main" id="{3FF5E4BA-B2B8-4CE0-C167-FAE63BB3B4A6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42502" y="4670881"/>
                  <a:ext cx="9432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20483" name="잉크 20482">
                  <a:extLst>
                    <a:ext uri="{FF2B5EF4-FFF2-40B4-BE49-F238E27FC236}">
                      <a16:creationId xmlns:a16="http://schemas.microsoft.com/office/drawing/2014/main" id="{F9A88131-8FCA-3F72-50C5-E0C2E10E1CC0}"/>
                    </a:ext>
                  </a:extLst>
                </p14:cNvPr>
                <p14:cNvContentPartPr/>
                <p14:nvPr/>
              </p14:nvContentPartPr>
              <p14:xfrm>
                <a:off x="381022" y="4657201"/>
                <a:ext cx="72720" cy="206280"/>
              </p14:xfrm>
            </p:contentPart>
          </mc:Choice>
          <mc:Fallback>
            <p:pic>
              <p:nvPicPr>
                <p:cNvPr id="20483" name="잉크 20482">
                  <a:extLst>
                    <a:ext uri="{FF2B5EF4-FFF2-40B4-BE49-F238E27FC236}">
                      <a16:creationId xmlns:a16="http://schemas.microsoft.com/office/drawing/2014/main" id="{F9A88131-8FCA-3F72-50C5-E0C2E10E1CC0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72382" y="4648561"/>
                  <a:ext cx="9036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20485" name="잉크 20484">
                  <a:extLst>
                    <a:ext uri="{FF2B5EF4-FFF2-40B4-BE49-F238E27FC236}">
                      <a16:creationId xmlns:a16="http://schemas.microsoft.com/office/drawing/2014/main" id="{213C84C2-A59F-0B03-33B4-36B49B3BE9B9}"/>
                    </a:ext>
                  </a:extLst>
                </p14:cNvPr>
                <p14:cNvContentPartPr/>
                <p14:nvPr/>
              </p14:nvContentPartPr>
              <p14:xfrm>
                <a:off x="423142" y="4639201"/>
                <a:ext cx="90720" cy="108000"/>
              </p14:xfrm>
            </p:contentPart>
          </mc:Choice>
          <mc:Fallback>
            <p:pic>
              <p:nvPicPr>
                <p:cNvPr id="20485" name="잉크 20484">
                  <a:extLst>
                    <a:ext uri="{FF2B5EF4-FFF2-40B4-BE49-F238E27FC236}">
                      <a16:creationId xmlns:a16="http://schemas.microsoft.com/office/drawing/2014/main" id="{213C84C2-A59F-0B03-33B4-36B49B3BE9B9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14502" y="4630561"/>
                  <a:ext cx="10836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20486" name="잉크 20485">
                  <a:extLst>
                    <a:ext uri="{FF2B5EF4-FFF2-40B4-BE49-F238E27FC236}">
                      <a16:creationId xmlns:a16="http://schemas.microsoft.com/office/drawing/2014/main" id="{561615D2-1041-677E-AA51-D0D6BC50499F}"/>
                    </a:ext>
                  </a:extLst>
                </p14:cNvPr>
                <p14:cNvContentPartPr/>
                <p14:nvPr/>
              </p14:nvContentPartPr>
              <p14:xfrm>
                <a:off x="481462" y="4751521"/>
                <a:ext cx="124920" cy="109800"/>
              </p14:xfrm>
            </p:contentPart>
          </mc:Choice>
          <mc:Fallback>
            <p:pic>
              <p:nvPicPr>
                <p:cNvPr id="20486" name="잉크 20485">
                  <a:extLst>
                    <a:ext uri="{FF2B5EF4-FFF2-40B4-BE49-F238E27FC236}">
                      <a16:creationId xmlns:a16="http://schemas.microsoft.com/office/drawing/2014/main" id="{561615D2-1041-677E-AA51-D0D6BC50499F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72462" y="4742521"/>
                  <a:ext cx="14256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20487" name="잉크 20486">
                  <a:extLst>
                    <a:ext uri="{FF2B5EF4-FFF2-40B4-BE49-F238E27FC236}">
                      <a16:creationId xmlns:a16="http://schemas.microsoft.com/office/drawing/2014/main" id="{72B24288-AB30-4855-97F5-19FAEDDE1511}"/>
                    </a:ext>
                  </a:extLst>
                </p14:cNvPr>
                <p14:cNvContentPartPr/>
                <p14:nvPr/>
              </p14:nvContentPartPr>
              <p14:xfrm>
                <a:off x="551662" y="4646761"/>
                <a:ext cx="97200" cy="83880"/>
              </p14:xfrm>
            </p:contentPart>
          </mc:Choice>
          <mc:Fallback>
            <p:pic>
              <p:nvPicPr>
                <p:cNvPr id="20487" name="잉크 20486">
                  <a:extLst>
                    <a:ext uri="{FF2B5EF4-FFF2-40B4-BE49-F238E27FC236}">
                      <a16:creationId xmlns:a16="http://schemas.microsoft.com/office/drawing/2014/main" id="{72B24288-AB30-4855-97F5-19FAEDDE1511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42662" y="4638121"/>
                  <a:ext cx="11484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20488" name="잉크 20487">
                  <a:extLst>
                    <a:ext uri="{FF2B5EF4-FFF2-40B4-BE49-F238E27FC236}">
                      <a16:creationId xmlns:a16="http://schemas.microsoft.com/office/drawing/2014/main" id="{85035C51-1B32-B4AD-9678-2520D71D33F1}"/>
                    </a:ext>
                  </a:extLst>
                </p14:cNvPr>
                <p14:cNvContentPartPr/>
                <p14:nvPr/>
              </p14:nvContentPartPr>
              <p14:xfrm>
                <a:off x="602422" y="4686001"/>
                <a:ext cx="169920" cy="103320"/>
              </p14:xfrm>
            </p:contentPart>
          </mc:Choice>
          <mc:Fallback>
            <p:pic>
              <p:nvPicPr>
                <p:cNvPr id="20488" name="잉크 20487">
                  <a:extLst>
                    <a:ext uri="{FF2B5EF4-FFF2-40B4-BE49-F238E27FC236}">
                      <a16:creationId xmlns:a16="http://schemas.microsoft.com/office/drawing/2014/main" id="{85035C51-1B32-B4AD-9678-2520D71D33F1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593782" y="4677361"/>
                  <a:ext cx="187560" cy="120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496" name="그룹 20495">
            <a:extLst>
              <a:ext uri="{FF2B5EF4-FFF2-40B4-BE49-F238E27FC236}">
                <a16:creationId xmlns:a16="http://schemas.microsoft.com/office/drawing/2014/main" id="{F403B666-BA5D-C8B8-023F-EF6323C2B233}"/>
              </a:ext>
            </a:extLst>
          </p:cNvPr>
          <p:cNvGrpSpPr/>
          <p:nvPr/>
        </p:nvGrpSpPr>
        <p:grpSpPr>
          <a:xfrm>
            <a:off x="3252382" y="1452841"/>
            <a:ext cx="834840" cy="415440"/>
            <a:chOff x="3252382" y="1452841"/>
            <a:chExt cx="834840" cy="415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20490" name="잉크 20489">
                  <a:extLst>
                    <a:ext uri="{FF2B5EF4-FFF2-40B4-BE49-F238E27FC236}">
                      <a16:creationId xmlns:a16="http://schemas.microsoft.com/office/drawing/2014/main" id="{BBBA0374-63C6-63CA-B704-F76A3DD06B8D}"/>
                    </a:ext>
                  </a:extLst>
                </p14:cNvPr>
                <p14:cNvContentPartPr/>
                <p14:nvPr/>
              </p14:nvContentPartPr>
              <p14:xfrm>
                <a:off x="3252382" y="1534561"/>
                <a:ext cx="192240" cy="117360"/>
              </p14:xfrm>
            </p:contentPart>
          </mc:Choice>
          <mc:Fallback>
            <p:pic>
              <p:nvPicPr>
                <p:cNvPr id="20490" name="잉크 20489">
                  <a:extLst>
                    <a:ext uri="{FF2B5EF4-FFF2-40B4-BE49-F238E27FC236}">
                      <a16:creationId xmlns:a16="http://schemas.microsoft.com/office/drawing/2014/main" id="{BBBA0374-63C6-63CA-B704-F76A3DD06B8D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243742" y="1525921"/>
                  <a:ext cx="20988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20491" name="잉크 20490">
                  <a:extLst>
                    <a:ext uri="{FF2B5EF4-FFF2-40B4-BE49-F238E27FC236}">
                      <a16:creationId xmlns:a16="http://schemas.microsoft.com/office/drawing/2014/main" id="{52492F3D-9A79-0E5E-1E7D-5ACFBA228DB6}"/>
                    </a:ext>
                  </a:extLst>
                </p14:cNvPr>
                <p14:cNvContentPartPr/>
                <p14:nvPr/>
              </p14:nvContentPartPr>
              <p14:xfrm>
                <a:off x="3322582" y="1619521"/>
                <a:ext cx="60120" cy="248760"/>
              </p14:xfrm>
            </p:contentPart>
          </mc:Choice>
          <mc:Fallback>
            <p:pic>
              <p:nvPicPr>
                <p:cNvPr id="20491" name="잉크 20490">
                  <a:extLst>
                    <a:ext uri="{FF2B5EF4-FFF2-40B4-BE49-F238E27FC236}">
                      <a16:creationId xmlns:a16="http://schemas.microsoft.com/office/drawing/2014/main" id="{52492F3D-9A79-0E5E-1E7D-5ACFBA228DB6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313582" y="1610521"/>
                  <a:ext cx="7776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20492" name="잉크 20491">
                  <a:extLst>
                    <a:ext uri="{FF2B5EF4-FFF2-40B4-BE49-F238E27FC236}">
                      <a16:creationId xmlns:a16="http://schemas.microsoft.com/office/drawing/2014/main" id="{2E7BB08B-0086-AAC4-BB50-4499DC43AB4A}"/>
                    </a:ext>
                  </a:extLst>
                </p14:cNvPr>
                <p14:cNvContentPartPr/>
                <p14:nvPr/>
              </p14:nvContentPartPr>
              <p14:xfrm>
                <a:off x="3322582" y="1525201"/>
                <a:ext cx="259920" cy="284400"/>
              </p14:xfrm>
            </p:contentPart>
          </mc:Choice>
          <mc:Fallback>
            <p:pic>
              <p:nvPicPr>
                <p:cNvPr id="20492" name="잉크 20491">
                  <a:extLst>
                    <a:ext uri="{FF2B5EF4-FFF2-40B4-BE49-F238E27FC236}">
                      <a16:creationId xmlns:a16="http://schemas.microsoft.com/office/drawing/2014/main" id="{2E7BB08B-0086-AAC4-BB50-4499DC43AB4A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313582" y="1516201"/>
                  <a:ext cx="277560" cy="30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20493" name="잉크 20492">
                  <a:extLst>
                    <a:ext uri="{FF2B5EF4-FFF2-40B4-BE49-F238E27FC236}">
                      <a16:creationId xmlns:a16="http://schemas.microsoft.com/office/drawing/2014/main" id="{4AE79D23-92CF-BF39-B35B-AC847B88C703}"/>
                    </a:ext>
                  </a:extLst>
                </p14:cNvPr>
                <p14:cNvContentPartPr/>
                <p14:nvPr/>
              </p14:nvContentPartPr>
              <p14:xfrm>
                <a:off x="3599422" y="1470841"/>
                <a:ext cx="170280" cy="142560"/>
              </p14:xfrm>
            </p:contentPart>
          </mc:Choice>
          <mc:Fallback>
            <p:pic>
              <p:nvPicPr>
                <p:cNvPr id="20493" name="잉크 20492">
                  <a:extLst>
                    <a:ext uri="{FF2B5EF4-FFF2-40B4-BE49-F238E27FC236}">
                      <a16:creationId xmlns:a16="http://schemas.microsoft.com/office/drawing/2014/main" id="{4AE79D23-92CF-BF39-B35B-AC847B88C703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3590782" y="1462201"/>
                  <a:ext cx="18792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20494" name="잉크 20493">
                  <a:extLst>
                    <a:ext uri="{FF2B5EF4-FFF2-40B4-BE49-F238E27FC236}">
                      <a16:creationId xmlns:a16="http://schemas.microsoft.com/office/drawing/2014/main" id="{5191F27D-8ACC-794B-E762-1EE2B06B2AE9}"/>
                    </a:ext>
                  </a:extLst>
                </p14:cNvPr>
                <p14:cNvContentPartPr/>
                <p14:nvPr/>
              </p14:nvContentPartPr>
              <p14:xfrm>
                <a:off x="3669982" y="1523401"/>
                <a:ext cx="178920" cy="286920"/>
              </p14:xfrm>
            </p:contentPart>
          </mc:Choice>
          <mc:Fallback>
            <p:pic>
              <p:nvPicPr>
                <p:cNvPr id="20494" name="잉크 20493">
                  <a:extLst>
                    <a:ext uri="{FF2B5EF4-FFF2-40B4-BE49-F238E27FC236}">
                      <a16:creationId xmlns:a16="http://schemas.microsoft.com/office/drawing/2014/main" id="{5191F27D-8ACC-794B-E762-1EE2B06B2AE9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3660982" y="1514761"/>
                  <a:ext cx="196560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20495" name="잉크 20494">
                  <a:extLst>
                    <a:ext uri="{FF2B5EF4-FFF2-40B4-BE49-F238E27FC236}">
                      <a16:creationId xmlns:a16="http://schemas.microsoft.com/office/drawing/2014/main" id="{E8403FF9-504F-1083-1BFA-E1290934659D}"/>
                    </a:ext>
                  </a:extLst>
                </p14:cNvPr>
                <p14:cNvContentPartPr/>
                <p14:nvPr/>
              </p14:nvContentPartPr>
              <p14:xfrm>
                <a:off x="3873022" y="1452841"/>
                <a:ext cx="214200" cy="316080"/>
              </p14:xfrm>
            </p:contentPart>
          </mc:Choice>
          <mc:Fallback>
            <p:pic>
              <p:nvPicPr>
                <p:cNvPr id="20495" name="잉크 20494">
                  <a:extLst>
                    <a:ext uri="{FF2B5EF4-FFF2-40B4-BE49-F238E27FC236}">
                      <a16:creationId xmlns:a16="http://schemas.microsoft.com/office/drawing/2014/main" id="{E8403FF9-504F-1083-1BFA-E1290934659D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3864022" y="1444201"/>
                  <a:ext cx="231840" cy="33372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/>
          <a:lstStyle/>
          <a:p>
            <a:r>
              <a:rPr lang="ko-KR" altLang="en-US"/>
              <a:t>스케줄러의 종류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4313" y="1643063"/>
            <a:ext cx="8715375" cy="4643437"/>
          </a:xfrm>
        </p:spPr>
        <p:txBody>
          <a:bodyPr lIns="92075" tIns="46038" rIns="92075" bIns="46038"/>
          <a:lstStyle/>
          <a:p>
            <a:pPr>
              <a:defRPr/>
            </a:pPr>
            <a:r>
              <a:rPr lang="ko-KR" altLang="en-US" dirty="0">
                <a:latin typeface="+mn-ea"/>
              </a:rPr>
              <a:t> 단기 </a:t>
            </a:r>
            <a:r>
              <a:rPr lang="en-US" altLang="ko-KR" dirty="0">
                <a:latin typeface="+mn-ea"/>
              </a:rPr>
              <a:t>(CPU) </a:t>
            </a:r>
            <a:r>
              <a:rPr lang="ko-KR" altLang="en-US" dirty="0">
                <a:latin typeface="+mn-ea"/>
              </a:rPr>
              <a:t>스케줄러</a:t>
            </a:r>
          </a:p>
          <a:p>
            <a:pPr lvl="1">
              <a:defRPr/>
            </a:pPr>
            <a:r>
              <a:rPr lang="ko-KR" altLang="en-US" sz="2000" dirty="0">
                <a:latin typeface="+mn-ea"/>
              </a:rPr>
              <a:t>준비 상태의 프로세스들 중에서 하나를 </a:t>
            </a:r>
            <a:r>
              <a:rPr lang="en-US" altLang="ko-KR" sz="2000" dirty="0">
                <a:latin typeface="+mn-ea"/>
              </a:rPr>
              <a:t>CPU</a:t>
            </a:r>
            <a:r>
              <a:rPr lang="ko-KR" altLang="en-US" sz="2000" dirty="0">
                <a:latin typeface="+mn-ea"/>
              </a:rPr>
              <a:t>에 할당</a:t>
            </a:r>
            <a:r>
              <a:rPr lang="en-US" altLang="ko-KR" sz="2000" dirty="0">
                <a:latin typeface="+mn-ea"/>
              </a:rPr>
              <a:t> (milliseconds)</a:t>
            </a:r>
            <a:endParaRPr lang="en-US" altLang="ko-KR" dirty="0">
              <a:latin typeface="+mn-ea"/>
            </a:endParaRPr>
          </a:p>
          <a:p>
            <a:pPr>
              <a:defRPr/>
            </a:pPr>
            <a:r>
              <a:rPr lang="ko-KR" altLang="en-US" dirty="0">
                <a:latin typeface="+mn-ea"/>
              </a:rPr>
              <a:t> 장기 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>
                <a:latin typeface="+mn-ea"/>
              </a:rPr>
              <a:t>작업</a:t>
            </a:r>
            <a:r>
              <a:rPr lang="en-US" altLang="ko-KR" dirty="0">
                <a:latin typeface="+mn-ea"/>
              </a:rPr>
              <a:t>) </a:t>
            </a:r>
            <a:r>
              <a:rPr lang="ko-KR" altLang="en-US" dirty="0">
                <a:latin typeface="+mn-ea"/>
              </a:rPr>
              <a:t>스케줄러</a:t>
            </a:r>
          </a:p>
          <a:p>
            <a:pPr lvl="1">
              <a:defRPr/>
            </a:pPr>
            <a:r>
              <a:rPr lang="ko-KR" altLang="en-US" sz="2000" dirty="0">
                <a:latin typeface="+mn-ea"/>
              </a:rPr>
              <a:t>프로세스를 준비 상태로 </a:t>
            </a:r>
            <a:r>
              <a:rPr lang="ko-KR" altLang="en-US" sz="2000" dirty="0" err="1">
                <a:latin typeface="+mn-ea"/>
              </a:rPr>
              <a:t>만듬</a:t>
            </a:r>
            <a:r>
              <a:rPr lang="en-US" altLang="ko-KR" sz="2000" dirty="0">
                <a:latin typeface="+mn-ea"/>
              </a:rPr>
              <a:t> (seconds, minutes)</a:t>
            </a:r>
          </a:p>
          <a:p>
            <a:pPr lvl="1">
              <a:defRPr/>
            </a:pPr>
            <a:r>
              <a:rPr lang="ko-KR" altLang="en-US" sz="2000" dirty="0">
                <a:latin typeface="+mn-ea"/>
              </a:rPr>
              <a:t>다중 프로그래밍의 정도</a:t>
            </a:r>
            <a:r>
              <a:rPr lang="en-US" altLang="ko-KR" sz="2000" dirty="0">
                <a:latin typeface="+mn-ea"/>
              </a:rPr>
              <a:t>, </a:t>
            </a:r>
            <a:r>
              <a:rPr lang="ko-KR" altLang="en-US" sz="2000" dirty="0">
                <a:latin typeface="+mn-ea"/>
              </a:rPr>
              <a:t>입출력과 계산 작업의 혼합</a:t>
            </a:r>
          </a:p>
        </p:txBody>
      </p:sp>
      <p:sp>
        <p:nvSpPr>
          <p:cNvPr id="21508" name="슬라이드 번호 개체 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663F0E4-E839-4C61-A7BB-5260C12AF881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10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p:grpSp>
        <p:nvGrpSpPr>
          <p:cNvPr id="21509" name="그룹 5"/>
          <p:cNvGrpSpPr>
            <a:grpSpLocks/>
          </p:cNvGrpSpPr>
          <p:nvPr/>
        </p:nvGrpSpPr>
        <p:grpSpPr bwMode="auto">
          <a:xfrm>
            <a:off x="1857375" y="4071938"/>
            <a:ext cx="5105400" cy="2597150"/>
            <a:chOff x="1828800" y="3200400"/>
            <a:chExt cx="5188963" cy="2642521"/>
          </a:xfrm>
        </p:grpSpPr>
        <p:pic>
          <p:nvPicPr>
            <p:cNvPr id="21511" name="Picture 2" descr="C:\Documents and Settings\Hanami\바탕 화면\운영체제\(강의교안)_그림파일_1장-13장\ch06_단일 프로세서 스케줄링\ch06-12_cut.jp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2402"/>
            <a:stretch>
              <a:fillRect/>
            </a:stretch>
          </p:blipFill>
          <p:spPr bwMode="auto">
            <a:xfrm>
              <a:off x="1828800" y="3200400"/>
              <a:ext cx="5188963" cy="2400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1512" name="TextBox 4"/>
            <p:cNvSpPr txBox="1">
              <a:spLocks noChangeArrowheads="1"/>
            </p:cNvSpPr>
            <p:nvPr/>
          </p:nvSpPr>
          <p:spPr bwMode="auto">
            <a:xfrm>
              <a:off x="2554873" y="5561081"/>
              <a:ext cx="3387517" cy="2818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ko-KR" altLang="en-US" sz="1200">
                  <a:latin typeface="HY견고딕" panose="02030600000101010101" pitchFamily="18" charset="-127"/>
                  <a:ea typeface="HY견고딕" panose="02030600000101010101" pitchFamily="18" charset="-127"/>
                </a:rPr>
                <a:t>작업</a:t>
              </a:r>
              <a:r>
                <a:rPr lang="en-US" altLang="ko-KR" sz="1200">
                  <a:latin typeface="HY견고딕" panose="02030600000101010101" pitchFamily="18" charset="-127"/>
                  <a:ea typeface="HY견고딕" panose="02030600000101010101" pitchFamily="18" charset="-127"/>
                </a:rPr>
                <a:t>(</a:t>
              </a:r>
              <a:r>
                <a:rPr lang="ko-KR" altLang="en-US" sz="1200">
                  <a:latin typeface="HY견고딕" panose="02030600000101010101" pitchFamily="18" charset="-127"/>
                  <a:ea typeface="HY견고딕" panose="02030600000101010101" pitchFamily="18" charset="-127"/>
                </a:rPr>
                <a:t>장기</a:t>
              </a:r>
              <a:r>
                <a:rPr lang="en-US" altLang="ko-KR" sz="1200">
                  <a:latin typeface="HY견고딕" panose="02030600000101010101" pitchFamily="18" charset="-127"/>
                  <a:ea typeface="HY견고딕" panose="02030600000101010101" pitchFamily="18" charset="-127"/>
                </a:rPr>
                <a:t>) </a:t>
              </a:r>
              <a:r>
                <a:rPr lang="ko-KR" altLang="en-US" sz="1200">
                  <a:latin typeface="HY견고딕" panose="02030600000101010101" pitchFamily="18" charset="-127"/>
                  <a:ea typeface="HY견고딕" panose="02030600000101010101" pitchFamily="18" charset="-127"/>
                </a:rPr>
                <a:t>스케줄러와  </a:t>
              </a:r>
              <a:r>
                <a:rPr lang="en-US" altLang="ko-KR" sz="1200">
                  <a:latin typeface="HY견고딕" panose="02030600000101010101" pitchFamily="18" charset="-127"/>
                  <a:ea typeface="HY견고딕" panose="02030600000101010101" pitchFamily="18" charset="-127"/>
                </a:rPr>
                <a:t>CPU(</a:t>
              </a:r>
              <a:r>
                <a:rPr lang="ko-KR" altLang="en-US" sz="1200">
                  <a:latin typeface="HY견고딕" panose="02030600000101010101" pitchFamily="18" charset="-127"/>
                  <a:ea typeface="HY견고딕" panose="02030600000101010101" pitchFamily="18" charset="-127"/>
                </a:rPr>
                <a:t>단기</a:t>
              </a:r>
              <a:r>
                <a:rPr lang="en-US" altLang="ko-KR" sz="1200">
                  <a:latin typeface="HY견고딕" panose="02030600000101010101" pitchFamily="18" charset="-127"/>
                  <a:ea typeface="HY견고딕" panose="02030600000101010101" pitchFamily="18" charset="-127"/>
                </a:rPr>
                <a:t>) </a:t>
              </a:r>
              <a:r>
                <a:rPr lang="ko-KR" altLang="en-US" sz="1200">
                  <a:latin typeface="HY견고딕" panose="02030600000101010101" pitchFamily="18" charset="-127"/>
                  <a:ea typeface="HY견고딕" panose="02030600000101010101" pitchFamily="18" charset="-127"/>
                </a:rPr>
                <a:t>스케줄러</a:t>
              </a:r>
            </a:p>
          </p:txBody>
        </p:sp>
      </p:grpSp>
      <p:sp>
        <p:nvSpPr>
          <p:cNvPr id="21510" name="TextBox 7"/>
          <p:cNvSpPr txBox="1">
            <a:spLocks noChangeArrowheads="1"/>
          </p:cNvSpPr>
          <p:nvPr/>
        </p:nvSpPr>
        <p:spPr bwMode="auto">
          <a:xfrm>
            <a:off x="2786063" y="5143500"/>
            <a:ext cx="928687" cy="2762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Times New Roman" panose="02020603050405020304" pitchFamily="18" charset="0"/>
              </a:rPr>
              <a:t>작업 큐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잉크 1">
                <a:extLst>
                  <a:ext uri="{FF2B5EF4-FFF2-40B4-BE49-F238E27FC236}">
                    <a16:creationId xmlns:a16="http://schemas.microsoft.com/office/drawing/2014/main" id="{08463084-5D96-149D-42A3-D2C046F94F8D}"/>
                  </a:ext>
                </a:extLst>
              </p14:cNvPr>
              <p14:cNvContentPartPr/>
              <p14:nvPr/>
            </p14:nvContentPartPr>
            <p14:xfrm>
              <a:off x="1045942" y="2082481"/>
              <a:ext cx="536040" cy="483840"/>
            </p14:xfrm>
          </p:contentPart>
        </mc:Choice>
        <mc:Fallback>
          <p:pic>
            <p:nvPicPr>
              <p:cNvPr id="2" name="잉크 1">
                <a:extLst>
                  <a:ext uri="{FF2B5EF4-FFF2-40B4-BE49-F238E27FC236}">
                    <a16:creationId xmlns:a16="http://schemas.microsoft.com/office/drawing/2014/main" id="{08463084-5D96-149D-42A3-D2C046F94F8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37302" y="2073841"/>
                <a:ext cx="553680" cy="501480"/>
              </a:xfrm>
              <a:prstGeom prst="rect">
                <a:avLst/>
              </a:prstGeom>
            </p:spPr>
          </p:pic>
        </mc:Fallback>
      </mc:AlternateContent>
      <p:grpSp>
        <p:nvGrpSpPr>
          <p:cNvPr id="14" name="그룹 13">
            <a:extLst>
              <a:ext uri="{FF2B5EF4-FFF2-40B4-BE49-F238E27FC236}">
                <a16:creationId xmlns:a16="http://schemas.microsoft.com/office/drawing/2014/main" id="{BA71E305-D3BC-B932-7D2B-3C8A146188F7}"/>
              </a:ext>
            </a:extLst>
          </p:cNvPr>
          <p:cNvGrpSpPr/>
          <p:nvPr/>
        </p:nvGrpSpPr>
        <p:grpSpPr>
          <a:xfrm>
            <a:off x="4238062" y="2688001"/>
            <a:ext cx="836280" cy="264960"/>
            <a:chOff x="4238062" y="2688001"/>
            <a:chExt cx="836280" cy="264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3" name="잉크 2">
                  <a:extLst>
                    <a:ext uri="{FF2B5EF4-FFF2-40B4-BE49-F238E27FC236}">
                      <a16:creationId xmlns:a16="http://schemas.microsoft.com/office/drawing/2014/main" id="{5261B52A-2BE8-1DA0-BC05-7A693A46253C}"/>
                    </a:ext>
                  </a:extLst>
                </p14:cNvPr>
                <p14:cNvContentPartPr/>
                <p14:nvPr/>
              </p14:nvContentPartPr>
              <p14:xfrm>
                <a:off x="4250302" y="2702761"/>
                <a:ext cx="99000" cy="127800"/>
              </p14:xfrm>
            </p:contentPart>
          </mc:Choice>
          <mc:Fallback>
            <p:pic>
              <p:nvPicPr>
                <p:cNvPr id="3" name="잉크 2">
                  <a:extLst>
                    <a:ext uri="{FF2B5EF4-FFF2-40B4-BE49-F238E27FC236}">
                      <a16:creationId xmlns:a16="http://schemas.microsoft.com/office/drawing/2014/main" id="{5261B52A-2BE8-1DA0-BC05-7A693A46253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241302" y="2694121"/>
                  <a:ext cx="11664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4" name="잉크 3">
                  <a:extLst>
                    <a:ext uri="{FF2B5EF4-FFF2-40B4-BE49-F238E27FC236}">
                      <a16:creationId xmlns:a16="http://schemas.microsoft.com/office/drawing/2014/main" id="{81D7C5CA-0405-66B0-26A4-BEA2B42928DE}"/>
                    </a:ext>
                  </a:extLst>
                </p14:cNvPr>
                <p14:cNvContentPartPr/>
                <p14:nvPr/>
              </p14:nvContentPartPr>
              <p14:xfrm>
                <a:off x="4238062" y="2796001"/>
                <a:ext cx="118800" cy="129240"/>
              </p14:xfrm>
            </p:contentPart>
          </mc:Choice>
          <mc:Fallback>
            <p:pic>
              <p:nvPicPr>
                <p:cNvPr id="4" name="잉크 3">
                  <a:extLst>
                    <a:ext uri="{FF2B5EF4-FFF2-40B4-BE49-F238E27FC236}">
                      <a16:creationId xmlns:a16="http://schemas.microsoft.com/office/drawing/2014/main" id="{81D7C5CA-0405-66B0-26A4-BEA2B42928DE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229422" y="2787361"/>
                  <a:ext cx="13644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5" name="잉크 4">
                  <a:extLst>
                    <a:ext uri="{FF2B5EF4-FFF2-40B4-BE49-F238E27FC236}">
                      <a16:creationId xmlns:a16="http://schemas.microsoft.com/office/drawing/2014/main" id="{1973D17F-290E-898C-84AA-B951D0C7C20A}"/>
                    </a:ext>
                  </a:extLst>
                </p14:cNvPr>
                <p14:cNvContentPartPr/>
                <p14:nvPr/>
              </p14:nvContentPartPr>
              <p14:xfrm>
                <a:off x="4384582" y="2735521"/>
                <a:ext cx="68400" cy="125640"/>
              </p14:xfrm>
            </p:contentPart>
          </mc:Choice>
          <mc:Fallback>
            <p:pic>
              <p:nvPicPr>
                <p:cNvPr id="5" name="잉크 4">
                  <a:extLst>
                    <a:ext uri="{FF2B5EF4-FFF2-40B4-BE49-F238E27FC236}">
                      <a16:creationId xmlns:a16="http://schemas.microsoft.com/office/drawing/2014/main" id="{1973D17F-290E-898C-84AA-B951D0C7C20A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375582" y="2726521"/>
                  <a:ext cx="8604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6" name="잉크 5">
                  <a:extLst>
                    <a:ext uri="{FF2B5EF4-FFF2-40B4-BE49-F238E27FC236}">
                      <a16:creationId xmlns:a16="http://schemas.microsoft.com/office/drawing/2014/main" id="{2498769B-2454-EC3C-C1F2-5EF1EA2F928D}"/>
                    </a:ext>
                  </a:extLst>
                </p14:cNvPr>
                <p14:cNvContentPartPr/>
                <p14:nvPr/>
              </p14:nvContentPartPr>
              <p14:xfrm>
                <a:off x="4498702" y="2703841"/>
                <a:ext cx="69480" cy="142200"/>
              </p14:xfrm>
            </p:contentPart>
          </mc:Choice>
          <mc:Fallback>
            <p:pic>
              <p:nvPicPr>
                <p:cNvPr id="6" name="잉크 5">
                  <a:extLst>
                    <a:ext uri="{FF2B5EF4-FFF2-40B4-BE49-F238E27FC236}">
                      <a16:creationId xmlns:a16="http://schemas.microsoft.com/office/drawing/2014/main" id="{2498769B-2454-EC3C-C1F2-5EF1EA2F928D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490062" y="2694841"/>
                  <a:ext cx="8712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9CA800EF-EE98-F0C6-799C-E8DCE86EB64C}"/>
                    </a:ext>
                  </a:extLst>
                </p14:cNvPr>
                <p14:cNvContentPartPr/>
                <p14:nvPr/>
              </p14:nvContentPartPr>
              <p14:xfrm>
                <a:off x="4495102" y="2868721"/>
                <a:ext cx="74880" cy="84240"/>
              </p14:xfrm>
            </p:contentPart>
          </mc:Choice>
          <mc:Fallback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9CA800EF-EE98-F0C6-799C-E8DCE86EB64C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486102" y="2860081"/>
                  <a:ext cx="9252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6EE50781-B8D2-7940-DE08-F8ADE9C0173A}"/>
                    </a:ext>
                  </a:extLst>
                </p14:cNvPr>
                <p14:cNvContentPartPr/>
                <p14:nvPr/>
              </p14:nvContentPartPr>
              <p14:xfrm>
                <a:off x="4649542" y="2719321"/>
                <a:ext cx="115920" cy="122040"/>
              </p14:xfrm>
            </p:contentPart>
          </mc:Choice>
          <mc:Fallback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6EE50781-B8D2-7940-DE08-F8ADE9C0173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640542" y="2710321"/>
                  <a:ext cx="13356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30034778-5197-77E4-3941-D62E50644D47}"/>
                    </a:ext>
                  </a:extLst>
                </p14:cNvPr>
                <p14:cNvContentPartPr/>
                <p14:nvPr/>
              </p14:nvContentPartPr>
              <p14:xfrm>
                <a:off x="4725862" y="2691241"/>
                <a:ext cx="117360" cy="196920"/>
              </p14:xfrm>
            </p:contentPart>
          </mc:Choice>
          <mc:Fallback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30034778-5197-77E4-3941-D62E50644D47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717222" y="2682601"/>
                  <a:ext cx="13500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B15F08ED-1CDA-FF9C-3589-0A360E12B2BC}"/>
                    </a:ext>
                  </a:extLst>
                </p14:cNvPr>
                <p14:cNvContentPartPr/>
                <p14:nvPr/>
              </p14:nvContentPartPr>
              <p14:xfrm>
                <a:off x="4866982" y="2688001"/>
                <a:ext cx="27360" cy="102960"/>
              </p14:xfrm>
            </p:contentPart>
          </mc:Choice>
          <mc:Fallback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B15F08ED-1CDA-FF9C-3589-0A360E12B2B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858342" y="2679001"/>
                  <a:ext cx="4500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138DA6BD-07DC-7442-20F3-CDC32A77FF1D}"/>
                    </a:ext>
                  </a:extLst>
                </p14:cNvPr>
                <p14:cNvContentPartPr/>
                <p14:nvPr/>
              </p14:nvContentPartPr>
              <p14:xfrm>
                <a:off x="4854382" y="2731201"/>
                <a:ext cx="139680" cy="103320"/>
              </p14:xfrm>
            </p:contentPart>
          </mc:Choice>
          <mc:Fallback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138DA6BD-07DC-7442-20F3-CDC32A77FF1D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845742" y="2722561"/>
                  <a:ext cx="15732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B1849286-CDDD-BBBD-2C61-7A12D50053D1}"/>
                    </a:ext>
                  </a:extLst>
                </p14:cNvPr>
                <p14:cNvContentPartPr/>
                <p14:nvPr/>
              </p14:nvContentPartPr>
              <p14:xfrm>
                <a:off x="5007382" y="2706721"/>
                <a:ext cx="25920" cy="104040"/>
              </p14:xfrm>
            </p:contentPart>
          </mc:Choice>
          <mc:Fallback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B1849286-CDDD-BBBD-2C61-7A12D50053D1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998382" y="2697721"/>
                  <a:ext cx="4356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3EB533D1-1912-896F-7C1B-CB5DB456F0A2}"/>
                    </a:ext>
                  </a:extLst>
                </p14:cNvPr>
                <p14:cNvContentPartPr/>
                <p14:nvPr/>
              </p14:nvContentPartPr>
              <p14:xfrm>
                <a:off x="4972822" y="2831641"/>
                <a:ext cx="101520" cy="73800"/>
              </p14:xfrm>
            </p:contentPart>
          </mc:Choice>
          <mc:Fallback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3EB533D1-1912-896F-7C1B-CB5DB456F0A2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964182" y="2822641"/>
                  <a:ext cx="119160" cy="9144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4313" y="1500188"/>
            <a:ext cx="8715375" cy="4786312"/>
          </a:xfrm>
        </p:spPr>
        <p:txBody>
          <a:bodyPr lIns="92075" tIns="46038" rIns="92075" bIns="46038"/>
          <a:lstStyle/>
          <a:p>
            <a:pPr>
              <a:defRPr/>
            </a:pPr>
            <a:r>
              <a:rPr lang="ko-KR" altLang="en-US" dirty="0">
                <a:latin typeface="+mn-ea"/>
              </a:rPr>
              <a:t> 중기 스케줄러</a:t>
            </a:r>
          </a:p>
          <a:p>
            <a:pPr lvl="1">
              <a:defRPr/>
            </a:pPr>
            <a:r>
              <a:rPr lang="ko-KR" altLang="en-US" sz="2000" dirty="0">
                <a:latin typeface="+mn-ea"/>
              </a:rPr>
              <a:t>메모리 공간을 확보하거나 또는 프로세스의 혼합을 개선하기 위해서 실행중인 프로세스를 디스크로 교체 </a:t>
            </a:r>
            <a:r>
              <a:rPr lang="en-US" altLang="ko-KR" sz="2000" dirty="0">
                <a:latin typeface="+mn-ea"/>
              </a:rPr>
              <a:t>(swap out)</a:t>
            </a:r>
          </a:p>
          <a:p>
            <a:pPr lvl="1">
              <a:defRPr/>
            </a:pPr>
            <a:r>
              <a:rPr lang="ko-KR" altLang="en-US" sz="2000" dirty="0">
                <a:latin typeface="+mn-ea"/>
              </a:rPr>
              <a:t>교체된 프로세스를 다시 메모리로 적재 </a:t>
            </a:r>
            <a:r>
              <a:rPr lang="en-US" altLang="ko-KR" sz="2000" dirty="0">
                <a:latin typeface="+mn-ea"/>
              </a:rPr>
              <a:t>(swap in)</a:t>
            </a:r>
            <a:endParaRPr lang="ko-KR" altLang="en-US" sz="2000" dirty="0">
              <a:latin typeface="+mn-ea"/>
            </a:endParaRPr>
          </a:p>
        </p:txBody>
      </p:sp>
      <p:sp>
        <p:nvSpPr>
          <p:cNvPr id="23555" name="슬라이드 번호 개체 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53D3D27-F8E8-48D6-BF57-1788B50DFD01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11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p:pic>
        <p:nvPicPr>
          <p:cNvPr id="23556" name="Picture 2" descr="C:\Documents and Settings\Hanami\바탕 화면\운영체제\(강의교안)_그림파일_1장-13장\ch06_단일 프로세서 스케줄링\ch06-13_cut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270"/>
          <a:stretch>
            <a:fillRect/>
          </a:stretch>
        </p:blipFill>
        <p:spPr bwMode="auto">
          <a:xfrm>
            <a:off x="1620838" y="3429000"/>
            <a:ext cx="5594350" cy="3143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3" name="그룹 22">
            <a:extLst>
              <a:ext uri="{FF2B5EF4-FFF2-40B4-BE49-F238E27FC236}">
                <a16:creationId xmlns:a16="http://schemas.microsoft.com/office/drawing/2014/main" id="{F058201F-33E0-52A5-7EA1-BD7C6871AFF1}"/>
              </a:ext>
            </a:extLst>
          </p:cNvPr>
          <p:cNvGrpSpPr/>
          <p:nvPr/>
        </p:nvGrpSpPr>
        <p:grpSpPr>
          <a:xfrm>
            <a:off x="3156982" y="1670281"/>
            <a:ext cx="841680" cy="305640"/>
            <a:chOff x="3156982" y="1670281"/>
            <a:chExt cx="841680" cy="305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78BC332F-3546-917E-CBBB-62CC35AB8D86}"/>
                    </a:ext>
                  </a:extLst>
                </p14:cNvPr>
                <p14:cNvContentPartPr/>
                <p14:nvPr/>
              </p14:nvContentPartPr>
              <p14:xfrm>
                <a:off x="3177502" y="1685401"/>
                <a:ext cx="17640" cy="154800"/>
              </p14:xfrm>
            </p:contentPart>
          </mc:Choice>
          <mc:Fallback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78BC332F-3546-917E-CBBB-62CC35AB8D86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168502" y="1676401"/>
                  <a:ext cx="3528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BFDF32F8-F997-DC86-A5C8-98F506EC50F8}"/>
                    </a:ext>
                  </a:extLst>
                </p14:cNvPr>
                <p14:cNvContentPartPr/>
                <p14:nvPr/>
              </p14:nvContentPartPr>
              <p14:xfrm>
                <a:off x="3203062" y="1696201"/>
                <a:ext cx="67320" cy="59400"/>
              </p14:xfrm>
            </p:contentPart>
          </mc:Choice>
          <mc:Fallback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BFDF32F8-F997-DC86-A5C8-98F506EC50F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194062" y="1687201"/>
                  <a:ext cx="8496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CAC0380E-2A65-BF87-9365-A98A5EB5BD06}"/>
                    </a:ext>
                  </a:extLst>
                </p14:cNvPr>
                <p14:cNvContentPartPr/>
                <p14:nvPr/>
              </p14:nvContentPartPr>
              <p14:xfrm>
                <a:off x="3156982" y="1803481"/>
                <a:ext cx="150120" cy="138600"/>
              </p14:xfrm>
            </p:contentPart>
          </mc:Choice>
          <mc:Fallback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CAC0380E-2A65-BF87-9365-A98A5EB5BD06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147982" y="1794481"/>
                  <a:ext cx="16776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51D78D46-F35E-51FE-6E8A-7D21F8848E4C}"/>
                    </a:ext>
                  </a:extLst>
                </p14:cNvPr>
                <p14:cNvContentPartPr/>
                <p14:nvPr/>
              </p14:nvContentPartPr>
              <p14:xfrm>
                <a:off x="3310342" y="1670281"/>
                <a:ext cx="213120" cy="191520"/>
              </p14:xfrm>
            </p:contentPart>
          </mc:Choice>
          <mc:Fallback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51D78D46-F35E-51FE-6E8A-7D21F8848E4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301702" y="1661641"/>
                  <a:ext cx="23076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2F972D3B-C032-E0AD-6F82-6D01B9D2AA07}"/>
                    </a:ext>
                  </a:extLst>
                </p14:cNvPr>
                <p14:cNvContentPartPr/>
                <p14:nvPr/>
              </p14:nvContentPartPr>
              <p14:xfrm>
                <a:off x="3451102" y="1879801"/>
                <a:ext cx="78120" cy="96120"/>
              </p14:xfrm>
            </p:contentPart>
          </mc:Choice>
          <mc:Fallback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2F972D3B-C032-E0AD-6F82-6D01B9D2AA0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442102" y="1870801"/>
                  <a:ext cx="9576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0AFEDB63-76C2-FA0D-C3F8-A2ED3B7EDE1A}"/>
                    </a:ext>
                  </a:extLst>
                </p14:cNvPr>
                <p14:cNvContentPartPr/>
                <p14:nvPr/>
              </p14:nvContentPartPr>
              <p14:xfrm>
                <a:off x="3622822" y="1692961"/>
                <a:ext cx="135720" cy="177840"/>
              </p14:xfrm>
            </p:contentPart>
          </mc:Choice>
          <mc:Fallback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0AFEDB63-76C2-FA0D-C3F8-A2ED3B7EDE1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614182" y="1684321"/>
                  <a:ext cx="15336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9" name="잉크 18">
                  <a:extLst>
                    <a:ext uri="{FF2B5EF4-FFF2-40B4-BE49-F238E27FC236}">
                      <a16:creationId xmlns:a16="http://schemas.microsoft.com/office/drawing/2014/main" id="{E28A5639-28EE-85D5-4882-DDC8BD6EAC5F}"/>
                    </a:ext>
                  </a:extLst>
                </p14:cNvPr>
                <p14:cNvContentPartPr/>
                <p14:nvPr/>
              </p14:nvContentPartPr>
              <p14:xfrm>
                <a:off x="3655582" y="1800241"/>
                <a:ext cx="171000" cy="126720"/>
              </p14:xfrm>
            </p:contentPart>
          </mc:Choice>
          <mc:Fallback>
            <p:pic>
              <p:nvPicPr>
                <p:cNvPr id="19" name="잉크 18">
                  <a:extLst>
                    <a:ext uri="{FF2B5EF4-FFF2-40B4-BE49-F238E27FC236}">
                      <a16:creationId xmlns:a16="http://schemas.microsoft.com/office/drawing/2014/main" id="{E28A5639-28EE-85D5-4882-DDC8BD6EAC5F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646942" y="1791601"/>
                  <a:ext cx="18864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20" name="잉크 19">
                  <a:extLst>
                    <a:ext uri="{FF2B5EF4-FFF2-40B4-BE49-F238E27FC236}">
                      <a16:creationId xmlns:a16="http://schemas.microsoft.com/office/drawing/2014/main" id="{A759F4E8-8520-6824-7292-B602C82595C4}"/>
                    </a:ext>
                  </a:extLst>
                </p14:cNvPr>
                <p14:cNvContentPartPr/>
                <p14:nvPr/>
              </p14:nvContentPartPr>
              <p14:xfrm>
                <a:off x="3813262" y="1687921"/>
                <a:ext cx="90360" cy="118440"/>
              </p14:xfrm>
            </p:contentPart>
          </mc:Choice>
          <mc:Fallback>
            <p:pic>
              <p:nvPicPr>
                <p:cNvPr id="20" name="잉크 19">
                  <a:extLst>
                    <a:ext uri="{FF2B5EF4-FFF2-40B4-BE49-F238E27FC236}">
                      <a16:creationId xmlns:a16="http://schemas.microsoft.com/office/drawing/2014/main" id="{A759F4E8-8520-6824-7292-B602C82595C4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804262" y="1679281"/>
                  <a:ext cx="10800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21" name="잉크 20">
                  <a:extLst>
                    <a:ext uri="{FF2B5EF4-FFF2-40B4-BE49-F238E27FC236}">
                      <a16:creationId xmlns:a16="http://schemas.microsoft.com/office/drawing/2014/main" id="{63944AE2-D628-2EAE-EC7C-3ECFEED1F418}"/>
                    </a:ext>
                  </a:extLst>
                </p14:cNvPr>
                <p14:cNvContentPartPr/>
                <p14:nvPr/>
              </p14:nvContentPartPr>
              <p14:xfrm>
                <a:off x="3818662" y="1746961"/>
                <a:ext cx="172440" cy="187200"/>
              </p14:xfrm>
            </p:contentPart>
          </mc:Choice>
          <mc:Fallback>
            <p:pic>
              <p:nvPicPr>
                <p:cNvPr id="21" name="잉크 20">
                  <a:extLst>
                    <a:ext uri="{FF2B5EF4-FFF2-40B4-BE49-F238E27FC236}">
                      <a16:creationId xmlns:a16="http://schemas.microsoft.com/office/drawing/2014/main" id="{63944AE2-D628-2EAE-EC7C-3ECFEED1F418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810022" y="1737961"/>
                  <a:ext cx="19008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2" name="잉크 21">
                  <a:extLst>
                    <a:ext uri="{FF2B5EF4-FFF2-40B4-BE49-F238E27FC236}">
                      <a16:creationId xmlns:a16="http://schemas.microsoft.com/office/drawing/2014/main" id="{DE98F756-26D6-3027-B4F0-67C50880CCB0}"/>
                    </a:ext>
                  </a:extLst>
                </p14:cNvPr>
                <p14:cNvContentPartPr/>
                <p14:nvPr/>
              </p14:nvContentPartPr>
              <p14:xfrm>
                <a:off x="3912982" y="1772161"/>
                <a:ext cx="85680" cy="175320"/>
              </p14:xfrm>
            </p:contentPart>
          </mc:Choice>
          <mc:Fallback>
            <p:pic>
              <p:nvPicPr>
                <p:cNvPr id="22" name="잉크 21">
                  <a:extLst>
                    <a:ext uri="{FF2B5EF4-FFF2-40B4-BE49-F238E27FC236}">
                      <a16:creationId xmlns:a16="http://schemas.microsoft.com/office/drawing/2014/main" id="{DE98F756-26D6-3027-B4F0-67C50880CCB0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903982" y="1763521"/>
                  <a:ext cx="103320" cy="192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24" name="잉크 23">
                <a:extLst>
                  <a:ext uri="{FF2B5EF4-FFF2-40B4-BE49-F238E27FC236}">
                    <a16:creationId xmlns:a16="http://schemas.microsoft.com/office/drawing/2014/main" id="{E701839A-1DFE-BA2E-4B12-7A88CA1826F5}"/>
                  </a:ext>
                </a:extLst>
              </p14:cNvPr>
              <p14:cNvContentPartPr/>
              <p14:nvPr/>
            </p14:nvContentPartPr>
            <p14:xfrm>
              <a:off x="1580880" y="5040420"/>
              <a:ext cx="561960" cy="498960"/>
            </p14:xfrm>
          </p:contentPart>
        </mc:Choice>
        <mc:Fallback>
          <p:pic>
            <p:nvPicPr>
              <p:cNvPr id="24" name="잉크 23">
                <a:extLst>
                  <a:ext uri="{FF2B5EF4-FFF2-40B4-BE49-F238E27FC236}">
                    <a16:creationId xmlns:a16="http://schemas.microsoft.com/office/drawing/2014/main" id="{E701839A-1DFE-BA2E-4B12-7A88CA1826F5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571880" y="5031420"/>
                <a:ext cx="579600" cy="516600"/>
              </a:xfrm>
              <a:prstGeom prst="rect">
                <a:avLst/>
              </a:prstGeom>
            </p:spPr>
          </p:pic>
        </mc:Fallback>
      </mc:AlternateContent>
      <p:grpSp>
        <p:nvGrpSpPr>
          <p:cNvPr id="30" name="그룹 29">
            <a:extLst>
              <a:ext uri="{FF2B5EF4-FFF2-40B4-BE49-F238E27FC236}">
                <a16:creationId xmlns:a16="http://schemas.microsoft.com/office/drawing/2014/main" id="{6D90D0DC-9BDF-8C10-E4CB-54F290CF24FE}"/>
              </a:ext>
            </a:extLst>
          </p:cNvPr>
          <p:cNvGrpSpPr/>
          <p:nvPr/>
        </p:nvGrpSpPr>
        <p:grpSpPr>
          <a:xfrm>
            <a:off x="269782" y="1175641"/>
            <a:ext cx="1065960" cy="407520"/>
            <a:chOff x="269782" y="1175641"/>
            <a:chExt cx="1065960" cy="407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" name="잉크 1">
                  <a:extLst>
                    <a:ext uri="{FF2B5EF4-FFF2-40B4-BE49-F238E27FC236}">
                      <a16:creationId xmlns:a16="http://schemas.microsoft.com/office/drawing/2014/main" id="{DAD85257-7274-9162-03B7-AFD2D7C4FC3A}"/>
                    </a:ext>
                  </a:extLst>
                </p14:cNvPr>
                <p14:cNvContentPartPr/>
                <p14:nvPr/>
              </p14:nvContentPartPr>
              <p14:xfrm>
                <a:off x="269782" y="1175641"/>
                <a:ext cx="120960" cy="402840"/>
              </p14:xfrm>
            </p:contentPart>
          </mc:Choice>
          <mc:Fallback>
            <p:pic>
              <p:nvPicPr>
                <p:cNvPr id="2" name="잉크 1">
                  <a:extLst>
                    <a:ext uri="{FF2B5EF4-FFF2-40B4-BE49-F238E27FC236}">
                      <a16:creationId xmlns:a16="http://schemas.microsoft.com/office/drawing/2014/main" id="{DAD85257-7274-9162-03B7-AFD2D7C4FC3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60782" y="1167001"/>
                  <a:ext cx="138600" cy="42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3" name="잉크 2">
                  <a:extLst>
                    <a:ext uri="{FF2B5EF4-FFF2-40B4-BE49-F238E27FC236}">
                      <a16:creationId xmlns:a16="http://schemas.microsoft.com/office/drawing/2014/main" id="{5126A80B-5CA8-18A6-F445-DBC767B8793B}"/>
                    </a:ext>
                  </a:extLst>
                </p14:cNvPr>
                <p14:cNvContentPartPr/>
                <p14:nvPr/>
              </p14:nvContentPartPr>
              <p14:xfrm>
                <a:off x="406222" y="1327201"/>
                <a:ext cx="77760" cy="235440"/>
              </p14:xfrm>
            </p:contentPart>
          </mc:Choice>
          <mc:Fallback>
            <p:pic>
              <p:nvPicPr>
                <p:cNvPr id="3" name="잉크 2">
                  <a:extLst>
                    <a:ext uri="{FF2B5EF4-FFF2-40B4-BE49-F238E27FC236}">
                      <a16:creationId xmlns:a16="http://schemas.microsoft.com/office/drawing/2014/main" id="{5126A80B-5CA8-18A6-F445-DBC767B8793B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97582" y="1318201"/>
                  <a:ext cx="9540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4" name="잉크 3">
                  <a:extLst>
                    <a:ext uri="{FF2B5EF4-FFF2-40B4-BE49-F238E27FC236}">
                      <a16:creationId xmlns:a16="http://schemas.microsoft.com/office/drawing/2014/main" id="{4B8B435B-DAA5-B2A6-0270-151B4FAA8050}"/>
                    </a:ext>
                  </a:extLst>
                </p14:cNvPr>
                <p14:cNvContentPartPr/>
                <p14:nvPr/>
              </p14:nvContentPartPr>
              <p14:xfrm>
                <a:off x="537982" y="1307761"/>
                <a:ext cx="55080" cy="275400"/>
              </p14:xfrm>
            </p:contentPart>
          </mc:Choice>
          <mc:Fallback>
            <p:pic>
              <p:nvPicPr>
                <p:cNvPr id="4" name="잉크 3">
                  <a:extLst>
                    <a:ext uri="{FF2B5EF4-FFF2-40B4-BE49-F238E27FC236}">
                      <a16:creationId xmlns:a16="http://schemas.microsoft.com/office/drawing/2014/main" id="{4B8B435B-DAA5-B2A6-0270-151B4FAA8050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29342" y="1298761"/>
                  <a:ext cx="72720" cy="29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5" name="잉크 4">
                  <a:extLst>
                    <a:ext uri="{FF2B5EF4-FFF2-40B4-BE49-F238E27FC236}">
                      <a16:creationId xmlns:a16="http://schemas.microsoft.com/office/drawing/2014/main" id="{232D6E19-9B15-2A0F-1265-11276599366D}"/>
                    </a:ext>
                  </a:extLst>
                </p14:cNvPr>
                <p14:cNvContentPartPr/>
                <p14:nvPr/>
              </p14:nvContentPartPr>
              <p14:xfrm>
                <a:off x="616822" y="1355281"/>
                <a:ext cx="85680" cy="193680"/>
              </p14:xfrm>
            </p:contentPart>
          </mc:Choice>
          <mc:Fallback>
            <p:pic>
              <p:nvPicPr>
                <p:cNvPr id="5" name="잉크 4">
                  <a:extLst>
                    <a:ext uri="{FF2B5EF4-FFF2-40B4-BE49-F238E27FC236}">
                      <a16:creationId xmlns:a16="http://schemas.microsoft.com/office/drawing/2014/main" id="{232D6E19-9B15-2A0F-1265-11276599366D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08182" y="1346281"/>
                  <a:ext cx="10332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5" name="잉크 24">
                  <a:extLst>
                    <a:ext uri="{FF2B5EF4-FFF2-40B4-BE49-F238E27FC236}">
                      <a16:creationId xmlns:a16="http://schemas.microsoft.com/office/drawing/2014/main" id="{AAF8A59A-F79A-E73B-0D15-C151F88D9CC1}"/>
                    </a:ext>
                  </a:extLst>
                </p14:cNvPr>
                <p14:cNvContentPartPr/>
                <p14:nvPr/>
              </p14:nvContentPartPr>
              <p14:xfrm>
                <a:off x="471022" y="1444234"/>
                <a:ext cx="232560" cy="61200"/>
              </p14:xfrm>
            </p:contentPart>
          </mc:Choice>
          <mc:Fallback>
            <p:pic>
              <p:nvPicPr>
                <p:cNvPr id="25" name="잉크 24">
                  <a:extLst>
                    <a:ext uri="{FF2B5EF4-FFF2-40B4-BE49-F238E27FC236}">
                      <a16:creationId xmlns:a16="http://schemas.microsoft.com/office/drawing/2014/main" id="{AAF8A59A-F79A-E73B-0D15-C151F88D9CC1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62382" y="1435234"/>
                  <a:ext cx="25020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6" name="잉크 25">
                  <a:extLst>
                    <a:ext uri="{FF2B5EF4-FFF2-40B4-BE49-F238E27FC236}">
                      <a16:creationId xmlns:a16="http://schemas.microsoft.com/office/drawing/2014/main" id="{169A7835-B32A-E3F5-57A0-8DF5625254B7}"/>
                    </a:ext>
                  </a:extLst>
                </p14:cNvPr>
                <p14:cNvContentPartPr/>
                <p14:nvPr/>
              </p14:nvContentPartPr>
              <p14:xfrm>
                <a:off x="732382" y="1367914"/>
                <a:ext cx="32040" cy="36000"/>
              </p14:xfrm>
            </p:contentPart>
          </mc:Choice>
          <mc:Fallback>
            <p:pic>
              <p:nvPicPr>
                <p:cNvPr id="26" name="잉크 25">
                  <a:extLst>
                    <a:ext uri="{FF2B5EF4-FFF2-40B4-BE49-F238E27FC236}">
                      <a16:creationId xmlns:a16="http://schemas.microsoft.com/office/drawing/2014/main" id="{169A7835-B32A-E3F5-57A0-8DF5625254B7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23742" y="1358914"/>
                  <a:ext cx="4968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7" name="잉크 26">
                  <a:extLst>
                    <a:ext uri="{FF2B5EF4-FFF2-40B4-BE49-F238E27FC236}">
                      <a16:creationId xmlns:a16="http://schemas.microsoft.com/office/drawing/2014/main" id="{B71E2489-B124-0535-057C-FEE16E7EB331}"/>
                    </a:ext>
                  </a:extLst>
                </p14:cNvPr>
                <p14:cNvContentPartPr/>
                <p14:nvPr/>
              </p14:nvContentPartPr>
              <p14:xfrm>
                <a:off x="773782" y="1421554"/>
                <a:ext cx="39600" cy="101160"/>
              </p14:xfrm>
            </p:contentPart>
          </mc:Choice>
          <mc:Fallback>
            <p:pic>
              <p:nvPicPr>
                <p:cNvPr id="27" name="잉크 26">
                  <a:extLst>
                    <a:ext uri="{FF2B5EF4-FFF2-40B4-BE49-F238E27FC236}">
                      <a16:creationId xmlns:a16="http://schemas.microsoft.com/office/drawing/2014/main" id="{B71E2489-B124-0535-057C-FEE16E7EB331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65142" y="1412554"/>
                  <a:ext cx="5724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8" name="잉크 27">
                  <a:extLst>
                    <a:ext uri="{FF2B5EF4-FFF2-40B4-BE49-F238E27FC236}">
                      <a16:creationId xmlns:a16="http://schemas.microsoft.com/office/drawing/2014/main" id="{48895B6F-645A-2247-717C-CEF4F07380C8}"/>
                    </a:ext>
                  </a:extLst>
                </p14:cNvPr>
                <p14:cNvContentPartPr/>
                <p14:nvPr/>
              </p14:nvContentPartPr>
              <p14:xfrm>
                <a:off x="813742" y="1242274"/>
                <a:ext cx="284040" cy="231480"/>
              </p14:xfrm>
            </p:contentPart>
          </mc:Choice>
          <mc:Fallback>
            <p:pic>
              <p:nvPicPr>
                <p:cNvPr id="28" name="잉크 27">
                  <a:extLst>
                    <a:ext uri="{FF2B5EF4-FFF2-40B4-BE49-F238E27FC236}">
                      <a16:creationId xmlns:a16="http://schemas.microsoft.com/office/drawing/2014/main" id="{48895B6F-645A-2247-717C-CEF4F07380C8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05102" y="1233274"/>
                  <a:ext cx="30168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9" name="잉크 28">
                  <a:extLst>
                    <a:ext uri="{FF2B5EF4-FFF2-40B4-BE49-F238E27FC236}">
                      <a16:creationId xmlns:a16="http://schemas.microsoft.com/office/drawing/2014/main" id="{B47BE381-7CC3-B4E7-715C-C42B63FC162F}"/>
                    </a:ext>
                  </a:extLst>
                </p14:cNvPr>
                <p14:cNvContentPartPr/>
                <p14:nvPr/>
              </p14:nvContentPartPr>
              <p14:xfrm>
                <a:off x="1131982" y="1210234"/>
                <a:ext cx="203760" cy="135720"/>
              </p14:xfrm>
            </p:contentPart>
          </mc:Choice>
          <mc:Fallback>
            <p:pic>
              <p:nvPicPr>
                <p:cNvPr id="29" name="잉크 28">
                  <a:extLst>
                    <a:ext uri="{FF2B5EF4-FFF2-40B4-BE49-F238E27FC236}">
                      <a16:creationId xmlns:a16="http://schemas.microsoft.com/office/drawing/2014/main" id="{B47BE381-7CC3-B4E7-715C-C42B63FC162F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123342" y="1201594"/>
                  <a:ext cx="221400" cy="15336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문맥 교환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4313" y="1571625"/>
            <a:ext cx="8715375" cy="5000625"/>
          </a:xfrm>
        </p:spPr>
        <p:txBody>
          <a:bodyPr/>
          <a:lstStyle/>
          <a:p>
            <a:pPr>
              <a:defRPr/>
            </a:pPr>
            <a:r>
              <a:rPr lang="ko-KR" altLang="en-US" dirty="0">
                <a:latin typeface="+mn-ea"/>
              </a:rPr>
              <a:t> 문맥 교환</a:t>
            </a:r>
            <a:r>
              <a:rPr lang="en-US" altLang="ko-KR" dirty="0">
                <a:latin typeface="+mn-ea"/>
              </a:rPr>
              <a:t>(context switch) </a:t>
            </a:r>
            <a:r>
              <a:rPr lang="ko-KR" altLang="en-US" dirty="0">
                <a:latin typeface="+mn-ea"/>
              </a:rPr>
              <a:t>정의</a:t>
            </a:r>
          </a:p>
          <a:p>
            <a:pPr lvl="1">
              <a:defRPr/>
            </a:pPr>
            <a:r>
              <a:rPr lang="en-US" altLang="ko-KR" sz="2000" dirty="0">
                <a:latin typeface="+mn-ea"/>
              </a:rPr>
              <a:t>CPU</a:t>
            </a:r>
            <a:r>
              <a:rPr lang="ko-KR" altLang="en-US" sz="2000" dirty="0">
                <a:latin typeface="+mn-ea"/>
              </a:rPr>
              <a:t>를 다른 프로세스로 전환하기 위해 이전의 프로세스 상태를 보관하고 새로운 프로세스의 보관된 상태를 적재하는 작업</a:t>
            </a:r>
          </a:p>
          <a:p>
            <a:pPr lvl="1">
              <a:defRPr/>
            </a:pPr>
            <a:r>
              <a:rPr lang="ko-KR" altLang="en-US" sz="2000" dirty="0">
                <a:latin typeface="+mn-ea"/>
              </a:rPr>
              <a:t>전환하는 동안 어떤 유용한 작업도 불가능</a:t>
            </a:r>
            <a:endParaRPr lang="en-US" altLang="ko-KR" sz="2000" dirty="0">
              <a:latin typeface="+mn-ea"/>
            </a:endParaRPr>
          </a:p>
          <a:p>
            <a:pPr lvl="1">
              <a:defRPr/>
            </a:pPr>
            <a:endParaRPr lang="en-US" altLang="ko-KR" sz="2000" dirty="0">
              <a:latin typeface="+mn-ea"/>
            </a:endParaRPr>
          </a:p>
          <a:p>
            <a:pPr lvl="1">
              <a:defRPr/>
            </a:pPr>
            <a:endParaRPr lang="en-US" altLang="ko-KR" sz="2000" dirty="0">
              <a:latin typeface="+mn-ea"/>
            </a:endParaRPr>
          </a:p>
          <a:p>
            <a:pPr lvl="1">
              <a:defRPr/>
            </a:pPr>
            <a:endParaRPr lang="en-US" altLang="ko-KR" sz="2000" dirty="0">
              <a:latin typeface="+mn-ea"/>
            </a:endParaRPr>
          </a:p>
          <a:p>
            <a:pPr lvl="1">
              <a:defRPr/>
            </a:pPr>
            <a:endParaRPr lang="en-US" altLang="ko-KR" sz="2000" dirty="0">
              <a:latin typeface="+mn-ea"/>
            </a:endParaRPr>
          </a:p>
          <a:p>
            <a:pPr lvl="1">
              <a:defRPr/>
            </a:pPr>
            <a:endParaRPr lang="en-US" altLang="ko-KR" dirty="0">
              <a:latin typeface="+mn-ea"/>
            </a:endParaRPr>
          </a:p>
          <a:p>
            <a:pPr>
              <a:defRPr/>
            </a:pPr>
            <a:r>
              <a:rPr lang="ko-KR" altLang="en-US" dirty="0">
                <a:latin typeface="+mn-ea"/>
              </a:rPr>
              <a:t> 문맥 교환 시간</a:t>
            </a:r>
          </a:p>
          <a:p>
            <a:pPr lvl="1">
              <a:defRPr/>
            </a:pPr>
            <a:r>
              <a:rPr lang="ko-KR" altLang="en-US" sz="2000" dirty="0">
                <a:latin typeface="+mn-ea"/>
              </a:rPr>
              <a:t>하드웨어 지원에 의해 크게 결정</a:t>
            </a:r>
            <a:r>
              <a:rPr lang="en-US" altLang="ko-KR" sz="2000" dirty="0">
                <a:latin typeface="+mn-ea"/>
              </a:rPr>
              <a:t>: </a:t>
            </a:r>
            <a:r>
              <a:rPr lang="ko-KR" altLang="en-US" sz="2000" dirty="0">
                <a:latin typeface="+mn-ea"/>
              </a:rPr>
              <a:t>기억 장치의 속도</a:t>
            </a:r>
            <a:r>
              <a:rPr lang="en-US" altLang="ko-KR" sz="2000" dirty="0">
                <a:latin typeface="+mn-ea"/>
              </a:rPr>
              <a:t>, </a:t>
            </a:r>
            <a:r>
              <a:rPr lang="ko-KR" altLang="en-US" sz="2000" dirty="0">
                <a:latin typeface="+mn-ea"/>
              </a:rPr>
              <a:t>레지스터 수</a:t>
            </a:r>
            <a:r>
              <a:rPr lang="en-US" altLang="ko-KR" sz="2000" dirty="0">
                <a:latin typeface="+mn-ea"/>
              </a:rPr>
              <a:t>, </a:t>
            </a:r>
            <a:r>
              <a:rPr lang="ko-KR" altLang="en-US" sz="2000" dirty="0">
                <a:latin typeface="+mn-ea"/>
              </a:rPr>
              <a:t>특권명령 등</a:t>
            </a:r>
          </a:p>
          <a:p>
            <a:pPr lvl="1">
              <a:defRPr/>
            </a:pPr>
            <a:r>
              <a:rPr lang="ko-KR" altLang="en-US" sz="2000" dirty="0">
                <a:latin typeface="+mn-ea"/>
              </a:rPr>
              <a:t>운영 체제가 복잡할수록 문맥 교환에 더 많은 작업 요구</a:t>
            </a:r>
          </a:p>
        </p:txBody>
      </p:sp>
      <p:sp>
        <p:nvSpPr>
          <p:cNvPr id="25604" name="슬라이드 번호 개체 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7A6E969C-9016-4067-9409-8AC21C26FEC6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12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p:pic>
        <p:nvPicPr>
          <p:cNvPr id="25605" name="Picture 4" descr="C:\Documents and Settings\Hanami\바탕 화면\운영체제\(강의교안)_그림파일_1장-13장\ch03_프로세스와 스레드\ch03-11_cut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708"/>
          <a:stretch>
            <a:fillRect/>
          </a:stretch>
        </p:blipFill>
        <p:spPr bwMode="auto">
          <a:xfrm>
            <a:off x="2214563" y="3214688"/>
            <a:ext cx="4524375" cy="166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그룹 3">
            <a:extLst>
              <a:ext uri="{FF2B5EF4-FFF2-40B4-BE49-F238E27FC236}">
                <a16:creationId xmlns:a16="http://schemas.microsoft.com/office/drawing/2014/main" id="{B702214E-5823-CC10-99B7-DC3EE1E3A2B3}"/>
              </a:ext>
            </a:extLst>
          </p:cNvPr>
          <p:cNvGrpSpPr/>
          <p:nvPr/>
        </p:nvGrpSpPr>
        <p:grpSpPr>
          <a:xfrm>
            <a:off x="226942" y="1963321"/>
            <a:ext cx="2267640" cy="2634120"/>
            <a:chOff x="226942" y="1963321"/>
            <a:chExt cx="2267640" cy="2634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2" name="잉크 1">
                  <a:extLst>
                    <a:ext uri="{FF2B5EF4-FFF2-40B4-BE49-F238E27FC236}">
                      <a16:creationId xmlns:a16="http://schemas.microsoft.com/office/drawing/2014/main" id="{251B6893-15CE-CC30-0421-A5575CAAAEFC}"/>
                    </a:ext>
                  </a:extLst>
                </p14:cNvPr>
                <p14:cNvContentPartPr/>
                <p14:nvPr/>
              </p14:nvContentPartPr>
              <p14:xfrm>
                <a:off x="2192182" y="3619321"/>
                <a:ext cx="302400" cy="978120"/>
              </p14:xfrm>
            </p:contentPart>
          </mc:Choice>
          <mc:Fallback>
            <p:pic>
              <p:nvPicPr>
                <p:cNvPr id="2" name="잉크 1">
                  <a:extLst>
                    <a:ext uri="{FF2B5EF4-FFF2-40B4-BE49-F238E27FC236}">
                      <a16:creationId xmlns:a16="http://schemas.microsoft.com/office/drawing/2014/main" id="{251B6893-15CE-CC30-0421-A5575CAAAEFC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183182" y="3610321"/>
                  <a:ext cx="320040" cy="9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3" name="잉크 2">
                  <a:extLst>
                    <a:ext uri="{FF2B5EF4-FFF2-40B4-BE49-F238E27FC236}">
                      <a16:creationId xmlns:a16="http://schemas.microsoft.com/office/drawing/2014/main" id="{528769A1-7FA2-381B-55DA-06897EA44A73}"/>
                    </a:ext>
                  </a:extLst>
                </p14:cNvPr>
                <p14:cNvContentPartPr/>
                <p14:nvPr/>
              </p14:nvContentPartPr>
              <p14:xfrm>
                <a:off x="226942" y="1963321"/>
                <a:ext cx="1949400" cy="2358720"/>
              </p14:xfrm>
            </p:contentPart>
          </mc:Choice>
          <mc:Fallback>
            <p:pic>
              <p:nvPicPr>
                <p:cNvPr id="3" name="잉크 2">
                  <a:extLst>
                    <a:ext uri="{FF2B5EF4-FFF2-40B4-BE49-F238E27FC236}">
                      <a16:creationId xmlns:a16="http://schemas.microsoft.com/office/drawing/2014/main" id="{528769A1-7FA2-381B-55DA-06897EA44A73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18302" y="1954681"/>
                  <a:ext cx="1967040" cy="2376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3A44068F-5FBD-6622-475C-7D459853B2E2}"/>
              </a:ext>
            </a:extLst>
          </p:cNvPr>
          <p:cNvGrpSpPr/>
          <p:nvPr/>
        </p:nvGrpSpPr>
        <p:grpSpPr>
          <a:xfrm>
            <a:off x="725542" y="3481801"/>
            <a:ext cx="1022760" cy="298800"/>
            <a:chOff x="725542" y="3481801"/>
            <a:chExt cx="1022760" cy="298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5" name="잉크 4">
                  <a:extLst>
                    <a:ext uri="{FF2B5EF4-FFF2-40B4-BE49-F238E27FC236}">
                      <a16:creationId xmlns:a16="http://schemas.microsoft.com/office/drawing/2014/main" id="{3B3E44F1-A926-9B12-8A11-4B571B99A31B}"/>
                    </a:ext>
                  </a:extLst>
                </p14:cNvPr>
                <p14:cNvContentPartPr/>
                <p14:nvPr/>
              </p14:nvContentPartPr>
              <p14:xfrm>
                <a:off x="725542" y="3546961"/>
                <a:ext cx="171360" cy="158040"/>
              </p14:xfrm>
            </p:contentPart>
          </mc:Choice>
          <mc:Fallback>
            <p:pic>
              <p:nvPicPr>
                <p:cNvPr id="5" name="잉크 4">
                  <a:extLst>
                    <a:ext uri="{FF2B5EF4-FFF2-40B4-BE49-F238E27FC236}">
                      <a16:creationId xmlns:a16="http://schemas.microsoft.com/office/drawing/2014/main" id="{3B3E44F1-A926-9B12-8A11-4B571B99A31B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716542" y="3538321"/>
                  <a:ext cx="18900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6" name="잉크 5">
                  <a:extLst>
                    <a:ext uri="{FF2B5EF4-FFF2-40B4-BE49-F238E27FC236}">
                      <a16:creationId xmlns:a16="http://schemas.microsoft.com/office/drawing/2014/main" id="{202CE097-E77D-5CA2-DA76-469E6EDF30A1}"/>
                    </a:ext>
                  </a:extLst>
                </p14:cNvPr>
                <p14:cNvContentPartPr/>
                <p14:nvPr/>
              </p14:nvContentPartPr>
              <p14:xfrm>
                <a:off x="920662" y="3526801"/>
                <a:ext cx="32760" cy="193680"/>
              </p14:xfrm>
            </p:contentPart>
          </mc:Choice>
          <mc:Fallback>
            <p:pic>
              <p:nvPicPr>
                <p:cNvPr id="6" name="잉크 5">
                  <a:extLst>
                    <a:ext uri="{FF2B5EF4-FFF2-40B4-BE49-F238E27FC236}">
                      <a16:creationId xmlns:a16="http://schemas.microsoft.com/office/drawing/2014/main" id="{202CE097-E77D-5CA2-DA76-469E6EDF30A1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911662" y="3517801"/>
                  <a:ext cx="5040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E74D1CD5-F779-547D-A153-136FD0D7EB7E}"/>
                    </a:ext>
                  </a:extLst>
                </p14:cNvPr>
                <p14:cNvContentPartPr/>
                <p14:nvPr/>
              </p14:nvContentPartPr>
              <p14:xfrm>
                <a:off x="906982" y="3502321"/>
                <a:ext cx="97560" cy="136440"/>
              </p14:xfrm>
            </p:contentPart>
          </mc:Choice>
          <mc:Fallback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E74D1CD5-F779-547D-A153-136FD0D7EB7E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97982" y="3493321"/>
                  <a:ext cx="11520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DCB5C1D1-BEC3-83A0-3427-3D102AA24096}"/>
                    </a:ext>
                  </a:extLst>
                </p14:cNvPr>
                <p14:cNvContentPartPr/>
                <p14:nvPr/>
              </p14:nvContentPartPr>
              <p14:xfrm>
                <a:off x="1069342" y="3481801"/>
                <a:ext cx="103680" cy="166680"/>
              </p14:xfrm>
            </p:contentPart>
          </mc:Choice>
          <mc:Fallback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DCB5C1D1-BEC3-83A0-3427-3D102AA24096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060702" y="3473161"/>
                  <a:ext cx="12132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8CA83A19-7C9C-ACCC-72C6-E41B6C2F5624}"/>
                    </a:ext>
                  </a:extLst>
                </p14:cNvPr>
                <p14:cNvContentPartPr/>
                <p14:nvPr/>
              </p14:nvContentPartPr>
              <p14:xfrm>
                <a:off x="1326742" y="3518521"/>
                <a:ext cx="87480" cy="140040"/>
              </p14:xfrm>
            </p:contentPart>
          </mc:Choice>
          <mc:Fallback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8CA83A19-7C9C-ACCC-72C6-E41B6C2F5624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317742" y="3509521"/>
                  <a:ext cx="10512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49CBFF1A-DCA9-FB81-DE05-48C4807CC50F}"/>
                    </a:ext>
                  </a:extLst>
                </p14:cNvPr>
                <p14:cNvContentPartPr/>
                <p14:nvPr/>
              </p14:nvContentPartPr>
              <p14:xfrm>
                <a:off x="1334302" y="3608521"/>
                <a:ext cx="133200" cy="95760"/>
              </p14:xfrm>
            </p:contentPart>
          </mc:Choice>
          <mc:Fallback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49CBFF1A-DCA9-FB81-DE05-48C4807CC50F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325662" y="3599881"/>
                  <a:ext cx="15084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961A0AC2-0419-1117-09EA-4E08BC1FC938}"/>
                    </a:ext>
                  </a:extLst>
                </p14:cNvPr>
                <p14:cNvContentPartPr/>
                <p14:nvPr/>
              </p14:nvContentPartPr>
              <p14:xfrm>
                <a:off x="1386142" y="3677641"/>
                <a:ext cx="105120" cy="102960"/>
              </p14:xfrm>
            </p:contentPart>
          </mc:Choice>
          <mc:Fallback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961A0AC2-0419-1117-09EA-4E08BC1FC938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377142" y="3668641"/>
                  <a:ext cx="12276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DC561ED5-3294-6E65-7E03-A0CE04A05128}"/>
                    </a:ext>
                  </a:extLst>
                </p14:cNvPr>
                <p14:cNvContentPartPr/>
                <p14:nvPr/>
              </p14:nvContentPartPr>
              <p14:xfrm>
                <a:off x="1495582" y="3509161"/>
                <a:ext cx="124200" cy="146520"/>
              </p14:xfrm>
            </p:contentPart>
          </mc:Choice>
          <mc:Fallback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DC561ED5-3294-6E65-7E03-A0CE04A05128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486942" y="3500521"/>
                  <a:ext cx="14184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129ED1AC-477D-F840-D81E-0BCD147C6E60}"/>
                    </a:ext>
                  </a:extLst>
                </p14:cNvPr>
                <p14:cNvContentPartPr/>
                <p14:nvPr/>
              </p14:nvContentPartPr>
              <p14:xfrm>
                <a:off x="1624102" y="3486121"/>
                <a:ext cx="124200" cy="195120"/>
              </p14:xfrm>
            </p:contentPart>
          </mc:Choice>
          <mc:Fallback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129ED1AC-477D-F840-D81E-0BCD147C6E60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615102" y="3477121"/>
                  <a:ext cx="141840" cy="212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622" name="그룹 25621">
            <a:extLst>
              <a:ext uri="{FF2B5EF4-FFF2-40B4-BE49-F238E27FC236}">
                <a16:creationId xmlns:a16="http://schemas.microsoft.com/office/drawing/2014/main" id="{C93D76FB-F8A8-1462-F533-2391A123A245}"/>
              </a:ext>
            </a:extLst>
          </p:cNvPr>
          <p:cNvGrpSpPr/>
          <p:nvPr/>
        </p:nvGrpSpPr>
        <p:grpSpPr>
          <a:xfrm>
            <a:off x="3236542" y="5177761"/>
            <a:ext cx="2841480" cy="331560"/>
            <a:chOff x="3236542" y="5177761"/>
            <a:chExt cx="2841480" cy="331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37604A09-A6BC-8CC5-A1AB-E14DBC2D1C1D}"/>
                    </a:ext>
                  </a:extLst>
                </p14:cNvPr>
                <p14:cNvContentPartPr/>
                <p14:nvPr/>
              </p14:nvContentPartPr>
              <p14:xfrm>
                <a:off x="3273262" y="5228161"/>
                <a:ext cx="51480" cy="214200"/>
              </p14:xfrm>
            </p:contentPart>
          </mc:Choice>
          <mc:Fallback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37604A09-A6BC-8CC5-A1AB-E14DBC2D1C1D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3264262" y="5219521"/>
                  <a:ext cx="6912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D4702B9E-B3D8-8AE1-3265-690333324BBA}"/>
                    </a:ext>
                  </a:extLst>
                </p14:cNvPr>
                <p14:cNvContentPartPr/>
                <p14:nvPr/>
              </p14:nvContentPartPr>
              <p14:xfrm>
                <a:off x="3255622" y="5320321"/>
                <a:ext cx="134280" cy="65520"/>
              </p14:xfrm>
            </p:contentPart>
          </mc:Choice>
          <mc:Fallback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D4702B9E-B3D8-8AE1-3265-690333324BBA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3246982" y="5311321"/>
                  <a:ext cx="15192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6AF59FB2-8F1E-E451-0EA7-E2F64D3514EB}"/>
                    </a:ext>
                  </a:extLst>
                </p14:cNvPr>
                <p14:cNvContentPartPr/>
                <p14:nvPr/>
              </p14:nvContentPartPr>
              <p14:xfrm>
                <a:off x="3355342" y="5211601"/>
                <a:ext cx="60480" cy="287640"/>
              </p14:xfrm>
            </p:contentPart>
          </mc:Choice>
          <mc:Fallback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6AF59FB2-8F1E-E451-0EA7-E2F64D3514EB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3346342" y="5202961"/>
                  <a:ext cx="78120" cy="30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37D62123-6919-919A-C0B8-2FEE89E0E974}"/>
                    </a:ext>
                  </a:extLst>
                </p14:cNvPr>
                <p14:cNvContentPartPr/>
                <p14:nvPr/>
              </p14:nvContentPartPr>
              <p14:xfrm>
                <a:off x="3360742" y="5368561"/>
                <a:ext cx="100080" cy="78840"/>
              </p14:xfrm>
            </p:contentPart>
          </mc:Choice>
          <mc:Fallback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37D62123-6919-919A-C0B8-2FEE89E0E974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3352102" y="5359561"/>
                  <a:ext cx="11772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19" name="잉크 18">
                  <a:extLst>
                    <a:ext uri="{FF2B5EF4-FFF2-40B4-BE49-F238E27FC236}">
                      <a16:creationId xmlns:a16="http://schemas.microsoft.com/office/drawing/2014/main" id="{C0A443C7-5F9E-2116-0580-1C6F06A30902}"/>
                    </a:ext>
                  </a:extLst>
                </p14:cNvPr>
                <p14:cNvContentPartPr/>
                <p14:nvPr/>
              </p14:nvContentPartPr>
              <p14:xfrm>
                <a:off x="3378742" y="5429401"/>
                <a:ext cx="99360" cy="46080"/>
              </p14:xfrm>
            </p:contentPart>
          </mc:Choice>
          <mc:Fallback>
            <p:pic>
              <p:nvPicPr>
                <p:cNvPr id="19" name="잉크 18">
                  <a:extLst>
                    <a:ext uri="{FF2B5EF4-FFF2-40B4-BE49-F238E27FC236}">
                      <a16:creationId xmlns:a16="http://schemas.microsoft.com/office/drawing/2014/main" id="{C0A443C7-5F9E-2116-0580-1C6F06A30902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3369742" y="5420401"/>
                  <a:ext cx="11700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0" name="잉크 19">
                  <a:extLst>
                    <a:ext uri="{FF2B5EF4-FFF2-40B4-BE49-F238E27FC236}">
                      <a16:creationId xmlns:a16="http://schemas.microsoft.com/office/drawing/2014/main" id="{6CF82B30-4BDD-059E-9CB9-4F39E0D76007}"/>
                    </a:ext>
                  </a:extLst>
                </p14:cNvPr>
                <p14:cNvContentPartPr/>
                <p14:nvPr/>
              </p14:nvContentPartPr>
              <p14:xfrm>
                <a:off x="3236542" y="5245441"/>
                <a:ext cx="76320" cy="48960"/>
              </p14:xfrm>
            </p:contentPart>
          </mc:Choice>
          <mc:Fallback>
            <p:pic>
              <p:nvPicPr>
                <p:cNvPr id="20" name="잉크 19">
                  <a:extLst>
                    <a:ext uri="{FF2B5EF4-FFF2-40B4-BE49-F238E27FC236}">
                      <a16:creationId xmlns:a16="http://schemas.microsoft.com/office/drawing/2014/main" id="{6CF82B30-4BDD-059E-9CB9-4F39E0D76007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3227902" y="5236801"/>
                  <a:ext cx="9396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1" name="잉크 20">
                  <a:extLst>
                    <a:ext uri="{FF2B5EF4-FFF2-40B4-BE49-F238E27FC236}">
                      <a16:creationId xmlns:a16="http://schemas.microsoft.com/office/drawing/2014/main" id="{1034BDFF-6EDE-DBCF-F283-33940F665D30}"/>
                    </a:ext>
                  </a:extLst>
                </p14:cNvPr>
                <p14:cNvContentPartPr/>
                <p14:nvPr/>
              </p14:nvContentPartPr>
              <p14:xfrm>
                <a:off x="3423382" y="5196481"/>
                <a:ext cx="91800" cy="47160"/>
              </p14:xfrm>
            </p:contentPart>
          </mc:Choice>
          <mc:Fallback>
            <p:pic>
              <p:nvPicPr>
                <p:cNvPr id="21" name="잉크 20">
                  <a:extLst>
                    <a:ext uri="{FF2B5EF4-FFF2-40B4-BE49-F238E27FC236}">
                      <a16:creationId xmlns:a16="http://schemas.microsoft.com/office/drawing/2014/main" id="{1034BDFF-6EDE-DBCF-F283-33940F665D30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3414742" y="5187841"/>
                  <a:ext cx="10944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2" name="잉크 21">
                  <a:extLst>
                    <a:ext uri="{FF2B5EF4-FFF2-40B4-BE49-F238E27FC236}">
                      <a16:creationId xmlns:a16="http://schemas.microsoft.com/office/drawing/2014/main" id="{3D582919-B788-D16D-BCBD-192A12CBCD05}"/>
                    </a:ext>
                  </a:extLst>
                </p14:cNvPr>
                <p14:cNvContentPartPr/>
                <p14:nvPr/>
              </p14:nvContentPartPr>
              <p14:xfrm>
                <a:off x="3479182" y="5229241"/>
                <a:ext cx="60480" cy="99360"/>
              </p14:xfrm>
            </p:contentPart>
          </mc:Choice>
          <mc:Fallback>
            <p:pic>
              <p:nvPicPr>
                <p:cNvPr id="22" name="잉크 21">
                  <a:extLst>
                    <a:ext uri="{FF2B5EF4-FFF2-40B4-BE49-F238E27FC236}">
                      <a16:creationId xmlns:a16="http://schemas.microsoft.com/office/drawing/2014/main" id="{3D582919-B788-D16D-BCBD-192A12CBCD05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3470182" y="5220241"/>
                  <a:ext cx="7812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3" name="잉크 22">
                  <a:extLst>
                    <a:ext uri="{FF2B5EF4-FFF2-40B4-BE49-F238E27FC236}">
                      <a16:creationId xmlns:a16="http://schemas.microsoft.com/office/drawing/2014/main" id="{0F968E85-A424-4BF8-1F7E-71BD8ED2185F}"/>
                    </a:ext>
                  </a:extLst>
                </p14:cNvPr>
                <p14:cNvContentPartPr/>
                <p14:nvPr/>
              </p14:nvContentPartPr>
              <p14:xfrm>
                <a:off x="3459022" y="5294401"/>
                <a:ext cx="113400" cy="63720"/>
              </p14:xfrm>
            </p:contentPart>
          </mc:Choice>
          <mc:Fallback>
            <p:pic>
              <p:nvPicPr>
                <p:cNvPr id="23" name="잉크 22">
                  <a:extLst>
                    <a:ext uri="{FF2B5EF4-FFF2-40B4-BE49-F238E27FC236}">
                      <a16:creationId xmlns:a16="http://schemas.microsoft.com/office/drawing/2014/main" id="{0F968E85-A424-4BF8-1F7E-71BD8ED2185F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3450382" y="5285401"/>
                  <a:ext cx="13104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24" name="잉크 23">
                  <a:extLst>
                    <a:ext uri="{FF2B5EF4-FFF2-40B4-BE49-F238E27FC236}">
                      <a16:creationId xmlns:a16="http://schemas.microsoft.com/office/drawing/2014/main" id="{D4FDCB22-7D19-C004-A4F3-62B708C1AF55}"/>
                    </a:ext>
                  </a:extLst>
                </p14:cNvPr>
                <p14:cNvContentPartPr/>
                <p14:nvPr/>
              </p14:nvContentPartPr>
              <p14:xfrm>
                <a:off x="3464782" y="5339401"/>
                <a:ext cx="148680" cy="134280"/>
              </p14:xfrm>
            </p:contentPart>
          </mc:Choice>
          <mc:Fallback>
            <p:pic>
              <p:nvPicPr>
                <p:cNvPr id="24" name="잉크 23">
                  <a:extLst>
                    <a:ext uri="{FF2B5EF4-FFF2-40B4-BE49-F238E27FC236}">
                      <a16:creationId xmlns:a16="http://schemas.microsoft.com/office/drawing/2014/main" id="{D4FDCB22-7D19-C004-A4F3-62B708C1AF55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3456142" y="5330401"/>
                  <a:ext cx="16632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25" name="잉크 24">
                  <a:extLst>
                    <a:ext uri="{FF2B5EF4-FFF2-40B4-BE49-F238E27FC236}">
                      <a16:creationId xmlns:a16="http://schemas.microsoft.com/office/drawing/2014/main" id="{5CAD8511-7C30-B509-F7FF-5676631FB8C8}"/>
                    </a:ext>
                  </a:extLst>
                </p14:cNvPr>
                <p14:cNvContentPartPr/>
                <p14:nvPr/>
              </p14:nvContentPartPr>
              <p14:xfrm>
                <a:off x="3625702" y="5202961"/>
                <a:ext cx="133560" cy="235080"/>
              </p14:xfrm>
            </p:contentPart>
          </mc:Choice>
          <mc:Fallback>
            <p:pic>
              <p:nvPicPr>
                <p:cNvPr id="25" name="잉크 24">
                  <a:extLst>
                    <a:ext uri="{FF2B5EF4-FFF2-40B4-BE49-F238E27FC236}">
                      <a16:creationId xmlns:a16="http://schemas.microsoft.com/office/drawing/2014/main" id="{5CAD8511-7C30-B509-F7FF-5676631FB8C8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3617062" y="5194321"/>
                  <a:ext cx="15120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26" name="잉크 25">
                  <a:extLst>
                    <a:ext uri="{FF2B5EF4-FFF2-40B4-BE49-F238E27FC236}">
                      <a16:creationId xmlns:a16="http://schemas.microsoft.com/office/drawing/2014/main" id="{9BD5A740-AAE5-4402-2DAE-A4583B6BB867}"/>
                    </a:ext>
                  </a:extLst>
                </p14:cNvPr>
                <p14:cNvContentPartPr/>
                <p14:nvPr/>
              </p14:nvContentPartPr>
              <p14:xfrm>
                <a:off x="3670342" y="5312041"/>
                <a:ext cx="69120" cy="52560"/>
              </p14:xfrm>
            </p:contentPart>
          </mc:Choice>
          <mc:Fallback>
            <p:pic>
              <p:nvPicPr>
                <p:cNvPr id="26" name="잉크 25">
                  <a:extLst>
                    <a:ext uri="{FF2B5EF4-FFF2-40B4-BE49-F238E27FC236}">
                      <a16:creationId xmlns:a16="http://schemas.microsoft.com/office/drawing/2014/main" id="{9BD5A740-AAE5-4402-2DAE-A4583B6BB867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3661342" y="5303041"/>
                  <a:ext cx="8676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27" name="잉크 26">
                  <a:extLst>
                    <a:ext uri="{FF2B5EF4-FFF2-40B4-BE49-F238E27FC236}">
                      <a16:creationId xmlns:a16="http://schemas.microsoft.com/office/drawing/2014/main" id="{51F7A048-875A-CEB5-5D2D-ECB597193A36}"/>
                    </a:ext>
                  </a:extLst>
                </p14:cNvPr>
                <p14:cNvContentPartPr/>
                <p14:nvPr/>
              </p14:nvContentPartPr>
              <p14:xfrm>
                <a:off x="3740542" y="5214841"/>
                <a:ext cx="183240" cy="205560"/>
              </p14:xfrm>
            </p:contentPart>
          </mc:Choice>
          <mc:Fallback>
            <p:pic>
              <p:nvPicPr>
                <p:cNvPr id="27" name="잉크 26">
                  <a:extLst>
                    <a:ext uri="{FF2B5EF4-FFF2-40B4-BE49-F238E27FC236}">
                      <a16:creationId xmlns:a16="http://schemas.microsoft.com/office/drawing/2014/main" id="{51F7A048-875A-CEB5-5D2D-ECB597193A36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3731902" y="5206201"/>
                  <a:ext cx="20088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28" name="잉크 27">
                  <a:extLst>
                    <a:ext uri="{FF2B5EF4-FFF2-40B4-BE49-F238E27FC236}">
                      <a16:creationId xmlns:a16="http://schemas.microsoft.com/office/drawing/2014/main" id="{17947063-B551-E103-D9F8-9FD9CA93D3CD}"/>
                    </a:ext>
                  </a:extLst>
                </p14:cNvPr>
                <p14:cNvContentPartPr/>
                <p14:nvPr/>
              </p14:nvContentPartPr>
              <p14:xfrm>
                <a:off x="3985342" y="5243641"/>
                <a:ext cx="125640" cy="145440"/>
              </p14:xfrm>
            </p:contentPart>
          </mc:Choice>
          <mc:Fallback>
            <p:pic>
              <p:nvPicPr>
                <p:cNvPr id="28" name="잉크 27">
                  <a:extLst>
                    <a:ext uri="{FF2B5EF4-FFF2-40B4-BE49-F238E27FC236}">
                      <a16:creationId xmlns:a16="http://schemas.microsoft.com/office/drawing/2014/main" id="{17947063-B551-E103-D9F8-9FD9CA93D3CD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3976342" y="5234641"/>
                  <a:ext cx="14328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29" name="잉크 28">
                  <a:extLst>
                    <a:ext uri="{FF2B5EF4-FFF2-40B4-BE49-F238E27FC236}">
                      <a16:creationId xmlns:a16="http://schemas.microsoft.com/office/drawing/2014/main" id="{98A60DFC-45EB-E3DC-70AF-7BB803FF8183}"/>
                    </a:ext>
                  </a:extLst>
                </p14:cNvPr>
                <p14:cNvContentPartPr/>
                <p14:nvPr/>
              </p14:nvContentPartPr>
              <p14:xfrm>
                <a:off x="4126822" y="5226001"/>
                <a:ext cx="67680" cy="145440"/>
              </p14:xfrm>
            </p:contentPart>
          </mc:Choice>
          <mc:Fallback>
            <p:pic>
              <p:nvPicPr>
                <p:cNvPr id="29" name="잉크 28">
                  <a:extLst>
                    <a:ext uri="{FF2B5EF4-FFF2-40B4-BE49-F238E27FC236}">
                      <a16:creationId xmlns:a16="http://schemas.microsoft.com/office/drawing/2014/main" id="{98A60DFC-45EB-E3DC-70AF-7BB803FF8183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4118182" y="5217001"/>
                  <a:ext cx="8532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30" name="잉크 29">
                  <a:extLst>
                    <a:ext uri="{FF2B5EF4-FFF2-40B4-BE49-F238E27FC236}">
                      <a16:creationId xmlns:a16="http://schemas.microsoft.com/office/drawing/2014/main" id="{660EEC32-5696-4057-9B2D-BF7C1BF27B97}"/>
                    </a:ext>
                  </a:extLst>
                </p14:cNvPr>
                <p14:cNvContentPartPr/>
                <p14:nvPr/>
              </p14:nvContentPartPr>
              <p14:xfrm>
                <a:off x="4111342" y="5360641"/>
                <a:ext cx="96840" cy="100800"/>
              </p14:xfrm>
            </p:contentPart>
          </mc:Choice>
          <mc:Fallback>
            <p:pic>
              <p:nvPicPr>
                <p:cNvPr id="30" name="잉크 29">
                  <a:extLst>
                    <a:ext uri="{FF2B5EF4-FFF2-40B4-BE49-F238E27FC236}">
                      <a16:creationId xmlns:a16="http://schemas.microsoft.com/office/drawing/2014/main" id="{660EEC32-5696-4057-9B2D-BF7C1BF27B97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4102702" y="5351641"/>
                  <a:ext cx="11448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31" name="잉크 30">
                  <a:extLst>
                    <a:ext uri="{FF2B5EF4-FFF2-40B4-BE49-F238E27FC236}">
                      <a16:creationId xmlns:a16="http://schemas.microsoft.com/office/drawing/2014/main" id="{A59601B3-D4E8-5BC7-CEFD-41F6ADE89601}"/>
                    </a:ext>
                  </a:extLst>
                </p14:cNvPr>
                <p14:cNvContentPartPr/>
                <p14:nvPr/>
              </p14:nvContentPartPr>
              <p14:xfrm>
                <a:off x="4222582" y="5229241"/>
                <a:ext cx="149760" cy="154440"/>
              </p14:xfrm>
            </p:contentPart>
          </mc:Choice>
          <mc:Fallback>
            <p:pic>
              <p:nvPicPr>
                <p:cNvPr id="31" name="잉크 30">
                  <a:extLst>
                    <a:ext uri="{FF2B5EF4-FFF2-40B4-BE49-F238E27FC236}">
                      <a16:creationId xmlns:a16="http://schemas.microsoft.com/office/drawing/2014/main" id="{A59601B3-D4E8-5BC7-CEFD-41F6ADE89601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4213582" y="5220601"/>
                  <a:ext cx="16740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25600" name="잉크 25599">
                  <a:extLst>
                    <a:ext uri="{FF2B5EF4-FFF2-40B4-BE49-F238E27FC236}">
                      <a16:creationId xmlns:a16="http://schemas.microsoft.com/office/drawing/2014/main" id="{C1851CB9-982A-A613-9323-0328A0598C6E}"/>
                    </a:ext>
                  </a:extLst>
                </p14:cNvPr>
                <p14:cNvContentPartPr/>
                <p14:nvPr/>
              </p14:nvContentPartPr>
              <p14:xfrm>
                <a:off x="4289542" y="5343721"/>
                <a:ext cx="107280" cy="153000"/>
              </p14:xfrm>
            </p:contentPart>
          </mc:Choice>
          <mc:Fallback>
            <p:pic>
              <p:nvPicPr>
                <p:cNvPr id="25600" name="잉크 25599">
                  <a:extLst>
                    <a:ext uri="{FF2B5EF4-FFF2-40B4-BE49-F238E27FC236}">
                      <a16:creationId xmlns:a16="http://schemas.microsoft.com/office/drawing/2014/main" id="{C1851CB9-982A-A613-9323-0328A0598C6E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4280542" y="5335081"/>
                  <a:ext cx="12492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25603" name="잉크 25602">
                  <a:extLst>
                    <a:ext uri="{FF2B5EF4-FFF2-40B4-BE49-F238E27FC236}">
                      <a16:creationId xmlns:a16="http://schemas.microsoft.com/office/drawing/2014/main" id="{4FAF76D5-F536-DF70-0D19-B2C3A776B029}"/>
                    </a:ext>
                  </a:extLst>
                </p14:cNvPr>
                <p14:cNvContentPartPr/>
                <p14:nvPr/>
              </p14:nvContentPartPr>
              <p14:xfrm>
                <a:off x="4455862" y="5217721"/>
                <a:ext cx="165960" cy="158040"/>
              </p14:xfrm>
            </p:contentPart>
          </mc:Choice>
          <mc:Fallback>
            <p:pic>
              <p:nvPicPr>
                <p:cNvPr id="25603" name="잉크 25602">
                  <a:extLst>
                    <a:ext uri="{FF2B5EF4-FFF2-40B4-BE49-F238E27FC236}">
                      <a16:creationId xmlns:a16="http://schemas.microsoft.com/office/drawing/2014/main" id="{4FAF76D5-F536-DF70-0D19-B2C3A776B029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4446862" y="5209081"/>
                  <a:ext cx="18360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25606" name="잉크 25605">
                  <a:extLst>
                    <a:ext uri="{FF2B5EF4-FFF2-40B4-BE49-F238E27FC236}">
                      <a16:creationId xmlns:a16="http://schemas.microsoft.com/office/drawing/2014/main" id="{462701D8-6451-A58D-C9CC-6BFFC32DA98C}"/>
                    </a:ext>
                  </a:extLst>
                </p14:cNvPr>
                <p14:cNvContentPartPr/>
                <p14:nvPr/>
              </p14:nvContentPartPr>
              <p14:xfrm>
                <a:off x="4529662" y="5305201"/>
                <a:ext cx="128880" cy="129240"/>
              </p14:xfrm>
            </p:contentPart>
          </mc:Choice>
          <mc:Fallback>
            <p:pic>
              <p:nvPicPr>
                <p:cNvPr id="25606" name="잉크 25605">
                  <a:extLst>
                    <a:ext uri="{FF2B5EF4-FFF2-40B4-BE49-F238E27FC236}">
                      <a16:creationId xmlns:a16="http://schemas.microsoft.com/office/drawing/2014/main" id="{462701D8-6451-A58D-C9CC-6BFFC32DA98C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4520662" y="5296561"/>
                  <a:ext cx="14652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25607" name="잉크 25606">
                  <a:extLst>
                    <a:ext uri="{FF2B5EF4-FFF2-40B4-BE49-F238E27FC236}">
                      <a16:creationId xmlns:a16="http://schemas.microsoft.com/office/drawing/2014/main" id="{53C981E6-DD32-0ACF-99EE-49D4B7EAE800}"/>
                    </a:ext>
                  </a:extLst>
                </p14:cNvPr>
                <p14:cNvContentPartPr/>
                <p14:nvPr/>
              </p14:nvContentPartPr>
              <p14:xfrm>
                <a:off x="4616422" y="5427241"/>
                <a:ext cx="81360" cy="82080"/>
              </p14:xfrm>
            </p:contentPart>
          </mc:Choice>
          <mc:Fallback>
            <p:pic>
              <p:nvPicPr>
                <p:cNvPr id="25607" name="잉크 25606">
                  <a:extLst>
                    <a:ext uri="{FF2B5EF4-FFF2-40B4-BE49-F238E27FC236}">
                      <a16:creationId xmlns:a16="http://schemas.microsoft.com/office/drawing/2014/main" id="{53C981E6-DD32-0ACF-99EE-49D4B7EAE800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4607782" y="5418241"/>
                  <a:ext cx="9900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25608" name="잉크 25607">
                  <a:extLst>
                    <a:ext uri="{FF2B5EF4-FFF2-40B4-BE49-F238E27FC236}">
                      <a16:creationId xmlns:a16="http://schemas.microsoft.com/office/drawing/2014/main" id="{B7D13A9D-961F-9303-18FB-F8F5B083DAF2}"/>
                    </a:ext>
                  </a:extLst>
                </p14:cNvPr>
                <p14:cNvContentPartPr/>
                <p14:nvPr/>
              </p14:nvContentPartPr>
              <p14:xfrm>
                <a:off x="4645942" y="5241121"/>
                <a:ext cx="128880" cy="100080"/>
              </p14:xfrm>
            </p:contentPart>
          </mc:Choice>
          <mc:Fallback>
            <p:pic>
              <p:nvPicPr>
                <p:cNvPr id="25608" name="잉크 25607">
                  <a:extLst>
                    <a:ext uri="{FF2B5EF4-FFF2-40B4-BE49-F238E27FC236}">
                      <a16:creationId xmlns:a16="http://schemas.microsoft.com/office/drawing/2014/main" id="{B7D13A9D-961F-9303-18FB-F8F5B083DAF2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4637302" y="5232481"/>
                  <a:ext cx="14652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25609" name="잉크 25608">
                  <a:extLst>
                    <a:ext uri="{FF2B5EF4-FFF2-40B4-BE49-F238E27FC236}">
                      <a16:creationId xmlns:a16="http://schemas.microsoft.com/office/drawing/2014/main" id="{7699EE48-BC18-2D2A-2F01-E481B4B6A749}"/>
                    </a:ext>
                  </a:extLst>
                </p14:cNvPr>
                <p14:cNvContentPartPr/>
                <p14:nvPr/>
              </p14:nvContentPartPr>
              <p14:xfrm>
                <a:off x="4707502" y="5322121"/>
                <a:ext cx="104040" cy="173520"/>
              </p14:xfrm>
            </p:contentPart>
          </mc:Choice>
          <mc:Fallback>
            <p:pic>
              <p:nvPicPr>
                <p:cNvPr id="25609" name="잉크 25608">
                  <a:extLst>
                    <a:ext uri="{FF2B5EF4-FFF2-40B4-BE49-F238E27FC236}">
                      <a16:creationId xmlns:a16="http://schemas.microsoft.com/office/drawing/2014/main" id="{7699EE48-BC18-2D2A-2F01-E481B4B6A749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4698502" y="5313121"/>
                  <a:ext cx="12168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25610" name="잉크 25609">
                  <a:extLst>
                    <a:ext uri="{FF2B5EF4-FFF2-40B4-BE49-F238E27FC236}">
                      <a16:creationId xmlns:a16="http://schemas.microsoft.com/office/drawing/2014/main" id="{080B80F0-0C2C-6494-89DF-BA6DAF0415FA}"/>
                    </a:ext>
                  </a:extLst>
                </p14:cNvPr>
                <p14:cNvContentPartPr/>
                <p14:nvPr/>
              </p14:nvContentPartPr>
              <p14:xfrm>
                <a:off x="4806502" y="5321761"/>
                <a:ext cx="45000" cy="145800"/>
              </p14:xfrm>
            </p:contentPart>
          </mc:Choice>
          <mc:Fallback>
            <p:pic>
              <p:nvPicPr>
                <p:cNvPr id="25610" name="잉크 25609">
                  <a:extLst>
                    <a:ext uri="{FF2B5EF4-FFF2-40B4-BE49-F238E27FC236}">
                      <a16:creationId xmlns:a16="http://schemas.microsoft.com/office/drawing/2014/main" id="{080B80F0-0C2C-6494-89DF-BA6DAF0415FA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4797502" y="5313121"/>
                  <a:ext cx="6264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25611" name="잉크 25610">
                  <a:extLst>
                    <a:ext uri="{FF2B5EF4-FFF2-40B4-BE49-F238E27FC236}">
                      <a16:creationId xmlns:a16="http://schemas.microsoft.com/office/drawing/2014/main" id="{0C4C6526-FC90-5FC3-E02C-BEF651A39EBA}"/>
                    </a:ext>
                  </a:extLst>
                </p14:cNvPr>
                <p14:cNvContentPartPr/>
                <p14:nvPr/>
              </p14:nvContentPartPr>
              <p14:xfrm>
                <a:off x="4974622" y="5256241"/>
                <a:ext cx="209520" cy="173520"/>
              </p14:xfrm>
            </p:contentPart>
          </mc:Choice>
          <mc:Fallback>
            <p:pic>
              <p:nvPicPr>
                <p:cNvPr id="25611" name="잉크 25610">
                  <a:extLst>
                    <a:ext uri="{FF2B5EF4-FFF2-40B4-BE49-F238E27FC236}">
                      <a16:creationId xmlns:a16="http://schemas.microsoft.com/office/drawing/2014/main" id="{0C4C6526-FC90-5FC3-E02C-BEF651A39EBA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4965982" y="5247601"/>
                  <a:ext cx="22716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25612" name="잉크 25611">
                  <a:extLst>
                    <a:ext uri="{FF2B5EF4-FFF2-40B4-BE49-F238E27FC236}">
                      <a16:creationId xmlns:a16="http://schemas.microsoft.com/office/drawing/2014/main" id="{A163DF23-803E-8FCD-E754-F6AC00ECBB62}"/>
                    </a:ext>
                  </a:extLst>
                </p14:cNvPr>
                <p14:cNvContentPartPr/>
                <p14:nvPr/>
              </p14:nvContentPartPr>
              <p14:xfrm>
                <a:off x="5166862" y="5297281"/>
                <a:ext cx="77400" cy="69840"/>
              </p14:xfrm>
            </p:contentPart>
          </mc:Choice>
          <mc:Fallback>
            <p:pic>
              <p:nvPicPr>
                <p:cNvPr id="25612" name="잉크 25611">
                  <a:extLst>
                    <a:ext uri="{FF2B5EF4-FFF2-40B4-BE49-F238E27FC236}">
                      <a16:creationId xmlns:a16="http://schemas.microsoft.com/office/drawing/2014/main" id="{A163DF23-803E-8FCD-E754-F6AC00ECBB62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5157862" y="5288281"/>
                  <a:ext cx="9504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25613" name="잉크 25612">
                  <a:extLst>
                    <a:ext uri="{FF2B5EF4-FFF2-40B4-BE49-F238E27FC236}">
                      <a16:creationId xmlns:a16="http://schemas.microsoft.com/office/drawing/2014/main" id="{D887AFD3-9F6F-F0C5-3E9A-7D4E6B570D4D}"/>
                    </a:ext>
                  </a:extLst>
                </p14:cNvPr>
                <p14:cNvContentPartPr/>
                <p14:nvPr/>
              </p14:nvContentPartPr>
              <p14:xfrm>
                <a:off x="5216902" y="5237521"/>
                <a:ext cx="168840" cy="173880"/>
              </p14:xfrm>
            </p:contentPart>
          </mc:Choice>
          <mc:Fallback>
            <p:pic>
              <p:nvPicPr>
                <p:cNvPr id="25613" name="잉크 25612">
                  <a:extLst>
                    <a:ext uri="{FF2B5EF4-FFF2-40B4-BE49-F238E27FC236}">
                      <a16:creationId xmlns:a16="http://schemas.microsoft.com/office/drawing/2014/main" id="{D887AFD3-9F6F-F0C5-3E9A-7D4E6B570D4D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5207902" y="5228881"/>
                  <a:ext cx="18648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25614" name="잉크 25613">
                  <a:extLst>
                    <a:ext uri="{FF2B5EF4-FFF2-40B4-BE49-F238E27FC236}">
                      <a16:creationId xmlns:a16="http://schemas.microsoft.com/office/drawing/2014/main" id="{58799902-43D2-5DC6-E9B4-46044F2938F1}"/>
                    </a:ext>
                  </a:extLst>
                </p14:cNvPr>
                <p14:cNvContentPartPr/>
                <p14:nvPr/>
              </p14:nvContentPartPr>
              <p14:xfrm>
                <a:off x="5381422" y="5263081"/>
                <a:ext cx="65160" cy="67320"/>
              </p14:xfrm>
            </p:contentPart>
          </mc:Choice>
          <mc:Fallback>
            <p:pic>
              <p:nvPicPr>
                <p:cNvPr id="25614" name="잉크 25613">
                  <a:extLst>
                    <a:ext uri="{FF2B5EF4-FFF2-40B4-BE49-F238E27FC236}">
                      <a16:creationId xmlns:a16="http://schemas.microsoft.com/office/drawing/2014/main" id="{58799902-43D2-5DC6-E9B4-46044F2938F1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5372422" y="5254441"/>
                  <a:ext cx="8280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25615" name="잉크 25614">
                  <a:extLst>
                    <a:ext uri="{FF2B5EF4-FFF2-40B4-BE49-F238E27FC236}">
                      <a16:creationId xmlns:a16="http://schemas.microsoft.com/office/drawing/2014/main" id="{FF2D7354-E114-8702-9934-416CC98DF142}"/>
                    </a:ext>
                  </a:extLst>
                </p14:cNvPr>
                <p14:cNvContentPartPr/>
                <p14:nvPr/>
              </p14:nvContentPartPr>
              <p14:xfrm>
                <a:off x="5575462" y="5240401"/>
                <a:ext cx="179280" cy="184680"/>
              </p14:xfrm>
            </p:contentPart>
          </mc:Choice>
          <mc:Fallback>
            <p:pic>
              <p:nvPicPr>
                <p:cNvPr id="25615" name="잉크 25614">
                  <a:extLst>
                    <a:ext uri="{FF2B5EF4-FFF2-40B4-BE49-F238E27FC236}">
                      <a16:creationId xmlns:a16="http://schemas.microsoft.com/office/drawing/2014/main" id="{FF2D7354-E114-8702-9934-416CC98DF142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5566462" y="5231401"/>
                  <a:ext cx="19692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25616" name="잉크 25615">
                  <a:extLst>
                    <a:ext uri="{FF2B5EF4-FFF2-40B4-BE49-F238E27FC236}">
                      <a16:creationId xmlns:a16="http://schemas.microsoft.com/office/drawing/2014/main" id="{87DC27A5-11CC-1E4E-A748-8DFE9B216EB1}"/>
                    </a:ext>
                  </a:extLst>
                </p14:cNvPr>
                <p14:cNvContentPartPr/>
                <p14:nvPr/>
              </p14:nvContentPartPr>
              <p14:xfrm>
                <a:off x="5736022" y="5226001"/>
                <a:ext cx="122400" cy="99000"/>
              </p14:xfrm>
            </p:contentPart>
          </mc:Choice>
          <mc:Fallback>
            <p:pic>
              <p:nvPicPr>
                <p:cNvPr id="25616" name="잉크 25615">
                  <a:extLst>
                    <a:ext uri="{FF2B5EF4-FFF2-40B4-BE49-F238E27FC236}">
                      <a16:creationId xmlns:a16="http://schemas.microsoft.com/office/drawing/2014/main" id="{87DC27A5-11CC-1E4E-A748-8DFE9B216EB1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5727022" y="5217361"/>
                  <a:ext cx="14004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25617" name="잉크 25616">
                  <a:extLst>
                    <a:ext uri="{FF2B5EF4-FFF2-40B4-BE49-F238E27FC236}">
                      <a16:creationId xmlns:a16="http://schemas.microsoft.com/office/drawing/2014/main" id="{088450AF-13E8-4C25-73F2-B11F5181196A}"/>
                    </a:ext>
                  </a:extLst>
                </p14:cNvPr>
                <p14:cNvContentPartPr/>
                <p14:nvPr/>
              </p14:nvContentPartPr>
              <p14:xfrm>
                <a:off x="5785342" y="5317441"/>
                <a:ext cx="110880" cy="79560"/>
              </p14:xfrm>
            </p:contentPart>
          </mc:Choice>
          <mc:Fallback>
            <p:pic>
              <p:nvPicPr>
                <p:cNvPr id="25617" name="잉크 25616">
                  <a:extLst>
                    <a:ext uri="{FF2B5EF4-FFF2-40B4-BE49-F238E27FC236}">
                      <a16:creationId xmlns:a16="http://schemas.microsoft.com/office/drawing/2014/main" id="{088450AF-13E8-4C25-73F2-B11F5181196A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5776702" y="5308801"/>
                  <a:ext cx="12852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25618" name="잉크 25617">
                  <a:extLst>
                    <a:ext uri="{FF2B5EF4-FFF2-40B4-BE49-F238E27FC236}">
                      <a16:creationId xmlns:a16="http://schemas.microsoft.com/office/drawing/2014/main" id="{A7B2772B-CF69-1F12-FD29-9489BFCB8087}"/>
                    </a:ext>
                  </a:extLst>
                </p14:cNvPr>
                <p14:cNvContentPartPr/>
                <p14:nvPr/>
              </p14:nvContentPartPr>
              <p14:xfrm>
                <a:off x="5851942" y="5399521"/>
                <a:ext cx="118080" cy="101160"/>
              </p14:xfrm>
            </p:contentPart>
          </mc:Choice>
          <mc:Fallback>
            <p:pic>
              <p:nvPicPr>
                <p:cNvPr id="25618" name="잉크 25617">
                  <a:extLst>
                    <a:ext uri="{FF2B5EF4-FFF2-40B4-BE49-F238E27FC236}">
                      <a16:creationId xmlns:a16="http://schemas.microsoft.com/office/drawing/2014/main" id="{A7B2772B-CF69-1F12-FD29-9489BFCB8087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5842942" y="5390881"/>
                  <a:ext cx="13572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25620" name="잉크 25619">
                  <a:extLst>
                    <a:ext uri="{FF2B5EF4-FFF2-40B4-BE49-F238E27FC236}">
                      <a16:creationId xmlns:a16="http://schemas.microsoft.com/office/drawing/2014/main" id="{A4C245A0-F7ED-8E72-FA96-4D53F34E8B06}"/>
                    </a:ext>
                  </a:extLst>
                </p14:cNvPr>
                <p14:cNvContentPartPr/>
                <p14:nvPr/>
              </p14:nvContentPartPr>
              <p14:xfrm>
                <a:off x="6041662" y="5177761"/>
                <a:ext cx="30600" cy="214560"/>
              </p14:xfrm>
            </p:contentPart>
          </mc:Choice>
          <mc:Fallback>
            <p:pic>
              <p:nvPicPr>
                <p:cNvPr id="25620" name="잉크 25619">
                  <a:extLst>
                    <a:ext uri="{FF2B5EF4-FFF2-40B4-BE49-F238E27FC236}">
                      <a16:creationId xmlns:a16="http://schemas.microsoft.com/office/drawing/2014/main" id="{A4C245A0-F7ED-8E72-FA96-4D53F34E8B06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6032662" y="5168761"/>
                  <a:ext cx="4824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25621" name="잉크 25620">
                  <a:extLst>
                    <a:ext uri="{FF2B5EF4-FFF2-40B4-BE49-F238E27FC236}">
                      <a16:creationId xmlns:a16="http://schemas.microsoft.com/office/drawing/2014/main" id="{AB7FC944-7368-6B14-A23F-9A55F98ACCC5}"/>
                    </a:ext>
                  </a:extLst>
                </p14:cNvPr>
                <p14:cNvContentPartPr/>
                <p14:nvPr/>
              </p14:nvContentPartPr>
              <p14:xfrm>
                <a:off x="6071182" y="5438761"/>
                <a:ext cx="6840" cy="47520"/>
              </p14:xfrm>
            </p:contentPart>
          </mc:Choice>
          <mc:Fallback>
            <p:pic>
              <p:nvPicPr>
                <p:cNvPr id="25621" name="잉크 25620">
                  <a:extLst>
                    <a:ext uri="{FF2B5EF4-FFF2-40B4-BE49-F238E27FC236}">
                      <a16:creationId xmlns:a16="http://schemas.microsoft.com/office/drawing/2014/main" id="{AB7FC944-7368-6B14-A23F-9A55F98ACCC5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6062182" y="5429761"/>
                  <a:ext cx="24480" cy="65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468" name="그룹 19467">
            <a:extLst>
              <a:ext uri="{FF2B5EF4-FFF2-40B4-BE49-F238E27FC236}">
                <a16:creationId xmlns:a16="http://schemas.microsoft.com/office/drawing/2014/main" id="{56EC0A44-1AC3-0C52-6B1E-09DB6EAE46DC}"/>
              </a:ext>
            </a:extLst>
          </p:cNvPr>
          <p:cNvGrpSpPr/>
          <p:nvPr/>
        </p:nvGrpSpPr>
        <p:grpSpPr>
          <a:xfrm>
            <a:off x="6267742" y="5139961"/>
            <a:ext cx="1464480" cy="392400"/>
            <a:chOff x="6267742" y="5139961"/>
            <a:chExt cx="1464480" cy="392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25623" name="잉크 25622">
                  <a:extLst>
                    <a:ext uri="{FF2B5EF4-FFF2-40B4-BE49-F238E27FC236}">
                      <a16:creationId xmlns:a16="http://schemas.microsoft.com/office/drawing/2014/main" id="{F7069B57-894E-09FF-4F7B-C5E24D6DFECA}"/>
                    </a:ext>
                  </a:extLst>
                </p14:cNvPr>
                <p14:cNvContentPartPr/>
                <p14:nvPr/>
              </p14:nvContentPartPr>
              <p14:xfrm>
                <a:off x="6267742" y="5258041"/>
                <a:ext cx="86040" cy="141480"/>
              </p14:xfrm>
            </p:contentPart>
          </mc:Choice>
          <mc:Fallback>
            <p:pic>
              <p:nvPicPr>
                <p:cNvPr id="25623" name="잉크 25622">
                  <a:extLst>
                    <a:ext uri="{FF2B5EF4-FFF2-40B4-BE49-F238E27FC236}">
                      <a16:creationId xmlns:a16="http://schemas.microsoft.com/office/drawing/2014/main" id="{F7069B57-894E-09FF-4F7B-C5E24D6DFECA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6259102" y="5249401"/>
                  <a:ext cx="10368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25624" name="잉크 25623">
                  <a:extLst>
                    <a:ext uri="{FF2B5EF4-FFF2-40B4-BE49-F238E27FC236}">
                      <a16:creationId xmlns:a16="http://schemas.microsoft.com/office/drawing/2014/main" id="{63BCCD1F-82F8-C73F-D07B-AB43B2B15604}"/>
                    </a:ext>
                  </a:extLst>
                </p14:cNvPr>
                <p14:cNvContentPartPr/>
                <p14:nvPr/>
              </p14:nvContentPartPr>
              <p14:xfrm>
                <a:off x="6337942" y="5245801"/>
                <a:ext cx="120960" cy="108000"/>
              </p14:xfrm>
            </p:contentPart>
          </mc:Choice>
          <mc:Fallback>
            <p:pic>
              <p:nvPicPr>
                <p:cNvPr id="25624" name="잉크 25623">
                  <a:extLst>
                    <a:ext uri="{FF2B5EF4-FFF2-40B4-BE49-F238E27FC236}">
                      <a16:creationId xmlns:a16="http://schemas.microsoft.com/office/drawing/2014/main" id="{63BCCD1F-82F8-C73F-D07B-AB43B2B15604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6329302" y="5236801"/>
                  <a:ext cx="13860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25625" name="잉크 25624">
                  <a:extLst>
                    <a:ext uri="{FF2B5EF4-FFF2-40B4-BE49-F238E27FC236}">
                      <a16:creationId xmlns:a16="http://schemas.microsoft.com/office/drawing/2014/main" id="{57842D88-2A05-121F-8BBF-F5F45BF5A20E}"/>
                    </a:ext>
                  </a:extLst>
                </p14:cNvPr>
                <p14:cNvContentPartPr/>
                <p14:nvPr/>
              </p14:nvContentPartPr>
              <p14:xfrm>
                <a:off x="6441622" y="5217001"/>
                <a:ext cx="60120" cy="114120"/>
              </p14:xfrm>
            </p:contentPart>
          </mc:Choice>
          <mc:Fallback>
            <p:pic>
              <p:nvPicPr>
                <p:cNvPr id="25625" name="잉크 25624">
                  <a:extLst>
                    <a:ext uri="{FF2B5EF4-FFF2-40B4-BE49-F238E27FC236}">
                      <a16:creationId xmlns:a16="http://schemas.microsoft.com/office/drawing/2014/main" id="{57842D88-2A05-121F-8BBF-F5F45BF5A20E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6432982" y="5208361"/>
                  <a:ext cx="7776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25626" name="잉크 25625">
                  <a:extLst>
                    <a:ext uri="{FF2B5EF4-FFF2-40B4-BE49-F238E27FC236}">
                      <a16:creationId xmlns:a16="http://schemas.microsoft.com/office/drawing/2014/main" id="{1234DC7D-F61E-5419-9ADB-111BB9E4B1C4}"/>
                    </a:ext>
                  </a:extLst>
                </p14:cNvPr>
                <p14:cNvContentPartPr/>
                <p14:nvPr/>
              </p14:nvContentPartPr>
              <p14:xfrm>
                <a:off x="6366742" y="5351281"/>
                <a:ext cx="130680" cy="123840"/>
              </p14:xfrm>
            </p:contentPart>
          </mc:Choice>
          <mc:Fallback>
            <p:pic>
              <p:nvPicPr>
                <p:cNvPr id="25626" name="잉크 25625">
                  <a:extLst>
                    <a:ext uri="{FF2B5EF4-FFF2-40B4-BE49-F238E27FC236}">
                      <a16:creationId xmlns:a16="http://schemas.microsoft.com/office/drawing/2014/main" id="{1234DC7D-F61E-5419-9ADB-111BB9E4B1C4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6357742" y="5342281"/>
                  <a:ext cx="14832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25627" name="잉크 25626">
                  <a:extLst>
                    <a:ext uri="{FF2B5EF4-FFF2-40B4-BE49-F238E27FC236}">
                      <a16:creationId xmlns:a16="http://schemas.microsoft.com/office/drawing/2014/main" id="{B391C4F9-B3CB-5C21-270A-6C75FA1A2D47}"/>
                    </a:ext>
                  </a:extLst>
                </p14:cNvPr>
                <p14:cNvContentPartPr/>
                <p14:nvPr/>
              </p14:nvContentPartPr>
              <p14:xfrm>
                <a:off x="6493102" y="5326801"/>
                <a:ext cx="53640" cy="151200"/>
              </p14:xfrm>
            </p:contentPart>
          </mc:Choice>
          <mc:Fallback>
            <p:pic>
              <p:nvPicPr>
                <p:cNvPr id="25627" name="잉크 25626">
                  <a:extLst>
                    <a:ext uri="{FF2B5EF4-FFF2-40B4-BE49-F238E27FC236}">
                      <a16:creationId xmlns:a16="http://schemas.microsoft.com/office/drawing/2014/main" id="{B391C4F9-B3CB-5C21-270A-6C75FA1A2D47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6484462" y="5317801"/>
                  <a:ext cx="7128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25628" name="잉크 25627">
                  <a:extLst>
                    <a:ext uri="{FF2B5EF4-FFF2-40B4-BE49-F238E27FC236}">
                      <a16:creationId xmlns:a16="http://schemas.microsoft.com/office/drawing/2014/main" id="{BF8021DB-DF29-AC04-8E14-3FE127F5B4E1}"/>
                    </a:ext>
                  </a:extLst>
                </p14:cNvPr>
                <p14:cNvContentPartPr/>
                <p14:nvPr/>
              </p14:nvContentPartPr>
              <p14:xfrm>
                <a:off x="6528022" y="5254441"/>
                <a:ext cx="120960" cy="232920"/>
              </p14:xfrm>
            </p:contentPart>
          </mc:Choice>
          <mc:Fallback>
            <p:pic>
              <p:nvPicPr>
                <p:cNvPr id="25628" name="잉크 25627">
                  <a:extLst>
                    <a:ext uri="{FF2B5EF4-FFF2-40B4-BE49-F238E27FC236}">
                      <a16:creationId xmlns:a16="http://schemas.microsoft.com/office/drawing/2014/main" id="{BF8021DB-DF29-AC04-8E14-3FE127F5B4E1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6519382" y="5245441"/>
                  <a:ext cx="13860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25629" name="잉크 25628">
                  <a:extLst>
                    <a:ext uri="{FF2B5EF4-FFF2-40B4-BE49-F238E27FC236}">
                      <a16:creationId xmlns:a16="http://schemas.microsoft.com/office/drawing/2014/main" id="{7E753DF7-3208-6CDD-D1B3-5729ED0D9709}"/>
                    </a:ext>
                  </a:extLst>
                </p14:cNvPr>
                <p14:cNvContentPartPr/>
                <p14:nvPr/>
              </p14:nvContentPartPr>
              <p14:xfrm>
                <a:off x="6611542" y="5340121"/>
                <a:ext cx="70560" cy="53640"/>
              </p14:xfrm>
            </p:contentPart>
          </mc:Choice>
          <mc:Fallback>
            <p:pic>
              <p:nvPicPr>
                <p:cNvPr id="25629" name="잉크 25628">
                  <a:extLst>
                    <a:ext uri="{FF2B5EF4-FFF2-40B4-BE49-F238E27FC236}">
                      <a16:creationId xmlns:a16="http://schemas.microsoft.com/office/drawing/2014/main" id="{7E753DF7-3208-6CDD-D1B3-5729ED0D9709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6602542" y="5331121"/>
                  <a:ext cx="8820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25630" name="잉크 25629">
                  <a:extLst>
                    <a:ext uri="{FF2B5EF4-FFF2-40B4-BE49-F238E27FC236}">
                      <a16:creationId xmlns:a16="http://schemas.microsoft.com/office/drawing/2014/main" id="{F3556B17-B616-8DE6-E007-AF2336251EC3}"/>
                    </a:ext>
                  </a:extLst>
                </p14:cNvPr>
                <p14:cNvContentPartPr/>
                <p14:nvPr/>
              </p14:nvContentPartPr>
              <p14:xfrm>
                <a:off x="6646462" y="5372521"/>
                <a:ext cx="120600" cy="110520"/>
              </p14:xfrm>
            </p:contentPart>
          </mc:Choice>
          <mc:Fallback>
            <p:pic>
              <p:nvPicPr>
                <p:cNvPr id="25630" name="잉크 25629">
                  <a:extLst>
                    <a:ext uri="{FF2B5EF4-FFF2-40B4-BE49-F238E27FC236}">
                      <a16:creationId xmlns:a16="http://schemas.microsoft.com/office/drawing/2014/main" id="{F3556B17-B616-8DE6-E007-AF2336251EC3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6637822" y="5363881"/>
                  <a:ext cx="13824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25631" name="잉크 25630">
                  <a:extLst>
                    <a:ext uri="{FF2B5EF4-FFF2-40B4-BE49-F238E27FC236}">
                      <a16:creationId xmlns:a16="http://schemas.microsoft.com/office/drawing/2014/main" id="{FD0A077C-A9CC-49C5-C58E-34B7004B1B05}"/>
                    </a:ext>
                  </a:extLst>
                </p14:cNvPr>
                <p14:cNvContentPartPr/>
                <p14:nvPr/>
              </p14:nvContentPartPr>
              <p14:xfrm>
                <a:off x="6804862" y="5245441"/>
                <a:ext cx="78840" cy="146880"/>
              </p14:xfrm>
            </p:contentPart>
          </mc:Choice>
          <mc:Fallback>
            <p:pic>
              <p:nvPicPr>
                <p:cNvPr id="25631" name="잉크 25630">
                  <a:extLst>
                    <a:ext uri="{FF2B5EF4-FFF2-40B4-BE49-F238E27FC236}">
                      <a16:creationId xmlns:a16="http://schemas.microsoft.com/office/drawing/2014/main" id="{FD0A077C-A9CC-49C5-C58E-34B7004B1B05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6796222" y="5236801"/>
                  <a:ext cx="9648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19456" name="잉크 19455">
                  <a:extLst>
                    <a:ext uri="{FF2B5EF4-FFF2-40B4-BE49-F238E27FC236}">
                      <a16:creationId xmlns:a16="http://schemas.microsoft.com/office/drawing/2014/main" id="{E460FF2E-F32B-4D36-45E5-C40BCADC6414}"/>
                    </a:ext>
                  </a:extLst>
                </p14:cNvPr>
                <p14:cNvContentPartPr/>
                <p14:nvPr/>
              </p14:nvContentPartPr>
              <p14:xfrm>
                <a:off x="6760582" y="5343001"/>
                <a:ext cx="156240" cy="186480"/>
              </p14:xfrm>
            </p:contentPart>
          </mc:Choice>
          <mc:Fallback>
            <p:pic>
              <p:nvPicPr>
                <p:cNvPr id="19456" name="잉크 19455">
                  <a:extLst>
                    <a:ext uri="{FF2B5EF4-FFF2-40B4-BE49-F238E27FC236}">
                      <a16:creationId xmlns:a16="http://schemas.microsoft.com/office/drawing/2014/main" id="{E460FF2E-F32B-4D36-45E5-C40BCADC6414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6751942" y="5334001"/>
                  <a:ext cx="17388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19457" name="잉크 19456">
                  <a:extLst>
                    <a:ext uri="{FF2B5EF4-FFF2-40B4-BE49-F238E27FC236}">
                      <a16:creationId xmlns:a16="http://schemas.microsoft.com/office/drawing/2014/main" id="{381578EC-DE72-4903-24AF-6C4E7E9A6261}"/>
                    </a:ext>
                  </a:extLst>
                </p14:cNvPr>
                <p14:cNvContentPartPr/>
                <p14:nvPr/>
              </p14:nvContentPartPr>
              <p14:xfrm>
                <a:off x="6910702" y="5248321"/>
                <a:ext cx="127080" cy="168480"/>
              </p14:xfrm>
            </p:contentPart>
          </mc:Choice>
          <mc:Fallback>
            <p:pic>
              <p:nvPicPr>
                <p:cNvPr id="19457" name="잉크 19456">
                  <a:extLst>
                    <a:ext uri="{FF2B5EF4-FFF2-40B4-BE49-F238E27FC236}">
                      <a16:creationId xmlns:a16="http://schemas.microsoft.com/office/drawing/2014/main" id="{381578EC-DE72-4903-24AF-6C4E7E9A6261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6902062" y="5239681"/>
                  <a:ext cx="14472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19458" name="잉크 19457">
                  <a:extLst>
                    <a:ext uri="{FF2B5EF4-FFF2-40B4-BE49-F238E27FC236}">
                      <a16:creationId xmlns:a16="http://schemas.microsoft.com/office/drawing/2014/main" id="{89C07B74-09C2-4076-3707-009101CECDBD}"/>
                    </a:ext>
                  </a:extLst>
                </p14:cNvPr>
                <p14:cNvContentPartPr/>
                <p14:nvPr/>
              </p14:nvContentPartPr>
              <p14:xfrm>
                <a:off x="6953902" y="5377201"/>
                <a:ext cx="135720" cy="123120"/>
              </p14:xfrm>
            </p:contentPart>
          </mc:Choice>
          <mc:Fallback>
            <p:pic>
              <p:nvPicPr>
                <p:cNvPr id="19458" name="잉크 19457">
                  <a:extLst>
                    <a:ext uri="{FF2B5EF4-FFF2-40B4-BE49-F238E27FC236}">
                      <a16:creationId xmlns:a16="http://schemas.microsoft.com/office/drawing/2014/main" id="{89C07B74-09C2-4076-3707-009101CECDBD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6945262" y="5368561"/>
                  <a:ext cx="15336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19461" name="잉크 19460">
                  <a:extLst>
                    <a:ext uri="{FF2B5EF4-FFF2-40B4-BE49-F238E27FC236}">
                      <a16:creationId xmlns:a16="http://schemas.microsoft.com/office/drawing/2014/main" id="{16B8ABFF-3EB5-74F8-ADCF-61649C64168E}"/>
                    </a:ext>
                  </a:extLst>
                </p14:cNvPr>
                <p14:cNvContentPartPr/>
                <p14:nvPr/>
              </p14:nvContentPartPr>
              <p14:xfrm>
                <a:off x="7187182" y="5238601"/>
                <a:ext cx="142560" cy="126720"/>
              </p14:xfrm>
            </p:contentPart>
          </mc:Choice>
          <mc:Fallback>
            <p:pic>
              <p:nvPicPr>
                <p:cNvPr id="19461" name="잉크 19460">
                  <a:extLst>
                    <a:ext uri="{FF2B5EF4-FFF2-40B4-BE49-F238E27FC236}">
                      <a16:creationId xmlns:a16="http://schemas.microsoft.com/office/drawing/2014/main" id="{16B8ABFF-3EB5-74F8-ADCF-61649C64168E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7178542" y="5229601"/>
                  <a:ext cx="16020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19462" name="잉크 19461">
                  <a:extLst>
                    <a:ext uri="{FF2B5EF4-FFF2-40B4-BE49-F238E27FC236}">
                      <a16:creationId xmlns:a16="http://schemas.microsoft.com/office/drawing/2014/main" id="{B24E25C0-7857-2E75-EB03-260010334217}"/>
                    </a:ext>
                  </a:extLst>
                </p14:cNvPr>
                <p14:cNvContentPartPr/>
                <p14:nvPr/>
              </p14:nvContentPartPr>
              <p14:xfrm>
                <a:off x="7256662" y="5289361"/>
                <a:ext cx="119160" cy="115920"/>
              </p14:xfrm>
            </p:contentPart>
          </mc:Choice>
          <mc:Fallback>
            <p:pic>
              <p:nvPicPr>
                <p:cNvPr id="19462" name="잉크 19461">
                  <a:extLst>
                    <a:ext uri="{FF2B5EF4-FFF2-40B4-BE49-F238E27FC236}">
                      <a16:creationId xmlns:a16="http://schemas.microsoft.com/office/drawing/2014/main" id="{B24E25C0-7857-2E75-EB03-260010334217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7248022" y="5280721"/>
                  <a:ext cx="13680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19464" name="잉크 19463">
                  <a:extLst>
                    <a:ext uri="{FF2B5EF4-FFF2-40B4-BE49-F238E27FC236}">
                      <a16:creationId xmlns:a16="http://schemas.microsoft.com/office/drawing/2014/main" id="{0FEDD96A-0B93-19AD-7B13-BC002230447B}"/>
                    </a:ext>
                  </a:extLst>
                </p14:cNvPr>
                <p14:cNvContentPartPr/>
                <p14:nvPr/>
              </p14:nvContentPartPr>
              <p14:xfrm>
                <a:off x="7309942" y="5377561"/>
                <a:ext cx="123480" cy="154800"/>
              </p14:xfrm>
            </p:contentPart>
          </mc:Choice>
          <mc:Fallback>
            <p:pic>
              <p:nvPicPr>
                <p:cNvPr id="19464" name="잉크 19463">
                  <a:extLst>
                    <a:ext uri="{FF2B5EF4-FFF2-40B4-BE49-F238E27FC236}">
                      <a16:creationId xmlns:a16="http://schemas.microsoft.com/office/drawing/2014/main" id="{0FEDD96A-0B93-19AD-7B13-BC002230447B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7300942" y="5368921"/>
                  <a:ext cx="14112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19465" name="잉크 19464">
                  <a:extLst>
                    <a:ext uri="{FF2B5EF4-FFF2-40B4-BE49-F238E27FC236}">
                      <a16:creationId xmlns:a16="http://schemas.microsoft.com/office/drawing/2014/main" id="{2147641A-9C0A-1FCF-D97D-DD8C5A39116D}"/>
                    </a:ext>
                  </a:extLst>
                </p14:cNvPr>
                <p14:cNvContentPartPr/>
                <p14:nvPr/>
              </p14:nvContentPartPr>
              <p14:xfrm>
                <a:off x="7401382" y="5238961"/>
                <a:ext cx="235080" cy="190440"/>
              </p14:xfrm>
            </p:contentPart>
          </mc:Choice>
          <mc:Fallback>
            <p:pic>
              <p:nvPicPr>
                <p:cNvPr id="19465" name="잉크 19464">
                  <a:extLst>
                    <a:ext uri="{FF2B5EF4-FFF2-40B4-BE49-F238E27FC236}">
                      <a16:creationId xmlns:a16="http://schemas.microsoft.com/office/drawing/2014/main" id="{2147641A-9C0A-1FCF-D97D-DD8C5A39116D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7392382" y="5229961"/>
                  <a:ext cx="25272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19466" name="잉크 19465">
                  <a:extLst>
                    <a:ext uri="{FF2B5EF4-FFF2-40B4-BE49-F238E27FC236}">
                      <a16:creationId xmlns:a16="http://schemas.microsoft.com/office/drawing/2014/main" id="{385247C2-5CBB-56B0-178F-DBF0161F7CCF}"/>
                    </a:ext>
                  </a:extLst>
                </p14:cNvPr>
                <p14:cNvContentPartPr/>
                <p14:nvPr/>
              </p14:nvContentPartPr>
              <p14:xfrm>
                <a:off x="7706302" y="5139961"/>
                <a:ext cx="17280" cy="197280"/>
              </p14:xfrm>
            </p:contentPart>
          </mc:Choice>
          <mc:Fallback>
            <p:pic>
              <p:nvPicPr>
                <p:cNvPr id="19466" name="잉크 19465">
                  <a:extLst>
                    <a:ext uri="{FF2B5EF4-FFF2-40B4-BE49-F238E27FC236}">
                      <a16:creationId xmlns:a16="http://schemas.microsoft.com/office/drawing/2014/main" id="{385247C2-5CBB-56B0-178F-DBF0161F7CCF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7697302" y="5130961"/>
                  <a:ext cx="3492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19467" name="잉크 19466">
                  <a:extLst>
                    <a:ext uri="{FF2B5EF4-FFF2-40B4-BE49-F238E27FC236}">
                      <a16:creationId xmlns:a16="http://schemas.microsoft.com/office/drawing/2014/main" id="{7D638366-FDC5-4AB6-4D09-36F8431B414D}"/>
                    </a:ext>
                  </a:extLst>
                </p14:cNvPr>
                <p14:cNvContentPartPr/>
                <p14:nvPr/>
              </p14:nvContentPartPr>
              <p14:xfrm>
                <a:off x="7708822" y="5372881"/>
                <a:ext cx="23400" cy="39600"/>
              </p14:xfrm>
            </p:contentPart>
          </mc:Choice>
          <mc:Fallback>
            <p:pic>
              <p:nvPicPr>
                <p:cNvPr id="19467" name="잉크 19466">
                  <a:extLst>
                    <a:ext uri="{FF2B5EF4-FFF2-40B4-BE49-F238E27FC236}">
                      <a16:creationId xmlns:a16="http://schemas.microsoft.com/office/drawing/2014/main" id="{7D638366-FDC5-4AB6-4D09-36F8431B414D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7700182" y="5363881"/>
                  <a:ext cx="41040" cy="57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9">
            <p14:nvContentPartPr>
              <p14:cNvPr id="19470" name="잉크 19469">
                <a:extLst>
                  <a:ext uri="{FF2B5EF4-FFF2-40B4-BE49-F238E27FC236}">
                    <a16:creationId xmlns:a16="http://schemas.microsoft.com/office/drawing/2014/main" id="{74D5735C-5286-2A36-B3AF-9CE070AE7DCE}"/>
                  </a:ext>
                </a:extLst>
              </p14:cNvPr>
              <p14:cNvContentPartPr/>
              <p14:nvPr/>
            </p14:nvContentPartPr>
            <p14:xfrm>
              <a:off x="2265622" y="2002234"/>
              <a:ext cx="2842200" cy="234360"/>
            </p14:xfrm>
          </p:contentPart>
        </mc:Choice>
        <mc:Fallback>
          <p:pic>
            <p:nvPicPr>
              <p:cNvPr id="19470" name="잉크 19469">
                <a:extLst>
                  <a:ext uri="{FF2B5EF4-FFF2-40B4-BE49-F238E27FC236}">
                    <a16:creationId xmlns:a16="http://schemas.microsoft.com/office/drawing/2014/main" id="{74D5735C-5286-2A36-B3AF-9CE070AE7DCE}"/>
                  </a:ext>
                </a:extLst>
              </p:cNvPr>
              <p:cNvPicPr/>
              <p:nvPr/>
            </p:nvPicPr>
            <p:blipFill>
              <a:blip r:embed="rId130"/>
              <a:stretch>
                <a:fillRect/>
              </a:stretch>
            </p:blipFill>
            <p:spPr>
              <a:xfrm>
                <a:off x="2256622" y="1993594"/>
                <a:ext cx="2859840" cy="252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3. </a:t>
            </a:r>
            <a:r>
              <a:rPr lang="ko-KR" altLang="en-US"/>
              <a:t>프로세스에 대한 연산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4313" y="1643063"/>
            <a:ext cx="8715375" cy="4643437"/>
          </a:xfrm>
        </p:spPr>
        <p:txBody>
          <a:bodyPr/>
          <a:lstStyle/>
          <a:p>
            <a:pPr>
              <a:defRPr/>
            </a:pPr>
            <a:r>
              <a:rPr lang="ko-KR" altLang="en-US" dirty="0">
                <a:latin typeface="+mn-ea"/>
              </a:rPr>
              <a:t> 프로세스의 생성</a:t>
            </a:r>
          </a:p>
          <a:p>
            <a:pPr lvl="1">
              <a:defRPr/>
            </a:pPr>
            <a:r>
              <a:rPr lang="ko-KR" altLang="en-US" sz="2000" dirty="0">
                <a:latin typeface="+mn-ea"/>
              </a:rPr>
              <a:t>한 프로세스는 실행 도중에 다른 프로세스를 생성하여 이들이 병행해서 실행 </a:t>
            </a:r>
            <a:r>
              <a:rPr lang="en-US" altLang="ko-KR" sz="2000" dirty="0">
                <a:latin typeface="+mn-ea"/>
              </a:rPr>
              <a:t>(UNIX</a:t>
            </a:r>
            <a:r>
              <a:rPr lang="ko-KR" altLang="en-US" sz="2000" dirty="0">
                <a:latin typeface="+mn-ea"/>
              </a:rPr>
              <a:t>의 </a:t>
            </a:r>
            <a:r>
              <a:rPr lang="en-US" altLang="ko-KR" sz="2000" dirty="0">
                <a:latin typeface="+mn-ea"/>
              </a:rPr>
              <a:t>fork </a:t>
            </a:r>
            <a:r>
              <a:rPr lang="ko-KR" altLang="en-US" sz="2000" dirty="0">
                <a:latin typeface="+mn-ea"/>
              </a:rPr>
              <a:t>명령</a:t>
            </a:r>
            <a:r>
              <a:rPr lang="en-US" altLang="ko-KR" sz="2000" dirty="0">
                <a:latin typeface="+mn-ea"/>
              </a:rPr>
              <a:t>)</a:t>
            </a:r>
          </a:p>
          <a:p>
            <a:pPr lvl="1">
              <a:defRPr/>
            </a:pPr>
            <a:r>
              <a:rPr lang="ko-KR" altLang="en-US" sz="2000" dirty="0">
                <a:latin typeface="+mn-ea"/>
              </a:rPr>
              <a:t>자원 공유</a:t>
            </a:r>
          </a:p>
          <a:p>
            <a:pPr lvl="2">
              <a:defRPr/>
            </a:pPr>
            <a:r>
              <a:rPr lang="ko-KR" altLang="en-US" sz="1600" dirty="0">
                <a:latin typeface="+mn-ea"/>
              </a:rPr>
              <a:t>부모와 자식 프로세스가 모든 자원을 공유</a:t>
            </a:r>
          </a:p>
          <a:p>
            <a:pPr lvl="2">
              <a:defRPr/>
            </a:pPr>
            <a:r>
              <a:rPr lang="ko-KR" altLang="en-US" sz="1600" dirty="0">
                <a:latin typeface="+mn-ea"/>
              </a:rPr>
              <a:t>자식 프로세스가 부모 프로세스 자원의 일부분을 사용</a:t>
            </a:r>
          </a:p>
          <a:p>
            <a:pPr lvl="1">
              <a:defRPr/>
            </a:pPr>
            <a:r>
              <a:rPr lang="ko-KR" altLang="en-US" sz="2000" dirty="0">
                <a:latin typeface="+mn-ea"/>
              </a:rPr>
              <a:t>실행</a:t>
            </a:r>
          </a:p>
          <a:p>
            <a:pPr lvl="2">
              <a:defRPr/>
            </a:pPr>
            <a:r>
              <a:rPr lang="ko-KR" altLang="en-US" sz="1600" dirty="0">
                <a:latin typeface="+mn-ea"/>
              </a:rPr>
              <a:t>부모 프로세스가 자식 프로세스와 함께 실행</a:t>
            </a:r>
          </a:p>
          <a:p>
            <a:pPr lvl="2">
              <a:defRPr/>
            </a:pPr>
            <a:r>
              <a:rPr lang="ko-KR" altLang="en-US" sz="1600" dirty="0">
                <a:latin typeface="+mn-ea"/>
              </a:rPr>
              <a:t>부모 프로세스가 모든 자식 프로세스가 끝날 때까지 대기</a:t>
            </a:r>
          </a:p>
          <a:p>
            <a:pPr lvl="1">
              <a:defRPr/>
            </a:pPr>
            <a:r>
              <a:rPr lang="ko-KR" altLang="en-US" sz="2000" dirty="0">
                <a:latin typeface="+mn-ea"/>
              </a:rPr>
              <a:t>주소 공간</a:t>
            </a:r>
          </a:p>
          <a:p>
            <a:pPr lvl="2">
              <a:defRPr/>
            </a:pPr>
            <a:r>
              <a:rPr lang="ko-KR" altLang="en-US" sz="1600" dirty="0">
                <a:latin typeface="+mn-ea"/>
              </a:rPr>
              <a:t>자식은 부모 프로세스의 복사판</a:t>
            </a:r>
          </a:p>
          <a:p>
            <a:pPr lvl="2">
              <a:defRPr/>
            </a:pPr>
            <a:r>
              <a:rPr lang="ko-KR" altLang="en-US" sz="1600" dirty="0">
                <a:latin typeface="+mn-ea"/>
              </a:rPr>
              <a:t>자식 프로세스는 별도의 프로그램을 적재</a:t>
            </a:r>
            <a:endParaRPr lang="en-US" altLang="ko-KR" sz="1600" dirty="0">
              <a:latin typeface="+mn-ea"/>
            </a:endParaRPr>
          </a:p>
        </p:txBody>
      </p:sp>
      <p:sp>
        <p:nvSpPr>
          <p:cNvPr id="26628" name="슬라이드 번호 개체 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991404F-03CC-4548-800D-1AA3FB10DF0F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13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69343BF7-99CF-C88E-1568-3BD90D2F718F}"/>
              </a:ext>
            </a:extLst>
          </p:cNvPr>
          <p:cNvGrpSpPr/>
          <p:nvPr/>
        </p:nvGrpSpPr>
        <p:grpSpPr>
          <a:xfrm>
            <a:off x="76822" y="48154"/>
            <a:ext cx="1865880" cy="685800"/>
            <a:chOff x="76822" y="48154"/>
            <a:chExt cx="1865880" cy="685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잉크 1">
                  <a:extLst>
                    <a:ext uri="{FF2B5EF4-FFF2-40B4-BE49-F238E27FC236}">
                      <a16:creationId xmlns:a16="http://schemas.microsoft.com/office/drawing/2014/main" id="{C26954C3-279F-97C2-9710-350FE65843BD}"/>
                    </a:ext>
                  </a:extLst>
                </p14:cNvPr>
                <p14:cNvContentPartPr/>
                <p14:nvPr/>
              </p14:nvContentPartPr>
              <p14:xfrm>
                <a:off x="222262" y="167674"/>
                <a:ext cx="80280" cy="139320"/>
              </p14:xfrm>
            </p:contentPart>
          </mc:Choice>
          <mc:Fallback>
            <p:pic>
              <p:nvPicPr>
                <p:cNvPr id="2" name="잉크 1">
                  <a:extLst>
                    <a:ext uri="{FF2B5EF4-FFF2-40B4-BE49-F238E27FC236}">
                      <a16:creationId xmlns:a16="http://schemas.microsoft.com/office/drawing/2014/main" id="{C26954C3-279F-97C2-9710-350FE65843BD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13622" y="158674"/>
                  <a:ext cx="9792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잉크 2">
                  <a:extLst>
                    <a:ext uri="{FF2B5EF4-FFF2-40B4-BE49-F238E27FC236}">
                      <a16:creationId xmlns:a16="http://schemas.microsoft.com/office/drawing/2014/main" id="{9C1D5AFB-5E04-BF41-6909-253A82A4D82E}"/>
                    </a:ext>
                  </a:extLst>
                </p14:cNvPr>
                <p14:cNvContentPartPr/>
                <p14:nvPr/>
              </p14:nvContentPartPr>
              <p14:xfrm>
                <a:off x="301102" y="230674"/>
                <a:ext cx="52920" cy="16200"/>
              </p14:xfrm>
            </p:contentPart>
          </mc:Choice>
          <mc:Fallback>
            <p:pic>
              <p:nvPicPr>
                <p:cNvPr id="3" name="잉크 2">
                  <a:extLst>
                    <a:ext uri="{FF2B5EF4-FFF2-40B4-BE49-F238E27FC236}">
                      <a16:creationId xmlns:a16="http://schemas.microsoft.com/office/drawing/2014/main" id="{9C1D5AFB-5E04-BF41-6909-253A82A4D82E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92462" y="221674"/>
                  <a:ext cx="7056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잉크 3">
                  <a:extLst>
                    <a:ext uri="{FF2B5EF4-FFF2-40B4-BE49-F238E27FC236}">
                      <a16:creationId xmlns:a16="http://schemas.microsoft.com/office/drawing/2014/main" id="{497B6D47-5B48-0D88-75A0-B197AF417BE4}"/>
                    </a:ext>
                  </a:extLst>
                </p14:cNvPr>
                <p14:cNvContentPartPr/>
                <p14:nvPr/>
              </p14:nvContentPartPr>
              <p14:xfrm>
                <a:off x="267622" y="311314"/>
                <a:ext cx="158040" cy="192240"/>
              </p14:xfrm>
            </p:contentPart>
          </mc:Choice>
          <mc:Fallback>
            <p:pic>
              <p:nvPicPr>
                <p:cNvPr id="4" name="잉크 3">
                  <a:extLst>
                    <a:ext uri="{FF2B5EF4-FFF2-40B4-BE49-F238E27FC236}">
                      <a16:creationId xmlns:a16="http://schemas.microsoft.com/office/drawing/2014/main" id="{497B6D47-5B48-0D88-75A0-B197AF417BE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58622" y="302674"/>
                  <a:ext cx="17568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잉크 4">
                  <a:extLst>
                    <a:ext uri="{FF2B5EF4-FFF2-40B4-BE49-F238E27FC236}">
                      <a16:creationId xmlns:a16="http://schemas.microsoft.com/office/drawing/2014/main" id="{770FBFA0-7356-B71A-DAEC-C8153347E743}"/>
                    </a:ext>
                  </a:extLst>
                </p14:cNvPr>
                <p14:cNvContentPartPr/>
                <p14:nvPr/>
              </p14:nvContentPartPr>
              <p14:xfrm>
                <a:off x="411622" y="250834"/>
                <a:ext cx="82080" cy="104040"/>
              </p14:xfrm>
            </p:contentPart>
          </mc:Choice>
          <mc:Fallback>
            <p:pic>
              <p:nvPicPr>
                <p:cNvPr id="5" name="잉크 4">
                  <a:extLst>
                    <a:ext uri="{FF2B5EF4-FFF2-40B4-BE49-F238E27FC236}">
                      <a16:creationId xmlns:a16="http://schemas.microsoft.com/office/drawing/2014/main" id="{770FBFA0-7356-B71A-DAEC-C8153347E74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02982" y="242194"/>
                  <a:ext cx="9972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잉크 5">
                  <a:extLst>
                    <a:ext uri="{FF2B5EF4-FFF2-40B4-BE49-F238E27FC236}">
                      <a16:creationId xmlns:a16="http://schemas.microsoft.com/office/drawing/2014/main" id="{85E851C6-F0F8-91B5-4DEE-017A614A4B6D}"/>
                    </a:ext>
                  </a:extLst>
                </p14:cNvPr>
                <p14:cNvContentPartPr/>
                <p14:nvPr/>
              </p14:nvContentPartPr>
              <p14:xfrm>
                <a:off x="566062" y="181354"/>
                <a:ext cx="89640" cy="152640"/>
              </p14:xfrm>
            </p:contentPart>
          </mc:Choice>
          <mc:Fallback>
            <p:pic>
              <p:nvPicPr>
                <p:cNvPr id="6" name="잉크 5">
                  <a:extLst>
                    <a:ext uri="{FF2B5EF4-FFF2-40B4-BE49-F238E27FC236}">
                      <a16:creationId xmlns:a16="http://schemas.microsoft.com/office/drawing/2014/main" id="{85E851C6-F0F8-91B5-4DEE-017A614A4B6D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57422" y="172354"/>
                  <a:ext cx="10728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6219EEBB-9FF0-B383-4B6E-703A8731F347}"/>
                    </a:ext>
                  </a:extLst>
                </p14:cNvPr>
                <p14:cNvContentPartPr/>
                <p14:nvPr/>
              </p14:nvContentPartPr>
              <p14:xfrm>
                <a:off x="556702" y="317434"/>
                <a:ext cx="111600" cy="140400"/>
              </p14:xfrm>
            </p:contentPart>
          </mc:Choice>
          <mc:Fallback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6219EEBB-9FF0-B383-4B6E-703A8731F34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47702" y="308434"/>
                  <a:ext cx="12924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273A07FF-C8FC-AB8F-0A8D-A68DB26CC90A}"/>
                    </a:ext>
                  </a:extLst>
                </p14:cNvPr>
                <p14:cNvContentPartPr/>
                <p14:nvPr/>
              </p14:nvContentPartPr>
              <p14:xfrm>
                <a:off x="711862" y="189634"/>
                <a:ext cx="93240" cy="193680"/>
              </p14:xfrm>
            </p:contentPart>
          </mc:Choice>
          <mc:Fallback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273A07FF-C8FC-AB8F-0A8D-A68DB26CC90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02862" y="180634"/>
                  <a:ext cx="11088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8CA03038-2A1D-75AF-6DE6-E1895DA8C185}"/>
                    </a:ext>
                  </a:extLst>
                </p14:cNvPr>
                <p14:cNvContentPartPr/>
                <p14:nvPr/>
              </p14:nvContentPartPr>
              <p14:xfrm>
                <a:off x="723382" y="361714"/>
                <a:ext cx="132840" cy="68400"/>
              </p14:xfrm>
            </p:contentPart>
          </mc:Choice>
          <mc:Fallback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8CA03038-2A1D-75AF-6DE6-E1895DA8C185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14382" y="352714"/>
                  <a:ext cx="15048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6C2B048C-719A-5234-CBAA-969B5934A9C2}"/>
                    </a:ext>
                  </a:extLst>
                </p14:cNvPr>
                <p14:cNvContentPartPr/>
                <p14:nvPr/>
              </p14:nvContentPartPr>
              <p14:xfrm>
                <a:off x="859462" y="192514"/>
                <a:ext cx="234720" cy="218520"/>
              </p14:xfrm>
            </p:contentPart>
          </mc:Choice>
          <mc:Fallback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6C2B048C-719A-5234-CBAA-969B5934A9C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50462" y="183874"/>
                  <a:ext cx="25236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25AFCF21-797F-8980-91BB-8FE385FF0846}"/>
                    </a:ext>
                  </a:extLst>
                </p14:cNvPr>
                <p14:cNvContentPartPr/>
                <p14:nvPr/>
              </p14:nvContentPartPr>
              <p14:xfrm>
                <a:off x="1228822" y="179914"/>
                <a:ext cx="120240" cy="150840"/>
              </p14:xfrm>
            </p:contentPart>
          </mc:Choice>
          <mc:Fallback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25AFCF21-797F-8980-91BB-8FE385FF0846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220182" y="171274"/>
                  <a:ext cx="13788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4D79AF5C-61BC-5FC0-EBE7-517ACDFF6D6E}"/>
                    </a:ext>
                  </a:extLst>
                </p14:cNvPr>
                <p14:cNvContentPartPr/>
                <p14:nvPr/>
              </p14:nvContentPartPr>
              <p14:xfrm>
                <a:off x="1382182" y="103594"/>
                <a:ext cx="102240" cy="246960"/>
              </p14:xfrm>
            </p:contentPart>
          </mc:Choice>
          <mc:Fallback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4D79AF5C-61BC-5FC0-EBE7-517ACDFF6D6E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373542" y="94594"/>
                  <a:ext cx="11988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DA805580-BC4A-64AE-4ED1-1DEFC5D2A332}"/>
                    </a:ext>
                  </a:extLst>
                </p14:cNvPr>
                <p14:cNvContentPartPr/>
                <p14:nvPr/>
              </p14:nvContentPartPr>
              <p14:xfrm>
                <a:off x="1429702" y="173794"/>
                <a:ext cx="134280" cy="137160"/>
              </p14:xfrm>
            </p:contentPart>
          </mc:Choice>
          <mc:Fallback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DA805580-BC4A-64AE-4ED1-1DEFC5D2A332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421062" y="164794"/>
                  <a:ext cx="15192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870BB554-759A-1180-900A-6EA7CFE47273}"/>
                    </a:ext>
                  </a:extLst>
                </p14:cNvPr>
                <p14:cNvContentPartPr/>
                <p14:nvPr/>
              </p14:nvContentPartPr>
              <p14:xfrm>
                <a:off x="1456702" y="270634"/>
                <a:ext cx="177840" cy="235440"/>
              </p14:xfrm>
            </p:contentPart>
          </mc:Choice>
          <mc:Fallback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870BB554-759A-1180-900A-6EA7CFE47273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448062" y="261994"/>
                  <a:ext cx="19548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4265A82D-1559-1175-0A7C-0C6982F98074}"/>
                    </a:ext>
                  </a:extLst>
                </p14:cNvPr>
                <p14:cNvContentPartPr/>
                <p14:nvPr/>
              </p14:nvContentPartPr>
              <p14:xfrm>
                <a:off x="76822" y="48154"/>
                <a:ext cx="1865880" cy="685800"/>
              </p14:xfrm>
            </p:contentPart>
          </mc:Choice>
          <mc:Fallback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4265A82D-1559-1175-0A7C-0C6982F98074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8182" y="39154"/>
                  <a:ext cx="1883520" cy="703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3798ED62-23F2-826D-EAAF-89C69AB773E6}"/>
              </a:ext>
            </a:extLst>
          </p:cNvPr>
          <p:cNvGrpSpPr/>
          <p:nvPr/>
        </p:nvGrpSpPr>
        <p:grpSpPr>
          <a:xfrm>
            <a:off x="2057542" y="39154"/>
            <a:ext cx="1177560" cy="437760"/>
            <a:chOff x="2057542" y="39154"/>
            <a:chExt cx="1177560" cy="437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3" name="잉크 22">
                  <a:extLst>
                    <a:ext uri="{FF2B5EF4-FFF2-40B4-BE49-F238E27FC236}">
                      <a16:creationId xmlns:a16="http://schemas.microsoft.com/office/drawing/2014/main" id="{2E0C4D52-AF72-5C46-483E-540EABC6B3A4}"/>
                    </a:ext>
                  </a:extLst>
                </p14:cNvPr>
                <p14:cNvContentPartPr/>
                <p14:nvPr/>
              </p14:nvContentPartPr>
              <p14:xfrm>
                <a:off x="2057542" y="169834"/>
                <a:ext cx="99000" cy="298800"/>
              </p14:xfrm>
            </p:contentPart>
          </mc:Choice>
          <mc:Fallback>
            <p:pic>
              <p:nvPicPr>
                <p:cNvPr id="23" name="잉크 22">
                  <a:extLst>
                    <a:ext uri="{FF2B5EF4-FFF2-40B4-BE49-F238E27FC236}">
                      <a16:creationId xmlns:a16="http://schemas.microsoft.com/office/drawing/2014/main" id="{2E0C4D52-AF72-5C46-483E-540EABC6B3A4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048902" y="160834"/>
                  <a:ext cx="116640" cy="31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4" name="잉크 23">
                  <a:extLst>
                    <a:ext uri="{FF2B5EF4-FFF2-40B4-BE49-F238E27FC236}">
                      <a16:creationId xmlns:a16="http://schemas.microsoft.com/office/drawing/2014/main" id="{9D19C3EC-A977-7361-52FA-03C07DD93791}"/>
                    </a:ext>
                  </a:extLst>
                </p14:cNvPr>
                <p14:cNvContentPartPr/>
                <p14:nvPr/>
              </p14:nvContentPartPr>
              <p14:xfrm>
                <a:off x="2066182" y="189994"/>
                <a:ext cx="195840" cy="286920"/>
              </p14:xfrm>
            </p:contentPart>
          </mc:Choice>
          <mc:Fallback>
            <p:pic>
              <p:nvPicPr>
                <p:cNvPr id="24" name="잉크 23">
                  <a:extLst>
                    <a:ext uri="{FF2B5EF4-FFF2-40B4-BE49-F238E27FC236}">
                      <a16:creationId xmlns:a16="http://schemas.microsoft.com/office/drawing/2014/main" id="{9D19C3EC-A977-7361-52FA-03C07DD93791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057542" y="180994"/>
                  <a:ext cx="213480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5" name="잉크 24">
                  <a:extLst>
                    <a:ext uri="{FF2B5EF4-FFF2-40B4-BE49-F238E27FC236}">
                      <a16:creationId xmlns:a16="http://schemas.microsoft.com/office/drawing/2014/main" id="{A22481A4-CF10-55CC-8619-5A09E57AC02A}"/>
                    </a:ext>
                  </a:extLst>
                </p14:cNvPr>
                <p14:cNvContentPartPr/>
                <p14:nvPr/>
              </p14:nvContentPartPr>
              <p14:xfrm>
                <a:off x="2308822" y="184594"/>
                <a:ext cx="152280" cy="261360"/>
              </p14:xfrm>
            </p:contentPart>
          </mc:Choice>
          <mc:Fallback>
            <p:pic>
              <p:nvPicPr>
                <p:cNvPr id="25" name="잉크 24">
                  <a:extLst>
                    <a:ext uri="{FF2B5EF4-FFF2-40B4-BE49-F238E27FC236}">
                      <a16:creationId xmlns:a16="http://schemas.microsoft.com/office/drawing/2014/main" id="{A22481A4-CF10-55CC-8619-5A09E57AC02A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299822" y="175954"/>
                  <a:ext cx="16992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6" name="잉크 25">
                  <a:extLst>
                    <a:ext uri="{FF2B5EF4-FFF2-40B4-BE49-F238E27FC236}">
                      <a16:creationId xmlns:a16="http://schemas.microsoft.com/office/drawing/2014/main" id="{E8C1E952-47ED-2DB0-F901-D7B2FFAA71B6}"/>
                    </a:ext>
                  </a:extLst>
                </p14:cNvPr>
                <p14:cNvContentPartPr/>
                <p14:nvPr/>
              </p14:nvContentPartPr>
              <p14:xfrm>
                <a:off x="2349502" y="175954"/>
                <a:ext cx="242640" cy="244440"/>
              </p14:xfrm>
            </p:contentPart>
          </mc:Choice>
          <mc:Fallback>
            <p:pic>
              <p:nvPicPr>
                <p:cNvPr id="26" name="잉크 25">
                  <a:extLst>
                    <a:ext uri="{FF2B5EF4-FFF2-40B4-BE49-F238E27FC236}">
                      <a16:creationId xmlns:a16="http://schemas.microsoft.com/office/drawing/2014/main" id="{E8C1E952-47ED-2DB0-F901-D7B2FFAA71B6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340502" y="166954"/>
                  <a:ext cx="26028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7" name="잉크 26">
                  <a:extLst>
                    <a:ext uri="{FF2B5EF4-FFF2-40B4-BE49-F238E27FC236}">
                      <a16:creationId xmlns:a16="http://schemas.microsoft.com/office/drawing/2014/main" id="{A8B30061-D553-3C4D-9111-79C990867C3C}"/>
                    </a:ext>
                  </a:extLst>
                </p14:cNvPr>
                <p14:cNvContentPartPr/>
                <p14:nvPr/>
              </p14:nvContentPartPr>
              <p14:xfrm>
                <a:off x="2569822" y="176314"/>
                <a:ext cx="106560" cy="168120"/>
              </p14:xfrm>
            </p:contentPart>
          </mc:Choice>
          <mc:Fallback>
            <p:pic>
              <p:nvPicPr>
                <p:cNvPr id="27" name="잉크 26">
                  <a:extLst>
                    <a:ext uri="{FF2B5EF4-FFF2-40B4-BE49-F238E27FC236}">
                      <a16:creationId xmlns:a16="http://schemas.microsoft.com/office/drawing/2014/main" id="{A8B30061-D553-3C4D-9111-79C990867C3C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560822" y="167674"/>
                  <a:ext cx="12420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8" name="잉크 27">
                  <a:extLst>
                    <a:ext uri="{FF2B5EF4-FFF2-40B4-BE49-F238E27FC236}">
                      <a16:creationId xmlns:a16="http://schemas.microsoft.com/office/drawing/2014/main" id="{01F6A017-AFDB-9437-0422-399AFB443F86}"/>
                    </a:ext>
                  </a:extLst>
                </p14:cNvPr>
                <p14:cNvContentPartPr/>
                <p14:nvPr/>
              </p14:nvContentPartPr>
              <p14:xfrm>
                <a:off x="2679622" y="189994"/>
                <a:ext cx="210600" cy="147960"/>
              </p14:xfrm>
            </p:contentPart>
          </mc:Choice>
          <mc:Fallback>
            <p:pic>
              <p:nvPicPr>
                <p:cNvPr id="28" name="잉크 27">
                  <a:extLst>
                    <a:ext uri="{FF2B5EF4-FFF2-40B4-BE49-F238E27FC236}">
                      <a16:creationId xmlns:a16="http://schemas.microsoft.com/office/drawing/2014/main" id="{01F6A017-AFDB-9437-0422-399AFB443F86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670622" y="181354"/>
                  <a:ext cx="22824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9" name="잉크 28">
                  <a:extLst>
                    <a:ext uri="{FF2B5EF4-FFF2-40B4-BE49-F238E27FC236}">
                      <a16:creationId xmlns:a16="http://schemas.microsoft.com/office/drawing/2014/main" id="{1394DCBC-F89F-0B07-FF72-86DD4A85D39F}"/>
                    </a:ext>
                  </a:extLst>
                </p14:cNvPr>
                <p14:cNvContentPartPr/>
                <p14:nvPr/>
              </p14:nvContentPartPr>
              <p14:xfrm>
                <a:off x="2887702" y="39154"/>
                <a:ext cx="347400" cy="293760"/>
              </p14:xfrm>
            </p:contentPart>
          </mc:Choice>
          <mc:Fallback>
            <p:pic>
              <p:nvPicPr>
                <p:cNvPr id="29" name="잉크 28">
                  <a:extLst>
                    <a:ext uri="{FF2B5EF4-FFF2-40B4-BE49-F238E27FC236}">
                      <a16:creationId xmlns:a16="http://schemas.microsoft.com/office/drawing/2014/main" id="{1394DCBC-F89F-0B07-FF72-86DD4A85D39F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879062" y="30514"/>
                  <a:ext cx="365040" cy="31140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4313" y="1357313"/>
            <a:ext cx="8715375" cy="4857750"/>
          </a:xfrm>
        </p:spPr>
        <p:txBody>
          <a:bodyPr/>
          <a:lstStyle/>
          <a:p>
            <a:pPr>
              <a:defRPr/>
            </a:pPr>
            <a:r>
              <a:rPr lang="ko-KR" altLang="en-US" dirty="0">
                <a:latin typeface="+mn-ea"/>
              </a:rPr>
              <a:t> 프로세스의 종료</a:t>
            </a:r>
          </a:p>
          <a:p>
            <a:pPr lvl="1">
              <a:defRPr/>
            </a:pPr>
            <a:r>
              <a:rPr lang="ko-KR" altLang="en-US" sz="2000" dirty="0">
                <a:latin typeface="+mn-ea"/>
              </a:rPr>
              <a:t>프로세스는 마지막 문장의 실행을 끝내고 종료하면 운영 체제에 프로세스 삭제를 요청</a:t>
            </a:r>
            <a:r>
              <a:rPr lang="en-US" altLang="ko-KR" sz="2000" dirty="0">
                <a:latin typeface="+mn-ea"/>
              </a:rPr>
              <a:t>(exit)</a:t>
            </a:r>
          </a:p>
          <a:p>
            <a:pPr lvl="2">
              <a:defRPr/>
            </a:pPr>
            <a:r>
              <a:rPr lang="ko-KR" altLang="en-US" sz="1800" dirty="0">
                <a:latin typeface="+mn-ea"/>
              </a:rPr>
              <a:t>프로세스는 부모 프로세스에게 자료를 돌려줄 수 있음 </a:t>
            </a:r>
            <a:r>
              <a:rPr lang="en-US" altLang="ko-KR" sz="1800" dirty="0">
                <a:latin typeface="+mn-ea"/>
              </a:rPr>
              <a:t>(wait)</a:t>
            </a:r>
          </a:p>
          <a:p>
            <a:pPr lvl="2">
              <a:defRPr/>
            </a:pPr>
            <a:r>
              <a:rPr lang="ko-KR" altLang="en-US" sz="1800" dirty="0">
                <a:latin typeface="+mn-ea"/>
              </a:rPr>
              <a:t>프로세스의 자원은 운영 체제가 회수</a:t>
            </a:r>
          </a:p>
          <a:p>
            <a:pPr lvl="1">
              <a:defRPr/>
            </a:pPr>
            <a:r>
              <a:rPr lang="ko-KR" altLang="en-US" sz="2000" dirty="0">
                <a:latin typeface="+mn-ea"/>
              </a:rPr>
              <a:t>부모 프로세스는 자식 프로세스 종료 가능</a:t>
            </a:r>
            <a:r>
              <a:rPr lang="en-US" altLang="ko-KR" sz="2000" dirty="0">
                <a:latin typeface="+mn-ea"/>
              </a:rPr>
              <a:t>(abort)</a:t>
            </a:r>
          </a:p>
          <a:p>
            <a:pPr lvl="2">
              <a:defRPr/>
            </a:pPr>
            <a:r>
              <a:rPr lang="ko-KR" altLang="en-US" sz="1800" dirty="0">
                <a:latin typeface="+mn-ea"/>
              </a:rPr>
              <a:t>부모가 종료되면 자식 프로세스도 강제로 종료 가능</a:t>
            </a:r>
            <a:endParaRPr lang="en-US" altLang="ko-KR" sz="1800" dirty="0">
              <a:latin typeface="+mn-ea"/>
            </a:endParaRPr>
          </a:p>
        </p:txBody>
      </p:sp>
      <p:sp>
        <p:nvSpPr>
          <p:cNvPr id="27651" name="슬라이드 번호 개체 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2874BD4-20EA-4E7F-816F-5AB5CDB6FA46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14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p:sp>
        <p:nvSpPr>
          <p:cNvPr id="7" name="Rectangle 1027"/>
          <p:cNvSpPr txBox="1">
            <a:spLocks noChangeArrowheads="1"/>
          </p:cNvSpPr>
          <p:nvPr/>
        </p:nvSpPr>
        <p:spPr bwMode="auto">
          <a:xfrm>
            <a:off x="857250" y="4143375"/>
            <a:ext cx="7500938" cy="2571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latinLnBrk="1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None/>
              <a:defRPr/>
            </a:pPr>
            <a:r>
              <a:rPr lang="en-US" altLang="ko-KR" sz="1400" kern="0" dirty="0">
                <a:latin typeface="Courier New" pitchFamily="49" charset="0"/>
                <a:ea typeface="+mn-ea"/>
              </a:rPr>
              <a:t>void main(</a:t>
            </a:r>
            <a:r>
              <a:rPr lang="en-US" altLang="ko-KR" sz="1400" kern="0" dirty="0" err="1">
                <a:latin typeface="Courier New" pitchFamily="49" charset="0"/>
                <a:ea typeface="+mn-ea"/>
              </a:rPr>
              <a:t>int</a:t>
            </a:r>
            <a:r>
              <a:rPr lang="en-US" altLang="ko-KR" sz="1400" kern="0" dirty="0">
                <a:latin typeface="Courier New" pitchFamily="49" charset="0"/>
                <a:ea typeface="+mn-ea"/>
              </a:rPr>
              <a:t> </a:t>
            </a:r>
            <a:r>
              <a:rPr lang="en-US" altLang="ko-KR" sz="1400" kern="0" dirty="0" err="1">
                <a:latin typeface="Courier New" pitchFamily="49" charset="0"/>
                <a:ea typeface="+mn-ea"/>
              </a:rPr>
              <a:t>argc</a:t>
            </a:r>
            <a:r>
              <a:rPr lang="en-US" altLang="ko-KR" sz="1400" kern="0" dirty="0">
                <a:latin typeface="Courier New" pitchFamily="49" charset="0"/>
                <a:ea typeface="+mn-ea"/>
              </a:rPr>
              <a:t>, char *</a:t>
            </a:r>
            <a:r>
              <a:rPr lang="en-US" altLang="ko-KR" sz="1400" kern="0" dirty="0" err="1">
                <a:latin typeface="Courier New" pitchFamily="49" charset="0"/>
                <a:ea typeface="+mn-ea"/>
              </a:rPr>
              <a:t>argv</a:t>
            </a:r>
            <a:r>
              <a:rPr lang="en-US" altLang="ko-KR" sz="1400" kern="0" dirty="0">
                <a:latin typeface="Courier New" pitchFamily="49" charset="0"/>
                <a:ea typeface="+mn-ea"/>
              </a:rPr>
              <a:t>[])</a:t>
            </a:r>
          </a:p>
          <a:p>
            <a:pPr marL="342900" indent="-342900" latinLnBrk="1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None/>
              <a:defRPr/>
            </a:pPr>
            <a:r>
              <a:rPr lang="en-US" altLang="ko-KR" sz="1400" kern="0" dirty="0">
                <a:latin typeface="Courier New" pitchFamily="49" charset="0"/>
                <a:ea typeface="+mn-ea"/>
              </a:rPr>
              <a:t>{</a:t>
            </a:r>
          </a:p>
          <a:p>
            <a:pPr marL="342900" indent="-342900" latinLnBrk="1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None/>
              <a:defRPr/>
            </a:pPr>
            <a:r>
              <a:rPr lang="en-US" altLang="ko-KR" sz="1400" kern="0" dirty="0">
                <a:latin typeface="Courier New" pitchFamily="49" charset="0"/>
                <a:ea typeface="+mn-ea"/>
              </a:rPr>
              <a:t>	</a:t>
            </a:r>
            <a:r>
              <a:rPr lang="en-US" altLang="ko-KR" sz="1400" kern="0" dirty="0" err="1">
                <a:latin typeface="Courier New" pitchFamily="49" charset="0"/>
                <a:ea typeface="+mn-ea"/>
              </a:rPr>
              <a:t>int</a:t>
            </a:r>
            <a:r>
              <a:rPr lang="en-US" altLang="ko-KR" sz="1400" kern="0" dirty="0">
                <a:latin typeface="Courier New" pitchFamily="49" charset="0"/>
                <a:ea typeface="+mn-ea"/>
              </a:rPr>
              <a:t> </a:t>
            </a:r>
            <a:r>
              <a:rPr lang="en-US" altLang="ko-KR" sz="1400" kern="0" dirty="0" err="1">
                <a:latin typeface="Courier New" pitchFamily="49" charset="0"/>
                <a:ea typeface="+mn-ea"/>
              </a:rPr>
              <a:t>pid</a:t>
            </a:r>
            <a:r>
              <a:rPr lang="en-US" altLang="ko-KR" sz="1400" kern="0" dirty="0">
                <a:latin typeface="Courier New" pitchFamily="49" charset="0"/>
                <a:ea typeface="+mn-ea"/>
              </a:rPr>
              <a:t>;</a:t>
            </a:r>
          </a:p>
          <a:p>
            <a:pPr marL="342900" indent="-342900" latinLnBrk="1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None/>
              <a:defRPr/>
            </a:pPr>
            <a:r>
              <a:rPr lang="en-US" altLang="ko-KR" sz="1400" kern="0" dirty="0">
                <a:latin typeface="Courier New" pitchFamily="49" charset="0"/>
                <a:ea typeface="+mn-ea"/>
              </a:rPr>
              <a:t>	</a:t>
            </a:r>
            <a:r>
              <a:rPr lang="en-US" altLang="ko-KR" sz="1400" kern="0" dirty="0" err="1">
                <a:latin typeface="Courier New" pitchFamily="49" charset="0"/>
                <a:ea typeface="+mn-ea"/>
              </a:rPr>
              <a:t>pid</a:t>
            </a:r>
            <a:r>
              <a:rPr lang="en-US" altLang="ko-KR" sz="1400" kern="0" dirty="0">
                <a:latin typeface="Courier New" pitchFamily="49" charset="0"/>
                <a:ea typeface="+mn-ea"/>
              </a:rPr>
              <a:t> = fork();	 /* form another process */</a:t>
            </a:r>
          </a:p>
          <a:p>
            <a:pPr marL="342900" indent="-342900" latinLnBrk="1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None/>
              <a:defRPr/>
            </a:pPr>
            <a:r>
              <a:rPr lang="en-US" altLang="ko-KR" sz="1400" kern="0" dirty="0">
                <a:latin typeface="Courier New" pitchFamily="49" charset="0"/>
                <a:ea typeface="+mn-ea"/>
              </a:rPr>
              <a:t>	if( </a:t>
            </a:r>
            <a:r>
              <a:rPr lang="en-US" altLang="ko-KR" sz="1400" kern="0" dirty="0" err="1">
                <a:latin typeface="Courier New" pitchFamily="49" charset="0"/>
                <a:ea typeface="+mn-ea"/>
              </a:rPr>
              <a:t>pid</a:t>
            </a:r>
            <a:r>
              <a:rPr lang="en-US" altLang="ko-KR" sz="1400" kern="0" dirty="0">
                <a:latin typeface="Courier New" pitchFamily="49" charset="0"/>
                <a:ea typeface="+mn-ea"/>
              </a:rPr>
              <a:t> == 0 ) { /* child process */</a:t>
            </a:r>
          </a:p>
          <a:p>
            <a:pPr marL="342900" indent="-342900" latinLnBrk="1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None/>
              <a:defRPr/>
            </a:pPr>
            <a:r>
              <a:rPr lang="en-US" altLang="ko-KR" sz="1400" kern="0" dirty="0">
                <a:latin typeface="Courier New" pitchFamily="49" charset="0"/>
                <a:ea typeface="+mn-ea"/>
              </a:rPr>
              <a:t>		</a:t>
            </a:r>
            <a:r>
              <a:rPr lang="en-US" altLang="ko-KR" sz="1400" kern="0" dirty="0" err="1">
                <a:latin typeface="Courier New" pitchFamily="49" charset="0"/>
                <a:ea typeface="+mn-ea"/>
              </a:rPr>
              <a:t>execlp</a:t>
            </a:r>
            <a:r>
              <a:rPr lang="en-US" altLang="ko-KR" sz="1400" kern="0" dirty="0">
                <a:latin typeface="Courier New" pitchFamily="49" charset="0"/>
                <a:ea typeface="+mn-ea"/>
              </a:rPr>
              <a:t>(“/bin/</a:t>
            </a:r>
            <a:r>
              <a:rPr lang="en-US" altLang="ko-KR" sz="1400" kern="0" dirty="0" err="1">
                <a:latin typeface="Courier New" pitchFamily="49" charset="0"/>
                <a:ea typeface="+mn-ea"/>
              </a:rPr>
              <a:t>ls”,”ls”,NULL</a:t>
            </a:r>
            <a:r>
              <a:rPr lang="en-US" altLang="ko-KR" sz="1400" kern="0" dirty="0">
                <a:latin typeface="Courier New" pitchFamily="49" charset="0"/>
                <a:ea typeface="+mn-ea"/>
              </a:rPr>
              <a:t>);</a:t>
            </a:r>
          </a:p>
          <a:p>
            <a:pPr marL="342900" indent="-342900" latinLnBrk="1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None/>
              <a:defRPr/>
            </a:pPr>
            <a:r>
              <a:rPr lang="en-US" altLang="ko-KR" sz="1400" kern="0" dirty="0">
                <a:latin typeface="Courier New" pitchFamily="49" charset="0"/>
                <a:ea typeface="+mn-ea"/>
              </a:rPr>
              <a:t>	}</a:t>
            </a:r>
          </a:p>
          <a:p>
            <a:pPr marL="342900" indent="-342900" latinLnBrk="1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None/>
              <a:defRPr/>
            </a:pPr>
            <a:r>
              <a:rPr lang="en-US" altLang="ko-KR" sz="1400" kern="0" dirty="0">
                <a:latin typeface="Courier New" pitchFamily="49" charset="0"/>
                <a:ea typeface="+mn-ea"/>
              </a:rPr>
              <a:t>	else { /* parent process */</a:t>
            </a:r>
          </a:p>
          <a:p>
            <a:pPr marL="342900" indent="-342900" latinLnBrk="1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None/>
              <a:defRPr/>
            </a:pPr>
            <a:r>
              <a:rPr lang="en-US" altLang="ko-KR" sz="1400" kern="0" dirty="0">
                <a:latin typeface="Courier New" pitchFamily="49" charset="0"/>
                <a:ea typeface="+mn-ea"/>
              </a:rPr>
              <a:t>	   wait(NULL); /* parent will wait for the child to complete */</a:t>
            </a:r>
          </a:p>
          <a:p>
            <a:pPr marL="342900" indent="-342900" latinLnBrk="1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None/>
              <a:defRPr/>
            </a:pPr>
            <a:r>
              <a:rPr lang="en-US" altLang="ko-KR" sz="1400" kern="0" dirty="0">
                <a:latin typeface="Courier New" pitchFamily="49" charset="0"/>
                <a:ea typeface="+mn-ea"/>
              </a:rPr>
              <a:t>	   </a:t>
            </a:r>
            <a:r>
              <a:rPr lang="en-US" altLang="ko-KR" sz="1400" kern="0" dirty="0" err="1">
                <a:latin typeface="Courier New" pitchFamily="49" charset="0"/>
                <a:ea typeface="+mn-ea"/>
              </a:rPr>
              <a:t>printf</a:t>
            </a:r>
            <a:r>
              <a:rPr lang="en-US" altLang="ko-KR" sz="1400" kern="0" dirty="0">
                <a:latin typeface="Courier New" pitchFamily="49" charset="0"/>
                <a:ea typeface="+mn-ea"/>
              </a:rPr>
              <a:t>(“Child complete”); exit(0);</a:t>
            </a:r>
          </a:p>
          <a:p>
            <a:pPr marL="342900" indent="-342900" latinLnBrk="1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None/>
              <a:defRPr/>
            </a:pPr>
            <a:r>
              <a:rPr lang="en-US" altLang="ko-KR" sz="1400" kern="0" dirty="0">
                <a:latin typeface="Courier New" pitchFamily="49" charset="0"/>
                <a:ea typeface="+mn-ea"/>
              </a:rPr>
              <a:t>	}</a:t>
            </a:r>
          </a:p>
          <a:p>
            <a:pPr marL="342900" indent="-342900" latinLnBrk="1">
              <a:lnSpc>
                <a:spcPct val="80000"/>
              </a:lnSpc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None/>
              <a:defRPr/>
            </a:pPr>
            <a:r>
              <a:rPr lang="en-US" altLang="ko-KR" sz="1400" kern="0" dirty="0">
                <a:latin typeface="Courier New" pitchFamily="49" charset="0"/>
                <a:ea typeface="+mn-ea"/>
              </a:rPr>
              <a:t>}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874" name="내용 개체 틀 1"/>
          <p:cNvSpPr>
            <a:spLocks noGrp="1"/>
          </p:cNvSpPr>
          <p:nvPr>
            <p:ph sz="quarter" idx="4294967295"/>
          </p:nvPr>
        </p:nvSpPr>
        <p:spPr>
          <a:xfrm>
            <a:off x="228600" y="1285875"/>
            <a:ext cx="8686800" cy="2582863"/>
          </a:xfrm>
        </p:spPr>
        <p:txBody>
          <a:bodyPr/>
          <a:lstStyle/>
          <a:p>
            <a:pPr>
              <a:spcAft>
                <a:spcPts val="300"/>
              </a:spcAft>
              <a:defRPr/>
            </a:pPr>
            <a:r>
              <a:rPr lang="ko-KR" altLang="en-US" dirty="0">
                <a:latin typeface="+mn-ea"/>
              </a:rPr>
              <a:t> 프로세스 중단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>
                <a:latin typeface="+mn-ea"/>
              </a:rPr>
              <a:t>일시 정지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>
                <a:latin typeface="+mn-ea"/>
              </a:rPr>
              <a:t>과 재시작</a:t>
            </a:r>
          </a:p>
          <a:p>
            <a:pPr lvl="1">
              <a:spcAft>
                <a:spcPts val="300"/>
              </a:spcAft>
              <a:defRPr/>
            </a:pPr>
            <a:r>
              <a:rPr lang="ko-KR" altLang="en-US" sz="1900" dirty="0">
                <a:latin typeface="+mn-ea"/>
              </a:rPr>
              <a:t>시스템에 장애가 발생하면 실행 중인 프로세스는 잠시 중단했다가</a:t>
            </a:r>
            <a:r>
              <a:rPr lang="en-US" altLang="ko-KR" sz="1900" dirty="0">
                <a:latin typeface="+mn-ea"/>
              </a:rPr>
              <a:t>, </a:t>
            </a:r>
            <a:r>
              <a:rPr lang="ko-KR" altLang="en-US" sz="1900" dirty="0">
                <a:latin typeface="+mn-ea"/>
              </a:rPr>
              <a:t>시스템이 기능을 회복했을 때 다시 </a:t>
            </a:r>
            <a:r>
              <a:rPr lang="ko-KR" altLang="en-US" sz="1900" dirty="0" err="1">
                <a:latin typeface="+mn-ea"/>
              </a:rPr>
              <a:t>재시작</a:t>
            </a:r>
            <a:endParaRPr lang="en-US" altLang="ko-KR" sz="1900" dirty="0">
              <a:latin typeface="+mn-ea"/>
            </a:endParaRPr>
          </a:p>
          <a:p>
            <a:pPr lvl="1">
              <a:spcAft>
                <a:spcPts val="300"/>
              </a:spcAft>
              <a:defRPr/>
            </a:pPr>
            <a:r>
              <a:rPr lang="ko-KR" altLang="en-US" sz="1900" dirty="0">
                <a:latin typeface="+mn-ea"/>
              </a:rPr>
              <a:t>처리할 일이 너무 많아 시스템 부담이 크면 프로세스 몇 개를 중단했다가 시스템이 다시 정상 상태로 돌아왔을 때 </a:t>
            </a:r>
            <a:r>
              <a:rPr lang="ko-KR" altLang="en-US" sz="1900" dirty="0" err="1">
                <a:latin typeface="+mn-ea"/>
              </a:rPr>
              <a:t>재시작</a:t>
            </a:r>
            <a:endParaRPr lang="en-US" altLang="ko-KR" sz="1900" dirty="0">
              <a:latin typeface="+mn-ea"/>
            </a:endParaRPr>
          </a:p>
        </p:txBody>
      </p:sp>
      <p:pic>
        <p:nvPicPr>
          <p:cNvPr id="28675" name="Picture 4" descr="C:\Documents and Settings\Hanami\바탕 화면\운영체제\(강의교안)_그림파일_1장-13장\ch03_프로세스와 스레드\ch03-10_cut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306"/>
          <a:stretch>
            <a:fillRect/>
          </a:stretch>
        </p:blipFill>
        <p:spPr bwMode="auto">
          <a:xfrm>
            <a:off x="2428875" y="3357563"/>
            <a:ext cx="4419600" cy="336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76" name="슬라이드 번호 개체 틀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C8FD133-A444-484A-9A4C-BA05432C593B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15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잉크 1">
                <a:extLst>
                  <a:ext uri="{FF2B5EF4-FFF2-40B4-BE49-F238E27FC236}">
                    <a16:creationId xmlns:a16="http://schemas.microsoft.com/office/drawing/2014/main" id="{5506E20E-48C3-878E-201A-8ED23664FC3C}"/>
                  </a:ext>
                </a:extLst>
              </p14:cNvPr>
              <p14:cNvContentPartPr/>
              <p14:nvPr/>
            </p14:nvContentPartPr>
            <p14:xfrm>
              <a:off x="6293662" y="2094754"/>
              <a:ext cx="1136880" cy="199440"/>
            </p14:xfrm>
          </p:contentPart>
        </mc:Choice>
        <mc:Fallback>
          <p:pic>
            <p:nvPicPr>
              <p:cNvPr id="2" name="잉크 1">
                <a:extLst>
                  <a:ext uri="{FF2B5EF4-FFF2-40B4-BE49-F238E27FC236}">
                    <a16:creationId xmlns:a16="http://schemas.microsoft.com/office/drawing/2014/main" id="{5506E20E-48C3-878E-201A-8ED23664FC3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284662" y="2086114"/>
                <a:ext cx="1154520" cy="21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" name="잉크 2">
                <a:extLst>
                  <a:ext uri="{FF2B5EF4-FFF2-40B4-BE49-F238E27FC236}">
                    <a16:creationId xmlns:a16="http://schemas.microsoft.com/office/drawing/2014/main" id="{D07605E3-97DF-27D0-3733-A731D596B011}"/>
                  </a:ext>
                </a:extLst>
              </p14:cNvPr>
              <p14:cNvContentPartPr/>
              <p14:nvPr/>
            </p14:nvContentPartPr>
            <p14:xfrm>
              <a:off x="1542382" y="2339914"/>
              <a:ext cx="3710160" cy="234360"/>
            </p14:xfrm>
          </p:contentPart>
        </mc:Choice>
        <mc:Fallback>
          <p:pic>
            <p:nvPicPr>
              <p:cNvPr id="3" name="잉크 2">
                <a:extLst>
                  <a:ext uri="{FF2B5EF4-FFF2-40B4-BE49-F238E27FC236}">
                    <a16:creationId xmlns:a16="http://schemas.microsoft.com/office/drawing/2014/main" id="{D07605E3-97DF-27D0-3733-A731D596B01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533382" y="2330914"/>
                <a:ext cx="3727800" cy="252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/>
          <a:lstStyle/>
          <a:p>
            <a:r>
              <a:rPr lang="en-US" altLang="ko-KR"/>
              <a:t>4. </a:t>
            </a:r>
            <a:r>
              <a:rPr lang="ko-KR" altLang="en-US"/>
              <a:t>프로세스간 통신 </a:t>
            </a:r>
            <a:r>
              <a:rPr lang="en-US" altLang="ko-KR"/>
              <a:t>(IPC)</a:t>
            </a:r>
            <a:endParaRPr lang="ko-KR" altLang="en-US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4313" y="1643063"/>
            <a:ext cx="8715375" cy="4643437"/>
          </a:xfrm>
        </p:spPr>
        <p:txBody>
          <a:bodyPr lIns="92075" tIns="46038" rIns="92075" bIns="46038"/>
          <a:lstStyle/>
          <a:p>
            <a:pPr>
              <a:lnSpc>
                <a:spcPct val="90000"/>
              </a:lnSpc>
              <a:defRPr/>
            </a:pPr>
            <a:r>
              <a:rPr lang="ko-KR" altLang="en-US" sz="2400" dirty="0">
                <a:latin typeface="+mn-ea"/>
              </a:rPr>
              <a:t>프로세스들간의 관계는 독립적이거나 또는 협동적</a:t>
            </a:r>
          </a:p>
          <a:p>
            <a:pPr lvl="1">
              <a:lnSpc>
                <a:spcPct val="90000"/>
              </a:lnSpc>
              <a:defRPr/>
            </a:pPr>
            <a:r>
              <a:rPr lang="ko-KR" altLang="en-US" sz="2000" dirty="0">
                <a:latin typeface="+mn-ea"/>
              </a:rPr>
              <a:t>독립적인 경우 주어진 초기 치에 대해서 항상 같은 결과 도출</a:t>
            </a:r>
            <a:r>
              <a:rPr lang="en-US" altLang="ko-KR" sz="2000" dirty="0">
                <a:latin typeface="+mn-ea"/>
              </a:rPr>
              <a:t> </a:t>
            </a:r>
          </a:p>
          <a:p>
            <a:pPr lvl="1">
              <a:lnSpc>
                <a:spcPct val="90000"/>
              </a:lnSpc>
              <a:defRPr/>
            </a:pPr>
            <a:r>
              <a:rPr lang="ko-KR" altLang="en-US" sz="2000" dirty="0">
                <a:latin typeface="+mn-ea"/>
              </a:rPr>
              <a:t>독립적인 경우 다른 프로세스의 영향을 받지 않음</a:t>
            </a:r>
            <a:endParaRPr lang="en-US" altLang="ko-KR" sz="2000" dirty="0">
              <a:latin typeface="+mn-ea"/>
            </a:endParaRPr>
          </a:p>
          <a:p>
            <a:pPr lvl="1">
              <a:lnSpc>
                <a:spcPct val="90000"/>
              </a:lnSpc>
              <a:defRPr/>
            </a:pPr>
            <a:r>
              <a:rPr lang="ko-KR" altLang="en-US" sz="2000" dirty="0">
                <a:latin typeface="+mn-ea"/>
              </a:rPr>
              <a:t>협동적인 경우 다른 프로세스에게 영향을 주거나 받음</a:t>
            </a:r>
            <a:endParaRPr lang="en-US" altLang="ko-KR" sz="2000" dirty="0">
              <a:latin typeface="+mn-ea"/>
            </a:endParaRPr>
          </a:p>
          <a:p>
            <a:pPr lvl="1">
              <a:lnSpc>
                <a:spcPct val="90000"/>
              </a:lnSpc>
              <a:defRPr/>
            </a:pPr>
            <a:endParaRPr lang="en-US" altLang="ko-KR" sz="2000" dirty="0">
              <a:latin typeface="+mn-ea"/>
            </a:endParaRPr>
          </a:p>
          <a:p>
            <a:pPr>
              <a:lnSpc>
                <a:spcPct val="90000"/>
              </a:lnSpc>
              <a:defRPr/>
            </a:pPr>
            <a:r>
              <a:rPr lang="ko-KR" altLang="en-US" sz="2400" dirty="0">
                <a:latin typeface="+mn-ea"/>
              </a:rPr>
              <a:t>협동 프로세스가 필요한 이유</a:t>
            </a:r>
          </a:p>
          <a:p>
            <a:pPr lvl="1">
              <a:lnSpc>
                <a:spcPct val="90000"/>
              </a:lnSpc>
              <a:defRPr/>
            </a:pPr>
            <a:r>
              <a:rPr lang="ko-KR" altLang="en-US" sz="2000" dirty="0">
                <a:latin typeface="+mn-ea"/>
              </a:rPr>
              <a:t>정보 공유</a:t>
            </a:r>
            <a:r>
              <a:rPr lang="en-US" altLang="ko-KR" sz="2000" dirty="0">
                <a:latin typeface="+mn-ea"/>
              </a:rPr>
              <a:t>, </a:t>
            </a:r>
            <a:r>
              <a:rPr lang="ko-KR" altLang="en-US" sz="2000" dirty="0">
                <a:latin typeface="+mn-ea"/>
              </a:rPr>
              <a:t>연산 속도 증가</a:t>
            </a:r>
            <a:r>
              <a:rPr lang="en-US" altLang="ko-KR" sz="2000" dirty="0">
                <a:latin typeface="+mn-ea"/>
              </a:rPr>
              <a:t>, </a:t>
            </a:r>
            <a:r>
              <a:rPr lang="ko-KR" altLang="en-US" sz="2000" dirty="0" err="1">
                <a:latin typeface="+mn-ea"/>
              </a:rPr>
              <a:t>모듈성</a:t>
            </a:r>
            <a:r>
              <a:rPr lang="en-US" altLang="ko-KR" sz="2000" dirty="0">
                <a:latin typeface="+mn-ea"/>
              </a:rPr>
              <a:t> </a:t>
            </a:r>
          </a:p>
          <a:p>
            <a:pPr lvl="1">
              <a:lnSpc>
                <a:spcPct val="90000"/>
              </a:lnSpc>
              <a:defRPr/>
            </a:pPr>
            <a:endParaRPr lang="en-US" altLang="ko-KR" sz="2000" dirty="0">
              <a:latin typeface="+mn-ea"/>
            </a:endParaRPr>
          </a:p>
          <a:p>
            <a:pPr>
              <a:lnSpc>
                <a:spcPct val="90000"/>
              </a:lnSpc>
              <a:defRPr/>
            </a:pPr>
            <a:r>
              <a:rPr lang="ko-KR" altLang="en-US" sz="2400" dirty="0">
                <a:latin typeface="+mn-ea"/>
              </a:rPr>
              <a:t>협동 프로세스는 프로세스간 통신과 동기화 메커니즘 필요</a:t>
            </a:r>
            <a:endParaRPr lang="en-US" altLang="ko-KR" sz="2400" dirty="0">
              <a:latin typeface="+mn-ea"/>
            </a:endParaRPr>
          </a:p>
        </p:txBody>
      </p:sp>
      <p:sp>
        <p:nvSpPr>
          <p:cNvPr id="30724" name="슬라이드 번호 개체 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36C6813-DFDF-4EF8-9228-CB464139E061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16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2128EA04-8AC9-4DF2-9850-8F50696FB55C}"/>
              </a:ext>
            </a:extLst>
          </p:cNvPr>
          <p:cNvGrpSpPr/>
          <p:nvPr/>
        </p:nvGrpSpPr>
        <p:grpSpPr>
          <a:xfrm>
            <a:off x="5028982" y="5429074"/>
            <a:ext cx="879120" cy="350280"/>
            <a:chOff x="5028982" y="5429074"/>
            <a:chExt cx="879120" cy="350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2" name="잉크 1">
                  <a:extLst>
                    <a:ext uri="{FF2B5EF4-FFF2-40B4-BE49-F238E27FC236}">
                      <a16:creationId xmlns:a16="http://schemas.microsoft.com/office/drawing/2014/main" id="{B1931478-1F8F-E42E-F57F-8078757F6A0F}"/>
                    </a:ext>
                  </a:extLst>
                </p14:cNvPr>
                <p14:cNvContentPartPr/>
                <p14:nvPr/>
              </p14:nvContentPartPr>
              <p14:xfrm>
                <a:off x="5028982" y="5475514"/>
                <a:ext cx="144000" cy="184680"/>
              </p14:xfrm>
            </p:contentPart>
          </mc:Choice>
          <mc:Fallback>
            <p:pic>
              <p:nvPicPr>
                <p:cNvPr id="2" name="잉크 1">
                  <a:extLst>
                    <a:ext uri="{FF2B5EF4-FFF2-40B4-BE49-F238E27FC236}">
                      <a16:creationId xmlns:a16="http://schemas.microsoft.com/office/drawing/2014/main" id="{B1931478-1F8F-E42E-F57F-8078757F6A0F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020342" y="5466874"/>
                  <a:ext cx="16164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3" name="잉크 2">
                  <a:extLst>
                    <a:ext uri="{FF2B5EF4-FFF2-40B4-BE49-F238E27FC236}">
                      <a16:creationId xmlns:a16="http://schemas.microsoft.com/office/drawing/2014/main" id="{83B5FF86-9C1F-C3B1-2080-ED6811D954A1}"/>
                    </a:ext>
                  </a:extLst>
                </p14:cNvPr>
                <p14:cNvContentPartPr/>
                <p14:nvPr/>
              </p14:nvContentPartPr>
              <p14:xfrm>
                <a:off x="5125822" y="5631394"/>
                <a:ext cx="174600" cy="147960"/>
              </p14:xfrm>
            </p:contentPart>
          </mc:Choice>
          <mc:Fallback>
            <p:pic>
              <p:nvPicPr>
                <p:cNvPr id="3" name="잉크 2">
                  <a:extLst>
                    <a:ext uri="{FF2B5EF4-FFF2-40B4-BE49-F238E27FC236}">
                      <a16:creationId xmlns:a16="http://schemas.microsoft.com/office/drawing/2014/main" id="{83B5FF86-9C1F-C3B1-2080-ED6811D954A1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117182" y="5622754"/>
                  <a:ext cx="19224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4" name="잉크 3">
                  <a:extLst>
                    <a:ext uri="{FF2B5EF4-FFF2-40B4-BE49-F238E27FC236}">
                      <a16:creationId xmlns:a16="http://schemas.microsoft.com/office/drawing/2014/main" id="{0C99A7A6-912C-8D0F-C534-725C0162E396}"/>
                    </a:ext>
                  </a:extLst>
                </p14:cNvPr>
                <p14:cNvContentPartPr/>
                <p14:nvPr/>
              </p14:nvContentPartPr>
              <p14:xfrm>
                <a:off x="5272342" y="5506114"/>
                <a:ext cx="92880" cy="145440"/>
              </p14:xfrm>
            </p:contentPart>
          </mc:Choice>
          <mc:Fallback>
            <p:pic>
              <p:nvPicPr>
                <p:cNvPr id="4" name="잉크 3">
                  <a:extLst>
                    <a:ext uri="{FF2B5EF4-FFF2-40B4-BE49-F238E27FC236}">
                      <a16:creationId xmlns:a16="http://schemas.microsoft.com/office/drawing/2014/main" id="{0C99A7A6-912C-8D0F-C534-725C0162E396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263702" y="5497474"/>
                  <a:ext cx="11052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5" name="잉크 4">
                  <a:extLst>
                    <a:ext uri="{FF2B5EF4-FFF2-40B4-BE49-F238E27FC236}">
                      <a16:creationId xmlns:a16="http://schemas.microsoft.com/office/drawing/2014/main" id="{589DBF8F-2091-A7A3-8A34-B53CAB400F0A}"/>
                    </a:ext>
                  </a:extLst>
                </p14:cNvPr>
                <p14:cNvContentPartPr/>
                <p14:nvPr/>
              </p14:nvContentPartPr>
              <p14:xfrm>
                <a:off x="5390782" y="5431954"/>
                <a:ext cx="87120" cy="223200"/>
              </p14:xfrm>
            </p:contentPart>
          </mc:Choice>
          <mc:Fallback>
            <p:pic>
              <p:nvPicPr>
                <p:cNvPr id="5" name="잉크 4">
                  <a:extLst>
                    <a:ext uri="{FF2B5EF4-FFF2-40B4-BE49-F238E27FC236}">
                      <a16:creationId xmlns:a16="http://schemas.microsoft.com/office/drawing/2014/main" id="{589DBF8F-2091-A7A3-8A34-B53CAB400F0A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381782" y="5423314"/>
                  <a:ext cx="10476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6" name="잉크 5">
                  <a:extLst>
                    <a:ext uri="{FF2B5EF4-FFF2-40B4-BE49-F238E27FC236}">
                      <a16:creationId xmlns:a16="http://schemas.microsoft.com/office/drawing/2014/main" id="{929F2422-6F4F-AF89-CC19-67F1A6C1B1A9}"/>
                    </a:ext>
                  </a:extLst>
                </p14:cNvPr>
                <p14:cNvContentPartPr/>
                <p14:nvPr/>
              </p14:nvContentPartPr>
              <p14:xfrm>
                <a:off x="5391142" y="5644714"/>
                <a:ext cx="97200" cy="76320"/>
              </p14:xfrm>
            </p:contentPart>
          </mc:Choice>
          <mc:Fallback>
            <p:pic>
              <p:nvPicPr>
                <p:cNvPr id="6" name="잉크 5">
                  <a:extLst>
                    <a:ext uri="{FF2B5EF4-FFF2-40B4-BE49-F238E27FC236}">
                      <a16:creationId xmlns:a16="http://schemas.microsoft.com/office/drawing/2014/main" id="{929F2422-6F4F-AF89-CC19-67F1A6C1B1A9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5382142" y="5636074"/>
                  <a:ext cx="11484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2DCF307F-B787-4FA4-0254-5CC0D93D61B0}"/>
                    </a:ext>
                  </a:extLst>
                </p14:cNvPr>
                <p14:cNvContentPartPr/>
                <p14:nvPr/>
              </p14:nvContentPartPr>
              <p14:xfrm>
                <a:off x="5544862" y="5429074"/>
                <a:ext cx="104040" cy="142560"/>
              </p14:xfrm>
            </p:contentPart>
          </mc:Choice>
          <mc:Fallback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2DCF307F-B787-4FA4-0254-5CC0D93D61B0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535862" y="5420434"/>
                  <a:ext cx="12168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2FEF9695-DEFE-0B39-30C2-10583C48C551}"/>
                    </a:ext>
                  </a:extLst>
                </p14:cNvPr>
                <p14:cNvContentPartPr/>
                <p14:nvPr/>
              </p14:nvContentPartPr>
              <p14:xfrm>
                <a:off x="5572582" y="5444194"/>
                <a:ext cx="225000" cy="223920"/>
              </p14:xfrm>
            </p:contentPart>
          </mc:Choice>
          <mc:Fallback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2FEF9695-DEFE-0B39-30C2-10583C48C551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5563942" y="5435194"/>
                  <a:ext cx="24264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1EACFC3B-5539-DAA3-B1DD-23963B800E44}"/>
                    </a:ext>
                  </a:extLst>
                </p14:cNvPr>
                <p14:cNvContentPartPr/>
                <p14:nvPr/>
              </p14:nvContentPartPr>
              <p14:xfrm>
                <a:off x="5812342" y="5439874"/>
                <a:ext cx="95760" cy="192240"/>
              </p14:xfrm>
            </p:contentPart>
          </mc:Choice>
          <mc:Fallback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1EACFC3B-5539-DAA3-B1DD-23963B800E44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5803342" y="5430874"/>
                  <a:ext cx="113400" cy="209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957E6897-FA47-60E9-7423-962A26E00094}"/>
              </a:ext>
            </a:extLst>
          </p:cNvPr>
          <p:cNvGrpSpPr/>
          <p:nvPr/>
        </p:nvGrpSpPr>
        <p:grpSpPr>
          <a:xfrm>
            <a:off x="6177742" y="5239714"/>
            <a:ext cx="426960" cy="383400"/>
            <a:chOff x="6177742" y="5239714"/>
            <a:chExt cx="426960" cy="383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1018A836-D5C9-50B9-5EE1-9FEC8B924BCF}"/>
                    </a:ext>
                  </a:extLst>
                </p14:cNvPr>
                <p14:cNvContentPartPr/>
                <p14:nvPr/>
              </p14:nvContentPartPr>
              <p14:xfrm>
                <a:off x="6177742" y="5401714"/>
                <a:ext cx="97920" cy="110520"/>
              </p14:xfrm>
            </p:contentPart>
          </mc:Choice>
          <mc:Fallback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1018A836-D5C9-50B9-5EE1-9FEC8B924BCF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169102" y="5392714"/>
                  <a:ext cx="11556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FDD897FD-22ED-4A04-9408-DB20942A42CE}"/>
                    </a:ext>
                  </a:extLst>
                </p14:cNvPr>
                <p14:cNvContentPartPr/>
                <p14:nvPr/>
              </p14:nvContentPartPr>
              <p14:xfrm>
                <a:off x="6342622" y="5239714"/>
                <a:ext cx="97920" cy="282240"/>
              </p14:xfrm>
            </p:contentPart>
          </mc:Choice>
          <mc:Fallback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FDD897FD-22ED-4A04-9408-DB20942A42CE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6333622" y="5230714"/>
                  <a:ext cx="115560" cy="29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F74A5BE2-8640-2E6C-7CA2-857BCC9C23A2}"/>
                    </a:ext>
                  </a:extLst>
                </p14:cNvPr>
                <p14:cNvContentPartPr/>
                <p14:nvPr/>
              </p14:nvContentPartPr>
              <p14:xfrm>
                <a:off x="6401662" y="5303794"/>
                <a:ext cx="124200" cy="134640"/>
              </p14:xfrm>
            </p:contentPart>
          </mc:Choice>
          <mc:Fallback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F74A5BE2-8640-2E6C-7CA2-857BCC9C23A2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6393022" y="5295154"/>
                  <a:ext cx="14184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8A0F1961-D10E-8FF7-A17A-974210EF91B5}"/>
                    </a:ext>
                  </a:extLst>
                </p14:cNvPr>
                <p14:cNvContentPartPr/>
                <p14:nvPr/>
              </p14:nvContentPartPr>
              <p14:xfrm>
                <a:off x="6479422" y="5459674"/>
                <a:ext cx="125280" cy="163440"/>
              </p14:xfrm>
            </p:contentPart>
          </mc:Choice>
          <mc:Fallback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8A0F1961-D10E-8FF7-A17A-974210EF91B5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6470782" y="5450674"/>
                  <a:ext cx="142920" cy="181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2AFA8134-0A47-223C-B427-9C670FE5D3D4}"/>
              </a:ext>
            </a:extLst>
          </p:cNvPr>
          <p:cNvGrpSpPr/>
          <p:nvPr/>
        </p:nvGrpSpPr>
        <p:grpSpPr>
          <a:xfrm>
            <a:off x="5533342" y="5825794"/>
            <a:ext cx="1326600" cy="438840"/>
            <a:chOff x="5533342" y="5825794"/>
            <a:chExt cx="1326600" cy="438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56C73359-C760-352F-50C8-259EA2A2FE8E}"/>
                    </a:ext>
                  </a:extLst>
                </p14:cNvPr>
                <p14:cNvContentPartPr/>
                <p14:nvPr/>
              </p14:nvContentPartPr>
              <p14:xfrm>
                <a:off x="5533342" y="5941354"/>
                <a:ext cx="111960" cy="211680"/>
              </p14:xfrm>
            </p:contentPart>
          </mc:Choice>
          <mc:Fallback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56C73359-C760-352F-50C8-259EA2A2FE8E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5524342" y="5932714"/>
                  <a:ext cx="12960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11A84A2C-A430-406A-509E-188B37FB3806}"/>
                    </a:ext>
                  </a:extLst>
                </p14:cNvPr>
                <p14:cNvContentPartPr/>
                <p14:nvPr/>
              </p14:nvContentPartPr>
              <p14:xfrm>
                <a:off x="5657542" y="5948914"/>
                <a:ext cx="19080" cy="147240"/>
              </p14:xfrm>
            </p:contentPart>
          </mc:Choice>
          <mc:Fallback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11A84A2C-A430-406A-509E-188B37FB3806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5648902" y="5940274"/>
                  <a:ext cx="3672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DC38D0FA-F6D5-CBC5-B7F1-DBD2A3C1FDA7}"/>
                    </a:ext>
                  </a:extLst>
                </p14:cNvPr>
                <p14:cNvContentPartPr/>
                <p14:nvPr/>
              </p14:nvContentPartPr>
              <p14:xfrm>
                <a:off x="5633422" y="6078874"/>
                <a:ext cx="168120" cy="185760"/>
              </p14:xfrm>
            </p:contentPart>
          </mc:Choice>
          <mc:Fallback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DC38D0FA-F6D5-CBC5-B7F1-DBD2A3C1FDA7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5624782" y="6069874"/>
                  <a:ext cx="18576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19" name="잉크 18">
                  <a:extLst>
                    <a:ext uri="{FF2B5EF4-FFF2-40B4-BE49-F238E27FC236}">
                      <a16:creationId xmlns:a16="http://schemas.microsoft.com/office/drawing/2014/main" id="{6D76BA60-7E11-D565-213C-745D83CEAC12}"/>
                    </a:ext>
                  </a:extLst>
                </p14:cNvPr>
                <p14:cNvContentPartPr/>
                <p14:nvPr/>
              </p14:nvContentPartPr>
              <p14:xfrm>
                <a:off x="5762302" y="5940994"/>
                <a:ext cx="167760" cy="217440"/>
              </p14:xfrm>
            </p:contentPart>
          </mc:Choice>
          <mc:Fallback>
            <p:pic>
              <p:nvPicPr>
                <p:cNvPr id="19" name="잉크 18">
                  <a:extLst>
                    <a:ext uri="{FF2B5EF4-FFF2-40B4-BE49-F238E27FC236}">
                      <a16:creationId xmlns:a16="http://schemas.microsoft.com/office/drawing/2014/main" id="{6D76BA60-7E11-D565-213C-745D83CEAC12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5753662" y="5931994"/>
                  <a:ext cx="18540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0" name="잉크 19">
                  <a:extLst>
                    <a:ext uri="{FF2B5EF4-FFF2-40B4-BE49-F238E27FC236}">
                      <a16:creationId xmlns:a16="http://schemas.microsoft.com/office/drawing/2014/main" id="{9E611235-0814-392A-060A-D900846C829B}"/>
                    </a:ext>
                  </a:extLst>
                </p14:cNvPr>
                <p14:cNvContentPartPr/>
                <p14:nvPr/>
              </p14:nvContentPartPr>
              <p14:xfrm>
                <a:off x="5850502" y="6059074"/>
                <a:ext cx="108720" cy="134640"/>
              </p14:xfrm>
            </p:contentPart>
          </mc:Choice>
          <mc:Fallback>
            <p:pic>
              <p:nvPicPr>
                <p:cNvPr id="20" name="잉크 19">
                  <a:extLst>
                    <a:ext uri="{FF2B5EF4-FFF2-40B4-BE49-F238E27FC236}">
                      <a16:creationId xmlns:a16="http://schemas.microsoft.com/office/drawing/2014/main" id="{9E611235-0814-392A-060A-D900846C829B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5841862" y="6050434"/>
                  <a:ext cx="12636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1" name="잉크 20">
                  <a:extLst>
                    <a:ext uri="{FF2B5EF4-FFF2-40B4-BE49-F238E27FC236}">
                      <a16:creationId xmlns:a16="http://schemas.microsoft.com/office/drawing/2014/main" id="{2AAF441E-90F0-A37F-1211-91C4C8CAC052}"/>
                    </a:ext>
                  </a:extLst>
                </p14:cNvPr>
                <p14:cNvContentPartPr/>
                <p14:nvPr/>
              </p14:nvContentPartPr>
              <p14:xfrm>
                <a:off x="5874262" y="5914714"/>
                <a:ext cx="380160" cy="247680"/>
              </p14:xfrm>
            </p:contentPart>
          </mc:Choice>
          <mc:Fallback>
            <p:pic>
              <p:nvPicPr>
                <p:cNvPr id="21" name="잉크 20">
                  <a:extLst>
                    <a:ext uri="{FF2B5EF4-FFF2-40B4-BE49-F238E27FC236}">
                      <a16:creationId xmlns:a16="http://schemas.microsoft.com/office/drawing/2014/main" id="{2AAF441E-90F0-A37F-1211-91C4C8CAC052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5865262" y="5905714"/>
                  <a:ext cx="39780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2" name="잉크 21">
                  <a:extLst>
                    <a:ext uri="{FF2B5EF4-FFF2-40B4-BE49-F238E27FC236}">
                      <a16:creationId xmlns:a16="http://schemas.microsoft.com/office/drawing/2014/main" id="{3FF7ED85-9834-EB82-14FD-EAFC19DF03BC}"/>
                    </a:ext>
                  </a:extLst>
                </p14:cNvPr>
                <p14:cNvContentPartPr/>
                <p14:nvPr/>
              </p14:nvContentPartPr>
              <p14:xfrm>
                <a:off x="6190342" y="6013354"/>
                <a:ext cx="140040" cy="167400"/>
              </p14:xfrm>
            </p:contentPart>
          </mc:Choice>
          <mc:Fallback>
            <p:pic>
              <p:nvPicPr>
                <p:cNvPr id="22" name="잉크 21">
                  <a:extLst>
                    <a:ext uri="{FF2B5EF4-FFF2-40B4-BE49-F238E27FC236}">
                      <a16:creationId xmlns:a16="http://schemas.microsoft.com/office/drawing/2014/main" id="{3FF7ED85-9834-EB82-14FD-EAFC19DF03BC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6181702" y="6004354"/>
                  <a:ext cx="15768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3" name="잉크 22">
                  <a:extLst>
                    <a:ext uri="{FF2B5EF4-FFF2-40B4-BE49-F238E27FC236}">
                      <a16:creationId xmlns:a16="http://schemas.microsoft.com/office/drawing/2014/main" id="{0B87F4F4-440F-B8EE-B3F6-2287BA1AD233}"/>
                    </a:ext>
                  </a:extLst>
                </p14:cNvPr>
                <p14:cNvContentPartPr/>
                <p14:nvPr/>
              </p14:nvContentPartPr>
              <p14:xfrm>
                <a:off x="6291862" y="5929834"/>
                <a:ext cx="70200" cy="185400"/>
              </p14:xfrm>
            </p:contentPart>
          </mc:Choice>
          <mc:Fallback>
            <p:pic>
              <p:nvPicPr>
                <p:cNvPr id="23" name="잉크 22">
                  <a:extLst>
                    <a:ext uri="{FF2B5EF4-FFF2-40B4-BE49-F238E27FC236}">
                      <a16:creationId xmlns:a16="http://schemas.microsoft.com/office/drawing/2014/main" id="{0B87F4F4-440F-B8EE-B3F6-2287BA1AD233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6283222" y="5921194"/>
                  <a:ext cx="8784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24" name="잉크 23">
                  <a:extLst>
                    <a:ext uri="{FF2B5EF4-FFF2-40B4-BE49-F238E27FC236}">
                      <a16:creationId xmlns:a16="http://schemas.microsoft.com/office/drawing/2014/main" id="{575DD803-C0C5-CFB2-D9BA-5E64FB1520BC}"/>
                    </a:ext>
                  </a:extLst>
                </p14:cNvPr>
                <p14:cNvContentPartPr/>
                <p14:nvPr/>
              </p14:nvContentPartPr>
              <p14:xfrm>
                <a:off x="6326422" y="5893834"/>
                <a:ext cx="151560" cy="173880"/>
              </p14:xfrm>
            </p:contentPart>
          </mc:Choice>
          <mc:Fallback>
            <p:pic>
              <p:nvPicPr>
                <p:cNvPr id="24" name="잉크 23">
                  <a:extLst>
                    <a:ext uri="{FF2B5EF4-FFF2-40B4-BE49-F238E27FC236}">
                      <a16:creationId xmlns:a16="http://schemas.microsoft.com/office/drawing/2014/main" id="{575DD803-C0C5-CFB2-D9BA-5E64FB1520BC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6317422" y="5885194"/>
                  <a:ext cx="16920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25" name="잉크 24">
                  <a:extLst>
                    <a:ext uri="{FF2B5EF4-FFF2-40B4-BE49-F238E27FC236}">
                      <a16:creationId xmlns:a16="http://schemas.microsoft.com/office/drawing/2014/main" id="{D898A153-8B36-CF0D-9167-E45AE7FB555A}"/>
                    </a:ext>
                  </a:extLst>
                </p14:cNvPr>
                <p14:cNvContentPartPr/>
                <p14:nvPr/>
              </p14:nvContentPartPr>
              <p14:xfrm>
                <a:off x="6446662" y="5825794"/>
                <a:ext cx="182160" cy="202680"/>
              </p14:xfrm>
            </p:contentPart>
          </mc:Choice>
          <mc:Fallback>
            <p:pic>
              <p:nvPicPr>
                <p:cNvPr id="25" name="잉크 24">
                  <a:extLst>
                    <a:ext uri="{FF2B5EF4-FFF2-40B4-BE49-F238E27FC236}">
                      <a16:creationId xmlns:a16="http://schemas.microsoft.com/office/drawing/2014/main" id="{D898A153-8B36-CF0D-9167-E45AE7FB555A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6437662" y="5816794"/>
                  <a:ext cx="19980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26" name="잉크 25">
                  <a:extLst>
                    <a:ext uri="{FF2B5EF4-FFF2-40B4-BE49-F238E27FC236}">
                      <a16:creationId xmlns:a16="http://schemas.microsoft.com/office/drawing/2014/main" id="{739FB71B-E98B-1CDF-FE1B-88237E4E31D5}"/>
                    </a:ext>
                  </a:extLst>
                </p14:cNvPr>
                <p14:cNvContentPartPr/>
                <p14:nvPr/>
              </p14:nvContentPartPr>
              <p14:xfrm>
                <a:off x="6715942" y="5931994"/>
                <a:ext cx="64080" cy="38160"/>
              </p14:xfrm>
            </p:contentPart>
          </mc:Choice>
          <mc:Fallback>
            <p:pic>
              <p:nvPicPr>
                <p:cNvPr id="26" name="잉크 25">
                  <a:extLst>
                    <a:ext uri="{FF2B5EF4-FFF2-40B4-BE49-F238E27FC236}">
                      <a16:creationId xmlns:a16="http://schemas.microsoft.com/office/drawing/2014/main" id="{739FB71B-E98B-1CDF-FE1B-88237E4E31D5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6706942" y="5923354"/>
                  <a:ext cx="8172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27" name="잉크 26">
                  <a:extLst>
                    <a:ext uri="{FF2B5EF4-FFF2-40B4-BE49-F238E27FC236}">
                      <a16:creationId xmlns:a16="http://schemas.microsoft.com/office/drawing/2014/main" id="{436B4B39-502C-8D6F-A01A-8046577C2077}"/>
                    </a:ext>
                  </a:extLst>
                </p14:cNvPr>
                <p14:cNvContentPartPr/>
                <p14:nvPr/>
              </p14:nvContentPartPr>
              <p14:xfrm>
                <a:off x="6843742" y="5885914"/>
                <a:ext cx="16200" cy="12600"/>
              </p14:xfrm>
            </p:contentPart>
          </mc:Choice>
          <mc:Fallback>
            <p:pic>
              <p:nvPicPr>
                <p:cNvPr id="27" name="잉크 26">
                  <a:extLst>
                    <a:ext uri="{FF2B5EF4-FFF2-40B4-BE49-F238E27FC236}">
                      <a16:creationId xmlns:a16="http://schemas.microsoft.com/office/drawing/2014/main" id="{436B4B39-502C-8D6F-A01A-8046577C2077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6834742" y="5877274"/>
                  <a:ext cx="33840" cy="3024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7" t="7350" r="1247" b="13388"/>
          <a:stretch>
            <a:fillRect/>
          </a:stretch>
        </p:blipFill>
        <p:spPr bwMode="auto">
          <a:xfrm>
            <a:off x="1752600" y="2208213"/>
            <a:ext cx="5702300" cy="3478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771" name="Text Box 5"/>
          <p:cNvSpPr txBox="1">
            <a:spLocks noChangeArrowheads="1"/>
          </p:cNvSpPr>
          <p:nvPr/>
        </p:nvSpPr>
        <p:spPr bwMode="auto">
          <a:xfrm>
            <a:off x="1928813" y="5643563"/>
            <a:ext cx="2057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defTabSz="7620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76200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7620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7620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7620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ko-KR" altLang="en-US" sz="2400">
                <a:latin typeface="Times New Roman" panose="02020603050405020304" pitchFamily="18" charset="0"/>
              </a:rPr>
              <a:t>메시지 전달</a:t>
            </a:r>
          </a:p>
        </p:txBody>
      </p:sp>
      <p:sp>
        <p:nvSpPr>
          <p:cNvPr id="32772" name="Text Box 6"/>
          <p:cNvSpPr txBox="1">
            <a:spLocks noChangeArrowheads="1"/>
          </p:cNvSpPr>
          <p:nvPr/>
        </p:nvSpPr>
        <p:spPr bwMode="auto">
          <a:xfrm>
            <a:off x="5000625" y="5643563"/>
            <a:ext cx="2057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defTabSz="7620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76200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7620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7620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7620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ko-KR" altLang="en-US" sz="2400">
                <a:latin typeface="Times New Roman" panose="02020603050405020304" pitchFamily="18" charset="0"/>
              </a:rPr>
              <a:t>공유 메모리</a:t>
            </a:r>
          </a:p>
        </p:txBody>
      </p:sp>
      <p:sp>
        <p:nvSpPr>
          <p:cNvPr id="32773" name="슬라이드 번호 개체 틀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06A56F59-5B79-40A0-9C9C-096797536F73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17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p:sp>
        <p:nvSpPr>
          <p:cNvPr id="32774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/>
          <a:lstStyle/>
          <a:p>
            <a:r>
              <a:rPr lang="ko-KR" altLang="en-US"/>
              <a:t>협동 프로세스 통신 모델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잉크 1">
                <a:extLst>
                  <a:ext uri="{FF2B5EF4-FFF2-40B4-BE49-F238E27FC236}">
                    <a16:creationId xmlns:a16="http://schemas.microsoft.com/office/drawing/2014/main" id="{520B4BF9-6D45-B0F5-F533-C2E021CD0692}"/>
                  </a:ext>
                </a:extLst>
              </p14:cNvPr>
              <p14:cNvContentPartPr/>
              <p14:nvPr/>
            </p14:nvContentPartPr>
            <p14:xfrm>
              <a:off x="1724902" y="5686114"/>
              <a:ext cx="307800" cy="354240"/>
            </p14:xfrm>
          </p:contentPart>
        </mc:Choice>
        <mc:Fallback>
          <p:pic>
            <p:nvPicPr>
              <p:cNvPr id="2" name="잉크 1">
                <a:extLst>
                  <a:ext uri="{FF2B5EF4-FFF2-40B4-BE49-F238E27FC236}">
                    <a16:creationId xmlns:a16="http://schemas.microsoft.com/office/drawing/2014/main" id="{520B4BF9-6D45-B0F5-F533-C2E021CD069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715902" y="5677474"/>
                <a:ext cx="325440" cy="371880"/>
              </a:xfrm>
              <a:prstGeom prst="rect">
                <a:avLst/>
              </a:prstGeom>
            </p:spPr>
          </p:pic>
        </mc:Fallback>
      </mc:AlternateContent>
      <p:grpSp>
        <p:nvGrpSpPr>
          <p:cNvPr id="32802" name="그룹 32801">
            <a:extLst>
              <a:ext uri="{FF2B5EF4-FFF2-40B4-BE49-F238E27FC236}">
                <a16:creationId xmlns:a16="http://schemas.microsoft.com/office/drawing/2014/main" id="{E96CA615-8D25-8868-1C61-DD53FA499B31}"/>
              </a:ext>
            </a:extLst>
          </p:cNvPr>
          <p:cNvGrpSpPr/>
          <p:nvPr/>
        </p:nvGrpSpPr>
        <p:grpSpPr>
          <a:xfrm>
            <a:off x="3290182" y="5403514"/>
            <a:ext cx="1356840" cy="1339920"/>
            <a:chOff x="3290182" y="5403514"/>
            <a:chExt cx="1356840" cy="1339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4" name="잉크 3">
                  <a:extLst>
                    <a:ext uri="{FF2B5EF4-FFF2-40B4-BE49-F238E27FC236}">
                      <a16:creationId xmlns:a16="http://schemas.microsoft.com/office/drawing/2014/main" id="{FC32AB03-3CDB-653A-4E21-2BC698C3963E}"/>
                    </a:ext>
                  </a:extLst>
                </p14:cNvPr>
                <p14:cNvContentPartPr/>
                <p14:nvPr/>
              </p14:nvContentPartPr>
              <p14:xfrm>
                <a:off x="3738742" y="5403514"/>
                <a:ext cx="220320" cy="636480"/>
              </p14:xfrm>
            </p:contentPart>
          </mc:Choice>
          <mc:Fallback>
            <p:pic>
              <p:nvPicPr>
                <p:cNvPr id="4" name="잉크 3">
                  <a:extLst>
                    <a:ext uri="{FF2B5EF4-FFF2-40B4-BE49-F238E27FC236}">
                      <a16:creationId xmlns:a16="http://schemas.microsoft.com/office/drawing/2014/main" id="{FC32AB03-3CDB-653A-4E21-2BC698C3963E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729742" y="5394874"/>
                  <a:ext cx="237960" cy="65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5" name="잉크 4">
                  <a:extLst>
                    <a:ext uri="{FF2B5EF4-FFF2-40B4-BE49-F238E27FC236}">
                      <a16:creationId xmlns:a16="http://schemas.microsoft.com/office/drawing/2014/main" id="{E62E9325-F923-88FA-3BD0-7803F63120E9}"/>
                    </a:ext>
                  </a:extLst>
                </p14:cNvPr>
                <p14:cNvContentPartPr/>
                <p14:nvPr/>
              </p14:nvContentPartPr>
              <p14:xfrm>
                <a:off x="3290182" y="6257074"/>
                <a:ext cx="69480" cy="84600"/>
              </p14:xfrm>
            </p:contentPart>
          </mc:Choice>
          <mc:Fallback>
            <p:pic>
              <p:nvPicPr>
                <p:cNvPr id="5" name="잉크 4">
                  <a:extLst>
                    <a:ext uri="{FF2B5EF4-FFF2-40B4-BE49-F238E27FC236}">
                      <a16:creationId xmlns:a16="http://schemas.microsoft.com/office/drawing/2014/main" id="{E62E9325-F923-88FA-3BD0-7803F63120E9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3281542" y="6248434"/>
                  <a:ext cx="8712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6" name="잉크 5">
                  <a:extLst>
                    <a:ext uri="{FF2B5EF4-FFF2-40B4-BE49-F238E27FC236}">
                      <a16:creationId xmlns:a16="http://schemas.microsoft.com/office/drawing/2014/main" id="{FEE19A8C-D7F1-3C94-BF85-43482DF860F8}"/>
                    </a:ext>
                  </a:extLst>
                </p14:cNvPr>
                <p14:cNvContentPartPr/>
                <p14:nvPr/>
              </p14:nvContentPartPr>
              <p14:xfrm>
                <a:off x="3292342" y="6367594"/>
                <a:ext cx="107280" cy="93240"/>
              </p14:xfrm>
            </p:contentPart>
          </mc:Choice>
          <mc:Fallback>
            <p:pic>
              <p:nvPicPr>
                <p:cNvPr id="6" name="잉크 5">
                  <a:extLst>
                    <a:ext uri="{FF2B5EF4-FFF2-40B4-BE49-F238E27FC236}">
                      <a16:creationId xmlns:a16="http://schemas.microsoft.com/office/drawing/2014/main" id="{FEE19A8C-D7F1-3C94-BF85-43482DF860F8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3283702" y="6358594"/>
                  <a:ext cx="12492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9C8F4268-53EB-5A9E-A5E5-70B74BCDD95E}"/>
                    </a:ext>
                  </a:extLst>
                </p14:cNvPr>
                <p14:cNvContentPartPr/>
                <p14:nvPr/>
              </p14:nvContentPartPr>
              <p14:xfrm>
                <a:off x="3345622" y="6455794"/>
                <a:ext cx="98640" cy="60480"/>
              </p14:xfrm>
            </p:contentPart>
          </mc:Choice>
          <mc:Fallback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9C8F4268-53EB-5A9E-A5E5-70B74BCDD95E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3336622" y="6446794"/>
                  <a:ext cx="11628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56625045-D9C0-38A0-097E-3B741F418657}"/>
                    </a:ext>
                  </a:extLst>
                </p14:cNvPr>
                <p14:cNvContentPartPr/>
                <p14:nvPr/>
              </p14:nvContentPartPr>
              <p14:xfrm>
                <a:off x="3435982" y="6289114"/>
                <a:ext cx="83160" cy="127800"/>
              </p14:xfrm>
            </p:contentPart>
          </mc:Choice>
          <mc:Fallback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56625045-D9C0-38A0-097E-3B741F418657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426982" y="6280474"/>
                  <a:ext cx="10080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7EF9A22A-C61D-82C9-47E2-EEFB6E777255}"/>
                    </a:ext>
                  </a:extLst>
                </p14:cNvPr>
                <p14:cNvContentPartPr/>
                <p14:nvPr/>
              </p14:nvContentPartPr>
              <p14:xfrm>
                <a:off x="3483502" y="6236914"/>
                <a:ext cx="91080" cy="172080"/>
              </p14:xfrm>
            </p:contentPart>
          </mc:Choice>
          <mc:Fallback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7EF9A22A-C61D-82C9-47E2-EEFB6E777255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474502" y="6228274"/>
                  <a:ext cx="10872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0D426894-A9F2-64C1-5121-FCEB73A293B8}"/>
                    </a:ext>
                  </a:extLst>
                </p14:cNvPr>
                <p14:cNvContentPartPr/>
                <p14:nvPr/>
              </p14:nvContentPartPr>
              <p14:xfrm>
                <a:off x="3545422" y="6412954"/>
                <a:ext cx="60480" cy="96120"/>
              </p14:xfrm>
            </p:contentPart>
          </mc:Choice>
          <mc:Fallback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0D426894-A9F2-64C1-5121-FCEB73A293B8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3536782" y="6404314"/>
                  <a:ext cx="7812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1E2A075B-5F43-466B-3389-37174BEAEA63}"/>
                    </a:ext>
                  </a:extLst>
                </p14:cNvPr>
                <p14:cNvContentPartPr/>
                <p14:nvPr/>
              </p14:nvContentPartPr>
              <p14:xfrm>
                <a:off x="3632902" y="6207394"/>
                <a:ext cx="21600" cy="98640"/>
              </p14:xfrm>
            </p:contentPart>
          </mc:Choice>
          <mc:Fallback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1E2A075B-5F43-466B-3389-37174BEAEA63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3623902" y="6198394"/>
                  <a:ext cx="3924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B65D9007-2CB4-8BAC-3461-F19E48DA14E9}"/>
                    </a:ext>
                  </a:extLst>
                </p14:cNvPr>
                <p14:cNvContentPartPr/>
                <p14:nvPr/>
              </p14:nvContentPartPr>
              <p14:xfrm>
                <a:off x="3622822" y="6286594"/>
                <a:ext cx="106560" cy="110160"/>
              </p14:xfrm>
            </p:contentPart>
          </mc:Choice>
          <mc:Fallback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B65D9007-2CB4-8BAC-3461-F19E48DA14E9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3614182" y="6277954"/>
                  <a:ext cx="12420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AB67F4B9-A455-0505-5950-DA5A3FE8614E}"/>
                    </a:ext>
                  </a:extLst>
                </p14:cNvPr>
                <p14:cNvContentPartPr/>
                <p14:nvPr/>
              </p14:nvContentPartPr>
              <p14:xfrm>
                <a:off x="3713182" y="6247354"/>
                <a:ext cx="90720" cy="151560"/>
              </p14:xfrm>
            </p:contentPart>
          </mc:Choice>
          <mc:Fallback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AB67F4B9-A455-0505-5950-DA5A3FE8614E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3704182" y="6238714"/>
                  <a:ext cx="10836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2763A08E-5498-EAAC-90C3-34248250F505}"/>
                    </a:ext>
                  </a:extLst>
                </p14:cNvPr>
                <p14:cNvContentPartPr/>
                <p14:nvPr/>
              </p14:nvContentPartPr>
              <p14:xfrm>
                <a:off x="3808222" y="6240514"/>
                <a:ext cx="110520" cy="114840"/>
              </p14:xfrm>
            </p:contentPart>
          </mc:Choice>
          <mc:Fallback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2763A08E-5498-EAAC-90C3-34248250F505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3799582" y="6231874"/>
                  <a:ext cx="12816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7805A7F1-62DB-EF48-37C4-C20F4370C889}"/>
                    </a:ext>
                  </a:extLst>
                </p14:cNvPr>
                <p14:cNvContentPartPr/>
                <p14:nvPr/>
              </p14:nvContentPartPr>
              <p14:xfrm>
                <a:off x="3888502" y="6192634"/>
                <a:ext cx="129240" cy="167760"/>
              </p14:xfrm>
            </p:contentPart>
          </mc:Choice>
          <mc:Fallback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7805A7F1-62DB-EF48-37C4-C20F4370C889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3879502" y="6183634"/>
                  <a:ext cx="14688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28FE4973-B56E-35B2-2A73-B17505443470}"/>
                    </a:ext>
                  </a:extLst>
                </p14:cNvPr>
                <p14:cNvContentPartPr/>
                <p14:nvPr/>
              </p14:nvContentPartPr>
              <p14:xfrm>
                <a:off x="3993622" y="6195514"/>
                <a:ext cx="88560" cy="127440"/>
              </p14:xfrm>
            </p:contentPart>
          </mc:Choice>
          <mc:Fallback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28FE4973-B56E-35B2-2A73-B17505443470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3984982" y="6186514"/>
                  <a:ext cx="10620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609C71C2-58EC-0106-5877-375EA65C69D7}"/>
                    </a:ext>
                  </a:extLst>
                </p14:cNvPr>
                <p14:cNvContentPartPr/>
                <p14:nvPr/>
              </p14:nvContentPartPr>
              <p14:xfrm>
                <a:off x="4067782" y="6158434"/>
                <a:ext cx="104400" cy="156240"/>
              </p14:xfrm>
            </p:contentPart>
          </mc:Choice>
          <mc:Fallback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609C71C2-58EC-0106-5877-375EA65C69D7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4058782" y="6149794"/>
                  <a:ext cx="12204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F8284563-9522-CC6E-B987-D57773A75AB9}"/>
                    </a:ext>
                  </a:extLst>
                </p14:cNvPr>
                <p14:cNvContentPartPr/>
                <p14:nvPr/>
              </p14:nvContentPartPr>
              <p14:xfrm>
                <a:off x="4251742" y="6119554"/>
                <a:ext cx="29520" cy="141120"/>
              </p14:xfrm>
            </p:contentPart>
          </mc:Choice>
          <mc:Fallback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F8284563-9522-CC6E-B987-D57773A75AB9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4243102" y="6110914"/>
                  <a:ext cx="4716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19" name="잉크 18">
                  <a:extLst>
                    <a:ext uri="{FF2B5EF4-FFF2-40B4-BE49-F238E27FC236}">
                      <a16:creationId xmlns:a16="http://schemas.microsoft.com/office/drawing/2014/main" id="{F3D30B6D-6A9C-5CFE-6C9C-0ACCC06AE5EC}"/>
                    </a:ext>
                  </a:extLst>
                </p14:cNvPr>
                <p14:cNvContentPartPr/>
                <p14:nvPr/>
              </p14:nvContentPartPr>
              <p14:xfrm>
                <a:off x="4251382" y="6189754"/>
                <a:ext cx="41760" cy="67680"/>
              </p14:xfrm>
            </p:contentPart>
          </mc:Choice>
          <mc:Fallback>
            <p:pic>
              <p:nvPicPr>
                <p:cNvPr id="19" name="잉크 18">
                  <a:extLst>
                    <a:ext uri="{FF2B5EF4-FFF2-40B4-BE49-F238E27FC236}">
                      <a16:creationId xmlns:a16="http://schemas.microsoft.com/office/drawing/2014/main" id="{F3D30B6D-6A9C-5CFE-6C9C-0ACCC06AE5EC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4242382" y="6181114"/>
                  <a:ext cx="5940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0" name="잉크 19">
                  <a:extLst>
                    <a:ext uri="{FF2B5EF4-FFF2-40B4-BE49-F238E27FC236}">
                      <a16:creationId xmlns:a16="http://schemas.microsoft.com/office/drawing/2014/main" id="{A64BF2F6-716A-32EE-E3A9-01317B878BB0}"/>
                    </a:ext>
                  </a:extLst>
                </p14:cNvPr>
                <p14:cNvContentPartPr/>
                <p14:nvPr/>
              </p14:nvContentPartPr>
              <p14:xfrm>
                <a:off x="4272262" y="6153754"/>
                <a:ext cx="88200" cy="140760"/>
              </p14:xfrm>
            </p:contentPart>
          </mc:Choice>
          <mc:Fallback>
            <p:pic>
              <p:nvPicPr>
                <p:cNvPr id="20" name="잉크 19">
                  <a:extLst>
                    <a:ext uri="{FF2B5EF4-FFF2-40B4-BE49-F238E27FC236}">
                      <a16:creationId xmlns:a16="http://schemas.microsoft.com/office/drawing/2014/main" id="{A64BF2F6-716A-32EE-E3A9-01317B878BB0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4263262" y="6144754"/>
                  <a:ext cx="10584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1" name="잉크 20">
                  <a:extLst>
                    <a:ext uri="{FF2B5EF4-FFF2-40B4-BE49-F238E27FC236}">
                      <a16:creationId xmlns:a16="http://schemas.microsoft.com/office/drawing/2014/main" id="{5FA6DFC0-890B-22FE-0B20-119254FE47E8}"/>
                    </a:ext>
                  </a:extLst>
                </p14:cNvPr>
                <p14:cNvContentPartPr/>
                <p14:nvPr/>
              </p14:nvContentPartPr>
              <p14:xfrm>
                <a:off x="4336702" y="6186874"/>
                <a:ext cx="45720" cy="19080"/>
              </p14:xfrm>
            </p:contentPart>
          </mc:Choice>
          <mc:Fallback>
            <p:pic>
              <p:nvPicPr>
                <p:cNvPr id="21" name="잉크 20">
                  <a:extLst>
                    <a:ext uri="{FF2B5EF4-FFF2-40B4-BE49-F238E27FC236}">
                      <a16:creationId xmlns:a16="http://schemas.microsoft.com/office/drawing/2014/main" id="{5FA6DFC0-890B-22FE-0B20-119254FE47E8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4328062" y="6178234"/>
                  <a:ext cx="6336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2" name="잉크 21">
                  <a:extLst>
                    <a:ext uri="{FF2B5EF4-FFF2-40B4-BE49-F238E27FC236}">
                      <a16:creationId xmlns:a16="http://schemas.microsoft.com/office/drawing/2014/main" id="{4A145CB4-0836-6A0B-5285-78BCF8C3A59F}"/>
                    </a:ext>
                  </a:extLst>
                </p14:cNvPr>
                <p14:cNvContentPartPr/>
                <p14:nvPr/>
              </p14:nvContentPartPr>
              <p14:xfrm>
                <a:off x="4317262" y="6268594"/>
                <a:ext cx="115200" cy="110160"/>
              </p14:xfrm>
            </p:contentPart>
          </mc:Choice>
          <mc:Fallback>
            <p:pic>
              <p:nvPicPr>
                <p:cNvPr id="22" name="잉크 21">
                  <a:extLst>
                    <a:ext uri="{FF2B5EF4-FFF2-40B4-BE49-F238E27FC236}">
                      <a16:creationId xmlns:a16="http://schemas.microsoft.com/office/drawing/2014/main" id="{4A145CB4-0836-6A0B-5285-78BCF8C3A59F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4308262" y="6259954"/>
                  <a:ext cx="13284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23" name="잉크 22">
                  <a:extLst>
                    <a:ext uri="{FF2B5EF4-FFF2-40B4-BE49-F238E27FC236}">
                      <a16:creationId xmlns:a16="http://schemas.microsoft.com/office/drawing/2014/main" id="{0A312510-43F7-B239-5DC4-626C5BD83054}"/>
                    </a:ext>
                  </a:extLst>
                </p14:cNvPr>
                <p14:cNvContentPartPr/>
                <p14:nvPr/>
              </p14:nvContentPartPr>
              <p14:xfrm>
                <a:off x="4279102" y="6230794"/>
                <a:ext cx="24480" cy="63000"/>
              </p14:xfrm>
            </p:contentPart>
          </mc:Choice>
          <mc:Fallback>
            <p:pic>
              <p:nvPicPr>
                <p:cNvPr id="23" name="잉크 22">
                  <a:extLst>
                    <a:ext uri="{FF2B5EF4-FFF2-40B4-BE49-F238E27FC236}">
                      <a16:creationId xmlns:a16="http://schemas.microsoft.com/office/drawing/2014/main" id="{0A312510-43F7-B239-5DC4-626C5BD83054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4270462" y="6222154"/>
                  <a:ext cx="4212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24" name="잉크 23">
                  <a:extLst>
                    <a:ext uri="{FF2B5EF4-FFF2-40B4-BE49-F238E27FC236}">
                      <a16:creationId xmlns:a16="http://schemas.microsoft.com/office/drawing/2014/main" id="{366683BF-E56F-D1E4-A021-AC4627000A49}"/>
                    </a:ext>
                  </a:extLst>
                </p14:cNvPr>
                <p14:cNvContentPartPr/>
                <p14:nvPr/>
              </p14:nvContentPartPr>
              <p14:xfrm>
                <a:off x="4368022" y="6185794"/>
                <a:ext cx="80640" cy="88560"/>
              </p14:xfrm>
            </p:contentPart>
          </mc:Choice>
          <mc:Fallback>
            <p:pic>
              <p:nvPicPr>
                <p:cNvPr id="24" name="잉크 23">
                  <a:extLst>
                    <a:ext uri="{FF2B5EF4-FFF2-40B4-BE49-F238E27FC236}">
                      <a16:creationId xmlns:a16="http://schemas.microsoft.com/office/drawing/2014/main" id="{366683BF-E56F-D1E4-A021-AC4627000A49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4359382" y="6177154"/>
                  <a:ext cx="9828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25" name="잉크 24">
                  <a:extLst>
                    <a:ext uri="{FF2B5EF4-FFF2-40B4-BE49-F238E27FC236}">
                      <a16:creationId xmlns:a16="http://schemas.microsoft.com/office/drawing/2014/main" id="{3A725E03-294E-4C97-995E-8F034DAA41E8}"/>
                    </a:ext>
                  </a:extLst>
                </p14:cNvPr>
                <p14:cNvContentPartPr/>
                <p14:nvPr/>
              </p14:nvContentPartPr>
              <p14:xfrm>
                <a:off x="4435702" y="6137554"/>
                <a:ext cx="92160" cy="139320"/>
              </p14:xfrm>
            </p:contentPart>
          </mc:Choice>
          <mc:Fallback>
            <p:pic>
              <p:nvPicPr>
                <p:cNvPr id="25" name="잉크 24">
                  <a:extLst>
                    <a:ext uri="{FF2B5EF4-FFF2-40B4-BE49-F238E27FC236}">
                      <a16:creationId xmlns:a16="http://schemas.microsoft.com/office/drawing/2014/main" id="{3A725E03-294E-4C97-995E-8F034DAA41E8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4426702" y="6128914"/>
                  <a:ext cx="10980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26" name="잉크 25">
                  <a:extLst>
                    <a:ext uri="{FF2B5EF4-FFF2-40B4-BE49-F238E27FC236}">
                      <a16:creationId xmlns:a16="http://schemas.microsoft.com/office/drawing/2014/main" id="{F11A358D-566C-3BAD-A1CD-0CE17356EF0F}"/>
                    </a:ext>
                  </a:extLst>
                </p14:cNvPr>
                <p14:cNvContentPartPr/>
                <p14:nvPr/>
              </p14:nvContentPartPr>
              <p14:xfrm>
                <a:off x="4517782" y="6129994"/>
                <a:ext cx="74520" cy="144360"/>
              </p14:xfrm>
            </p:contentPart>
          </mc:Choice>
          <mc:Fallback>
            <p:pic>
              <p:nvPicPr>
                <p:cNvPr id="26" name="잉크 25">
                  <a:extLst>
                    <a:ext uri="{FF2B5EF4-FFF2-40B4-BE49-F238E27FC236}">
                      <a16:creationId xmlns:a16="http://schemas.microsoft.com/office/drawing/2014/main" id="{F11A358D-566C-3BAD-A1CD-0CE17356EF0F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4509142" y="6121354"/>
                  <a:ext cx="9216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27" name="잉크 26">
                  <a:extLst>
                    <a:ext uri="{FF2B5EF4-FFF2-40B4-BE49-F238E27FC236}">
                      <a16:creationId xmlns:a16="http://schemas.microsoft.com/office/drawing/2014/main" id="{6627EBAD-5C65-2D24-7BB9-3DE1815AE8A0}"/>
                    </a:ext>
                  </a:extLst>
                </p14:cNvPr>
                <p14:cNvContentPartPr/>
                <p14:nvPr/>
              </p14:nvContentPartPr>
              <p14:xfrm>
                <a:off x="4525702" y="6101194"/>
                <a:ext cx="121320" cy="221400"/>
              </p14:xfrm>
            </p:contentPart>
          </mc:Choice>
          <mc:Fallback>
            <p:pic>
              <p:nvPicPr>
                <p:cNvPr id="27" name="잉크 26">
                  <a:extLst>
                    <a:ext uri="{FF2B5EF4-FFF2-40B4-BE49-F238E27FC236}">
                      <a16:creationId xmlns:a16="http://schemas.microsoft.com/office/drawing/2014/main" id="{6627EBAD-5C65-2D24-7BB9-3DE1815AE8A0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4517062" y="6092554"/>
                  <a:ext cx="13896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28" name="잉크 27">
                  <a:extLst>
                    <a:ext uri="{FF2B5EF4-FFF2-40B4-BE49-F238E27FC236}">
                      <a16:creationId xmlns:a16="http://schemas.microsoft.com/office/drawing/2014/main" id="{A51339EC-6723-89F4-8411-D007F699A1D5}"/>
                    </a:ext>
                  </a:extLst>
                </p14:cNvPr>
                <p14:cNvContentPartPr/>
                <p14:nvPr/>
              </p14:nvContentPartPr>
              <p14:xfrm>
                <a:off x="3801022" y="6556594"/>
                <a:ext cx="130680" cy="158040"/>
              </p14:xfrm>
            </p:contentPart>
          </mc:Choice>
          <mc:Fallback>
            <p:pic>
              <p:nvPicPr>
                <p:cNvPr id="28" name="잉크 27">
                  <a:extLst>
                    <a:ext uri="{FF2B5EF4-FFF2-40B4-BE49-F238E27FC236}">
                      <a16:creationId xmlns:a16="http://schemas.microsoft.com/office/drawing/2014/main" id="{A51339EC-6723-89F4-8411-D007F699A1D5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3792382" y="6547954"/>
                  <a:ext cx="14832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29" name="잉크 28">
                  <a:extLst>
                    <a:ext uri="{FF2B5EF4-FFF2-40B4-BE49-F238E27FC236}">
                      <a16:creationId xmlns:a16="http://schemas.microsoft.com/office/drawing/2014/main" id="{2E0D6C1D-D819-CD94-F1AA-FA5DDF76B36B}"/>
                    </a:ext>
                  </a:extLst>
                </p14:cNvPr>
                <p14:cNvContentPartPr/>
                <p14:nvPr/>
              </p14:nvContentPartPr>
              <p14:xfrm>
                <a:off x="3871942" y="6677194"/>
                <a:ext cx="98640" cy="66240"/>
              </p14:xfrm>
            </p:contentPart>
          </mc:Choice>
          <mc:Fallback>
            <p:pic>
              <p:nvPicPr>
                <p:cNvPr id="29" name="잉크 28">
                  <a:extLst>
                    <a:ext uri="{FF2B5EF4-FFF2-40B4-BE49-F238E27FC236}">
                      <a16:creationId xmlns:a16="http://schemas.microsoft.com/office/drawing/2014/main" id="{2E0D6C1D-D819-CD94-F1AA-FA5DDF76B36B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3862942" y="6668194"/>
                  <a:ext cx="11628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30" name="잉크 29">
                  <a:extLst>
                    <a:ext uri="{FF2B5EF4-FFF2-40B4-BE49-F238E27FC236}">
                      <a16:creationId xmlns:a16="http://schemas.microsoft.com/office/drawing/2014/main" id="{9A6D8584-9869-B1DD-2AFE-7B49ED5E619D}"/>
                    </a:ext>
                  </a:extLst>
                </p14:cNvPr>
                <p14:cNvContentPartPr/>
                <p14:nvPr/>
              </p14:nvContentPartPr>
              <p14:xfrm>
                <a:off x="3955462" y="6572074"/>
                <a:ext cx="76320" cy="71280"/>
              </p14:xfrm>
            </p:contentPart>
          </mc:Choice>
          <mc:Fallback>
            <p:pic>
              <p:nvPicPr>
                <p:cNvPr id="30" name="잉크 29">
                  <a:extLst>
                    <a:ext uri="{FF2B5EF4-FFF2-40B4-BE49-F238E27FC236}">
                      <a16:creationId xmlns:a16="http://schemas.microsoft.com/office/drawing/2014/main" id="{9A6D8584-9869-B1DD-2AFE-7B49ED5E619D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3946822" y="6563434"/>
                  <a:ext cx="9396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31" name="잉크 30">
                  <a:extLst>
                    <a:ext uri="{FF2B5EF4-FFF2-40B4-BE49-F238E27FC236}">
                      <a16:creationId xmlns:a16="http://schemas.microsoft.com/office/drawing/2014/main" id="{D4191A88-E299-65A6-AB5F-FB32ADB65B70}"/>
                    </a:ext>
                  </a:extLst>
                </p14:cNvPr>
                <p14:cNvContentPartPr/>
                <p14:nvPr/>
              </p14:nvContentPartPr>
              <p14:xfrm>
                <a:off x="4005142" y="6574234"/>
                <a:ext cx="152640" cy="139680"/>
              </p14:xfrm>
            </p:contentPart>
          </mc:Choice>
          <mc:Fallback>
            <p:pic>
              <p:nvPicPr>
                <p:cNvPr id="31" name="잉크 30">
                  <a:extLst>
                    <a:ext uri="{FF2B5EF4-FFF2-40B4-BE49-F238E27FC236}">
                      <a16:creationId xmlns:a16="http://schemas.microsoft.com/office/drawing/2014/main" id="{D4191A88-E299-65A6-AB5F-FB32ADB65B70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3996502" y="6565594"/>
                  <a:ext cx="17028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32768" name="잉크 32767">
                  <a:extLst>
                    <a:ext uri="{FF2B5EF4-FFF2-40B4-BE49-F238E27FC236}">
                      <a16:creationId xmlns:a16="http://schemas.microsoft.com/office/drawing/2014/main" id="{F8D6EF0A-654B-945C-5A4E-563E67F68B97}"/>
                    </a:ext>
                  </a:extLst>
                </p14:cNvPr>
                <p14:cNvContentPartPr/>
                <p14:nvPr/>
              </p14:nvContentPartPr>
              <p14:xfrm>
                <a:off x="4097302" y="6565954"/>
                <a:ext cx="82440" cy="47880"/>
              </p14:xfrm>
            </p:contentPart>
          </mc:Choice>
          <mc:Fallback>
            <p:pic>
              <p:nvPicPr>
                <p:cNvPr id="32768" name="잉크 32767">
                  <a:extLst>
                    <a:ext uri="{FF2B5EF4-FFF2-40B4-BE49-F238E27FC236}">
                      <a16:creationId xmlns:a16="http://schemas.microsoft.com/office/drawing/2014/main" id="{F8D6EF0A-654B-945C-5A4E-563E67F68B97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4088302" y="6556954"/>
                  <a:ext cx="10008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32769" name="잉크 32768">
                  <a:extLst>
                    <a:ext uri="{FF2B5EF4-FFF2-40B4-BE49-F238E27FC236}">
                      <a16:creationId xmlns:a16="http://schemas.microsoft.com/office/drawing/2014/main" id="{28DD009A-8F6E-9497-0F77-6D0C2EA08FCE}"/>
                    </a:ext>
                  </a:extLst>
                </p14:cNvPr>
                <p14:cNvContentPartPr/>
                <p14:nvPr/>
              </p14:nvContentPartPr>
              <p14:xfrm>
                <a:off x="4156342" y="6508714"/>
                <a:ext cx="96480" cy="90720"/>
              </p14:xfrm>
            </p:contentPart>
          </mc:Choice>
          <mc:Fallback>
            <p:pic>
              <p:nvPicPr>
                <p:cNvPr id="32769" name="잉크 32768">
                  <a:extLst>
                    <a:ext uri="{FF2B5EF4-FFF2-40B4-BE49-F238E27FC236}">
                      <a16:creationId xmlns:a16="http://schemas.microsoft.com/office/drawing/2014/main" id="{28DD009A-8F6E-9497-0F77-6D0C2EA08FCE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4147702" y="6499714"/>
                  <a:ext cx="11412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32775" name="잉크 32774">
                  <a:extLst>
                    <a:ext uri="{FF2B5EF4-FFF2-40B4-BE49-F238E27FC236}">
                      <a16:creationId xmlns:a16="http://schemas.microsoft.com/office/drawing/2014/main" id="{59C79DB9-6F39-3FE4-D8F5-4F9F86738846}"/>
                    </a:ext>
                  </a:extLst>
                </p14:cNvPr>
                <p14:cNvContentPartPr/>
                <p14:nvPr/>
              </p14:nvContentPartPr>
              <p14:xfrm>
                <a:off x="4179742" y="6572074"/>
                <a:ext cx="109800" cy="74880"/>
              </p14:xfrm>
            </p:contentPart>
          </mc:Choice>
          <mc:Fallback>
            <p:pic>
              <p:nvPicPr>
                <p:cNvPr id="32775" name="잉크 32774">
                  <a:extLst>
                    <a:ext uri="{FF2B5EF4-FFF2-40B4-BE49-F238E27FC236}">
                      <a16:creationId xmlns:a16="http://schemas.microsoft.com/office/drawing/2014/main" id="{59C79DB9-6F39-3FE4-D8F5-4F9F86738846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4170742" y="6563434"/>
                  <a:ext cx="12744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32776" name="잉크 32775">
                  <a:extLst>
                    <a:ext uri="{FF2B5EF4-FFF2-40B4-BE49-F238E27FC236}">
                      <a16:creationId xmlns:a16="http://schemas.microsoft.com/office/drawing/2014/main" id="{AC03763F-02F4-BC7D-F94B-B4CC32A93C74}"/>
                    </a:ext>
                  </a:extLst>
                </p14:cNvPr>
                <p14:cNvContentPartPr/>
                <p14:nvPr/>
              </p14:nvContentPartPr>
              <p14:xfrm>
                <a:off x="4235542" y="6619594"/>
                <a:ext cx="107640" cy="89280"/>
              </p14:xfrm>
            </p:contentPart>
          </mc:Choice>
          <mc:Fallback>
            <p:pic>
              <p:nvPicPr>
                <p:cNvPr id="32776" name="잉크 32775">
                  <a:extLst>
                    <a:ext uri="{FF2B5EF4-FFF2-40B4-BE49-F238E27FC236}">
                      <a16:creationId xmlns:a16="http://schemas.microsoft.com/office/drawing/2014/main" id="{AC03763F-02F4-BC7D-F94B-B4CC32A93C74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4226902" y="6610954"/>
                  <a:ext cx="125280" cy="106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800" name="그룹 32799">
            <a:extLst>
              <a:ext uri="{FF2B5EF4-FFF2-40B4-BE49-F238E27FC236}">
                <a16:creationId xmlns:a16="http://schemas.microsoft.com/office/drawing/2014/main" id="{3CBC18F5-B800-8670-9B3E-C3F92927EBE1}"/>
              </a:ext>
            </a:extLst>
          </p:cNvPr>
          <p:cNvGrpSpPr/>
          <p:nvPr/>
        </p:nvGrpSpPr>
        <p:grpSpPr>
          <a:xfrm>
            <a:off x="6952102" y="5814634"/>
            <a:ext cx="380520" cy="276840"/>
            <a:chOff x="6952102" y="5814634"/>
            <a:chExt cx="380520" cy="276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32777" name="잉크 32776">
                  <a:extLst>
                    <a:ext uri="{FF2B5EF4-FFF2-40B4-BE49-F238E27FC236}">
                      <a16:creationId xmlns:a16="http://schemas.microsoft.com/office/drawing/2014/main" id="{7D13D2EB-B793-258D-C301-47D8134CB9E7}"/>
                    </a:ext>
                  </a:extLst>
                </p14:cNvPr>
                <p14:cNvContentPartPr/>
                <p14:nvPr/>
              </p14:nvContentPartPr>
              <p14:xfrm>
                <a:off x="6952102" y="5814634"/>
                <a:ext cx="28440" cy="276840"/>
              </p14:xfrm>
            </p:contentPart>
          </mc:Choice>
          <mc:Fallback>
            <p:pic>
              <p:nvPicPr>
                <p:cNvPr id="32777" name="잉크 32776">
                  <a:extLst>
                    <a:ext uri="{FF2B5EF4-FFF2-40B4-BE49-F238E27FC236}">
                      <a16:creationId xmlns:a16="http://schemas.microsoft.com/office/drawing/2014/main" id="{7D13D2EB-B793-258D-C301-47D8134CB9E7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6943462" y="5805994"/>
                  <a:ext cx="46080" cy="29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32778" name="잉크 32777">
                  <a:extLst>
                    <a:ext uri="{FF2B5EF4-FFF2-40B4-BE49-F238E27FC236}">
                      <a16:creationId xmlns:a16="http://schemas.microsoft.com/office/drawing/2014/main" id="{FB1D4A2D-9538-0AC9-275B-8890BA3070AA}"/>
                    </a:ext>
                  </a:extLst>
                </p14:cNvPr>
                <p14:cNvContentPartPr/>
                <p14:nvPr/>
              </p14:nvContentPartPr>
              <p14:xfrm>
                <a:off x="6998902" y="5854954"/>
                <a:ext cx="84960" cy="176760"/>
              </p14:xfrm>
            </p:contentPart>
          </mc:Choice>
          <mc:Fallback>
            <p:pic>
              <p:nvPicPr>
                <p:cNvPr id="32778" name="잉크 32777">
                  <a:extLst>
                    <a:ext uri="{FF2B5EF4-FFF2-40B4-BE49-F238E27FC236}">
                      <a16:creationId xmlns:a16="http://schemas.microsoft.com/office/drawing/2014/main" id="{FB1D4A2D-9538-0AC9-275B-8890BA3070AA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6989902" y="5845954"/>
                  <a:ext cx="10260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32779" name="잉크 32778">
                  <a:extLst>
                    <a:ext uri="{FF2B5EF4-FFF2-40B4-BE49-F238E27FC236}">
                      <a16:creationId xmlns:a16="http://schemas.microsoft.com/office/drawing/2014/main" id="{6ED5338C-DD4F-91AD-BA74-4E297BC0A6AB}"/>
                    </a:ext>
                  </a:extLst>
                </p14:cNvPr>
                <p14:cNvContentPartPr/>
                <p14:nvPr/>
              </p14:nvContentPartPr>
              <p14:xfrm>
                <a:off x="7097542" y="5825074"/>
                <a:ext cx="9000" cy="173160"/>
              </p14:xfrm>
            </p:contentPart>
          </mc:Choice>
          <mc:Fallback>
            <p:pic>
              <p:nvPicPr>
                <p:cNvPr id="32779" name="잉크 32778">
                  <a:extLst>
                    <a:ext uri="{FF2B5EF4-FFF2-40B4-BE49-F238E27FC236}">
                      <a16:creationId xmlns:a16="http://schemas.microsoft.com/office/drawing/2014/main" id="{6ED5338C-DD4F-91AD-BA74-4E297BC0A6AB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7088542" y="5816434"/>
                  <a:ext cx="2664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32780" name="잉크 32779">
                  <a:extLst>
                    <a:ext uri="{FF2B5EF4-FFF2-40B4-BE49-F238E27FC236}">
                      <a16:creationId xmlns:a16="http://schemas.microsoft.com/office/drawing/2014/main" id="{DC5EC47D-BFE1-F081-A3A1-540716C4ACB2}"/>
                    </a:ext>
                  </a:extLst>
                </p14:cNvPr>
                <p14:cNvContentPartPr/>
                <p14:nvPr/>
              </p14:nvContentPartPr>
              <p14:xfrm>
                <a:off x="7127422" y="5864314"/>
                <a:ext cx="205200" cy="134280"/>
              </p14:xfrm>
            </p:contentPart>
          </mc:Choice>
          <mc:Fallback>
            <p:pic>
              <p:nvPicPr>
                <p:cNvPr id="32780" name="잉크 32779">
                  <a:extLst>
                    <a:ext uri="{FF2B5EF4-FFF2-40B4-BE49-F238E27FC236}">
                      <a16:creationId xmlns:a16="http://schemas.microsoft.com/office/drawing/2014/main" id="{DC5EC47D-BFE1-F081-A3A1-540716C4ACB2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7118422" y="5855674"/>
                  <a:ext cx="222840" cy="151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799" name="그룹 32798">
            <a:extLst>
              <a:ext uri="{FF2B5EF4-FFF2-40B4-BE49-F238E27FC236}">
                <a16:creationId xmlns:a16="http://schemas.microsoft.com/office/drawing/2014/main" id="{F5A0AF72-AAD5-0DC5-C2D6-BF2769BB4DA3}"/>
              </a:ext>
            </a:extLst>
          </p:cNvPr>
          <p:cNvGrpSpPr/>
          <p:nvPr/>
        </p:nvGrpSpPr>
        <p:grpSpPr>
          <a:xfrm>
            <a:off x="7493182" y="5735434"/>
            <a:ext cx="444240" cy="392400"/>
            <a:chOff x="7493182" y="5735434"/>
            <a:chExt cx="444240" cy="392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32781" name="잉크 32780">
                  <a:extLst>
                    <a:ext uri="{FF2B5EF4-FFF2-40B4-BE49-F238E27FC236}">
                      <a16:creationId xmlns:a16="http://schemas.microsoft.com/office/drawing/2014/main" id="{AD81C0F9-14EB-5EF0-AC9F-BB13D135EF4A}"/>
                    </a:ext>
                  </a:extLst>
                </p14:cNvPr>
                <p14:cNvContentPartPr/>
                <p14:nvPr/>
              </p14:nvContentPartPr>
              <p14:xfrm>
                <a:off x="7517302" y="5791234"/>
                <a:ext cx="91800" cy="221400"/>
              </p14:xfrm>
            </p:contentPart>
          </mc:Choice>
          <mc:Fallback>
            <p:pic>
              <p:nvPicPr>
                <p:cNvPr id="32781" name="잉크 32780">
                  <a:extLst>
                    <a:ext uri="{FF2B5EF4-FFF2-40B4-BE49-F238E27FC236}">
                      <a16:creationId xmlns:a16="http://schemas.microsoft.com/office/drawing/2014/main" id="{AD81C0F9-14EB-5EF0-AC9F-BB13D135EF4A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7508662" y="5782234"/>
                  <a:ext cx="10944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32782" name="잉크 32781">
                  <a:extLst>
                    <a:ext uri="{FF2B5EF4-FFF2-40B4-BE49-F238E27FC236}">
                      <a16:creationId xmlns:a16="http://schemas.microsoft.com/office/drawing/2014/main" id="{A101EDA7-9658-DE65-C689-7AAAFC47E61B}"/>
                    </a:ext>
                  </a:extLst>
                </p14:cNvPr>
                <p14:cNvContentPartPr/>
                <p14:nvPr/>
              </p14:nvContentPartPr>
              <p14:xfrm>
                <a:off x="7493182" y="5845954"/>
                <a:ext cx="115560" cy="83520"/>
              </p14:xfrm>
            </p:contentPart>
          </mc:Choice>
          <mc:Fallback>
            <p:pic>
              <p:nvPicPr>
                <p:cNvPr id="32782" name="잉크 32781">
                  <a:extLst>
                    <a:ext uri="{FF2B5EF4-FFF2-40B4-BE49-F238E27FC236}">
                      <a16:creationId xmlns:a16="http://schemas.microsoft.com/office/drawing/2014/main" id="{A101EDA7-9658-DE65-C689-7AAAFC47E61B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7484542" y="5837314"/>
                  <a:ext cx="13320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32783" name="잉크 32782">
                  <a:extLst>
                    <a:ext uri="{FF2B5EF4-FFF2-40B4-BE49-F238E27FC236}">
                      <a16:creationId xmlns:a16="http://schemas.microsoft.com/office/drawing/2014/main" id="{52EE2545-BC52-80A8-0C17-B23F98B9181B}"/>
                    </a:ext>
                  </a:extLst>
                </p14:cNvPr>
                <p14:cNvContentPartPr/>
                <p14:nvPr/>
              </p14:nvContentPartPr>
              <p14:xfrm>
                <a:off x="7656262" y="5764234"/>
                <a:ext cx="92880" cy="167760"/>
              </p14:xfrm>
            </p:contentPart>
          </mc:Choice>
          <mc:Fallback>
            <p:pic>
              <p:nvPicPr>
                <p:cNvPr id="32783" name="잉크 32782">
                  <a:extLst>
                    <a:ext uri="{FF2B5EF4-FFF2-40B4-BE49-F238E27FC236}">
                      <a16:creationId xmlns:a16="http://schemas.microsoft.com/office/drawing/2014/main" id="{52EE2545-BC52-80A8-0C17-B23F98B9181B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7647262" y="5755594"/>
                  <a:ext cx="11052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32784" name="잉크 32783">
                  <a:extLst>
                    <a:ext uri="{FF2B5EF4-FFF2-40B4-BE49-F238E27FC236}">
                      <a16:creationId xmlns:a16="http://schemas.microsoft.com/office/drawing/2014/main" id="{7FE1B7EE-4603-BCA3-3CA5-94E4A794A1F9}"/>
                    </a:ext>
                  </a:extLst>
                </p14:cNvPr>
                <p14:cNvContentPartPr/>
                <p14:nvPr/>
              </p14:nvContentPartPr>
              <p14:xfrm>
                <a:off x="7738342" y="5735434"/>
                <a:ext cx="115920" cy="175680"/>
              </p14:xfrm>
            </p:contentPart>
          </mc:Choice>
          <mc:Fallback>
            <p:pic>
              <p:nvPicPr>
                <p:cNvPr id="32784" name="잉크 32783">
                  <a:extLst>
                    <a:ext uri="{FF2B5EF4-FFF2-40B4-BE49-F238E27FC236}">
                      <a16:creationId xmlns:a16="http://schemas.microsoft.com/office/drawing/2014/main" id="{7FE1B7EE-4603-BCA3-3CA5-94E4A794A1F9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7729702" y="5726434"/>
                  <a:ext cx="13356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32785" name="잉크 32784">
                  <a:extLst>
                    <a:ext uri="{FF2B5EF4-FFF2-40B4-BE49-F238E27FC236}">
                      <a16:creationId xmlns:a16="http://schemas.microsoft.com/office/drawing/2014/main" id="{9898184E-834B-C581-6AEB-89DFB50A1A31}"/>
                    </a:ext>
                  </a:extLst>
                </p14:cNvPr>
                <p14:cNvContentPartPr/>
                <p14:nvPr/>
              </p14:nvContentPartPr>
              <p14:xfrm>
                <a:off x="7754902" y="5801674"/>
                <a:ext cx="102960" cy="165960"/>
              </p14:xfrm>
            </p:contentPart>
          </mc:Choice>
          <mc:Fallback>
            <p:pic>
              <p:nvPicPr>
                <p:cNvPr id="32785" name="잉크 32784">
                  <a:extLst>
                    <a:ext uri="{FF2B5EF4-FFF2-40B4-BE49-F238E27FC236}">
                      <a16:creationId xmlns:a16="http://schemas.microsoft.com/office/drawing/2014/main" id="{9898184E-834B-C581-6AEB-89DFB50A1A31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7745902" y="5793034"/>
                  <a:ext cx="12060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32786" name="잉크 32785">
                  <a:extLst>
                    <a:ext uri="{FF2B5EF4-FFF2-40B4-BE49-F238E27FC236}">
                      <a16:creationId xmlns:a16="http://schemas.microsoft.com/office/drawing/2014/main" id="{396CD7C8-293D-548F-1882-B826CCE37B55}"/>
                    </a:ext>
                  </a:extLst>
                </p14:cNvPr>
                <p14:cNvContentPartPr/>
                <p14:nvPr/>
              </p14:nvContentPartPr>
              <p14:xfrm>
                <a:off x="7759942" y="5906794"/>
                <a:ext cx="177480" cy="77040"/>
              </p14:xfrm>
            </p:contentPart>
          </mc:Choice>
          <mc:Fallback>
            <p:pic>
              <p:nvPicPr>
                <p:cNvPr id="32786" name="잉크 32785">
                  <a:extLst>
                    <a:ext uri="{FF2B5EF4-FFF2-40B4-BE49-F238E27FC236}">
                      <a16:creationId xmlns:a16="http://schemas.microsoft.com/office/drawing/2014/main" id="{396CD7C8-293D-548F-1882-B826CCE37B55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7750942" y="5898154"/>
                  <a:ext cx="19512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32787" name="잉크 32786">
                  <a:extLst>
                    <a:ext uri="{FF2B5EF4-FFF2-40B4-BE49-F238E27FC236}">
                      <a16:creationId xmlns:a16="http://schemas.microsoft.com/office/drawing/2014/main" id="{AF7CEAAC-D05B-9648-C046-E0B3FE5B374A}"/>
                    </a:ext>
                  </a:extLst>
                </p14:cNvPr>
                <p14:cNvContentPartPr/>
                <p14:nvPr/>
              </p14:nvContentPartPr>
              <p14:xfrm>
                <a:off x="7808542" y="6000394"/>
                <a:ext cx="118440" cy="127440"/>
              </p14:xfrm>
            </p:contentPart>
          </mc:Choice>
          <mc:Fallback>
            <p:pic>
              <p:nvPicPr>
                <p:cNvPr id="32787" name="잉크 32786">
                  <a:extLst>
                    <a:ext uri="{FF2B5EF4-FFF2-40B4-BE49-F238E27FC236}">
                      <a16:creationId xmlns:a16="http://schemas.microsoft.com/office/drawing/2014/main" id="{AF7CEAAC-D05B-9648-C046-E0B3FE5B374A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7799902" y="5991754"/>
                  <a:ext cx="136080" cy="145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805" name="그룹 32804">
            <a:extLst>
              <a:ext uri="{FF2B5EF4-FFF2-40B4-BE49-F238E27FC236}">
                <a16:creationId xmlns:a16="http://schemas.microsoft.com/office/drawing/2014/main" id="{D7AB4448-16A6-D02E-EA27-249D24B4FBDA}"/>
              </a:ext>
            </a:extLst>
          </p:cNvPr>
          <p:cNvGrpSpPr/>
          <p:nvPr/>
        </p:nvGrpSpPr>
        <p:grpSpPr>
          <a:xfrm>
            <a:off x="6472582" y="6215674"/>
            <a:ext cx="680760" cy="273600"/>
            <a:chOff x="6472582" y="6215674"/>
            <a:chExt cx="680760" cy="273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32788" name="잉크 32787">
                  <a:extLst>
                    <a:ext uri="{FF2B5EF4-FFF2-40B4-BE49-F238E27FC236}">
                      <a16:creationId xmlns:a16="http://schemas.microsoft.com/office/drawing/2014/main" id="{92B1EC0A-B126-FAAD-8BA0-5628AF40FD54}"/>
                    </a:ext>
                  </a:extLst>
                </p14:cNvPr>
                <p14:cNvContentPartPr/>
                <p14:nvPr/>
              </p14:nvContentPartPr>
              <p14:xfrm>
                <a:off x="6472582" y="6261034"/>
                <a:ext cx="140040" cy="131040"/>
              </p14:xfrm>
            </p:contentPart>
          </mc:Choice>
          <mc:Fallback>
            <p:pic>
              <p:nvPicPr>
                <p:cNvPr id="32788" name="잉크 32787">
                  <a:extLst>
                    <a:ext uri="{FF2B5EF4-FFF2-40B4-BE49-F238E27FC236}">
                      <a16:creationId xmlns:a16="http://schemas.microsoft.com/office/drawing/2014/main" id="{92B1EC0A-B126-FAAD-8BA0-5628AF40FD54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6463582" y="6252034"/>
                  <a:ext cx="15768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32789" name="잉크 32788">
                  <a:extLst>
                    <a:ext uri="{FF2B5EF4-FFF2-40B4-BE49-F238E27FC236}">
                      <a16:creationId xmlns:a16="http://schemas.microsoft.com/office/drawing/2014/main" id="{71514A28-D29A-9B6D-406A-10A4F9553D63}"/>
                    </a:ext>
                  </a:extLst>
                </p14:cNvPr>
                <p14:cNvContentPartPr/>
                <p14:nvPr/>
              </p14:nvContentPartPr>
              <p14:xfrm>
                <a:off x="6605422" y="6237634"/>
                <a:ext cx="28080" cy="126720"/>
              </p14:xfrm>
            </p:contentPart>
          </mc:Choice>
          <mc:Fallback>
            <p:pic>
              <p:nvPicPr>
                <p:cNvPr id="32789" name="잉크 32788">
                  <a:extLst>
                    <a:ext uri="{FF2B5EF4-FFF2-40B4-BE49-F238E27FC236}">
                      <a16:creationId xmlns:a16="http://schemas.microsoft.com/office/drawing/2014/main" id="{71514A28-D29A-9B6D-406A-10A4F9553D63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6596782" y="6228994"/>
                  <a:ext cx="4572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32790" name="잉크 32789">
                  <a:extLst>
                    <a:ext uri="{FF2B5EF4-FFF2-40B4-BE49-F238E27FC236}">
                      <a16:creationId xmlns:a16="http://schemas.microsoft.com/office/drawing/2014/main" id="{7211C037-E4BB-3D11-620A-1E22505877B0}"/>
                    </a:ext>
                  </a:extLst>
                </p14:cNvPr>
                <p14:cNvContentPartPr/>
                <p14:nvPr/>
              </p14:nvContentPartPr>
              <p14:xfrm>
                <a:off x="6545302" y="6356434"/>
                <a:ext cx="120240" cy="127080"/>
              </p14:xfrm>
            </p:contentPart>
          </mc:Choice>
          <mc:Fallback>
            <p:pic>
              <p:nvPicPr>
                <p:cNvPr id="32790" name="잉크 32789">
                  <a:extLst>
                    <a:ext uri="{FF2B5EF4-FFF2-40B4-BE49-F238E27FC236}">
                      <a16:creationId xmlns:a16="http://schemas.microsoft.com/office/drawing/2014/main" id="{7211C037-E4BB-3D11-620A-1E22505877B0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6536662" y="6347794"/>
                  <a:ext cx="13788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32791" name="잉크 32790">
                  <a:extLst>
                    <a:ext uri="{FF2B5EF4-FFF2-40B4-BE49-F238E27FC236}">
                      <a16:creationId xmlns:a16="http://schemas.microsoft.com/office/drawing/2014/main" id="{C7284B9A-3C83-048A-B2EB-BCB1361246A7}"/>
                    </a:ext>
                  </a:extLst>
                </p14:cNvPr>
                <p14:cNvContentPartPr/>
                <p14:nvPr/>
              </p14:nvContentPartPr>
              <p14:xfrm>
                <a:off x="6647182" y="6238354"/>
                <a:ext cx="113040" cy="132840"/>
              </p14:xfrm>
            </p:contentPart>
          </mc:Choice>
          <mc:Fallback>
            <p:pic>
              <p:nvPicPr>
                <p:cNvPr id="32791" name="잉크 32790">
                  <a:extLst>
                    <a:ext uri="{FF2B5EF4-FFF2-40B4-BE49-F238E27FC236}">
                      <a16:creationId xmlns:a16="http://schemas.microsoft.com/office/drawing/2014/main" id="{C7284B9A-3C83-048A-B2EB-BCB1361246A7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6638182" y="6229354"/>
                  <a:ext cx="13068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32792" name="잉크 32791">
                  <a:extLst>
                    <a:ext uri="{FF2B5EF4-FFF2-40B4-BE49-F238E27FC236}">
                      <a16:creationId xmlns:a16="http://schemas.microsoft.com/office/drawing/2014/main" id="{066CFA36-C557-0CF0-FD49-76D2BF74B59B}"/>
                    </a:ext>
                  </a:extLst>
                </p14:cNvPr>
                <p14:cNvContentPartPr/>
                <p14:nvPr/>
              </p14:nvContentPartPr>
              <p14:xfrm>
                <a:off x="6732862" y="6240154"/>
                <a:ext cx="70560" cy="160560"/>
              </p14:xfrm>
            </p:contentPart>
          </mc:Choice>
          <mc:Fallback>
            <p:pic>
              <p:nvPicPr>
                <p:cNvPr id="32792" name="잉크 32791">
                  <a:extLst>
                    <a:ext uri="{FF2B5EF4-FFF2-40B4-BE49-F238E27FC236}">
                      <a16:creationId xmlns:a16="http://schemas.microsoft.com/office/drawing/2014/main" id="{066CFA36-C557-0CF0-FD49-76D2BF74B59B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6723862" y="6231514"/>
                  <a:ext cx="8820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32793" name="잉크 32792">
                  <a:extLst>
                    <a:ext uri="{FF2B5EF4-FFF2-40B4-BE49-F238E27FC236}">
                      <a16:creationId xmlns:a16="http://schemas.microsoft.com/office/drawing/2014/main" id="{2A56B942-0884-D987-ABE2-90A9B45BE771}"/>
                    </a:ext>
                  </a:extLst>
                </p14:cNvPr>
                <p14:cNvContentPartPr/>
                <p14:nvPr/>
              </p14:nvContentPartPr>
              <p14:xfrm>
                <a:off x="6718102" y="6369754"/>
                <a:ext cx="102600" cy="114840"/>
              </p14:xfrm>
            </p:contentPart>
          </mc:Choice>
          <mc:Fallback>
            <p:pic>
              <p:nvPicPr>
                <p:cNvPr id="32793" name="잉크 32792">
                  <a:extLst>
                    <a:ext uri="{FF2B5EF4-FFF2-40B4-BE49-F238E27FC236}">
                      <a16:creationId xmlns:a16="http://schemas.microsoft.com/office/drawing/2014/main" id="{2A56B942-0884-D987-ABE2-90A9B45BE771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6709462" y="6360754"/>
                  <a:ext cx="12024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32794" name="잉크 32793">
                  <a:extLst>
                    <a:ext uri="{FF2B5EF4-FFF2-40B4-BE49-F238E27FC236}">
                      <a16:creationId xmlns:a16="http://schemas.microsoft.com/office/drawing/2014/main" id="{C1F18EBD-3DAC-3932-55F5-9017558794EF}"/>
                    </a:ext>
                  </a:extLst>
                </p14:cNvPr>
                <p14:cNvContentPartPr/>
                <p14:nvPr/>
              </p14:nvContentPartPr>
              <p14:xfrm>
                <a:off x="6934102" y="6215674"/>
                <a:ext cx="12600" cy="72360"/>
              </p14:xfrm>
            </p:contentPart>
          </mc:Choice>
          <mc:Fallback>
            <p:pic>
              <p:nvPicPr>
                <p:cNvPr id="32794" name="잉크 32793">
                  <a:extLst>
                    <a:ext uri="{FF2B5EF4-FFF2-40B4-BE49-F238E27FC236}">
                      <a16:creationId xmlns:a16="http://schemas.microsoft.com/office/drawing/2014/main" id="{C1F18EBD-3DAC-3932-55F5-9017558794EF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6925102" y="6206674"/>
                  <a:ext cx="3024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32795" name="잉크 32794">
                  <a:extLst>
                    <a:ext uri="{FF2B5EF4-FFF2-40B4-BE49-F238E27FC236}">
                      <a16:creationId xmlns:a16="http://schemas.microsoft.com/office/drawing/2014/main" id="{6AA4EE26-4C22-2018-3639-EC05F87E13B1}"/>
                    </a:ext>
                  </a:extLst>
                </p14:cNvPr>
                <p14:cNvContentPartPr/>
                <p14:nvPr/>
              </p14:nvContentPartPr>
              <p14:xfrm>
                <a:off x="6918622" y="6235114"/>
                <a:ext cx="190440" cy="184320"/>
              </p14:xfrm>
            </p:contentPart>
          </mc:Choice>
          <mc:Fallback>
            <p:pic>
              <p:nvPicPr>
                <p:cNvPr id="32795" name="잉크 32794">
                  <a:extLst>
                    <a:ext uri="{FF2B5EF4-FFF2-40B4-BE49-F238E27FC236}">
                      <a16:creationId xmlns:a16="http://schemas.microsoft.com/office/drawing/2014/main" id="{6AA4EE26-4C22-2018-3639-EC05F87E13B1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6909982" y="6226474"/>
                  <a:ext cx="20808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32796" name="잉크 32795">
                  <a:extLst>
                    <a:ext uri="{FF2B5EF4-FFF2-40B4-BE49-F238E27FC236}">
                      <a16:creationId xmlns:a16="http://schemas.microsoft.com/office/drawing/2014/main" id="{5F5970EC-9388-9417-6AC9-3F99211E1B97}"/>
                    </a:ext>
                  </a:extLst>
                </p14:cNvPr>
                <p14:cNvContentPartPr/>
                <p14:nvPr/>
              </p14:nvContentPartPr>
              <p14:xfrm>
                <a:off x="7071262" y="6290914"/>
                <a:ext cx="63720" cy="16560"/>
              </p14:xfrm>
            </p:contentPart>
          </mc:Choice>
          <mc:Fallback>
            <p:pic>
              <p:nvPicPr>
                <p:cNvPr id="32796" name="잉크 32795">
                  <a:extLst>
                    <a:ext uri="{FF2B5EF4-FFF2-40B4-BE49-F238E27FC236}">
                      <a16:creationId xmlns:a16="http://schemas.microsoft.com/office/drawing/2014/main" id="{5F5970EC-9388-9417-6AC9-3F99211E1B97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7062262" y="6282274"/>
                  <a:ext cx="8136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32803" name="잉크 32802">
                  <a:extLst>
                    <a:ext uri="{FF2B5EF4-FFF2-40B4-BE49-F238E27FC236}">
                      <a16:creationId xmlns:a16="http://schemas.microsoft.com/office/drawing/2014/main" id="{C74CC09F-12E4-1251-8AD3-53588DA0961C}"/>
                    </a:ext>
                  </a:extLst>
                </p14:cNvPr>
                <p14:cNvContentPartPr/>
                <p14:nvPr/>
              </p14:nvContentPartPr>
              <p14:xfrm>
                <a:off x="7035622" y="6362914"/>
                <a:ext cx="109440" cy="124920"/>
              </p14:xfrm>
            </p:contentPart>
          </mc:Choice>
          <mc:Fallback>
            <p:pic>
              <p:nvPicPr>
                <p:cNvPr id="32803" name="잉크 32802">
                  <a:extLst>
                    <a:ext uri="{FF2B5EF4-FFF2-40B4-BE49-F238E27FC236}">
                      <a16:creationId xmlns:a16="http://schemas.microsoft.com/office/drawing/2014/main" id="{C74CC09F-12E4-1251-8AD3-53588DA0961C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7026622" y="6353914"/>
                  <a:ext cx="12708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32804" name="잉크 32803">
                  <a:extLst>
                    <a:ext uri="{FF2B5EF4-FFF2-40B4-BE49-F238E27FC236}">
                      <a16:creationId xmlns:a16="http://schemas.microsoft.com/office/drawing/2014/main" id="{EB25CB3F-B9A8-A29F-C6CF-AA7E331F247E}"/>
                    </a:ext>
                  </a:extLst>
                </p14:cNvPr>
                <p14:cNvContentPartPr/>
                <p14:nvPr/>
              </p14:nvContentPartPr>
              <p14:xfrm>
                <a:off x="7063702" y="6442834"/>
                <a:ext cx="89640" cy="46440"/>
              </p14:xfrm>
            </p:contentPart>
          </mc:Choice>
          <mc:Fallback>
            <p:pic>
              <p:nvPicPr>
                <p:cNvPr id="32804" name="잉크 32803">
                  <a:extLst>
                    <a:ext uri="{FF2B5EF4-FFF2-40B4-BE49-F238E27FC236}">
                      <a16:creationId xmlns:a16="http://schemas.microsoft.com/office/drawing/2014/main" id="{EB25CB3F-B9A8-A29F-C6CF-AA7E331F247E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7054702" y="6433834"/>
                  <a:ext cx="107280" cy="64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3">
            <p14:nvContentPartPr>
              <p14:cNvPr id="32810" name="잉크 32809">
                <a:extLst>
                  <a:ext uri="{FF2B5EF4-FFF2-40B4-BE49-F238E27FC236}">
                    <a16:creationId xmlns:a16="http://schemas.microsoft.com/office/drawing/2014/main" id="{C76BEFFD-2512-D6D2-901E-3473DF539298}"/>
                  </a:ext>
                </a:extLst>
              </p14:cNvPr>
              <p14:cNvContentPartPr/>
              <p14:nvPr/>
            </p14:nvContentPartPr>
            <p14:xfrm>
              <a:off x="4719022" y="5727514"/>
              <a:ext cx="393840" cy="410400"/>
            </p14:xfrm>
          </p:contentPart>
        </mc:Choice>
        <mc:Fallback>
          <p:pic>
            <p:nvPicPr>
              <p:cNvPr id="32810" name="잉크 32809">
                <a:extLst>
                  <a:ext uri="{FF2B5EF4-FFF2-40B4-BE49-F238E27FC236}">
                    <a16:creationId xmlns:a16="http://schemas.microsoft.com/office/drawing/2014/main" id="{C76BEFFD-2512-D6D2-901E-3473DF539298}"/>
                  </a:ext>
                </a:extLst>
              </p:cNvPr>
              <p:cNvPicPr/>
              <p:nvPr/>
            </p:nvPicPr>
            <p:blipFill>
              <a:blip r:embed="rId114"/>
              <a:stretch>
                <a:fillRect/>
              </a:stretch>
            </p:blipFill>
            <p:spPr>
              <a:xfrm>
                <a:off x="4710022" y="5718514"/>
                <a:ext cx="411480" cy="4280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4313" y="1571625"/>
            <a:ext cx="8786812" cy="4643438"/>
          </a:xfrm>
        </p:spPr>
        <p:txBody>
          <a:bodyPr/>
          <a:lstStyle/>
          <a:p>
            <a:pPr>
              <a:defRPr/>
            </a:pPr>
            <a:r>
              <a:rPr lang="ko-KR" altLang="en-US" sz="2400" dirty="0">
                <a:latin typeface="+mn-ea"/>
              </a:rPr>
              <a:t>통신을 위해서 프로세스들 사이의 공유 메모리 영역 구축</a:t>
            </a:r>
          </a:p>
          <a:p>
            <a:pPr lvl="1">
              <a:defRPr/>
            </a:pPr>
            <a:r>
              <a:rPr lang="ko-KR" altLang="en-US" sz="2000" dirty="0">
                <a:latin typeface="+mn-ea"/>
              </a:rPr>
              <a:t>일반적으로 운영체제는 한 프로세스가 다른 프로세스의 메모리에 접근하는 것을 금지</a:t>
            </a:r>
          </a:p>
          <a:p>
            <a:pPr lvl="1">
              <a:defRPr/>
            </a:pPr>
            <a:r>
              <a:rPr lang="ko-KR" altLang="en-US" sz="2000" dirty="0">
                <a:latin typeface="+mn-ea"/>
              </a:rPr>
              <a:t>둘 이상의 프로세스가 위의 제약조건을 제거하는 것에 동의</a:t>
            </a:r>
            <a:endParaRPr lang="en-US" altLang="ko-KR" sz="2000" dirty="0">
              <a:latin typeface="+mn-ea"/>
            </a:endParaRPr>
          </a:p>
          <a:p>
            <a:pPr lvl="1">
              <a:defRPr/>
            </a:pPr>
            <a:r>
              <a:rPr lang="ko-KR" altLang="en-US" sz="2000" dirty="0">
                <a:latin typeface="+mn-ea"/>
              </a:rPr>
              <a:t>여러 개의 프로세스들이 동시에 동일한 위치에 쓰지 않도록 관리 </a:t>
            </a:r>
            <a:r>
              <a:rPr lang="en-US" altLang="ko-KR" sz="2000" dirty="0">
                <a:latin typeface="+mn-ea"/>
              </a:rPr>
              <a:t>(</a:t>
            </a:r>
            <a:r>
              <a:rPr lang="ko-KR" altLang="en-US" sz="2000" dirty="0">
                <a:latin typeface="+mn-ea"/>
              </a:rPr>
              <a:t>임계 영역 문제</a:t>
            </a:r>
            <a:r>
              <a:rPr lang="en-US" altLang="ko-KR" sz="2000" dirty="0">
                <a:latin typeface="+mn-ea"/>
              </a:rPr>
              <a:t>)</a:t>
            </a:r>
          </a:p>
          <a:p>
            <a:pPr lvl="1">
              <a:defRPr/>
            </a:pPr>
            <a:endParaRPr lang="en-US" altLang="ko-KR" sz="2000" dirty="0">
              <a:latin typeface="+mn-ea"/>
            </a:endParaRPr>
          </a:p>
          <a:p>
            <a:pPr>
              <a:defRPr/>
            </a:pPr>
            <a:r>
              <a:rPr lang="ko-KR" altLang="en-US" sz="2400" dirty="0">
                <a:latin typeface="+mn-ea"/>
              </a:rPr>
              <a:t>생산자</a:t>
            </a:r>
            <a:r>
              <a:rPr lang="en-US" altLang="ko-KR" sz="2400" dirty="0">
                <a:latin typeface="+mn-ea"/>
              </a:rPr>
              <a:t>/</a:t>
            </a:r>
            <a:r>
              <a:rPr lang="ko-KR" altLang="en-US" sz="2400" dirty="0">
                <a:latin typeface="+mn-ea"/>
              </a:rPr>
              <a:t>소비자 문제</a:t>
            </a:r>
            <a:r>
              <a:rPr lang="en-US" altLang="ko-KR" sz="2400" dirty="0">
                <a:latin typeface="+mn-ea"/>
              </a:rPr>
              <a:t>  (</a:t>
            </a:r>
            <a:r>
              <a:rPr lang="ko-KR" altLang="en-US" sz="2400" dirty="0">
                <a:latin typeface="+mn-ea"/>
              </a:rPr>
              <a:t>생산자</a:t>
            </a:r>
            <a:r>
              <a:rPr lang="en-US" altLang="ko-KR" sz="2400" dirty="0">
                <a:latin typeface="+mn-ea"/>
              </a:rPr>
              <a:t>/</a:t>
            </a:r>
            <a:r>
              <a:rPr lang="ko-KR" altLang="en-US" sz="2400" dirty="0">
                <a:latin typeface="+mn-ea"/>
              </a:rPr>
              <a:t>소비자 프로세스</a:t>
            </a:r>
            <a:r>
              <a:rPr lang="en-US" altLang="ko-KR" sz="2400" dirty="0">
                <a:latin typeface="+mn-ea"/>
              </a:rPr>
              <a:t>)</a:t>
            </a:r>
          </a:p>
          <a:p>
            <a:pPr lvl="1">
              <a:defRPr/>
            </a:pPr>
            <a:r>
              <a:rPr lang="ko-KR" altLang="en-US" sz="2000" dirty="0">
                <a:latin typeface="+mn-ea"/>
              </a:rPr>
              <a:t>공유 메모리를 이용한 협동 프로세스의 대표적인 예</a:t>
            </a:r>
          </a:p>
        </p:txBody>
      </p:sp>
      <p:sp>
        <p:nvSpPr>
          <p:cNvPr id="33795" name="슬라이드 번호 개체 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95E12B2-EE71-4E51-9C4A-564FAD75072B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18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p:sp>
        <p:nvSpPr>
          <p:cNvPr id="33796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/>
          <a:lstStyle/>
          <a:p>
            <a:r>
              <a:rPr lang="en-US" altLang="ko-KR"/>
              <a:t>4.1 </a:t>
            </a:r>
            <a:r>
              <a:rPr lang="ko-KR" altLang="en-US"/>
              <a:t>공유 메모리 시스템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4313" y="1571625"/>
            <a:ext cx="8786812" cy="4643438"/>
          </a:xfrm>
        </p:spPr>
        <p:txBody>
          <a:bodyPr/>
          <a:lstStyle/>
          <a:p>
            <a:pPr>
              <a:defRPr/>
            </a:pPr>
            <a:r>
              <a:rPr lang="ko-KR" altLang="en-US" sz="2400" dirty="0">
                <a:latin typeface="+mn-ea"/>
              </a:rPr>
              <a:t>생산자 </a:t>
            </a:r>
            <a:r>
              <a:rPr lang="en-US" altLang="ko-KR" sz="2400" dirty="0">
                <a:latin typeface="+mn-ea"/>
              </a:rPr>
              <a:t>/</a:t>
            </a:r>
            <a:r>
              <a:rPr lang="ko-KR" altLang="en-US" sz="2400" dirty="0">
                <a:latin typeface="+mn-ea"/>
              </a:rPr>
              <a:t>소비자 문제 </a:t>
            </a:r>
            <a:r>
              <a:rPr lang="en-US" altLang="ko-KR" sz="2400" dirty="0">
                <a:latin typeface="+mn-ea"/>
              </a:rPr>
              <a:t>(</a:t>
            </a:r>
            <a:r>
              <a:rPr lang="ko-KR" altLang="en-US" sz="2400" dirty="0" err="1">
                <a:latin typeface="+mn-ea"/>
              </a:rPr>
              <a:t>입력기</a:t>
            </a:r>
            <a:r>
              <a:rPr lang="en-US" altLang="ko-KR" sz="2400" dirty="0">
                <a:latin typeface="+mn-ea"/>
              </a:rPr>
              <a:t>/</a:t>
            </a:r>
            <a:r>
              <a:rPr lang="ko-KR" altLang="en-US" sz="2400" dirty="0" err="1">
                <a:latin typeface="+mn-ea"/>
              </a:rPr>
              <a:t>출력기</a:t>
            </a:r>
            <a:r>
              <a:rPr lang="ko-KR" altLang="en-US" sz="2400" dirty="0">
                <a:latin typeface="+mn-ea"/>
              </a:rPr>
              <a:t> 프로세스</a:t>
            </a:r>
            <a:r>
              <a:rPr lang="en-US" altLang="ko-KR" sz="2400" dirty="0">
                <a:latin typeface="+mn-ea"/>
              </a:rPr>
              <a:t>)</a:t>
            </a:r>
            <a:endParaRPr lang="ko-KR" altLang="en-US" sz="2400" dirty="0">
              <a:latin typeface="+mn-ea"/>
            </a:endParaRPr>
          </a:p>
          <a:p>
            <a:pPr lvl="1">
              <a:defRPr/>
            </a:pPr>
            <a:r>
              <a:rPr lang="ko-KR" altLang="en-US" sz="2000" dirty="0">
                <a:latin typeface="+mn-ea"/>
              </a:rPr>
              <a:t>생산자 프로세스는 정보를 생산하고 소비자 프로세스는 정보를 소비</a:t>
            </a:r>
          </a:p>
          <a:p>
            <a:pPr lvl="1">
              <a:defRPr/>
            </a:pPr>
            <a:r>
              <a:rPr lang="ko-KR" altLang="en-US" sz="2000" dirty="0">
                <a:latin typeface="+mn-ea"/>
              </a:rPr>
              <a:t>인쇄 프로그램</a:t>
            </a:r>
            <a:r>
              <a:rPr lang="en-US" altLang="ko-KR" sz="2000" dirty="0">
                <a:latin typeface="+mn-ea"/>
              </a:rPr>
              <a:t>/</a:t>
            </a:r>
            <a:r>
              <a:rPr lang="ko-KR" altLang="en-US" sz="2000" dirty="0">
                <a:latin typeface="+mn-ea"/>
              </a:rPr>
              <a:t>프린터 구동기</a:t>
            </a:r>
            <a:r>
              <a:rPr lang="en-US" altLang="ko-KR" sz="2000" dirty="0">
                <a:latin typeface="+mn-ea"/>
              </a:rPr>
              <a:t>, </a:t>
            </a:r>
            <a:r>
              <a:rPr lang="ko-KR" altLang="en-US" sz="2000" dirty="0">
                <a:latin typeface="+mn-ea"/>
              </a:rPr>
              <a:t>컴파일러</a:t>
            </a:r>
            <a:r>
              <a:rPr lang="en-US" altLang="ko-KR" sz="2000" dirty="0">
                <a:latin typeface="+mn-ea"/>
              </a:rPr>
              <a:t>/</a:t>
            </a:r>
            <a:r>
              <a:rPr lang="ko-KR" altLang="en-US" sz="2000" dirty="0">
                <a:latin typeface="+mn-ea"/>
              </a:rPr>
              <a:t>어셈블러</a:t>
            </a:r>
            <a:r>
              <a:rPr lang="en-US" altLang="ko-KR" sz="2000" dirty="0">
                <a:latin typeface="+mn-ea"/>
              </a:rPr>
              <a:t>, </a:t>
            </a:r>
            <a:r>
              <a:rPr lang="ko-KR" altLang="en-US" sz="2000" dirty="0">
                <a:latin typeface="+mn-ea"/>
              </a:rPr>
              <a:t>어셈블러</a:t>
            </a:r>
            <a:r>
              <a:rPr lang="en-US" altLang="ko-KR" sz="2000" dirty="0">
                <a:latin typeface="+mn-ea"/>
              </a:rPr>
              <a:t>/</a:t>
            </a:r>
            <a:r>
              <a:rPr lang="ko-KR" altLang="en-US" sz="2000" dirty="0">
                <a:latin typeface="+mn-ea"/>
              </a:rPr>
              <a:t>적재기</a:t>
            </a:r>
            <a:endParaRPr lang="en-US" altLang="ko-KR" sz="2000" dirty="0">
              <a:latin typeface="+mn-ea"/>
            </a:endParaRPr>
          </a:p>
          <a:p>
            <a:pPr lvl="1">
              <a:defRPr/>
            </a:pPr>
            <a:endParaRPr lang="ko-KR" altLang="en-US" sz="2000" dirty="0">
              <a:latin typeface="+mn-ea"/>
            </a:endParaRPr>
          </a:p>
          <a:p>
            <a:pPr>
              <a:defRPr/>
            </a:pPr>
            <a:r>
              <a:rPr lang="ko-KR" altLang="en-US" sz="2400" dirty="0">
                <a:latin typeface="+mn-ea"/>
              </a:rPr>
              <a:t>생산자</a:t>
            </a:r>
            <a:r>
              <a:rPr lang="en-US" altLang="ko-KR" sz="2400" dirty="0">
                <a:latin typeface="+mn-ea"/>
              </a:rPr>
              <a:t>/</a:t>
            </a:r>
            <a:r>
              <a:rPr lang="ko-KR" altLang="en-US" sz="2400" dirty="0">
                <a:latin typeface="+mn-ea"/>
              </a:rPr>
              <a:t>소비자 프로세스들의 병행 실행을 위해 버퍼 필요</a:t>
            </a:r>
          </a:p>
          <a:p>
            <a:pPr lvl="1">
              <a:defRPr/>
            </a:pPr>
            <a:r>
              <a:rPr lang="ko-KR" altLang="en-US" sz="2000" dirty="0">
                <a:latin typeface="+mn-ea"/>
              </a:rPr>
              <a:t>생산자의 속도와 소비자의 속도는 서로 독립적이므로 버퍼가 필요</a:t>
            </a:r>
            <a:endParaRPr lang="en-US" altLang="ko-KR" sz="2000" dirty="0">
              <a:latin typeface="+mn-ea"/>
            </a:endParaRPr>
          </a:p>
          <a:p>
            <a:pPr lvl="1">
              <a:defRPr/>
            </a:pPr>
            <a:r>
              <a:rPr lang="ko-KR" altLang="en-US" sz="2000" dirty="0">
                <a:latin typeface="+mn-ea"/>
              </a:rPr>
              <a:t>생산자와 소비자는 같은 버퍼에 접근하므로 동시에 사용할 수 없음</a:t>
            </a:r>
            <a:r>
              <a:rPr lang="en-US" altLang="ko-KR" sz="2000" dirty="0">
                <a:latin typeface="+mn-ea"/>
              </a:rPr>
              <a:t>.</a:t>
            </a:r>
          </a:p>
          <a:p>
            <a:pPr lvl="1">
              <a:defRPr/>
            </a:pPr>
            <a:r>
              <a:rPr lang="ko-KR" altLang="en-US" sz="2000" dirty="0">
                <a:latin typeface="+mn-ea"/>
              </a:rPr>
              <a:t>생산자가 채워진 버퍼를 채우거나</a:t>
            </a:r>
            <a:r>
              <a:rPr lang="en-US" altLang="ko-KR" sz="2000" dirty="0">
                <a:latin typeface="+mn-ea"/>
              </a:rPr>
              <a:t>, </a:t>
            </a:r>
            <a:r>
              <a:rPr lang="ko-KR" altLang="en-US" sz="2000" dirty="0">
                <a:latin typeface="+mn-ea"/>
              </a:rPr>
              <a:t>소비자가 빈 버퍼에서 꺼낼 때 문제 발생</a:t>
            </a:r>
            <a:endParaRPr lang="en-US" altLang="ko-KR" sz="2000" dirty="0">
              <a:latin typeface="+mn-ea"/>
            </a:endParaRPr>
          </a:p>
        </p:txBody>
      </p:sp>
      <p:sp>
        <p:nvSpPr>
          <p:cNvPr id="34819" name="슬라이드 번호 개체 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51B791D-28F4-47B3-9FB1-29FFBDCCA18E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19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p:pic>
        <p:nvPicPr>
          <p:cNvPr id="34820" name="Picture 4" descr="C:\Documents and Settings\Hanami\바탕 화면\운영체제\(강의교안)_그림파일_1장-13장\ch04_병행 프로세스와 상호배제\ch04-10_cut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905"/>
          <a:stretch>
            <a:fillRect/>
          </a:stretch>
        </p:blipFill>
        <p:spPr bwMode="auto">
          <a:xfrm>
            <a:off x="2143125" y="4929188"/>
            <a:ext cx="5295900" cy="172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/>
          <a:lstStyle/>
          <a:p>
            <a:r>
              <a:rPr lang="en-US" altLang="ko-KR"/>
              <a:t>4.2 </a:t>
            </a:r>
            <a:r>
              <a:rPr lang="ko-KR" altLang="en-US"/>
              <a:t>메시지 전달 시스템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4313" y="1643063"/>
            <a:ext cx="8715375" cy="3500437"/>
          </a:xfrm>
        </p:spPr>
        <p:txBody>
          <a:bodyPr lIns="92075" tIns="46038" rIns="92075" bIns="46038"/>
          <a:lstStyle/>
          <a:p>
            <a:pPr>
              <a:defRPr/>
            </a:pPr>
            <a:r>
              <a:rPr lang="en-US" altLang="ko-KR" dirty="0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메시지 전달 시스템</a:t>
            </a:r>
            <a:endParaRPr lang="en-US" altLang="ko-KR" dirty="0">
              <a:latin typeface="+mn-ea"/>
            </a:endParaRPr>
          </a:p>
          <a:p>
            <a:pPr lvl="1">
              <a:defRPr/>
            </a:pPr>
            <a:r>
              <a:rPr lang="ko-KR" altLang="en-US" sz="1800" dirty="0">
                <a:latin typeface="+mn-ea"/>
              </a:rPr>
              <a:t>공유 변수들을 자주 거칠 필요 없이 프로세스들이 서로 통신</a:t>
            </a:r>
            <a:endParaRPr lang="en-US" altLang="ko-KR" sz="1800" dirty="0">
              <a:latin typeface="+mn-ea"/>
            </a:endParaRPr>
          </a:p>
          <a:p>
            <a:pPr lvl="1">
              <a:defRPr/>
            </a:pPr>
            <a:r>
              <a:rPr lang="ko-KR" altLang="en-US" sz="1800" dirty="0">
                <a:latin typeface="+mn-ea"/>
              </a:rPr>
              <a:t>프로세스들간의 통신과 동기화를 제공</a:t>
            </a:r>
          </a:p>
          <a:p>
            <a:pPr lvl="1">
              <a:defRPr/>
            </a:pPr>
            <a:endParaRPr lang="en-US" altLang="ko-KR" sz="1800" dirty="0">
              <a:latin typeface="+mn-ea"/>
            </a:endParaRPr>
          </a:p>
          <a:p>
            <a:pPr lvl="2">
              <a:defRPr/>
            </a:pPr>
            <a:endParaRPr lang="ko-KR" altLang="en-US" dirty="0">
              <a:latin typeface="+mn-ea"/>
            </a:endParaRPr>
          </a:p>
          <a:p>
            <a:pPr>
              <a:defRPr/>
            </a:pPr>
            <a:r>
              <a:rPr lang="ko-KR" altLang="en-US" dirty="0">
                <a:latin typeface="+mn-ea"/>
              </a:rPr>
              <a:t> 기본 구조</a:t>
            </a:r>
          </a:p>
          <a:p>
            <a:pPr lvl="1">
              <a:defRPr/>
            </a:pPr>
            <a:r>
              <a:rPr lang="ko-KR" altLang="en-US" sz="2000" dirty="0">
                <a:latin typeface="+mn-ea"/>
              </a:rPr>
              <a:t>두 가지 연산 제공</a:t>
            </a:r>
            <a:r>
              <a:rPr lang="en-US" altLang="ko-KR" sz="2000" dirty="0">
                <a:latin typeface="+mn-ea"/>
              </a:rPr>
              <a:t>: send(message)/receive(message)</a:t>
            </a:r>
          </a:p>
          <a:p>
            <a:pPr lvl="1">
              <a:defRPr/>
            </a:pPr>
            <a:r>
              <a:rPr lang="ko-KR" altLang="en-US" sz="2000" dirty="0">
                <a:latin typeface="+mn-ea"/>
              </a:rPr>
              <a:t>통신 연결을 설정하고 </a:t>
            </a:r>
            <a:r>
              <a:rPr lang="en-US" altLang="ko-KR" sz="2000" dirty="0">
                <a:latin typeface="+mn-ea"/>
              </a:rPr>
              <a:t>send/receive</a:t>
            </a:r>
            <a:r>
              <a:rPr lang="ko-KR" altLang="en-US" sz="2000" dirty="0">
                <a:latin typeface="+mn-ea"/>
              </a:rPr>
              <a:t>를 통해 메시지 교환</a:t>
            </a:r>
          </a:p>
        </p:txBody>
      </p:sp>
      <p:sp>
        <p:nvSpPr>
          <p:cNvPr id="35844" name="슬라이드 번호 개체 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92F52F0-82C1-43F1-8294-4251C4666A04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20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CC6D76AD-4069-B5EC-A1A3-D3BCCCDD56CC}"/>
              </a:ext>
            </a:extLst>
          </p:cNvPr>
          <p:cNvGrpSpPr/>
          <p:nvPr/>
        </p:nvGrpSpPr>
        <p:grpSpPr>
          <a:xfrm>
            <a:off x="5511742" y="5299834"/>
            <a:ext cx="1575720" cy="1021680"/>
            <a:chOff x="5511742" y="5299834"/>
            <a:chExt cx="1575720" cy="1021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2" name="잉크 1">
                  <a:extLst>
                    <a:ext uri="{FF2B5EF4-FFF2-40B4-BE49-F238E27FC236}">
                      <a16:creationId xmlns:a16="http://schemas.microsoft.com/office/drawing/2014/main" id="{4839CD9F-652E-33CA-59EE-68A0EC016B74}"/>
                    </a:ext>
                  </a:extLst>
                </p14:cNvPr>
                <p14:cNvContentPartPr/>
                <p14:nvPr/>
              </p14:nvContentPartPr>
              <p14:xfrm>
                <a:off x="5511742" y="5534554"/>
                <a:ext cx="164880" cy="210600"/>
              </p14:xfrm>
            </p:contentPart>
          </mc:Choice>
          <mc:Fallback>
            <p:pic>
              <p:nvPicPr>
                <p:cNvPr id="2" name="잉크 1">
                  <a:extLst>
                    <a:ext uri="{FF2B5EF4-FFF2-40B4-BE49-F238E27FC236}">
                      <a16:creationId xmlns:a16="http://schemas.microsoft.com/office/drawing/2014/main" id="{4839CD9F-652E-33CA-59EE-68A0EC016B74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502742" y="5525914"/>
                  <a:ext cx="18252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3" name="잉크 2">
                  <a:extLst>
                    <a:ext uri="{FF2B5EF4-FFF2-40B4-BE49-F238E27FC236}">
                      <a16:creationId xmlns:a16="http://schemas.microsoft.com/office/drawing/2014/main" id="{E57901EE-B268-FFC2-B8A1-B0F653CCF594}"/>
                    </a:ext>
                  </a:extLst>
                </p14:cNvPr>
                <p14:cNvContentPartPr/>
                <p14:nvPr/>
              </p14:nvContentPartPr>
              <p14:xfrm>
                <a:off x="5637382" y="5696914"/>
                <a:ext cx="163080" cy="170640"/>
              </p14:xfrm>
            </p:contentPart>
          </mc:Choice>
          <mc:Fallback>
            <p:pic>
              <p:nvPicPr>
                <p:cNvPr id="3" name="잉크 2">
                  <a:extLst>
                    <a:ext uri="{FF2B5EF4-FFF2-40B4-BE49-F238E27FC236}">
                      <a16:creationId xmlns:a16="http://schemas.microsoft.com/office/drawing/2014/main" id="{E57901EE-B268-FFC2-B8A1-B0F653CCF594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628742" y="5688274"/>
                  <a:ext cx="18072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4" name="잉크 3">
                  <a:extLst>
                    <a:ext uri="{FF2B5EF4-FFF2-40B4-BE49-F238E27FC236}">
                      <a16:creationId xmlns:a16="http://schemas.microsoft.com/office/drawing/2014/main" id="{39519467-A855-4E13-EB91-01194EC82D3F}"/>
                    </a:ext>
                  </a:extLst>
                </p14:cNvPr>
                <p14:cNvContentPartPr/>
                <p14:nvPr/>
              </p14:nvContentPartPr>
              <p14:xfrm>
                <a:off x="5740342" y="5589634"/>
                <a:ext cx="111240" cy="137520"/>
              </p14:xfrm>
            </p:contentPart>
          </mc:Choice>
          <mc:Fallback>
            <p:pic>
              <p:nvPicPr>
                <p:cNvPr id="4" name="잉크 3">
                  <a:extLst>
                    <a:ext uri="{FF2B5EF4-FFF2-40B4-BE49-F238E27FC236}">
                      <a16:creationId xmlns:a16="http://schemas.microsoft.com/office/drawing/2014/main" id="{39519467-A855-4E13-EB91-01194EC82D3F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731702" y="5580634"/>
                  <a:ext cx="12888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5" name="잉크 4">
                  <a:extLst>
                    <a:ext uri="{FF2B5EF4-FFF2-40B4-BE49-F238E27FC236}">
                      <a16:creationId xmlns:a16="http://schemas.microsoft.com/office/drawing/2014/main" id="{7973E667-CB25-100C-FFAD-FB1EDB4FBA99}"/>
                    </a:ext>
                  </a:extLst>
                </p14:cNvPr>
                <p14:cNvContentPartPr/>
                <p14:nvPr/>
              </p14:nvContentPartPr>
              <p14:xfrm>
                <a:off x="5851942" y="5512594"/>
                <a:ext cx="93960" cy="193320"/>
              </p14:xfrm>
            </p:contentPart>
          </mc:Choice>
          <mc:Fallback>
            <p:pic>
              <p:nvPicPr>
                <p:cNvPr id="5" name="잉크 4">
                  <a:extLst>
                    <a:ext uri="{FF2B5EF4-FFF2-40B4-BE49-F238E27FC236}">
                      <a16:creationId xmlns:a16="http://schemas.microsoft.com/office/drawing/2014/main" id="{7973E667-CB25-100C-FFAD-FB1EDB4FBA99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842942" y="5503954"/>
                  <a:ext cx="11160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6" name="잉크 5">
                  <a:extLst>
                    <a:ext uri="{FF2B5EF4-FFF2-40B4-BE49-F238E27FC236}">
                      <a16:creationId xmlns:a16="http://schemas.microsoft.com/office/drawing/2014/main" id="{47A77F02-6233-92DB-91D6-1FC5B938DF22}"/>
                    </a:ext>
                  </a:extLst>
                </p14:cNvPr>
                <p14:cNvContentPartPr/>
                <p14:nvPr/>
              </p14:nvContentPartPr>
              <p14:xfrm>
                <a:off x="5897302" y="5495314"/>
                <a:ext cx="227520" cy="293400"/>
              </p14:xfrm>
            </p:contentPart>
          </mc:Choice>
          <mc:Fallback>
            <p:pic>
              <p:nvPicPr>
                <p:cNvPr id="6" name="잉크 5">
                  <a:extLst>
                    <a:ext uri="{FF2B5EF4-FFF2-40B4-BE49-F238E27FC236}">
                      <a16:creationId xmlns:a16="http://schemas.microsoft.com/office/drawing/2014/main" id="{47A77F02-6233-92DB-91D6-1FC5B938DF22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5888302" y="5486314"/>
                  <a:ext cx="245160" cy="31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4907016A-2E7D-089D-3C21-F617FC260ECC}"/>
                    </a:ext>
                  </a:extLst>
                </p14:cNvPr>
                <p14:cNvContentPartPr/>
                <p14:nvPr/>
              </p14:nvContentPartPr>
              <p14:xfrm>
                <a:off x="6044902" y="5576674"/>
                <a:ext cx="162000" cy="162360"/>
              </p14:xfrm>
            </p:contentPart>
          </mc:Choice>
          <mc:Fallback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4907016A-2E7D-089D-3C21-F617FC260ECC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035902" y="5568034"/>
                  <a:ext cx="17964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51CB4AFE-50D0-D418-87BD-1E037D62358A}"/>
                    </a:ext>
                  </a:extLst>
                </p14:cNvPr>
                <p14:cNvContentPartPr/>
                <p14:nvPr/>
              </p14:nvContentPartPr>
              <p14:xfrm>
                <a:off x="6166582" y="5413954"/>
                <a:ext cx="178200" cy="279360"/>
              </p14:xfrm>
            </p:contentPart>
          </mc:Choice>
          <mc:Fallback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51CB4AFE-50D0-D418-87BD-1E037D62358A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157942" y="5405314"/>
                  <a:ext cx="19584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9180699C-88BC-3776-5CC5-5C47213BA814}"/>
                    </a:ext>
                  </a:extLst>
                </p14:cNvPr>
                <p14:cNvContentPartPr/>
                <p14:nvPr/>
              </p14:nvContentPartPr>
              <p14:xfrm>
                <a:off x="6295462" y="5472634"/>
                <a:ext cx="70920" cy="44640"/>
              </p14:xfrm>
            </p:contentPart>
          </mc:Choice>
          <mc:Fallback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9180699C-88BC-3776-5CC5-5C47213BA814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6286462" y="5463994"/>
                  <a:ext cx="8856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E9724F9A-E2C6-1BBA-F054-3B74B7411297}"/>
                    </a:ext>
                  </a:extLst>
                </p14:cNvPr>
                <p14:cNvContentPartPr/>
                <p14:nvPr/>
              </p14:nvContentPartPr>
              <p14:xfrm>
                <a:off x="6407062" y="5343754"/>
                <a:ext cx="221760" cy="209880"/>
              </p14:xfrm>
            </p:contentPart>
          </mc:Choice>
          <mc:Fallback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E9724F9A-E2C6-1BBA-F054-3B74B7411297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398422" y="5335114"/>
                  <a:ext cx="23940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D04549A2-0B2D-A02D-DB14-522132DF4995}"/>
                    </a:ext>
                  </a:extLst>
                </p14:cNvPr>
                <p14:cNvContentPartPr/>
                <p14:nvPr/>
              </p14:nvContentPartPr>
              <p14:xfrm>
                <a:off x="6562222" y="5299834"/>
                <a:ext cx="58320" cy="73800"/>
              </p14:xfrm>
            </p:contentPart>
          </mc:Choice>
          <mc:Fallback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D04549A2-0B2D-A02D-DB14-522132DF4995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6553582" y="5291194"/>
                  <a:ext cx="7596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450D7C1A-D0F6-F807-F0EA-C01507CF3ABC}"/>
                    </a:ext>
                  </a:extLst>
                </p14:cNvPr>
                <p14:cNvContentPartPr/>
                <p14:nvPr/>
              </p14:nvContentPartPr>
              <p14:xfrm>
                <a:off x="6577702" y="5352754"/>
                <a:ext cx="298440" cy="298080"/>
              </p14:xfrm>
            </p:contentPart>
          </mc:Choice>
          <mc:Fallback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450D7C1A-D0F6-F807-F0EA-C01507CF3ABC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6568702" y="5343754"/>
                  <a:ext cx="316080" cy="31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A53CE43E-ACF8-B77F-6DF2-80048BA60B8D}"/>
                    </a:ext>
                  </a:extLst>
                </p14:cNvPr>
                <p14:cNvContentPartPr/>
                <p14:nvPr/>
              </p14:nvContentPartPr>
              <p14:xfrm>
                <a:off x="5887582" y="6070234"/>
                <a:ext cx="38160" cy="195120"/>
              </p14:xfrm>
            </p:contentPart>
          </mc:Choice>
          <mc:Fallback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A53CE43E-ACF8-B77F-6DF2-80048BA60B8D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5878942" y="6061594"/>
                  <a:ext cx="5580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4EA7DAA7-F373-EF11-471B-344F70B23295}"/>
                    </a:ext>
                  </a:extLst>
                </p14:cNvPr>
                <p14:cNvContentPartPr/>
                <p14:nvPr/>
              </p14:nvContentPartPr>
              <p14:xfrm>
                <a:off x="5894782" y="6034594"/>
                <a:ext cx="185400" cy="155520"/>
              </p14:xfrm>
            </p:contentPart>
          </mc:Choice>
          <mc:Fallback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4EA7DAA7-F373-EF11-471B-344F70B23295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5885782" y="6025954"/>
                  <a:ext cx="20304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FF27F2CE-25DD-45A6-BF41-6E99AA58E216}"/>
                    </a:ext>
                  </a:extLst>
                </p14:cNvPr>
                <p14:cNvContentPartPr/>
                <p14:nvPr/>
              </p14:nvContentPartPr>
              <p14:xfrm>
                <a:off x="6036622" y="6173914"/>
                <a:ext cx="162720" cy="147600"/>
              </p14:xfrm>
            </p:contentPart>
          </mc:Choice>
          <mc:Fallback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FF27F2CE-25DD-45A6-BF41-6E99AA58E216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6027622" y="6165274"/>
                  <a:ext cx="18036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0B133E9B-9FBE-E394-F818-FDE0E70AB33D}"/>
                    </a:ext>
                  </a:extLst>
                </p14:cNvPr>
                <p14:cNvContentPartPr/>
                <p14:nvPr/>
              </p14:nvContentPartPr>
              <p14:xfrm>
                <a:off x="6120502" y="6009394"/>
                <a:ext cx="135000" cy="141840"/>
              </p14:xfrm>
            </p:contentPart>
          </mc:Choice>
          <mc:Fallback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0B133E9B-9FBE-E394-F818-FDE0E70AB33D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6111862" y="6000394"/>
                  <a:ext cx="15264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5B7F839C-4DE9-1298-E77B-C4360409BF5A}"/>
                    </a:ext>
                  </a:extLst>
                </p14:cNvPr>
                <p14:cNvContentPartPr/>
                <p14:nvPr/>
              </p14:nvContentPartPr>
              <p14:xfrm>
                <a:off x="6159742" y="6073474"/>
                <a:ext cx="171000" cy="149040"/>
              </p14:xfrm>
            </p:contentPart>
          </mc:Choice>
          <mc:Fallback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5B7F839C-4DE9-1298-E77B-C4360409BF5A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6151102" y="6064474"/>
                  <a:ext cx="18864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63F0AF2E-D6B0-D9F5-AB59-A7C0BACE1533}"/>
                    </a:ext>
                  </a:extLst>
                </p14:cNvPr>
                <p14:cNvContentPartPr/>
                <p14:nvPr/>
              </p14:nvContentPartPr>
              <p14:xfrm>
                <a:off x="6244342" y="6158074"/>
                <a:ext cx="106200" cy="122040"/>
              </p14:xfrm>
            </p:contentPart>
          </mc:Choice>
          <mc:Fallback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63F0AF2E-D6B0-D9F5-AB59-A7C0BACE1533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6235342" y="6149074"/>
                  <a:ext cx="12384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19" name="잉크 18">
                  <a:extLst>
                    <a:ext uri="{FF2B5EF4-FFF2-40B4-BE49-F238E27FC236}">
                      <a16:creationId xmlns:a16="http://schemas.microsoft.com/office/drawing/2014/main" id="{26359937-39BB-150C-B4F9-91AFF25CC966}"/>
                    </a:ext>
                  </a:extLst>
                </p14:cNvPr>
                <p14:cNvContentPartPr/>
                <p14:nvPr/>
              </p14:nvContentPartPr>
              <p14:xfrm>
                <a:off x="6402742" y="5916514"/>
                <a:ext cx="147960" cy="122760"/>
              </p14:xfrm>
            </p:contentPart>
          </mc:Choice>
          <mc:Fallback>
            <p:pic>
              <p:nvPicPr>
                <p:cNvPr id="19" name="잉크 18">
                  <a:extLst>
                    <a:ext uri="{FF2B5EF4-FFF2-40B4-BE49-F238E27FC236}">
                      <a16:creationId xmlns:a16="http://schemas.microsoft.com/office/drawing/2014/main" id="{26359937-39BB-150C-B4F9-91AFF25CC966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6394102" y="5907874"/>
                  <a:ext cx="16560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0" name="잉크 19">
                  <a:extLst>
                    <a:ext uri="{FF2B5EF4-FFF2-40B4-BE49-F238E27FC236}">
                      <a16:creationId xmlns:a16="http://schemas.microsoft.com/office/drawing/2014/main" id="{289B61AF-903C-98B0-C152-B25DAAB31653}"/>
                    </a:ext>
                  </a:extLst>
                </p14:cNvPr>
                <p14:cNvContentPartPr/>
                <p14:nvPr/>
              </p14:nvContentPartPr>
              <p14:xfrm>
                <a:off x="6456022" y="5908954"/>
                <a:ext cx="185040" cy="250200"/>
              </p14:xfrm>
            </p:contentPart>
          </mc:Choice>
          <mc:Fallback>
            <p:pic>
              <p:nvPicPr>
                <p:cNvPr id="20" name="잉크 19">
                  <a:extLst>
                    <a:ext uri="{FF2B5EF4-FFF2-40B4-BE49-F238E27FC236}">
                      <a16:creationId xmlns:a16="http://schemas.microsoft.com/office/drawing/2014/main" id="{289B61AF-903C-98B0-C152-B25DAAB31653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6447022" y="5900314"/>
                  <a:ext cx="20268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1" name="잉크 20">
                  <a:extLst>
                    <a:ext uri="{FF2B5EF4-FFF2-40B4-BE49-F238E27FC236}">
                      <a16:creationId xmlns:a16="http://schemas.microsoft.com/office/drawing/2014/main" id="{B00A76A5-9E73-E010-BB48-F67F1A909E8E}"/>
                    </a:ext>
                  </a:extLst>
                </p14:cNvPr>
                <p14:cNvContentPartPr/>
                <p14:nvPr/>
              </p14:nvContentPartPr>
              <p14:xfrm>
                <a:off x="6603982" y="5937394"/>
                <a:ext cx="45360" cy="93600"/>
              </p14:xfrm>
            </p:contentPart>
          </mc:Choice>
          <mc:Fallback>
            <p:pic>
              <p:nvPicPr>
                <p:cNvPr id="21" name="잉크 20">
                  <a:extLst>
                    <a:ext uri="{FF2B5EF4-FFF2-40B4-BE49-F238E27FC236}">
                      <a16:creationId xmlns:a16="http://schemas.microsoft.com/office/drawing/2014/main" id="{B00A76A5-9E73-E010-BB48-F67F1A909E8E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6595342" y="5928754"/>
                  <a:ext cx="6300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22" name="잉크 21">
                  <a:extLst>
                    <a:ext uri="{FF2B5EF4-FFF2-40B4-BE49-F238E27FC236}">
                      <a16:creationId xmlns:a16="http://schemas.microsoft.com/office/drawing/2014/main" id="{14A32C49-675C-E8BA-83F4-184C1490F1D9}"/>
                    </a:ext>
                  </a:extLst>
                </p14:cNvPr>
                <p14:cNvContentPartPr/>
                <p14:nvPr/>
              </p14:nvContentPartPr>
              <p14:xfrm>
                <a:off x="6598582" y="5849914"/>
                <a:ext cx="231480" cy="172080"/>
              </p14:xfrm>
            </p:contentPart>
          </mc:Choice>
          <mc:Fallback>
            <p:pic>
              <p:nvPicPr>
                <p:cNvPr id="22" name="잉크 21">
                  <a:extLst>
                    <a:ext uri="{FF2B5EF4-FFF2-40B4-BE49-F238E27FC236}">
                      <a16:creationId xmlns:a16="http://schemas.microsoft.com/office/drawing/2014/main" id="{14A32C49-675C-E8BA-83F4-184C1490F1D9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6589942" y="5841274"/>
                  <a:ext cx="24912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23" name="잉크 22">
                  <a:extLst>
                    <a:ext uri="{FF2B5EF4-FFF2-40B4-BE49-F238E27FC236}">
                      <a16:creationId xmlns:a16="http://schemas.microsoft.com/office/drawing/2014/main" id="{80FD56EF-42D4-90A9-2FF6-E5B8CB9701E5}"/>
                    </a:ext>
                  </a:extLst>
                </p14:cNvPr>
                <p14:cNvContentPartPr/>
                <p14:nvPr/>
              </p14:nvContentPartPr>
              <p14:xfrm>
                <a:off x="6795502" y="5805274"/>
                <a:ext cx="175680" cy="169200"/>
              </p14:xfrm>
            </p:contentPart>
          </mc:Choice>
          <mc:Fallback>
            <p:pic>
              <p:nvPicPr>
                <p:cNvPr id="23" name="잉크 22">
                  <a:extLst>
                    <a:ext uri="{FF2B5EF4-FFF2-40B4-BE49-F238E27FC236}">
                      <a16:creationId xmlns:a16="http://schemas.microsoft.com/office/drawing/2014/main" id="{80FD56EF-42D4-90A9-2FF6-E5B8CB9701E5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6786502" y="5796634"/>
                  <a:ext cx="19332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24" name="잉크 23">
                  <a:extLst>
                    <a:ext uri="{FF2B5EF4-FFF2-40B4-BE49-F238E27FC236}">
                      <a16:creationId xmlns:a16="http://schemas.microsoft.com/office/drawing/2014/main" id="{7EA90722-F217-15F4-1A83-21B16E5BB1C8}"/>
                    </a:ext>
                  </a:extLst>
                </p14:cNvPr>
                <p14:cNvContentPartPr/>
                <p14:nvPr/>
              </p14:nvContentPartPr>
              <p14:xfrm>
                <a:off x="7010782" y="5745514"/>
                <a:ext cx="76680" cy="109440"/>
              </p14:xfrm>
            </p:contentPart>
          </mc:Choice>
          <mc:Fallback>
            <p:pic>
              <p:nvPicPr>
                <p:cNvPr id="24" name="잉크 23">
                  <a:extLst>
                    <a:ext uri="{FF2B5EF4-FFF2-40B4-BE49-F238E27FC236}">
                      <a16:creationId xmlns:a16="http://schemas.microsoft.com/office/drawing/2014/main" id="{7EA90722-F217-15F4-1A83-21B16E5BB1C8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7002142" y="5736874"/>
                  <a:ext cx="94320" cy="12708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4313" y="1428750"/>
            <a:ext cx="8786812" cy="4857750"/>
          </a:xfrm>
        </p:spPr>
        <p:txBody>
          <a:bodyPr/>
          <a:lstStyle/>
          <a:p>
            <a:pPr>
              <a:defRPr/>
            </a:pPr>
            <a:r>
              <a:rPr lang="ko-KR" altLang="en-US" dirty="0">
                <a:latin typeface="+mn-ea"/>
              </a:rPr>
              <a:t> 통신의 동기화</a:t>
            </a:r>
            <a:endParaRPr lang="en-US" altLang="ko-KR" dirty="0">
              <a:latin typeface="+mn-ea"/>
            </a:endParaRPr>
          </a:p>
          <a:p>
            <a:pPr lvl="1">
              <a:defRPr/>
            </a:pPr>
            <a:r>
              <a:rPr lang="ko-KR" altLang="en-US" sz="2000" dirty="0" err="1">
                <a:latin typeface="+mn-ea"/>
              </a:rPr>
              <a:t>봉쇄형</a:t>
            </a:r>
            <a:r>
              <a:rPr lang="ko-KR" altLang="en-US" sz="2000" dirty="0">
                <a:latin typeface="+mn-ea"/>
              </a:rPr>
              <a:t> </a:t>
            </a:r>
            <a:r>
              <a:rPr lang="en-US" altLang="ko-KR" sz="2000" dirty="0">
                <a:latin typeface="+mn-ea"/>
              </a:rPr>
              <a:t>(blocking) = </a:t>
            </a:r>
            <a:r>
              <a:rPr lang="en-US" altLang="ko-KR" sz="2000" dirty="0" err="1">
                <a:latin typeface="+mn-ea"/>
              </a:rPr>
              <a:t>synchoronous</a:t>
            </a:r>
            <a:endParaRPr lang="en-US" altLang="ko-KR" sz="2000" dirty="0">
              <a:latin typeface="+mn-ea"/>
            </a:endParaRPr>
          </a:p>
          <a:p>
            <a:pPr lvl="1">
              <a:defRPr/>
            </a:pPr>
            <a:r>
              <a:rPr lang="ko-KR" altLang="en-US" sz="2000" dirty="0" err="1">
                <a:latin typeface="+mn-ea"/>
              </a:rPr>
              <a:t>비봉쇄형</a:t>
            </a:r>
            <a:r>
              <a:rPr lang="en-US" altLang="ko-KR" sz="2000" dirty="0">
                <a:latin typeface="+mn-ea"/>
              </a:rPr>
              <a:t>(non-blocking) = asynchronous</a:t>
            </a:r>
          </a:p>
          <a:p>
            <a:pPr lvl="1">
              <a:defRPr/>
            </a:pPr>
            <a:r>
              <a:rPr lang="ko-KR" altLang="en-US" sz="2000" dirty="0" err="1">
                <a:latin typeface="+mn-ea"/>
              </a:rPr>
              <a:t>봉쇄형</a:t>
            </a:r>
            <a:r>
              <a:rPr lang="ko-KR" altLang="en-US" sz="2000" dirty="0">
                <a:latin typeface="+mn-ea"/>
              </a:rPr>
              <a:t> 또는 </a:t>
            </a:r>
            <a:r>
              <a:rPr lang="ko-KR" altLang="en-US" sz="2000" dirty="0" err="1">
                <a:latin typeface="+mn-ea"/>
              </a:rPr>
              <a:t>비봉쇄형</a:t>
            </a:r>
            <a:r>
              <a:rPr lang="ko-KR" altLang="en-US" sz="2000" dirty="0">
                <a:latin typeface="+mn-ea"/>
              </a:rPr>
              <a:t> 조합 가능</a:t>
            </a:r>
            <a:endParaRPr lang="en-US" altLang="ko-KR" sz="2000" dirty="0">
              <a:latin typeface="+mn-ea"/>
            </a:endParaRPr>
          </a:p>
          <a:p>
            <a:pPr lvl="1">
              <a:defRPr/>
            </a:pPr>
            <a:endParaRPr lang="en-US" altLang="ko-KR" dirty="0">
              <a:latin typeface="+mn-ea"/>
            </a:endParaRPr>
          </a:p>
          <a:p>
            <a:pPr>
              <a:lnSpc>
                <a:spcPct val="90000"/>
              </a:lnSpc>
              <a:defRPr/>
            </a:pPr>
            <a:r>
              <a:rPr lang="ko-KR" altLang="en-US" dirty="0">
                <a:latin typeface="+mn-ea"/>
              </a:rPr>
              <a:t> 메시지 큐 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>
                <a:latin typeface="+mn-ea"/>
              </a:rPr>
              <a:t>메시지 버퍼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  <a:p>
            <a:pPr lvl="1">
              <a:lnSpc>
                <a:spcPct val="90000"/>
              </a:lnSpc>
              <a:defRPr/>
            </a:pPr>
            <a:r>
              <a:rPr lang="ko-KR" altLang="en-US" sz="2000" dirty="0">
                <a:latin typeface="+mn-ea"/>
              </a:rPr>
              <a:t>자체 안에 임시로 메시지들을 내재하는 공간</a:t>
            </a:r>
            <a:endParaRPr lang="en-US" altLang="ko-KR" sz="2000" dirty="0">
              <a:latin typeface="+mn-ea"/>
            </a:endParaRPr>
          </a:p>
          <a:p>
            <a:pPr lvl="1">
              <a:lnSpc>
                <a:spcPct val="90000"/>
              </a:lnSpc>
              <a:defRPr/>
            </a:pPr>
            <a:r>
              <a:rPr lang="ko-KR" altLang="en-US" sz="2000" dirty="0">
                <a:latin typeface="+mn-ea"/>
              </a:rPr>
              <a:t>일반적으로 용량이 유한적</a:t>
            </a:r>
          </a:p>
          <a:p>
            <a:pPr lvl="1">
              <a:defRPr/>
            </a:pPr>
            <a:endParaRPr lang="ko-KR" altLang="en-US" dirty="0">
              <a:latin typeface="+mn-ea"/>
            </a:endParaRPr>
          </a:p>
        </p:txBody>
      </p:sp>
      <p:sp>
        <p:nvSpPr>
          <p:cNvPr id="37891" name="슬라이드 번호 개체 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77E74E60-B00A-4A1B-A2A2-F0F26140ADFC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21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직선과 네모">
  <a:themeElements>
    <a:clrScheme name="직선과 네모 2">
      <a:dk1>
        <a:srgbClr val="003366"/>
      </a:dk1>
      <a:lt1>
        <a:srgbClr val="FFFFFF"/>
      </a:lt1>
      <a:dk2>
        <a:srgbClr val="003366"/>
      </a:dk2>
      <a:lt2>
        <a:srgbClr val="E3E2C7"/>
      </a:lt2>
      <a:accent1>
        <a:srgbClr val="CCCC99"/>
      </a:accent1>
      <a:accent2>
        <a:srgbClr val="003366"/>
      </a:accent2>
      <a:accent3>
        <a:srgbClr val="FFFFFF"/>
      </a:accent3>
      <a:accent4>
        <a:srgbClr val="002A56"/>
      </a:accent4>
      <a:accent5>
        <a:srgbClr val="E2E2CA"/>
      </a:accent5>
      <a:accent6>
        <a:srgbClr val="002D5C"/>
      </a:accent6>
      <a:hlink>
        <a:srgbClr val="003366"/>
      </a:hlink>
      <a:folHlink>
        <a:srgbClr val="800000"/>
      </a:folHlink>
    </a:clrScheme>
    <a:fontScheme name="직선과 네모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ko-K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굴림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ko-K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굴림" pitchFamily="50" charset="-127"/>
          </a:defRPr>
        </a:defPPr>
      </a:lstStyle>
    </a:lnDef>
  </a:objectDefaults>
  <a:extraClrSchemeLst>
    <a:extraClrScheme>
      <a:clrScheme name="직선과 네모 1">
        <a:dk1>
          <a:srgbClr val="008080"/>
        </a:dk1>
        <a:lt1>
          <a:srgbClr val="FFFFCC"/>
        </a:lt1>
        <a:dk2>
          <a:srgbClr val="009999"/>
        </a:dk2>
        <a:lt2>
          <a:srgbClr val="FFFF99"/>
        </a:lt2>
        <a:accent1>
          <a:srgbClr val="336699"/>
        </a:accent1>
        <a:accent2>
          <a:srgbClr val="FFFF99"/>
        </a:accent2>
        <a:accent3>
          <a:srgbClr val="AACACA"/>
        </a:accent3>
        <a:accent4>
          <a:srgbClr val="DADAAE"/>
        </a:accent4>
        <a:accent5>
          <a:srgbClr val="ADB8CA"/>
        </a:accent5>
        <a:accent6>
          <a:srgbClr val="E7E78A"/>
        </a:accent6>
        <a:hlink>
          <a:srgbClr val="FFFFCC"/>
        </a:hlink>
        <a:folHlink>
          <a:srgbClr val="DDDDD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직선과 네모 2">
        <a:dk1>
          <a:srgbClr val="003366"/>
        </a:dk1>
        <a:lt1>
          <a:srgbClr val="FFFFFF"/>
        </a:lt1>
        <a:dk2>
          <a:srgbClr val="003366"/>
        </a:dk2>
        <a:lt2>
          <a:srgbClr val="E3E2C7"/>
        </a:lt2>
        <a:accent1>
          <a:srgbClr val="CCCC99"/>
        </a:accent1>
        <a:accent2>
          <a:srgbClr val="003366"/>
        </a:accent2>
        <a:accent3>
          <a:srgbClr val="FFFFFF"/>
        </a:accent3>
        <a:accent4>
          <a:srgbClr val="002A56"/>
        </a:accent4>
        <a:accent5>
          <a:srgbClr val="E2E2CA"/>
        </a:accent5>
        <a:accent6>
          <a:srgbClr val="002D5C"/>
        </a:accent6>
        <a:hlink>
          <a:srgbClr val="003366"/>
        </a:hlink>
        <a:folHlink>
          <a:srgbClr val="8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직선과 네모 3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DDDDDD"/>
        </a:accent1>
        <a:accent2>
          <a:srgbClr val="333333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2D2D2D"/>
        </a:accent6>
        <a:hlink>
          <a:srgbClr val="808080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직선과 네모 4">
        <a:dk1>
          <a:srgbClr val="5F5F5F"/>
        </a:dk1>
        <a:lt1>
          <a:srgbClr val="FFFFFF"/>
        </a:lt1>
        <a:dk2>
          <a:srgbClr val="003366"/>
        </a:dk2>
        <a:lt2>
          <a:srgbClr val="FFFFFF"/>
        </a:lt2>
        <a:accent1>
          <a:srgbClr val="7E003F"/>
        </a:accent1>
        <a:accent2>
          <a:srgbClr val="DDDDDD"/>
        </a:accent2>
        <a:accent3>
          <a:srgbClr val="AAADB8"/>
        </a:accent3>
        <a:accent4>
          <a:srgbClr val="DADADA"/>
        </a:accent4>
        <a:accent5>
          <a:srgbClr val="C0AAAF"/>
        </a:accent5>
        <a:accent6>
          <a:srgbClr val="C8C8C8"/>
        </a:accent6>
        <a:hlink>
          <a:srgbClr val="969696"/>
        </a:hlink>
        <a:folHlink>
          <a:srgbClr val="DDDDDD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Office\Templates\디자인\직선과 네모.pot</Template>
  <TotalTime>1369</TotalTime>
  <Words>1103</Words>
  <Application>Microsoft Office PowerPoint</Application>
  <PresentationFormat>화면 슬라이드 쇼(4:3)</PresentationFormat>
  <Paragraphs>203</Paragraphs>
  <Slides>21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8" baseType="lpstr">
      <vt:lpstr>HY견고딕</vt:lpstr>
      <vt:lpstr>굴림</vt:lpstr>
      <vt:lpstr>Arial</vt:lpstr>
      <vt:lpstr>Courier New</vt:lpstr>
      <vt:lpstr>Times New Roman</vt:lpstr>
      <vt:lpstr>Wingdings</vt:lpstr>
      <vt:lpstr>직선과 네모</vt:lpstr>
      <vt:lpstr>2장. 프로세스</vt:lpstr>
      <vt:lpstr>목  차</vt:lpstr>
      <vt:lpstr>1. 프로세스 개념</vt:lpstr>
      <vt:lpstr>PowerPoint 프레젠테이션</vt:lpstr>
      <vt:lpstr>PowerPoint 프레젠테이션</vt:lpstr>
      <vt:lpstr>프로세스의 상태</vt:lpstr>
      <vt:lpstr>프로세스 제어 블록 (PCB)</vt:lpstr>
      <vt:lpstr>프로세스 간 CPU 스위칭</vt:lpstr>
      <vt:lpstr>2. 프로세스 스케줄링</vt:lpstr>
      <vt:lpstr>스케줄러의 종류</vt:lpstr>
      <vt:lpstr>PowerPoint 프레젠테이션</vt:lpstr>
      <vt:lpstr>문맥 교환</vt:lpstr>
      <vt:lpstr>3. 프로세스에 대한 연산</vt:lpstr>
      <vt:lpstr>PowerPoint 프레젠테이션</vt:lpstr>
      <vt:lpstr>PowerPoint 프레젠테이션</vt:lpstr>
      <vt:lpstr>4. 프로세스간 통신 (IPC)</vt:lpstr>
      <vt:lpstr>협동 프로세스 통신 모델</vt:lpstr>
      <vt:lpstr>4.1 공유 메모리 시스템</vt:lpstr>
      <vt:lpstr>PowerPoint 프레젠테이션</vt:lpstr>
      <vt:lpstr>4.2 메시지 전달 시스템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운영체제 소개</dc:title>
  <dc:creator>김성우</dc:creator>
  <cp:lastModifiedBy>김현진</cp:lastModifiedBy>
  <cp:revision>364</cp:revision>
  <cp:lastPrinted>2020-08-29T12:37:47Z</cp:lastPrinted>
  <dcterms:created xsi:type="dcterms:W3CDTF">1996-06-05T03:01:40Z</dcterms:created>
  <dcterms:modified xsi:type="dcterms:W3CDTF">2023-09-15T02:35:04Z</dcterms:modified>
</cp:coreProperties>
</file>