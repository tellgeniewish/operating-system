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340" r:id="rId2"/>
    <p:sldId id="533" r:id="rId3"/>
    <p:sldId id="581" r:id="rId4"/>
    <p:sldId id="582" r:id="rId5"/>
    <p:sldId id="535" r:id="rId6"/>
    <p:sldId id="578" r:id="rId7"/>
    <p:sldId id="580" r:id="rId8"/>
    <p:sldId id="536" r:id="rId9"/>
    <p:sldId id="537" r:id="rId10"/>
    <p:sldId id="539" r:id="rId11"/>
    <p:sldId id="541" r:id="rId12"/>
    <p:sldId id="543" r:id="rId13"/>
    <p:sldId id="545" r:id="rId14"/>
    <p:sldId id="547" r:id="rId15"/>
    <p:sldId id="548" r:id="rId16"/>
    <p:sldId id="583" r:id="rId17"/>
    <p:sldId id="584" r:id="rId18"/>
    <p:sldId id="550" r:id="rId19"/>
    <p:sldId id="553" r:id="rId20"/>
    <p:sldId id="585" r:id="rId21"/>
    <p:sldId id="586" r:id="rId22"/>
    <p:sldId id="587" r:id="rId23"/>
  </p:sldIdLst>
  <p:sldSz cx="9144000" cy="6858000" type="screen4x3"/>
  <p:notesSz cx="6735763" cy="986948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0929"/>
  </p:normalViewPr>
  <p:slideViewPr>
    <p:cSldViewPr>
      <p:cViewPr varScale="1">
        <p:scale>
          <a:sx n="103" d="100"/>
          <a:sy n="103" d="100"/>
        </p:scale>
        <p:origin x="199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fld id="{1F59F1F0-A011-4B78-8918-BE32C71FC5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28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07:39.6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94,'82'-1,"97"-14,-48-3,184 0,1204 18,-1331-14,-7 1,933 14,-1100-2,1 0,-1-1,19-4,-10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07:44.67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1 108,'71'-3,"130"-23,-125 14,246-20,-134 11,-116 13,0 3,100 6,-56 1,-90-2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07:46.7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28,'12'-5,"0"0,0 1,1 1,-1 0,1 1,18-1,82 1,-65 2,983 1,-1009-1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07:48.70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55,'551'-20,"-499"16,102-14,-92 10,0 4,101 4,-64 2,-77-2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0:55.64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731 32,'-30'-1,"-51"-10,-9-1,48 10,2-2,0 2,0 2,0 2,-40 6,66-4,1 0,0 0,0 2,0-1,1 2,0 0,0 0,1 1,0 0,0 1,1 0,0 1,0 0,1 1,1 0,0 0,0 0,1 1,1 1,0-1,0 1,2 0,-1 0,2 0,0 1,-3 27,3 26,7 93,-2-146,1-1,0 1,1-1,1 1,0-1,0 0,1-1,1 0,0 0,18 22,10 8,58 54,-71-75,-13-14,0 1,1-1,0 0,1-1,0 0,0-1,0 0,18 5,101 20,-82-21,28 2,0-2,1-5,0-2,80-9,-143 5,0 0,0-1,-1 0,1-1,-1-1,0 0,0-1,0 0,-1-1,21-15,0-4,-2-1,39-43,-64 63,0-1,0-1,-1 1,0-1,-1 0,0 0,0 0,0 0,-2-1,1 1,-1-1,0 0,-1 0,0 0,-2-18,1 12,-2 0,0 0,-1 1,0-1,-2 1,1 0,-2 0,0 0,-11-17,-7-9,-2 1,-1 2,-47-51,67 83,-6-10,-1 1,-1 1,0 0,-1 1,0 0,-1 2,-1 0,0 1,-20-9,2 9,-1 1,1 2,-2 1,1 3,0 0,-65 5,82-1,-7-1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1:05.8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0,'-7'5,"1"0,0 0,0 0,1 1,-1 0,1 0,0 0,1 1,0 0,0 0,-6 14,-8 12,8-18,-22 34,2 1,-36 85,56-98,1 1,3-1,0 1,3 1,1 60,2-71,-1 0,1 1,2-1,7 39,-6-53,1 0,1-1,0 0,1 0,0 0,1 0,0-1,15 18,-15-21,0-1,0 0,0-1,1 0,0 0,0 0,1-1,0 0,18 8,-15-10,0 0,1-1,-1 0,1-1,0 0,0-1,24-2,70 1,92-7,-187 6,-1-1,1-1,-1 0,0 0,0-1,0-1,-1 0,1 0,-1-1,15-11,-8 3,-1-1,-1 0,0-1,21-31,-28 36,13-18,0-1,30-60,-47 80,1-1,-1 0,-1-1,0 1,-1 0,0-1,-1 0,0 1,-1-1,0 0,-1 1,0-1,-3-11,-5-4,0 1,-2 1,-2 0,0 0,-1 1,-1 1,-25-28,17 18,6 10,0 0,-2 1,0 1,-1 1,-41-31,46 44,0 0,-1 1,0 1,0 0,-1 1,0 1,1 1,-34-1,-35-7,59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11.6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78,'568'-19,"-253"12,-230-5,-53 6,47-2,68-5,14 0,60 14,-199-1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13.8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0,'114'23,"127"8,-186-25,749 14,-520-23,-253 4,-14 0,0-2,1 1,22-5,-19-1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16.81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1,'2493'0,"-2463"1,55 11,-55-6,54 1,-53-7,1 1,-1 2,41 8,-26-4,-1-2,1-2,1-2,45-4,11 0,78 3,-159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53.8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0 106,'0'0,"1"-1,-1 0,1 1,-1-1,0 0,1 1,-1-1,1 0,0 1,-1-1,1 1,-1-1,1 1,0-1,0 1,-1 0,1-1,0 1,-1 0,1 0,0-1,0 1,0 0,-1 0,2 0,27-4,-24 3,305-11,-221 13,-1-3,170-29,-171 14,0 4,0 4,110 3,1152 8,-813-2,-505 1,50 10,9 0,151-8,-220-3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56.02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0,'1519'0,"-1329"13,3 1,675-15,-843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3:58.55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1 116,'1604'0,"-1575"-2,1-2,-1 0,0-2,54-18,-54 14,0 2,1 1,-1 1,49-3,-21 6,64-12,-119 15,74-11,-53 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7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 6713 0 0,'0'0'99'0'0,"0"0"-1"0"0,0 0 0 0 0,0-1 0 0 0,0 1 1 0 0,0 0-1 0 0,0 0 0 0 0,0 0 0 0 0,0-1 1 0 0,0 1-1 0 0,0 0 0 0 0,-1 0 1 0 0,1 0-1 0 0,0-1 0 0 0,0 1 0 0 0,0 0 1 0 0,0 0-1 0 0,0 0 0 0 0,0 0 0 0 0,-1-1 1 0 0,1 1-1 0 0,0 0 0 0 0,0 0 0 0 0,0 0 1 0 0,0 0-1 0 0,-1 0 0 0 0,1 0 0 0 0,0 0 1 0 0,0 0-1 0 0,0 0 0 0 0,-1-1 0 0 0,1 1 1 0 0,0 0-1 0 0,0 0 0 0 0,0 0 0 0 0,-1 0 1 0 0,1 0-1 0 0,0 0 0 0 0,0 0 0 0 0,-1 0 1 0 0,1 0-1 0 0,0 0 0 0 0,0 1 0 0 0,0-1 1 0 0,-1 0-1 0 0,1 0 0 0 0,0 0 0 0 0,0 0 1 0 0,0 0-1 0 0,0 0 0 0 0,-1 0 0 0 0,1 0 1 0 0,0 1-1 0 0,0-1 0 0 0,0 0 1 0 0,0 0-1 0 0,-1 0 0 0 0,1 0 0 0 0,0 1 1 0 0,0-1-1 0 0,0 0 0 0 0,0 0 0 0 0,0 0 1 0 0,0 0-1 0 0,0 1 0 0 0,0-1 0 0 0,0 0 1 0 0,0 0-1 0 0,0 1 0 0 0,-8 26 1934 0 0,0 35-1031 0 0,8-26-564 0 0,1 1 0 0 0,2-1 0 0 0,10 47 0 0 0,3-20-2252 0 0,3-2-3347 0 0,-19-61 5030 0 0,0 0 0 0 0,0 1 0 0 0,0-1 0 0 0,0 0 0 0 0,0 1-1 0 0,0-1 1 0 0,0 1 0 0 0,0-1 0 0 0,0 0 0 0 0,0 1 0 0 0,0-1 0 0 0,0 0 0 0 0,0 1-1 0 0,0-1 1 0 0,1 0 0 0 0,-1 1 0 0 0,0-1 0 0 0,0 0 0 0 0,0 1 0 0 0,0-1 0 0 0,1 0 0 0 0,-1 0-1 0 0,0 1 1 0 0,0-1 0 0 0,1 0 0 0 0,-1 0 0 0 0,0 1 0 0 0,0-1 0 0 0,1 0 0 0 0,-1 0-1 0 0,0 0 1 0 0,1 1 0 0 0,-1-1 0 0 0,0 0 0 0 0,1 0 0 0 0,-1 0 0 0 0,0 0 0 0 0,1 0 0 0 0,-1 0-1 0 0,0 0 1 0 0,1 0 0 0 0,1-15-3026 0 0,0 5 1176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8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 3577 0 0,'6'14'1574'0'0,"0"1"0"0"0,-1 0 0 0 0,-1 0 1 0 0,0 0-1 0 0,2 31 0 0 0,1 85 1422 0 0,-6-83-1956 0 0,-1-27-895 0 0,2-2 10 0 0,-2 0 0 0 0,0-1 0 0 0,-1 1 0 0 0,-5 24 1 0 0,5-39-175 0 0,0 0 1 0 0,0 0 0 0 0,0 0-1 0 0,0-1 1 0 0,-1 1-1 0 0,1-1 1 0 0,-1 1 0 0 0,0-1-1 0 0,0 0 1 0 0,0 0 0 0 0,-1 1-1 0 0,1-1 1 0 0,-1-1-1 0 0,1 1 1 0 0,-1 0 0 0 0,0-1-1 0 0,0 1 1 0 0,0-1-1 0 0,-1 0 1 0 0,1 0 0 0 0,0 0-1 0 0,-1-1 1 0 0,1 1 0 0 0,-1-1-1 0 0,0 0 1 0 0,-7 2-1 0 0,5-2-24 0 0,0-1 0 0 0,-1 1 0 0 0,1-1-1 0 0,0 0 1 0 0,0-1 0 0 0,-1 0 0 0 0,1 0-1 0 0,0 0 1 0 0,0-1 0 0 0,0 1 0 0 0,0-1-1 0 0,0-1 1 0 0,0 1 0 0 0,-6-5 0 0 0,9 5 41 0 0,0 0 0 0 0,0 0 1 0 0,0-1-1 0 0,0 1 1 0 0,1 0-1 0 0,-1-1 0 0 0,1 0 1 0 0,0 0-1 0 0,-1 0 0 0 0,1 0 1 0 0,1 0-1 0 0,-1 0 1 0 0,0 0-1 0 0,1 0 0 0 0,0-1 1 0 0,-1 1-1 0 0,1-1 0 0 0,1 1 1 0 0,-1-1-1 0 0,0 1 1 0 0,1-1-1 0 0,0 0 0 0 0,0 1 1 0 0,0-1-1 0 0,1-6 1 0 0,0 6-47 0 0,-1 0 0 0 0,2 0 0 0 0,-1 0 0 0 0,0 0 0 0 0,1 0-1 0 0,-1 0 1 0 0,1 1 0 0 0,0-1 0 0 0,0 1 0 0 0,5-6 0 0 0,15-15-3459 0 0,2 1-4979 0 0,-18 17 5440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8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4161 0 0,'-3'20'706'0'0,"1"-1"0"0"0,1 1 0 0 0,1-1 0 0 0,1 1 0 0 0,1-1 0 0 0,6 29 0 0 0,0 16 356 0 0,-4-32-2128 0 0,3 28-2904 0 0,-6-57 3757 0 0,-1 1 1 0 0,0 0-1 0 0,-1-1 1 0 0,1 1-1 0 0,0-1 1 0 0,-1 1 0 0 0,0-1-1 0 0,0 0 1 0 0,0 1-1 0 0,0-1 1 0 0,-1 0 0 0 0,-2 6-1 0 0,1-8-852 0 0,1-2-69 0 0</inkml:trace>
  <inkml:trace contextRef="#ctx0" brushRef="#br0" timeOffset="1">11 293 1352 0 0,'1'-4'104'0'0,"10"-29"4468"0"0,-11 32-4466 0 0,1 1 0 0 0,0-1 0 0 0,0 0-1 0 0,0 1 1 0 0,0-1 0 0 0,0 1 0 0 0,-1 0 0 0 0,1-1-1 0 0,0 1 1 0 0,0 0 0 0 0,0-1 0 0 0,0 1 0 0 0,0 0-1 0 0,0 0 1 0 0,0 0 0 0 0,0 0 0 0 0,0 0 0 0 0,0 0-1 0 0,0 0 1 0 0,0 0 0 0 0,0 1 0 0 0,0-1 0 0 0,0 0 0 0 0,0 1-1 0 0,0-1 1 0 0,0 0 0 0 0,0 1 0 0 0,0-1 0 0 0,0 1-1 0 0,-1-1 1 0 0,2 2 0 0 0,0-1-346 0 0,0-1-1 0 0,0 1 1 0 0,0-1 0 0 0,1 1-1 0 0,-1-1 1 0 0,0 0 0 0 0,0 1-1 0 0,0-1 1 0 0,0-1-1 0 0,1 1 1 0 0,-1 0 0 0 0,0 0-1 0 0,0-1 1 0 0,0 1 0 0 0,0-1-1 0 0,0 0 1 0 0,0 1 0 0 0,0-1-1 0 0,0 0 1 0 0,0 0 0 0 0,0 0-1 0 0,0-1 1 0 0,-1 1 0 0 0,1 0-1 0 0,0-1 1 0 0,-1 1-1 0 0,1-1 1 0 0,-1 1 0 0 0,0-1-1 0 0,3-3 1 0 0,4-3-1403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2985 0 0,'0'-8'7311'0'0,"10"-13"-4736"0"0,14-17-1754 0 0,-22 35-819 0 0,0 0-1 0 0,0 0 0 0 0,1 0 1 0 0,-1 0-1 0 0,1 1 1 0 0,0-1-1 0 0,0 1 0 0 0,3-3 1 0 0,18 1-4216 0 0,-24 4 4147 0 0,-1-1-543 0 0,1 1 542 0 0,0 0 1 0 0,0 0-1 0 0,0 0 0 0 0,0 0 0 0 0,0 0 1 0 0,0-1-1 0 0,0 1 0 0 0,0 0 0 0 0,0 0 1 0 0,0 0-1 0 0,0 0 0 0 0,0 0 1 0 0,0 0-1 0 0,0 0 0 0 0,0-1 0 0 0,0 1 1 0 0,0 0-1 0 0,0 0 0 0 0,0 0 0 0 0,0 0 1 0 0,0 0-1 0 0,0 0 0 0 0,0 0 0 0 0,0 0 1 0 0,1 0-1 0 0,-1-1 0 0 0,0 1 1 0 0,0 0-408 0 0,0 0 408 0 0,0 0-1 0 0,0 0 0 0 0,1 0 0 0 0,-1 0 1 0 0,0 0-1 0 0,0 0 0 0 0,0 0 1 0 0,0 0-1 0 0,0 0 0 0 0,0 0 0 0 0,0 0 1 0 0,0 0-1 0 0,1 0 0 0 0,-1 0 0 0 0,0 0 1 0 0,0 0-1 0 0,0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9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2913 0 0,'3'-3'454'0'0,"-1"0"0"0"0,1 0 0 0 0,0 0 0 0 0,0 1 0 0 0,0-1 0 0 0,0 1 0 0 0,0 0 0 0 0,1 0 1 0 0,-1 0-1 0 0,1 0 0 0 0,-1 1 0 0 0,8-3 0 0 0,-5 2 80 0 0,0 0 1 0 0,1 0-1 0 0,-1 1 1 0 0,0 0-1 0 0,1 0 1 0 0,12 0-1 0 0,-17 1-438 0 0,0 1 1 0 0,0-1-1 0 0,0 1 0 0 0,-1 0 0 0 0,1 0 0 0 0,0 0 0 0 0,0 0 0 0 0,-1 0 0 0 0,1 0 0 0 0,-1 1 0 0 0,1-1 0 0 0,-1 0 1 0 0,1 1-1 0 0,-1-1 0 0 0,0 1 0 0 0,0 0 0 0 0,0-1 0 0 0,0 1 0 0 0,0 0 0 0 0,0 0 0 0 0,0 0 0 0 0,0-1 0 0 0,-1 1 1 0 0,1 0-1 0 0,-1 0 0 0 0,1 0 0 0 0,-1 0 0 0 0,0 0 0 0 0,0 0 0 0 0,0 0 0 0 0,0 4 0 0 0,0 9-37 0 0,-1-1 0 0 0,0 1 0 0 0,-3 15 0 0 0,3-22-126 0 0,-1 3-305 0 0,-7 41-2043 0 0,9-49 1720 0 0,-1 0 0 0 0,0 0-1 0 0,0 0 1 0 0,0 1 0 0 0,0-1 0 0 0,-1 0 0 0 0,1 0-1 0 0,-1-1 1 0 0,0 1 0 0 0,0 0 0 0 0,-4 4 0 0 0,-3-9-1483 0 0,6-1 364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39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1640 0 0,'3'-8'627'0'0,"0"1"0"0"0,0 0 0 0 0,1 0 0 0 0,0 0 0 0 0,1 0 0 0 0,-1 1 0 0 0,7-7 0 0 0,-10 12-434 0 0,0-1 0 0 0,0 1 1 0 0,0 0-1 0 0,0-1 0 0 0,1 1 1 0 0,-1 0-1 0 0,0 0 0 0 0,1 0 0 0 0,-1 0 1 0 0,1 0-1 0 0,0 0 0 0 0,-1 0 0 0 0,1 0 1 0 0,0 1-1 0 0,-1-1 0 0 0,1 1 1 0 0,0-1-1 0 0,0 1 0 0 0,-1 0 0 0 0,1-1 1 0 0,0 1-1 0 0,0 0 0 0 0,0 0 0 0 0,0 1 1 0 0,-1-1-1 0 0,1 0 0 0 0,0 0 1 0 0,0 1-1 0 0,-1-1 0 0 0,1 1 0 0 0,0 0 1 0 0,0-1-1 0 0,-1 1 0 0 0,1 0 0 0 0,-1 0 1 0 0,3 2-1 0 0,-1 1 118 0 0,1 1 0 0 0,-1 1-1 0 0,-1-1 1 0 0,1 0 0 0 0,-1 1 0 0 0,0-1 0 0 0,0 1-1 0 0,0 0 1 0 0,-1-1 0 0 0,0 1 0 0 0,0 0 0 0 0,-1 0 0 0 0,0 11-1 0 0,5 18-213 0 0,-2-17 1713 0 0,-1 0-4629 0 0,1-2-7097 0 0,-1-43 5065 0 0,1 12 4268 0 0,3 2-665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0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34 680 0 0,'1'-3'329'0'0,"0"1"0"0"0,0-1 0 0 0,1 1 0 0 0,-1-1 0 0 0,1 1 0 0 0,-1 0 0 0 0,1 0 0 0 0,0 0 0 0 0,0 0 0 0 0,0 0 0 0 0,0 0 1 0 0,0 0-1 0 0,4-2 0 0 0,-5 4-205 0 0,0 0 1 0 0,-1 0 0 0 0,1-1-1 0 0,-1 1 1 0 0,1 0 0 0 0,-1 0-1 0 0,1 0 1 0 0,0 0 0 0 0,-1 0-1 0 0,1 1 1 0 0,-1-1 0 0 0,1 0 0 0 0,-1 0-1 0 0,1 0 1 0 0,-1 0 0 0 0,1 1-1 0 0,-1-1 1 0 0,1 0 0 0 0,-1 0-1 0 0,1 1 1 0 0,-1-1 0 0 0,1 0-1 0 0,-1 1 1 0 0,1 0 0 0 0,12 23 2032 0 0,-9-8-1441 0 0,-1-1-1 0 0,-1 1 1 0 0,1 24-1 0 0,-2-26-1142 0 0,0 0 0 0 0,0-1-1 0 0,2 1 1 0 0,-1-1 0 0 0,7 18 0 0 0,-2-43-7446 0 0,-6-17 7707 0 0,-5 12 230 0 0,3 14 213 0 0,-1 0-1 0 0,1-1 1 0 0,0 1 0 0 0,1-1-1 0 0,-1 1 1 0 0,1-1 0 0 0,-1 1 0 0 0,1 0-1 0 0,0-1 1 0 0,0 1 0 0 0,2-7-1 0 0,34 3 4078 0 0,-19 5-3892 0 0,16-8-172 0 0,-20 5-2113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0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3017 0 0,'9'-9'4695'0'0,"21"-8"-2801"0"0,-21 12-926 0 0,11-7 203 0 0,-1-1-777 0 0,1 2-1 0 0,0 0 0 0 0,0 1 0 0 0,1 1 0 0 0,31-9 0 0 0,-52 18-391 0 0,0 0 0 0 0,0 0 0 0 0,0 0 0 0 0,0 0-1 0 0,0 0 1 0 0,0 0 0 0 0,0 1 0 0 0,0-1 0 0 0,0 0 0 0 0,0 0-1 0 0,0 0 1 0 0,0 0 0 0 0,0 0 0 0 0,0 0 0 0 0,0 0-1 0 0,0 0 1 0 0,0 0 0 0 0,0 0 0 0 0,0 0 0 0 0,0 0 0 0 0,0 1-1 0 0,0-1 1 0 0,0 0 0 0 0,0 0 0 0 0,0 0 0 0 0,0 0-1 0 0,0 0 1 0 0,0 0 0 0 0,0 0 0 0 0,0 0 0 0 0,0 0-1 0 0,0 0 1 0 0,0 0 0 0 0,0 0 0 0 0,0 0 0 0 0,1 0 0 0 0,-1 0-1 0 0,0 0 1 0 0,0 0 0 0 0,0 0 0 0 0,-14 9 125 0 0,-19 8 47 0 0,25-14-212 0 0,1 1 0 0 0,-1-1 0 0 0,1 1 0 0 0,-1 0-1 0 0,1 1 1 0 0,0 0 0 0 0,1 0 0 0 0,-1 1 0 0 0,1-1-1 0 0,0 1 1 0 0,0 0 0 0 0,1 1 0 0 0,0 0 0 0 0,0 0-1 0 0,1 0 1 0 0,-1 0 0 0 0,1 1 0 0 0,1-1 0 0 0,0 1-1 0 0,0 0 1 0 0,0 0 0 0 0,1 0 0 0 0,0 0 0 0 0,1 1-1 0 0,0-1 1 0 0,0 1 0 0 0,1 13 0 0 0,0-11 7 0 0,0 0 0 0 0,0 1 0 0 0,1-1 0 0 0,1 0 0 0 0,0 1 0 0 0,0-1 0 0 0,1 0 0 0 0,5 12 0 0 0,-7-20 77 0 0,1 0-1 0 0,-1 0 1 0 0,1 0 0 0 0,0 0 0 0 0,0 0 0 0 0,0-1 0 0 0,0 1 0 0 0,0 0-1 0 0,0-1 1 0 0,1 0 0 0 0,-1 0 0 0 0,1 0 0 0 0,0 0 0 0 0,0 0 0 0 0,0 0-1 0 0,0 0 1 0 0,0-1 0 0 0,0 0 0 0 0,0 0 0 0 0,0 1 0 0 0,0-2 0 0 0,1 1-1 0 0,-1 0 1 0 0,0-1 0 0 0,1 1 0 0 0,-1-1 0 0 0,0 0 0 0 0,1 0 0 0 0,-1-1-1 0 0,0 1 1 0 0,6-2 0 0 0,5-1 317 0 0,0 0 1 0 0,0-1-1 0 0,0-1 0 0 0,17-8 1 0 0,7-14-973 0 0,-36 25 92 0 0,1-1 0 0 0,-1 0 0 0 0,0 0 0 0 0,0 0 1 0 0,0 0-1 0 0,0 0 0 0 0,0 0 0 0 0,-1 0 0 0 0,0-1 0 0 0,2-4 0 0 0,-5 1-3791 0 0,-6-1 2249 0 0,7 7 1679 0 0,-3-3-2050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1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4641 0 0,'1'-6'7447'0'0,"-1"6"-7328"0"0,16-7 1760 0 0,17 0-2183 0 0,36-10-4006 0 0,-65 16 3779 0 0,1-1 0 0 0,-1 0 1 0 0,0 0-1 0 0,0 0 0 0 0,0 0 0 0 0,0-1 1 0 0,-1 0-1 0 0,1 1 0 0 0,0-1 1 0 0,-1-1-1 0 0,0 1 0 0 0,5-7 1 0 0,4-2-1507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1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2665 0 0,'10'-8'4924'0'0,"33"-4"-1537"0"0,-40 11-3140 0 0,1 0 0 0 0,0 1 0 0 0,0 0 0 0 0,0-1 0 0 0,-1 1 0 0 0,1 0 0 0 0,0 1 0 0 0,0-1 1 0 0,0 1-1 0 0,-1 0 0 0 0,1 0 0 0 0,5 2 0 0 0,-8-2-205 0 0,1 0 1 0 0,-1 0 0 0 0,1 0-1 0 0,-1 0 1 0 0,0 1-1 0 0,0-1 1 0 0,0 1-1 0 0,0-1 1 0 0,0 1-1 0 0,0-1 1 0 0,0 1 0 0 0,0 0-1 0 0,-1-1 1 0 0,1 1-1 0 0,-1 0 1 0 0,1 0-1 0 0,-1-1 1 0 0,0 1-1 0 0,1 0 1 0 0,-1 0 0 0 0,0-1-1 0 0,0 1 1 0 0,0 0-1 0 0,-1 0 1 0 0,1 0-1 0 0,0-1 1 0 0,-1 1-1 0 0,0 3 1 0 0,-2 7-106 0 0,-1 0 0 0 0,0 0 0 0 0,-1-1 0 0 0,-1 1 0 0 0,1-1 0 0 0,-13 17 0 0 0,-9 19-479 0 0,26-46 540 0 0,0 0 0 0 0,1 0 0 0 0,-1-1 0 0 0,1 1-1 0 0,-1 0 1 0 0,1 0 0 0 0,-1 0 0 0 0,1 0 0 0 0,0 0 0 0 0,-1 0 0 0 0,1 0 0 0 0,0 0 0 0 0,0 0-1 0 0,0 0 1 0 0,0 0 0 0 0,0 0 0 0 0,0 0 0 0 0,0 0 0 0 0,0 0 0 0 0,0 0 0 0 0,0 0-1 0 0,1 0 1 0 0,-1 0 0 0 0,0-1 0 0 0,1 1 0 0 0,-1 0 0 0 0,0 0 0 0 0,2 2 0 0 0,-1-3-3 0 0,1 1 1 0 0,-1 0-1 0 0,0-1 1 0 0,1 1-1 0 0,-1-1 1 0 0,1 0-1 0 0,-1 1 1 0 0,1-1 0 0 0,0 0-1 0 0,-1 0 1 0 0,1 0-1 0 0,-1 0 1 0 0,1 0-1 0 0,-1 0 1 0 0,1-1-1 0 0,1 1 1 0 0,7-3-14 0 0,0 1 0 0 0,0-2-1 0 0,0 1 1 0 0,11-6 0 0 0,-16 6-411 0 0,0 0 0 0 0,-1-1-1 0 0,1 1 1 0 0,-1-1 0 0 0,1 0 0 0 0,-1 0 0 0 0,0 0-1 0 0,-1 0 1 0 0,1-1 0 0 0,-1 1 0 0 0,0-1 0 0 0,0 0-1 0 0,4-10 1 0 0,-6 12 260 0 0,0 1 0 0 0,-1 0 0 0 0,1 0-1 0 0,-1-1 1 0 0,1 1 0 0 0,-1 0 0 0 0,0-1 0 0 0,0 1-1 0 0,0 0 1 0 0,0-1 0 0 0,0 1 0 0 0,-1 0 0 0 0,1-1-1 0 0,-1 1 1 0 0,1 0 0 0 0,-1 0 0 0 0,0-1 0 0 0,0 1-1 0 0,0 0 1 0 0,0 0 0 0 0,0 0 0 0 0,-1 0 0 0 0,1 0-1 0 0,-1 0 1 0 0,1 1 0 0 0,-1-1 0 0 0,1 0 0 0 0,-1 1-1 0 0,0-1 1 0 0,0 1 0 0 0,0 0 0 0 0,0-1 0 0 0,0 1 0 0 0,0 0-1 0 0,-5-1 1 0 0,-14-5 40 0 0,17 5 2618 0 0,11 0 326 0 0,4-1-1554 0 0,1-1 53 0 0,-5 1-870 0 0,0 1 1 0 0,-1 0-1 0 0,1 0 0 0 0,0 0 0 0 0,1 1 0 0 0,-1 0 1 0 0,0 1-1 0 0,0-1 0 0 0,14 3 0 0 0,-20-2-413 0 0,0 1 0 0 0,0 0 0 0 0,0 0 0 0 0,0-1-1 0 0,-1 1 1 0 0,1 0 0 0 0,0 0 0 0 0,-1 0 0 0 0,1 0 0 0 0,-1 0 0 0 0,1 0 0 0 0,-1 0 0 0 0,1 0-1 0 0,-1 0 1 0 0,0 1 0 0 0,0-1 0 0 0,1 0 0 0 0,-1 0 0 0 0,0 0 0 0 0,0 0 0 0 0,0 0 0 0 0,0 1-1 0 0,0-1 1 0 0,0 0 0 0 0,-1 0 0 0 0,1 0 0 0 0,0 0 0 0 0,-1 2 0 0 0,-11 41-85 0 0,9-35 26 0 0,1-3-23 0 0,0 0 0 0 0,1 0 0 0 0,0 1 0 0 0,0-1 0 0 0,0 13 1 0 0,1-18 33 0 0,0-1 0 0 0,0 1 0 0 0,0 0 0 0 0,0 0 1 0 0,0-1-1 0 0,1 1 0 0 0,-1 0 0 0 0,0-1 1 0 0,0 1-1 0 0,1 0 0 0 0,-1-1 0 0 0,0 1 0 0 0,1-1 1 0 0,-1 1-1 0 0,1 0 0 0 0,-1-1 0 0 0,1 1 1 0 0,-1-1-1 0 0,1 1 0 0 0,-1-1 0 0 0,1 1 0 0 0,0-1 1 0 0,0 1-1 0 0,1-1-21 0 0,-1 0-1 0 0,1 1 1 0 0,-1-1 0 0 0,1 0-1 0 0,-1 0 1 0 0,1 0 0 0 0,-1-1 0 0 0,1 1-1 0 0,-1 0 1 0 0,1 0 0 0 0,-1-1-1 0 0,1 1 1 0 0,-1-1 0 0 0,1 1 0 0 0,1-2-1 0 0,12-4-816 0 0,39-20-2323 0 0,-28 5-2277 0 0,-26 21 5415 0 0,0 0 0 0 0,0 0 0 0 0,0 0 0 0 0,0 0 0 0 0,0 0 0 0 0,0 0 0 0 0,0 0-1 0 0,0 0 1 0 0,0 0 0 0 0,0-1 0 0 0,0 1 0 0 0,0 0 0 0 0,0 0 0 0 0,0 0 0 0 0,1 0 0 0 0,-1 0 0 0 0,0 0 0 0 0,0-1 0 0 0,0 1 0 0 0,0 0 0 0 0,0 0 0 0 0,0 0 0 0 0,0 0 0 0 0,0 0 0 0 0,0 0 0 0 0,-1 0 0 0 0,1-1 0 0 0,0 1 0 0 0,0 0 0 0 0,0 0 0 0 0,0 0 0 0 0,0 0 0 0 0,0 0 0 0 0,0 0 0 0 0,0 0 0 0 0,0-1 0 0 0,0 1 0 0 0,0 0 0 0 0,0 0 0 0 0,0 0 0 0 0,0 0 0 0 0,-1 0 0 0 0,1 0 0 0 0,0 0 0 0 0,0 0 0 0 0,0 0 0 0 0,0 0 0 0 0,0 0 0 0 0,0 0 0 0 0,0 0 0 0 0,-1 0 0 0 0,1 0 0 0 0,0 0 0 0 0,0-1 0 0 0,0 1 0 0 0,0 0 0 0 0,0 1 0 0 0,-13 0-431 0 0,11-1 626 0 0,0 1 0 0 0,0 0 0 0 0,0-1 0 0 0,0 1 0 0 0,0 0 0 0 0,0 0 0 0 0,0 0 1 0 0,0 0-1 0 0,1 0 0 0 0,-1 1 0 0 0,-2 1 0 0 0,0 6 413 0 0,1-1-1 0 0,0 0 1 0 0,0 1 0 0 0,1 0 0 0 0,0 0 0 0 0,0-1 0 0 0,1 1 0 0 0,0 0 0 0 0,1 0-1 0 0,0 0 1 0 0,2 14 0 0 0,-1-11-987 0 0,-1-1 0 0 0,0 1 0 0 0,-1-1 0 0 0,0 1 1 0 0,-5 21-1 0 0,6-33 318 0 0,0 1 0 0 0,0-1 0 0 0,0 1 0 0 0,-1-1 1 0 0,1 0-1 0 0,0 1 0 0 0,0-1 0 0 0,0 1 1 0 0,-1-1-1 0 0,1 0 0 0 0,0 1 0 0 0,0-1 0 0 0,-1 1 1 0 0,1-1-1 0 0,0 0 0 0 0,-1 1 0 0 0,1-1 0 0 0,0 0 1 0 0,-1 0-1 0 0,1 1 0 0 0,-1-1 0 0 0,1 0 0 0 0,0 0 1 0 0,-1 0-1 0 0,1 1 0 0 0,-1-1 0 0 0,1 0 0 0 0,-1 0 1 0 0,1 0-1 0 0,0 0 0 0 0,-1 0 0 0 0,1 0 1 0 0,-1 0-1 0 0,1 0 0 0 0,-1 0 0 0 0,1 0 0 0 0,-1 0 1 0 0,1 0-1 0 0,-1 0 0 0 0,1-1 0 0 0,0 1 0 0 0,-1 0 1 0 0,1 0-1 0 0,-1-1 0 0 0,-2 1-408 0 0,-3 0-1484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2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 4169 0 0,'24'-15'7102'0'0,"25"-3"-5453"0"0,-24 9-1198 0 0,97-33-1863 0 0,-87 30-4243 0 0,-28 22 599 0 0</inkml:trace>
  <inkml:trace contextRef="#ctx0" brushRef="#br0" timeOffset="1">51 220 3481 0 0,'3'-4'467'0'0,"0"1"1"0"0,-1 0-1 0 0,1 0 0 0 0,0 0 1 0 0,1 0-1 0 0,-1 0 1 0 0,0 0-1 0 0,1 1 1 0 0,-1-1-1 0 0,1 1 0 0 0,0 0 1 0 0,0 0-1 0 0,0 1 1 0 0,6-2-1 0 0,0-1 59 0 0,-1 2 1 0 0,1-1-1 0 0,0 1 0 0 0,-1 1 0 0 0,13-1 1 0 0,-20 2-463 0 0,1 0 0 0 0,-1 0 0 0 0,0-1 0 0 0,0 1 1 0 0,1 1-1 0 0,-1-1 0 0 0,0 0 0 0 0,0 0 0 0 0,0 1 1 0 0,1 0-1 0 0,-1-1 0 0 0,0 1 0 0 0,0 0 1 0 0,0 0-1 0 0,0 0 0 0 0,0 0 0 0 0,0 0 0 0 0,-1 1 1 0 0,1-1-1 0 0,0 0 0 0 0,0 1 0 0 0,-1 0 0 0 0,1-1 1 0 0,-1 1-1 0 0,0 0 0 0 0,1 0 0 0 0,-1-1 0 0 0,0 1 1 0 0,0 0-1 0 0,0 0 0 0 0,1 4 0 0 0,-1 3-148 0 0,0 0-1 0 0,-1 0 1 0 0,0 0-1 0 0,0 0 1 0 0,-1 0-1 0 0,-3 15 1 0 0,2-16-866 0 0,0 0 1 0 0,1 0 0 0 0,0 0-1 0 0,1 1 1 0 0,0-1-1 0 0,0 0 1 0 0,3 15 0 0 0,4-34-5961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6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11 2312 0 0,'-1'-1'152'0'0,"1"1"0"0"0,0-1-1 0 0,0 0 1 0 0,-1 1 0 0 0,1-1-1 0 0,0 1 1 0 0,-1-1 0 0 0,1 1-1 0 0,0-1 1 0 0,-1 1 0 0 0,1-1-1 0 0,-1 1 1 0 0,1-1 0 0 0,-1 1-1 0 0,1 0 1 0 0,-1-1 0 0 0,1 1-1 0 0,-1 0 1 0 0,0-1 0 0 0,1 1-1 0 0,-1 0 1 0 0,1 0 0 0 0,-1 0-1 0 0,0-1 1 0 0,1 1 0 0 0,-1 0-1 0 0,1 0 1 0 0,-1 0 0 0 0,0 0-1 0 0,1 0 1 0 0,-1 0 0 0 0,0 0-1 0 0,1 0 1 0 0,-1 1 0 0 0,0-1-1 0 0,1 0 1 0 0,-2 0 0 0 0,1 2 0 0 0,-1 0 0 0 0,1-1 1 0 0,-1 1-1 0 0,1 0 0 0 0,0-1 0 0 0,-1 1 0 0 0,1 0 1 0 0,0 0-1 0 0,0 0 0 0 0,0 0 0 0 0,0 3 1 0 0,-14 58 326 0 0,13-39-225 0 0,1 46-1 0 0,1-65-220 0 0,0 0-1 0 0,0-1 1 0 0,1 1-1 0 0,0 0 1 0 0,0 0-1 0 0,0-1 0 0 0,0 1 1 0 0,1-1-1 0 0,0 1 1 0 0,0-1-1 0 0,0 0 1 0 0,0 1-1 0 0,0-1 0 0 0,1 0 1 0 0,0-1-1 0 0,0 1 1 0 0,4 4-1 0 0,-5-7 32 0 0,-1-1 0 0 0,1 1 0 0 0,-1 0 0 0 0,1-1 0 0 0,0 1-1 0 0,-1-1 1 0 0,1 1 0 0 0,0-1 0 0 0,-1 0 0 0 0,1 0 0 0 0,0 0 0 0 0,0 0 0 0 0,-1 0-1 0 0,1 0 1 0 0,0 0 0 0 0,-1-1 0 0 0,1 1 0 0 0,0 0 0 0 0,-1-1 0 0 0,1 0 0 0 0,0 1-1 0 0,-1-1 1 0 0,1 0 0 0 0,-1 0 0 0 0,1 0 0 0 0,-1 0 0 0 0,0 0 0 0 0,1 0 0 0 0,-1 0 0 0 0,0 0-1 0 0,0-1 1 0 0,0 1 0 0 0,0 0 0 0 0,0-1 0 0 0,0 1 0 0 0,0-1 0 0 0,0 1 0 0 0,0-3-1 0 0,6-7 173 0 0,-1 0 0 0 0,0-1 0 0 0,6-18-1 0 0,-8 17-121 0 0,-1 1 0 0 0,0-1 0 0 0,-1 0 0 0 0,0 0 0 0 0,0-17 0 0 0,-2 27-104 0 0,0 0-1 0 0,0 1 0 0 0,-1-1 0 0 0,1 0 1 0 0,0 1-1 0 0,-1-1 0 0 0,0 1 0 0 0,0-1 1 0 0,1 1-1 0 0,-2-1 0 0 0,1 1 0 0 0,0 0 0 0 0,0-1 1 0 0,-3-2-1 0 0,3 4-35 0 0,0 0-1 0 0,-1 1 1 0 0,1-1 0 0 0,0 0-1 0 0,-1 0 1 0 0,1 1 0 0 0,-1-1-1 0 0,1 1 1 0 0,-1-1 0 0 0,1 1-1 0 0,-1 0 1 0 0,0-1 0 0 0,1 1-1 0 0,-1 0 1 0 0,1 0 0 0 0,-1 0-1 0 0,1 0 1 0 0,-1 1 0 0 0,0-1-1 0 0,1 0 1 0 0,-1 1 0 0 0,1-1 0 0 0,-1 1-1 0 0,1-1 1 0 0,-1 1 0 0 0,-1 1-1 0 0,-5 2-551 0 0,1 1-1 0 0,-1 1 1 0 0,1-1-1 0 0,0 1 1 0 0,0 1-1 0 0,1-1 1 0 0,0 1 0 0 0,0 0-1 0 0,1 1 1 0 0,0-1-1 0 0,0 1 1 0 0,-7 15-1 0 0,10-19-57 0 0,-14 10-2880 0 0,13-8 1025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7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3945 0 0,'2'2'387'0'0,"-1"0"1"0"0,1 0-1 0 0,-1 1 1 0 0,1-1-1 0 0,-1 1 1 0 0,0-1-1 0 0,0 1 1 0 0,0-1-1 0 0,0 1 1 0 0,0-1-1 0 0,0 4 1 0 0,3 55 1406 0 0,-4-42-1118 0 0,-2 55 470 0 0,0 26-1506 0 0,3-91-607 0 0,0 0-1 0 0,1 0 1 0 0,0 0-1 0 0,6 16 1 0 0,-2-15-1544 0 0,0-17-901 0 0,-3 1 2385 0 0</inkml:trace>
  <inkml:trace contextRef="#ctx0" brushRef="#br0" timeOffset="1">33 224 1816 0 0,'-1'0'178'0'0,"1"0"0"0"0,-1 0 0 0 0,1-1 0 0 0,-1 1 0 0 0,1 0 0 0 0,-1-1 0 0 0,1 1 0 0 0,-1-1 0 0 0,1 1 0 0 0,-1-1-1 0 0,1 1 1 0 0,0-1 0 0 0,-1 1 0 0 0,1-1 0 0 0,0 1 0 0 0,-1-1 0 0 0,1 1 0 0 0,0-1 0 0 0,0 0 0 0 0,0 1 0 0 0,0-1 0 0 0,-1 1-1 0 0,1-1 1 0 0,0 0 0 0 0,0 1 0 0 0,0-1 0 0 0,0 0 0 0 0,0 1 0 0 0,0-1 0 0 0,0 1 0 0 0,1-2 0 0 0,18-4 3495 0 0,6 1-4252 0 0,-3-3-71 0 0,27-11-5927 0 0,-43 15 4080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7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49 3633 0 0,'-1'2'225'0'0,"1"1"0"0"0,-1-1 0 0 0,1 0 0 0 0,0 1 0 0 0,0-1 0 0 0,0 1 0 0 0,0-1 0 0 0,0 0-1 0 0,0 1 1 0 0,1-1 0 0 0,-1 0 0 0 0,1 1 0 0 0,-1-1 0 0 0,1 0 0 0 0,0 0 0 0 0,0 0 0 0 0,0 0 0 0 0,0 1 0 0 0,0-1 0 0 0,1-1 0 0 0,-1 1 0 0 0,1 0 0 0 0,-1 0 0 0 0,1 0 0 0 0,0-1 0 0 0,-1 1 0 0 0,1-1 0 0 0,0 1 0 0 0,0-1 0 0 0,0 0 0 0 0,0 0 0 0 0,0 0 0 0 0,0 0 0 0 0,1 0 0 0 0,-1 0 0 0 0,3 0 0 0 0,1 1-90 0 0,1 1 1 0 0,-1-2 0 0 0,1 1 0 0 0,-1-1-1 0 0,1 0 1 0 0,0 0 0 0 0,0-1 0 0 0,-1 0-1 0 0,1 0 1 0 0,0-1 0 0 0,11-2 0 0 0,-6-1-426 0 0,0-1 1 0 0,-1 0 0 0 0,0-1 0 0 0,0 0 0 0 0,15-11-1 0 0,-19 12-643 0 0,0-1 0 0 0,-1 0-1 0 0,1 0 1 0 0,-1 0 0 0 0,0-1-1 0 0,-1 0 1 0 0,1 0-1 0 0,5-11 1 0 0,-4 4-1597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2328 0 0,'36'-8'7250'0'0,"-28"5"-6818"0"0,1 1 0 0 0,-1 0 0 0 0,1 0 0 0 0,13-1 1 0 0,3 7 931 0 0,-24-3-1296 0 0,-1-1 1 0 0,1 0 0 0 0,-1 1 0 0 0,1-1-1 0 0,-1 0 1 0 0,1 1 0 0 0,-1-1 0 0 0,0 1-1 0 0,1-1 1 0 0,-1 0 0 0 0,1 1 0 0 0,-1-1-1 0 0,0 1 1 0 0,0-1 0 0 0,1 1 0 0 0,-1 0-1 0 0,0-1 1 0 0,0 1 0 0 0,1-1 0 0 0,-1 1-1 0 0,0-1 1 0 0,0 1 0 0 0,0 0 0 0 0,-1 3 84 0 0,0 1 1 0 0,0-2-1 0 0,0 1 1 0 0,0 0-1 0 0,-1 0 1 0 0,1 0-1 0 0,-1 0 1 0 0,-4 6-1 0 0,-9 15 36 0 0,-25 47-2 0 0,37-66-184 0 0,1-1 0 0 0,0 1 1 0 0,0 0-1 0 0,0 0 0 0 0,0 0 0 0 0,1 0 0 0 0,0 0 0 0 0,0 0 0 0 0,1 12 0 0 0,0-17-1 0 0,0-1 0 0 0,0 1 0 0 0,0 0-1 0 0,0-1 1 0 0,0 1 0 0 0,0-1 0 0 0,0 1 0 0 0,0-1 0 0 0,1 0 0 0 0,-1 1 0 0 0,0-1 0 0 0,0 1-1 0 0,1-1 1 0 0,-1 1 0 0 0,0-1 0 0 0,0 1 0 0 0,1-1 0 0 0,-1 0 0 0 0,0 1 0 0 0,1-1 0 0 0,-1 0-1 0 0,1 1 1 0 0,-1-1 0 0 0,0 0 0 0 0,1 1 0 0 0,-1-1 0 0 0,1 0 0 0 0,-1 0 0 0 0,1 0 0 0 0,-1 1-1 0 0,1-1 1 0 0,-1 0 0 0 0,1 0 0 0 0,19-7 90 0 0,19-24-3 0 0,-37 28-102 0 0,25-19-161 0 0,19-18-3226 0 0,-26 11-4382 0 0,-20 14 4899 0 0,0 8 949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8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82 2345 0 0,'-1'0'106'0'0,"0"-1"1"0"0,0 1 0 0 0,0-1 0 0 0,1 1 0 0 0,-1-1 0 0 0,0 0 0 0 0,0 1 0 0 0,1-1 0 0 0,-1 0 0 0 0,1 1 0 0 0,-1-1 0 0 0,0 0 0 0 0,1 0 0 0 0,-1 0 0 0 0,1 0 0 0 0,0 0 0 0 0,-1 1 0 0 0,1-1 0 0 0,0 0 0 0 0,-1 0 0 0 0,1 0 0 0 0,0 0 0 0 0,0 0 0 0 0,0 0 0 0 0,0 0 0 0 0,0 0 0 0 0,0 0 0 0 0,0 0 0 0 0,0-1-1 0 0,1 0 183 0 0,0 0 0 0 0,0 0-1 0 0,1 0 1 0 0,-1 0 0 0 0,0 0-1 0 0,1 0 1 0 0,-1 0-1 0 0,1 0 1 0 0,-1 1 0 0 0,1-1-1 0 0,3-2 1 0 0,1 0 199 0 0,-1 0 1 0 0,1 0-1 0 0,0 1 0 0 0,0 0 1 0 0,0 0-1 0 0,0 1 0 0 0,0 0 1 0 0,8-2-1 0 0,-13 3-441 0 0,1 1 0 0 0,-1 0 1 0 0,1-1-1 0 0,0 1 0 0 0,-1 0 0 0 0,1 0 0 0 0,0 0 0 0 0,-1 0 0 0 0,1 0 0 0 0,0 0 1 0 0,-1 1-1 0 0,1-1 0 0 0,-1 0 0 0 0,1 1 0 0 0,0-1 0 0 0,-1 1 0 0 0,1 0 0 0 0,-1-1 0 0 0,0 1 1 0 0,1 0-1 0 0,-1 0 0 0 0,1 0 0 0 0,-1 0 0 0 0,0 0 0 0 0,0 1 0 0 0,0-1 0 0 0,0 0 1 0 0,0 0-1 0 0,0 1 0 0 0,0-1 0 0 0,0 1 0 0 0,0-1 0 0 0,0 0 0 0 0,-1 1 0 0 0,1 0 0 0 0,-1-1 1 0 0,1 1-1 0 0,-1-1 0 0 0,0 1 0 0 0,1 0 0 0 0,-1-1 0 0 0,0 1 0 0 0,0 0 0 0 0,0-1 1 0 0,0 1-1 0 0,-1 0 0 0 0,1-1 0 0 0,0 1 0 0 0,-1-1 0 0 0,0 3 0 0 0,-3 12 41 0 0,-1 0-1 0 0,-1 0 1 0 0,0 0-1 0 0,-9 15 1 0 0,7-14-87 0 0,6-13-30 0 0,0 0-1 0 0,0-1 1 0 0,1 1-1 0 0,0 0 1 0 0,0 0-1 0 0,0 0 1 0 0,0 0-1 0 0,0 0 1 0 0,0 8 0 0 0,1-12 16 0 0,1 1 0 0 0,-1-1 0 0 0,0 1 0 0 0,0-1 1 0 0,0 1-1 0 0,1-1 0 0 0,-1 1 0 0 0,0-1 1 0 0,0 1-1 0 0,1-1 0 0 0,-1 0 0 0 0,0 1 1 0 0,1-1-1 0 0,-1 0 0 0 0,1 1 0 0 0,-1-1 1 0 0,0 0-1 0 0,1 1 0 0 0,-1-1 0 0 0,1 0 0 0 0,-1 1 1 0 0,1-1-1 0 0,-1 0 0 0 0,1 0 0 0 0,-1 0 1 0 0,1 0-1 0 0,0 1 0 0 0,28-6-147 0 0,59-27-293 0 0,-53 16-2673 0 0,-47 10-5971 0 0,6 8 7067 0 0</inkml:trace>
  <inkml:trace contextRef="#ctx0" brushRef="#br0" timeOffset="0.8">166 209 1904 0 0,'-30'57'9327'0'0,"6"3"-7713"0"0,21-49-2350 0 0,3-10 448 0 0,0 1 0 0 0,0-1-1 0 0,0 0 1 0 0,0 0-1 0 0,-1 1 1 0 0,1-1-1 0 0,0 0 1 0 0,0 0-1 0 0,-1 0 1 0 0,1 0 0 0 0,-1 0-1 0 0,1 1 1 0 0,-1-1-1 0 0,0 0 1 0 0,1 0-1 0 0,-1 0 1 0 0,0 0-1 0 0,0-1 1 0 0,0 1-1 0 0,1 0 1 0 0,-1 0 0 0 0,0 0-1 0 0,0-1 1 0 0,0 1-1 0 0,0 0 1 0 0,-1-1-1 0 0,1 1 1 0 0,0-1-1 0 0,0 1 1 0 0,0-1 0 0 0,0 0-1 0 0,0 1 1 0 0,-1-1-1 0 0,-1 0 1 0 0,0 1-536 0 0,2 5-198 0 0</inkml:trace>
  <inkml:trace contextRef="#ctx0" brushRef="#br0" timeOffset="1.8">54 382 1184 0 0,'0'0'166'0'0,"-1"0"0"0"0,0 0 0 0 0,0 0 0 0 0,0-1 0 0 0,0 1 0 0 0,1 1 0 0 0,-1-1 0 0 0,0 0 0 0 0,0 0 0 0 0,0 0 0 0 0,0 0 0 0 0,1 1 0 0 0,-1-1 0 0 0,0 0 0 0 0,0 1 0 0 0,1-1-1 0 0,-1 0 1 0 0,0 1 0 0 0,0-1 0 0 0,1 1 0 0 0,-1-1 0 0 0,1 1 0 0 0,-1 0 0 0 0,0-1 0 0 0,1 1 0 0 0,-1-1 0 0 0,1 1 0 0 0,-1 0 0 0 0,1 0 0 0 0,0-1 0 0 0,-1 1 0 0 0,1 0 0 0 0,0 0 0 0 0,-1 0 0 0 0,1-1 0 0 0,0 1 0 0 0,0 0-1 0 0,0 0 1 0 0,0 0 0 0 0,0 1 0 0 0,0-1-5 0 0,1 0 0 0 0,-1 0 0 0 0,1 0-1 0 0,-1 0 1 0 0,1-1 0 0 0,0 1 0 0 0,-1 0 0 0 0,1 0-1 0 0,0-1 1 0 0,0 1 0 0 0,0 0 0 0 0,-1-1-1 0 0,1 1 1 0 0,0-1 0 0 0,0 1 0 0 0,0-1-1 0 0,0 0 1 0 0,0 1 0 0 0,0-1 0 0 0,0 0 0 0 0,0 0-1 0 0,0 1 1 0 0,0-1 0 0 0,0 0 0 0 0,0 0-1 0 0,0 0 1 0 0,0 0 0 0 0,0 0 0 0 0,0 0-1 0 0,0-1 1 0 0,0 1 0 0 0,0 0 0 0 0,0-1 0 0 0,0 1-1 0 0,0 0 1 0 0,0-1 0 0 0,1 0 0 0 0,15-6 320 0 0,0-1-1 0 0,-1 0 1 0 0,0-1 0 0 0,26-20 0 0 0,4-2-2023 0 0,3 5-5203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49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2825 0 0,'6'-8'1515'0'0,"1"0"1"0"0,0 0 0 0 0,0 1 0 0 0,0 0 0 0 0,17-12 0 0 0,-17 13-1126 0 0,1 1-1 0 0,0 0 1 0 0,0 1 0 0 0,0 0 0 0 0,1 0-1 0 0,-1 1 1 0 0,1-1 0 0 0,0 2 0 0 0,0 0-1 0 0,0 0 1 0 0,14-1 0 0 0,-22 3-394 0 0,1 0 0 0 0,-1 0 0 0 0,0 1 0 0 0,1-1-1 0 0,-1 0 1 0 0,0 1 0 0 0,0-1 0 0 0,1 1 0 0 0,-1-1 0 0 0,0 1 0 0 0,0 0 0 0 0,0-1 0 0 0,0 1 0 0 0,0 0 0 0 0,1 0 0 0 0,-2 0 0 0 0,1 0-1 0 0,0 0 1 0 0,0 0 0 0 0,0 0 0 0 0,0 0 0 0 0,-1 0 0 0 0,1 0 0 0 0,0 1 0 0 0,-1-1 0 0 0,1 0 0 0 0,-1 0 0 0 0,1 1 0 0 0,-1-1 0 0 0,0 0-1 0 0,0 1 1 0 0,0-1 0 0 0,1 0 0 0 0,-1 1 0 0 0,0-1 0 0 0,-1 2 0 0 0,-5 64-4307 0 0,2-36 352 0 0,3-7-2378 0 0,4-22 4762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59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 2272 0 0,'99'-2'10939'0'0,"6"-1"-8126"0"0,125-2-3102 0 0,-229 5 223 0 0,0 0-1 0 0,1 0 0 0 0,-1 1 0 0 0,0-1 0 0 0,0 0 0 0 0,0 0 0 0 0,1 0 1 0 0,-1 0-1 0 0,0-1 0 0 0,0 1 0 0 0,0 0 0 0 0,1 0 0 0 0,-1-1 1 0 0,0 1-1 0 0,0-1 0 0 0,0 1 0 0 0,0-1 0 0 0,0 1 0 0 0,0-1 1 0 0,0 1-1 0 0,0-1 0 0 0,0 0 0 0 0,0 0 0 0 0,0 0 0 0 0,0 0 1 0 0,0-1-1 0 0,-1 1-28 0 0,0 0 0 0 0,0-1 0 0 0,-1 1 0 0 0,1 0-1 0 0,0-1 1 0 0,-1 1 0 0 0,1 0 0 0 0,-1 0 0 0 0,0-1 0 0 0,1 1 0 0 0,-1 0 0 0 0,0 0 0 0 0,0 0 0 0 0,0 0 0 0 0,0 0 0 0 0,0 0 0 0 0,0 0 0 0 0,-1-1 0 0 0,-63-45-1406 0 0,62 45 1625 0 0,-57-34 785 0 0,83 53 104 0 0,16 10-656 0 0,14-17 47 0 0,-45-9-283 0 0,-1 0-1 0 0,1 0 0 0 0,-1 1 0 0 0,1 0 0 0 0,12 5 0 0 0,-19-6-69 0 0,0 0-1 0 0,0 0 1 0 0,0 0-1 0 0,-1 1 1 0 0,1-1-1 0 0,0 0 1 0 0,-1 0-1 0 0,1 0 1 0 0,-1 1-1 0 0,1-1 1 0 0,-1 0-1 0 0,0 1 1 0 0,1-1-1 0 0,-1 0 1 0 0,0 1-1 0 0,0-1 1 0 0,0 1-1 0 0,0-1 1 0 0,0 0-1 0 0,0 1 1 0 0,0-1-1 0 0,-1 0 1 0 0,1 1-1 0 0,-1-1 1 0 0,1 0-1 0 0,-1 1 1 0 0,0 0-1 0 0,-15 42 386 0 0,14-40-400 0 0,0 0-49 0 0,-60 126-822 0 0,22-68-2591 0 0,32-53 1492 0 0,0 0 0 0 0,0 0 1 0 0,-15 13-1 0 0,17-17-1087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6:59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1536 0 0,'4'3'319'0'0,"-1"-1"0"0"0,0-1 0 0 0,1 1 0 0 0,-1 0-1 0 0,1-1 1 0 0,-1 0 0 0 0,1 1 0 0 0,0-2 0 0 0,-1 1 0 0 0,1 0-1 0 0,0-1 1 0 0,0 1 0 0 0,-1-1 0 0 0,1 0 0 0 0,0-1-1 0 0,0 1 1 0 0,0 0 0 0 0,-1-1 0 0 0,6-1 0 0 0,74-24 837 0 0,-76 24-954 0 0,4-2-2 0 0,0 0-1 0 0,-1-1 0 0 0,17-10 1 0 0,-37 20-17 0 0,1 1 0 0 0,-1-2 0 0 0,0 1 1 0 0,-20 5-1 0 0,16-6-215 0 0,1 0 1 0 0,0 2-1 0 0,-25 13 0 0 0,32-14 31 0 0,0 0 0 0 0,0 1 0 0 0,0 0 0 0 0,1 0 1 0 0,0 0-1 0 0,0 1 0 0 0,0 0 0 0 0,1 0 0 0 0,0 0 0 0 0,1 0 0 0 0,0 1 0 0 0,0-1 0 0 0,0 1 0 0 0,1 0 0 0 0,0 0 0 0 0,0 0 0 0 0,1 0 0 0 0,0 0 0 0 0,1 0 0 0 0,0 0 0 0 0,0 0 0 0 0,0 1 0 0 0,1-1 0 0 0,1 0 0 0 0,-1 0 0 0 0,1 0 0 0 0,1 0 0 0 0,-1-1 0 0 0,1 1 0 0 0,1-1 0 0 0,-1 1 1 0 0,1-1-1 0 0,1 0 0 0 0,-1-1 0 0 0,9 11 0 0 0,-11-15 53 0 0,1 0 1 0 0,0-1-1 0 0,-1 1 1 0 0,1 0-1 0 0,0-1 1 0 0,0 1-1 0 0,0-1 1 0 0,0 0-1 0 0,0 0 1 0 0,0 0 0 0 0,0 0-1 0 0,1-1 1 0 0,-1 1-1 0 0,0-1 1 0 0,0 0-1 0 0,0 0 1 0 0,1 0-1 0 0,-1 0 1 0 0,0-1-1 0 0,6-1 1 0 0,9-2 59 0 0,-1-1-1 0 0,30-13 1 0 0,9-2-1176 0 0,-54 19 738 0 0,-1 1 0 0 0,1 0 0 0 0,-1-1 0 0 0,1 1 0 0 0,-1-1 0 0 0,1 1-1 0 0,-1-1 1 0 0,0 0 0 0 0,1 1 0 0 0,-1-1 0 0 0,0 0 0 0 0,0 0 0 0 0,1 0 0 0 0,-1 0-1 0 0,0 0 1 0 0,0 0 0 0 0,0-1 0 0 0,0 1 0 0 0,-1 0 0 0 0,1 0 0 0 0,0-1 0 0 0,0 1-1 0 0,-1 0 1 0 0,1-1 0 0 0,0-2 0 0 0,0 2 166 0 0,5-5-1743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68 2345 0 0,'-22'8'5555'0'0,"34"-8"-3618"0"0,5-4-1393 0 0,-1 0 1 0 0,0 0-1 0 0,0-2 0 0 0,0 0 1 0 0,-1 0-1 0 0,0-2 1 0 0,0 0-1 0 0,27-20 0 0 0,-42 28-536 0 0,1 0-1 0 0,-1 0 0 0 0,0-1 0 0 0,1 1 1 0 0,-1 0-1 0 0,0 0 0 0 0,1 0 0 0 0,-1 0 1 0 0,1 0-1 0 0,-1-1 0 0 0,0 1 1 0 0,1 0-1 0 0,-1 0 0 0 0,0 0 0 0 0,1 0 1 0 0,-1 0-1 0 0,1 0 0 0 0,-1 0 0 0 0,0 0 1 0 0,1 0-1 0 0,-1 1 0 0 0,1-1 0 0 0,-1 0 1 0 0,0 0-1 0 0,1 0 0 0 0,-1 0 0 0 0,0 0 1 0 0,1 1-1 0 0,-1-1 0 0 0,0 0 0 0 0,1 0 1 0 0,-1 1-1 0 0,0-1 0 0 0,1 0 0 0 0,-1 0 1 0 0,0 1-1 0 0,8 17 237 0 0,-2 22 176 0 0,-7 18-170 0 0,2 31-1116 0 0,0-83 34 0 0,0 0 0 0 0,1 1 0 0 0,-1-1 0 0 0,1 0 0 0 0,1 0 0 0 0,4 9 0 0 0,-7-14 748 0 0,0-1 0 0 0,0 1 0 0 0,0-1 1 0 0,0 0-1 0 0,0 1 0 0 0,1-1 1 0 0,-1 1-1 0 0,0-1 0 0 0,0 0 1 0 0,0 1-1 0 0,1-1 0 0 0,-1 0 0 0 0,0 1 1 0 0,1-1-1 0 0,-1 0 0 0 0,0 1 1 0 0,0-1-1 0 0,1 0 0 0 0,-1 0 0 0 0,0 1 1 0 0,1-1-1 0 0,-1 0 0 0 0,1 0 1 0 0,-1 1-1 0 0,0-1 0 0 0,1 0 0 0 0,-1 0 1 0 0,1 0-1 0 0,-1 0 0 0 0,1 0 1 0 0,-1 0-1 0 0,0 0 0 0 0,1 0 0 0 0,-1 0 1 0 0,1 0-1 0 0,-1 0 0 0 0,1 0 1 0 0,-1 0-1 0 0,0 0 0 0 0,1 0 0 0 0,-1 0 1 0 0,1-1-1 0 0,-1 1 0 0 0,0 0 1 0 0,1 0-1 0 0,-1 0 0 0 0,0-1 0 0 0,1 1 1 0 0,-1 0-1 0 0,0 0 0 0 0,1-1 1 0 0,-1 1-1 0 0,0 0 0 0 0,1-1 0 0 0,-1 1 1 0 0,0 0-1 0 0,0-1 0 0 0,1 1 1 0 0,-1-1-1 0 0,0 1 0 0 0,0 0 0 0 0,0-1 1 0 0,0 1-1 0 0,1-1 0 0 0,8-29-1886 0 0,-8 28 1755 0 0,4-9-1059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91 624 0 0,'-4'-91'6020'0'0,"5"164"-1099"0"0,2 2-3409 0 0,0-44-3107 0 0,1-1 1 0 0,14 57 0 0 0,-13-78-1639 0 0,-4-18 31 0 0,1 3 1647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18 163 2080 0 0,'-2'1'131'0'0,"1"0"0"0"0,-1 0 0 0 0,1 1 0 0 0,0-1 0 0 0,0 1 0 0 0,0-1 0 0 0,0 1 0 0 0,0-1 0 0 0,0 1 0 0 0,0 0 0 0 0,0-1 0 0 0,0 1 0 0 0,1 0 0 0 0,-1 0 0 0 0,1 0 0 0 0,-1-1 0 0 0,1 1 0 0 0,0 0 0 0 0,0 0 0 0 0,0 0 0 0 0,0 0 0 0 0,0 0 0 0 0,1 3 0 0 0,6 46 1537 0 0,-6-48-1625 0 0,0-1 1 0 0,0 0-1 0 0,0 0 0 0 0,0 0 0 0 0,0 0 0 0 0,1 0 1 0 0,-1 0-1 0 0,0-1 0 0 0,1 1 0 0 0,0 0 0 0 0,-1-1 1 0 0,1 1-1 0 0,0-1 0 0 0,0 1 0 0 0,0-1 1 0 0,0 0-1 0 0,0 0 0 0 0,0 0 0 0 0,0 0 0 0 0,0 0 1 0 0,0 0-1 0 0,1-1 0 0 0,2 1 0 0 0,0 0 109 0 0,-1-1 1 0 0,1 0-1 0 0,-1 0 0 0 0,1 0 1 0 0,-1-1-1 0 0,1 1 0 0 0,-1-1 0 0 0,1 0 1 0 0,-1-1-1 0 0,0 1 0 0 0,8-4 1 0 0,-7 2 55 0 0,0 1 0 0 0,0-1 1 0 0,-1 0-1 0 0,0-1 1 0 0,1 1-1 0 0,-1-1 0 0 0,0 1 1 0 0,0-1-1 0 0,-1 0 1 0 0,4-5-1 0 0,-5 6-86 0 0,-1 1-1 0 0,0 0 1 0 0,1-1 0 0 0,-1 1-1 0 0,0-1 1 0 0,0 1 0 0 0,0-1-1 0 0,-1 0 1 0 0,1 1-1 0 0,-1-1 1 0 0,1 0 0 0 0,-1 0-1 0 0,0 1 1 0 0,0-1 0 0 0,0 0-1 0 0,0 0 1 0 0,-1 1-1 0 0,1-1 1 0 0,-2-5 0 0 0,-1 4-35 0 0,0-1 1 0 0,0 1 0 0 0,0 0-1 0 0,0 0 1 0 0,-1 0-1 0 0,0 1 1 0 0,0-1 0 0 0,0 1-1 0 0,0 0 1 0 0,0 0-1 0 0,-1 0 1 0 0,1 1 0 0 0,-1-1-1 0 0,1 1 1 0 0,-1 0-1 0 0,0 0 1 0 0,0 1 0 0 0,0 0-1 0 0,-7-2 1 0 0,8 3-209 0 0,0-1-1 0 0,0 1 1 0 0,0-1 0 0 0,0 1 0 0 0,0 0-1 0 0,0 1 1 0 0,1-1 0 0 0,-1 1 0 0 0,0 0 0 0 0,0-1-1 0 0,-7 4 1 0 0,9-3-141 0 0,0 0-1 0 0,1 0 1 0 0,-1 0-1 0 0,0 1 1 0 0,0-1-1 0 0,1 1 1 0 0,-1-1-1 0 0,1 1 1 0 0,-1-1-1 0 0,1 1 1 0 0,0 0-1 0 0,0 0 1 0 0,-1-1-1 0 0,1 1 1 0 0,0 0-1 0 0,1 0 1 0 0,-1 0-1 0 0,0 0 1 0 0,1 0-1 0 0,-1 1 1 0 0,1-1-1 0 0,-1 3 1 0 0,1-4 10 0 0,0 0-1 0 0,0 0 1 0 0,0 0 0 0 0,0 0-1 0 0,0 0 1 0 0,0 0 0 0 0,1 0 0 0 0,-1 0-1 0 0,0 0 1 0 0,1 0 0 0 0,-1 0-1 0 0,0 0 1 0 0,1 0 0 0 0,-1 0 0 0 0,1 0-1 0 0,0 0 1 0 0,-1 0 0 0 0,1-1-1 0 0,0 1 1 0 0,-1 0 0 0 0,1 0 0 0 0,0-1-1 0 0,0 1 1 0 0,0 0 0 0 0,0-1-1 0 0,0 1 1 0 0,-1-1 0 0 0,3 1 0 0 0,6 1-1086 0 0</inkml:trace>
  <inkml:trace contextRef="#ctx0" brushRef="#br0" timeOffset="1">262 14 1520 0 0,'1'-2'195'0'0,"0"1"-1"0"0,1 0 1 0 0,-1 0-1 0 0,1 0 1 0 0,-1 0-1 0 0,1 0 1 0 0,-1 0-1 0 0,1 0 1 0 0,0 1-1 0 0,-1-1 1 0 0,1 0-1 0 0,0 1 0 0 0,0 0 1 0 0,0-1-1 0 0,-1 1 1 0 0,1 0-1 0 0,0 0 1 0 0,0 0-1 0 0,0 0 1 0 0,-1 0-1 0 0,1 0 1 0 0,0 1-1 0 0,0-1 1 0 0,0 0-1 0 0,-1 1 1 0 0,1 0-1 0 0,0-1 1 0 0,-1 1-1 0 0,1 0 1 0 0,0 0-1 0 0,-1 0 0 0 0,1 0 1 0 0,-1 0-1 0 0,0 0 1 0 0,1 0-1 0 0,-1 1 1 0 0,0-1-1 0 0,0 0 1 0 0,1 1-1 0 0,-1-1 1 0 0,0 1-1 0 0,0 0 1 0 0,-1-1-1 0 0,2 4 1 0 0,3 8 434 0 0,0 0 1 0 0,-1 0 0 0 0,-1 1 0 0 0,4 26 0 0 0,-4-19-477 0 0,14 106 701 0 0,-5-23-2666 0 0,1-36-4075 0 0,-10-90 585 0 0,-2 10 4099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1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1032 0 0,'0'-2'173'0'0,"0"0"0"0"0,0 1 0 0 0,0-1 0 0 0,0 1 0 0 0,0-1 0 0 0,0 1 0 0 0,1-1 0 0 0,-1 0 0 0 0,1 1 0 0 0,-1-1 0 0 0,1 1 0 0 0,0 0 0 0 0,-1-1 0 0 0,1 1 0 0 0,0-1 0 0 0,0 1 0 0 0,0 0 0 0 0,0 0 0 0 0,0 0 0 0 0,0-1 0 0 0,0 1 0 0 0,0 0 0 0 0,1 0 0 0 0,-1 1 0 0 0,0-1 0 0 0,1 0 0 0 0,-1 0 0 0 0,1 0 0 0 0,1 0 0 0 0,5-1 604 0 0,-1 1-1 0 0,1 0 1 0 0,-1 0 0 0 0,1 1 0 0 0,10 0-1 0 0,25-2 629 0 0,-40 1-1305 0 0,16-2 367 0 0,-1-2-1 0 0,0 0 1 0 0,31-13 0 0 0,-56 21-425 0 0,-1-1 1 0 0,0 0-1 0 0,0 0 1 0 0,0-1-1 0 0,0 0 1 0 0,0 0-1 0 0,-13-1 1 0 0,15 0-79 0 0,-1 0 1 0 0,1 0 0 0 0,-1 0 0 0 0,1 1-1 0 0,0 0 1 0 0,-1 0 0 0 0,1 0-1 0 0,0 1 1 0 0,0 0 0 0 0,0 0 0 0 0,0 1-1 0 0,-10 5 1 0 0,14-5 10 0 0,0 0-1 0 0,0 0 1 0 0,0 0-1 0 0,1 0 1 0 0,-1 0 0 0 0,1 0-1 0 0,0 0 1 0 0,0 1-1 0 0,0-1 1 0 0,0 1-1 0 0,0-1 1 0 0,1 0 0 0 0,0 1-1 0 0,-1-1 1 0 0,1 1-1 0 0,1-1 1 0 0,-1 1-1 0 0,0-1 1 0 0,1 1 0 0 0,1 3-1 0 0,17 70-87 0 0,-16-69 105 0 0,18 48-12 0 0,-19-53 25 0 0,-1 0 0 0 0,0 0 0 0 0,1 0 0 0 0,0 0-1 0 0,-1-1 1 0 0,1 1 0 0 0,0-1 0 0 0,1 1 0 0 0,-1-1-1 0 0,0 0 1 0 0,1 0 0 0 0,-1 0 0 0 0,1 0-1 0 0,5 3 1 0 0,-1-4 93 0 0,1-1 0 0 0,-1 0 0 0 0,1-1 0 0 0,-1 0 1 0 0,1 0-1 0 0,-1 0 0 0 0,0-1 0 0 0,1 0 0 0 0,-1-1 0 0 0,13-6 0 0 0,1 2 209 0 0,-14 4-345 0 0,0 0 0 0 0,0 1 0 0 0,0 0 0 0 0,1 1 0 0 0,-1 0 0 0 0,0 0 0 0 0,1 0 0 0 0,8 1 0 0 0,-17 1-690 0 0,-1 0 0 0 0,0 0-1 0 0,1 0 1 0 0,-1 0 0 0 0,0 0-1 0 0,0-1 1 0 0,0 1 0 0 0,1-1-1 0 0,-1 1 1 0 0,0-1 0 0 0,0 0-1 0 0,0 0 1 0 0,-3 0 0 0 0,-20-11-2210 0 0,17 7 1704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1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40 1880 0 0,'-51'-15'7014'0'0,"84"28"-2128"0"0,9-4-4738 0 0,-37-8-735 0 0,0 0 0 0 0,0-1 0 0 0,0 0 0 0 0,0 1 0 0 0,0-2 0 0 0,0 1 0 0 0,0-1 0 0 0,0 0 0 0 0,0 0 0 0 0,0 0 0 0 0,0 0 0 0 0,0-1-1 0 0,-1 0 1 0 0,8-4 0 0 0,-12 6 505 0 0,1-1 0 0 0,-1 1 0 0 0,1-1 0 0 0,-1 1-1 0 0,1-1 1 0 0,-1 1 0 0 0,1-1 0 0 0,-1 0 0 0 0,0 1-1 0 0,1-1 1 0 0,-1 1 0 0 0,0-1 0 0 0,0 0 0 0 0,1 1-1 0 0,-1-1 1 0 0,0 0 0 0 0,0 0 0 0 0,0 1-1 0 0,0-1 1 0 0,0 0 0 0 0,0 1 0 0 0,0-1 0 0 0,0 0-1 0 0,0 0 1 0 0,0 1 0 0 0,-1-2 0 0 0,1-4-529 0 0,5-3-1233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5 140 3761 0 0,'-1'0'67'0'0,"1"0"1"0"0,0 0-1 0 0,0 0 0 0 0,-1 0 1 0 0,1 0-1 0 0,0 0 0 0 0,0 0 1 0 0,0 0-1 0 0,-1 0 0 0 0,1 1 1 0 0,0-1-1 0 0,0 0 1 0 0,0 0-1 0 0,0 0 0 0 0,0 0 1 0 0,-1 0-1 0 0,1 1 0 0 0,0-1 1 0 0,0 0-1 0 0,0 0 0 0 0,0 0 1 0 0,0 0-1 0 0,0 1 0 0 0,-1-1 1 0 0,1 0-1 0 0,0 0 1 0 0,0 0-1 0 0,0 1 0 0 0,0-1 1 0 0,0 0-1 0 0,0 0 0 0 0,0 1 1 0 0,0-1-1 0 0,0 0 0 0 0,0 0 1 0 0,0 0-1 0 0,0 1 1 0 0,0-1-1 0 0,0 0 0 0 0,0 0 1 0 0,1 0-1 0 0,-1 1 0 0 0,0-1 1 0 0,0 0-1 0 0,0 1 0 0 0,12 7 1973 0 0,15 1-634 0 0,-18-8-1542 0 0,1 0 1 0 0,-1 0 0 0 0,0-1-1 0 0,0 0 1 0 0,1-1-1 0 0,9-1 1 0 0,-13 1-345 0 0,-1 0 1 0 0,0-1-1 0 0,1 0 0 0 0,-1 1 1 0 0,0-2-1 0 0,0 1 0 0 0,0 0 1 0 0,0-1-1 0 0,-1 0 0 0 0,1 0 0 0 0,6-6 1 0 0,-5-9-1114 0 0,-3 11 65 0 0</inkml:trace>
  <inkml:trace contextRef="#ctx0" brushRef="#br0" timeOffset="1">176 19 1528 0 0,'-1'0'190'0'0,"1"-1"-1"0"0,-1 0 0 0 0,1 0 1 0 0,0 0-1 0 0,0 1 0 0 0,-1-1 0 0 0,1 0 1 0 0,0 0-1 0 0,0 0 0 0 0,0 0 1 0 0,0 0-1 0 0,0 1 0 0 0,0-1 1 0 0,0 0-1 0 0,0 0 0 0 0,0 0 1 0 0,1 0-1 0 0,-1 0 0 0 0,0 1 0 0 0,0-1 1 0 0,1-1-1 0 0,0 2-4 0 0,-1 1 1 0 0,1-1-1 0 0,0 1 0 0 0,-1-1 1 0 0,1 1-1 0 0,-1-1 0 0 0,0 1 1 0 0,1 0-1 0 0,-1-1 0 0 0,1 1 1 0 0,-1 0-1 0 0,0-1 0 0 0,1 1 1 0 0,-1 0-1 0 0,0-1 0 0 0,0 1 1 0 0,0 0-1 0 0,1-1 0 0 0,-1 1 1 0 0,0 0-1 0 0,0 0 0 0 0,0-1 1 0 0,0 1-1 0 0,0 0 0 0 0,0 0 1 0 0,-1 1-1 0 0,22 200 4608 0 0,1 25-5206 0 0,-18-181-682 0 0,1-2-1197 0 0,-4-16-2098 0 0,-10-39-205 0 0,6 2 2498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3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2897 0 0,'5'8'5570'0'0,"7"12"-3868"0"0,-8-10-1583 0 0,21 48 490 0 0,-23-55-1114 0 0,0 0-1 0 0,-1 1 0 0 0,1-1 1 0 0,1 0-1 0 0,-1 0 0 0 0,0-1 1 0 0,1 1-1 0 0,-1 0 0 0 0,1-1 1 0 0,0 0-1 0 0,0 1 0 0 0,0-1 1 0 0,6 3-1 0 0,-10-8-1400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4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 1360 0 0,'49'-30'5682'0'0,"65"-26"-2075"0"0,-113 55-3575 0 0,-1 1 1 0 0,1-1-1 0 0,0 1 1 0 0,0-1-1 0 0,0 1 1 0 0,0-1-1 0 0,0 1 0 0 0,0-1 1 0 0,0 1-1 0 0,0 0 1 0 0,0 0-1 0 0,0-1 1 0 0,0 1-1 0 0,0 0 0 0 0,1 0 1 0 0,-1 0-1 0 0,0 0 1 0 0,0 0-1 0 0,0 1 0 0 0,0-1 1 0 0,0 0-1 0 0,0 0 1 0 0,0 1-1 0 0,0-1 1 0 0,0 1-1 0 0,0-1 0 0 0,0 1 1 0 0,1 0-1 0 0,-2 0-4 0 0,1 1 0 0 0,-1-1 0 0 0,0 1-1 0 0,0-1 1 0 0,0 1 0 0 0,0-1 0 0 0,0 1-1 0 0,0-1 1 0 0,0 1 0 0 0,-1-1 0 0 0,1 0 0 0 0,0 1-1 0 0,-1-1 1 0 0,1 1 0 0 0,-1-1 0 0 0,-1 3-1 0 0,-36 58-434 0 0,-75 83-2225 0 0,194-216 2755 0 0,-78 68-8 0 0,1 0 1 0 0,0 0-1 0 0,1 0 1 0 0,-1 0-1 0 0,0 0 1 0 0,1 1 0 0 0,0 0-1 0 0,-1 0 1 0 0,1 0-1 0 0,0 0 1 0 0,0 1-1 0 0,9-1 1 0 0,-10 2-95 0 0,0 0 1 0 0,-1 1-1 0 0,1 0 0 0 0,0 0 0 0 0,0 0 1 0 0,0 0-1 0 0,-1 1 0 0 0,1-1 1 0 0,-1 1-1 0 0,1 0 0 0 0,-1 0 1 0 0,0 0-1 0 0,0 1 0 0 0,0-1 0 0 0,0 1 1 0 0,0 0-1 0 0,3 3 0 0 0,15 8-3433 0 0,-32-28 519 0 0,10 13 2965 0 0,0 0-1 0 0,0 0 1 0 0,0 0-1 0 0,0 0 1 0 0,0 0 0 0 0,0 0-1 0 0,-1 0 1 0 0,1 1-1 0 0,0-1 1 0 0,-1 0-1 0 0,1 1 1 0 0,0-1 0 0 0,-1 1-1 0 0,1-1 1 0 0,-1 1-1 0 0,1-1 1 0 0,-1 1 0 0 0,1 0-1 0 0,-1 0 1 0 0,1 0-1 0 0,-1 0 1 0 0,1 0-1 0 0,-1 0 1 0 0,1 1 0 0 0,-1-1-1 0 0,1 0 1 0 0,-2 1-1 0 0,1 1 7 0 0,0-1-1 0 0,1 1 1 0 0,-1 0-1 0 0,1-1 1 0 0,-1 1-1 0 0,1 0 1 0 0,0 0-1 0 0,0 0 1 0 0,0 0-1 0 0,0 0 1 0 0,0 0-1 0 0,0 0 1 0 0,1 1-1 0 0,-1-1 1 0 0,0 4-1 0 0,-1 10 140 0 0,0 0-1 0 0,1 0 0 0 0,2 26 0 0 0,-1-35-177 0 0,1 1-251 0 0,0-1 0 0 0,0 1-1 0 0,-1 0 1 0 0,0 0 0 0 0,-1-1 0 0 0,0 1 0 0 0,0 0 0 0 0,-1-1 0 0 0,0 1 0 0 0,-5 12 0 0 0,6-19 104 0 0,0 0 1 0 0,0 0-1 0 0,0 0 1 0 0,-1 0-1 0 0,1-1 0 0 0,0 1 1 0 0,-1 0-1 0 0,1-1 1 0 0,-1 1-1 0 0,1-1 0 0 0,0 0 1 0 0,-1 1-1 0 0,1-1 0 0 0,-1 0 1 0 0,1 0-1 0 0,-1 0 1 0 0,1 0-1 0 0,-1 0 0 0 0,1 0 1 0 0,-1-1-1 0 0,1 1 1 0 0,-1 0-1 0 0,1-1 0 0 0,-2 0 1 0 0,-44-17-773 0 0,22 8 996 0 0,-18 5 737 0 0,27 10 401 0 0,16-5-1192 0 0,0 1-1 0 0,0 0 1 0 0,0-1 0 0 0,0 1 0 0 0,0 0-1 0 0,0-1 1 0 0,1 1 0 0 0,-1 0-1 0 0,0-1 1 0 0,0 1 0 0 0,0-1 0 0 0,1 1-1 0 0,-1 0 1 0 0,0-1 0 0 0,1 1 0 0 0,-1-1-1 0 0,1 1 1 0 0,-1-1 0 0 0,0 1 0 0 0,1-1-1 0 0,-1 1 1 0 0,1-1 0 0 0,-1 1 0 0 0,1-1-1 0 0,-1 0 1 0 0,1 1 0 0 0,1 0-1 0 0,2 1 163 0 0,0 0 0 0 0,0 0 0 0 0,1 0 0 0 0,-1 0 0 0 0,0-1-1 0 0,1 0 1 0 0,-1 0 0 0 0,1 0 0 0 0,0 0 0 0 0,-1-1-1 0 0,1 1 1 0 0,0-1 0 0 0,-1 0 0 0 0,9-2 0 0 0,64-12 1941 0 0,-54 7-2072 0 0,83-24 697 0 0,-41 3-5239 0 0,-64 27 4287 0 0,-1 1 0 0 0,1 0 0 0 0,-1 0 0 0 0,1 0 0 0 0,-1-1 0 0 0,1 1 0 0 0,-1 0 0 0 0,1-1 0 0 0,-1 1 0 0 0,0 0 0 0 0,1-1 0 0 0,-1 1 0 0 0,0 0 0 0 0,1-1 0 0 0,-1 1 0 0 0,0-1 0 0 0,1 1 0 0 0,-1-1 0 0 0,0 1 0 0 0,0 0 0 0 0,1-1 0 0 0,-1 1-1 0 0,0-1 1 0 0,0 1 0 0 0,0-1 0 0 0,0 0 0 0 0,0 1 0 0 0,0-1 0 0 0,0 1 0 0 0,0-1 0 0 0,0 1 0 0 0,0-1 0 0 0,0 1 0 0 0,0-1 0 0 0,0 1 0 0 0,0-1 0 0 0,0 1 0 0 0,-1-1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5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2040 0 0,'-3'5'250'0'0,"1"1"-1"0"0,-1-1 0 0 0,1 1 0 0 0,1 0 0 0 0,-1-1 0 0 0,1 1 1 0 0,0 0-1 0 0,1 0 0 0 0,-1 0 0 0 0,1 0 0 0 0,0 0 0 0 0,0 0 1 0 0,1 0-1 0 0,2 9 0 0 0,-1-7-292 0 0,0 1 0 0 0,1-1 0 0 0,-1 1 0 0 0,2-1 0 0 0,-1 0 0 0 0,2 0 0 0 0,-1 0 0 0 0,1-1 0 0 0,5 8 0 0 0,-10-15-7 0 0,0 0 0 0 0,0-1 1 0 0,0 1-1 0 0,0 0 0 0 0,0 0 1 0 0,0 0-1 0 0,0-1 0 0 0,0 1 1 0 0,1 0-1 0 0,-1 0 0 0 0,0 0 1 0 0,0-1-1 0 0,0 1 0 0 0,0 0 1 0 0,0 0-1 0 0,0 0 0 0 0,0 0 1 0 0,1-1-1 0 0,-1 1 0 0 0,0 0 1 0 0,0 0-1 0 0,0 0 0 0 0,0 0 1 0 0,1 0-1 0 0,-1 0 0 0 0,0-1 1 0 0,0 1-1 0 0,0 0 0 0 0,1 0 1 0 0,-1 0-1 0 0,0 0 0 0 0,0 0 1 0 0,0 0-1 0 0,1 0 0 0 0,-1 0 1 0 0,0 0-1 0 0,0 0 0 0 0,1 0 1 0 0,-1 0-1 0 0,0 0 0 0 0,0 0 1 0 0,0 0-1 0 0,1 0 0 0 0,-1 0 1 0 0,0 0-1 0 0,0 1 0 0 0,0-1 1 0 0,1 0-1 0 0,-1 0 0 0 0,0 0 1 0 0,0 0-1 0 0,0 0 0 0 0,0 0 1 0 0,1 1-1 0 0,-1-1 0 0 0,0 0 1 0 0,-2-16-1058 0 0,4 7-95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5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1704 0 0,'0'0'60'0'0,"0"-1"0"0"0,0 1 0 0 0,0 0 0 0 0,0 0 0 0 0,0 0-1 0 0,0-1 1 0 0,0 1 0 0 0,0 0 0 0 0,0 0 0 0 0,0 0 0 0 0,0-1 0 0 0,0 1-1 0 0,0 0 1 0 0,0 0 0 0 0,0 0 0 0 0,0-1 0 0 0,0 1 0 0 0,0 0 0 0 0,0 0-1 0 0,0 0 1 0 0,0-1 0 0 0,0 1 0 0 0,0 0 0 0 0,0 0 0 0 0,0 0 0 0 0,0 0-1 0 0,0-1 1 0 0,1 1 0 0 0,-1 0 0 0 0,0 0 0 0 0,0 0 0 0 0,0 0 0 0 0,0 0-1 0 0,0-1 1 0 0,1 1 0 0 0,-1 0 0 0 0,0 0 0 0 0,0 0 0 0 0,0 0-1 0 0,0 0 1 0 0,1 0 0 0 0,-1 0 0 0 0,0 0 0 0 0,0 0 0 0 0,0-1 0 0 0,1 1-1 0 0,-1 0 1 0 0,0 0 0 0 0,0 0 0 0 0,0 0 0 0 0,1 0 0 0 0,-1 0 0 0 0,0 0-1 0 0,0 0 1 0 0,0 1 0 0 0,1-1 0 0 0,-1 0 0 0 0,27-12 2049 0 0,32-6 737 0 0,-40 13-1834 0 0,68-14 2313 0 0,-78 18-3133 0 0,-1 0 0 0 0,0 0 0 0 0,1 1 0 0 0,-1 0 0 0 0,0 0 1 0 0,1 1-1 0 0,-1 0 0 0 0,10 3 0 0 0,-15-2-154 0 0,-1 0 0 0 0,0 0 0 0 0,0 0 0 0 0,1 0 0 0 0,-1 0 0 0 0,0 0 0 0 0,-1 1 0 0 0,1-1 0 0 0,0 0 0 0 0,-1 1 0 0 0,1 0 0 0 0,-1-1 0 0 0,0 1 1 0 0,0 0-1 0 0,0 0 0 0 0,0 0 0 0 0,0-1 0 0 0,-1 1 0 0 0,1 0 0 0 0,-1 0 0 0 0,0 0 0 0 0,0 0 0 0 0,0 0 0 0 0,0 0 0 0 0,-1 3 0 0 0,-3 42-1700 0 0,-3-12-3548 0 0,6-35 4761 0 0,1 1 0 0 0,-1-1-1 0 0,1 1 1 0 0,-1-1-1 0 0,0 1 1 0 0,0-1 0 0 0,0 1-1 0 0,0-1 1 0 0,0 0 0 0 0,0 0-1 0 0,0 1 1 0 0,0-1 0 0 0,0 0-1 0 0,0 0 1 0 0,-3 1 0 0 0,-3 2-1916 0 0</inkml:trace>
  <inkml:trace contextRef="#ctx0" brushRef="#br0" timeOffset="1">25 219 2913 0 0,'14'-12'4572'0'0,"20"-10"-2950"0"0,-12 10-1743 0 0,2 0 0 0 0,40-14 0 0 0,14 3-4557 0 0,-52 10 2514 0 0,-13 9 606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5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1816 0 0,'-3'5'2273'0'0,"1"3"-1225"0"0,-1 4-304 0 0,0 2-224 0 0,1 1-192 0 0,0-1-152 0 0,1-1-112 0 0,-1 2-80 0 0,0-1-112 0 0,0 1-168 0 0,2-1-216 0 0,-1-2-208 0 0,1-1-216 0 0,-2-2-32 0 0,-8-11-809 0 0,12 7 329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6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 1536 0 0,'5'-7'430'0'0,"0"1"0"0"0,1 1 0 0 0,0-1 0 0 0,0 1 0 0 0,0 0 0 0 0,1 0 0 0 0,0 1 0 0 0,0 0 0 0 0,7-4 0 0 0,69-25 2743 0 0,-81 32-3112 0 0,0 0 1 0 0,-1 0-1 0 0,1 1 1 0 0,0-1-1 0 0,0 1 1 0 0,0-1-1 0 0,0 1 1 0 0,0 0-1 0 0,0 0 1 0 0,0 0-1 0 0,0 0 1 0 0,0 0-1 0 0,0 0 1 0 0,0 1-1 0 0,2 0 1 0 0,-3-1-38 0 0,-1 1 1 0 0,1-1 0 0 0,-1 0 0 0 0,0 1 0 0 0,1-1 0 0 0,-1 1 0 0 0,1-1 0 0 0,-1 1-1 0 0,0 0 1 0 0,0-1 0 0 0,1 1 0 0 0,-1-1 0 0 0,0 1 0 0 0,0 0 0 0 0,0-1 0 0 0,1 1-1 0 0,-1-1 1 0 0,0 1 0 0 0,0 0 0 0 0,0-1 0 0 0,0 1 0 0 0,0 0 0 0 0,0-1 0 0 0,0 1 0 0 0,-1 0-1 0 0,1-1 1 0 0,0 1 0 0 0,0-1 0 0 0,-1 2 0 0 0,-2 7-74 0 0,-1 1-1 0 0,-1-1 1 0 0,0 0 0 0 0,-8 11 0 0 0,13-20 18 0 0,-88 112-3878 0 0,94-120 4144 0 0,1 0 0 0 0,0 1-1 0 0,0 0 1 0 0,1 1 0 0 0,-1-1-1 0 0,1 1 1 0 0,1 1 0 0 0,-1 0-1 0 0,1 0 1 0 0,0 0 0 0 0,0 1-1 0 0,0 1 1 0 0,1 0 0 0 0,-1 0-1 0 0,1 0 1 0 0,0 1 0 0 0,0 1-1 0 0,-1 0 1 0 0,1 0-1 0 0,15 1 1 0 0,24-1-105 0 0,-25-1-1634 0 0,0 2-3549 0 0,-53-1 2963 0 0,22 0 2376 0 0,1 0 1 0 0,-1 1-1 0 0,0 0 0 0 0,1 0 1 0 0,-1 1-1 0 0,0 0 0 0 0,-10 2 1 0 0,15-2-186 0 0,1 0 1 0 0,-1 0 0 0 0,0 0 0 0 0,1 1 0 0 0,-1-1-1 0 0,1 0 1 0 0,-1 1 0 0 0,1-1 0 0 0,0 1-1 0 0,-1-1 1 0 0,1 1 0 0 0,0 0 0 0 0,0-1 0 0 0,0 1-1 0 0,0 0 1 0 0,0 0 0 0 0,1 0 0 0 0,-1 0-1 0 0,1 0 1 0 0,-1 0 0 0 0,1 0 0 0 0,0 0 0 0 0,-1 0-1 0 0,1 0 1 0 0,0 0 0 0 0,0 0 0 0 0,1 0-1 0 0,-1 0 1 0 0,0 0 0 0 0,1 3 0 0 0,2 14 705 0 0,0 22-3383 0 0,-3-40 2453 0 0,0 0 1 0 0,0 0-1 0 0,-1 0 0 0 0,1 0 1 0 0,-1 0-1 0 0,1 0 1 0 0,0-1-1 0 0,-1 1 0 0 0,0 0 1 0 0,1 0-1 0 0,-1 0 1 0 0,1 0-1 0 0,-1-1 0 0 0,0 1 1 0 0,0 0-1 0 0,1-1 1 0 0,-1 1-1 0 0,0 0 0 0 0,0-1 1 0 0,0 1-1 0 0,0-1 1 0 0,0 1-1 0 0,0-1 0 0 0,0 0 1 0 0,0 1-1 0 0,0-1 1 0 0,0 0-1 0 0,0 0 0 0 0,0 0 1 0 0,0 0-1 0 0,0 0 1 0 0,0 0-1 0 0,0 0 0 0 0,-1 0 1 0 0,0 0 106 0 0,-18 0 158 0 0,0 1 0 0 0,1 0 1 0 0,-22 5-1 0 0,38-5 68 0 0,-1-1 0 0 0,1 1 1 0 0,0-1-1 0 0,-1 1 0 0 0,1 0 0 0 0,0 1 0 0 0,0-1 0 0 0,0 0 1 0 0,0 1-1 0 0,0 0 0 0 0,0 0 0 0 0,0 0 0 0 0,0 0 0 0 0,1 0 1 0 0,-1 0-1 0 0,1 1 0 0 0,0-1 0 0 0,-1 1 0 0 0,1-1 1 0 0,0 1-1 0 0,1 0 0 0 0,-1 0 0 0 0,0 0 0 0 0,1 0 0 0 0,0 0 1 0 0,-2 5-1 0 0,3-8-145 0 0,0 1 0 0 0,0-1 1 0 0,0 1-1 0 0,0-1 0 0 0,0 1 0 0 0,0-1 1 0 0,0 1-1 0 0,0-1 0 0 0,0 1 0 0 0,0-1 1 0 0,0 1-1 0 0,0-1 0 0 0,1 1 1 0 0,-1-1-1 0 0,0 1 0 0 0,0-1 0 0 0,0 1 1 0 0,1-1-1 0 0,-1 1 0 0 0,0-1 0 0 0,1 0 1 0 0,-1 1-1 0 0,0-1 0 0 0,1 1 0 0 0,-1-1 1 0 0,0 0-1 0 0,1 0 0 0 0,-1 1 0 0 0,1-1 1 0 0,-1 0-1 0 0,1 0 0 0 0,0 1 1 0 0,21 0 1464 0 0,24-13 365 0 0,-45 12-1818 0 0,79-35 1620 0 0,14-4-938 0 0,-85 36-962 0 0,-1 1 0 0 0,1 0 1 0 0,0 1-1 0 0,0-1 0 0 0,-1 2 0 0 0,1-1 0 0 0,0 1 0 0 0,0 1 1 0 0,10 1-1 0 0,-1 10-4502 0 0,-18-12 4568 0 0,0 0 0 0 0,1 1 0 0 0,-1-1 0 0 0,0 0 0 0 0,0 0 0 0 0,0 1 0 0 0,1-1 0 0 0,-1 0 0 0 0,0 0 0 0 0,0 1 0 0 0,0-1 0 0 0,0 0 0 0 0,0 1 0 0 0,0-1 0 0 0,1 0 0 0 0,-1 1 0 0 0,0-1 0 0 0,0 0 0 0 0,0 1 0 0 0,0-1 0 0 0,0 0 0 0 0,0 1 0 0 0,-1-1 0 0 0,1 0 0 0 0,0 1 0 0 0,0-1 0 0 0,0 0 0 0 0,0 1 0 0 0,0-1 0 0 0,0 0 0 0 0,-1 1 0 0 0,1-1 0 0 0,0 0 0 0 0,0 0 0 0 0,0 1 0 0 0,-1-1 0 0 0,1 0 0 0 0,0 0 0 0 0,0 1 0 0 0,-1-1 0 0 0,1 0 0 0 0,0 0 0 0 0,0 0 0 0 0,-1 1 0 0 0,1-1 0 0 0,0 0 0 0 0,-1 0 0 0 0,1 0 0 0 0,0 0 0 0 0,-1 0 0 0 0,1 0 0 0 0,0 0 0 0 0,-1 0 0 0 0,1 0-1 0 0,-1 0 1 0 0,-3 2-1603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6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20 1120 0 0,'-3'4'476'0'0,"0"0"1"0"0,0 0-1 0 0,1 0 0 0 0,-1 0 0 0 0,1 1 0 0 0,0-1 0 0 0,0 1 1 0 0,0-1-1 0 0,1 1 0 0 0,0 0 0 0 0,0-1 0 0 0,0 1 1 0 0,0 0-1 0 0,1 0 0 0 0,0 0 0 0 0,0 5 0 0 0,0-3-297 0 0,1 0 0 0 0,-1 0-1 0 0,1-1 1 0 0,1 1 0 0 0,-1 0-1 0 0,1-1 1 0 0,1 1 0 0 0,-1-1 0 0 0,1 0-1 0 0,0 1 1 0 0,5 6 0 0 0,7 2-3454 0 0,-14-15 3173 0 0,-1 0 1 0 0,0 0-1 0 0,0 0 1 0 0,1 0-1 0 0,-1-1 1 0 0,0 1-1 0 0,0 0 0 0 0,1 0 1 0 0,-1 0-1 0 0,0-1 1 0 0,0 1-1 0 0,0 0 1 0 0,0 0-1 0 0,1 0 1 0 0,-1-1-1 0 0,0 1 0 0 0,0 0 1 0 0,0 0-1 0 0,0-1 1 0 0,0 1-1 0 0,0 0 1 0 0,0 0-1 0 0,1-1 1 0 0,-1 1-1 0 0,0 0 1 0 0,0-1-1 0 0,0 1 0 0 0,0 0 1 0 0,0 0-1 0 0,0-1 1 0 0,-1 1-1 0 0,1 0 1 0 0,0-1-1 0 0,0 1 1 0 0,0 0-1 0 0,0 0 1 0 0,0-1-1 0 0,-6-20-2363 0 0,-4 0 3370 0 0,-9 0-330 0 0,16 17-285 0 0,0 1 0 0 0,0 0 0 0 0,0-1 0 0 0,0 1 0 0 0,1-1 0 0 0,0 0 0 0 0,-1 1 0 0 0,-1-7 0 0 0,4 8-180 0 0,0 1-1 0 0,-1-1 1 0 0,2 0-1 0 0,-1 1 1 0 0,0-1-1 0 0,0 1 1 0 0,0-1-1 0 0,1 1 1 0 0,-1-1-1 0 0,1 1 1 0 0,-1-1 0 0 0,1 1-1 0 0,-1-1 1 0 0,1 1-1 0 0,0-1 1 0 0,0 1-1 0 0,0 0 1 0 0,0 0-1 0 0,0-1 1 0 0,0 1-1 0 0,0 0 1 0 0,0 0-1 0 0,0 0 1 0 0,1 0-1 0 0,-1 0 1 0 0,0 0-1 0 0,1 1 1 0 0,1-2-1 0 0,14-7 599 0 0,0 1-1 0 0,1 1 1 0 0,0 0-1 0 0,0 2 1 0 0,0 0-1 0 0,1 1 1 0 0,-1 0-1 0 0,1 2 1 0 0,0 0-1 0 0,0 1 1 0 0,28 3-1 0 0,-44-2-665 0 0,-1 0-1 0 0,0 1 1 0 0,0-1-1 0 0,0 1 1 0 0,1 0-1 0 0,-1-1 1 0 0,0 1-1 0 0,0 0 1 0 0,0 0-1 0 0,0 0 1 0 0,0 1-1 0 0,0-1 1 0 0,-1 0-1 0 0,1 1 1 0 0,0-1-1 0 0,0 1 1 0 0,-1 0-1 0 0,0 0 1 0 0,1-1-1 0 0,-1 1 1 0 0,0 0-1 0 0,0 0 1 0 0,1 0-1 0 0,-2 0 1 0 0,1 0-1 0 0,0 1 1 0 0,0-1-1 0 0,-1 0 1 0 0,1 0-1 0 0,-1 1 1 0 0,0-1-1 0 0,1 4 1 0 0,-1 7-118 0 0,1-1 1 0 0,-2 1 0 0 0,0-1 0 0 0,-4 21 0 0 0,5-31-180 0 0,0-1 0 0 0,0 0 1 0 0,0 0-1 0 0,0 0 0 0 0,0 0 0 0 0,0 0 1 0 0,-1 0-1 0 0,1 1 0 0 0,0-1 1 0 0,-1 0-1 0 0,1 0 0 0 0,-1 0 0 0 0,1 0 1 0 0,-1 0-1 0 0,0 0 0 0 0,1 0 1 0 0,-1-1-1 0 0,0 1 0 0 0,0 0 0 0 0,1 0 1 0 0,-1 0-1 0 0,0-1 0 0 0,0 1 1 0 0,0 0-1 0 0,0-1 0 0 0,0 1 1 0 0,0-1-1 0 0,0 1 0 0 0,0-1 0 0 0,0 0 1 0 0,0 1-1 0 0,-1-1 0 0 0,-1 0 1 0 0,-1 0-816 0 0,0-1 1 0 0,0 0 0 0 0,0 0 0 0 0,0 0-1 0 0,0-1 1 0 0,0 0 0 0 0,-5-3 0 0 0,-2 0 1628 0 0,-3-1-1999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7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51 1112 0 0,'-6'1'264'0'0,"0"-1"-1"0"0,0 1 1 0 0,0 0-1 0 0,0 1 0 0 0,0 0 1 0 0,1-1-1 0 0,-1 2 1 0 0,0-1-1 0 0,1 1 1 0 0,-7 4-1 0 0,10-6-63 0 0,0 0-1 0 0,0 0 0 0 0,1 0 1 0 0,-1 0-1 0 0,0 1 1 0 0,1-1-1 0 0,-1 1 1 0 0,1-1-1 0 0,-1 1 0 0 0,1 0 1 0 0,0-1-1 0 0,0 1 1 0 0,0 0-1 0 0,0 0 1 0 0,0 0-1 0 0,0 0 1 0 0,0 0-1 0 0,0 0 0 0 0,1 0 1 0 0,-1 0-1 0 0,1 0 1 0 0,0 0-1 0 0,-1 0 1 0 0,1 0-1 0 0,0 0 1 0 0,0 1-1 0 0,1-1 0 0 0,-1 0 1 0 0,0 0-1 0 0,1 0 1 0 0,-1 0-1 0 0,2 3 1 0 0,-2-4-126 0 0,1-1-1 0 0,0 1 1 0 0,0 0 0 0 0,0 0 0 0 0,0 0 0 0 0,0-1 0 0 0,0 1 0 0 0,0 0 0 0 0,1-1 0 0 0,-1 1 0 0 0,0-1-1 0 0,0 0 1 0 0,0 1 0 0 0,0-1 0 0 0,1 0 0 0 0,-1 0 0 0 0,0 1 0 0 0,0-1 0 0 0,1 0 0 0 0,-1 0 0 0 0,0 0 0 0 0,0-1-1 0 0,1 1 1 0 0,-1 0 0 0 0,0 0 0 0 0,0-1 0 0 0,0 1 0 0 0,1-1 0 0 0,0 0 0 0 0,39-14 452 0 0,-38 14-479 0 0,64-36-34 0 0,-4-5-3640 0 0,-3 1-3422 0 0,-50 35 5034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3529 0 0,'7'33'8698'0'0,"-7"45"-6879"0"0,0 3-3046 0 0,0-74 708 0 0,4 28-2660 0 0,-4-34 2885 0 0,0 0 1 0 0,0 0-1 0 0,0 0 0 0 0,0 0 1 0 0,0 0-1 0 0,0 0 0 0 0,1 0 1 0 0,-1 0-1 0 0,0 0 0 0 0,1 0 1 0 0,-1 0-1 0 0,1 0 0 0 0,-1-1 1 0 0,1 1-1 0 0,-1 0 0 0 0,1 0 1 0 0,-1 0-1 0 0,1-1 0 0 0,0 1 1 0 0,-1 0-1 0 0,1-1 0 0 0,0 1 1 0 0,0-1-1 0 0,0 1 0 0 0,1 0 1 0 0,0-3-1065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8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1768 0 0,'19'-1'1477'0'0,"0"-1"0"0"0,1-1 0 0 0,-1-1 0 0 0,0 0 0 0 0,36-14-1 0 0,-15 2 29 0 0,61-36 0 0 0,-100 52-1490 0 0,-1 0 0 0 0,0 0 0 0 0,0-1 0 0 0,0 1 0 0 0,0 0 0 0 0,1 0 0 0 0,-1 0 0 0 0,0 0 0 0 0,0 0 0 0 0,0 0 0 0 0,1-1 0 0 0,-1 1 0 0 0,0 0 0 0 0,0 0 0 0 0,1 0 0 0 0,-1 0 0 0 0,0 0 0 0 0,0 0 1 0 0,1 0-1 0 0,-1 0 0 0 0,0 0 0 0 0,0 0 0 0 0,1 0 0 0 0,-1 0 0 0 0,0 0 0 0 0,0 0 0 0 0,1 0 0 0 0,-1 0 0 0 0,0 0 0 0 0,0 1 0 0 0,0-1 0 0 0,1 0 0 0 0,-1 0 0 0 0,0 0 0 0 0,0 0 0 0 0,0 0 0 0 0,1 0 0 0 0,-1 1 0 0 0,0-1 0 0 0,0 0 0 0 0,0 0 0 0 0,0 0 0 0 0,1 1 0 0 0,-1-1 0 0 0,0 0 0 0 0,0 0 0 0 0,0 0 0 0 0,0 1 1 0 0,0-1-1 0 0,0 0 0 0 0,0 1 0 0 0,-1 18 336 0 0,-11 20-184 0 0,-5 0-483 0 0,7-18-127 0 0,1 1 0 0 0,0 0 0 0 0,-9 43 0 0 0,17-61 378 0 0,0 0-1 0 0,0 0 1 0 0,1 0-1 0 0,0 0 0 0 0,-1 0 1 0 0,1 0-1 0 0,1 0 1 0 0,-1 0-1 0 0,0 0 0 0 0,1 0 1 0 0,0 0-1 0 0,0 0 1 0 0,0 0-1 0 0,1-1 0 0 0,-1 1 1 0 0,1 0-1 0 0,0-1 1 0 0,0 1-1 0 0,0-1 0 0 0,0 1 1 0 0,1-1-1 0 0,-1 0 1 0 0,1 0-1 0 0,0 0 0 0 0,0 0 1 0 0,0-1-1 0 0,0 1 1 0 0,6 2-1 0 0,-5-3 117 0 0,0-1-1 0 0,0 0 1 0 0,0-1-1 0 0,-1 1 1 0 0,1-1 0 0 0,0 1-1 0 0,0-1 1 0 0,0 0 0 0 0,0-1-1 0 0,0 1 1 0 0,0-1-1 0 0,0 1 1 0 0,0-1 0 0 0,0-1-1 0 0,-1 1 1 0 0,1 0-1 0 0,0-1 1 0 0,-1 0 0 0 0,1 0-1 0 0,-1 0 1 0 0,0 0 0 0 0,0 0-1 0 0,1-1 1 0 0,-1 1-1 0 0,-1-1 1 0 0,1 0 0 0 0,0 0-1 0 0,-1 0 1 0 0,4-6 0 0 0,-3 6 77 0 0,0 0 1 0 0,0-1-1 0 0,0 0 1 0 0,-1 1-1 0 0,0-1 1 0 0,0 0-1 0 0,0 0 1 0 0,0-1-1 0 0,0 1 1 0 0,-1 0-1 0 0,1 0 1 0 0,-1-1 0 0 0,-1 1-1 0 0,1-1 1 0 0,0 1-1 0 0,-1-1 1 0 0,0 1-1 0 0,0-1 1 0 0,-1 1-1 0 0,1-1 1 0 0,-1 1-1 0 0,0-1 1 0 0,0 1-1 0 0,0 0 1 0 0,-1-1 0 0 0,-2-4-1 0 0,2 7-163 0 0,-1-1 0 0 0,0 1 1 0 0,1 0-1 0 0,-1 0 0 0 0,0 0 0 0 0,-1 0 0 0 0,1 0 0 0 0,0 1 1 0 0,0-1-1 0 0,-1 1 0 0 0,1 0 0 0 0,-1 0 0 0 0,1 0 0 0 0,-1 1 0 0 0,1-1 1 0 0,-1 1-1 0 0,1 0 0 0 0,-1 0 0 0 0,0 0 0 0 0,1 0 0 0 0,-1 1 1 0 0,-4 1-1 0 0,4-2-686 0 0,-1 1 0 0 0,0-1 1 0 0,1 0-1 0 0,-1 0 0 0 0,1 0 1 0 0,-1-1-1 0 0,1 1 0 0 0,-1-1 1 0 0,1 0-1 0 0,-1 0 0 0 0,1-1 1 0 0,-5-2-1 0 0,8 2 474 0 0,0 0 0 0 0,0 0 0 0 0,0 0 0 0 0,0 0 0 0 0,0 0 0 0 0,1 0 0 0 0,-1 0 0 0 0,1-1 0 0 0,0 1 0 0 0,-1 0 0 0 0,1 0 0 0 0,0-1 0 0 0,0 1 0 0 0,1 0 0 0 0,-1 0 0 0 0,0-1 0 0 0,1 1 0 0 0,0-3 0 0 0,5-6-700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8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28 856 0 0,'5'-4'253'0'0,"1"1"-1"0"0,-1-1 1 0 0,1 1 0 0 0,0 0-1 0 0,0 1 1 0 0,0-1-1 0 0,1 1 1 0 0,6-1 0 0 0,-12 3-160 0 0,1 0 1 0 0,0 0 0 0 0,0 0 0 0 0,0 0 0 0 0,0 0 0 0 0,-1 0 0 0 0,1 1 0 0 0,0-1 0 0 0,0 0-1 0 0,0 1 1 0 0,-1 0 0 0 0,1-1 0 0 0,0 1 0 0 0,-1 0 0 0 0,1 0 0 0 0,-1 0 0 0 0,1 0 0 0 0,-1 0-1 0 0,1 1 1 0 0,-1-1 0 0 0,0 0 0 0 0,1 1 0 0 0,-1-1 0 0 0,0 0 0 0 0,0 1 0 0 0,0 0 0 0 0,0-1 0 0 0,-1 1-1 0 0,1-1 1 0 0,0 1 0 0 0,0 0 0 0 0,0 3 0 0 0,6 18 237 0 0,-1 1 0 0 0,5 47 0 0 0,-9-47-113 0 0,2-1-1 0 0,0 0 0 0 0,11 29 0 0 0,-8-38-1212 0 0,-6-18-1627 0 0,-6-25 534 0 0,-16-9 2337 0 0,14 21 4213 0 0,18 18-4422 0 0,0 0 0 0 0,1-1 0 0 0,-1-1 0 0 0,0 0 0 0 0,1 0 0 0 0,13-4 0 0 0,-19 4-352 0 0,0-1 0 0 0,-1 1 0 0 0,1-1 0 0 0,-1 0 0 0 0,1-1 0 0 0,-1 1 0 0 0,0-1 0 0 0,0 0 0 0 0,0 0 0 0 0,-1-1 0 0 0,1 0-1 0 0,-1 1 1 0 0,0-2 0 0 0,5-4 0 0 0,0-13-1175 0 0,-5 14 423 0 0</inkml:trace>
  <inkml:trace contextRef="#ctx0" brushRef="#br0" timeOffset="1">263 31 2441 0 0,'4'-2'445'0'0,"0"-1"1"0"0,0 0-1 0 0,0 1 1 0 0,1 0 0 0 0,-1 0-1 0 0,0 0 1 0 0,1 1-1 0 0,-1-1 1 0 0,1 1 0 0 0,0 0-1 0 0,-1 0 1 0 0,1 1-1 0 0,0-1 1 0 0,0 1 0 0 0,-1 0-1 0 0,1 0 1 0 0,0 1-1 0 0,6 1 1 0 0,-7-1-261 0 0,-1 0 1 0 0,1 0-1 0 0,-1 1 0 0 0,0-1 1 0 0,1 1-1 0 0,-1 0 0 0 0,0 0 1 0 0,0 0-1 0 0,0 1 1 0 0,0-1-1 0 0,0 1 0 0 0,-1-1 1 0 0,1 1-1 0 0,-1 0 0 0 0,0 0 1 0 0,0 0-1 0 0,0 0 0 0 0,0 0 1 0 0,0 1-1 0 0,-1-1 0 0 0,1 1 1 0 0,-1-1-1 0 0,2 6 0 0 0,2 20-645 0 0,-1 1-1 0 0,-1 0 1 0 0,-1 36-1 0 0,-2-31-3845 0 0,9 62 0 0 0,-10-79 2552 0 0,-1-13 910 0 0,4 5-979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1784 0 0,'0'-2'170'0'0,"0"1"0"0"0,0 0 0 0 0,0-1 0 0 0,0 1 0 0 0,0 0 0 0 0,0-1 0 0 0,0 1 0 0 0,0 0 0 0 0,0-1 0 0 0,1 1 0 0 0,-1 0 0 0 0,1-1 0 0 0,-1 1 0 0 0,1 0 0 0 0,-1 0 0 0 0,1-1 0 0 0,0 1 0 0 0,-1 0 0 0 0,1 0 0 0 0,0 0 0 0 0,0 0 0 0 0,0 0 0 0 0,0 0 0 0 0,0 0 0 0 0,0 0-1 0 0,0 0 1 0 0,1 0 0 0 0,43-31 2004 0 0,-25 18-1025 0 0,14-14 205 0 0,-18 13 356 0 0,2 1 0 0 0,-1 1 0 0 0,30-16 0 0 0,-46 33-1535 0 0,0-1-1 0 0,-1 1 1 0 0,1 0 0 0 0,-1 0-1 0 0,1-1 1 0 0,-1 1 0 0 0,0 0 0 0 0,-1 5-1 0 0,-11 79-297 0 0,4-32-813 0 0,-1 58-1 0 0,9-95-1566 0 0,0 0-1 0 0,2-1 0 0 0,7 36 1 0 0,-5-49-1217 0 0,-2-7 2172 0 0,5 3-214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09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2016 0 0,'-1'-1'273'0'0,"1"-1"1"0"0,0 1-1 0 0,0-1 0 0 0,0 1 0 0 0,0-1 0 0 0,1 1 0 0 0,-1-1 0 0 0,0 1 0 0 0,1 0 0 0 0,-1-1 0 0 0,0 1 0 0 0,1-1 0 0 0,0 1 0 0 0,-1 0 0 0 0,2-3 0 0 0,-1 4-77 0 0,0 1 0 0 0,0-1-1 0 0,-1 1 1 0 0,1-1 0 0 0,-1 1 0 0 0,1-1-1 0 0,0 1 1 0 0,-1-1 0 0 0,1 1 0 0 0,-1 0-1 0 0,0-1 1 0 0,1 1 0 0 0,-1-1-1 0 0,1 1 1 0 0,-1 0 0 0 0,0 0 0 0 0,1-1-1 0 0,-1 1 1 0 0,0 0 0 0 0,0 0 0 0 0,0-1-1 0 0,0 1 1 0 0,0 0 0 0 0,0 0 0 0 0,1-1-1 0 0,-2 1 1 0 0,1 0 0 0 0,0 0 0 0 0,0 1-1 0 0,5 45 2068 0 0,-2 74-1 0 0,-3-51-2068 0 0,1 7-582 0 0,5 96-288 0 0,9-58-8997 0 0,-6-111 4282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0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2369 0 0,'2'15'3599'0'0,"1"11"-3147"0"0,-1-15-359 0 0,20 164 1079 0 0,-17-148-2115 0 0,1 0 0 0 0,2 0-1 0 0,1-1 1 0 0,15 34 0 0 0,-22-56-502 0 0,0-6 177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1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 1960 0 0,'6'15'1282'0'0,"0"0"-1"0"0,0 1 0 0 0,-1 0 0 0 0,3 22 0 0 0,-5-18-1152 0 0,0 0-1 0 0,-2 0 1 0 0,0-1-1 0 0,-1 1 1 0 0,-1 0-1 0 0,-4 23 1 0 0,2-30-173 0 0,0 0 0 0 0,-1-1 0 0 0,-8 19 1 0 0,12-29 36 0 0,-1 0 1 0 0,0 0 0 0 0,0 0-1 0 0,1 0 1 0 0,-2 0 0 0 0,1 0-1 0 0,0 0 1 0 0,0 0 0 0 0,0-1 0 0 0,-1 1-1 0 0,1 0 1 0 0,-1-1 0 0 0,1 1-1 0 0,-1-1 1 0 0,0 0 0 0 0,0 0-1 0 0,1 1 1 0 0,-1-1 0 0 0,0 0 0 0 0,0-1-1 0 0,0 1 1 0 0,0 0 0 0 0,0 0-1 0 0,0-1 1 0 0,0 1 0 0 0,0-1-1 0 0,-1 0 1 0 0,1 0 0 0 0,0 1 0 0 0,-3-2-1 0 0,2 0 6 0 0,0 0 1 0 0,0-1-1 0 0,0 1 0 0 0,0-1 0 0 0,0 0 0 0 0,1 0 0 0 0,-1 0 0 0 0,0 0 1 0 0,1 0-1 0 0,0-1 0 0 0,0 1 0 0 0,0-1 0 0 0,0 0 0 0 0,0 1 0 0 0,0-1 1 0 0,0 0-1 0 0,1 0 0 0 0,0 0 0 0 0,-1 0 0 0 0,0-6 0 0 0,1 5-3 0 0,-1 1-1 0 0,2-1 1 0 0,-1 1-1 0 0,0-1 1 0 0,1 0-1 0 0,-1 1 1 0 0,1-1-1 0 0,0 0 0 0 0,1 0 1 0 0,-1 1-1 0 0,0-1 1 0 0,1 0-1 0 0,0 1 1 0 0,0-1-1 0 0,0 1 1 0 0,0-1-1 0 0,1 1 1 0 0,2-4-1 0 0,99-123-7066 0 0,-93 116 5695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1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1 968 0 0,'1'20'977'0'0,"2"1"0"0"0,1-1 0 0 0,0 0 0 0 0,1 0 0 0 0,10 24 0 0 0,-6-17-634 0 0,11 51 0 0 0,-17-62-346 0 0,3 40 108 0 0,-6-53-248 0 0,0 1 0 0 0,0-1-1 0 0,0 0 1 0 0,-1 1 0 0 0,1-1-1 0 0,-1 0 1 0 0,0 0 0 0 0,0 0-1 0 0,0 1 1 0 0,0-1 0 0 0,-1 0 0 0 0,1-1-1 0 0,-5 7 1 0 0,5-8 57 0 0,0-1 0 0 0,0 1 0 0 0,-1 0 0 0 0,1-1 0 0 0,-1 1 0 0 0,1-1 0 0 0,0 1 0 0 0,-1-1 0 0 0,1 0 1 0 0,-1 1-1 0 0,1-1 0 0 0,-1 0 0 0 0,1 0 0 0 0,-1 0 0 0 0,1 0 0 0 0,-1 0 0 0 0,1-1 0 0 0,-1 1 0 0 0,1 0 0 0 0,-1-1 0 0 0,1 1 0 0 0,-1-1 0 0 0,1 1 0 0 0,0-1 1 0 0,-1 0-1 0 0,1 1 0 0 0,0-1 0 0 0,0 0 0 0 0,-2-1 0 0 0,-41-31 557 0 0,39 29-257 0 0,1 1 57 0 0,0 1 0 0 0,1-1 0 0 0,0 0 0 0 0,-1 0 0 0 0,1 0 0 0 0,0-1 0 0 0,1 1 0 0 0,-1-1 0 0 0,0 1 0 0 0,1-1 0 0 0,-2-4 0 0 0,4 6-140 0 0,0 0 0 0 0,0 0 0 0 0,0 0 0 0 0,1 0 1 0 0,-1 0-1 0 0,0 0 0 0 0,1 0 0 0 0,0 0 0 0 0,-1 1 1 0 0,1-1-1 0 0,0 0 0 0 0,0 0 0 0 0,0 1 0 0 0,0-1 1 0 0,0 1-1 0 0,0-1 0 0 0,1 1 0 0 0,-1-1 0 0 0,1 1 1 0 0,-1 0-1 0 0,1 0 0 0 0,-1-1 0 0 0,1 1 0 0 0,-1 0 1 0 0,1 0-1 0 0,3-1 0 0 0,7-4-549 0 0,-1 0 0 0 0,1 0 0 0 0,0 1 0 0 0,13-3 0 0 0,21-10-4338 0 0,-33 14 3570 0 0,7 6-439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2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0 1336 0 0,'-2'1'213'0'0,"1"1"1"0"0,-1-1-1 0 0,1 0 0 0 0,0 1 0 0 0,-1-1 0 0 0,1 1 1 0 0,0-1-1 0 0,0 1 0 0 0,0-1 0 0 0,0 1 0 0 0,0 0 1 0 0,1-1-1 0 0,-1 1 0 0 0,0 0 0 0 0,1 0 0 0 0,-1 0 1 0 0,1 0-1 0 0,0 0 0 0 0,-1-1 0 0 0,1 1 0 0 0,0 0 0 0 0,0 0 1 0 0,0 0-1 0 0,1 0 0 0 0,-1 0 0 0 0,1 2 0 0 0,9 53 1373 0 0,-6-43-1459 0 0,12 35-1294 0 0,-14-47 848 0 0,-1 1 0 0 0,0 0 0 0 0,1 0 0 0 0,-1-1 0 0 0,1 1-1 0 0,0-1 1 0 0,0 1 0 0 0,0-1 0 0 0,0 0 0 0 0,0 0 0 0 0,1 0 0 0 0,-1 0 0 0 0,4 2 0 0 0,2-5-1953 0 0,-7-1 1413 0 0</inkml:trace>
  <inkml:trace contextRef="#ctx0" brushRef="#br0" timeOffset="1">58 122 1216 0 0,'-2'-3'227'0'0,"1"0"-1"0"0,-1-1 0 0 0,1 1 1 0 0,0-1-1 0 0,0 1 0 0 0,0-1 1 0 0,1 0-1 0 0,-1 1 0 0 0,1-7 1 0 0,0 9-118 0 0,1-1 1 0 0,0 1-1 0 0,-1 0 0 0 0,1 0 1 0 0,0 0-1 0 0,0 0 1 0 0,0 0-1 0 0,0 0 0 0 0,0 0 1 0 0,0 0-1 0 0,0 0 0 0 0,0 0 1 0 0,0 1-1 0 0,0-1 1 0 0,1 0-1 0 0,-1 1 0 0 0,0-1 1 0 0,0 1-1 0 0,1-1 1 0 0,-1 1-1 0 0,0 0 0 0 0,1 0 1 0 0,-1-1-1 0 0,0 1 1 0 0,1 0-1 0 0,-1 0 0 0 0,0 0 1 0 0,3 1-1 0 0,124-22-2409 0 0,-116 17 188 0 0,-7 4 360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2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1440 0 0,'1'-4'279'0'0,"0"1"-1"0"0,0-1 1 0 0,0 1-1 0 0,0 0 0 0 0,1-1 1 0 0,-1 1-1 0 0,1 0 1 0 0,0 0-1 0 0,0 0 1 0 0,0 0-1 0 0,0 0 0 0 0,0 1 1 0 0,1-1-1 0 0,-1 1 1 0 0,1-1-1 0 0,0 1 1 0 0,3-2-1 0 0,52-34 2112 0 0,-53 35-2281 0 0,1 1-1 0 0,-1-1 1 0 0,1 1 0 0 0,-1 1 0 0 0,1-1-1 0 0,0 1 1 0 0,0 0 0 0 0,-1 0-1 0 0,1 0 1 0 0,12 1 0 0 0,-17 0-91 0 0,1 1 0 0 0,-1-1 1 0 0,1 0-1 0 0,-1 0 0 0 0,0 1 0 0 0,1-1 1 0 0,-1 1-1 0 0,0-1 0 0 0,1 1 0 0 0,-1 0 1 0 0,0-1-1 0 0,0 1 0 0 0,0 0 0 0 0,1 0 1 0 0,-1 0-1 0 0,0 0 0 0 0,0 0 0 0 0,0 0 1 0 0,1 2-1 0 0,-1-1 8 0 0,-1 0 0 0 0,1 0 1 0 0,-1 0-1 0 0,1 0 0 0 0,-1 0 0 0 0,0 0 0 0 0,0 0 1 0 0,0 0-1 0 0,0 0 0 0 0,0 0 0 0 0,0 0 1 0 0,0 0-1 0 0,-1 0 0 0 0,1 0 0 0 0,-1 0 0 0 0,1-1 1 0 0,-1 1-1 0 0,-1 2 0 0 0,-27 53 33 0 0,23-48-90 0 0,1 0 0 0 0,0 0 0 0 0,0 0 0 0 0,1 0 1 0 0,1 1-1 0 0,-1 0 0 0 0,1 0 0 0 0,1 0 0 0 0,-2 17 1 0 0,4-26 39 0 0,-1 0 1 0 0,1 0-1 0 0,1 0 1 0 0,-1 1-1 0 0,0-1 1 0 0,0 0-1 0 0,0 0 1 0 0,0 0-1 0 0,1 0 1 0 0,-1 0-1 0 0,0-1 1 0 0,1 1-1 0 0,-1 0 1 0 0,1 0-1 0 0,-1 0 1 0 0,1 0-1 0 0,0 0 1 0 0,-1 0-1 0 0,1-1 1 0 0,0 1-1 0 0,-1 0 1 0 0,1-1-1 0 0,0 1 1 0 0,0 0-1 0 0,0-1 1 0 0,0 1-1 0 0,0-1 1 0 0,0 1-1 0 0,1 0 1 0 0,1-1 64 0 0,0 1 1 0 0,0-1-1 0 0,1 0 1 0 0,-1 1-1 0 0,0-1 0 0 0,1-1 1 0 0,-1 1-1 0 0,0 0 0 0 0,5-2 1 0 0,8-2 209 0 0,0-1-1 0 0,25-12 1 0 0,-30 11-682 0 0,0 1 0 0 0,0-2 0 0 0,0 1 0 0 0,-1-1 0 0 0,0-1 0 0 0,11-10 0 0 0,-17 14-95 0 0,0 0 0 0 0,-1-1 0 0 0,1 1 0 0 0,-1 0 0 0 0,0-1 1 0 0,0 0-1 0 0,-1 0 0 0 0,0 0 0 0 0,1 0 0 0 0,-2 0 0 0 0,1 0 0 0 0,0-1 0 0 0,-1 1 1 0 0,0-1-1 0 0,0 1 0 0 0,-1-7 0 0 0,1 1-698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2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49 968 0 0,'1'0'125'0'0,"-1"0"0"0"0,0 0 0 0 0,0 0 0 0 0,1 0 0 0 0,-1 0 0 0 0,0 0-1 0 0,1 0 1 0 0,-1 0 0 0 0,0 0 0 0 0,0 0 0 0 0,1 0 0 0 0,-1 0 0 0 0,0-1 0 0 0,0 1 0 0 0,1 0-1 0 0,-1 0 1 0 0,0 0 0 0 0,0 0 0 0 0,0-1 0 0 0,1 1 0 0 0,-1 0 0 0 0,0 0 0 0 0,0 0 0 0 0,0-1-1 0 0,0 1 1 0 0,0 0 0 0 0,1 0 0 0 0,-1-1 0 0 0,0 1 0 0 0,0 0 0 0 0,0 0 0 0 0,0-1 0 0 0,0 1 0 0 0,0 0-1 0 0,0 0 1 0 0,0-1 0 0 0,0 1 0 0 0,0 0 0 0 0,0-1 0 0 0,0 1 0 0 0,0 0 0 0 0,0 0 0 0 0,0-1-1 0 0,0 1 1 0 0,0 0 0 0 0,0 0 0 0 0,0-1 0 0 0,-1 1 0 0 0,1 0 0 0 0,0 0 0 0 0,0-1 0 0 0,0 1-1 0 0,0 0 1 0 0,0 0 0 0 0,-1 0 0 0 0,1-1 0 0 0,0 1 0 0 0,0 0 0 0 0,-1 0 0 0 0,1-1 0 0 0,17-4 910 0 0,7-4 455 0 0,-16 5-1185 0 0,1 0-1 0 0,-1 1 1 0 0,1 0-1 0 0,0 0 1 0 0,0 1-1 0 0,14-1 1 0 0,-22 3-272 0 0,1 0 0 0 0,-1 0 0 0 0,1 0 0 0 0,-1 0 0 0 0,1 0 0 0 0,-1 1 0 0 0,1-1 0 0 0,-1 1 0 0 0,0-1 0 0 0,1 1 0 0 0,-1-1 0 0 0,0 1 0 0 0,1 0 0 0 0,-1 0 0 0 0,0 0 0 0 0,0 0 0 0 0,1 0 0 0 0,0 1 0 0 0,0 0 26 0 0,-1 1-1 0 0,0-1 1 0 0,0 1 0 0 0,1-1 0 0 0,-1 1 0 0 0,-1-1-1 0 0,1 1 1 0 0,0 0 0 0 0,-1-1 0 0 0,1 1-1 0 0,-1 0 1 0 0,0-1 0 0 0,0 6 0 0 0,-1 5 68 0 0,-1 1 0 0 0,0-1 0 0 0,-1 0 1 0 0,-1 0-1 0 0,0 0 0 0 0,-9 19 0 0 0,8-21-148 0 0,0 0 0 0 0,1 0 1 0 0,1 0-1 0 0,0 0 0 0 0,0 1 0 0 0,1-1 0 0 0,0 1 0 0 0,1 22 1 0 0,0-33 22 0 0,1 1 1 0 0,0-1-1 0 0,0 1 0 0 0,1-1 1 0 0,-1 0-1 0 0,0 1 1 0 0,0-1-1 0 0,1 1 1 0 0,-1-1-1 0 0,1 0 1 0 0,-1 0-1 0 0,1 1 1 0 0,-1-1-1 0 0,1 0 0 0 0,0 0 1 0 0,0 0-1 0 0,-1 1 1 0 0,1-1-1 0 0,0 0 1 0 0,0 0-1 0 0,0 0 1 0 0,0-1-1 0 0,0 1 1 0 0,1 0-1 0 0,-1 0 1 0 0,0 0-1 0 0,0-1 0 0 0,0 1 1 0 0,1-1-1 0 0,-1 1 1 0 0,0-1-1 0 0,1 1 1 0 0,-1-1-1 0 0,0 0 1 0 0,1 0-1 0 0,-1 0 1 0 0,1 1-1 0 0,-1-1 0 0 0,0-1 1 0 0,1 1-1 0 0,-1 0 1 0 0,0 0-1 0 0,1 0 1 0 0,-1-1-1 0 0,0 1 1 0 0,1-1-1 0 0,1 0 1 0 0,10-4-168 0 0,-1-1 0 0 0,0 0 0 0 0,-1-1 0 0 0,14-9 1 0 0,-2 2-1168 0 0,-17 11 677 0 0,-1 0-1 0 0,1 0 1 0 0,-1 0 0 0 0,0 0 0 0 0,1-1-1 0 0,-2 0 1 0 0,1 0 0 0 0,0 0 0 0 0,-1-1-1 0 0,0 0 1 0 0,0 0 0 0 0,0 0 0 0 0,-1 0-1 0 0,1 0 1 0 0,-1-1 0 0 0,0 1 0 0 0,3-10-1 0 0,-2 7-580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3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39 1560 0 0,'-9'-38'8448'0'0,"10"61"-6536"0"0,23 202 818 0 0,-1-16-3188 0 0,-22-197 303 0 0,4 96-3124 0 0,-8-38-2351 0 0,1-57 3959 0 0,7 5-794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37 2016 0 0,'-4'-2'980'0'0,"0"-1"-1"0"0,1 1 1 0 0,-1-1-1 0 0,1 0 0 0 0,-1 0 1 0 0,1-1-1 0 0,0 1 1 0 0,0-1-1 0 0,-3-6 1 0 0,4 73 1629 0 0,2 19-2467 0 0,-2-58-96 0 0,1 1 0 0 0,2-1-1 0 0,1 1 1 0 0,0 0 0 0 0,2-1-1 0 0,7 26 1 0 0,-10-49-53 0 0,0 1 0 0 0,-1 0 0 0 0,1-1 0 0 0,0 1 0 0 0,0-1 0 0 0,0 1 0 0 0,0-1 0 0 0,0 1-1 0 0,0-1 1 0 0,0 0 0 0 0,1 0 0 0 0,-1 1 0 0 0,0-1 0 0 0,1 0 0 0 0,-1 0 0 0 0,1 0 0 0 0,-1 0 0 0 0,1-1 0 0 0,-1 1 0 0 0,1 0 0 0 0,0-1 0 0 0,-1 1 0 0 0,3 0 0 0 0,1-1 49 0 0,-1 0 1 0 0,0 1-1 0 0,1-2 1 0 0,-1 1 0 0 0,0 0-1 0 0,1-1 1 0 0,-1 0-1 0 0,0 0 1 0 0,6-2-1 0 0,1-1-456 0 0,-1 0 0 0 0,-1 0 0 0 0,1-1 0 0 0,0-1 0 0 0,-1 0-1 0 0,0 0 1 0 0,9-9 0 0 0,-36 17-8459 0 0,14-2 7907 0 0,0 3-708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3 135 3057 0 0,'0'0'113'0'0,"0"0"0"0"0,-1-1 0 0 0,1 1 1 0 0,0 0-1 0 0,0 0 0 0 0,0 0 0 0 0,0 0 1 0 0,0-1-1 0 0,0 1 0 0 0,-1 0 0 0 0,1 0 1 0 0,0 0-1 0 0,0 0 0 0 0,0-1 0 0 0,0 1 1 0 0,0 0-1 0 0,0 0 0 0 0,0 0 0 0 0,0-1 1 0 0,0 1-1 0 0,0 0 0 0 0,0 0 0 0 0,0 0 1 0 0,0-1-1 0 0,0 1 0 0 0,0 0 0 0 0,0 0 1 0 0,0 0-1 0 0,0-1 0 0 0,0 1 0 0 0,0 0 1 0 0,0 0-1 0 0,0 0 0 0 0,1-1 0 0 0,-1 1 1 0 0,0 0-1 0 0,0 0 0 0 0,0 0 0 0 0,0 0 1 0 0,0-1-1 0 0,1 1 0 0 0,-1 0 0 0 0,0 0 1 0 0,0 0-1 0 0,0 0 0 0 0,1 0 0 0 0,13-12 1759 0 0,19-7-320 0 0,20-3-12 0 0,73-20 1 0 0,-2 14-4396 0 0,-117 27 1830 0 0,25-1-6620 0 0,-19 7 5142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9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53 2096 0 0,'0'0'84'0'0,"0"1"-1"0"0,0-1 0 0 0,-1 0 0 0 0,1 0 1 0 0,0 0-1 0 0,0 0 0 0 0,-1 0 0 0 0,1 0 1 0 0,0 0-1 0 0,0 0 0 0 0,-1 0 0 0 0,1 0 1 0 0,0 0-1 0 0,0 0 0 0 0,-1 0 0 0 0,1 0 1 0 0,0 0-1 0 0,0 0 0 0 0,-1 0 0 0 0,1 0 1 0 0,0 0-1 0 0,0 0 0 0 0,0 0 0 0 0,-1 0 1 0 0,1-1-1 0 0,0 1 0 0 0,0 0 0 0 0,-1 0 1 0 0,1 0-1 0 0,0 0 0 0 0,0-1 0 0 0,0 1 1 0 0,0 0-1 0 0,-1 0 0 0 0,1 0 0 0 0,0-1 1 0 0,0 1-1 0 0,0 0 0 0 0,0 0 0 0 0,0 0 1 0 0,0-1-1 0 0,0 1 0 0 0,0 0 0 0 0,-1 0 1 0 0,1-1-1 0 0,0 1 0 0 0,0-1 0 0 0,11-9 1717 0 0,20-9-294 0 0,-23 16-1223 0 0,-1 0 0 0 0,1 0 0 0 0,0 0 1 0 0,15-2-1 0 0,-22 5-246 0 0,0-1-1 0 0,0 1 1 0 0,0 0 0 0 0,0 0 0 0 0,0 0 0 0 0,0 0 0 0 0,1 0 0 0 0,-1 0 0 0 0,0 0 0 0 0,0 0 0 0 0,0 0-1 0 0,0 0 1 0 0,0 0 0 0 0,0 1 0 0 0,0-1 0 0 0,1 0 0 0 0,-1 1 0 0 0,0-1 0 0 0,0 1 0 0 0,0-1 0 0 0,-1 1 0 0 0,1 0-1 0 0,0-1 1 0 0,0 1 0 0 0,0 0 0 0 0,0 0 0 0 0,0 0 0 0 0,-1 0 0 0 0,1-1 0 0 0,0 1 0 0 0,-1 0 0 0 0,1 0-1 0 0,-1 0 1 0 0,1 0 0 0 0,-1 0 0 0 0,1 1 0 0 0,-1-1 0 0 0,0 0 0 0 0,0 0 0 0 0,1 0 0 0 0,-1 0 0 0 0,0 0-1 0 0,0 2 1 0 0,-2 13 87 0 0,0-1-1 0 0,0 0 0 0 0,-2 0 1 0 0,0 0-1 0 0,0 0 0 0 0,-11 22 0 0 0,8-21-121 0 0,1 1 0 0 0,0-1-1 0 0,1 1 1 0 0,-3 29-1 0 0,7-45-4 0 0,1 0 0 0 0,0 0 0 0 0,-1 0 1 0 0,1 1-1 0 0,0-1 0 0 0,0 0 0 0 0,0 0 0 0 0,0 0 0 0 0,0 1 0 0 0,0-1 0 0 0,1 0 0 0 0,-1 0 0 0 0,0 0 0 0 0,1 0 0 0 0,-1 0 0 0 0,0 1 1 0 0,1-1-1 0 0,0 0 0 0 0,-1 0 0 0 0,1 0 0 0 0,-1 0 0 0 0,1 0 0 0 0,0-1 0 0 0,0 1 0 0 0,0 0 0 0 0,0 0 0 0 0,-1 0 0 0 0,1-1 1 0 0,0 1-1 0 0,2 1 0 0 0,0-2-3 0 0,0 0-1 0 0,-1 1 1 0 0,1-1 0 0 0,-1 0 0 0 0,1-1 0 0 0,0 1 0 0 0,-1 0-1 0 0,1-1 1 0 0,-1 0 0 0 0,1 1 0 0 0,-1-1 0 0 0,1 0 0 0 0,2-2-1 0 0,10-4-22 0 0,0-2 0 0 0,-1 0 0 0 0,16-12 0 0 0,-16 10-375 0 0,0-1 1 0 0,-1-1-1 0 0,0 0 0 0 0,11-15 1 0 0,-19 21-460 0 0,0 1 0 0 0,-1-1 1 0 0,0-1-1 0 0,0 1 0 0 0,-1-1 1 0 0,1 1-1 0 0,-2-1 0 0 0,1 0 0 0 0,-1 0 1 0 0,2-16-1 0 0,-1 14-412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19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18 696 0 0,'4'-17'3395'0'0,"-11"20"1904"0"0,-6 17-279 0 0,8-7-4684 0 0,0 10-89 0 0,2 0-1 0 0,1 0 1 0 0,1 0 0 0 0,0 0 0 0 0,2 1 0 0 0,6 34 0 0 0,0 46-10140 0 0,-11-79 5275 0 0,3-14 2807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20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102 125 3641 0 0,'-9'14'1701'0'0,"1"1"1"0"0,0 0 0 0 0,-5 17 0 0 0,10-25-1484 0 0,0 0 0 0 0,1 0 1 0 0,0 0-1 0 0,1 1 1 0 0,-1-1-1 0 0,1 1 1 0 0,1-1-1 0 0,0 1 1 0 0,0 9-1 0 0,10 14-5261 0 0,-20-52 535 0 0,-11-7 4005 0 0,-4-10 774 0 0,24 36-168 0 0,0 0 1 0 0,1 1-1 0 0,-1-1 1 0 0,1 0-1 0 0,0 0 1 0 0,-1 0 0 0 0,1 0-1 0 0,0 1 1 0 0,0-1-1 0 0,1 0 1 0 0,-1 0-1 0 0,0 0 1 0 0,0 0-1 0 0,1 1 1 0 0,-1-1 0 0 0,1 0-1 0 0,0 0 1 0 0,-1 1-1 0 0,1-1 1 0 0,0 0-1 0 0,0 1 1 0 0,2-3-1 0 0,4-5 417 0 0,2 0-1 0 0,-1 0 1 0 0,1 0-1 0 0,1 1 1 0 0,0 1-1 0 0,0 0 1 0 0,0 0-1 0 0,13-6 1 0 0,98-41 1607 0 0,-78 36-1644 0 0,-35 15-342 0 0,61-23 801 0 0,-65 25-851 0 0,-1 0 0 0 0,1 0 0 0 0,-1 0 0 0 0,0 0 0 0 0,1 1 0 0 0,-1 0 0 0 0,1-1 0 0 0,0 2 0 0 0,-1-1 0 0 0,1 0 1 0 0,-1 0-1 0 0,1 1 0 0 0,-1 0 0 0 0,0 0 0 0 0,1 0 0 0 0,-1 0 0 0 0,5 2 0 0 0,-6 0-8 0 0,-1-1-1 0 0,1 1 1 0 0,0-1 0 0 0,-1 1 0 0 0,1 0-1 0 0,-1 0 1 0 0,0-1 0 0 0,0 1 0 0 0,0 0-1 0 0,0 0 1 0 0,0 0 0 0 0,-1 0 0 0 0,0 0-1 0 0,1 0 1 0 0,-1 0 0 0 0,0 0-1 0 0,0 1 1 0 0,-1 3 0 0 0,-8 56-525 0 0,6-50-110 0 0,-5 23-3079 0 0,7-35 3187 0 0,1 1 1 0 0,-1-1-1 0 0,1 0 1 0 0,-1 1-1 0 0,0-1 0 0 0,0 0 1 0 0,1 0-1 0 0,-1 0 1 0 0,0 0-1 0 0,0 0 0 0 0,0 0 1 0 0,0 0-1 0 0,0 0 1 0 0,0 0-1 0 0,0 0 0 0 0,-1 0 1 0 0,1-1-1 0 0,0 1 1 0 0,0 0-1 0 0,-1-1 0 0 0,-1 1 1 0 0,0 0-1055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20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12 162 2369 0 0,'-12'2'2898'0'0,"28"-10"199"0"0,3-2-1944 0 0,117-69 2895 0 0,-62 46-4403 0 0,0 12-4192 0 0,-67 16 1208 0 0,-6 2 1917 0 0,5-1-1584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7:29.5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10 285 2112 0 0,'-1'-1'62'0'0,"1"1"0"0"0,-1 0-1 0 0,0-1 1 0 0,1 1 0 0 0,-1-1-1 0 0,1 1 1 0 0,-1-1-1 0 0,1 1 1 0 0,-1-1 0 0 0,1 0-1 0 0,-1 1 1 0 0,1-1-1 0 0,0 0 1 0 0,-1 1 0 0 0,1-1-1 0 0,0 0 1 0 0,-1 0-1 0 0,1 1 1 0 0,0-1 0 0 0,0 0-1 0 0,0 0 1 0 0,0 1 0 0 0,0-1-1 0 0,0 0 1 0 0,0 0-1 0 0,0 1 1 0 0,0-1 0 0 0,0 0-1 0 0,0 0 1 0 0,0 1-1 0 0,1-1 1 0 0,-1 0 0 0 0,1-1-1 0 0,21-12 1249 0 0,-12 10-632 0 0,34 24 1378 0 0,-29-16-1825 0 0,0 0 1 0 0,1-2-1 0 0,-1 1 1 0 0,0-2-1 0 0,1 0 0 0 0,21-2 1 0 0,98-15 1129 0 0,-38 3-967 0 0,188 0 830 0 0,71-7 386 0 0,144-6-1122 0 0,-100 10 118 0 0,23-7-12 0 0,-130 9-452 0 0,116 17 345 0 0,-284 2-408 0 0,-28-6 49 0 0,99-14 0 0 0,-101 5-62 0 0,106 4 1 0 0,222-10 208 0 0,-337 10-261 0 0,182 0 21 0 0,44-5-78 0 0,294-8 226 0 0,-596 19-182 0 0,312-12 45 0 0,0-1 43 0 0,67 4 22 0 0,-222 3-59 0 0,290 13 195 0 0,-103-7-102 0 0,-8-1-110 0 0,-135-10 59 0 0,179 2 18 0 0,462 77-42 0 0,-814-65-44 0 0,16 2 6 0 0,199 24 182 0 0,-212-22-200 0 0,-18-4-68 0 0,1 1-1 0 0,0 1 0 0 0,34 12 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0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90 1776 0 0,'-2'-5'613'0'0,"0"0"-1"0"0,-1 0 1 0 0,0 0-1 0 0,0 0 1 0 0,0 1-1 0 0,0 0 1 0 0,-6-6-1 0 0,8 9-507 0 0,1 1 0 0 0,-1 0 0 0 0,1-1 0 0 0,-1 1 0 0 0,1 0 0 0 0,-1 0 0 0 0,0-1 0 0 0,1 1 0 0 0,-1 0-1 0 0,1 0 1 0 0,-1 0 0 0 0,0 0 0 0 0,1-1 0 0 0,-1 1 0 0 0,0 0 0 0 0,1 0 0 0 0,-1 0 0 0 0,0 0-1 0 0,1 1 1 0 0,-1-1 0 0 0,0 0 0 0 0,1 0 0 0 0,-1 0 0 0 0,1 0 0 0 0,-1 1 0 0 0,0-1 0 0 0,-1 2-16 0 0,0-1 1 0 0,1 1-1 0 0,-1 0 1 0 0,0-1-1 0 0,1 1 0 0 0,-1 0 1 0 0,1 0-1 0 0,0 0 1 0 0,0 0-1 0 0,0 0 1 0 0,-2 3-1 0 0,0 5 97 0 0,0-1 0 0 0,0 1 0 0 0,1 0 0 0 0,0 0 0 0 0,1 0 0 0 0,0 0 0 0 0,1 0 0 0 0,1 18 0 0 0,-1-24-150 0 0,0 1 0 0 0,0-1 1 0 0,1 0-1 0 0,0 0 1 0 0,-1 0-1 0 0,1 0 1 0 0,1 0-1 0 0,-1 0 1 0 0,0 0-1 0 0,1 0 1 0 0,0 0-1 0 0,0 0 1 0 0,0-1-1 0 0,1 1 1 0 0,-1-1-1 0 0,1 1 1 0 0,0-1-1 0 0,0 0 0 0 0,0 0 1 0 0,0-1-1 0 0,0 1 1 0 0,0 0-1 0 0,6 2 1 0 0,-8-5-11 0 0,1 1 0 0 0,-1-1 1 0 0,1 1-1 0 0,-1-1 0 0 0,1 0 1 0 0,-1 0-1 0 0,1 0 1 0 0,-1 0-1 0 0,1 0 0 0 0,-1 0 1 0 0,1 0-1 0 0,-1 0 0 0 0,1 0 1 0 0,-1-1-1 0 0,1 1 0 0 0,-1-1 1 0 0,0 1-1 0 0,1-1 0 0 0,-1 0 1 0 0,1 1-1 0 0,-1-1 0 0 0,0 0 1 0 0,0 0-1 0 0,2-2 0 0 0,0 0 45 0 0,0 0-1 0 0,0-1 0 0 0,0 1 0 0 0,-1-1 1 0 0,0 0-1 0 0,0 0 0 0 0,0 0 1 0 0,3-7-1 0 0,-1-3 97 0 0,0 0 1 0 0,-1 0-1 0 0,0-1 1 0 0,1-19-1 0 0,-4 22-44 0 0,0 0 0 0 0,-1 1 0 0 0,0-1 0 0 0,-1 0-1 0 0,-5-21 1 0 0,6 32-116 0 0,1-1 0 0 0,0 0 1 0 0,-1 1-1 0 0,0-1 0 0 0,1 0 0 0 0,-1 1 0 0 0,0-1 0 0 0,0 0 0 0 0,0 1 0 0 0,0-1 0 0 0,0 1 0 0 0,0 0 0 0 0,0-1 0 0 0,0 1 1 0 0,0 0-1 0 0,-1 0 0 0 0,1 0 0 0 0,-1 0 0 0 0,1 0 0 0 0,-1 0 0 0 0,1 0 0 0 0,-1 0 0 0 0,1 0 0 0 0,-1 1 0 0 0,0-1 1 0 0,0 1-1 0 0,1-1 0 0 0,-1 1 0 0 0,0 0 0 0 0,0 0 0 0 0,1-1 0 0 0,-1 1 0 0 0,0 1 0 0 0,0-1 0 0 0,1 0 0 0 0,-1 0 0 0 0,0 1 1 0 0,0-1-1 0 0,1 0 0 0 0,-1 1 0 0 0,0 0 0 0 0,1-1 0 0 0,-1 1 0 0 0,1 0 0 0 0,-1 0 0 0 0,1 0 0 0 0,-1 0 0 0 0,-2 3 0 0 0,-7 6-876 0 0,-1 1-1 0 0,1 0 0 0 0,1 1 1 0 0,0 0-1 0 0,1 1 0 0 0,0 0 1 0 0,1 0-1 0 0,-8 18 0 0 0,-3 3-4441 0 0,18-29 2922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0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2537 0 0,'1'0'149'0'0,"0"0"0"0"0,-1 1 1 0 0,1-1-1 0 0,0 1 1 0 0,-1-1-1 0 0,1 1 0 0 0,-1-1 1 0 0,1 1-1 0 0,-1 0 1 0 0,1-1-1 0 0,-1 1 0 0 0,1 0 1 0 0,-1-1-1 0 0,1 1 1 0 0,-1 0-1 0 0,0-1 1 0 0,0 1-1 0 0,1 0 0 0 0,-1 0 1 0 0,0-1-1 0 0,0 1 1 0 0,0 0-1 0 0,0 0 0 0 0,0 1 1 0 0,3 26 808 0 0,-2-24-652 0 0,0 35 585 0 0,-2 0-1 0 0,-6 45 0 0 0,3-48-1434 0 0,2 0-1 0 0,3 65 1 0 0,5-77-1854 0 0,0-14 499 0 0,1-14-331 0 0,-2-2 719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0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38 1456 0 0,'-20'-4'3311'0'0,"20"4"-3271"0"0,-1 0 1 0 0,1 0 0 0 0,0 0-1 0 0,-1-1 1 0 0,1 1-1 0 0,0 1 1 0 0,0-1 0 0 0,-1 0-1 0 0,1 0 1 0 0,0 0-1 0 0,0 0 1 0 0,-1 0 0 0 0,1 0-1 0 0,0 0 1 0 0,-1 0-1 0 0,1 0 1 0 0,0 0 0 0 0,0 1-1 0 0,0-1 1 0 0,-1 0-1 0 0,1 0 1 0 0,0 0-1 0 0,0 0 1 0 0,0 1 0 0 0,-1-1-1 0 0,1 0 1 0 0,0 0-1 0 0,0 1 1 0 0,0-1 0 0 0,0 0-1 0 0,-1 0 1 0 0,1 1-1 0 0,0-1 1 0 0,0 0 0 0 0,0 0-1 0 0,0 1 1 0 0,0-1-1 0 0,0 0 1 0 0,0 0 0 0 0,0 1-1 0 0,0-1 1 0 0,0 0-1 0 0,0 1 1 0 0,0-1 0 0 0,0 0-1 0 0,0 0 1 0 0,0 1-1 0 0,0-1 1 0 0,0 0-1 0 0,1 0 1 0 0,-1 1 0 0 0,0-1-1 0 0,0 0 1 0 0,0 0-1 0 0,0 1 1 0 0,0-1 0 0 0,1 0-1 0 0,-1 0 1 0 0,0 0-1 0 0,0 1 1 0 0,0-1 0 0 0,1 0-1 0 0,-1 0 1 0 0,0 0-1 0 0,0 0 1 0 0,1 1 0 0 0,-1-1-1 0 0,0 0 1 0 0,1 0-1 0 0,0 1 14 0 0,0 0 0 0 0,1 0-1 0 0,-1 0 1 0 0,1 0 0 0 0,-1 0-1 0 0,1 0 1 0 0,-1 0 0 0 0,1-1-1 0 0,0 1 1 0 0,-1-1-1 0 0,1 1 1 0 0,0-1 0 0 0,0 0-1 0 0,-1 1 1 0 0,1-1 0 0 0,0 0-1 0 0,0 0 1 0 0,-1 0 0 0 0,1-1-1 0 0,0 1 1 0 0,0 0 0 0 0,-1-1-1 0 0,1 1 1 0 0,0-1 0 0 0,-1 1-1 0 0,1-1 1 0 0,2-1 0 0 0,48-27-1845 0 0,-42 23 454 0 0,-8 4 920 0 0,1 1 0 0 0,-1-1 0 0 0,1 1 0 0 0,0-1 0 0 0,-1 1 0 0 0,1 0 0 0 0,0 0 0 0 0,0 1 0 0 0,0-1 0 0 0,6 0 0 0 0,1-1-899 0 0</inkml:trace>
  <inkml:trace contextRef="#ctx0" brushRef="#br0" timeOffset="1">10 263 2817 0 0,'-3'13'644'0'0,"0"0"1"0"0,2 1-1 0 0,0-1 1 0 0,0 0 0 0 0,1 1-1 0 0,2 17 1 0 0,-1-29-586 0 0,-1 0-1 0 0,1 1 1 0 0,-1-1 0 0 0,1 0-1 0 0,0 0 1 0 0,0 0 0 0 0,0 0-1 0 0,0 0 1 0 0,0 0 0 0 0,0 0-1 0 0,0 0 1 0 0,1 0 0 0 0,-1-1-1 0 0,1 1 1 0 0,-1-1 0 0 0,1 1 0 0 0,0-1-1 0 0,2 2 1 0 0,-1-1-8 0 0,0-2 0 0 0,0 1 1 0 0,0 0-1 0 0,0-1 0 0 0,0 1 0 0 0,1-1 0 0 0,-1 0 1 0 0,0 0-1 0 0,0 0 0 0 0,0 0 0 0 0,0-1 1 0 0,0 1-1 0 0,0-1 0 0 0,0 0 0 0 0,0 0 1 0 0,0 0-1 0 0,4-2 0 0 0,9-4 155 0 0,-1-2 0 0 0,0 1 0 0 0,-1-2 1 0 0,17-13-1 0 0,34-21-942 0 0,-16 24-3700 0 0,-44 20 1078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1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1880 0 0,'2'-1'90'0'0,"-1"0"0"0"0,1 0 0 0 0,0 0 0 0 0,-1 0 0 0 0,1 0 0 0 0,0 0 0 0 0,0 0 0 0 0,0 1 0 0 0,0-1 0 0 0,0 1 0 0 0,0-1 0 0 0,0 1 0 0 0,0 0 0 0 0,0-1 0 0 0,0 1 0 0 0,0 0 0 0 0,0 1 0 0 0,0-1 0 0 0,0 0 0 0 0,0 0 0 0 0,0 1 0 0 0,0-1 0 0 0,0 1 0 0 0,-1 0 0 0 0,1 0 0 0 0,0-1 0 0 0,0 1 0 0 0,0 0 0 0 0,-1 1 0 0 0,1-1 0 0 0,0 0 0 0 0,-1 0 0 0 0,1 1 0 0 0,-1-1 0 0 0,0 1 0 0 0,1-1 0 0 0,-1 1 0 0 0,0-1 0 0 0,0 1 0 0 0,0 0 0 0 0,0 0 0 0 0,0 0 0 0 0,-1-1 0 0 0,1 1 0 0 0,0 0 0 0 0,-1 0 0 0 0,1 0 0 0 0,-1 0 0 0 0,0 0-1 0 0,0 0 1 0 0,0 0 0 0 0,0 3 0 0 0,-3 16 8 0 0,0-1 0 0 0,-2 1 0 0 0,0-1-1 0 0,-1 0 1 0 0,-11 21 0 0 0,7-15-30 0 0,-13 53 0 0 0,23-80-57 0 0,0 1 0 0 0,1-1 0 0 0,-1 1 0 0 0,0 0 0 0 0,1-1 0 0 0,-1 1 0 0 0,1 0-1 0 0,-1-1 1 0 0,1 1 0 0 0,-1 0 0 0 0,1-1 0 0 0,-1 1 0 0 0,1 0 0 0 0,-1 0 0 0 0,1 0 0 0 0,-1 0-1 0 0,1-1 1 0 0,0 1 0 0 0,-1 0 0 0 0,1 0 0 0 0,-1 0 0 0 0,1 0 0 0 0,-1 0 0 0 0,1 0 0 0 0,0 1 0 0 0,-1-1-1 0 0,1 0 1 0 0,-1 0 0 0 0,1 0 0 0 0,-1 0 0 0 0,1 1 0 0 0,-1-1 0 0 0,1 0 0 0 0,-1 0 0 0 0,1 1-1 0 0,-1-1 1 0 0,1 0 0 0 0,-1 1 0 0 0,1-1 0 0 0,-1 1 0 0 0,0-1 0 0 0,1 1 0 0 0,-1-1 0 0 0,0 0 0 0 0,1 1-1 0 0,-1-1 1 0 0,0 1 0 0 0,0-1 0 0 0,1 1 0 0 0,-1 0 0 0 0,0-1 0 0 0,0 1 0 0 0,0-1 0 0 0,0 1 0 0 0,0-1-1 0 0,0 1 1 0 0,0 0 0 0 0,0-1 0 0 0,0 1 0 0 0,0-1 0 0 0,0 1 0 0 0,0-1 0 0 0,0 1 0 0 0,0-1-1 0 0,-1 1 1 0 0,1 0 0 0 0,0-1 0 0 0,0 1 0 0 0,-1 0 0 0 0,36-28 373 0 0,-25 16-970 0 0,0-1 0 0 0,-1 0 0 0 0,-1-1 0 0 0,0 0 0 0 0,0 0-1 0 0,-2-1 1 0 0,10-25 0 0 0,-18 13-1054 0 0,0 19 1144 0 0,2-5-926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2000 0 0,'0'0'605'0'0,"27"-19"3189"0"0,-11 4-3029 0 0,-12 11-677 0 0,0-1 0 0 0,1 0 0 0 0,0 1 0 0 0,0 0 0 0 0,0 0 0 0 0,0 0 0 0 0,1 1-1 0 0,0-1 1 0 0,-1 2 0 0 0,13-6 0 0 0,-17 8-76 0 0,0 1 0 0 0,0-1 0 0 0,0 0 0 0 0,0 1 1 0 0,0-1-1 0 0,-1 0 0 0 0,1 1 0 0 0,0-1 0 0 0,0 1 0 0 0,-1 0 0 0 0,1-1 0 0 0,0 1 0 0 0,-1-1 0 0 0,1 1 1 0 0,0 0-1 0 0,-1-1 0 0 0,1 1 0 0 0,-1 0 0 0 0,1 0 0 0 0,-1 0 0 0 0,0-1 0 0 0,1 1 0 0 0,-1 0 0 0 0,0 0 1 0 0,0 0-1 0 0,1 0 0 0 0,-1 0 0 0 0,0 0 0 0 0,0-1 0 0 0,0 1 0 0 0,0 0 0 0 0,0 0 0 0 0,0 0 1 0 0,0 0-1 0 0,0 0 0 0 0,-1 1 0 0 0,-1 36 144 0 0,-17 42-47 0 0,13-64-98 0 0,2 0 0 0 0,0 1 1 0 0,0 0-1 0 0,2-1 0 0 0,0 1 0 0 0,1 23 0 0 0,1-39-14 0 0,0-1 1 0 0,0 0-1 0 0,0 1 1 0 0,0-1-1 0 0,0 1 1 0 0,0-1-1 0 0,0 1 1 0 0,0-1-1 0 0,0 1 1 0 0,1-1-1 0 0,-1 1 1 0 0,0-1-1 0 0,0 1 1 0 0,0-1-1 0 0,1 0 0 0 0,-1 1 1 0 0,0-1-1 0 0,1 1 1 0 0,-1-1-1 0 0,0 0 1 0 0,1 1-1 0 0,-1-1 1 0 0,0 0-1 0 0,1 1 1 0 0,-1-1-1 0 0,0 0 1 0 0,1 0-1 0 0,-1 1 1 0 0,1-1-1 0 0,-1 0 1 0 0,1 0-1 0 0,-1 0 0 0 0,1 0 1 0 0,-1 0-1 0 0,0 1 1 0 0,1-1-1 0 0,-1 0 1 0 0,1 0-1 0 0,-1 0 1 0 0,1 0-1 0 0,-1 0 1 0 0,1 0-1 0 0,-1-1 1 0 0,1 1-1 0 0,-1 0 1 0 0,1 0-1 0 0,-1 0 1 0 0,1 0-1 0 0,-1-1 0 0 0,0 1 1 0 0,1 0-1 0 0,-1 0 1 0 0,1-1-1 0 0,-1 1 1 0 0,0 0-1 0 0,1 0 1 0 0,-1-1-1 0 0,0 1 1 0 0,1-1-1 0 0,-1 1 1 0 0,0 0-1 0 0,1-1 1 0 0,-1 1-1 0 0,0-1 1 0 0,1 0-1 0 0,26-30-62 0 0,-25 28 50 0 0,28-33-350 0 0,39-54-4707 0 0,-63 73 3694 0 0,-5 12-10 0 0</inkml:trace>
  <inkml:trace contextRef="#ctx0" brushRef="#br0" timeOffset="1">192 203 968 0 0,'-8'41'2526'0'0,"5"-33"-1969"0"0,1-1-1 0 0,1 1 1 0 0,0 0-1 0 0,0 0 1 0 0,0 0-1 0 0,1 0 1 0 0,0 0 0 0 0,2 13-1 0 0,-5 9-512 0 0,1-26-532 0 0,1 0 1 0 0,-1 0-1 0 0,0-1 1 0 0,0 1-1 0 0,0 0 1 0 0,0-1-1 0 0,-1 1 1 0 0,1-1-1 0 0,-1 1 0 0 0,0-1 1 0 0,0 0-1 0 0,0-1 1 0 0,0 1-1 0 0,-8 4 1 0 0,4-3-579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2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1696 0 0,'2'0'4781'0'0,"17"-5"-2321"0"0,33-36-336 0 0,10-6-2510 0 0,-57 44-310 0 0,-1 1 0 0 0,1-1 0 0 0,0 1 1 0 0,0 0-1 0 0,0 1 0 0 0,10-3 0 0 0,-15 4 605 0 0,1 0 0 0 0,-1 0 0 0 0,0 0 0 0 0,0 0 0 0 0,1 0 0 0 0,-1 0 0 0 0,0 0 0 0 0,1 0 0 0 0,-1 0 0 0 0,0 0 0 0 0,0 0 0 0 0,1 0 0 0 0,-1 0 0 0 0,0 0 0 0 0,1 0 0 0 0,-1 0 0 0 0,0 0 1 0 0,0 0-1 0 0,1 0 0 0 0,-1 0 0 0 0,0 1 0 0 0,0-1 0 0 0,1 0 0 0 0,-1 0 0 0 0,0 0 0 0 0,0 0 0 0 0,0 1 0 0 0,1-1 0 0 0,-1 0 0 0 0,0 0 0 0 0,0 0 0 0 0,0 1 0 0 0,1-1 0 0 0,-1 0 0 0 0,0 0 0 0 0,0 1 0 0 0,0-1 0 0 0,2 6-1680 0 0</inkml:trace>
  <inkml:trace contextRef="#ctx0" brushRef="#br0" timeOffset="1">75 264 2625 0 0,'64'-43'5191'0'0,"-57"38"-5052"0"0,0 0-1 0 0,0 0 0 0 0,0 1 0 0 0,1 0 1 0 0,-1 0-1 0 0,14-4 0 0 0,-19 7-125 0 0,-1 0-1 0 0,1 1 1 0 0,-1-1-1 0 0,1 1 1 0 0,0-1-1 0 0,-1 1 1 0 0,1 0-1 0 0,0 0 1 0 0,0 0-1 0 0,-1 0 1 0 0,1 0-1 0 0,0 0 1 0 0,-1 0-1 0 0,1 1 1 0 0,0-1-1 0 0,-1 0 0 0 0,1 1 1 0 0,0 0-1 0 0,-1-1 1 0 0,1 1-1 0 0,-1 0 1 0 0,1 0-1 0 0,-1 0 1 0 0,1 0-1 0 0,-1 0 1 0 0,0 0-1 0 0,0 0 1 0 0,1 0-1 0 0,-1 1 1 0 0,0-1-1 0 0,0 0 1 0 0,0 1-1 0 0,0-1 1 0 0,0 1-1 0 0,-1-1 1 0 0,1 1-1 0 0,0-1 1 0 0,0 4-1 0 0,3 10-955 0 0,-1 0 0 0 0,-1 0 0 0 0,1 21 0 0 0,-3-25-126 0 0,-2-2-672 0 0,-1-8 1082 0 0,3 3-979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2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0 2737 0 0,'-6'13'326'0'0,"0"0"1"0"0,1-1 0 0 0,0 2-1 0 0,1-1 1 0 0,1 0-1 0 0,0 1 1 0 0,1 0 0 0 0,0 0-1 0 0,2 0 1 0 0,-1-1 0 0 0,1 1-1 0 0,1 0 1 0 0,5 25 0 0 0,-6-37-322 0 0,1 0 1 0 0,0 0 0 0 0,-1 0-1 0 0,1 0 1 0 0,0 0 0 0 0,0 0 0 0 0,0 0-1 0 0,0 0 1 0 0,1 0 0 0 0,-1 0-1 0 0,0 0 1 0 0,1-1 0 0 0,0 1 0 0 0,-1-1-1 0 0,1 1 1 0 0,0-1 0 0 0,0 1-1 0 0,-1-1 1 0 0,1 0 0 0 0,0 0 0 0 0,0 0-1 0 0,0 0 1 0 0,1 0 0 0 0,-1-1-1 0 0,0 1 1 0 0,0-1 0 0 0,0 1 0 0 0,0-1-1 0 0,1 0 1 0 0,-1 0 0 0 0,0 0-1 0 0,0 0 1 0 0,1 0 0 0 0,-1 0 0 0 0,0 0-1 0 0,0-1 1 0 0,1 1 0 0 0,-1-1-1 0 0,0 0 1 0 0,0 0 0 0 0,3-1 0 0 0,1-1 48 0 0,-1 0 0 0 0,1 0 1 0 0,-1 0-1 0 0,0 0 1 0 0,0-1-1 0 0,-1 0 0 0 0,1 0 1 0 0,-1 0-1 0 0,1-1 1 0 0,-1 1-1 0 0,-1-1 1 0 0,1 0-1 0 0,-1 0 0 0 0,5-9 1 0 0,-6 9 21 0 0,0 0 1 0 0,-1 0 0 0 0,1 0-1 0 0,-1 0 1 0 0,0 0 0 0 0,0 0-1 0 0,-1 0 1 0 0,0 0 0 0 0,0 0-1 0 0,0-1 1 0 0,0 1 0 0 0,-1 0-1 0 0,0 0 1 0 0,0 0 0 0 0,0 0 0 0 0,-1 0-1 0 0,1 0 1 0 0,-5-7 0 0 0,4 9-64 0 0,0 1 0 0 0,0-1 0 0 0,0 0 0 0 0,-1 1 0 0 0,1-1 0 0 0,-1 1 0 0 0,0 0 1 0 0,0 0-1 0 0,0 0 0 0 0,0 0 0 0 0,0 0 0 0 0,0 1 0 0 0,0 0 0 0 0,0-1 0 0 0,-1 1 1 0 0,1 0-1 0 0,0 1 0 0 0,-1-1 0 0 0,1 0 0 0 0,-1 1 0 0 0,1 0 0 0 0,-1 0 1 0 0,1 0-1 0 0,-1 0 0 0 0,1 1 0 0 0,-1-1 0 0 0,-6 3 0 0 0,-1 0-589 0 0,-1 2 0 0 0,1-1 0 0 0,-1 2-1 0 0,1-1 1 0 0,1 2 0 0 0,-1-1 0 0 0,1 1 0 0 0,0 1-1 0 0,-15 15 1 0 0,11-11-998 0 0,6-2-560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2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3449 0 0,'2'63'3976'0'0,"2"33"-2610"0"0,-1-51-1100 0 0,-2-8-342 0 0,6 56-393 0 0,-6-85-214 0 0,1 0-1 0 0,0-1 1 0 0,1 1-1 0 0,-1-1 1 0 0,7 11 0 0 0,-5-12-760 0 0,2-3-766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3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10 133 3673 0 0,'1'0'72'0'0,"0"1"-1"0"0,-1-1 1 0 0,1 1 0 0 0,0-1 0 0 0,0 1-1 0 0,-1-1 1 0 0,1 1 0 0 0,0-1 0 0 0,0 0-1 0 0,-1 1 1 0 0,1-1 0 0 0,0 0 0 0 0,0 0-1 0 0,0 0 1 0 0,0 0 0 0 0,0 1 0 0 0,-1-1-1 0 0,1 0 1 0 0,0-1 0 0 0,0 1-1 0 0,0 0 1 0 0,0 0 0 0 0,0 0 0 0 0,-1 0-1 0 0,1-1 1 0 0,0 1 0 0 0,0 0 0 0 0,0-1-1 0 0,-1 1 1 0 0,1 0 0 0 0,0-1 0 0 0,0 1-1 0 0,-1-1 1 0 0,1 0 0 0 0,0 1 0 0 0,-1-1-1 0 0,1 1 1 0 0,0-2 0 0 0,28-22 846 0 0,-29 23-909 0 0,34-46 1207 0 0,-30 40-1074 0 0,0 1 0 0 0,0-1 0 0 0,1 1 0 0 0,0-1 0 0 0,0 1 0 0 0,1 0 0 0 0,8-6 0 0 0,-38 59 673 0 0,-8-1-902 0 0,11-16-67 0 0,-24 45-1 0 0,40-66 91 0 0,1 0 0 0 0,0 0 1 0 0,1 0-1 0 0,0 0 0 0 0,0 0 0 0 0,1 1 0 0 0,0-1 0 0 0,1 1 0 0 0,0 0 0 0 0,1 11 0 0 0,-1-19 46 0 0,1-1 0 0 0,0 1 0 0 0,1-1 0 0 0,-1 1 0 0 0,0-1 0 0 0,0 0 0 0 0,0 1 0 0 0,1-1 0 0 0,-1 1 0 0 0,1-1 0 0 0,-1 0 0 0 0,1 0 0 0 0,0 1 0 0 0,-1-1 0 0 0,1 0 0 0 0,0 0 0 0 0,0 0 0 0 0,0 1 0 0 0,0-1 0 0 0,0 0 0 0 0,0-1 0 0 0,0 1 0 0 0,0 0 0 0 0,0 0 0 0 0,1 0 0 0 0,-1-1 0 0 0,2 2 0 0 0,0-2 14 0 0,0 1 1 0 0,0-1 0 0 0,0 0 0 0 0,0 0 0 0 0,0 0 0 0 0,0 0-1 0 0,0 0 1 0 0,0-1 0 0 0,0 0 0 0 0,0 1 0 0 0,0-1 0 0 0,4-2 0 0 0,5-3 111 0 0,1 0 0 0 0,-1 0 0 0 0,-1-1 0 0 0,20-15 0 0 0,-16 9-126 0 0,0 0 0 0 0,22-27 1 0 0,-17 6-3751 0 0,-22 22 785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3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0 215 2449 0 0,'62'-38'2959'0'0,"-35"23"-2650"0"0,-2-1 1 0 0,34-28-1 0 0,-40 27-327 0 0,-4 5-477 0 0,0-1 0 0 0,-1 0 0 0 0,-1-1 0 0 0,13-18 0 0 0,-32 37 100 0 0,0 0-1 0 0,0 0 0 0 0,1 1 0 0 0,-9 11 0 0 0,3 2 878 0 0,1 0 0 0 0,1 0 0 0 0,1 0 0 0 0,1 1 0 0 0,1 0-1 0 0,0 1 1 0 0,1-1 0 0 0,2 1 0 0 0,0 0 0 0 0,1 0 0 0 0,1 0 0 0 0,4 41-1 0 0,-3-56-137 0 0,1 0-1 0 0,-1 0 0 0 0,1-1 0 0 0,1 1 1 0 0,-1 0-1 0 0,1 0 0 0 0,4 8 0 0 0,-5-13-285 0 0,-1 0-1 0 0,0-1 1 0 0,1 1-1 0 0,-1-1 0 0 0,1 1 1 0 0,-1 0-1 0 0,1-1 1 0 0,-1 1-1 0 0,1-1 0 0 0,0 0 1 0 0,-1 1-1 0 0,1-1 1 0 0,0 1-1 0 0,-1-1 0 0 0,1 0 1 0 0,0 0-1 0 0,-1 1 1 0 0,1-1-1 0 0,0 0 0 0 0,-1 0 1 0 0,1 0-1 0 0,0 0 0 0 0,0 0 1 0 0,-1 0-1 0 0,2 0 1 0 0,0 0 10 0 0,1-1 1 0 0,-1 0 0 0 0,0 0-1 0 0,0 0 1 0 0,0 0-1 0 0,0 0 1 0 0,0-1 0 0 0,-1 1-1 0 0,1 0 1 0 0,0-1 0 0 0,-1 1-1 0 0,4-4 1 0 0,87-105 689 0 0,-36 34-7223 0 0,-46 67 3899 0 0,2 3-1004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4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5 1336 0 0,'-1'-1'214'0'0,"0"0"0"0"0,0 1 0 0 0,0-1 0 0 0,0 1-1 0 0,0 0 1 0 0,-1-1 0 0 0,1 1 0 0 0,0 0 0 0 0,0 0-1 0 0,-1 0 1 0 0,1 0 0 0 0,0 0 0 0 0,0 0 0 0 0,0 0-1 0 0,-1 0 1 0 0,1 0 0 0 0,0 0 0 0 0,0 1 0 0 0,0-1-1 0 0,-1 1 1 0 0,1-1 0 0 0,0 1 0 0 0,0-1 0 0 0,0 1 0 0 0,0 0-1 0 0,-1 0 1 0 0,0 1-34 0 0,1 0 1 0 0,-1 0-1 0 0,1 0 0 0 0,0 1 1 0 0,0-1-1 0 0,0 0 0 0 0,0 0 1 0 0,1 1-1 0 0,-1-1 0 0 0,0 0 1 0 0,1 1-1 0 0,-1 4 0 0 0,1 10-13 0 0,0 1 0 0 0,1-1 0 0 0,4 21 0 0 0,-3-24 209 0 0,1 14-507 0 0,13 77 680 0 0,-14-96-1225 0 0,0 1 1 0 0,1 0-1 0 0,1-1 1 0 0,-1 0-1 0 0,2 0 0 0 0,-1 0 1 0 0,1 0-1 0 0,7 9 0 0 0,-5-23-3926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4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0 2112 0 0,'22'37'3525'0'0,"-13"-13"-2876"0"0,-1-1-1 0 0,0 1 1 0 0,-2 0 0 0 0,-1 1-1 0 0,3 43 1 0 0,-6-42-564 0 0,-1-1 1 0 0,-2 1 0 0 0,-1 0-1 0 0,0-1 1 0 0,-2 1-1 0 0,-1-1 1 0 0,-1 0 0 0 0,-1 0-1 0 0,-15 34 1 0 0,21-57-88 0 0,1 0 0 0 0,-1 0 0 0 0,0 0 0 0 0,0 0-1 0 0,0 0 1 0 0,0 0 0 0 0,-1 0 0 0 0,1 0 0 0 0,0 0 0 0 0,-1 0 0 0 0,0 0 0 0 0,1-1 0 0 0,-1 1 0 0 0,0-1-1 0 0,0 1 1 0 0,0-1 0 0 0,0 0 0 0 0,0 0 0 0 0,0 0 0 0 0,0 0 0 0 0,0 0 0 0 0,0 0 0 0 0,0-1 0 0 0,-1 1 0 0 0,1-1-1 0 0,0 1 1 0 0,-1-1 0 0 0,1 0 0 0 0,-3 0 0 0 0,2-1-19 0 0,0 0-1 0 0,0 0 1 0 0,0-1-1 0 0,0 0 1 0 0,0 1-1 0 0,0-1 1 0 0,1 0-1 0 0,-1 0 1 0 0,1 0-1 0 0,0-1 1 0 0,-1 1 0 0 0,1-1-1 0 0,0 1 1 0 0,0-1-1 0 0,1 0 1 0 0,-1 1-1 0 0,0-1 1 0 0,1 0-1 0 0,0 0 1 0 0,-2-5-1 0 0,0 0 8 0 0,0 0 0 0 0,1 0 0 0 0,-1 0 0 0 0,1-1 0 0 0,1 1 0 0 0,0-1 0 0 0,0 1 0 0 0,1-1 0 0 0,0 0 0 0 0,0 1 0 0 0,3-14 0 0 0,-2 16-145 0 0,1 1 0 0 0,0-1 1 0 0,0 0-1 0 0,1 1 0 0 0,0-1 0 0 0,0 1 1 0 0,0 0-1 0 0,0 0 0 0 0,1 0 0 0 0,0 0 1 0 0,0 1-1 0 0,0 0 0 0 0,1 0 0 0 0,-1 0 1 0 0,1 0-1 0 0,0 0 0 0 0,5-2 0 0 0,45-37-4904 0 0,-40 34 3577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4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2625 0 0,'6'93'4011'0'0,"20"47"-3715"0"0,-19-107-304 0 0,-6-24-179 0 0,0-4-119 0 0,-1 0 0 0 0,1 1 1 0 0,0-1-1 0 0,1 0 0 0 0,-1 0 1 0 0,1 0-1 0 0,0-1 0 0 0,0 1 0 0 0,1 0 1 0 0,3 5-1 0 0,-6-10 284 0 0,0 0 1 0 0,0 0-1 0 0,0 0 1 0 0,0 0-1 0 0,0 0 0 0 0,0 0 1 0 0,0-1-1 0 0,0 1 1 0 0,0 0-1 0 0,0 0 0 0 0,0 0 1 0 0,0 0-1 0 0,0 0 1 0 0,0 0-1 0 0,0 0 0 0 0,0 0 1 0 0,0 0-1 0 0,0 0 1 0 0,0 0-1 0 0,0-1 1 0 0,0 1-1 0 0,0 0 0 0 0,0 0 1 0 0,0 0-1 0 0,0 0 1 0 0,0 0-1 0 0,0 0 0 0 0,0 0 1 0 0,1 0-1 0 0,-1 0 1 0 0,0 0-1 0 0,0 0 0 0 0,0 0 1 0 0,0 0-1 0 0,0 0 1 0 0,0 0-1 0 0,0 0 0 0 0,0 0 1 0 0,0-1-1 0 0,0 1 1 0 0,0 0-1 0 0,0 0 0 0 0,0 0 1 0 0,1 0-1 0 0,-1 0 1 0 0,0 0-1 0 0,0 0 0 0 0,0 0 1 0 0,0 0-1 0 0,0 0 1 0 0,0 0-1 0 0,0 0 0 0 0,0 0 1 0 0,0 0-1 0 0,0 1 1 0 0,0-1-1 0 0,1 0 0 0 0,-2-2-391 0 0,4-2-975 0 0</inkml:trace>
  <inkml:trace contextRef="#ctx0" brushRef="#br0" timeOffset="1">36 136 1416 0 0,'0'0'120'0'0,"0"-1"0"0"0,1 1-1 0 0,-1-1 1 0 0,0 1-1 0 0,0-1 1 0 0,0 1 0 0 0,1-1-1 0 0,-1 1 1 0 0,0-1 0 0 0,0 1-1 0 0,1 0 1 0 0,-1-1-1 0 0,0 1 1 0 0,1 0 0 0 0,-1-1-1 0 0,0 1 1 0 0,1 0 0 0 0,-1-1-1 0 0,1 1 1 0 0,-1 0-1 0 0,1 0 1 0 0,-1-1 0 0 0,0 1-1 0 0,1 0 1 0 0,-1 0 0 0 0,1 0-1 0 0,-1 0 1 0 0,1 0-1 0 0,-1 0 1 0 0,1 0 0 0 0,-1 0-1 0 0,1 0 1 0 0,-1 0 0 0 0,1 0-1 0 0,-1 0 1 0 0,1 0-1 0 0,-1 0 1 0 0,1 0 0 0 0,-1 0-1 0 0,1 0 1 0 0,0 1 0 0 0,39 0-117 0 0,-15 0-120 0 0,-25-1 116 0 0,6 0-465 0 0,1-1 0 0 0,-1 1 0 0 0,1-1 0 0 0,-1 0 0 0 0,1-1 0 0 0,-1 1 0 0 0,0-1 0 0 0,0 0 0 0 0,8-5 0 0 0,-4 5-952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5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3249 0 0,'5'0'312'0'0,"-1"-1"0"0"0,1-1 0 0 0,0 1 0 0 0,-1-1-1 0 0,1 1 1 0 0,-1-1 0 0 0,0 0 0 0 0,0-1 0 0 0,0 1 0 0 0,6-5 0 0 0,-7 4-195 0 0,0 1 0 0 0,0-1 1 0 0,1 1-1 0 0,-1 0 0 0 0,0 0 0 0 0,1 1 0 0 0,0-1 0 0 0,-1 1 0 0 0,1-1 0 0 0,0 1 1 0 0,0 0-1 0 0,-1 1 0 0 0,1-1 0 0 0,0 1 0 0 0,0-1 0 0 0,5 1 0 0 0,-7 2-42 0 0,1-1-1 0 0,-1 0 0 0 0,0 0 1 0 0,0 1-1 0 0,0 0 1 0 0,0-1-1 0 0,0 1 1 0 0,0 0-1 0 0,0 0 0 0 0,-1 0 1 0 0,1 0-1 0 0,0 0 1 0 0,-1 0-1 0 0,0 0 1 0 0,0 1-1 0 0,0-1 0 0 0,0 0 1 0 0,0 1-1 0 0,0-1 1 0 0,0 1-1 0 0,-1-1 1 0 0,1 1-1 0 0,-1 2 0 0 0,7 67 282 0 0,-7-63-335 0 0,1 32-138 0 0,2 43-1108 0 0,7-34-2879 0 0,-11-100-426 0 0,2 32 3720 0 0</inkml:trace>
  <inkml:trace contextRef="#ctx0" brushRef="#br0" timeOffset="1">194 47 2032 0 0,'0'-1'196'0'0,"-1"-1"0"0"0,1 1 0 0 0,0-1 0 0 0,0 1 0 0 0,0-1 0 0 0,-1 1 0 0 0,2-1 0 0 0,-1 1 0 0 0,0-1 0 0 0,0 1 0 0 0,0 0 0 0 0,1-1 0 0 0,-1 1 0 0 0,1-1 0 0 0,-1 1 0 0 0,1-1 0 0 0,0 1 0 0 0,-1 0 0 0 0,1 0-1 0 0,0-1 1 0 0,0 1 0 0 0,0 0 0 0 0,0 0 0 0 0,0 0 0 0 0,0 0 0 0 0,0 0 0 0 0,0 0 0 0 0,0 0 0 0 0,3-1 0 0 0,-1 1 22 0 0,0 0 1 0 0,0 0-1 0 0,0 0 0 0 0,0 0 0 0 0,0 0 1 0 0,0 1-1 0 0,0 0 0 0 0,0 0 0 0 0,1-1 1 0 0,-1 2-1 0 0,0-1 0 0 0,0 0 1 0 0,0 1-1 0 0,5 1 0 0 0,-5-1-144 0 0,0 0 0 0 0,-1 0-1 0 0,1 0 1 0 0,0 0 0 0 0,0 1-1 0 0,-1 0 1 0 0,1-1 0 0 0,-1 1 0 0 0,0 0-1 0 0,1 0 1 0 0,-1 1 0 0 0,0-1 0 0 0,0 0-1 0 0,0 1 1 0 0,-1-1 0 0 0,1 1-1 0 0,0-1 1 0 0,-1 1 0 0 0,0 0 0 0 0,0 0-1 0 0,0 0 1 0 0,0 0 0 0 0,0 0 0 0 0,0 0-1 0 0,-1 0 1 0 0,1 3 0 0 0,1 14-349 0 0,-1-1-1 0 0,-1 1 1 0 0,-3 25 0 0 0,2 19-4346 0 0,4-25 136 0 0,6-23 2540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5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3441 0 0,'-2'20'713'0'0,"1"1"0"0"0,1 0 0 0 0,4 33 0 0 0,0 14-338 0 0,-4-18-255 0 0,0 84-2806 0 0,0-134 2643 0 0,0 0 0 0 0,0 0 0 0 0,0 0 0 0 0,0 0 0 0 0,0 0 0 0 0,0 0 0 0 0,-1 0 0 0 0,1 0 0 0 0,0 0 0 0 0,0 0 0 0 0,0-1 0 0 0,0 1 0 0 0,0 0 0 0 0,0 0 0 0 0,0 0 0 0 0,0 0 0 0 0,0 0 0 0 0,0 0 0 0 0,0 0 0 0 0,0 0 0 0 0,0 0 0 0 0,-1 0 0 0 0,1 0 0 0 0,0 0 0 0 0,0 0 0 0 0,0 0 0 0 0,0 0 0 0 0,0 0-1 0 0,0 0 1 0 0,0 0 0 0 0,0 0 0 0 0,0 0 0 0 0,0 0 0 0 0,0 0 0 0 0,-1 0 0 0 0,1 0 0 0 0,0 0 0 0 0,0 0 0 0 0,0 0 0 0 0,0 0 0 0 0,0 0 0 0 0,-1-3-1692 0 0</inkml:trace>
  <inkml:trace contextRef="#ctx0" brushRef="#br0" timeOffset="1">5 155 2705 0 0,'0'0'119'0'0,"-1"1"0"0"0,1 0 0 0 0,-1 0 1 0 0,1-1-1 0 0,0 1 0 0 0,-1 0 1 0 0,1 0-1 0 0,0 0 0 0 0,0 0 1 0 0,-1 0-1 0 0,1-1 0 0 0,0 1 1 0 0,0 0-1 0 0,0 0 0 0 0,0 0 0 0 0,0 0 1 0 0,0 0-1 0 0,0 0 0 0 0,0 0 1 0 0,1-1-1 0 0,-1 1 0 0 0,0 0 1 0 0,0 0-1 0 0,1 0 0 0 0,-1 0 1 0 0,0-1-1 0 0,1 1 0 0 0,0 1 0 0 0,1-1-13 0 0,-1 0-1 0 0,0 0 0 0 0,1-1 0 0 0,-1 1 1 0 0,1 0-1 0 0,-1-1 0 0 0,1 1 0 0 0,-1-1 0 0 0,1 1 1 0 0,0-1-1 0 0,-1 0 0 0 0,1 0 0 0 0,-1 0 1 0 0,3 0-1 0 0,4 0 31 0 0,0-1-1 0 0,0 0 1 0 0,0 0 0 0 0,0-1 0 0 0,10-3 0 0 0,-18 5-134 0 0,56-25-726 0 0,-26 2-3132 0 0,-26 20 2649 0 0,3 6-750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3313 0 0,'39'-13'2468'0'0,"9"-15"-1186"0"0,86-65-1 0 0,-110 68-713 0 0,-27 24 94 0 0,-15 14-367 0 0,4-3-265 0 0,0 1 0 0 0,1 0 0 0 0,1 1 0 0 0,-20 23 0 0 0,27-28-31 0 0,1 0 0 0 0,0 0 0 0 0,0 0 0 0 0,0 0-1 0 0,1 1 1 0 0,0 0 0 0 0,1 0 0 0 0,0-1-1 0 0,0 1 1 0 0,0 1 0 0 0,1-1 0 0 0,0 10-1 0 0,1 103 14 0 0,0-104-12 0 0,2 1 1 0 0,0-1-1 0 0,1 0 0 0 0,10 32 1 0 0,-12-48 2 0 0,-1 1-1 0 0,1-1 1 0 0,-1 0 0 0 0,1 0 0 0 0,0 0-1 0 0,-1 0 1 0 0,1 1 0 0 0,0-1 0 0 0,0 0-1 0 0,0 0 1 0 0,0 0 0 0 0,0-1 0 0 0,0 1-1 0 0,0 0 1 0 0,0 0 0 0 0,0 0 0 0 0,0-1-1 0 0,0 1 1 0 0,0-1 0 0 0,1 1 0 0 0,-1-1-1 0 0,0 1 1 0 0,0-1 0 0 0,1 0 0 0 0,-1 1-1 0 0,0-1 1 0 0,3 0 0 0 0,1 0 7 0 0,-1-1 0 0 0,0 0 1 0 0,0 0-1 0 0,0 0 0 0 0,0 0 0 0 0,0-1 1 0 0,0 1-1 0 0,0-1 0 0 0,4-2 0 0 0,9-7-82 0 0,-1 0 1 0 0,28-25-1 0 0,-42 35-220 0 0,0-1 0 0 0,0 1 0 0 0,0-1 0 0 0,0 0 1 0 0,-1 0-1 0 0,1 0 0 0 0,0 0 0 0 0,-1 0 0 0 0,0 0 0 0 0,1 0 0 0 0,-1 0 1 0 0,0-1-1 0 0,0 1 0 0 0,0 0 0 0 0,-1-1 0 0 0,1 1 0 0 0,-1-1 0 0 0,1-4 1 0 0,-2 2-1092 0 0,8 5-590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6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0 312 4385 0 0,'2'-2'1136'0'0,"-1"1"-360"0"0,6-4-136 0 0,0 0-23 0 0,1-2-65 0 0,4 0-184 0 0,0-3-144 0 0,7 0-120 0 0,-2-2-64 0 0,3-2-80 0 0,-1 2-240 0 0,-2-1-320 0 0,0 1-521 0 0,-1 0-431 0 0,-2-3-72 0 0,3 6-817 0 0</inkml:trace>
  <inkml:trace contextRef="#ctx0" brushRef="#br0" timeOffset="1">296 63 2897 0 0,'-2'5'129'0'0,"-1"-1"1"0"0,1 1 0 0 0,0 0-1 0 0,0-1 1 0 0,1 1-1 0 0,-1 0 1 0 0,1 0 0 0 0,0 0-1 0 0,0 1 1 0 0,1-1 0 0 0,-1 0-1 0 0,1 0 1 0 0,1 0 0 0 0,-1 0-1 0 0,1 1 1 0 0,1 7-1 0 0,-1-10-98 0 0,0 0 0 0 0,1 0 0 0 0,-1 0 0 0 0,0 0 0 0 0,1-1-1 0 0,0 1 1 0 0,0 0 0 0 0,0-1 0 0 0,0 1 0 0 0,0-1 0 0 0,0 0-1 0 0,1 1 1 0 0,-1-1 0 0 0,1 0 0 0 0,0-1 0 0 0,-1 1 0 0 0,1 0 0 0 0,0-1-1 0 0,0 1 1 0 0,0-1 0 0 0,0 0 0 0 0,0 0 0 0 0,0 0 0 0 0,1-1-1 0 0,-1 1 1 0 0,0-1 0 0 0,6 0 0 0 0,-4 0 38 0 0,-1 0 1 0 0,1-1-1 0 0,-1 0 0 0 0,1 0 0 0 0,-1 0 1 0 0,0-1-1 0 0,0 1 0 0 0,0-1 0 0 0,1 0 1 0 0,-2 0-1 0 0,1 0 0 0 0,0-1 1 0 0,0 0-1 0 0,-1 1 0 0 0,1-1 0 0 0,-1 0 1 0 0,0-1-1 0 0,0 1 0 0 0,0 0 1 0 0,-1-1-1 0 0,1 0 0 0 0,-1 0 0 0 0,0 0 1 0 0,0 0-1 0 0,0 0 0 0 0,0 0 1 0 0,-1 0-1 0 0,2-6 0 0 0,-1 6-16 0 0,-1 0 0 0 0,0-1 0 0 0,0 1 0 0 0,0 0 0 0 0,0-1 0 0 0,-1 1 0 0 0,0 0 0 0 0,1-1 0 0 0,-2 1 0 0 0,1 0 0 0 0,0-1 0 0 0,-1 1 0 0 0,0 0 0 0 0,0-1 0 0 0,0 1 0 0 0,-1 0 0 0 0,1 0-1 0 0,-1 0 1 0 0,0 0 0 0 0,0 0 0 0 0,0 0 0 0 0,-1 1 0 0 0,0-1 0 0 0,1 1 0 0 0,-1-1 0 0 0,0 1 0 0 0,0 0 0 0 0,-1 0 0 0 0,-3-2 0 0 0,5 4-146 0 0,0 0 0 0 0,0 0 1 0 0,0 1-1 0 0,-1-1 0 0 0,1 1 0 0 0,0-1 0 0 0,0 1 0 0 0,-1 0 1 0 0,1 0-1 0 0,0 0 0 0 0,0 0 0 0 0,-1 0 0 0 0,1 0 1 0 0,0 1-1 0 0,-1-1 0 0 0,1 1 0 0 0,0-1 0 0 0,0 1 0 0 0,0 0 1 0 0,0 0-1 0 0,0 0 0 0 0,0 0 0 0 0,0 0 0 0 0,0 1 1 0 0,0-1-1 0 0,0 1 0 0 0,1-1 0 0 0,-1 1 0 0 0,-1 1 0 0 0,-4 5-548 0 0,0 0-1 0 0,1 0 0 0 0,0 0 1 0 0,0 1-1 0 0,-5 11 0 0 0,0 3-1253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6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4633 0 0,'-3'5'544'0'0,"1"1"1"0"0,0-1-1 0 0,1 1 1 0 0,0-1-1 0 0,0 1 1 0 0,-1 8-1 0 0,3 68 524 0 0,1-40-308 0 0,-2-12-578 0 0,6 135 533 0 0,-3-146-1737 0 0,0 0 0 0 0,1 0 0 0 0,11 29 1 0 0,-8-36-1057 0 0,-7-12 2024 0 0,0 0 0 0 0,0 0 0 0 0,0 1 0 0 0,0-1 0 0 0,0 0-1 0 0,0 0 1 0 0,1 0 0 0 0,-1 0 0 0 0,0 0 0 0 0,0 0 0 0 0,0 0 0 0 0,0 0-1 0 0,1 0 1 0 0,-1 1 0 0 0,0-1 0 0 0,0 0 0 0 0,0 0 0 0 0,0 0 0 0 0,1 0 0 0 0,-1 0-1 0 0,0 0 1 0 0,0 0 0 0 0,0 0 0 0 0,0 0 0 0 0,1 0 0 0 0,-1 0 0 0 0,0 0-1 0 0,0 0 1 0 0,0-1 0 0 0,0 1 0 0 0,1 0 0 0 0,-1 0 0 0 0,0 0 0 0 0,0 0-1 0 0,0 0 1 0 0,0 0 0 0 0,0 0 0 0 0,1 0 0 0 0,-1 0 0 0 0,0-1 0 0 0,0 1 0 0 0,0 0-1 0 0,0 0 1 0 0,0 0 0 0 0,0 0 0 0 0,0 0 0 0 0,0-1 0 0 0,1 1 0 0 0,-1 0-1 0 0,0 0 1 0 0,0 0 0 0 0,0 0 0 0 0,0-1 0 0 0,0 1 0 0 0,0 0 0 0 0,0 0-1 0 0,0 0 1 0 0,0 0 0 0 0,0-1 0 0 0,0 1 0 0 0,0 0 0 0 0,0 0 0 0 0,2-6-1364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7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0 129 4785 0 0,'4'-4'429'0'0,"0"0"1"0"0,1 1-1 0 0,-1-1 1 0 0,1 1-1 0 0,0-1 1 0 0,8-3-1 0 0,-8 4 99 0 0,12-7-41 0 0,-1-2 1 0 0,0 1-1 0 0,-1-2 0 0 0,0 0 0 0 0,21-24 0 0 0,-64 79-576 0 0,2 2-1 0 0,-35 83 0 0 0,59-122 49 0 0,0-1-1 0 0,0 1 1 0 0,1 0 0 0 0,0 0 0 0 0,0 1-1 0 0,0-1 1 0 0,0 0 0 0 0,1 0-1 0 0,0 0 1 0 0,1 7 0 0 0,-1-11 21 0 0,0 0 1 0 0,0 1-1 0 0,1-1 1 0 0,-1 0-1 0 0,1 0 0 0 0,-1 0 1 0 0,1 0-1 0 0,-1 0 1 0 0,1 0-1 0 0,0 0 0 0 0,-1 0 1 0 0,1 0-1 0 0,0 0 1 0 0,0 0-1 0 0,-1-1 1 0 0,1 1-1 0 0,0 0 0 0 0,0 0 1 0 0,2 0-1 0 0,-1 0 3 0 0,0-1 0 0 0,0 1 0 0 0,0-1 1 0 0,0 1-1 0 0,0-1 0 0 0,0 0 0 0 0,0 0 0 0 0,0 0 0 0 0,0 0 0 0 0,1 0 0 0 0,-1-1 0 0 0,0 1 0 0 0,0-1 1 0 0,0 1-1 0 0,2-2 0 0 0,13-5 58 0 0,-1-1-1 0 0,0-1 1 0 0,0 0 0 0 0,-1-1 0 0 0,0-1 0 0 0,0-1 0 0 0,13-14-1 0 0,24-17-59 0 0,18-6-4780 0 0,-65 57 442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07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1936 0 0,'9'-7'904'0'0,"0"0"0"0"0,0 1 0 0 0,0 0 0 0 0,14-6 0 0 0,20-14-113 0 0,70-55-468 0 0,-64 47-3967 0 0,-54 33 1080 0 0,2 5 1402 0 0</inkml:trace>
  <inkml:trace contextRef="#ctx0" brushRef="#br0" timeOffset="1">195 143 1056 0 0,'-2'7'395'0'0,"-32"88"4383"0"0,31-86-4337 0 0,1 0-1 0 0,0 0 1 0 0,0 1-1 0 0,1-1 1 0 0,0 1 0 0 0,1-1-1 0 0,0 1 1 0 0,2 11-1 0 0,-2-21-397 0 0,0 1 1 0 0,0 0-1 0 0,0 0 0 0 0,0 0 1 0 0,0-1-1 0 0,1 1 0 0 0,-1 0 1 0 0,0 0-1 0 0,1-1 0 0 0,-1 1 1 0 0,0 0-1 0 0,1-1 0 0 0,-1 1 1 0 0,1 0-1 0 0,-1-1 0 0 0,1 1 1 0 0,0-1-1 0 0,-1 1 0 0 0,1-1 0 0 0,-1 1 1 0 0,1-1-1 0 0,0 1 0 0 0,0-1 1 0 0,-1 1-1 0 0,1-1 0 0 0,0 0 1 0 0,-1 0-1 0 0,1 1 0 0 0,1-1 1 0 0,26-8 964 0 0,20-27 501 0 0,-20 11-1366 0 0,58-54 1243 0 0,-34 22-8040 0 0,-52 55 6493 0 0,0 1-1 0 0,0 0 1 0 0,1-1-1 0 0,-1 1 1 0 0,0 0 0 0 0,0 0-1 0 0,0-1 1 0 0,1 1 0 0 0,-1 0-1 0 0,0-1 1 0 0,0 1-1 0 0,0-1 1 0 0,0 1 0 0 0,0 0-1 0 0,0-1 1 0 0,0 1 0 0 0,0 0-1 0 0,0-1 1 0 0,0 1 0 0 0,0 0-1 0 0,0-1 1 0 0,0 1-1 0 0,0-1 1 0 0,0 1 0 0 0,0 0-1 0 0,-1-1 1 0 0,1 1 0 0 0,0 0-1 0 0,0-1 1 0 0,-1 1-1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0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4 154 2441 0 0,'-3'-1'3167'0'0,"26"-7"-2199"0"0,-4-6-449 0 0,-2-1 1 0 0,19-18-1 0 0,-30 26-397 0 0,0 1 0 0 0,-1 0 0 0 0,0-1-1 0 0,0 0 1 0 0,0-1 0 0 0,-1 1 0 0 0,0-1 0 0 0,-1 1 0 0 0,4-10 0 0 0,-7 17-93 0 0,-1-1 1 0 0,1 1-1 0 0,0 0 1 0 0,-1 0 0 0 0,1 0-1 0 0,0-1 1 0 0,-1 1-1 0 0,1 0 1 0 0,-1 0-1 0 0,1 0 1 0 0,0 0 0 0 0,-1 0-1 0 0,1 0 1 0 0,0 0-1 0 0,-1 0 1 0 0,1 0-1 0 0,-1 0 1 0 0,1 0 0 0 0,0 0-1 0 0,-1 0 1 0 0,1 0-1 0 0,-1 0 1 0 0,1 0-1 0 0,0 0 1 0 0,-1 1 0 0 0,1-1-1 0 0,0 0 1 0 0,-1 0-1 0 0,1 0 1 0 0,0 0-1 0 0,-1 1 1 0 0,1-1 0 0 0,0 0-1 0 0,0 1 1 0 0,-1-1-1 0 0,1 0 1 0 0,0 0-1 0 0,-1 1 1 0 0,-17 11 189 0 0,6 3-164 0 0,1-1 1 0 0,1 2-1 0 0,0-1 1 0 0,1 1-1 0 0,1 1 1 0 0,1-1-1 0 0,0 1 1 0 0,1 1-1 0 0,1-1 1 0 0,0 1-1 0 0,-3 32 0 0 0,8-48-96 0 0,-1 0 0 0 0,1 0 0 0 0,0 0 0 0 0,0 0 0 0 0,0 0 0 0 0,0-1 0 0 0,1 1 0 0 0,-1 0 0 0 0,0 0 0 0 0,1 0 0 0 0,0 0-1 0 0,-1-1 1 0 0,1 1 0 0 0,0 0 0 0 0,0 0 0 0 0,0-1 0 0 0,0 1 0 0 0,0-1 0 0 0,0 1 0 0 0,0-1 0 0 0,0 1 0 0 0,3 1 0 0 0,-2-2-180 0 0,-1-1 1 0 0,1 1 0 0 0,-1-1 0 0 0,1 0 0 0 0,-1 0-1 0 0,1 0 1 0 0,-1 0 0 0 0,1 0 0 0 0,-1 0-1 0 0,1 0 1 0 0,-1 0 0 0 0,1 0 0 0 0,-1-1 0 0 0,1 1-1 0 0,-1-1 1 0 0,1 1 0 0 0,-1-1 0 0 0,1 1 0 0 0,-1-1-1 0 0,0 0 1 0 0,1 0 0 0 0,-1 0 0 0 0,0 0 0 0 0,0 0-1 0 0,0 0 1 0 0,0 0 0 0 0,1 0 0 0 0,0-2 0 0 0,7-17-1408 0 0,-6 11 1035 0 0,6-7-902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0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2104 0 0,'-10'6'906'0'0,"0"1"0"0"0,0 0 0 0 0,1 0-1 0 0,0 1 1 0 0,0 0 0 0 0,-10 13-1 0 0,3-1 588 0 0,-27 41-1 0 0,40-57-1481 0 0,0 1 0 0 0,1 0 0 0 0,0 0-1 0 0,0 1 1 0 0,0-1 0 0 0,0 0 0 0 0,1 1 0 0 0,0-1 0 0 0,0 1-1 0 0,1-1 1 0 0,-1 10 0 0 0,1-13-28 0 0,1 0 1 0 0,-1 0-1 0 0,0 0 0 0 0,1-1 0 0 0,-1 1 0 0 0,1 0 0 0 0,0 0 1 0 0,-1-1-1 0 0,1 1 0 0 0,0 0 0 0 0,0-1 0 0 0,0 1 1 0 0,0-1-1 0 0,1 1 0 0 0,-1-1 0 0 0,0 0 0 0 0,0 1 1 0 0,1-1-1 0 0,-1 0 0 0 0,1 0 0 0 0,-1 0 0 0 0,1 0 1 0 0,0 0-1 0 0,-1 0 0 0 0,1-1 0 0 0,0 1 0 0 0,0 0 1 0 0,-1-1-1 0 0,1 0 0 0 0,0 1 0 0 0,0-1 0 0 0,0 0 1 0 0,0 0-1 0 0,-1 0 0 0 0,1 0 0 0 0,0 0 0 0 0,0 0 0 0 0,3-1 1 0 0,2 0-76 0 0,0-1 0 0 0,0 0 1 0 0,0 0-1 0 0,-1-1 0 0 0,1 0 0 0 0,0 0 1 0 0,-1 0-1 0 0,0-1 0 0 0,0 0 1 0 0,0 0-1 0 0,0-1 0 0 0,-1 1 0 0 0,0-1 1 0 0,6-6-1 0 0,3-5-1218 0 0,-1 0-1 0 0,0-1 1 0 0,17-29-1 0 0,-20 26-795 0 0,-1 17 470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0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0 1304 0 0,'-6'6'476'0'0,"1"-1"0"0"0,0 1-1 0 0,0 0 1 0 0,0 0 0 0 0,1 1 0 0 0,0-1-1 0 0,0 1 1 0 0,0 0 0 0 0,1 0 0 0 0,0 1-1 0 0,1-1 1 0 0,0 0 0 0 0,0 1 0 0 0,-2 13-1 0 0,4-14-850 0 0,0-1 0 0 0,1 1 0 0 0,0 0 0 0 0,0-1 0 0 0,0 1 0 0 0,0-1 0 0 0,1 1 0 0 0,0-1 0 0 0,1 0 0 0 0,0 0 0 0 0,4 9 0 0 0,-5-6-1715 0 0,0-4 600 0 0</inkml:trace>
  <inkml:trace contextRef="#ctx0" brushRef="#br0" timeOffset="1">8 325 2521 0 0,'-8'14'4053'0'0,"21"-15"-1428"0"0,21-12-638 0 0,-15 1-1551 0 0,-1-1 0 0 0,0 0-1 0 0,16-18 1 0 0,13-9-1803 0 0,4 6-5569 0 0,-50 34 6883 0 0,-1 0 0 0 0,0 0 0 0 0,0 0-1 0 0,0 0 1 0 0,0-1 0 0 0,0 1 0 0 0,0 0-1 0 0,0 0 1 0 0,1 0 0 0 0,-1 0 0 0 0,0 0 0 0 0,0-1-1 0 0,0 1 1 0 0,0 0 0 0 0,0 0 0 0 0,0 0-1 0 0,0 0 1 0 0,0 0 0 0 0,0-1 0 0 0,0 1-1 0 0,0 0 1 0 0,0 0 0 0 0,0 0 0 0 0,0 0 0 0 0,0-1-1 0 0,0 1 1 0 0,0 0 0 0 0,0 0 0 0 0,0 0-1 0 0,0 0 1 0 0,0 0 0 0 0,0-1 0 0 0,0 1-1 0 0,0 0 1 0 0,0 0 0 0 0,0 0 0 0 0,-1 0 0 0 0,1 0-1 0 0,0-1 1 0 0,0 1 0 0 0,0 0 0 0 0,0 0-1 0 0,0 0 1 0 0,0 0 0 0 0,-1 0 0 0 0,1 0-1 0 0,0 0 1 0 0,0 0 0 0 0,0-1 0 0 0,0 1 0 0 0,0 0-1 0 0,-1 0 1 0 0,1 0 0 0 0,0 0-140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1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0 482 1704 0 0,'2'1'2433'0'0,"7"-9"-891"0"0,23-25-122 0 0,10-9-15 0 0,-34 35-1087 0 0,0 1 0 0 0,0-1 0 0 0,1 1 0 0 0,17-10 0 0 0,-24 16-289 0 0,-1-1-1 0 0,0 1 0 0 0,0-1 0 0 0,1 0 0 0 0,-1 1 0 0 0,0 0 0 0 0,1-1 0 0 0,-1 1 0 0 0,0 0 0 0 0,1 0 0 0 0,-1 0 0 0 0,1 0 0 0 0,-1 0 0 0 0,0 0 0 0 0,1 0 0 0 0,-1 0 0 0 0,0 0 0 0 0,1 1 0 0 0,-1-1 1 0 0,0 1-1 0 0,1-1 0 0 0,-1 1 0 0 0,0-1 0 0 0,0 1 0 0 0,1 0 0 0 0,-1-1 0 0 0,0 1 0 0 0,0 0 0 0 0,0 0 0 0 0,0 0 0 0 0,0 0 0 0 0,0 0 0 0 0,0 0 0 0 0,0 0 0 0 0,-1 0 0 0 0,1 1 0 0 0,0-1 1 0 0,-1 0-1 0 0,1 0 0 0 0,-1 1 0 0 0,1-1 0 0 0,-1 0 0 0 0,1 1 0 0 0,-1-1 0 0 0,0 0 0 0 0,0 1 0 0 0,0-1 0 0 0,0 2 0 0 0,9 76-483 0 0,-7-27-5926 0 0,-8-63 3280 0 0,5 3 1697 0 0</inkml:trace>
  <inkml:trace contextRef="#ctx0" brushRef="#br0" timeOffset="1">263 48 3201 0 0,'19'-12'5547'0'0,"10"-6"-4668"0"0,-25 16-802 0 0,0-1 120 0 0,1 1 0 0 0,0 0 0 0 0,0 0 0 0 0,0 0 0 0 0,0 1 0 0 0,0-1 0 0 0,10 0 0 0 0,-13 2-163 0 0,-1 1 0 0 0,1-1 0 0 0,-1 0 0 0 0,0 1 1 0 0,1-1-1 0 0,-1 1 0 0 0,0 0 0 0 0,1-1 0 0 0,-1 1 0 0 0,0 0 0 0 0,1 0 0 0 0,-1 0 0 0 0,0 0 0 0 0,0 0 1 0 0,0 0-1 0 0,0 0 0 0 0,0 0 0 0 0,0 1 0 0 0,0-1 0 0 0,-1 0 0 0 0,1 0 0 0 0,0 1 0 0 0,-1-1 0 0 0,1 1 1 0 0,-1-1-1 0 0,1 0 0 0 0,-1 1 0 0 0,0-1 0 0 0,1 1 0 0 0,-1-1 0 0 0,0 1 0 0 0,0 2 0 0 0,13 99-2543 0 0,-9-64-5828 0 0,-3-45 7010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1968 0 0,'-1'4'234'0'0,"-1"0"0"0"0,1 1-1 0 0,0-1 1 0 0,0 0 0 0 0,1 0 0 0 0,-1 1-1 0 0,1-1 1 0 0,0 0 0 0 0,0 1-1 0 0,0-1 1 0 0,1 0 0 0 0,-1 1-1 0 0,3 7 1 0 0,0 8 215 0 0,-6 64 674 0 0,1-62-1253 0 0,1 1 0 0 0,1-1 0 0 0,4 30 0 0 0,2-62-3675 0 0,-3-18 3628 0 0,-2-1-59 0 0,-2 26 389 0 0,1 1 0 0 0,-1 0 0 0 0,1-1 0 0 0,0 1 0 0 0,0-1 0 0 0,0 1-1 0 0,0-1 1 0 0,0 1 0 0 0,1-1 0 0 0,-1 1 0 0 0,1 0 0 0 0,0-1 0 0 0,-1 1 0 0 0,1 0-1 0 0,0-1 1 0 0,0 1 0 0 0,1 0 0 0 0,-1 0 0 0 0,0 0 0 0 0,1 0 0 0 0,-1 0-1 0 0,1 0 1 0 0,0 1 0 0 0,-1-1 0 0 0,1 0 0 0 0,0 1 0 0 0,0-1 0 0 0,0 1-1 0 0,0 0 1 0 0,0-1 0 0 0,1 1 0 0 0,2-1 0 0 0,90-35-3625 0 0,-95 37 3438 0 0,1-1-1 0 0,-1 1 0 0 0,0 0 1 0 0,1 0-1 0 0,-1 0 1 0 0,0 0-1 0 0,1 0 0 0 0,-1 0 1 0 0,0-1-1 0 0,1 1 0 0 0,-1 0 1 0 0,0 0-1 0 0,1 0 0 0 0,-1-1 1 0 0,0 1-1 0 0,0 0 0 0 0,1 0 1 0 0,-1-1-1 0 0,0 1 0 0 0,0 0 1 0 0,0-1-1 0 0,1 1 0 0 0,-1 0 1 0 0,0-1-1 0 0,0 1 0 0 0,0 0 1 0 0,0-1-1 0 0,0 1 0 0 0,0 0 1 0 0,0-1-1 0 0,1 1 1 0 0,-1-1-1 0 0,0 1 0 0 0,0 0 1 0 0,0-1-1 0 0,-1 1 0 0 0,1-1 1 0 0,0-3-490 0 0,5 0-939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2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2248 0 0,'5'-3'259'0'0,"1"0"-1"0"0,-1 0 0 0 0,0 0 0 0 0,0-1 0 0 0,-1 1 0 0 0,1-1 0 0 0,-1-1 0 0 0,0 1 0 0 0,0 0 0 0 0,0-1 0 0 0,5-8 0 0 0,2 0 238 0 0,75-81 1821 0 0,-95 103-2312 0 0,0 1 1 0 0,0 1 0 0 0,1-1-1 0 0,0 1 1 0 0,1 0 0 0 0,0 1 0 0 0,1 0-1 0 0,0 0 1 0 0,1 0 0 0 0,-4 16-1 0 0,5-11-8 0 0,1 0 0 0 0,1 0 0 0 0,1 0 0 0 0,0 0 0 0 0,1 0 0 0 0,1 0 0 0 0,4 27 0 0 0,-3-30 67 0 0,13 64 188 0 0,-14-75-220 0 0,0 1 0 0 0,0-1 0 0 0,0 0 0 0 0,1 1 0 0 0,-1-1 0 0 0,1 0 1 0 0,-1 0-1 0 0,1 0 0 0 0,0 0 0 0 0,1 0 0 0 0,-1-1 0 0 0,0 1 0 0 0,1 0 0 0 0,-1-1 0 0 0,1 0 1 0 0,0 0-1 0 0,0 0 0 0 0,3 2 0 0 0,-5-3-7 0 0,1-1 1 0 0,-1 0-1 0 0,0 0 0 0 0,1 0 0 0 0,-1 0 1 0 0,0 0-1 0 0,1 0 0 0 0,-1 0 1 0 0,1-1-1 0 0,-1 1 0 0 0,0 0 0 0 0,1-1 1 0 0,-1 1-1 0 0,0-1 0 0 0,0 0 0 0 0,0 1 1 0 0,1-1-1 0 0,-1 0 0 0 0,0 1 1 0 0,0-1-1 0 0,0 0 0 0 0,1-2 0 0 0,27-28 130 0 0,-10 10-286 0 0,2 7-648 0 0,-18 13 277 0 0,0-1 0 0 0,1 0-1 0 0,-1 0 1 0 0,0 0 0 0 0,0 0 0 0 0,-1 0 0 0 0,1-1 0 0 0,0 1 0 0 0,-1-1 0 0 0,0 1 0 0 0,1-1 0 0 0,1-4 0 0 0,-2 3-1343 0 0</inkml:trace>
  <inkml:trace contextRef="#ctx0" brushRef="#br0" timeOffset="1">103 323 2617 0 0,'-2'0'1096'0'0,"4"1"-552"0"0,1-1-208 0 0,4 0-72 0 0,3-3 8 0 0,0-4 8 0 0,4 0-32 0 0,-1-1-64 0 0,2-2-64 0 0,1-2-56 0 0,1-2-80 0 0,-1 1-144 0 0,1-3-280 0 0,0 1-320 0 0,-3-2-232 0 0,-1 0-16 0 0,3 5-1057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2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12 1728 0 0,'-1'-1'76'0'0,"0"0"0"0"0,-1 0 0 0 0,1 0 1 0 0,0 1-1 0 0,0-1 0 0 0,0 0 0 0 0,-1 1 0 0 0,1-1 0 0 0,0 1 0 0 0,-1-1 0 0 0,1 1 0 0 0,0 0 0 0 0,-1 0 0 0 0,1-1 0 0 0,0 1 0 0 0,-1 0 0 0 0,1 0 0 0 0,-1 0 0 0 0,1 0 0 0 0,0 1 0 0 0,-1-1 0 0 0,1 0 0 0 0,0 1 0 0 0,-1-1 0 0 0,1 0 0 0 0,0 1 0 0 0,-1 0 0 0 0,1-1 0 0 0,0 1 0 0 0,0 0 0 0 0,0-1 0 0 0,0 1 0 0 0,0 0 0 0 0,0 0 1 0 0,0 0-1 0 0,0 0 0 0 0,0 0 0 0 0,0 0 0 0 0,0 1 0 0 0,0-1 0 0 0,1 0 0 0 0,-1 0 0 0 0,1 0 0 0 0,-1 1 0 0 0,1-1 0 0 0,-1 0 0 0 0,1 1 0 0 0,-1-1 0 0 0,1 0 0 0 0,0 1 0 0 0,0 1 0 0 0,-2 5 49 0 0,1 0 1 0 0,-1 0-1 0 0,2 0 1 0 0,-1 0-1 0 0,1 0 1 0 0,0 0-1 0 0,3 13 0 0 0,-3-19-107 0 0,0 1-1 0 0,1-1 1 0 0,-1 1 0 0 0,1-1-1 0 0,0 0 1 0 0,0 1-1 0 0,-1-1 1 0 0,2 0-1 0 0,-1 0 1 0 0,0 0-1 0 0,0 1 1 0 0,1-1-1 0 0,-1-1 1 0 0,1 1-1 0 0,0 0 1 0 0,-1 0-1 0 0,1 0 1 0 0,0-1-1 0 0,0 1 1 0 0,0-1-1 0 0,0 0 1 0 0,0 0-1 0 0,1 1 1 0 0,-1-1 0 0 0,0 0-1 0 0,0-1 1 0 0,4 2-1 0 0,-3-2 28 0 0,0 0 0 0 0,-1-1 0 0 0,1 1 0 0 0,-1-1 0 0 0,1 0 0 0 0,0 1 0 0 0,-1-1 0 0 0,1 0 0 0 0,-1 0 0 0 0,0-1 1 0 0,1 1-1 0 0,-1 0 0 0 0,0-1 0 0 0,0 0 0 0 0,0 1 0 0 0,0-1 0 0 0,0 0 0 0 0,0 0 0 0 0,0 0 0 0 0,-1 0 0 0 0,1 0 0 0 0,-1-1 0 0 0,1 1 0 0 0,-1 0 0 0 0,1-4 0 0 0,22-51 682 0 0,-22 54-667 0 0,-1 0-1 0 0,0 0 0 0 0,0 0 0 0 0,-1 1 0 0 0,1-1 0 0 0,-1 0 0 0 0,1 0 1 0 0,-1 0-1 0 0,0 0 0 0 0,0 0 0 0 0,0 0 0 0 0,-1 0 0 0 0,1 0 0 0 0,-1 0 1 0 0,0 0-1 0 0,1 0 0 0 0,-1 0 0 0 0,-2-3 0 0 0,2 5-71 0 0,-1 1-1 0 0,1-1 1 0 0,-1 0 0 0 0,0 0-1 0 0,1 1 1 0 0,-1-1 0 0 0,0 1-1 0 0,0-1 1 0 0,1 1 0 0 0,-1 0-1 0 0,0-1 1 0 0,0 1-1 0 0,1 0 1 0 0,-1 0 0 0 0,0 0-1 0 0,0 1 1 0 0,1-1 0 0 0,-1 0-1 0 0,0 1 1 0 0,0-1 0 0 0,1 1-1 0 0,-1 0 1 0 0,0-1-1 0 0,1 1 1 0 0,-1 0 0 0 0,1 0-1 0 0,-1 0 1 0 0,-1 1 0 0 0,-43 31-3243 0 0,-11 9-1484 0 0,41-25 3109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3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 2561 0 0,'34'-21'3986'0'0,"91"-66"-2210"0"0,-109 74-2902 0 0,-1-2 0 0 0,25-26 0 0 0,-67 71-1641 0 0,14-18 3242 0 0,1 2 0 0 0,1-1 0 0 0,0 2 0 0 0,1-1 0 0 0,-14 26 0 0 0,22-31-221 0 0,0-1-1 0 0,0 0 1 0 0,1 1 0 0 0,0-1 0 0 0,1 1 0 0 0,0-1 0 0 0,0 1 0 0 0,1-1-1 0 0,0 1 1 0 0,4 14 0 0 0,3 8 684 0 0,17 43-1 0 0,-24-72-909 0 0,-1-1-1 0 0,0 0 1 0 0,1 0-1 0 0,0 1 1 0 0,-1-1-1 0 0,1 0 1 0 0,0 0-1 0 0,0 0 1 0 0,-1 0 0 0 0,1 0-1 0 0,0 0 1 0 0,0 0-1 0 0,0 0 1 0 0,0 0-1 0 0,0 0 1 0 0,0 0-1 0 0,1-1 1 0 0,-1 1-1 0 0,0-1 1 0 0,0 1-1 0 0,0 0 1 0 0,1-1-1 0 0,-1 0 1 0 0,0 1-1 0 0,1-1 1 0 0,-1 0-1 0 0,0 0 1 0 0,1 0-1 0 0,-1 0 1 0 0,0 0-1 0 0,1 0 1 0 0,-1 0-1 0 0,0 0 1 0 0,1 0-1 0 0,-1-1 1 0 0,0 1-1 0 0,1 0 1 0 0,-1-1-1 0 0,0 1 1 0 0,0-1-1 0 0,1 0 1 0 0,-1 1-1 0 0,1-2 1 0 0,9-4-48 0 0,-1-1 0 0 0,-1 0 0 0 0,1-1 0 0 0,8-8 0 0 0,-3 3-661 0 0,13-11-3695 0 0,41-44 1 0 0,-53 53 3129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3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3137 0 0,'-5'5'421'0'0,"1"1"1"0"0,0-1 0 0 0,0 1 0 0 0,0 0-1 0 0,0 1 1 0 0,1-1 0 0 0,0 0-1 0 0,0 1 1 0 0,1 0 0 0 0,0 0 0 0 0,0-1-1 0 0,1 1 1 0 0,-2 12 0 0 0,2 7-913 0 0,0 0 1 0 0,5 37-1 0 0,-1-2-3300 0 0,-3-58 2275 0 0,5-1-338 0 0</inkml:trace>
  <inkml:trace contextRef="#ctx0" brushRef="#br0" timeOffset="1">109 69 2705 0 0,'0'0'66'0'0,"0"0"0"0"0,-1 0 0 0 0,1 0 1 0 0,0 0-1 0 0,0 0 0 0 0,0 0 1 0 0,0 0-1 0 0,-1 0 0 0 0,1 0 0 0 0,0 0 1 0 0,0 0-1 0 0,0 0 0 0 0,0 0 1 0 0,-1 0-1 0 0,1 0 0 0 0,0 0 0 0 0,0 0 1 0 0,0 1-1 0 0,0-1 0 0 0,0 0 0 0 0,0 0 1 0 0,-1 0-1 0 0,1 0 0 0 0,0 0 1 0 0,0 0-1 0 0,0 1 0 0 0,0-1 0 0 0,0 0 1 0 0,0 0-1 0 0,0 0 0 0 0,0 0 1 0 0,0 0-1 0 0,0 1 0 0 0,0-1 0 0 0,0 0 1 0 0,0 0-1 0 0,0 0 0 0 0,0 0 1 0 0,0 1-1 0 0,0-1 0 0 0,0 0 0 0 0,0 0 1 0 0,0 0-1 0 0,0 0 0 0 0,0 1 0 0 0,0-1 1 0 0,0 0-1 0 0,0 0 0 0 0,0 0 1 0 0,0 0-1 0 0,0 1 0 0 0,0-1 0 0 0,0 0 1 0 0,1 0-1 0 0,11 5 1856 0 0,18-3-503 0 0,3-8-2975 0 0,47-16-1 0 0,-58 15-785 0 0,-13 3-12 0 0,-4 6 784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3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0 2353 0 0,'-2'9'677'0'0,"0"0"0"0"0,1-1 0 0 0,0 1 0 0 0,0 0 0 0 0,1 0 0 0 0,0 0 0 0 0,2 12 0 0 0,0 15 68 0 0,-30-54-7464 0 0,26 16 6302 0 0,-6-2-801 0 0</inkml:trace>
  <inkml:trace contextRef="#ctx0" brushRef="#br0" timeOffset="1">4 141 1320 0 0,'-4'1'3164'0'0,"9"2"-1527"0"0,15-2-174 0 0,-7-6-1055 0 0,0 0 0 0 0,-1-1-1 0 0,0 0 1 0 0,0-1 0 0 0,0-1-1 0 0,-1 1 1 0 0,16-16 0 0 0,11-6-2114 0 0,1 5-3361 0 0,-38 18 2793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 1944 0 0,'1'-5'328'0'0,"1"1"-1"0"0,1 0 1 0 0,-1 0-1 0 0,1 0 1 0 0,-1 0-1 0 0,1 0 0 0 0,0 0 1 0 0,0 1-1 0 0,1-1 1 0 0,-1 1-1 0 0,1 0 1 0 0,5-4-1 0 0,5-5 787 0 0,-10 7-736 0 0,1 1-1 0 0,1-1 1 0 0,-1 1 0 0 0,1 0 0 0 0,-1 0-1 0 0,1 1 1 0 0,0-1 0 0 0,1 1 0 0 0,7-2-1 0 0,-12 4-329 0 0,0 1 0 0 0,-1-1 0 0 0,1 1 0 0 0,0 0 0 0 0,0 0 0 0 0,-1 0 0 0 0,1 0 0 0 0,0 0 0 0 0,0 0 0 0 0,-1 1 0 0 0,1-1 0 0 0,0 0 0 0 0,-1 1-1 0 0,1-1 1 0 0,0 1 0 0 0,-1 0 0 0 0,1 0 0 0 0,-1-1 0 0 0,1 1 0 0 0,-1 0 0 0 0,1 0 0 0 0,-1 0 0 0 0,0 1 0 0 0,1-1 0 0 0,-1 0 0 0 0,0 0-1 0 0,0 1 1 0 0,0-1 0 0 0,0 1 0 0 0,0-1 0 0 0,0 1 0 0 0,-1-1 0 0 0,1 1 0 0 0,0-1 0 0 0,-1 1 0 0 0,1 0 0 0 0,-1 0 0 0 0,1-1 0 0 0,-1 1 0 0 0,0 2-1 0 0,13 84 141 0 0,-6-27-1727 0 0,7-3-3608 0 0,-14-58 4998 0 0,1 1 0 0 0,-1-1 1 0 0,0 1-1 0 0,0-1 0 0 0,0 1 1 0 0,1-1-1 0 0,-1 1 0 0 0,0-1 1 0 0,0 0-1 0 0,1 1 0 0 0,-1-1 1 0 0,0 0-1 0 0,1 1 0 0 0,-1-1 1 0 0,1 1-1 0 0,-1-1 0 0 0,0 0 1 0 0,1 0-1 0 0,-1 1 0 0 0,1-1 0 0 0,-1 0 1 0 0,1 0-1 0 0,-1 0 0 0 0,1 1 1 0 0,-1-1-1 0 0,1 0 0 0 0,-1 0 1 0 0,1 0-1 0 0,-1 0 0 0 0,1 0 1 0 0,-1 0-1 0 0,1 0 0 0 0,-1 0 1 0 0,2 0-1 0 0,4-8-1150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4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5 102 2633 0 0,'0'1'117'0'0,"-1"0"0"0"0,0 0 0 0 0,1 0-1 0 0,-1 0 1 0 0,1 0 0 0 0,0 0 0 0 0,-1 1 0 0 0,1-1 0 0 0,0 0 0 0 0,0 0 0 0 0,0 0 0 0 0,0 0 0 0 0,0 1 0 0 0,0-1 0 0 0,0 0 0 0 0,0 0 0 0 0,0 0 0 0 0,0 1 0 0 0,1-1 0 0 0,-1 0 0 0 0,0 0 0 0 0,1 0 0 0 0,0 2 0 0 0,0-3-47 0 0,0 0 0 0 0,0 0 0 0 0,0 0 0 0 0,0 0 0 0 0,0 1 0 0 0,0-2 1 0 0,0 1-1 0 0,0 0 0 0 0,0 0 0 0 0,0 0 0 0 0,0 0 0 0 0,0-1 0 0 0,0 1 0 0 0,0 0 0 0 0,0-1 0 0 0,0 1 0 0 0,0-1 0 0 0,0 1 0 0 0,0-1 0 0 0,1 0 0 0 0,47-38 1422 0 0,-35 25-1153 0 0,-5 6-119 0 0,0-1 0 0 0,0 0 0 0 0,-1-1 0 0 0,0 0 0 0 0,7-13 0 0 0,-16 20 640 0 0,-10 7-419 0 0,-9 10-155 0 0,10-3-276 0 0,1 0-1 0 0,0 0 0 0 0,0 1 1 0 0,1 1-1 0 0,1-1 0 0 0,0 1 1 0 0,0 0-1 0 0,2 1 1 0 0,-8 23-1 0 0,8-18 21 0 0,0 1 0 0 0,1 0 0 0 0,1 0 0 0 0,0 0 0 0 0,2 0 0 0 0,1 30 0 0 0,0-48-33 0 0,0 0 1 0 0,0 0-1 0 0,0 1 0 0 0,1-1 0 0 0,-1 0 0 0 0,1 0 0 0 0,-1 0 0 0 0,1 0 1 0 0,0 0-1 0 0,-1 1 0 0 0,1-1 0 0 0,0 0 0 0 0,1-1 0 0 0,-1 1 0 0 0,0 0 1 0 0,0 0-1 0 0,1 0 0 0 0,-1-1 0 0 0,1 1 0 0 0,-1-1 0 0 0,1 1 0 0 0,2 0 1 0 0,-2-1-4 0 0,0-1 0 0 0,0 1 1 0 0,1-1-1 0 0,-1 0 1 0 0,0 0-1 0 0,0 0 0 0 0,1 0 1 0 0,-1 0-1 0 0,0-1 0 0 0,0 1 1 0 0,0-1-1 0 0,1 1 0 0 0,-1-1 1 0 0,0 0-1 0 0,0 0 1 0 0,0 0-1 0 0,0 0 0 0 0,0 0 1 0 0,0 0-1 0 0,-1 0 0 0 0,4-3 1 0 0,34-32 52 0 0,12-9 150 0 0,-49 43-154 0 0,1-1 0 0 0,1 1 0 0 0,-1 1 1 0 0,0-1-1 0 0,0 0 0 0 0,1 1 0 0 0,-1 0 0 0 0,1 0 1 0 0,-1 0-1 0 0,1 0 0 0 0,-1 0 0 0 0,1 1 1 0 0,0-1-1 0 0,4 1 0 0 0,-5 1 10 0 0,0 0 0 0 0,0 0-1 0 0,0 0 1 0 0,0 1 0 0 0,0-1 0 0 0,0 1 0 0 0,0 0-1 0 0,-1 0 1 0 0,1 0 0 0 0,0 0 0 0 0,-1 0 0 0 0,0 1-1 0 0,1-1 1 0 0,-1 1 0 0 0,0-1 0 0 0,-1 1-1 0 0,1 0 1 0 0,0 0 0 0 0,-1 0 0 0 0,1 0 0 0 0,-1 0-1 0 0,0 0 1 0 0,0 0 0 0 0,0 0 0 0 0,0 0 0 0 0,0 4-1 0 0,5 45-1308 0 0,-10-10-3395 0 0,4-38 4238 0 0,-1 0 0 0 0,-1-1 0 0 0,1 0-1 0 0,0 1 1 0 0,-1-1 0 0 0,0 0 0 0 0,0 0 0 0 0,0 0 0 0 0,0 0 0 0 0,0 0 0 0 0,-1 0 0 0 0,1 0 0 0 0,-1-1 0 0 0,-3 3 0 0 0,-7 9-1237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4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1 217 3633 0 0,'11'-10'5222'0'0,"23"-11"-2767"0"0,-30 18-1880 0 0,120-65 3006 0 0,-45 26-5506 0 0,-4-4-6535 0 0,-62 27 5421 0 0,-4 11 1325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3321 0 0,'0'-1'143'0'0,"0"1"0"0"0,0-1 1 0 0,1 0-1 0 0,-1 1 1 0 0,0-1-1 0 0,0 0 0 0 0,0 1 1 0 0,0-1-1 0 0,0 0 0 0 0,1 1 1 0 0,-1-1-1 0 0,0 1 0 0 0,1-1 1 0 0,-1 1-1 0 0,0-1 1 0 0,1 1-1 0 0,-1-1 0 0 0,1 1 1 0 0,-1-1-1 0 0,1 1 0 0 0,-1-1 1 0 0,1 1-1 0 0,-1 0 0 0 0,1-1 1 0 0,-1 1-1 0 0,1 0 1 0 0,-1-1-1 0 0,1 1 0 0 0,0 0 1 0 0,-1 0-1 0 0,1 0 0 0 0,-1-1 1 0 0,1 1-1 0 0,0 0 0 0 0,-1 0 1 0 0,2 0-1 0 0,25-9 655 0 0,-11 5-490 0 0,-5 2-346 0 0,-1-1 0 0 0,0 1 0 0 0,1 1 0 0 0,-1 0 0 0 0,1 1 0 0 0,0 0 0 0 0,20 2 0 0 0,-30-2-40 0 0,-1 0 0 0 0,1 1-1 0 0,-1-1 1 0 0,1 0-1 0 0,-1 0 1 0 0,0 0 0 0 0,1 0-1 0 0,-1 1 1 0 0,1-1-1 0 0,-1 0 1 0 0,0 0 0 0 0,1 1-1 0 0,-1-1 1 0 0,0 0 0 0 0,1 1-1 0 0,-1-1 1 0 0,0 0-1 0 0,1 1 1 0 0,-1-1 0 0 0,0 1-1 0 0,0-1 1 0 0,1 0-1 0 0,-1 1 1 0 0,0-1 0 0 0,0 1-1 0 0,0-1 1 0 0,0 1 0 0 0,1-1-1 0 0,-1 1 1 0 0,0-1-1 0 0,0 1 1 0 0,0-1 0 0 0,0 1-1 0 0,-8 20-1725 0 0,-19 13-60 0 0,-2-9 1319 0 0,24-22 703 0 0,0 1 0 0 0,0-1-1 0 0,0 2 1 0 0,0-1 0 0 0,1 0 0 0 0,-1 1-1 0 0,1 0 1 0 0,1 0 0 0 0,-1 0 0 0 0,1 0 0 0 0,-4 8-1 0 0,23-24 2283 0 0,5-9-1515 0 0,75-88 2552 0 0,-100 116-3178 0 0,-1-1-1 0 0,2 1 1 0 0,-1 0 0 0 0,1 0 0 0 0,1 0 0 0 0,-3 10 0 0 0,-4 10-167 0 0,4-15-130 0 0,-3 7-24 0 0,1 0 0 0 0,-4 22 0 0 0,10-38 14 0 0,0-1-1 0 0,0 1 1 0 0,1-1-1 0 0,-1 1 1 0 0,1-1-1 0 0,0 1 1 0 0,0-1-1 0 0,0 1 0 0 0,1 0 1 0 0,-1-1-1 0 0,1 1 1 0 0,0-1-1 0 0,0 0 1 0 0,0 1-1 0 0,0-1 1 0 0,0 0-1 0 0,1 1 1 0 0,0-1-1 0 0,3 5 1 0 0,-2-6-4 0 0,-1-1 0 0 0,0 1 1 0 0,1-1-1 0 0,-1 0 1 0 0,1 0-1 0 0,0 0 1 0 0,-1 0-1 0 0,1-1 1 0 0,0 1-1 0 0,-1-1 1 0 0,1 1-1 0 0,0-1 1 0 0,0 0-1 0 0,0 0 1 0 0,-1 0-1 0 0,1-1 0 0 0,0 1 1 0 0,0-1-1 0 0,-1 1 1 0 0,1-1-1 0 0,0 0 1 0 0,-1 0-1 0 0,1 0 1 0 0,-1 0-1 0 0,1-1 1 0 0,-1 1-1 0 0,4-3 1 0 0,8-5 16 0 0,0 0 0 0 0,-1 0 1 0 0,15-16-1 0 0,-22 20-52 0 0,16-11 368 0 0,-21 17-302 0 0,0 0-1 0 0,0-1 0 0 0,-1 1 1 0 0,1 0-1 0 0,0 1 0 0 0,-1-1 1 0 0,1 0-1 0 0,-1 0 0 0 0,0 0 1 0 0,1 0-1 0 0,-1 0 0 0 0,0 0 0 0 0,0 1 1 0 0,1-1-1 0 0,-1 0 0 0 0,0 0 1 0 0,0 0-1 0 0,0 0 0 0 0,-1 1 1 0 0,1-1-1 0 0,0 0 0 0 0,0 0 1 0 0,-1 0-1 0 0,1 1 0 0 0,-1 48 156 0 0,-2 42-910 0 0,3-86 563 0 0,-1 0 0 0 0,0 0 1 0 0,0 0-1 0 0,-1 0 1 0 0,0 0-1 0 0,0 0 0 0 0,0-1 1 0 0,-1 1-1 0 0,0-1 1 0 0,0 1-1 0 0,-5 6 0 0 0,5-9 16 0 0,0-1 0 0 0,0 0 0 0 0,1 0-1 0 0,-2 0 1 0 0,1 0 0 0 0,0-1 0 0 0,0 1-1 0 0,0-1 1 0 0,-1 0 0 0 0,1 0 0 0 0,0 0-1 0 0,-1 0 1 0 0,1-1 0 0 0,-1 1 0 0 0,1-1-1 0 0,-1 0 1 0 0,-7 0 0 0 0,8-1 151 0 0,-1 1 0 0 0,0 0-1 0 0,1 0 1 0 0,-1 1 0 0 0,0-1 0 0 0,1 1 0 0 0,-1 0 0 0 0,1 0-1 0 0,-1 0 1 0 0,1 0 0 0 0,-1 1 0 0 0,1 0 0 0 0,-4 1 0 0 0,7-3 43 0 0,0 0 1 0 0,0 1-1 0 0,-1-1 1 0 0,1 0-1 0 0,0 0 0 0 0,-1 0 1 0 0,1 0-1 0 0,0 0 1 0 0,0 0-1 0 0,-1 1 1 0 0,1-1-1 0 0,0 0 1 0 0,0 0-1 0 0,0 0 0 0 0,-1 1 1 0 0,1-1-1 0 0,0 0 1 0 0,0 0-1 0 0,0 1 1 0 0,0-1-1 0 0,0 0 1 0 0,-1 0-1 0 0,1 1 1 0 0,0-1-1 0 0,0 0 0 0 0,0 1 1 0 0,0-1-1 0 0,0 0 1 0 0,0 0-1 0 0,0 1 1 0 0,0-1-1 0 0,0 0 1 0 0,0 1-1 0 0,0-1 0 0 0,0 0 1 0 0,0 1-1 0 0,0-1 1 0 0,0 0-1 0 0,0 0 1 0 0,1 1-1 0 0,-1-1 1 0 0,0 0-1 0 0,0 0 1 0 0,0 1-1 0 0,0-1 0 0 0,0 0 1 0 0,1 1-1 0 0,18 4 1549 0 0,23-6 587 0 0,-17-7-1401 0 0,-1 0 1 0 0,0-2-1 0 0,29-15 1 0 0,17-8-2164 0 0,-56 28-991 0 0,1 0-1 0 0,0 0 1 0 0,16-1 0 0 0,-9 0-928 0 0,-9 3 1260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5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92 2665 0 0,'0'0'32'0'0,"0"0"0"0"0,0 0 0 0 0,-1 0 1 0 0,1 0-1 0 0,0 0 0 0 0,0 0 0 0 0,0 0 1 0 0,-1 0-1 0 0,1 0 0 0 0,0 1 0 0 0,0-1 1 0 0,0 0-1 0 0,-1 0 0 0 0,1 0 0 0 0,0 0 1 0 0,0 0-1 0 0,0 1 0 0 0,0-1 0 0 0,0 0 1 0 0,-1 0-1 0 0,1 0 0 0 0,0 0 0 0 0,0 1 1 0 0,0-1-1 0 0,0 0 0 0 0,0 0 0 0 0,0 0 1 0 0,0 1-1 0 0,0-1 0 0 0,0 0 0 0 0,0 0 1 0 0,0 0-1 0 0,0 1 0 0 0,0-1 0 0 0,0 0 1 0 0,0 0-1 0 0,0 0 0 0 0,0 1 0 0 0,0-1 1 0 0,0 0-1 0 0,0 0 0 0 0,0 1 0 0 0,0-1 1 0 0,0 0-1 0 0,0 0 0 0 0,0 0 1 0 0,0 0-1 0 0,0 1 0 0 0,1-1 0 0 0,-1 0 1 0 0,0 0-1 0 0,0 0 0 0 0,0 0 0 0 0,0 1 1 0 0,1-1-1 0 0,15-2 1141 0 0,21-12 670 0 0,-19 4-1070 0 0,0-2 0 0 0,-1 0 1 0 0,0 0-1 0 0,25-27 0 0 0,-53 59-301 0 0,0 1 0 0 0,-10 31 0 0 0,20-49-428 0 0,-16 33-77 0 0,-13 35-96 0 0,28-66 117 0 0,1-1 1 0 0,0 1 0 0 0,0 0 0 0 0,0 0-1 0 0,0 0 1 0 0,1-1 0 0 0,0 1-1 0 0,0 0 1 0 0,0 0 0 0 0,0 0 0 0 0,1 0-1 0 0,1 5 1 0 0,-2-10 2 0 0,1 1-1 0 0,-1-1 1 0 0,0 1-1 0 0,1-1 1 0 0,-1 1 0 0 0,0-1-1 0 0,1 0 1 0 0,-1 1-1 0 0,1-1 1 0 0,-1 0 0 0 0,1 1-1 0 0,-1-1 1 0 0,1 0-1 0 0,-1 1 1 0 0,1-1 0 0 0,-1 0-1 0 0,1 0 1 0 0,-1 0-1 0 0,1 0 1 0 0,0 0 0 0 0,-1 1-1 0 0,1-1 1 0 0,-1 0-1 0 0,1 0 1 0 0,-1 0 0 0 0,1 0-1 0 0,0-1 1 0 0,-1 1-1 0 0,1 0 1 0 0,-1 0 0 0 0,1 0-1 0 0,-1 0 1 0 0,1-1-1 0 0,-1 1 1 0 0,1 0 0 0 0,-1 0-1 0 0,1-1 1 0 0,-1 1-1 0 0,1 0 1 0 0,-1-1 0 0 0,1 1-1 0 0,-1-1 1 0 0,0 1-1 0 0,1 0 1 0 0,-1-1 0 0 0,0 1-1 0 0,1-2 1 0 0,26-24-77 0 0,-24 23 66 0 0,-1 1 15 0 0,10-12-14 0 0,1 1 0 0 0,1 1 0 0 0,0 0 0 0 0,17-11 0 0 0,-29 21 24 0 0,1 1 0 0 0,-1-1 0 0 0,1 1 0 0 0,0 0 0 0 0,-1 0 1 0 0,1 0-1 0 0,0 0 0 0 0,0 0 0 0 0,0 1 0 0 0,0-1 0 0 0,0 1 0 0 0,0 0 0 0 0,0 0 0 0 0,5 0 0 0 0,-6 1 6 0 0,0 0-1 0 0,0 0 1 0 0,0 0-1 0 0,0 0 1 0 0,-1 0-1 0 0,1 0 1 0 0,0 0-1 0 0,-1 1 0 0 0,1-1 1 0 0,0 1-1 0 0,-1-1 1 0 0,0 1-1 0 0,1 0 1 0 0,-1-1-1 0 0,0 1 1 0 0,0 0-1 0 0,0 0 1 0 0,0 0-1 0 0,0 0 1 0 0,-1 0-1 0 0,1 0 1 0 0,-1 0-1 0 0,1 4 1 0 0,2 5-29 0 0,-2 0 1 0 0,0 0 0 0 0,0 0-1 0 0,-1 0 1 0 0,0 0-1 0 0,-1 0 1 0 0,-3 12 0 0 0,2-12-1550 0 0,0 0 1 0 0,-1 0 0 0 0,-8 20 0 0 0,-7-15-1995 0 0,9-7 1671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6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0 207 3609 0 0,'27'-11'3983'0'0,"-11"4"-3325"0"0,27-19 419 0 0,73-57 0 0 0,-18 11-7193 0 0,-90 64 4397 0 0,-11 14-842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6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1 464 0 0,'-9'15'534'0'0,"0"0"0"0"0,0 0 0 0 0,1 1 0 0 0,1 0 0 0 0,1 1 0 0 0,0-1 0 0 0,1 1 0 0 0,1 0 0 0 0,1 1 0 0 0,0-1 0 0 0,1 1 0 0 0,1 20 0 0 0,1-36-482 0 0,0 0 1 0 0,0 0-1 0 0,0 0 1 0 0,0 0-1 0 0,0 0 1 0 0,1 0 0 0 0,-1 0-1 0 0,1 0 1 0 0,-1 0-1 0 0,1 0 1 0 0,0-1-1 0 0,0 1 1 0 0,0 0-1 0 0,0 0 1 0 0,0-1 0 0 0,0 1-1 0 0,0-1 1 0 0,1 1-1 0 0,-1-1 1 0 0,0 1-1 0 0,1-1 1 0 0,-1 0 0 0 0,1 0-1 0 0,0 0 1 0 0,3 2-1 0 0,-2-2 35 0 0,0 0 0 0 0,1-1 0 0 0,-1 0 1 0 0,0 0-1 0 0,1 0 0 0 0,-1 0 0 0 0,0 0 0 0 0,1-1 0 0 0,-1 1 0 0 0,0-1 0 0 0,1 0 0 0 0,-1 0 0 0 0,6-2 0 0 0,7-5-192 0 0,1 0-1 0 0,-1-2 1 0 0,-1 1-1 0 0,22-19 0 0 0,-27 21-570 0 0,-2 0 0 0 0,1-1 0 0 0,-1 1-1 0 0,0-2 1 0 0,-1 1 0 0 0,0-1-1 0 0,0 0 1 0 0,-1-1 0 0 0,0 1 0 0 0,5-11-1 0 0,-5 2-915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7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 3145 0 0,'35'-36'3547'0'0,"-8"6"-2424"0"0,36-30 1 0 0,-63 60-1104 0 0,0 0 0 0 0,0 0 0 0 0,0 0 0 0 0,0 0 0 0 0,0 0 0 0 0,0 0 0 0 0,0 1 0 0 0,0-1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0,1 0 0 0 0,-1 0 0 0 0,0 0 0 0 0,0 1 0 0 0,0-1 0 0 0,0 0 0 0 0,0 0 0 0 0,0 0 0 0 0,0 0 0 0 0,0 0 0 0 0,1 0 0 0 0,-10 18 251 0 0,-13 21-536 0 0,14-25 226 0 0,1 0 0 0 0,0 0 0 0 0,1 0 0 0 0,0 1 0 0 0,1 0 0 0 0,1 1 0 0 0,0-1 0 0 0,1 1 0 0 0,-1 23 0 0 0,4-30 47 0 0,0 1 1 0 0,0-1-1 0 0,1 0 0 0 0,0 1 0 0 0,1-1 0 0 0,0 0 0 0 0,0 0 1 0 0,1 0-1 0 0,0 0 0 0 0,1 0 0 0 0,0-1 0 0 0,0 1 0 0 0,1-1 0 0 0,0 0 1 0 0,0 0-1 0 0,1-1 0 0 0,8 9 0 0 0,-12-14-25 0 0,-1 0-1 0 0,1 0 1 0 0,0 0-1 0 0,0-1 1 0 0,0 1 0 0 0,0 0-1 0 0,0-1 1 0 0,0 0-1 0 0,0 1 1 0 0,1-1 0 0 0,-1 0-1 0 0,0 0 1 0 0,1 0-1 0 0,-1-1 1 0 0,0 1-1 0 0,1-1 1 0 0,-1 1 0 0 0,1-1-1 0 0,-1 0 1 0 0,1 0-1 0 0,0 0 1 0 0,-1 0 0 0 0,1 0-1 0 0,-1 0 1 0 0,1-1-1 0 0,-1 1 1 0 0,0-1-1 0 0,1 0 1 0 0,-1 0 0 0 0,1 0-1 0 0,-1 0 1 0 0,0 0-1 0 0,0 0 1 0 0,0-1 0 0 0,0 1-1 0 0,0-1 1 0 0,0 1-1 0 0,0-1 1 0 0,0 0-1 0 0,0 0 1 0 0,1-3 0 0 0,6-6-250 0 0,0-1 1 0 0,-1 0 0 0 0,-1-1 0 0 0,0 0 0 0 0,9-21 0 0 0,17-55 212 0 0,28-118 0 0 0,-61 207 99 0 0,0 0 1 0 0,0 0 0 0 0,0 0 0 0 0,1 1 0 0 0,-1-1 0 0 0,0 0-1 0 0,0 0 1 0 0,0 0 0 0 0,0 0 0 0 0,0 0 0 0 0,0 0 0 0 0,1 0-1 0 0,-1 0 1 0 0,0 0 0 0 0,0 0 0 0 0,0 0 0 0 0,0 0 0 0 0,0 0-1 0 0,0 0 1 0 0,1 0 0 0 0,-1 0 0 0 0,0 0 0 0 0,0 0 0 0 0,0 0-1 0 0,0 0 1 0 0,0 0 0 0 0,1 0 0 0 0,-1 0 0 0 0,0 0 0 0 0,0 0-1 0 0,0 0 1 0 0,0 0 0 0 0,0 0 0 0 0,0 0 0 0 0,1 0 0 0 0,-1 0-1 0 0,0 0 1 0 0,0-1 0 0 0,0 1 0 0 0,0 0 0 0 0,0 0 0 0 0,0 0-1 0 0,0 0 1 0 0,0 0 0 0 0,0 0 0 0 0,0 0 0 0 0,1-1 0 0 0,-1 1-1 0 0,0 0 1 0 0,6 26 830 0 0,1 35-208 0 0,24 184 1112 0 0,-22-203-2829 0 0,27 74 1 0 0,-24-97-1338 0 0,-7-28-1262 0 0,-5-35 481 0 0,-3 29 2574 0 0,1 0-297 0 0</inkml:trace>
  <inkml:trace contextRef="#ctx0" brushRef="#br0" timeOffset="1">427 249 1520 0 0,'-1'-1'268'0'0,"1"-1"-1"0"0,-1 0 0 0 0,1 0 1 0 0,-1 0-1 0 0,1 1 0 0 0,-1-1 1 0 0,1 0-1 0 0,0 0 0 0 0,0 0 1 0 0,0 0-1 0 0,0 0 0 0 0,1 1 1 0 0,-1-1-1 0 0,0 0 0 0 0,1 0 0 0 0,-1 0 1 0 0,1 1-1 0 0,0-1 0 0 0,-1 0 1 0 0,1 0-1 0 0,0 1 0 0 0,0-1 1 0 0,0 1-1 0 0,0-1 0 0 0,0 1 1 0 0,1-1-1 0 0,1-1 0 0 0,2 0-51 0 0,1 1-1 0 0,-1 0 0 0 0,0-1 1 0 0,1 2-1 0 0,0-1 1 0 0,-1 1-1 0 0,10-1 0 0 0,-9 1-687 0 0,34-16-5896 0 0,-34 14 5335 0 0,5-1-1182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18:17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28 4049 0 0,'-1'5'1288'0'0,"1"3"-440"0"0,-2-1-320 0 0,2-2-224 0 0,0-3-199 0 0,2-2-97 0 0,-2-2-8 0 0,0-1 16 0 0,-2-1-8 0 0,2 1-56 0 0,-2-4-185 0 0,1 0-359 0 0,-3-8-1032 0 0,14 1-1209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07.2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4,'79'-1,"-28"-1,0 2,0 2,0 2,-1 3,67 16,-94-17,1-1,0-2,0 0,0-1,37-3,35 3,46 22,56-23,-122-2,-52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18.52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1,'11'1,"1"1,0 0,-1 0,0 1,1 1,12 6,14 3,147 49,262 72,-317-106,16-3,-144-25,1 1,0 0,0-1,-1 1,1 1,-1-1,1 0,-1 1,1-1,-1 1,0 0,0 0,0 0,0 0,0 0,0 0,0 0,2 5,20 51,-14-28,90 245,-96-262,14 28,-8-23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24.8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1,'17'1,"1"1,30 7,20 3,417-7,-263-8,1255 3,-1452 2,0 1,0 0,47 15,-44-10,-1-2,55 6,-13-5,114 25,-123-19,1-2,110 5,1959-17,-1962-13,1 0,17 17,146-6,-243-9,-58 7,47-3,588 9,-514 12,-2 0,-27-11,192-6,-228-8,-54 7,58-3,-1 8,11 0,125-15,-122 6,144 5,-143 5,131-15,-107 3,194 9,-153 5,-104-1,-42 0,-1-1,1-1,0-1,43-8,-51 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47.07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1,'753'0,"-699"2,60 11,-22-1,-10 0,-49-7,59 4,-69-9,1 1,-1 1,46 9,-52-6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49.4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0 209,'183'-12,"-35"1,249 8,-340 4,-42-2,1-1,-1-1,0 0,0 0,25-11,-22 8,0 0,0 2,25-4,23 2,-15 2,97-19,-119 17,1 1,53 0,19-3,-85 4,0-1,1 0,-2-1,19-9,-19 7,0 1,1 1,0 1,25-6,-27 9,0 1,0 0,0 0,0 2,0 0,-1 1,1 0,0 1,-1 0,1 2,24 10,-16-5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55.7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0,'58'3,"-1"2,57 14,15 1,-23-12,138-8,-94-3,445 3,-572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19:58.4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29,'35'-9,"0"2,1 2,0 1,1 1,51 4,-28-1,49-2,270 5,-334 2,65 16,-72-12,1-2,66 4,-80-9,-1 1,1 1,-1 1,0 1,26 10,-43-14,22 4,1 0,0-3,0 0,0-2,57-5,-5 1,422 3,-473-1,55-11,-55 7,53-3,39 10,91-4,-131-10,-53 6,49-2,-18 7,-35 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20:00.69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0,'1720'0,"-1689"0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20:22.4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0 107,'17'-5,"0"0,-1 1,1 1,1 0,-1 1,0 1,27 2,-1-2,183 1,44-3,-144-9,59-3,-120 16,126-16,-73-2,233-3,-198 18,134 5,-190 9,35 2,-125-13,64 0,82 12,-64-3,0-5,105-7,-49-1,70 6,242-6,-311-9,122-2,-248 14,456-15,48 2,-330 15,-147 0,54 10,-53-5,49 0,-86-7,37 0,-1 2,63 10,-44-3,1-4,0-2,67-7,-6 1,-66 6,0 2,-1 2,76 21,-104-23,0-1,0-1,35-2,-28-1,57 7,28 6,244-8,-198-7,-68 0,110 4,-139 11,-54-9,-1 0,29 1,713-3,-368-5,2486 3,-2852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3:20:26.4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51 849,'270'-253,"-197"192,144-90,-99 82,3 5,3 5,175-57,-248 102,67-9,-74 15,-13-1,-30 8,0 1,1-1,-1 1,0-1,0 1,0-1,-1 0,1 0,0 1,0-1,0 0,0 0,-1 0,1 0,0 0,-1 0,1 0,-1 0,1 0,-1 0,1 0,-1-3,-1 20,-2 0,0-1,-1 1,-8 20,0 6,-7 24,-161 514,137-463,-6-2,-121 206,166-314,-1 0,0-1,0 1,-1-1,-8 8,13-13,0 0,0 0,0 0,0 0,-1-1,1 1,0 0,0 0,-1-1,1 1,-1-1,1 1,0-1,-1 1,1-1,-1 0,1 0,-1 0,1 0,-1 0,1 0,-1 0,1 0,0-1,-1 1,1-1,-1 1,1-1,0 1,-1-1,1 0,0 1,0-1,-1 0,1 0,0 0,0 0,-1-2,-8-11,0-1,1 0,1-1,-9-22,-3-6,-11-16,-173-379,171 353,-9-18,-48-191,68 141,22 152,0 1,0 0,-1 0,1 0,0 0,0 0,1 0,-1 0,0 0,0 0,0 0,1 0,-1 0,0 0,1 0,-1 0,1 0,-1 0,1 0,0 0,-1 0,1 1,0-1,0 0,-1 0,2 0,0 0,0 0,0 1,1-1,-1 1,0-1,0 1,0 0,0-1,1 1,-1 0,0 0,3 1,9 2,0 0,-1 1,18 7,-26-9,61 26,89 53,17 9,0-21,93 46,-194-69,-54-33,0-1,1-1,25 11,223 98,-232-107,40 11,-45-16,56 24,-85-32,-1 0,1 0,0 0,-1 0,1 0,0 1,0-1,-1 0,1 0,0 0,0 0,-1 0,1 1,0-1,0 0,0 0,-1 1,1-1,0 0,0 0,0 1,0-1,0 0,0 0,-1 1,1-1,0 0,0 0,0 1,0-1,0 0,0 1,0-1,0 0,0 0,0 1,0-1,0 0,0 1,1-1,-1 0,0 0,0 1,0-1,0 0,0 0,1 1,-1-1,0 0,0 0,0 0,1 1,-1-1,0 0,1 0,-34 4,32-4,-96 2,-135-13,-99-31,170 19,30-2,88 14,0 3,-51-3,53 7,-80-19,86 15,-1 1,0 2,-40-2,-442 9,495-2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2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72 1760 0 0,'-11'5'6286'0'0,"24"-9"-2759"0"0,9-13-1888 0 0,-12 9-1112 0 0,1 0 0 0 0,0 0 0 0 0,0 1 0 0 0,0 1 0 0 0,17-8 0 0 0,-25 13-455 0 0,-1 0 0 0 0,1 1 0 0 0,-1-1 0 0 0,1 1 0 0 0,0-1 0 0 0,-1 1 0 0 0,1 0 0 0 0,0 0 0 0 0,-1 0 0 0 0,1 0 0 0 0,0 0 0 0 0,-1 1 0 0 0,1-1 0 0 0,0 1 0 0 0,-1 0 0 0 0,1-1 0 0 0,-1 1 0 0 0,1 1 0 0 0,-1-1 0 0 0,0 0 0 0 0,1 0 0 0 0,-1 1 1 0 0,0-1-1 0 0,0 1 0 0 0,0 0 0 0 0,0 0 0 0 0,0 0 0 0 0,0 0 0 0 0,-1 0 0 0 0,1 0 0 0 0,2 5 0 0 0,3 6 60 0 0,0 0 0 0 0,-1 0 1 0 0,0 1-1 0 0,-1 0 0 0 0,0 0 0 0 0,-2 1 1 0 0,1-1-1 0 0,1 21 0 0 0,-1 17-919 0 0,-3 54 1 0 0,-1-68-998 0 0,-1-27 1111 0 0,-3-2-5162 0 0,-4-8-412 0 0,-1-6 4841 0 0,2 1-561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2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4153 0 0,'1'2'269'0'0,"-1"-1"0"0"0,1 1 1 0 0,-1-1-1 0 0,1 1 0 0 0,0-1 0 0 0,-1 0 0 0 0,1 1 1 0 0,0-1-1 0 0,0 0 0 0 0,0 1 0 0 0,0-1 1 0 0,0 0-1 0 0,0 0 0 0 0,1 0 0 0 0,-1 0 0 0 0,0 0 1 0 0,1 0-1 0 0,-1-1 0 0 0,0 1 0 0 0,1 0 1 0 0,2 0-1 0 0,-1 0-86 0 0,0-1 1 0 0,-1 1-1 0 0,1-1 1 0 0,0 0-1 0 0,0-1 1 0 0,0 1-1 0 0,-1 0 1 0 0,1-1-1 0 0,0 1 1 0 0,0-1-1 0 0,4-2 1 0 0,7-3-210 0 0,0-1 1 0 0,0-1-1 0 0,22-16 0 0 0,-21 14 371 0 0,-9 6-636 0 0,0 1 1 0 0,0-1-1 0 0,0 2 1 0 0,0-1-1 0 0,9-2 0 0 0,18 1-5333 0 0,-22 1 2732 0 0,0 7 1096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3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2040 0 0,'0'17'1439'0'0,"0"82"4160"0"0,2-1-3494 0 0,1-35-2442 0 0,3-1-1 0 0,23 106 0 0 0,-19-139-1245 0 0,-8-27 67 0 0,-6-19 854 0 0,-19-56-100 0 0,15 52 913 0 0,1-1 1 0 0,1 0-1 0 0,0 0 1 0 0,2 0-1 0 0,-2-32 1 0 0,6 53-74 0 0,0 1 1 0 0,0 0-1 0 0,0 0 0 0 0,1-1 1 0 0,-1 1-1 0 0,0 0 0 0 0,0-1 0 0 0,0 1 1 0 0,1 0-1 0 0,-1 0 0 0 0,0-1 1 0 0,1 1-1 0 0,-1 0 0 0 0,0 0 0 0 0,0-1 1 0 0,1 1-1 0 0,-1 0 0 0 0,0 0 1 0 0,1 0-1 0 0,-1 0 0 0 0,0 0 0 0 0,1 0 1 0 0,-1-1-1 0 0,0 1 0 0 0,1 0 1 0 0,-1 0-1 0 0,1 0 0 0 0,-1 0 0 0 0,0 0 1 0 0,1 0-1 0 0,-1 0 0 0 0,0 1 1 0 0,1-1-1 0 0,-1 0 0 0 0,1 0 0 0 0,23 4 961 0 0,4 0-676 0 0,-24-5-331 0 0,0 0 1 0 0,0 0 0 0 0,0-1 0 0 0,0 1 0 0 0,0-1-1 0 0,0 1 1 0 0,-1-1 0 0 0,1-1 0 0 0,-1 1-1 0 0,1 0 1 0 0,-1-1 0 0 0,0 0 0 0 0,0 0 0 0 0,0 0-1 0 0,0 0 1 0 0,0 0 0 0 0,-1 0 0 0 0,1-1 0 0 0,-1 1-1 0 0,0-1 1 0 0,0 0 0 0 0,-1 1 0 0 0,1-1-1 0 0,-1 0 1 0 0,2-7 0 0 0,-1-26 3384 0 0,21 221-1220 0 0,-17-120-3275 0 0,21 95 0 0 0,-19-136-1454 0 0,-8-23 2425 0 0,0 0-1 0 0,0 0 1 0 0,0 0 0 0 0,0 0 0 0 0,0 0 0 0 0,0 0 0 0 0,1 1 0 0 0,-1-1 0 0 0,4 1-3426 0 0,-4-1 3426 0 0,0 0 0 0 0,0 0 0 0 0,5-18-6854 0 0,-5 2 7358 0 0,1 0-1497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3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93 2665 0 0,'1'10'1016'0'0,"0"0"1"0"0,0 1 0 0 0,-1-1-1 0 0,0 1 1 0 0,-3 14 0 0 0,-13 56 1161 0 0,3-16-1659 0 0,12-56-578 0 0,-1 0-113 0 0,0-1 0 0 0,1 1 0 0 0,0 0 0 0 0,1 0 0 0 0,-1-1 0 0 0,2 1 0 0 0,-1 0 0 0 0,2 0 0 0 0,-1-1 0 0 0,3 9 0 0 0,-3-17 59 0 0,-1 0 0 0 0,1 0 0 0 0,-1-1-1 0 0,1 1 1 0 0,-1-1 0 0 0,0 1 0 0 0,1 0 0 0 0,-1-1-1 0 0,1 1 1 0 0,-1-1 0 0 0,0 1 0 0 0,1-1-1 0 0,-1 1 1 0 0,0-1 0 0 0,1 1 0 0 0,-1-1 0 0 0,0 1-1 0 0,0-1 1 0 0,1 1 0 0 0,-1-1 0 0 0,0 0-1 0 0,0 1 1 0 0,0-1 0 0 0,0 1 0 0 0,0-1 0 0 0,0 0-1 0 0,0 1 1 0 0,0-1 0 0 0,0 1 0 0 0,-1-2-1 0 0,6-25-530 0 0,-15-43-178 0 0,1 1 3681 0 0,10 69-2751 0 0,-1 0 1 0 0,0-1 0 0 0,1 1 0 0 0,-1 0 0 0 0,0-1 0 0 0,1 1 0 0 0,-1 0 0 0 0,1 0 0 0 0,-1-1 0 0 0,0 1 0 0 0,1 0-1 0 0,-1 0 1 0 0,1 0 0 0 0,-1-1 0 0 0,1 1 0 0 0,-1 0 0 0 0,1 0 0 0 0,-1 0 0 0 0,1 0 0 0 0,-1 0 0 0 0,1 0 0 0 0,-1 0-1 0 0,0 0 1 0 0,1 0 0 0 0,-1 1 0 0 0,1-1 0 0 0,-1 0 0 0 0,1 0 0 0 0,-1 0 0 0 0,1 0 0 0 0,-1 1 0 0 0,1-1 0 0 0,-1 0-1 0 0,0 0 1 0 0,1 1 0 0 0,-1-1 0 0 0,1 1 0 0 0,23 10 563 0 0,-21-10-495 0 0,48 20 600 0 0,-39-17-1476 0 0,0-1 0 0 0,1 1-1 0 0,-1-2 1 0 0,24 2 0 0 0,-32-3 468 0 0,0-1 0 0 0,0 0 1 0 0,0 0-1 0 0,0 0 0 0 0,0 0 0 0 0,-1-1 0 0 0,1 0 1 0 0,0 0-1 0 0,0 0 0 0 0,-1 0 0 0 0,1 0 0 0 0,-1-1 1 0 0,1 0-1 0 0,-1 1 0 0 0,0-1 0 0 0,1-1 1 0 0,-1 1-1 0 0,0 0 0 0 0,0-1 0 0 0,0 1 0 0 0,-1-1 1 0 0,1 0-1 0 0,-1 0 0 0 0,0 0 0 0 0,1 0 0 0 0,-1-1 1 0 0,-1 1-1 0 0,1-1 0 0 0,0 1 0 0 0,-1-1 0 0 0,0 1 1 0 0,0-1-1 0 0,2-7 0 0 0,2-15 99 0 0,-2 0 0 0 0,0 0 0 0 0,-1-32 0 0 0,-3 46 713 0 0,1 1 0 0 0,-2-1 0 0 0,0 0-1 0 0,0 0 1 0 0,-6-15 0 0 0,7 53 6065 0 0,0 43-4774 0 0,9 13-830 0 0,-4-23-1080 0 0,3 1-1 0 0,2-1 0 0 0,3-1 1 0 0,21 65-1 0 0,-13-88-3907 0 0,-20-34 3803 0 0,0-1 1 0 0,0 0-1 0 0,1 1 1 0 0,-1-1-1 0 0,0 0 1 0 0,1 1-1 0 0,-1-1 1 0 0,0 0-1 0 0,1 0 1 0 0,-1 1-1 0 0,0-1 1 0 0,1 0-1 0 0,-1 0 1 0 0,0 0-1 0 0,1 0 1 0 0,-1 0-1 0 0,1 1 1 0 0,-1-1-1 0 0,0 0 1 0 0,1 0 0 0 0,-1 0-1 0 0,1 0 1 0 0,-1 0-1 0 0,1 0 1 0 0,-1 0-1 0 0,0 0 1 0 0,1-1-1 0 0,0 1 1 0 0,8-18-3252 0 0,-5 1 1223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4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1616 0 0,'-3'6'6240'0'0,"0"16"-3758"0"0,0 24-1218 0 0,5 15-693 0 0,17 93 0 0 0,-13-126-1328 0 0,1 0 1 0 0,21 52-1 0 0,-11-54-1328 0 0,-16-26 1933 0 0,-1 1-1 0 0,1-1 1 0 0,0 1 0 0 0,-1-1-1 0 0,1 0 1 0 0,0 1 0 0 0,-1-1 0 0 0,1 0-1 0 0,0 1 1 0 0,0-1 0 0 0,-1 0-1 0 0,1 0 1 0 0,0 0 0 0 0,0 0 0 0 0,-1 0-1 0 0,1 0 1 0 0,0 0 0 0 0,0 0-1 0 0,-1 0 1 0 0,1 0 0 0 0,1 0 0 0 0,0-1-34 0 0,0-1 0 0 0,0 1 1 0 0,-1 0-1 0 0,1-1 0 0 0,-1 1 1 0 0,1-1-1 0 0,-1 0 1 0 0,1 1-1 0 0,-1-1 0 0 0,0 0 1 0 0,0 0-1 0 0,0 0 0 0 0,0 0 1 0 0,0 0-1 0 0,0 0 0 0 0,-1 0 1 0 0,1 0-1 0 0,-1 0 1 0 0,1 0-1 0 0,-1-4 0 0 0,5-13-826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4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1392 0 0,'1'13'757'0'0,"1"0"-1"0"0,0 0 0 0 0,1 0 1 0 0,7 18-1 0 0,4 26 1097 0 0,-13-51-1666 0 0,6 36 1394 0 0,1 68 0 0 0,-7-99-1465 0 0,-2 0 0 0 0,1 0 0 0 0,-2 1 0 0 0,1-1 0 0 0,-1 0 0 0 0,-1 0 0 0 0,0 0 0 0 0,-1-1 0 0 0,0 1 0 0 0,-1-1 0 0 0,-7 13 0 0 0,11-21-91 0 0,1 0 1 0 0,-1-1-1 0 0,0 1 1 0 0,0-1-1 0 0,0 0 1 0 0,-1 1-1 0 0,1-1 1 0 0,0 0-1 0 0,0 0 1 0 0,-1 1-1 0 0,1-1 1 0 0,-1 0-1 0 0,1 0 1 0 0,-1-1-1 0 0,1 1 0 0 0,-1 0 1 0 0,0 0-1 0 0,1-1 1 0 0,-1 1-1 0 0,0-1 1 0 0,1 1-1 0 0,-4-1 1 0 0,4 0-1 0 0,-1-1-1 0 0,0 1 1 0 0,1-1 0 0 0,-1 1 0 0 0,0-1 0 0 0,1 0 0 0 0,-1 0-1 0 0,1 0 1 0 0,-1 0 0 0 0,1 0 0 0 0,-1 0 0 0 0,1 0 0 0 0,0 0-1 0 0,0-1 1 0 0,-1 1 0 0 0,1 0 0 0 0,0-1 0 0 0,-1-1-1 0 0,-1-3-6 0 0,-1 0 0 0 0,1-1 0 0 0,0 1-1 0 0,0-1 1 0 0,1 0 0 0 0,0 0 0 0 0,0 0-1 0 0,0 0 1 0 0,0-12 0 0 0,2 13-138 0 0,1 0-1 0 0,0 0 1 0 0,0 0 0 0 0,0 0 0 0 0,1 0 0 0 0,0 0 0 0 0,3-6-1 0 0,5-9-3763 0 0,25-36 0 0 0,-20 34 1627 0 0,-7 12 617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5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 2569 0 0,'5'19'1954'0'0,"0"1"1"0"0,-2 0 0 0 0,1 24-1 0 0,3 14-677 0 0,5 7-591 0 0,15 130 77 0 0,-27-192-768 0 0,0 0-1 0 0,0 1 1 0 0,0-1-1 0 0,0 0 1 0 0,0 0-1 0 0,-1 0 1 0 0,1 1-1 0 0,-1-1 1 0 0,0 0-1 0 0,0 0 0 0 0,0 0 1 0 0,0 0-1 0 0,-1 0 1 0 0,1 0-1 0 0,-1 0 1 0 0,0-1-1 0 0,-2 4 1 0 0,3-5-34 0 0,-1 0 1 0 0,1-1-1 0 0,-1 1 1 0 0,1 0-1 0 0,-1-1 1 0 0,0 1-1 0 0,1-1 1 0 0,-1 1-1 0 0,0-1 1 0 0,0 0-1 0 0,1 0 1 0 0,-1 0-1 0 0,0 0 1 0 0,0 0-1 0 0,1 0 1 0 0,-1 0-1 0 0,0-1 1 0 0,1 1-1 0 0,-1 0 1 0 0,0-1-1 0 0,1 0 1 0 0,-1 1-1 0 0,1-1 1 0 0,-1 0 0 0 0,0 0-1 0 0,1 0 1 0 0,0 0-1 0 0,-1 0 1 0 0,1 0-1 0 0,0 0 1 0 0,-1 0-1 0 0,1-1 1 0 0,-1 0-1 0 0,-12-10-21 0 0,0-1 0 0 0,1 0 0 0 0,1-1 0 0 0,0 0 0 0 0,0-1 0 0 0,-14-26 0 0 0,26 39 5 0 0,-1-1 0 0 0,1 1 0 0 0,0 0-1 0 0,0-1 1 0 0,0 1 0 0 0,0 0 0 0 0,1-1 0 0 0,-1 1-1 0 0,1 0 1 0 0,-1 0 0 0 0,1-1 0 0 0,0 1 0 0 0,-1 0 0 0 0,1 0-1 0 0,0 0 1 0 0,1 0 0 0 0,-1 0 0 0 0,0 0 0 0 0,1 0-1 0 0,-1 1 1 0 0,1-1 0 0 0,-1 0 0 0 0,1 1 0 0 0,3-3 0 0 0,45-37-5461 0 0,-46 39 5123 0 0,0-1 0 0 0,0 0 0 0 0,0 0 0 0 0,-1 0 0 0 0,1 0 0 0 0,-1 0 0 0 0,0-1 0 0 0,3-4 1 0 0,3-1-422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1632 0 0,'1'14'4443'0'0,"3"19"-2434"0"0,-1-17-1572 0 0,32 178 2570 0 0,15-2-5552 0 0,-51-209-2132 0 0,-14-78 4557 0 0,8 73 220 0 0,3 11 129 0 0,1 0 0 0 0,0 0 0 0 0,1-1 1 0 0,-2-13-1 0 0,66 41 387 0 0,-60-16-785 0 0,0 1 1 0 0,1-1-1 0 0,-1 0 1 0 0,0 0-1 0 0,0 0 0 0 0,1 0 1 0 0,-1 0-1 0 0,0 0 1 0 0,1 0-1 0 0,-1-1 0 0 0,0 0 1 0 0,0 1-1 0 0,1-1 1 0 0,-1 0-1 0 0,0 0 1 0 0,0 0-1 0 0,0 0 0 0 0,0 0 1 0 0,0 0-1 0 0,0-1 1 0 0,0 1-1 0 0,-1-1 0 0 0,1 1 1 0 0,0-1-1 0 0,-1 0 1 0 0,1 0-1 0 0,-1 0 1 0 0,2-3-1 0 0,1-4-814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5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1688 0 0,'45'5'6247'0'0,"-42"-4"-6062"0"0,11 1 601 0 0,0 2 0 0 0,0-1 0 0 0,0 1 0 0 0,-1 1 0 0 0,25 12 0 0 0,-35-14-682 0 0,0-1 0 0 0,1 0 0 0 0,-1 1 1 0 0,-1 0-1 0 0,1-1 0 0 0,0 1 0 0 0,0 0 1 0 0,-1 1-1 0 0,0-1 0 0 0,0 0 0 0 0,0 1 0 0 0,0-1 1 0 0,0 1-1 0 0,-1 0 0 0 0,1-1 0 0 0,-1 1 1 0 0,0 0-1 0 0,0 0 0 0 0,-1 0 0 0 0,1 0 1 0 0,-1 0-1 0 0,0 0 0 0 0,0 0 0 0 0,0 0 1 0 0,0 0-1 0 0,-2 5 0 0 0,-1 8 45 0 0,-1 0-1 0 0,-1 0 1 0 0,-10 23 0 0 0,9-25-171 0 0,0 0 0 0 0,2 0 0 0 0,-1 0 0 0 0,-2 24 0 0 0,7-39 5 0 0,0 1-1 0 0,0 0 0 0 0,0 0 0 0 0,0 0 0 0 0,0 0 0 0 0,0 0 0 0 0,1 0 0 0 0,-1 0 0 0 0,0-1 0 0 0,0 1 1 0 0,1 0-1 0 0,-1 0 0 0 0,1 0 0 0 0,-1-1 0 0 0,0 1 0 0 0,1 0 0 0 0,0 0 0 0 0,-1-1 0 0 0,1 1 0 0 0,-1 0 1 0 0,1-1-1 0 0,0 1 0 0 0,-1-1 0 0 0,1 1 0 0 0,0-1 0 0 0,0 1 0 0 0,0-1 0 0 0,-1 1 0 0 0,1-1 0 0 0,2 1 1 0 0,37 3-36 0 0,-24-6 89 0 0,0 0 0 0 0,31-9-1 0 0,-41 9-200 0 0,51-12-762 0 0,-54 13 375 0 0,-1 1 1 0 0,1-1-1 0 0,0 1 1 0 0,-1 0-1 0 0,1 0 0 0 0,0 0 1 0 0,-1 1-1 0 0,1-1 0 0 0,0 0 1 0 0,4 2-1 0 0,-14 3-5042 0 0,-15 3 4060 0 0,10-6 395 0 0</inkml:trace>
  <inkml:trace contextRef="#ctx0" brushRef="#br0" timeOffset="1">103 418 2312 0 0,'0'0'169'0'0,"0"1"-1"0"0,0-1 1 0 0,-1 1-1 0 0,1 0 1 0 0,0-1-1 0 0,0 1 0 0 0,0 0 1 0 0,-1-1-1 0 0,1 1 1 0 0,0 0-1 0 0,0-1 1 0 0,0 1-1 0 0,0 0 0 0 0,0-1 1 0 0,0 1-1 0 0,1 0 1 0 0,-1-1-1 0 0,0 1 0 0 0,0 0 1 0 0,0-1-1 0 0,1 1 1 0 0,-1 0-1 0 0,0-1 1 0 0,0 1-1 0 0,1-1 0 0 0,-1 1 1 0 0,1-1-1 0 0,-1 1 1 0 0,1-1-1 0 0,-1 1 0 0 0,0-1 1 0 0,1 1-1 0 0,0-1 1 0 0,-1 1-1 0 0,1-1 1 0 0,-1 0-1 0 0,1 1 0 0 0,-1-1 1 0 0,1 0-1 0 0,0 0 1 0 0,-1 1-1 0 0,2-1 0 0 0,27 14 2505 0 0,0-6-1083 0 0,52 9 0 0 0,-70-15-1683 0 0,0-1-1 0 0,0 0 0 0 0,1-1 0 0 0,-1 0 0 0 0,0-1 1 0 0,0 0-1 0 0,0-1 0 0 0,11-3 0 0 0,-18 3-355 0 0,0 0-1 0 0,-1 0 1 0 0,1 0-1 0 0,-1-1 0 0 0,0 1 1 0 0,0-1-1 0 0,0 0 1 0 0,0 0-1 0 0,0 0 1 0 0,-1 0-1 0 0,1 0 1 0 0,-1-1-1 0 0,0 1 1 0 0,0-1-1 0 0,0 0 1 0 0,-1 1-1 0 0,1-1 1 0 0,-1 0-1 0 0,0 0 1 0 0,0 0-1 0 0,0 0 1 0 0,0 0-1 0 0,-1 0 1 0 0,0 0-1 0 0,0 0 0 0 0,0 0 1 0 0,-1-6-1 0 0,3-9-1262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6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2312 0 0,'10'2'5219'0'0,"20"-6"-1931"0"0,-22 3-2304 0 0,0 0-615 0 0,1 1 0 0 0,-1 0 0 0 0,1 0 0 0 0,-1 1 0 0 0,1 0 1 0 0,-1 1-1 0 0,1 0 0 0 0,-1 0 0 0 0,0 0 0 0 0,0 1 0 0 0,0 1 1 0 0,0-1-1 0 0,8 6 0 0 0,-4-1-165 0 0,-1 1-1 0 0,-1 0 1 0 0,1 0-1 0 0,-2 1 1 0 0,1 1 0 0 0,-1-1-1 0 0,10 18 1 0 0,-6-11-351 0 0,21 35-955 0 0,-33-49 366 0 0,1 0-1 0 0,-1 0 1 0 0,0 0 0 0 0,1 0 0 0 0,-2 1 0 0 0,1-1-1 0 0,0 1 1 0 0,0 4 0 0 0,-1-8 576 0 0,0 0 1 0 0,0 1-1 0 0,0-1 1 0 0,0 0 0 0 0,0 0-1 0 0,0 1 1 0 0,0-1-1 0 0,0 0 1 0 0,0 0-1 0 0,0 1 1 0 0,0-1-1 0 0,-1 0 1 0 0,1 0-1 0 0,0 1 1 0 0,0-1-1 0 0,0 0 1 0 0,0 0-1 0 0,0 0 1 0 0,0 1-1 0 0,-1-1 1 0 0,1 0-479 0 0,-1 1 478 0 0,1-1 1 0 0,0 0-1 0 0,0 0 1 0 0,0 0-1 0 0,-1 0 1 0 0,1 0-1 0 0,0 0 1 0 0,0 0-1 0 0,-1 1 1 0 0,1-1-1 0 0,0 0 1 0 0,0 0-1 0 0,-1 0 1 0 0,1 0-1 0 0,0 0 1 0 0,0 0-1 0 0,-1 0 1 0 0,-14-6-2268 0 0,-14-13 2123 0 0,27 18 40 0 0,-14-10-167 0 0,2 1-2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6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35 728 0 0,'-14'-14'179'0'0,"-7"-7"3072"0"0,17 25-1044 0 0,6 16-152 0 0,15 46 405 0 0,-12-52-2221 0 0,0-1 1 0 0,-1 1 0 0 0,-1-1-1 0 0,-1 1 1 0 0,0 0 0 0 0,0 0-1 0 0,-2 0 1 0 0,1 1 0 0 0,-4 22-1 0 0,3-35-252 0 0,-1 0-1 0 0,1 0 1 0 0,-1 0-1 0 0,1 0 1 0 0,-1 0-1 0 0,0 0 0 0 0,0 0 1 0 0,0-1-1 0 0,0 1 1 0 0,0 0-1 0 0,0 0 1 0 0,0-1-1 0 0,0 1 1 0 0,-1-1-1 0 0,1 1 1 0 0,-1-1-1 0 0,1 0 1 0 0,-1 1-1 0 0,0-1 1 0 0,1 0-1 0 0,-1 0 1 0 0,0 0-1 0 0,0 0 1 0 0,0-1-1 0 0,-3 2 0 0 0,-2-1 36 0 0,1-1 0 0 0,-1 1 0 0 0,1-1-1 0 0,-1-1 1 0 0,0 1 0 0 0,-9-3 0 0 0,-18-1 1972 0 0,158-14 2835 0 0,-97 16-4684 0 0,0 2 0 0 0,0 1 0 0 0,0 1 0 0 0,41 9 0 0 0,8 8-8554 0 0,-76-19 8161 0 0,0 0-1 0 0,1 1 1 0 0,-1-1 0 0 0,0 0 0 0 0,1 0-1 0 0,-1 0 1 0 0,0 0 0 0 0,1 0 0 0 0,-1 0-1 0 0,0 0 1 0 0,1 0 0 0 0,-1 0 0 0 0,0 0-1 0 0,1 0 1 0 0,-1 0 0 0 0,0 0 0 0 0,1 0-1 0 0,-1 0 1 0 0,0 0 0 0 0,1-1 0 0 0,-1 1-1 0 0,0 0 1 0 0,1 0 0 0 0,-1 0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7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28 1264 0 0,'-2'-27'12937'0'0,"1"42"-11484"0"0,3 36-925 0 0,-1 44-2739 0 0,-2-86 508 0 0,0 0 0 0 0,0 0-1 0 0,-1 0 1 0 0,-5 13-1 0 0,7-21 1580 0 0,0-1 0 0 0,0 1 0 0 0,-1 0 0 0 0,1-1 0 0 0,0 1 0 0 0,-1-1 0 0 0,1 1 0 0 0,0 0 0 0 0,-1-1 0 0 0,1 1 0 0 0,-1-1 0 0 0,1 0 0 0 0,-1 1 0 0 0,1-1 0 0 0,-1 1 0 0 0,0-1 0 0 0,1 0 0 0 0,-1 1 0 0 0,1-1 0 0 0,-1 0 0 0 0,0 1 0 0 0,1-1 0 0 0,-1 0 0 0 0,0 0 0 0 0,-5 2-668 0 0,-1 5-682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7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3145 0 0,'0'0'139'0'0,"1"1"0"0"0,-1 0 1 0 0,1-1-1 0 0,-1 1 0 0 0,1 0 1 0 0,-1-1-1 0 0,1 1 0 0 0,-1-1 1 0 0,1 1-1 0 0,0-1 0 0 0,-1 1 0 0 0,1-1 1 0 0,0 0-1 0 0,-1 1 0 0 0,1-1 1 0 0,0 0-1 0 0,-1 1 0 0 0,1-1 1 0 0,0 0-1 0 0,0 0 0 0 0,0 0 1 0 0,-1 0-1 0 0,1 0 0 0 0,0 0 1 0 0,0 0-1 0 0,0 0 0 0 0,-1 0 0 0 0,1 0 1 0 0,0 0-1 0 0,0 0 0 0 0,-1-1 1 0 0,1 1-1 0 0,0 0 0 0 0,1-1 1 0 0,29-7 612 0 0,83-34-423 0 0,0-1-6089 0 0,-96 31 3740 0 0,-9 8 834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7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1472 0 0,'0'14'296'0'0,"1"-1"0"0"0,0 0 0 0 0,1 0 0 0 0,0 0 0 0 0,1 0 0 0 0,1-1 0 0 0,0 1 0 0 0,0-1 0 0 0,1 0 0 0 0,11 19 0 0 0,-13-26-235 0 0,0-1 0 0 0,0 0 0 0 0,1 0-1 0 0,-1 0 1 0 0,1 0 0 0 0,0 0 0 0 0,0-1 0 0 0,0 1 0 0 0,0-1 0 0 0,0 0 0 0 0,1-1 0 0 0,0 1 0 0 0,-1-1-1 0 0,1 0 1 0 0,0 0 0 0 0,0 0 0 0 0,0-1 0 0 0,1 1 0 0 0,-1-1 0 0 0,0-1 0 0 0,0 1 0 0 0,1-1-1 0 0,-1 0 1 0 0,0 0 0 0 0,0 0 0 0 0,1-1 0 0 0,-1 0 0 0 0,0 0 0 0 0,6-2 0 0 0,-7 2 92 0 0,1 0 1 0 0,-1-1 0 0 0,1 0-1 0 0,-1 0 1 0 0,1 0-1 0 0,-1-1 1 0 0,0 1-1 0 0,0-1 1 0 0,0 0 0 0 0,-1 0-1 0 0,1 0 1 0 0,-1-1-1 0 0,0 1 1 0 0,1-1 0 0 0,-2 0-1 0 0,1 0 1 0 0,0 0-1 0 0,-1 0 1 0 0,0 0 0 0 0,1-1-1 0 0,-2 1 1 0 0,1-1-1 0 0,-1 1 1 0 0,1-1 0 0 0,-1 1-1 0 0,0-7 1 0 0,-1 8-115 0 0,0 0 1 0 0,0-1-1 0 0,0 1 1 0 0,0-1 0 0 0,-1 1-1 0 0,0-1 1 0 0,1 1-1 0 0,-1 0 1 0 0,-1 0-1 0 0,1-1 1 0 0,0 1-1 0 0,-1 0 1 0 0,0 0 0 0 0,1 0-1 0 0,-1 0 1 0 0,0 1-1 0 0,-1-1 1 0 0,1 0-1 0 0,0 1 1 0 0,-1 0-1 0 0,1-1 1 0 0,-1 1 0 0 0,0 0-1 0 0,0 0 1 0 0,0 1-1 0 0,0-1 1 0 0,0 1-1 0 0,0-1 1 0 0,0 1-1 0 0,-1 0 1 0 0,1 0-1 0 0,0 0 1 0 0,-1 1 0 0 0,1-1-1 0 0,-1 1 1 0 0,-5 0-1 0 0,-92 6-7634 0 0,99-6 7395 0 0,1 0-1 0 0,-1-1 0 0 0,0 1 0 0 0,1 0 1 0 0,-1-1-1 0 0,0 1 0 0 0,1-1 1 0 0,-1 0-1 0 0,1 1 0 0 0,-1-1 1 0 0,1 0-1 0 0,-1 0 0 0 0,-1-2 0 0 0,-3-4-1335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8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2208 0 0,'3'1'263'0'0,"-1"1"-1"0"0,0 0 1 0 0,0 0-1 0 0,0 0 1 0 0,-1 0-1 0 0,1 0 1 0 0,0 0-1 0 0,-1 1 1 0 0,1-1-1 0 0,-1 1 1 0 0,0-1-1 0 0,0 1 0 0 0,0-1 1 0 0,0 1-1 0 0,0-1 1 0 0,0 1-1 0 0,0 3 1 0 0,6 57 1697 0 0,-5-42-1319 0 0,3 63 487 0 0,-5-60-1343 0 0,1 0 1 0 0,1 0-1 0 0,1 0 1 0 0,1 0 0 0 0,15 45-1 0 0,-18-67-103 0 0,-1 0 0 0 0,1 0 0 0 0,0 0-1 0 0,0 0 1 0 0,0 0 0 0 0,1 0 0 0 0,-1 0-1 0 0,0 0 1 0 0,1 0 0 0 0,-1-1 0 0 0,1 1 0 0 0,0 0-1 0 0,2 1 1 0 0,0-9-2374 0 0,-8-16 2106 0 0,-5 2 1103 0 0,-1 0 1 0 0,0 0-1 0 0,-2 1 0 0 0,-26-36 1 0 0,109 52 483 0 0,-54 1-1371 0 0,-1-1-1 0 0,1 0 0 0 0,-1 0 0 0 0,1-2 0 0 0,-1 0 0 0 0,-1-1 0 0 0,1-1 0 0 0,15-9 0 0 0,-29 15 299 0 0,0-1-1 0 0,0 1 1 0 0,0-1-1 0 0,0 0 0 0 0,-1 0 1 0 0,1 0-1 0 0,-1 0 0 0 0,1 0 1 0 0,-1 0-1 0 0,2-4 1 0 0,4-8-694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8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18 1288 0 0,'-9'-3'1846'0'0,"11"7"-64"0"0,22 4 323 0 0,-6-9-916 0 0,1-1-1 0 0,35-9 0 0 0,-41 7-733 0 0,0 1 0 0 0,1 1 1 0 0,0 0-1 0 0,-1 1 0 0 0,1 0 0 0 0,21 2 0 0 0,-35-1-430 0 0,0 0-1 0 0,0 0 0 0 0,0 0 1 0 0,0 1-1 0 0,0-1 0 0 0,0 0 1 0 0,0 0-1 0 0,0 0 0 0 0,-1 0 1 0 0,1 0-1 0 0,0 0 0 0 0,0 0 1 0 0,0 0-1 0 0,0 0 0 0 0,0 1 1 0 0,0-1-1 0 0,0 0 0 0 0,0 0 1 0 0,0 0-1 0 0,0 0 0 0 0,0 0 1 0 0,0 0-1 0 0,0 1 0 0 0,0-1 1 0 0,0 0-1 0 0,0 0 0 0 0,0 0 1 0 0,0 0-1 0 0,0 0 1 0 0,0 0-1 0 0,0 0 0 0 0,0 1 1 0 0,0-1-1 0 0,0 0 0 0 0,1 0 1 0 0,-1 0-1 0 0,0 0 0 0 0,0 0 1 0 0,0 0-1 0 0,0 0 0 0 0,0 0 1 0 0,0 0-1 0 0,0 0 0 0 0,0 1 1 0 0,0-1-1 0 0,0 0 0 0 0,1 0 1 0 0,-1 0-1 0 0,0 0 0 0 0,0 0 1 0 0,0 0-1 0 0,0 0 0 0 0,0 0 1 0 0,0 0-1 0 0,0 0 0 0 0,1 0 1 0 0,-1 0-1 0 0,0 0 0 0 0,-18 7 460 0 0,-23 5-391 0 0,35-11-117 0 0,0 0-1 0 0,0 0 1 0 0,0 1 0 0 0,0 0 0 0 0,0 0 0 0 0,1 0 0 0 0,-1 1 0 0 0,1 0-1 0 0,-1 0 1 0 0,1 0 0 0 0,0 1 0 0 0,0 0 0 0 0,1 0 0 0 0,-1 0 0 0 0,1 0-1 0 0,0 1 1 0 0,0 0 0 0 0,0 0 0 0 0,1 0 0 0 0,0 0 0 0 0,0 0 0 0 0,0 1-1 0 0,0-1 1 0 0,1 1 0 0 0,0 0 0 0 0,0 0 0 0 0,1 0 0 0 0,-2 12 0 0 0,2-13 15 0 0,0 1 0 0 0,1 0 0 0 0,0-1 1 0 0,0 1-1 0 0,1 0 0 0 0,-1-1 0 0 0,1 1 1 0 0,0 0-1 0 0,1-1 0 0 0,-1 0 1 0 0,1 1-1 0 0,0-1 0 0 0,1 0 0 0 0,-1 0 1 0 0,1 0-1 0 0,0 0 0 0 0,0 0 0 0 0,1-1 1 0 0,-1 1-1 0 0,1-1 0 0 0,0 0 1 0 0,0 0-1 0 0,1-1 0 0 0,7 7 0 0 0,-5-7 60 0 0,0 1 0 0 0,0-1 0 0 0,1 0 0 0 0,-1-1 0 0 0,1 0 1 0 0,-1 0-1 0 0,1 0 0 0 0,0-1 0 0 0,-1 0 0 0 0,1-1 0 0 0,0 1 0 0 0,0-2 0 0 0,0 1 0 0 0,-1-1 0 0 0,1 0 0 0 0,0-1 0 0 0,11-3 0 0 0,4-1-98 0 0,16-5-107 0 0,-20 0-3493 0 0,-36 14-5532 0 0,10-3 8332 0 0,-2 3-736 0 0</inkml:trace>
  <inkml:trace contextRef="#ctx0" brushRef="#br0" timeOffset="1">35 413 1432 0 0,'-1'0'138'0'0,"1"1"0"0"0,-1-1 0 0 0,1 0 1 0 0,-1 1-1 0 0,1-1 0 0 0,0 1 0 0 0,-1-1 0 0 0,1 1 0 0 0,-1-1 0 0 0,1 1 0 0 0,0-1 0 0 0,-1 1 0 0 0,1-1 0 0 0,0 1 0 0 0,0 0 0 0 0,-1-1 0 0 0,1 1 0 0 0,0-1 0 0 0,0 1 1 0 0,0 0-1 0 0,0-1 0 0 0,0 1 0 0 0,0-1 0 0 0,0 1 0 0 0,0 0 0 0 0,0-1 0 0 0,0 1 0 0 0,0 0 0 0 0,0-1 0 0 0,0 1 0 0 0,0-1 0 0 0,1 2 0 0 0,19 7 3133 0 0,30-5-59 0 0,-49-4-3151 0 0,28 0 769 0 0,25 1-580 0 0,0-2 0 0 0,106-17 0 0 0,-155 17-771 0 0,0-1-1 0 0,-1 1 1 0 0,1-1-1 0 0,-1 1 1 0 0,0-1-1 0 0,1-1 1 0 0,-1 1-1 0 0,0 0 1 0 0,0-1-1 0 0,-1 0 1 0 0,1 0-1 0 0,0 0 1 0 0,-1-1-1 0 0,0 1 1 0 0,0-1-1 0 0,0 1 1 0 0,0-1-1 0 0,0 0 1 0 0,-1 0-1 0 0,0-1 1 0 0,0 1-1 0 0,3-9 1 0 0,1-1-1245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9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35 2921 0 0,'0'-1'180'0'0,"0"1"1"0"0,0 0 0 0 0,0 0-1 0 0,-1-1 1 0 0,1 1 0 0 0,0 0-1 0 0,0-1 1 0 0,0 1 0 0 0,0 0 0 0 0,0-1-1 0 0,0 1 1 0 0,0 0 0 0 0,0-1-1 0 0,0 1 1 0 0,0 0 0 0 0,0-1-1 0 0,0 1 1 0 0,0-1 0 0 0,0 1-1 0 0,0 0 1 0 0,0-1 0 0 0,0 1 0 0 0,0 0-1 0 0,0-1 1 0 0,0 1 0 0 0,1 0-1 0 0,-1-1 1 0 0,0 1 0 0 0,0 0-1 0 0,0 0 1 0 0,1-1 0 0 0,-1 1-1 0 0,0 0 1 0 0,0 0 0 0 0,1-1-1 0 0,-1 1 1 0 0,0 0 0 0 0,1 0 0 0 0,20-9 2834 0 0,44 0-2534 0 0,-32 5 1002 0 0,-39 5-225 0 0,-12 3-673 0 0,0 0 0 0 0,-34 13 0 0 0,47-15-631 0 0,0 0 1 0 0,0 0-1 0 0,1 1 1 0 0,-1-1-1 0 0,1 1 0 0 0,-1 0 1 0 0,1 0-1 0 0,0 0 0 0 0,0 0 1 0 0,0 1-1 0 0,1 0 1 0 0,-1 0-1 0 0,1 0 0 0 0,0 0 1 0 0,0 0-1 0 0,1 1 0 0 0,-1-1 1 0 0,1 1-1 0 0,-3 7 1 0 0,4-3-2 0 0,0 0 1 0 0,0 0 0 0 0,1 0 0 0 0,0 0-1 0 0,1 0 1 0 0,0 0 0 0 0,0 1 0 0 0,1-1-1 0 0,0-1 1 0 0,1 1 0 0 0,0 0 0 0 0,7 15-1 0 0,-7-18-185 0 0,0 0 0 0 0,1 0 0 0 0,-1 0 0 0 0,1 0 0 0 0,1 0 0 0 0,-1-1 0 0 0,1 0 0 0 0,0 0 0 0 0,0 0 1 0 0,0 0-1 0 0,1-1 0 0 0,-1 0 0 0 0,1 0 0 0 0,0-1 0 0 0,0 1 0 0 0,1-1 0 0 0,8 3 0 0 0,-10-6-85 0 0,-1 1 0 0 0,0-1 1 0 0,1 0-1 0 0,-1 0 1 0 0,0 0-1 0 0,1-1 1 0 0,-1 0-1 0 0,0 1 0 0 0,0-1 1 0 0,1-1-1 0 0,-1 1 1 0 0,0-1-1 0 0,0 0 1 0 0,-1 0-1 0 0,1 0 1 0 0,0 0-1 0 0,0 0 0 0 0,-1-1 1 0 0,0 0-1 0 0,4-4 1 0 0,3-1-404 0 0,-1-1 1 0 0,-1-1 0 0 0,0 1 0 0 0,0-2-1 0 0,11-18 1 0 0,-10 13-164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9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12 680 0 0,'0'-1'237'0'0,"-1"0"0"0"0,1 0 0 0 0,-1 1 0 0 0,0-1 0 0 0,1 0 0 0 0,-1 1 1 0 0,0-1-1 0 0,1 0 0 0 0,-1 1 0 0 0,0-1 0 0 0,1 1 0 0 0,-1-1 0 0 0,0 1 0 0 0,0-1 0 0 0,0 1 0 0 0,0-1 0 0 0,0 1 0 0 0,1 0 0 0 0,-1 0 0 0 0,0-1 0 0 0,0 1 0 0 0,0 0 0 0 0,0 0 0 0 0,-2 0 0 0 0,2 2 29 0 0,0-1 0 0 0,0 1 0 0 0,0 0 0 0 0,0 0 0 0 0,1 0-1 0 0,-1 0 1 0 0,1 0 0 0 0,-1-1 0 0 0,1 1 0 0 0,-1 0 0 0 0,1 0-1 0 0,0 4 1 0 0,-4 34 648 0 0,2 0-1 0 0,2 0 0 0 0,6 55 1 0 0,-2-62-1844 0 0,2-1-1 0 0,1 0 1 0 0,1-1 0 0 0,20 49 0 0 0,-27-76 606 0 0,0-1 1 0 0,0 0 0 0 0,0-1 0 0 0,0 1 0 0 0,1 0 0 0 0,-1 0-1 0 0,1 0 1 0 0,0-1 0 0 0,0 1 0 0 0,0-1 0 0 0,0 0 0 0 0,1 1 0 0 0,-1-1-1 0 0,0 0 1 0 0,1 0 0 0 0,0 0 0 0 0,-1-1 0 0 0,1 1 0 0 0,0-1-1 0 0,0 1 1 0 0,6 1 0 0 0,-1-2-1000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49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2969 0 0,'-20'41'4726'0'0,"-1"31"-2727"0"0,5-16-1628 0 0,12-46-470 0 0,-12 45-545 0 0,16-52 339 0 0,-1-1 1 0 0,1 1 0 0 0,0 0-1 0 0,-1 0 1 0 0,1-1-1 0 0,1 1 1 0 0,-1 0 0 0 0,0 0-1 0 0,1-1 1 0 0,0 4-1 0 0,3-6-2639 0 0,2-10 1900 0 0,1-10 513 0 0,3-11 334 0 0,20-71-871 0 0,-23 37 5399 0 0,-6 68-4064 0 0,-1 0 1 0 0,1 0 0 0 0,0 0-1 0 0,0 0 1 0 0,0 0 0 0 0,0 0-1 0 0,1 0 1 0 0,-1-1-1 0 0,1 1 1 0 0,-1-1 0 0 0,1 1-1 0 0,0-1 1 0 0,0 1 0 0 0,4 2-1 0 0,39 34 353 0 0,-30-27-343 0 0,2 1-201 0 0,2-1 0 0 0,-1 0 0 0 0,24 10-1 0 0,27 17-4524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0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0 431 2561 0 0,'93'24'8020'0'0,"9"-12"-5397"0"0,-84-11-2899 0 0,-1-1 0 0 0,1-1 0 0 0,-1 0 0 0 0,1-1 0 0 0,-1-1 1 0 0,0 0-1 0 0,0-2 0 0 0,0 0 0 0 0,20-9 0 0 0,-31 11-217 0 0,-1 0-1 0 0,0 0 1 0 0,0 0-1 0 0,-1-1 1 0 0,1 0 0 0 0,-1 0-1 0 0,0 0 1 0 0,0-1 0 0 0,0 1-1 0 0,0-1 1 0 0,-1 0 0 0 0,0 0-1 0 0,0 0 1 0 0,0-1-1 0 0,-1 1 1 0 0,1-1 0 0 0,1-6-1 0 0,3-5-870 0 0</inkml:trace>
  <inkml:trace contextRef="#ctx0" brushRef="#br0" timeOffset="1">519 40 2120 0 0,'7'0'7461'0'0,"0"2"-6999"0"0,0 0 0 0 0,0-1-1 0 0,0 0 1 0 0,0-1 0 0 0,0 0-1 0 0,0 0 1 0 0,13-1 0 0 0,25-18 846 0 0,7-2 161 0 0,-50 20-1352 0 0,1 0-1 0 0,0 0 1 0 0,0 1-1 0 0,0-1 1 0 0,0 1 0 0 0,0 0-1 0 0,0-1 1 0 0,0 2-1 0 0,0-1 1 0 0,0 0 0 0 0,0 0-1 0 0,0 1 1 0 0,0 0 0 0 0,3 1-1 0 0,-5-1-65 0 0,1 0-1 0 0,-1 0 0 0 0,1 0 1 0 0,-1 1-1 0 0,1-1 1 0 0,-1 1-1 0 0,0-1 1 0 0,1 1-1 0 0,-1 0 1 0 0,0-1-1 0 0,0 1 0 0 0,0 0 1 0 0,-1 0-1 0 0,1 0 1 0 0,0 0-1 0 0,-1-1 1 0 0,1 1-1 0 0,-1 0 1 0 0,0 0-1 0 0,1 0 0 0 0,-1 0 1 0 0,0 0-1 0 0,0 3 1 0 0,-5 51 347 0 0,4-47-356 0 0,-3 30-1884 0 0,3 46-1 0 0,1-58-2288 0 0,-16-27-4952 0 0,-1-10 7399 0 0,9 6 831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0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1872 0 0,'-1'0'166'0'0,"1"0"-1"0"0,-1 1 0 0 0,1-1 0 0 0,0 0 1 0 0,-1 1-1 0 0,1-1 0 0 0,-1 0 0 0 0,1 1 0 0 0,0-1 1 0 0,-1 1-1 0 0,1-1 0 0 0,0 0 0 0 0,0 1 1 0 0,-1-1-1 0 0,1 1 0 0 0,0-1 0 0 0,0 1 0 0 0,0-1 1 0 0,0 1-1 0 0,-1-1 0 0 0,1 1 0 0 0,0-1 1 0 0,0 1-1 0 0,0-1 0 0 0,0 1 0 0 0,0-1 1 0 0,0 1-1 0 0,0 0 0 0 0,0-1 0 0 0,1 1 0 0 0,-1-1 1 0 0,0 1-1 0 0,0-1 0 0 0,0 1 0 0 0,1-1 1 0 0,-1 1-1 0 0,21 7 3438 0 0,27-6-1128 0 0,-24-3-2201 0 0,66-2 581 0 0,-33 11-4464 0 0,-69 8-7495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2753 0 0,'57'2'8048'0'0,"44"-3"-5422"0"0,50-19-2102 0 0,-133 16-1483 0 0,-1-1 0 0 0,0 0 0 0 0,26-13 0 0 0,-40 16 529 0 0,0 1-1 0 0,0-1 1 0 0,0 0-1 0 0,0 0 0 0 0,0 0 1 0 0,-1 0-1 0 0,1-1 0 0 0,-1 1 1 0 0,0-1-1 0 0,0 0 1 0 0,0 1-1 0 0,0-1 0 0 0,0 0 1 0 0,0 0-1 0 0,-1 0 0 0 0,1 0 1 0 0,-1-1-1 0 0,0 1 1 0 0,1-6-1 0 0,4-2-912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2737 0 0,'-6'7'6210'0'0,"-7"45"-3449"0"0,9-23-2246 0 0,0-1-1 0 0,2 1 1 0 0,1 0 0 0 0,4 39 0 0 0,-3-67-511 0 0,0 0 0 0 0,0 0 0 0 0,0 0 0 0 0,0 1 0 0 0,1-1 0 0 0,-1 0 1 0 0,0 0-1 0 0,1 0 0 0 0,-1 0 0 0 0,1 0 0 0 0,-1 0 0 0 0,1 1 0 0 0,0-1 0 0 0,-1 0 1 0 0,1-1-1 0 0,0 1 0 0 0,0 0 0 0 0,0 0 0 0 0,0 0 0 0 0,0 0 0 0 0,0-1 0 0 0,0 1 0 0 0,0 0 1 0 0,0-1-1 0 0,1 1 0 0 0,0 0 6 0 0,0-1 0 0 0,0 0 0 0 0,1 0 1 0 0,-1 0-1 0 0,0 0 0 0 0,0 0 0 0 0,0 0 0 0 0,0 0 0 0 0,0-1 1 0 0,0 1-1 0 0,0-1 0 0 0,0 0 0 0 0,3-1 0 0 0,8-4 44 0 0,-1-1 1 0 0,0-1-1 0 0,17-13 0 0 0,-21 15-46 0 0,18-15 103 0 0,-21 16 72 0 0,0 0-1 0 0,1 0 0 0 0,-1 1 1 0 0,1-1-1 0 0,0 1 1 0 0,1 0-1 0 0,-1 1 1 0 0,1 0-1 0 0,9-4 1 0 0,-14 7-136 0 0,0 1 0 0 0,0-1 0 0 0,0 0 0 0 0,-1 1 0 0 0,1-1 0 0 0,0 1 0 0 0,0 0 0 0 0,0 0 0 0 0,-1 0 0 0 0,1 0 0 0 0,0 0 1 0 0,-1 0-1 0 0,1 0 0 0 0,-1 0 0 0 0,1 0 0 0 0,-1 1 0 0 0,0-1 0 0 0,1 1 0 0 0,-1-1 0 0 0,0 1 0 0 0,0 0 0 0 0,0-1 0 0 0,0 1 0 0 0,0 0 1 0 0,-1-1-1 0 0,1 1 0 0 0,1 3 0 0 0,-2-3-192 0 0,1 0 0 0 0,-1-1 0 0 0,1 1-1 0 0,-1 0 1 0 0,1-1 0 0 0,0 1 0 0 0,0-1 0 0 0,0 1 0 0 0,0-1 0 0 0,0 0 0 0 0,0 1 0 0 0,1-1 0 0 0,-1 0 0 0 0,0 0-1 0 0,1 0 1 0 0,-1 0 0 0 0,1 0 0 0 0,-1 0 0 0 0,1 0 0 0 0,-1 0 0 0 0,3 0 0 0 0,-23-21-12172 0 0,14 18 10264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1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2 143 1944 0 0,'1'2'1640'0'0,"0"-2"-1514"0"0,-1 0 0 0 0,0 0 0 0 0,0 0 1 0 0,0 0-1 0 0,0 0 0 0 0,0 1 0 0 0,0-1 0 0 0,0 0 0 0 0,0 0 0 0 0,0 0 1 0 0,0 1-1 0 0,0-1 0 0 0,0 0 0 0 0,0 0 0 0 0,0 0 0 0 0,0 0 0 0 0,0 1 0 0 0,0-1 1 0 0,0 0-1 0 0,-2 2 1892 0 0,2-2-1892 0 0,0 0 0 0 0,0 1 0 0 0,0-1 0 0 0,0 0 0 0 0,0 0 1 0 0,-1 0-1 0 0,1 0 0 0 0,29-2 2597 0 0,48-13-1695 0 0,-70 14-582 0 0,141-22 1451 0 0,-89 16-1844 0 0,99-26 0 0 0,-153 31-845 0 0,-1 0 1 0 0,0 0-1 0 0,0-1 1 0 0,0 1-1 0 0,0-1 1 0 0,0 0-1 0 0,-1 0 1 0 0,1-1-1 0 0,-1 1 1 0 0,0-1-1 0 0,0 1 0 0 0,0-1 1 0 0,-1 0-1 0 0,1 0 1 0 0,-1-1-1 0 0,3-4 1 0 0,-2 0-775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2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1768 0 0,'27'13'7331'0'0,"-13"-4"-5485"0"0,42 9 1143 0 0,-41-14-2440 0 0,-1 0 0 0 0,0 1 0 0 0,0 0 0 0 0,-1 1 0 0 0,1 1 0 0 0,15 10 0 0 0,-29-17-520 0 0,0 0 0 0 0,1 1 0 0 0,-1-1 0 0 0,0 0 0 0 0,1 0 0 0 0,-1 1-1 0 0,0-1 1 0 0,0 0 0 0 0,1 1 0 0 0,-1-1 0 0 0,0 1 0 0 0,0-1 0 0 0,0 0 0 0 0,1 1 0 0 0,-1-1 0 0 0,0 1-1 0 0,0-1 1 0 0,0 0 0 0 0,0 1 0 0 0,0-1 0 0 0,0 1 0 0 0,0-1 0 0 0,0 0 0 0 0,0 1 0 0 0,0-1 0 0 0,0 1-1 0 0,0-1 1 0 0,0 1 0 0 0,0-1 0 0 0,-1 0 0 0 0,1 1 0 0 0,0-1 0 0 0,0 0 0 0 0,0 1 0 0 0,0-1 0 0 0,-1 1-1 0 0,-16 14 269 0 0,-28 8-492 0 0,43-22 203 0 0,-96 31-625 0 0,19-7 168 0 0,78-24 429 0 0,0-1-1 0 0,-1 0 1 0 0,1 1-1 0 0,0-1 1 0 0,-1 1-1 0 0,1 0 1 0 0,0-1-1 0 0,0 1 1 0 0,0 0-1 0 0,0 0 1 0 0,0 0-1 0 0,0 0 0 0 0,0 0 1 0 0,0 0-1 0 0,0 0 1 0 0,0 0-1 0 0,0 0 1 0 0,1 0-1 0 0,-1 0 1 0 0,1 1-1 0 0,-1-1 1 0 0,0 0-1 0 0,1 0 0 0 0,0 1 1 0 0,-1-1-1 0 0,1 0 1 0 0,0 1-1 0 0,0-1 1 0 0,0 0-1 0 0,0 1 1 0 0,0-1-1 0 0,0 1 1 0 0,0 1-1 0 0,1-1 6 0 0,-1 0 0 0 0,1-1 0 0 0,0 1 0 0 0,0-1 1 0 0,0 1-1 0 0,0-1 0 0 0,0 1 0 0 0,0-1 0 0 0,0 1 0 0 0,0-1 0 0 0,1 0 0 0 0,-1 0 0 0 0,0 1 1 0 0,1-1-1 0 0,-1 0 0 0 0,1 0 0 0 0,-1-1 0 0 0,1 1 0 0 0,0 0 0 0 0,-1 0 0 0 0,1-1 0 0 0,0 1 1 0 0,0-1-1 0 0,-1 0 0 0 0,4 1 0 0 0,14 0 282 0 0,0-1-1 0 0,0-1 1 0 0,1 0 0 0 0,-1-2 0 0 0,21-5 0 0 0,-23 5-663 0 0,0-1 0 0 0,0 2 0 0 0,0 0 0 0 0,0 1 0 0 0,0 1 0 0 0,32 3 0 0 0,-44-19-10636 0 0,-11-14 8668 0 0,5 22 1408 0 0,1-8-254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2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3113 0 0,'-3'65'9422'0'0,"-5"1"-4929"0"0,4-37-4611 0 0,1 0 1 0 0,1 0 0 0 0,1 0-1 0 0,2 1 1 0 0,4 34 0 0 0,2-45-535 0 0,-1 1-6269 0 0,-6-20 6779 0 0,0 1 0 0 0,0-1 0 0 0,0 0 1 0 0,0 1-1 0 0,-1-1 0 0 0,1 0 0 0 0,0 0 0 0 0,0 1 0 0 0,0-1 0 0 0,-1 0 0 0 0,1 1 0 0 0,0-1 1 0 0,-1 0-1 0 0,1 0 0 0 0,0 0 0 0 0,0 1 0 0 0,-1-1 0 0 0,1 0 0 0 0,0 0 0 0 0,-1 0 0 0 0,1 0 1 0 0,0 0-1 0 0,-1 1 0 0 0,1-1 0 0 0,0 0 0 0 0,-1 0 0 0 0,1 0 0 0 0,0 0 0 0 0,-1 0 0 0 0,1 0 1 0 0,-1 0-1 0 0,1 0 0 0 0,0 0 0 0 0,-1 0 0 0 0,1-1 0 0 0,0 1 0 0 0,-1 0 0 0 0,1 0 0 0 0,0 0 1 0 0,-1 0-1 0 0,1 0 0 0 0,0-1 0 0 0,0 1 0 0 0,-1 0 0 0 0,1 0 0 0 0,0 0 0 0 0,-1-1 0 0 0,-5 1-1510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2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24 3201 0 0,'-3'23'1992'0'0,"0"0"0"0"0,2 0 0 0 0,1 35 0 0 0,1-24-1009 0 0,-7 4-4891 0 0,6-38 3860 0 0,0 0 1 0 0,0 0-1 0 0,0 0 0 0 0,-1 0 1 0 0,1 0-1 0 0,0 0 0 0 0,0 1 0 0 0,0-1 1 0 0,0 0-1 0 0,0 0 0 0 0,0 0 1 0 0,0 0-1 0 0,-1 0 0 0 0,1 0 0 0 0,0 0 1 0 0,0 0-1 0 0,0 0 0 0 0,0 0 1 0 0,0 0-1 0 0,0 0 0 0 0,-1 0 1 0 0,1 0-1 0 0,0 0 0 0 0,0 0 0 0 0,0 0 1 0 0,0 0-1 0 0,0 0 0 0 0,-1 0 1 0 0,1 0-1 0 0,0 0 0 0 0,0 0 0 0 0,0 0 1 0 0,0 0-1 0 0,0 0 0 0 0,0 0 1 0 0,-1 0-1 0 0,1 0 0 0 0,0 0 0 0 0,0 0 1 0 0,0 0-1 0 0,0-1 0 0 0,0 1 1 0 0,0 0-1 0 0,0 0 0 0 0,0 0 1 0 0,-1 0-1 0 0,1 0 0 0 0,0 0 0 0 0,0 0 1 0 0,0-1-1 0 0,0 1 0 0 0,0 0 1 0 0,0 0-1 0 0,0 0 0 0 0,0 0 0 0 0,0 0 1 0 0,0-1-1 0 0,-7-22-1379 0 0,2-1 593 0 0,-1 1 0 0 0,-9-26 0 0 0,12 43 1410 0 0,1-1 0 0 0,-2 1 0 0 0,1 0 0 0 0,-1 0-1 0 0,0 0 1 0 0,0 0 0 0 0,-5-5 0 0 0,11 12-215 0 0,0 0 0 0 0,0 0 0 0 0,1 0 0 0 0,-1 0 0 0 0,0 0 0 0 0,1 0 0 0 0,-1-1 0 0 0,1 1 1 0 0,-1-1-1 0 0,1 1 0 0 0,-1-1 0 0 0,1 0 0 0 0,-1 0 0 0 0,1 0 0 0 0,-1-1 0 0 0,4 0 0 0 0,55-10 1458 0 0,-24 4-338 0 0,63-10 410 0 0,30-3-660 0 0,-125 21-1175 0 0,-1-1 0 0 0,1 0 0 0 0,0 1 0 0 0,-1 0 0 0 0,1 0 0 0 0,-1 0 0 0 0,0 0 1 0 0,1 1-1 0 0,-1 0 0 0 0,0 0 0 0 0,0 0 0 0 0,0 0 0 0 0,0 1 0 0 0,-1 0 0 0 0,1-1 0 0 0,0 1 0 0 0,-1 1 1 0 0,0-1-1 0 0,5 6 0 0 0,-6-6-225 0 0,1 0 1 0 0,-1 0-1 0 0,0 0 1 0 0,0 0-1 0 0,0 1 1 0 0,-1-1-1 0 0,1 0 1 0 0,-1 1-1 0 0,1 0 1 0 0,-1-1-1 0 0,0 1 1 0 0,-1 0-1 0 0,1-1 1 0 0,-1 1 0 0 0,1 0-1 0 0,-1 0 1 0 0,0-1-1 0 0,-1 1 1 0 0,1 0-1 0 0,-1 0 1 0 0,1-1-1 0 0,-1 1 1 0 0,0 0-1 0 0,-2 4 1 0 0,2-8-110 0 0,1 1 0 0 0,-1 0 0 0 0,1 0 0 0 0,-1-1 0 0 0,0 1 0 0 0,1 0 0 0 0,-1-1 0 0 0,0 1 0 0 0,1-1 0 0 0,-1 1 0 0 0,0-1 1 0 0,0 1-1 0 0,1-1 0 0 0,-1 1 0 0 0,0-1 0 0 0,0 0 0 0 0,0 1 0 0 0,0-1 0 0 0,0 0 0 0 0,0 0 0 0 0,1 0 0 0 0,-1 0 0 0 0,0 0 0 0 0,0 0 1 0 0,0 0-1 0 0,0 0 0 0 0,-2 0 0 0 0,-26-9-4830 0 0,18 5 4176 0 0,-1 3-583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0:53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1176 0 0,'40'11'8379'0'0,"-7"0"-6361"0"0,-7-8-1360 0 0,0-1 0 0 0,1-1-1 0 0,-1-1 1 0 0,0-1 0 0 0,49-9 0 0 0,-58 6-752 0 0,0 0 0 0 0,-1-1 1 0 0,1 0-1 0 0,-1-2 0 0 0,27-13 1 0 0,-42 19-89 0 0,0 1 0 0 0,0-1 0 0 0,0 1-1 0 0,0-1 1 0 0,-1 0 0 0 0,1 1 0 0 0,0-1 0 0 0,0 0 0 0 0,0 1 0 0 0,-1-1 0 0 0,1 0 0 0 0,0 0-1 0 0,-1 0 1 0 0,1 0 0 0 0,-1 0 0 0 0,1 1 0 0 0,-1-1 0 0 0,1 0 0 0 0,-1 0 0 0 0,0 0 0 0 0,0 0-1 0 0,1-1 1 0 0,-1 1 0 0 0,0 0 0 0 0,0 0 0 0 0,0 0 0 0 0,0 0 0 0 0,0-1 0 0 0,-15-27-6349 0 0,6 17 3969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112 374 272 0 0,'-7'-7'566'0'0,"-1"1"0"0"0,0 0 0 0 0,-1 0 0 0 0,-11-6 1 0 0,-40-13 5547 0 0,68 26-5888 0 0,0 0 1 0 0,0 0 0 0 0,0-1-1 0 0,0 0 1 0 0,0-1 0 0 0,0 1-1 0 0,-1-2 1 0 0,1 1 0 0 0,0-1-1 0 0,-1 0 1 0 0,11-4 0 0 0,94-41-182 0 0,-95 40 140 0 0,43-25-53 0 0,-1-1 0 0 0,75-58-1 0 0,-9 5-1973 0 0,-113 81-2578 0 0,-27 20-493 0 0,6-6 4353 0 0,5-1-235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6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13 1200 0 0,'1'0'74'0'0,"-1"-1"0"0"0,0 1 0 0 0,0-1 0 0 0,0 1 0 0 0,0-1 0 0 0,0 1 0 0 0,0-1-1 0 0,-1 1 1 0 0,1-1 0 0 0,0 1 0 0 0,0-1 0 0 0,0 1 0 0 0,0-1 0 0 0,-1 1 0 0 0,1-1 0 0 0,0 1 0 0 0,0-1-1 0 0,-1 1 1 0 0,1-1 0 0 0,0 1 0 0 0,-1 0 0 0 0,1-1 0 0 0,0 1 0 0 0,-1 0 0 0 0,1-1 0 0 0,-1 1 0 0 0,1-1-1 0 0,-1 2-23 0 0,1-1-1 0 0,-1 0 1 0 0,1 0-1 0 0,0 0 1 0 0,-1 1 0 0 0,1-1-1 0 0,-1 0 1 0 0,1 1-1 0 0,0-1 1 0 0,0 0-1 0 0,-1 1 1 0 0,1-1-1 0 0,0 0 1 0 0,-1 1-1 0 0,1-1 1 0 0,0 0-1 0 0,0 1 1 0 0,0-1-1 0 0,-1 1 1 0 0,1-1-1 0 0,0 0 1 0 0,0 1-1 0 0,0-1 1 0 0,0 1-1 0 0,0-1 1 0 0,0 1-1 0 0,0-1 1 0 0,0 0-1 0 0,0 1 1 0 0,0-1-1 0 0,0 1 1 0 0,0-1-1 0 0,0 1 1 0 0,1 0-1 0 0,32 389 6743 0 0,-19-273-6585 0 0,-6-65-159 0 0,-4-27-767 0 0,3 44-1 0 0,-7-69 648 0 0,0 0 0 0 0,0 0 0 0 0,0 0 0 0 0,0 1-1 0 0,0-1 1 0 0,0 0 0 0 0,0 0 0 0 0,0 0 0 0 0,0 0-1 0 0,0 0 1 0 0,0 1 0 0 0,0-1 0 0 0,0 0 0 0 0,0 0-1 0 0,0 0 1 0 0,0 0 0 0 0,0 0 0 0 0,0 0 0 0 0,0 1-1 0 0,0-1 1 0 0,0 0 0 0 0,0 0 0 0 0,0 0 0 0 0,0 0-1 0 0,0 0 1 0 0,0 0 0 0 0,-1 1 0 0 0,1-1 0 0 0,0 0 0 0 0,0 0-1 0 0,0 0 1 0 0,0 0 0 0 0,0 0 0 0 0,0 0 0 0 0,0 0-1 0 0,0 0 1 0 0,-1 0 0 0 0,1 1 0 0 0,0-1 0 0 0,0 0-1 0 0,0 0 1 0 0,0 0 0 0 0,0 0 0 0 0,0 0 0 0 0,-1 0-1 0 0,1 0 1 0 0,0 0 0 0 0,0 0 0 0 0,0 0 0 0 0,0 0-1 0 0,0 0 1 0 0,-1 0 0 0 0,1 0 0 0 0,0 0 0 0 0,0 0 0 0 0,0 0-1 0 0,-10-9-2264 0 0,-11-21 333 0 0,17 24 1322 0 0,-5-7-574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 1624 0 0,'1'-2'311'0'0,"0"0"0"0"0,0 0 0 0 0,0 0 0 0 0,0 0 0 0 0,1 1 0 0 0,-1-1 0 0 0,1 0 0 0 0,0 1 0 0 0,-1-1 0 0 0,1 1-1 0 0,0 0 1 0 0,0-1 0 0 0,0 1 0 0 0,0 0 0 0 0,0 0 0 0 0,3-1 0 0 0,42-14 2481 0 0,-19 8-1780 0 0,248-118 2725 0 0,-262 122-4026 0 0,0-1-3240 0 0,-5-10-7072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1560 0 0,'-2'28'5357'0'0,"-1"14"-3476"0"0,6 262 2547 0 0,31 150-2653 0 0,-33-440-1820 0 0,0-6-103 0 0,-1 0 0 0 0,1 0 1 0 0,1 0-1 0 0,-1-1 0 0 0,2 1 0 0 0,-1 0 0 0 0,1-1 0 0 0,5 11 1 0 0,-8-17 75 0 0,0-1 0 0 0,0 0 1 0 0,0 0-1 0 0,0 0 1 0 0,0 0-1 0 0,1 0 0 0 0,-1 1 1 0 0,0-1-1 0 0,0 0 0 0 0,0 0 1 0 0,0 0-1 0 0,0 0 1 0 0,0 0-1 0 0,1 0 0 0 0,-1 0 1 0 0,0 0-1 0 0,0 0 1 0 0,0 0-1 0 0,0 0 0 0 0,1 0 1 0 0,-1 0-1 0 0,0 0 1 0 0,0 1-1 0 0,0-1 0 0 0,0-1 1 0 0,1 1-1 0 0,-1 0 0 0 0,0 0 1 0 0,0 0-1 0 0,0 0 1 0 0,0 0-1 0 0,1 0 0 0 0,-1 0 1 0 0,0 0-1 0 0,0 0 1 0 0,0 0-1 0 0,0 0 0 0 0,0 0 1 0 0,1 0-1 0 0,-1 0 1 0 0,0-1-1 0 0,0 1 0 0 0,0 0 1 0 0,0 0-1 0 0,0 0 1 0 0,0 0-1 0 0,0 0 0 0 0,1 0 1 0 0,-1-1-1 0 0,0 1 0 0 0,0 0 1 0 0,0 0-1 0 0,0 0 1 0 0,0 0-1 0 0,0-1 0 0 0,0 1 1 0 0,5-17-2283 0 0,0-18-364 0 0,-6-14 197 0 0,2 22 890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7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 3209 0 0,'0'0'804'0'0,"35"3"4505"0"0,21-19-2945 0 0,97-41 0 0 0,-123 42-2821 0 0,0-1-1 0 0,-1-1 1 0 0,-1-1-1 0 0,42-35 1 0 0,-61 40-5602 0 0,-26 15 1413 0 0,13-1 5036 0 0,-8 3-1622 0 0</inkml:trace>
  <inkml:trace contextRef="#ctx0" brushRef="#br0" timeOffset="0.99">165 278 904 0 0,'22'28'3836'0'0,"-20"-26"-3500"0"0,1 1 1 0 0,-1-1-1 0 0,0 0 0 0 0,1 1 1 0 0,-1 0-1 0 0,-1 0 1 0 0,1-1-1 0 0,0 1 1 0 0,-1 0-1 0 0,1 0 0 0 0,-1 0 1 0 0,0 1-1 0 0,0-1 1 0 0,0 4-1 0 0,5 45 897 0 0,-3-1 1 0 0,-6 88-1 0 0,0-83-995 0 0,8 108 0 0 0,2-136-1843 0 0,-9-42-5335 0 0,-17-45 2817 0 0,14 40 2997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7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1 183 1656 0 0,'8'-3'7505'0'0,"6"1"-4564"0"0,10-3-1031 0 0,46-22 276 0 0,-43 18-2168 0 0,-1-1 0 0 0,1-1 0 0 0,-2-1 1 0 0,42-28-1 0 0,-65 38-1184 0 0,0-1 0 0 0,1 0-1 0 0,-1 1 1 0 0,0-1 0 0 0,0 0 0 0 0,-1-1 0 0 0,1 1 0 0 0,-1 0-1 0 0,1 0 1 0 0,0-5 0 0 0,5-9-1011 0 0,2 7 973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4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37 3833 0 0,'-18'26'6824'0'0,"-25"45"-5236"0"0,30-41-1326 0 0,0 1-1 0 0,2 1 1 0 0,1-1-1 0 0,-7 42 0 0 0,14-59-257 0 0,1 1 0 0 0,1 0-1 0 0,0 0 1 0 0,0 0-1 0 0,2-1 1 0 0,0 1-1 0 0,0 0 1 0 0,1 0-1 0 0,1-1 1 0 0,1 1-1 0 0,9 25 1 0 0,-10-35-2 0 0,0 1-1 0 0,0 0 1 0 0,1 0 0 0 0,-1-1-1 0 0,1 0 1 0 0,0 0 0 0 0,1 0 0 0 0,-1 0-1 0 0,1-1 1 0 0,0 1 0 0 0,0-1-1 0 0,0 0 1 0 0,1-1 0 0 0,0 0 0 0 0,-1 1-1 0 0,1-2 1 0 0,0 1 0 0 0,0-1-1 0 0,1 0 1 0 0,-1 0 0 0 0,0 0 0 0 0,1-1-1 0 0,-1 0 1 0 0,1-1 0 0 0,-1 1-1 0 0,1-1 1 0 0,-1 0 0 0 0,1-1 0 0 0,-1 0-1 0 0,13-2 1 0 0,-5-1 132 0 0,-1 0 1 0 0,1-1-1 0 0,-1 0 0 0 0,0-1 0 0 0,-1 0 0 0 0,1-1 1 0 0,-1-1-1 0 0,-1 1 0 0 0,1-2 0 0 0,-2 0 1 0 0,1 0-1 0 0,-1-1 0 0 0,13-16 0 0 0,-14 12 63 0 0,0 0-1 0 0,-1 0 0 0 0,-1-1 0 0 0,0 0 0 0 0,-1-1 1 0 0,0 0-1 0 0,-2 1 0 0 0,0-2 0 0 0,0 1 0 0 0,-2 0 1 0 0,0-1-1 0 0,0-18 0 0 0,-2 17-43 0 0,0 0-1 0 0,-1 0 1 0 0,-1 0 0 0 0,-1 0 0 0 0,-1 1-1 0 0,0-1 1 0 0,-1 1 0 0 0,-1 0 0 0 0,-1 1-1 0 0,0-1 1 0 0,-11-16 0 0 0,16 28-131 0 0,-1 1 0 0 0,0 0 0 0 0,0 0 0 0 0,-1 0 0 0 0,1 0 0 0 0,-1 1 0 0 0,1 0 0 0 0,-1-1 0 0 0,0 1 0 0 0,-1 1 0 0 0,1-1 0 0 0,0 0 0 0 0,-1 1 0 0 0,1 0 0 0 0,-1 0 0 0 0,-7-1 0 0 0,5 2-74 0 0,0 0 1 0 0,0 0 0 0 0,0 1 0 0 0,0 0 0 0 0,0 0 0 0 0,0 1 0 0 0,0 0 0 0 0,0 0 0 0 0,0 1-1 0 0,-10 3 1 0 0,-10 6-450 0 0,0 2 0 0 0,1 0 0 0 0,1 2-1 0 0,-36 27 1 0 0,46-32 190 0 0,-80 64-3953 0 0,47-35-2845 0 0,39-32 3001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58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1448 0 0,'5'1'736'0'0,"0"0"0"0"0,0-1 0 0 0,0 0 0 0 0,0 0 0 0 0,0 0 0 0 0,0 0 0 0 0,0-1 0 0 0,9-2 0 0 0,50-12 156 0 0,-63 15-846 0 0,3-1-26 0 0,32-8 61 0 0,0-1 0 0 0,0-2-1 0 0,52-26 1 0 0,-88 38-148 0 0,1 0 1 0 0,-1 0 0 0 0,1 0 0 0 0,-1 0-1 0 0,0 0 1 0 0,1 0 0 0 0,-1-1-1 0 0,1 1 1 0 0,-1 0 0 0 0,1 0 0 0 0,-1-1-1 0 0,0 1 1 0 0,1 0 0 0 0,-1 0-1 0 0,1-1 1 0 0,-1 1 0 0 0,0-1 0 0 0,1 1-1 0 0,-1 0 1 0 0,0-1 0 0 0,0 1 0 0 0,1-1-1 0 0,-1 1 1 0 0,0-1 0 0 0,0 1-1 0 0,0 0 1 0 0,0-1 0 0 0,1 1 0 0 0,-1-1-1 0 0,0 1 1 0 0,0-2 0 0 0,-15-1-2422 0 0,-26 6 602 0 0,17 4 2336 0 0,0 2-1 0 0,0 1 1 0 0,1 0 0 0 0,0 2-1 0 0,-42 28 1 0 0,63-38-292 0 0,0 0 0 0 0,0 0-1 0 0,0 0 1 0 0,1 1 0 0 0,-1-1 0 0 0,0 0 0 0 0,1 1 0 0 0,0-1 0 0 0,-1 1 0 0 0,1-1-1 0 0,0 1 1 0 0,0 0 0 0 0,0 0 0 0 0,1-1 0 0 0,-1 1 0 0 0,1 0 0 0 0,-1 0-1 0 0,1 0 1 0 0,0 0 0 0 0,0-1 0 0 0,1 1 0 0 0,-1 0 0 0 0,0 0 0 0 0,1 0 0 0 0,0-1-1 0 0,-1 1 1 0 0,3 5 0 0 0,4 9 229 0 0,1 0 0 0 0,0 0 0 0 0,15 22 0 0 0,2 4 597 0 0,-24-40-926 0 0,0-1-1 0 0,0 1 1 0 0,0-1-1 0 0,0 0 1 0 0,0 1 0 0 0,1-1-1 0 0,-1 0 1 0 0,1 0 0 0 0,-1 0-1 0 0,1 0 1 0 0,0 0-1 0 0,-1 0 1 0 0,1 0 0 0 0,0-1-1 0 0,1 1 1 0 0,-1-1-1 0 0,3 2 1 0 0,-1-2 42 0 0,0-1 0 0 0,0 0 0 0 0,0 0 0 0 0,0 0 0 0 0,0 0 0 0 0,0-1 0 0 0,0 0 1 0 0,0 0-1 0 0,6-2 0 0 0,-4 1-46 0 0,64-8 732 0 0,-56 9-718 0 0,1 0 0 0 0,-1-1 0 0 0,1-1 0 0 0,25-9 0 0 0,-40 12-207 0 0,0 0-1 0 0,1 0 1 0 0,-1 0 0 0 0,0 0-1 0 0,1 0 1 0 0,-1 0 0 0 0,0 0-1 0 0,0 0 1 0 0,1 0 0 0 0,-1 0 0 0 0,0-1-1 0 0,1 1 1 0 0,-1 0 0 0 0,0 0-1 0 0,0 0 1 0 0,1 0 0 0 0,-1 0-1 0 0,0-1 1 0 0,0 1 0 0 0,0 0-1 0 0,1 0 1 0 0,-1-1 0 0 0,0 1-1 0 0,0 0 1 0 0,0 0 0 0 0,0-1-1 0 0,1 1 1 0 0,-1 0 0 0 0,0 0 0 0 0,0-1-1 0 0,0 1 1 0 0,0 0 0 0 0,0-1-1 0 0,0 1 1 0 0,0 0 0 0 0,0 0-1 0 0,0-1 1 0 0,0 1 0 0 0,0 0-1 0 0,0-1 1 0 0,0 1 0 0 0,0 0-1 0 0,0-1 1 0 0,0 1 0 0 0,0 0-1 0 0,-16-9-4685 0 0,-29-1 1373 0 0,36 8 2564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58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35 296 0 0,'-1'-1'223'0'0,"0"1"-1"0"0,0-1 1 0 0,0 1-1 0 0,0-1 1 0 0,0 1 0 0 0,0 0-1 0 0,0 0 1 0 0,0-1-1 0 0,0 1 1 0 0,0 0-1 0 0,0 0 1 0 0,0 0 0 0 0,0 0-1 0 0,0 0 1 0 0,0 0-1 0 0,0 1 1 0 0,-1-1-1 0 0,1 0 1 0 0,0 0 0 0 0,1 5 3246 0 0,16-5-1616 0 0,48-16 1671 0 0,-55 12-3615 0 0,0 1 1 0 0,0 1 0 0 0,0-1 0 0 0,0 1 0 0 0,1 1 0 0 0,-1 0 0 0 0,0 0 0 0 0,1 1-1 0 0,-1 0 1 0 0,1 0 0 0 0,14 3 0 0 0,-24-2-209 0 0,1-1-1 0 0,-1 0 1 0 0,1 0-1 0 0,-1 0 1 0 0,1 1 0 0 0,-1-1-1 0 0,1 0 1 0 0,-1 0-1 0 0,1 0 1 0 0,0 0 0 0 0,-1 0-1 0 0,1 0 1 0 0,-1 0-1 0 0,1 0 1 0 0,-1 0 0 0 0,1 0-1 0 0,0-1 1 0 0,-1 1-1 0 0,1 0 1 0 0,-1 0 0 0 0,1 0-1 0 0,-1-1 1 0 0,1 1-1 0 0,-1 0 1 0 0,1-1 0 0 0,-1 1-1 0 0,1 0 1 0 0,-1-1-1 0 0,0 1 1 0 0,1-1 0 0 0,-1 1-1 0 0,0 0 1 0 0,1-1 0 0 0,-1 1-1 0 0,1-2 1 0 0,1 2-1171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58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1 183 616 0 0,'0'0'60'0'0,"0"0"0"0"0,0 0 0 0 0,0 0 0 0 0,1 0 0 0 0,-1 0 0 0 0,0 0 0 0 0,0 0 0 0 0,0 0 0 0 0,0 0 0 0 0,0 0 0 0 0,0 1 0 0 0,1-1 0 0 0,-1 0 0 0 0,0 0 0 0 0,0 0 0 0 0,0 0 0 0 0,0 0 0 0 0,0 0 0 0 0,0 0 0 0 0,1 0 0 0 0,-1 0 0 0 0,0 0 0 0 0,0 0 0 0 0,0 1 0 0 0,0-1 0 0 0,0 0 0 0 0,0 0 0 0 0,0 0 0 0 0,0 0 0 0 0,0 0 0 0 0,0 0 0 0 0,1 0 0 0 0,-1 1 0 0 0,0-1 0 0 0,0 0 0 0 0,0 0 0 0 0,0 0 0 0 0,0 0 0 0 0,0 0 0 0 0,0 1 0 0 0,0-1 0 0 0,0 0 0 0 0,0 0 0 0 0,0 0 0 0 0,0 0 0 0 0,0 0 0 0 0,0 1 0 0 0,0-1 0 0 0,-1 0 0 0 0,1 0 0 0 0,0 0 0 0 0,0 0 0 0 0,0 0 0 0 0,0 0 0 0 0,0 1 0 0 0,0-1 0 0 0,0 0 0 0 0,0 0 0 0 0,0 0 0 0 0,0 0 0 0 0,-1 0 0 0 0,1 0 0 0 0,0 0 0 0 0,0 0 0 0 0,0 0 0 0 0,0 1 0 0 0,0-1 0 0 0,15 5 2415 0 0,9-10-1217 0 0,0 0 0 0 0,-1-2 1 0 0,0 0-1 0 0,40-20 0 0 0,18-6-202 0 0,-34 17-1024 0 0,0 3 0 0 0,0 1 0 0 0,53-5 0 0 0,-98 17-374 0 0,1-1-1 0 0,-1 1 1 0 0,1 0 0 0 0,-1-1 0 0 0,0 0-1 0 0,1 1 1 0 0,-1-1 0 0 0,0 0-1 0 0,1 0 1 0 0,-1 0 0 0 0,0-1 0 0 0,2 0-1 0 0,-3 0 4 0 0,0 1 0 0 0,0 0-1 0 0,0 0 1 0 0,-1 0 0 0 0,1 0-1 0 0,0-1 1 0 0,-1 1 0 0 0,1 0-1 0 0,-1-1 1 0 0,1 1-1 0 0,-1 0 1 0 0,0-1 0 0 0,1 1-1 0 0,-1-1 1 0 0,0 1 0 0 0,0 0-1 0 0,0-1 1 0 0,0 1 0 0 0,0-1-1 0 0,-1 1 1 0 0,1 0 0 0 0,-1-3-1 0 0,-1-4-1587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59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65 1472 0 0,'-1'-1'165'0'0,"1"-1"0"0"0,0 1 0 0 0,0-1 0 0 0,0 1 0 0 0,0-1 0 0 0,0 1 0 0 0,0-1 0 0 0,0 1 0 0 0,0-1 0 0 0,1 1 0 0 0,-1-1 0 0 0,0 1 0 0 0,1 0 0 0 0,-1-1 0 0 0,1 1 0 0 0,0 0 0 0 0,0-1 0 0 0,-1 1 0 0 0,1 0 0 0 0,0 0 0 0 0,0-1 0 0 0,1 0 0 0 0,1 0 149 0 0,0 0-1 0 0,0 0 1 0 0,0 0-1 0 0,0 0 0 0 0,0 0 1 0 0,0 1-1 0 0,1 0 1 0 0,-1-1-1 0 0,5 0 0 0 0,9-1 629 0 0,0 0-1 0 0,1 1 0 0 0,18 0 0 0 0,-22 2-632 0 0,2-2-17 0 0,-10 2-95 0 0,0-1 0 0 0,0 1-1 0 0,0-1 1 0 0,0 2-1 0 0,0-1 1 0 0,9 2-1 0 0,-14-1-168 0 0,0-1 1 0 0,0 1-1 0 0,0-1 0 0 0,0 1 0 0 0,0-1 0 0 0,0 1 0 0 0,0 0 1 0 0,0-1-1 0 0,0 1 0 0 0,0 0 0 0 0,-1 0 0 0 0,1 0 0 0 0,0 0 1 0 0,0 0-1 0 0,-1 0 0 0 0,1 0 0 0 0,-1 0 0 0 0,1 0 0 0 0,-1 0 1 0 0,1 0-1 0 0,-1 0 0 0 0,0 0 0 0 0,1 0 0 0 0,-1 1 0 0 0,0-1 1 0 0,0 0-1 0 0,0 0 0 0 0,0 0 0 0 0,0 1 0 0 0,0-1 0 0 0,0 0 1 0 0,0 0-1 0 0,0 0 0 0 0,-1 0 0 0 0,1 0 0 0 0,-1 1 0 0 0,1-1 1 0 0,0 0-1 0 0,-2 1 0 0 0,-26 61 57 0 0,21-50-151 0 0,0 0-1 0 0,1 1 1 0 0,0 0 0 0 0,-3 17 0 0 0,8-28 44 0 0,0 1 0 0 0,1-1 0 0 0,-1 1 0 0 0,1-1 0 0 0,0 1 0 0 0,0-1-1 0 0,0 1 1 0 0,1-1 0 0 0,-1 1 0 0 0,1-1 0 0 0,0 1 0 0 0,0-1 0 0 0,0 1 0 0 0,0-1 0 0 0,1 0 0 0 0,-1 0 0 0 0,1 0 0 0 0,0 0 0 0 0,0 0 0 0 0,0 0 0 0 0,0 0 0 0 0,3 3-1 0 0,-2-4 37 0 0,0 0 0 0 0,1 0-1 0 0,-1 0 1 0 0,0 0 0 0 0,1 0-1 0 0,-1-1 1 0 0,1 1-1 0 0,0-1 1 0 0,-1 0 0 0 0,1 0-1 0 0,0 0 1 0 0,0-1 0 0 0,0 1-1 0 0,-1-1 1 0 0,1 0-1 0 0,0 0 1 0 0,0-1 0 0 0,0 1-1 0 0,0-1 1 0 0,-1 1-1 0 0,1-1 1 0 0,0 0 0 0 0,6-3-1 0 0,10-4 50 0 0,-1-1 0 0 0,0 0-1 0 0,19-13 1 0 0,-26 15-148 0 0,19-15-1521 0 0,-28 20 917 0 0,0-1 1 0 0,1 0-1 0 0,-1-1 0 0 0,0 1 1 0 0,-1 0-1 0 0,1-1 0 0 0,0 0 1 0 0,-1 1-1 0 0,0-1 0 0 0,0 0 1 0 0,0 0-1 0 0,0-1 0 0 0,-1 1 1 0 0,0 0-1 0 0,0 0 0 0 0,0-1 1 0 0,1-8-1 0 0,-2 5 18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3:5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34 368 0 0,'-22'-24'1349'0'0,"14"14"-269"0"0,7 15 937 0 0,20 56-59 0 0,-7-25-1743 0 0,-2 1 1 0 0,-1 1 0 0 0,4 39 0 0 0,-16-50-1431 0 0,-3-28-70 0 0,-2-14 672 0 0,-21-85 2734 0 0,29 99-1812 0 0,39-4 2106 0 0,-25 0-1883 0 0,-4 2-322 0 0,0-1-1 0 0,-1 0 1 0 0,0 0-1 0 0,12-7 1 0 0,-19 9-189 0 0,0 0 0 0 0,0 1 0 0 0,1-1 0 0 0,-2 0 0 0 0,1 0 0 0 0,0 0-1 0 0,0 0 1 0 0,-1 0 0 0 0,1 0 0 0 0,-1-1 0 0 0,1 1 0 0 0,-1-1 0 0 0,0 1 0 0 0,0-1 0 0 0,0 1 0 0 0,0-1 0 0 0,-1 1 0 0 0,1-1 0 0 0,-1 0 0 0 0,0 1 0 0 0,1-5 0 0 0,-2-12-11 0 0,1-7 83 0 0,9 48 587 0 0,-5-3-286 0 0,-1 1 1 0 0,-1 0 0 0 0,0 25-1 0 0,-2-30-473 0 0,0 0 0 0 0,1-1 0 0 0,1 1 0 0 0,0-1 0 0 0,1 1-1 0 0,0-1 1 0 0,10 25 0 0 0,-12-38 59 0 0,-20 6-11097 0 0,10-7 10362 0 0,1 2-329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0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86 1288 0 0,'0'0'63'0'0,"0"0"-1"0"0,0 0 1 0 0,-1 0-1 0 0,1-1 1 0 0,0 1-1 0 0,0 0 1 0 0,0 0-1 0 0,-1 0 1 0 0,1 0-1 0 0,0 0 1 0 0,0 0-1 0 0,0 0 1 0 0,-1 0-1 0 0,1 0 1 0 0,0-1-1 0 0,0 1 1 0 0,-1 0-1 0 0,1 0 1 0 0,0 0-1 0 0,0 0 1 0 0,0 0-1 0 0,-1 1 1 0 0,1-1-1 0 0,0 0 1 0 0,0 0-1 0 0,-1 0 1 0 0,1 0-1 0 0,0 0 1 0 0,0 0-1 0 0,0 0 0 0 0,-1 0 1 0 0,1 0-1 0 0,0 1 1 0 0,0-1-1 0 0,0 0 1 0 0,-1 0-1 0 0,1 0 1 0 0,0 0-1 0 0,0 0 1 0 0,0 1-1 0 0,0-1 1 0 0,0 0-1 0 0,0 0 1 0 0,-1 0-1 0 0,1 1 1 0 0,0-1-1 0 0,0 0 1 0 0,0 0-1 0 0,0 1 1 0 0,0-1-1 0 0,0 0 1 0 0,0 0-1 0 0,0 0 1 0 0,0 1-1 0 0,0-1 1 0 0,0 0-1 0 0,0 0 1 0 0,0 1-1 0 0,0-1 1 0 0,0 0-1 0 0,0 0 1 0 0,0 0-1 0 0,0 1 1 0 0,1-1 53 0 0,0 1 0 0 0,0-1 1 0 0,0 1-1 0 0,0-1 0 0 0,0 0 0 0 0,0 0 1 0 0,0 1-1 0 0,0-1 0 0 0,0 0 1 0 0,0 0-1 0 0,0 0 0 0 0,0 0 1 0 0,0 0-1 0 0,0-1 0 0 0,0 1 0 0 0,0 0 1 0 0,0 0-1 0 0,0-1 0 0 0,1 1 1 0 0,89-41 3038 0 0,-69 30-2399 0 0,0 1-1 0 0,1 0 1 0 0,26-6 0 0 0,-46 15-658 0 0,1 0 0 0 0,0 0 0 0 0,0 0 0 0 0,0 1 0 0 0,0-1 0 0 0,-1 1 0 0 0,1 0 0 0 0,0 0 0 0 0,0 1 0 0 0,0-1 0 0 0,0 1 0 0 0,0 0 0 0 0,-1 0 0 0 0,7 2 0 0 0,-8-2 0 0 0,1 1-1 0 0,-1 0 1 0 0,1 0 0 0 0,-1 1-1 0 0,0-1 1 0 0,0 0 0 0 0,0 1-1 0 0,0-1 1 0 0,0 1 0 0 0,0-1 0 0 0,-1 1-1 0 0,0 0 1 0 0,1 0 0 0 0,-1 0-1 0 0,0 0 1 0 0,0 0 0 0 0,0 0-1 0 0,-1 0 1 0 0,1 3 0 0 0,1 12-104 0 0,0 1 0 0 0,-1-1 0 0 0,-1 0 0 0 0,-3 19 0 0 0,1 19-3480 0 0,3-73-7359 0 0,0 7 8542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1 144 3265 0 0,'0'0'2153'0'0,"28"-25"1378"0"0,-4 5-2552 0 0,0 1 1 0 0,27-17 0 0 0,-40 30-884 0 0,0 0 0 0 0,-1 0 1 0 0,2 1-1 0 0,-1 0 0 0 0,1 1 1 0 0,-1 0-1 0 0,1 1 0 0 0,13-1 1 0 0,-24 4-68 0 0,0 0 0 0 0,0 0 1 0 0,0 0-1 0 0,0 0 0 0 0,-1 0 1 0 0,1 0-1 0 0,0 1 1 0 0,0-1-1 0 0,0 0 0 0 0,0 1 1 0 0,0-1-1 0 0,0 0 0 0 0,0 1 1 0 0,0-1-1 0 0,-1 1 0 0 0,1 0 1 0 0,0-1-1 0 0,0 1 0 0 0,-1 0 1 0 0,1-1-1 0 0,0 1 0 0 0,-1 0 1 0 0,1 0-1 0 0,-1-1 1 0 0,1 1-1 0 0,-1 0 0 0 0,1 0 1 0 0,-1 0-1 0 0,1 0 0 0 0,-1 0 1 0 0,0 0-1 0 0,0 0 0 0 0,1 0 1 0 0,-1 0-1 0 0,0 0 0 0 0,0 0 1 0 0,0 0-1 0 0,0 0 0 0 0,0 0 1 0 0,0 0-1 0 0,-1 0 1 0 0,1 1-1 0 0,-9 51 215 0 0,7-44-206 0 0,-11 44-392 0 0,-1-1-1 0 0,-3 0 1 0 0,-2-2-1 0 0,-2 0 1 0 0,-2-1 0 0 0,-3-1-1 0 0,-59 83 1 0 0,66-113-231 0 0,18-31 50 0 0,19-36 479 0 0,-17 48 64 0 0,14-30 314 0 0,2 0-1 0 0,21-29 1 0 0,-32 53-137 0 0,0-1 0 0 0,0 1 0 0 0,1-1 0 0 0,0 2 0 0 0,0-1 0 0 0,0 1 0 0 0,1 0 1 0 0,0 1-1 0 0,0-1 0 0 0,1 2 0 0 0,-1-1 0 0 0,15-4 0 0 0,-21 8-144 0 0,0 1-1 0 0,0 0 1 0 0,0-1-1 0 0,0 1 1 0 0,1 0 0 0 0,-1 1-1 0 0,0-1 1 0 0,0 0-1 0 0,0 1 1 0 0,0-1 0 0 0,0 1-1 0 0,0-1 1 0 0,0 1 0 0 0,0 0-1 0 0,0 0 1 0 0,0 0-1 0 0,0 0 1 0 0,0 0 0 0 0,-1 0-1 0 0,1 1 1 0 0,0-1-1 0 0,-1 1 1 0 0,1-1 0 0 0,-1 1-1 0 0,1 0 1 0 0,-1-1 0 0 0,1 3-1 0 0,7 8 25 0 0,-2 1 1 0 0,1-1-1 0 0,5 16 0 0 0,2 2-45 0 0,-3-11-201 0 0,1 0 0 0 0,17 19 0 0 0,-27-34-135 0 0,1 0 0 0 0,0 0-1 0 0,0 0 1 0 0,0 0 0 0 0,0 0-1 0 0,1-1 1 0 0,-1 0 0 0 0,1 0 0 0 0,0 0-1 0 0,0-1 1 0 0,0 0 0 0 0,0 0 0 0 0,1 0-1 0 0,6 2 1 0 0,-11-4 106 0 0,1 0 0 0 0,-1 0 0 0 0,0 0 0 0 0,0 0 0 0 0,0 0 0 0 0,1 0 0 0 0,-1-1 0 0 0,0 1 0 0 0,0 0 0 0 0,0-1 0 0 0,1 1 0 0 0,-1 0 0 0 0,0-1 0 0 0,0 0 0 0 0,0 1 0 0 0,0-1 0 0 0,0 1 0 0 0,0-1 0 0 0,0 0 0 0 0,0 0 0 0 0,0 0 0 0 0,-1 0-1 0 0,1 0 1 0 0,0 1 0 0 0,0-1 0 0 0,0-2 0 0 0,9-30-2382 0 0,-9 28 2461 0 0,4-12-1041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7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59 1080 0 0,'0'-6'610'0'0,"-1"3"-308"0"0,1-1 0 0 0,0 0-1 0 0,0 0 1 0 0,0 1 0 0 0,0-1-1 0 0,0 0 1 0 0,1 1 0 0 0,0-1-1 0 0,0 0 1 0 0,0 1 0 0 0,0-1-1 0 0,3-5 1 0 0,0 62 2341 0 0,-20 168-1066 0 0,8-143-2038 0 0,1 104 0 0 0,8-178 324 0 0,-2 4-376 0 0,1-1 0 0 0,1 0 0 0 0,0 0 1 0 0,0 0-1 0 0,0 0 0 0 0,0 0 0 0 0,1-1 0 0 0,1 1 1 0 0,2 7-1 0 0,1-14-1340 0 0,-4-1 1545 0 0,4-2-736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120 100 952 0 0,'-5'0'5251'0'0,"-8"11"-3841"0"0,-11 14-968 0 0,12-7-222 0 0,2-1 0 0 0,0 2 0 0 0,0-1 0 0 0,-8 28 0 0 0,14-35-212 0 0,1 0-1 0 0,0 0 1 0 0,0 0-1 0 0,1 0 1 0 0,1 0-1 0 0,0 1 1 0 0,1-1-1 0 0,0 0 0 0 0,3 21 1 0 0,-3-30-10 0 0,0-1 0 0 0,0 1 0 0 0,0-1 0 0 0,1 1 0 0 0,-1-1 0 0 0,1 1 0 0 0,-1 0 0 0 0,1-1 0 0 0,0 1 0 0 0,-1-1 0 0 0,1 0-1 0 0,0 1 1 0 0,0-1 0 0 0,0 0 0 0 0,0 1 0 0 0,0-1 0 0 0,0 0 0 0 0,0 0 0 0 0,1 0 0 0 0,-1 0 0 0 0,0 0 0 0 0,1 0 0 0 0,-1 0 0 0 0,0 0 0 0 0,1-1 0 0 0,-1 1 0 0 0,1-1 0 0 0,-1 1 0 0 0,1-1 0 0 0,0 1 0 0 0,-1-1 0 0 0,1 0 0 0 0,-1 0 0 0 0,1 0 0 0 0,0 0-1 0 0,-1 0 1 0 0,1 0 0 0 0,0 0 0 0 0,-1 0 0 0 0,1-1 0 0 0,-1 1 0 0 0,1-1 0 0 0,-1 1 0 0 0,1-1 0 0 0,-1 1 0 0 0,1-1 0 0 0,-1 0 0 0 0,1 0 0 0 0,1-1 0 0 0,2-1 12 0 0,0 0 0 0 0,-1 0-1 0 0,1-1 1 0 0,-1 1 0 0 0,0-1 0 0 0,0 0 0 0 0,0 0 0 0 0,0 0 0 0 0,-1 0 0 0 0,0-1-1 0 0,0 1 1 0 0,0-1 0 0 0,4-10 0 0 0,-4 3 19 0 0,-2 0 1 0 0,0 0-1 0 0,0-1 1 0 0,-1 1-1 0 0,-1 0 1 0 0,0 0-1 0 0,0 0 0 0 0,-2 0 1 0 0,1 0-1 0 0,-1 0 1 0 0,-1 0-1 0 0,-10-21 0 0 0,6 12 192 0 0,1-1 0 0 0,-5-28-1 0 0,12 49-197 0 0,0 0 0 0 0,-1 0 0 0 0,1 0-1 0 0,0 0 1 0 0,0 0 0 0 0,0 0 0 0 0,0 0 0 0 0,1 0-1 0 0,-1 0 1 0 0,0 0 0 0 0,0 0 0 0 0,1 1 0 0 0,-1-1-1 0 0,0 0 1 0 0,1 0 0 0 0,-1 0 0 0 0,1 0 0 0 0,-1 0-1 0 0,1 0 1 0 0,0 0 0 0 0,-1 1 0 0 0,1-1 0 0 0,0 0-1 0 0,-1 1 1 0 0,1-1 0 0 0,0 0 0 0 0,0 1 0 0 0,0-1-1 0 0,0 1 1 0 0,-1-1 0 0 0,1 1 0 0 0,0-1 0 0 0,0 1 0 0 0,2-1-1 0 0,43-4 980 0 0,-17 2-804 0 0,34-14 28 0 0,-47 11-541 0 0,-1 2-1 0 0,1-1 1 0 0,0 2 0 0 0,0 0-1 0 0,0 1 1 0 0,23 0-1 0 0,-38 2 117 0 0,0 0-1 0 0,1 0 1 0 0,-1 0-1 0 0,1 0 1 0 0,-1 1-1 0 0,0-1 1 0 0,1 0-1 0 0,-1 1 1 0 0,0-1-1 0 0,1 1 1 0 0,-1-1-1 0 0,0 1 1 0 0,0 0-1 0 0,1-1 1 0 0,-1 1-1 0 0,0 0 1 0 0,0 0-1 0 0,0 0 1 0 0,2 2-1 0 0,-3-3 76 0 0,0 1 0 0 0,0 0-1 0 0,1 0 1 0 0,-1 0 0 0 0,0 0-1 0 0,0 0 1 0 0,0 0 0 0 0,0 0 0 0 0,0 0-1 0 0,0 0 1 0 0,0 0 0 0 0,0 0-1 0 0,0 0 1 0 0,-1 0 0 0 0,1 0-1 0 0,0 0 1 0 0,-1 0 0 0 0,1 0-1 0 0,0 0 1 0 0,-2 1 0 0 0,-4 7-402 0 0,0-1-1 0 0,0 1 1 0 0,-1-2 0 0 0,-10 10 0 0 0,6-5-48 0 0,-1 1 61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8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64 418 288 0 0,'-7'5'474'0'0,"2"-2"-151"0"0,0 0 0 0 0,0 0-1 0 0,0 0 1 0 0,0 1 0 0 0,1 0 0 0 0,-1 0 0 0 0,1 0-1 0 0,0 0 1 0 0,0 1 0 0 0,1-1 0 0 0,-5 8 0 0 0,9-12-210 0 0,-1 1 0 0 0,0 0 1 0 0,1-1-1 0 0,-1 1 0 0 0,1-1 1 0 0,-1 1-1 0 0,1-1 0 0 0,-1 1 0 0 0,1-1 1 0 0,-1 1-1 0 0,1-1 0 0 0,-1 0 1 0 0,1 1-1 0 0,0-1 0 0 0,-1 0 1 0 0,1 1-1 0 0,-1-1 0 0 0,1 0 1 0 0,0 0-1 0 0,0 0 0 0 0,-1 1 0 0 0,1-1 1 0 0,0 0-1 0 0,-1 0 0 0 0,1 0 1 0 0,0 0-1 0 0,-1 0 0 0 0,1 0 1 0 0,0-1-1 0 0,-1 1 0 0 0,1 0 1 0 0,0 0-1 0 0,-1 0 0 0 0,1-1 0 0 0,0 1 1 0 0,0-1-1 0 0,30-5 1030 0 0,-10-1-784 0 0,0-1-1 0 0,0 0 1 0 0,37-23-1 0 0,17-16-2755 0 0,-48 29-47 0 0,-10 2-1023 0 0,-12 9 1066 0 0</inkml:trace>
  <inkml:trace contextRef="#ctx0" brushRef="#br0" timeOffset="1">352 0 3137 0 0,'-1'1'208'0'0,"0"0"0"0"0,0-1 0 0 0,1 1 0 0 0,-1 0 0 0 0,0 0 0 0 0,1 0 0 0 0,-1 0 0 0 0,0 0 0 0 0,1 0 0 0 0,-1 0 0 0 0,1 0 0 0 0,0 0 0 0 0,-1 0 0 0 0,1 0 0 0 0,0 1 0 0 0,0-1 0 0 0,0 1 0 0 0,-3 44 31 0 0,3-33 13 0 0,-5 215-245 0 0,-8 107-5840 0 0,11-300 4471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8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1408 0 0,'-4'7'438'0'0,"0"0"-1"0"0,0 0 1 0 0,1 1-1 0 0,1 0 1 0 0,-1-1-1 0 0,1 1 1 0 0,1 0-1 0 0,-1 0 1 0 0,1 0-1 0 0,1 1 1 0 0,-1-1-1 0 0,1 0 1 0 0,3 15-1 0 0,-3-19-274 0 0,1 0-1 0 0,0-1 0 0 0,0 1 0 0 0,0 0 1 0 0,1-1-1 0 0,-1 1 0 0 0,1-1 0 0 0,0 0 1 0 0,0 1-1 0 0,0-1 0 0 0,0 0 0 0 0,0 0 1 0 0,1-1-1 0 0,-1 1 0 0 0,1 0 0 0 0,0-1 1 0 0,0 1-1 0 0,0-1 0 0 0,0 0 0 0 0,0 0 1 0 0,1 0-1 0 0,-1-1 0 0 0,0 1 0 0 0,1-1 1 0 0,-1 0-1 0 0,1 0 0 0 0,0 0 0 0 0,-1 0 1 0 0,1 0-1 0 0,0-1 0 0 0,4 0 0 0 0,12 1 306 0 0,0-2 0 0 0,-1 0 0 0 0,0-1 0 0 0,1-1-1 0 0,21-7 1 0 0,26-16-1374 0 0,-58 21-381 0 0,-1 0-1 0 0,1-1 1 0 0,-1 0 0 0 0,13-12 0 0 0,-20 17 979 0 0,0 0 1 0 0,-1 0-1 0 0,1 0 1 0 0,0 0-1 0 0,0 0 1 0 0,-1 0-1 0 0,1 0 1 0 0,-1 0-1 0 0,1 0 1 0 0,-1 0-1 0 0,0-1 1 0 0,1 1-1 0 0,-1 0 1 0 0,0 0-1 0 0,1-2 1 0 0,0-5-947 0 0,4-3-530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9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1 2008 0 0,'-9'7'6759'0'0,"-21"39"-5617"0"0,-59 116-706 0 0,-79 129-4617 0 0,163-285 3771 0 0,-17 25-1208 0 0,21-29 1507 0 0,0-1-1 0 0,0 0 0 0 0,0 0 0 0 0,0 1 1 0 0,-1-1-1 0 0,1 0 0 0 0,0 0 0 0 0,0 0 0 0 0,-1-1 1 0 0,1 1-1 0 0,0 0 0 0 0,-1 0 0 0 0,1-1 0 0 0,-1 1 1 0 0,1-1-1 0 0,-1 1 0 0 0,1-1 0 0 0,-3 1 0 0 0,3-2 78 0 0,0 0-1 0 0,0 1 0 0 0,0-1 0 0 0,1 0 1 0 0,-1 1-1 0 0,0-1 0 0 0,1 0 0 0 0,-1 0 0 0 0,0 1 1 0 0,1-1-1 0 0,-1 0 0 0 0,1 0 0 0 0,0 0 0 0 0,-1 0 1 0 0,1 0-1 0 0,0 0 0 0 0,-1 0 0 0 0,1 0 1 0 0,0 0-1 0 0,0 0 0 0 0,0 0 0 0 0,0 0 0 0 0,0 0 1 0 0,0 0-1 0 0,0 0 0 0 0,0 0 0 0 0,0 0 0 0 0,0 0 1 0 0,1 0-1 0 0,-1 0 0 0 0,0 0 0 0 0,1 0 1 0 0,0-1-1 0 0,10-36-463 0 0,141-289 1794 0 0,-148 317-840 0 0,1 0 0 0 0,-1 0-1 0 0,2 1 1 0 0,-1 0-1 0 0,1 0 1 0 0,1 0 0 0 0,-1 1-1 0 0,17-15 1 0 0,-19 20-181 0 0,1-1-1 0 0,0 1 1 0 0,0 0 0 0 0,0 0 0 0 0,1 1 0 0 0,-1 0 0 0 0,1 0-1 0 0,-1 0 1 0 0,1 0 0 0 0,0 1 0 0 0,0 0 0 0 0,-1 0-1 0 0,1 1 1 0 0,0-1 0 0 0,0 1 0 0 0,0 1 0 0 0,11 1 0 0 0,-3 0 210 0 0,-1 0 0 0 0,0 1 0 0 0,0 1 1 0 0,0 0-1 0 0,0 0 0 0 0,-1 1 0 0 0,23 14 1 0 0,-31-17-393 0 0,-1 0 1 0 0,0 1 0 0 0,1 0-1 0 0,-1-1 1 0 0,0 1-1 0 0,-1 1 1 0 0,1-1 0 0 0,0 0-1 0 0,-1 1 1 0 0,0-1 0 0 0,0 1-1 0 0,0 0 1 0 0,0-1-1 0 0,-1 1 1 0 0,1 0 0 0 0,-1 0-1 0 0,0 0 1 0 0,0 0 0 0 0,-1 0-1 0 0,1 1 1 0 0,-1-1-1 0 0,0 0 1 0 0,0 0 0 0 0,0 0-1 0 0,0 1 1 0 0,-1-1 0 0 0,0 0-1 0 0,0 0 1 0 0,-1 5-1 0 0,-9 23-227 0 0,-1 0 1 0 0,-2-1-1 0 0,0 0 0 0 0,-3-1 0 0 0,-23 34 0 0 0,-112 134-5411 0 0,117-154 3466 0 0,29-37 1676 0 0,-2 3-373 0 0,1 1 0 0 0,-2-2 0 0 0,1 1 0 0 0,-2-1 0 0 0,1-1-1 0 0,-1 1 1 0 0,0-2 0 0 0,-21 13 0 0 0,16-14-391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9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2729 0 0,'32'35'8400'0'0,"-25"-26"-8171"0"0,-1 0 0 0 0,1 0 0 0 0,-2 0 0 0 0,7 15-1 0 0,-10-19-529 0 0,1-1 0 0 0,-1 0 0 0 0,1 0 0 0 0,0 0 0 0 0,0-1 1 0 0,0 1-1 0 0,0-1 0 0 0,1 1 0 0 0,-1-1 0 0 0,1 0 0 0 0,0-1 0 0 0,6 5 0 0 0,57 20-6016 0 0,-46-19 4681 0 0</inkml:trace>
  <inkml:trace contextRef="#ctx0" brushRef="#br0" timeOffset="1">465 105 2280 0 0,'0'0'173'0'0,"0"0"-1"0"0,1 0 0 0 0,-1 0 0 0 0,1 0 1 0 0,-1 0-1 0 0,1 0 0 0 0,-1 1 0 0 0,0-1 1 0 0,1 0-1 0 0,-1 0 0 0 0,0 0 0 0 0,1 0 1 0 0,-1 0-1 0 0,1 1 0 0 0,-1-1 0 0 0,0 0 0 0 0,1 0 1 0 0,-1 1-1 0 0,0-1 0 0 0,0 0 0 0 0,1 1 1 0 0,-1-1-1 0 0,0 0 0 0 0,0 1 0 0 0,1-1 1 0 0,-1 0-1 0 0,0 1 0 0 0,0-1 0 0 0,0 0 1 0 0,1 1-1 0 0,-1-1 0 0 0,0 1 0 0 0,0-1 0 0 0,0 0 1 0 0,0 1-1 0 0,0-1 0 0 0,0 1 0 0 0,0 0 1 0 0,-6 23 2052 0 0,-18 26-2032 0 0,21-46 242 0 0,-158 269-614 0 0,124-220-3038 0 0,-54 62 0 0 0,89-113 2985 0 0,1 0-1 0 0,-2 1 0 0 0,1-1 0 0 0,0 0 0 0 0,0 0 0 0 0,-1 0 0 0 0,1 0 1 0 0,-1-1-1 0 0,1 1 0 0 0,-1-1 0 0 0,0 1 0 0 0,1-1 0 0 0,-1 0 0 0 0,0 0 0 0 0,0 0 1 0 0,0 0-1 0 0,-3 0 0 0 0,0-2-742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0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57 162 1016 0 0,'7'-16'493'0'0,"1"1"-1"0"0,0-1 1 0 0,2 1-1 0 0,-1 1 1 0 0,2 0-1 0 0,22-23 1 0 0,-30 33-308 0 0,1 1 0 0 0,0 0 0 0 0,-1 0-1 0 0,1 1 1 0 0,0-1 0 0 0,0 1 0 0 0,0-1 0 0 0,1 1 0 0 0,-1 1 0 0 0,1-1 0 0 0,-1 0 0 0 0,1 1 0 0 0,-1 0 0 0 0,1 0 0 0 0,0 1 0 0 0,-1-1 0 0 0,1 1 0 0 0,0 0 0 0 0,0 0 0 0 0,-1 1 0 0 0,1-1 0 0 0,0 1 0 0 0,-1 0 0 0 0,1 0 0 0 0,-1 1 0 0 0,1-1 0 0 0,-1 1 0 0 0,1 0 0 0 0,5 4 0 0 0,2 0 172 0 0,-2 1 0 0 0,1 1 0 0 0,-1 0 0 0 0,0 0 0 0 0,-1 0 0 0 0,0 2 1 0 0,0-1-1 0 0,-1 1 0 0 0,0 0 0 0 0,-1 0 0 0 0,0 1 0 0 0,7 14 0 0 0,-11-16-226 0 0,1 0-1 0 0,-1 1 1 0 0,-1-1-1 0 0,0 1 1 0 0,0 0-1 0 0,-1 0 1 0 0,0-1 0 0 0,0 1-1 0 0,-2 0 1 0 0,1 0-1 0 0,-1 0 1 0 0,0 0-1 0 0,-1 0 1 0 0,0-1-1 0 0,-1 1 1 0 0,-5 12-1 0 0,-8 15-481 0 0,-1 0 0 0 0,-2-2 0 0 0,-2 0 0 0 0,-1-1 0 0 0,-2-1 0 0 0,-1-1 0 0 0,-49 47 0 0 0,63-69-266 0 0,0 0-1 0 0,0-1 1 0 0,-1 0 0 0 0,0-1 0 0 0,-15 7 0 0 0,20-12-117 0 0,0 1-1 0 0,0-2 1 0 0,-1 1-1 0 0,0-1 1 0 0,1 0 0 0 0,-1-1-1 0 0,0 1 1 0 0,0-2-1 0 0,0 1 1 0 0,-12-1-1 0 0,14 1-941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10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1224 0 0,'2'-3'228'0'0,"-1"1"0"0"0,0 0-1 0 0,1 1 1 0 0,0-1 0 0 0,-1 0-1 0 0,1 0 1 0 0,0 1 0 0 0,0-1-1 0 0,0 1 1 0 0,0-1 0 0 0,0 1 0 0 0,0 0-1 0 0,0 0 1 0 0,0 0 0 0 0,1 0-1 0 0,-1 0 1 0 0,0 0 0 0 0,1 1-1 0 0,-1-1 1 0 0,1 1 0 0 0,-1 0-1 0 0,0 0 1 0 0,1 0 0 0 0,-1 0-1 0 0,1 0 1 0 0,-1 0 0 0 0,5 1 0 0 0,-2 1 95 0 0,-1 1 0 0 0,1 0 1 0 0,0-1-1 0 0,-1 1 0 0 0,1 1 1 0 0,-1-1-1 0 0,0 1 0 0 0,0-1 1 0 0,0 1-1 0 0,-1 1 0 0 0,4 4 1 0 0,-4-5-363 0 0,7 8 328 0 0,0 1 0 0 0,1-2 0 0 0,14 13 0 0 0,-23-22-480 0 0,0 0-1 0 0,1 0 1 0 0,-1 0-1 0 0,0 0 1 0 0,1-1 0 0 0,-1 1-1 0 0,1-1 1 0 0,0 0-1 0 0,-1 1 1 0 0,1-1 0 0 0,0-1-1 0 0,0 1 1 0 0,0 0 0 0 0,0-1-1 0 0,0 1 1 0 0,0-1-1 0 0,0 0 1 0 0,0 0 0 0 0,-1 0-1 0 0,1 0 1 0 0,0 0-1 0 0,0-1 1 0 0,0 0 0 0 0,5-1-1 0 0,-7 1 7 0 0,0 1 0 0 0,0-1 0 0 0,0 1 0 0 0,-1-1-1 0 0,1 1 1 0 0,0-1 0 0 0,-1 0 0 0 0,1 1 0 0 0,-1-1 0 0 0,1 0-1 0 0,0 0 1 0 0,-1 1 0 0 0,1-1 0 0 0,-1 0 0 0 0,0 0 0 0 0,1 0-1 0 0,-1 0 1 0 0,0 0 0 0 0,0 0 0 0 0,1-1 0 0 0,0-2-525 0 0,5-8-1920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32.08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 29 448 0 0,'-8'-5'272'0'0,"-2"0"-64"0"0,-2 0-88 0 0,5 5-56 0 0,2-2-24 0 0,-2-1-64 0 0,0 0-112 0 0,1-1-224 0 0,2 2-240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33.2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78 31 768 0 0,'-31'0'1408'0'0,"30"0"-1284"0"0,-1 1-1 0 0,1-1 1 0 0,-1 1 0 0 0,0-1 0 0 0,1 1-1 0 0,-1-1 1 0 0,0 0 0 0 0,1 0 0 0 0,-1 0-1 0 0,0 0 1 0 0,0 0 0 0 0,1 0 0 0 0,-1-1 0 0 0,0 1-1 0 0,1 0 1 0 0,-1-1 0 0 0,0 0 0 0 0,1 1-1 0 0,-1-1 1 0 0,1 0 0 0 0,-1 0 0 0 0,1 1-1 0 0,-1-1 1 0 0,1 0 0 0 0,0-1 0 0 0,-1 1-1 0 0,0-2 1 0 0,1 3-70 0 0,1 0 0 0 0,0-1-1 0 0,0 1 1 0 0,0 0 0 0 0,0-1-1 0 0,0 1 1 0 0,0 0 0 0 0,-1-1 0 0 0,1 1-1 0 0,0 0 1 0 0,0-1 0 0 0,0 1-1 0 0,0-1 1 0 0,0 1 0 0 0,0 0 0 0 0,0-1-1 0 0,1 1 1 0 0,-1 0 0 0 0,0-1-1 0 0,0 1 1 0 0,0-1 0 0 0,0 1 0 0 0,0 0-1 0 0,0-1 1 0 0,1 1 0 0 0,-1 0-1 0 0,0-1 1 0 0,0 1 0 0 0,1 0 0 0 0,-1 0-1 0 0,0-1 1 0 0,0 1 0 0 0,1 0-1 0 0,-1 0 1 0 0,0-1 0 0 0,1 1 0 0 0,-1 0-1 0 0,19 0 779 0 0,21 12-405 0 0,-38-11-295 0 0,18 5 230 0 0,1-2 0 0 0,-1 0 0 0 0,1-1 0 0 0,0-1 0 0 0,0-1 0 0 0,1-1 0 0 0,40-5 1 0 0,-30 2-224 0 0,1 2 1 0 0,44 4 0 0 0,6 3 452 0 0,0-4 0 0 0,1-3-1 0 0,-1-4 1 0 0,104-20-1 0 0,-122 19-398 0 0,0 3-1 0 0,68 4 0 0 0,60-1 245 0 0,-30-4-55 0 0,193 21 0 0 0,-113-2 266 0 0,-34-15-208 0 0,84 6 39 0 0,-221 0-356 0 0,1-2 1 0 0,0-4-1 0 0,0-3 1 0 0,76-13-1 0 0,-75 8-19 0 0,0 3 0 0 0,122 8-1 0 0,-85-1-40 0 0,-41-1 56 0 0,71 9-1 0 0,-93-1-476 0 0,-2 1-3646 0 0,25 6-6330 0 0,-46-11 6470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38.99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45 75 4297 0 0,'-7'-5'1232'0'0,"3"3"-1157"0"0,1 0 0 0 0,0 0 0 0 0,0 0 0 0 0,0-1 0 0 0,1 1 1 0 0,-1-1-1 0 0,1 1 0 0 0,-1-1 0 0 0,1 0 0 0 0,0 0 0 0 0,0 0 0 0 0,-3-6 0 0 0,13 6-1700 0 0,14 10 4163 0 0,-5-1 889 0 0,40-14-2718 0 0,-1 3 0 0 0,1 3 0 0 0,85 6 0 0 0,-7 0 532 0 0,180-5-358 0 0,446 5 440 0 0,-666-5-1095 0 0,110-16 1 0 0,-113 7 52 0 0,122 2 1 0 0,-193 10-233 0 0,1 1 0 0 0,-2 1 0 0 0,31 9 0 0 0,29 6-226 0 0,-66-17-349 0 0,1 1 1 0 0,-1 0 0 0 0,25 10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25.1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11 80 0 0,'3'-4'56'0'0,"-1"1"-56"0"0,1 1 8 0 0,1 1-16 0 0,-1 1-104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27.79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137 129 328 0 0,'-59'9'593'0'0,"53"-6"-560"0"0,-2-1 0 0 0,1-1 0 0 0,0 1 0 0 0,0-1 0 0 0,0 0 0 0 0,-1-1 0 0 0,-19-12 4536 0 0,65-31-247 0 0,-37 42-4288 0 0,0 0 0 0 0,0 0-1 0 0,0 0 1 0 0,1 0-1 0 0,-1 0 1 0 0,0 0 0 0 0,1 0-1 0 0,-1 1 1 0 0,1-1-1 0 0,-1 0 1 0 0,1 1 0 0 0,-1-1-1 0 0,1 1 1 0 0,-1 0-1 0 0,1-1 1 0 0,-1 1 0 0 0,1 0-1 0 0,0 0 1 0 0,-1 0-1 0 0,1 0 1 0 0,-1 0-1 0 0,1 0 1 0 0,2 1 0 0 0,46 12 120 0 0,-19-5 111 0 0,27-3 562 0 0,86-5 1 0 0,33 2 36 0 0,-114 0-291 0 0,120-10 0 0 0,-130 3-486 0 0,0 2 0 0 0,0 2-1 0 0,77 9 1 0 0,-35 12-30 0 0,-65-13-26 0 0,0-1 0 0 0,0-1 0 0 0,0-1 0 0 0,61-2 0 0 0,-27-3 177 0 0,-1 2 0 0 0,121 18 0 0 0,-159-16-188 0 0,54 4 186 0 0,94-5 1 0 0,-17 0 21 0 0,86-13 224 0 0,-2 1-180 0 0,-161 9-187 0 0,127-16-1 0 0,-138 8-56 0 0,1 3 0 0 0,118 5-1 0 0,75 10 73 0 0,-32-3-17 0 0,355 10 36 0 0,-201-10-50 0 0,232-33 235 0 0,-349 7-246 0 0,5-7 72 0 0,59-2 69 0 0,104-6-35 0 0,-64 11-88 0 0,141 26 5 0 0,-194 3-122 0 0,45 4 46 0 0,-205-3 62 0 0,506 41-38 0 0,-486-31 25 0 0,315 4 322 0 0,-244-14-247 0 0,22-8-11 0 0,5-1 8 0 0,107-7-42 0 0,26 2 203 0 0,-114 11-30 0 0,-21-1-163 0 0,-26-9 116 0 0,-179 2-96 0 0,-59 5-121 0 0,8-2-11 0 0,0 1-1 0 0,1 0 1 0 0,-1 2 0 0 0,0 0 0 0 0,0 1 0 0 0,0 1 0 0 0,21 6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47.0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201 92 48 0 0,'-1'0'30'0'0,"-13"-6"345"0"0,0 1 0 0 0,-1 1-1 0 0,0 0 1 0 0,0 1-1 0 0,0 0 1 0 0,0 2 0 0 0,0 0-1 0 0,-27 1 1 0 0,40 0-217 0 0,0 1 1 0 0,0-1-1 0 0,0 0 1 0 0,0 0-1 0 0,0 0 1 0 0,0 0-1 0 0,0 0 0 0 0,0 0 1 0 0,0-1-1 0 0,-1 1 1 0 0,1-1-1 0 0,0 1 1 0 0,0-1-1 0 0,0 0 0 0 0,1 0 1 0 0,-1 0-1 0 0,0 0 1 0 0,-2-1-1 0 0,51-12 1504 0 0,20 4-536 0 0,1 4 0 0 0,95 2 0 0 0,-8 1 178 0 0,-125 0-1100 0 0,1 2 0 0 0,-1 2 0 0 0,1 0-1 0 0,-1 3 1 0 0,58 12 0 0 0,-37-5 129 0 0,1-2 0 0 0,0-3-1 0 0,90 0 1 0 0,-44-3-80 0 0,79 9 495 0 0,218 3 69 0 0,-197-26-191 0 0,103-3-315 0 0,291-18 641 0 0,-536 29-796 0 0,106 8-1 0 0,-26 2 0 0 0,112 9-58 0 0,-1 0 185 0 0,449-33 226 0 0,-692 17-509 0 0,17-2 56 0 0,1 1 0 0 0,-1 0 1 0 0,1 2-1 0 0,-1 1 1 0 0,1 0-1 0 0,37 10 0 0 0,-52-11-36 0 0,0 0 0 0 0,1 0-1 0 0,0-1 1 0 0,-1 0 0 0 0,1-1-1 0 0,-1 0 1 0 0,0 0-1 0 0,1 0 1 0 0,13-6 0 0 0,19-1-6 0 0,4-6 133 0 0,-40 11-142 0 0,0 1 1 0 0,0 1-1 0 0,0-1 0 0 0,0 1 1 0 0,0-1-1 0 0,1 1 0 0 0,-1 0 1 0 0,0 1-1 0 0,1-1 0 0 0,-1 1 1 0 0,0 0-1 0 0,1 0 0 0 0,-1 0 1 0 0,9 2-1 0 0,3 5-1520 0 0,44-46-10626 0 0,-54 38 12002 0 0,-1 0 0 0 0,1-1 0 0 0,-1 2 0 0 0,1-1 0 0 0,0 1 0 0 0,7 0 0 0 0,75 8-847 0 0,-85-8 920 0 0,74 15-935 0 0,-56-10 621 0 0,-1-1 1 0 0,1-1-1 0 0,-1 0 1 0 0,1-2 0 0 0,0 0-1 0 0,21-3 1 0 0,-8-2-1046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4:50.25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609 53 864 0 0,'-4'-2'863'0'0,"4"2"-836"0"0,0 0 1 0 0,0 0 0 0 0,0-1 0 0 0,0 1 0 0 0,0 0-1 0 0,1-3 697 0 0,-1 3-697 0 0,15-9 521 0 0,-13 9-403 0 0,0-1-1 0 0,0 0 0 0 0,0 0 0 0 0,0 1 1 0 0,0-2-1 0 0,-1 1 0 0 0,1 0 0 0 0,0 0 1 0 0,0 0-1 0 0,-1-1 0 0 0,1 1 1 0 0,-1-1-1 0 0,1 0 0 0 0,-1 1 0 0 0,0-1 1 0 0,0 0-1 0 0,1 0 0 0 0,0-3 0 0 0,-2 5-108 0 0,1 0 0 0 0,-1 0 1 0 0,1 0-1 0 0,-1 0 0 0 0,0 0 0 0 0,1 0 0 0 0,-1 0 0 0 0,0 0 0 0 0,1 0 0 0 0,-1 0 0 0 0,1 1 1 0 0,-1-1-1 0 0,0 0 0 0 0,1 0 0 0 0,-1 0 0 0 0,0 0 0 0 0,0 1 0 0 0,1-1 0 0 0,-1 0 0 0 0,0 0 0 0 0,1 0 1 0 0,-1 1-1 0 0,0-1 0 0 0,0 0 0 0 0,1 1 0 0 0,-1-1 0 0 0,0 0 0 0 0,0 0 0 0 0,0 1 0 0 0,1-1 0 0 0,-1 1 1 0 0,0-1-1 0 0,0 0 0 0 0,0 1 0 0 0,0-1 0 0 0,0 0 0 0 0,0 1 0 0 0,0-1 0 0 0,0 0 0 0 0,0 1 0 0 0,0-1 1 0 0,0 1-1 0 0,0-1 0 0 0,0 0 0 0 0,0 1 0 0 0,0-1 0 0 0,0 0 0 0 0,0 1 0 0 0,0-1 0 0 0,-1 0 1 0 0,1 1-1 0 0,0-1 0 0 0,0 0 0 0 0,0 1 0 0 0,-1-1 0 0 0,1 0 0 0 0,0 0 0 0 0,0 1 0 0 0,-1-1 0 0 0,1 0 1 0 0,0 0-1 0 0,0 1 0 0 0,-1-1 0 0 0,1 0 0 0 0,0 0 0 0 0,-1 0 0 0 0,1 1 0 0 0,0-1 0 0 0,-1 0 0 0 0,19 5 244 0 0,7 2 189 0 0,-1-1 0 0 0,1-1-1 0 0,0-1 1 0 0,0-1 0 0 0,0-1 0 0 0,48-3-1 0 0,-2-4-125 0 0,87 6 0 0 0,19 0 197 0 0,-32-4-199 0 0,58-5 363 0 0,-166 7-431 0 0,62 4-1 0 0,-63-1 55 0 0,69-4-1 0 0,-83 2-115 0 0,-21 0-154 0 0,1 0 0 0 0,-1 0 0 0 0,0 0 0 0 0,0 0 0 0 0,0 0 0 0 0,0 0 0 0 0,0 0 0 0 0,0 0 0 0 0,1-1-1 0 0,-1 1 1 0 0,0 0 0 0 0,0-1 0 0 0,0 1 0 0 0,0-1 0 0 0,0 1 0 0 0,0-1 0 0 0,0 1 0 0 0,0-1 0 0 0,0 0 0 0 0,-1 1 0 0 0,1-1 0 0 0,0 0 0 0 0,1-1 0 0 0,4-2-64 0 0,1 1 1 0 0,-1 0 0 0 0,0 0 0 0 0,1 1-1 0 0,0 0 1 0 0,0 0 0 0 0,0 1-1 0 0,10-1 1 0 0,0-1-15 0 0,4-1 28 0 0,-1 1 0 0 0,38-1-1 0 0,-61 8 15 0 0,-1 1-1 0 0,0-1 1 0 0,0-1-1 0 0,-1 1 1 0 0,1-1-1 0 0,-1 1 1 0 0,-7 3-1 0 0,-6-5 40 0 0,-1 0 0 0 0,1-1 0 0 0,-28-3 0 0 0,-30 2-82 0 0,-427 16-25 0 0,98-8 128 0 0,-62-1 15 0 0,431-6-108 0 0,0 1 0 0 0,1 2 0 0 0,0 1 0 0 0,-55 16-1 0 0,-14 2 18 0 0,54-13-92 0 0,-33 6-466 0 0,28-15-4896 0 0,52-2 4906 0 0,1-1 0 0 0,-1 1 0 0 0,0 0 0 0 0,1-1 0 0 0,-1 1 0 0 0,-25-35-7232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6:46.7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73 13 312 0 0,'-4'-2'326'0'0,"0"0"0"0"0,0 0 0 0 0,0 1 0 0 0,0-1 0 0 0,-1 1 0 0 0,1 0 0 0 0,0 0 0 0 0,-1 1 0 0 0,1 0 0 0 0,0-1 0 0 0,-9 2 0 0 0,-1-1 1042 0 0,131 3 7171 0 0,-35 3-7507 0 0,142 29 0 0 0,-165-25-382 0 0,1-2-1 0 0,107-1 0 0 0,-51-3-185 0 0,-75-4-317 0 0,-1-2 0 0 0,49-8 1 0 0,-53 4-62 0 0,0 3 1 0 0,0 0-1 0 0,52 5 1 0 0,7 3 50 0 0,157-11 1 0 0,-48-2 63 0 0,-16 1-36 0 0,74 2 70 0 0,-53-1-16 0 0,-7 0-87 0 0,300 20 117 0 0,-163 4-180 0 0,181 17 11 0 0,-133-29-55 0 0,-78-4 67 0 0,-43-12 21 0 0,-109 0-88 0 0,214 6-2 0 0,-141-2 7 0 0,30 1 235 0 0,-210 6-207 0 0,56-6 0 0 0,-70 1-13 0 0,0 3 1 0 0,-1 0 0 0 0,1 3 0 0 0,38 5 0 0 0,-40 1-517 0 0,52 20 0 0 0,-82-27 59 0 0,-1 1-1 0 0,0-1 0 0 0,1 0 1 0 0,-1-1-1 0 0,0 1 0 0 0,1-1 1 0 0,-1 1-1 0 0,1-1 0 0 0,-1 0 0 0 0,1 0 1 0 0,-1-1-1 0 0,1 1 0 0 0,-1-1 1 0 0,1 1-1 0 0,-1-1 0 0 0,0 0 0 0 0,1-1 1 0 0,3-1-1 0 0,1-2-909 0 0,-1 0 0 0 0,0-1 0 0 0,0 0 0 0 0,-1 0 0 0 0,1 0 0 0 0,5-9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02.7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168 2 88 0 0,'-43'3'815'0'0,"33"-1"-364"0"0,0-1 1 0 0,0-1-1 0 0,0 0 0 0 0,-14-1 0 0 0,21 1-333 0 0,-1 0 0 0 0,1 1 0 0 0,-1-1 0 0 0,1 1 0 0 0,-1-1 0 0 0,1 1 0 0 0,0 0 0 0 0,-6 3-1 0 0,7-4-16 0 0,1 1-1 0 0,-1-1 1 0 0,1 1-1 0 0,0 0 1 0 0,-1-1-1 0 0,1 1 1 0 0,0 0-1 0 0,0 0 1 0 0,-1 0-1 0 0,1 0 1 0 0,0 0-1 0 0,0 0 1 0 0,0 0-1 0 0,0 0 0 0 0,0 0 1 0 0,0 1-1 0 0,1-1 1 0 0,-1 0-1 0 0,0 0 1 0 0,1 1-1 0 0,-2 2 1 0 0,3-3-39 0 0,0-1-1 0 0,-1 1 1 0 0,1 0 0 0 0,0-1 0 0 0,0 1 0 0 0,0-1-1 0 0,-1 1 1 0 0,1-1 0 0 0,0 1 0 0 0,0-1 0 0 0,0 0-1 0 0,0 1 1 0 0,0-1 0 0 0,0 0 0 0 0,0 0 0 0 0,0 0-1 0 0,0 1 1 0 0,0-1 0 0 0,0 0 0 0 0,0-1 0 0 0,2 1-1 0 0,32 0 473 0 0,-29 0-430 0 0,67 4 577 0 0,22 1 850 0 0,359-9 790 0 0,-273 15-1666 0 0,-61-2-299 0 0,2-5 0 0 0,185-18-1 0 0,43-7 443 0 0,-228 18-690 0 0,80-13 173 0 0,-123 7-180 0 0,0 3 0 0 0,96 7 0 0 0,80-3 239 0 0,-176-2-152 0 0,116 8 0 0 0,183 11 134 0 0,-63-6-64 0 0,262 28 353 0 0,-246-33-273 0 0,-177-6-101 0 0,68-5-27 0 0,93 2 24 0 0,-28 4-145 0 0,-5 0-14 0 0,289-19 258 0 0,-61-5-110 0 0,76 19-24 0 0,122 26-132 0 0,-545-14 4 0 0,465 25-64 0 0,-333-4 116 0 0,-274-27-1090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05.88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4440 34 2577 0 0,'-1'-2'213'0'0,"1"1"1"0"0,-1 0-1 0 0,0 0 1 0 0,0 0-1 0 0,0 0 1 0 0,0 0-1 0 0,0 0 1 0 0,0 0-1 0 0,0 0 1 0 0,-1 0-1 0 0,1 0 1 0 0,0 1-1 0 0,-1-1 1 0 0,1 0-1 0 0,0 1 1 0 0,-1-1-1 0 0,1 1 1 0 0,0 0 0 0 0,-3-1-1 0 0,-39-6 3032 0 0,4 0 174 0 0,36 6-3374 0 0,-1 1-1 0 0,0-1 1 0 0,0 1 0 0 0,1-1 0 0 0,-1 1 0 0 0,0 0-1 0 0,0 1 1 0 0,0-1 0 0 0,1 1 0 0 0,-1-1 0 0 0,0 1-1 0 0,1 0 1 0 0,-1 0 0 0 0,0 1 0 0 0,1-1 0 0 0,-1 1-1 0 0,-3 3 1 0 0,-9 5-13 0 0,0 1 0 0 0,-19 18 0 0 0,-12 7 183 0 0,11-16 393 0 0,-73 28 0 0 0,72-34-174 0 0,1 2-1 0 0,-43 25 1 0 0,-4 7 22 0 0,-3-4 0 0 0,-1-4 0 0 0,-151 47 0 0 0,-149 79 82 0 0,172-66-198 0 0,-145 69 275 0 0,307-144-569 0 0,-235 116 280 0 0,17 6 95 0 0,204-109-435 0 0,-156 82 286 0 0,-118 39 350 0 0,-3-3 55 0 0,271-123-589 0 0,2 3 0 0 0,-123 85 1 0 0,82-56 133 0 0,28-17-69 0 0,79-45-145 0 0,0 0 0 0 0,-1-1 0 0 0,1 0 1 0 0,-1 0-1 0 0,1 0 0 0 0,-1-1 0 0 0,1 1 0 0 0,-1-1 1 0 0,0-1-1 0 0,0 1 0 0 0,-8-1 0 0 0,38-48-262 0 0,103-194 215 0 0,30-67 104 0 0,-143 270-22 0 0,15-70 0 0 0,-21 72-35 0 0,2 1 0 0 0,19-48 0 0 0,-18 66 56 0 0,-18 37 5 0 0,-40 76-71 0 0,-90 166 4 0 0,75-156-1 0 0,-217 383-42 0 0,266-465 50 0 0,0 2 1 0 0,2 0-1 0 0,1 1 0 0 0,0 0 1 0 0,-9 50-1 0 0,18-75-9 0 0,1 0 0 0 0,0 0 0 0 0,0 0 1 0 0,0 0-1 0 0,0 0 0 0 0,0 0 0 0 0,1 0 0 0 0,-1 0 0 0 0,0 0 0 0 0,0 0 0 0 0,1 1 1 0 0,-1-1-1 0 0,1 0 0 0 0,-1 0 0 0 0,1 0 0 0 0,-1-1 0 0 0,1 1 0 0 0,0 0 0 0 0,-1 0 1 0 0,1 0-1 0 0,0 0 0 0 0,0-1 0 0 0,-1 1 0 0 0,3 1 0 0 0,0 0 0 0 0,-1-1 0 0 0,1 0 0 0 0,0 0 0 0 0,0 0-1 0 0,0 0 1 0 0,0 0 0 0 0,0-1 0 0 0,0 1 0 0 0,3-1 0 0 0,62-3 5 0 0,-68 3-5 0 0,47-10-12 0 0,-1-2 0 0 0,0-2 0 0 0,77-35 0 0 0,36-12-56 0 0,364-53 4 0 0,-171 46 248 0 0,-295 53-121 0 0,-24 6 49 0 0,1 1-1 0 0,-1 2 0 0 0,59-4 0 0 0,-78 13 119 0 0,-14 6-326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10.36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8 220 4473 0 0,'-1'0'-8'0'0,"1"-1"0"0"0,-1 0 0 0 0,0 1 1 0 0,1-1-1 0 0,-1 0 0 0 0,1 1 0 0 0,-1-1 0 0 0,1 0 0 0 0,-1 0 1 0 0,1 0-1 0 0,0 0 0 0 0,-1 0 0 0 0,1 1 0 0 0,0-1 0 0 0,0 0 1 0 0,0 0-1 0 0,0 0 0 0 0,0 0 0 0 0,0 0 0 0 0,0 0 0 0 0,0 0 1 0 0,0 0-1 0 0,0 0 0 0 0,0 0 0 0 0,0 1 0 0 0,1-1 1 0 0,-1 0-1 0 0,0 0 0 0 0,1 0 0 0 0,-1 0 0 0 0,1 0 0 0 0,-1 1 1 0 0,1-1-1 0 0,-1 0 0 0 0,1 1 0 0 0,-1-1 0 0 0,1 0 0 0 0,0 1 1 0 0,-1-1-1 0 0,1 0 0 0 0,0 1 0 0 0,0-1 0 0 0,0 1 0 0 0,-1-1 1 0 0,1 1-1 0 0,0 0 0 0 0,0-1 0 0 0,1 1 0 0 0,1-1 361 0 0,-1-1-1 0 0,0 1 1 0 0,0 0-1 0 0,0-1 1 0 0,0 1-1 0 0,0-1 0 0 0,0 0 1 0 0,0 0-1 0 0,-1 1 1 0 0,1-1-1 0 0,0 0 1 0 0,1-4-1 0 0,25 10 5163 0 0,44 19-5855 0 0,-64-21 713 0 0,21 7 5 0 0,0-1-1 0 0,0-1 1 0 0,0-2 0 0 0,1-1 0 0 0,0-1-1 0 0,0-1 1 0 0,0-2 0 0 0,32-4-1 0 0,-3-2-177 0 0,1 2 1 0 0,-1 4-1 0 0,1 1 0 0 0,86 15 0 0 0,-77-8 6 0 0,0-3 0 0 0,0-3 1 0 0,74-8-1 0 0,-55 2-7 0 0,100 7 0 0 0,-32 4 133 0 0,212-19 0 0 0,36 1-68 0 0,26-3-21 0 0,-181 1-57 0 0,21 10-167 0 0,255-19 126 0 0,74-18 102 0 0,-279 10-133 0 0,46-1-15 0 0,-64 17-112 0 0,-173 5-42 0 0,185 10 1 0 0,459 9 54 0 0,-523-25 65 0 0,-108 5-49 0 0,157 8 0 0 0,-197 4-5 0 0,147-17-1 0 0,61-1 29 0 0,-24 18 13 0 0,46 2-51 0 0,107 14-89 0 0,-217-4 123 0 0,68 2 21 0 0,-182-15-40 0 0,329-10 129 0 0,-402 7-139 0 0,-18 2-132 0 0,0-1 0 0 0,29-6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15.68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82 148 464 0 0,'-2'1'88'0'0,"1"0"-1"0"0,-1 0 1 0 0,1 0-1 0 0,-1 0 1 0 0,1 0-1 0 0,-1-1 1 0 0,0 1-1 0 0,0 0 1 0 0,1-1 0 0 0,-1 1-1 0 0,0-1 1 0 0,0 0-1 0 0,0 1 1 0 0,0-1-1 0 0,0 0 1 0 0,1 0-1 0 0,-1 0 1 0 0,0-1-1 0 0,0 1 1 0 0,0 0-1 0 0,0-1 1 0 0,1 1 0 0 0,-1-1-1 0 0,0 1 1 0 0,-2-2-1 0 0,-5-1 639 0 0,8 2-611 0 0,0 1 0 0 0,0-1 0 0 0,0 1-1 0 0,0 0 1 0 0,0-1 0 0 0,0 1 0 0 0,0 0 0 0 0,0 0 0 0 0,0 0 0 0 0,0 0-1 0 0,0 0 1 0 0,0 0 0 0 0,0 0 0 0 0,0 0 0 0 0,1 0 0 0 0,-1 0-1 0 0,0 1 1 0 0,0-1 0 0 0,0 0 0 0 0,0 1 0 0 0,0-1 0 0 0,0 0 0 0 0,0 1-1 0 0,0-1 1 0 0,1 1 0 0 0,2 5 1138 0 0,16-7-466 0 0,22-5-332 0 0,0 1-1 0 0,0 2 0 0 0,0 2 0 0 0,70 8 0 0 0,-26-3-148 0 0,100-1 950 0 0,87 5-584 0 0,-168-3-271 0 0,0-4-1 0 0,0-5 1 0 0,153-25-1 0 0,-98 13-169 0 0,1 7 0 0 0,162 12 0 0 0,26 0 223 0 0,295-40 642 0 0,-251 37-802 0 0,-97 5-157 0 0,232 12 315 0 0,-443-12-443 0 0,194-3 141 0 0,73 6 131 0 0,-231-1-214 0 0,139-10 0 0 0,-70-1-2 0 0,374 8 91 0 0,-291 4-53 0 0,87-2 23 0 0,-225-10-68 0 0,494-29 640 0 0,-353 25-672 0 0,-23 1 67 0 0,277-3 357 0 0,-338 12-449 0 0,345 12 31 0 0,-272-4 101 0 0,40 4-63 0 0,289 0 408 0 0,-391-23-245 0 0,142-2-41 0 0,-133-3-122 0 0,1 1 32 0 0,199-6 112 0 0,-195 7-76 0 0,-208 11-109 0 0,-1 0 1 0 0,1-1-1 0 0,-1 0 1 0 0,1 0 0 0 0,-1-1-1 0 0,9-5 1 0 0,15-5 216 0 0,-21 12-254 0 0,1 0 0 0 0,0 0-1 0 0,0 1 1 0 0,0 0 0 0 0,0 0 0 0 0,0 1-1 0 0,10 3 1 0 0,16 0-13 0 0,312 24-32 0 0,200 6-55 0 0,-50-9 100 0 0,-169-12 13 0 0,-20-2-73 0 0,123-2 26 0 0,-47-4 60 0 0,-260-4-54 0 0,220-27 0 0 0,-16 0 75 0 0,59-13-36 0 0,-203 14 7 0 0,254-3 0 0 0,-340 23-1339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39.9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101 267 984 0 0,'-60'-21'1619'0'0,"28"11"336"0"0,23 5-481 0 0,11 1-518 0 0,24-3-104 0 0,37 0 42 0 0,-26 7-479 0 0,0 2 0 0 0,0 1 0 0 0,45 10 0 0 0,-57-9 32 0 0,20 0-35 0 0,-1-1 0 0 0,0-3 0 0 0,1-1 0 0 0,69-12 0 0 0,-62 7-86 0 0,1 1 1 0 0,91 4-1 0 0,-8 7 433 0 0,178-16-1 0 0,-143 1-242 0 0,-108 10-381 0 0,0 2 1 0 0,71 15 0 0 0,-71-9 77 0 0,1-2 0 0 0,66-2 1 0 0,95-14 443 0 0,158-4 113 0 0,-112 0-471 0 0,58 1-100 0 0,3-4-14 0 0,-228 7 92 0 0,171 5 0 0 0,165-2-74 0 0,-148-5-72 0 0,87-4-20 0 0,82 1-102 0 0,108 9 153 0 0,-542 4-164 0 0,260 11 21 0 0,5-1-48 0 0,246-41 217 0 0,-92 18 54 0 0,-53 12-125 0 0,13 0 202 0 0,-200-1-112 0 0,227-17 231 0 0,-121 8-341 0 0,-59 7-32 0 0,-143 1-123 0 0,132 13 0 0 0,-91-1 79 0 0,33-6 34 0 0,69 3-45 0 0,54-8 23 0 0,-56-4-12 0 0,-114 13 25 0 0,-39 0 51 0 0,162-11 1 0 0,16-4-86 0 0,-92 8-41 0 0,277 5 127 0 0,-333 0-112 0 0,330 28 10 0 0,-165-8 65 0 0,356-12 106 0 0,-494-12-189 0 0,149-7 78 0 0,114 2-13 0 0,-6-2-40 0 0,-102-1 82 0 0,-133 2-9 0 0,91 3-34 0 0,313 10 123 0 0,-423-22-81 0 0,8-1-4 0 0,9 16 51 0 0,-71 1 40 0 0,113-13 0 0 0,-188 6-104 0 0,0 0 0 0 0,31-12 0 0 0,-45 12-154 0 0,0 1 0 0 0,0 1 0 0 0,1 0 0 0 0,0 0 0 0 0,0 2 0 0 0,0 0 0 0 0,0 1 0 0 0,0 0-1 0 0,1 2 1 0 0,-1 0 0 0 0,17 3 0 0 0,-14-2-66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7:49.3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67 152 1704 0 0,'-2'-3'187'0'0,"0"0"-1"0"0,1 0 1 0 0,-1-1-1 0 0,1 1 0 0 0,0-1 1 0 0,0 1-1 0 0,0 0 0 0 0,1-1 1 0 0,-1-4-1 0 0,1 5-27 0 0,0 1 0 0 0,0-1 0 0 0,-1 1-1 0 0,1-1 1 0 0,-1 1 0 0 0,0 0 0 0 0,1-1 0 0 0,-1 1-1 0 0,0 0 1 0 0,0-1 0 0 0,0 1 0 0 0,-1 0 0 0 0,1 0-1 0 0,-1 0 1 0 0,1 0 0 0 0,-1 0 0 0 0,1 0 0 0 0,-1 0-1 0 0,-4-2 1 0 0,-4-3 743 0 0,-10-12 1819 0 0,20 18-2638 0 0,1 0 0 0 0,0 0 0 0 0,0 1 0 0 0,-1-1 0 0 0,1 0 0 0 0,0 0 0 0 0,0 0 0 0 0,0 1 0 0 0,0-1 0 0 0,0 0 0 0 0,0 1 0 0 0,0-1 0 0 0,0 1 0 0 0,0-1-1 0 0,1 1 1 0 0,-1-1 0 0 0,0 1 0 0 0,0 0 0 0 0,0 0 0 0 0,0-1 0 0 0,1 1 0 0 0,-1 0 0 0 0,0 0 0 0 0,2 1 0 0 0,11-3 244 0 0,-1 1-1 0 0,1 1 0 0 0,0 1 0 0 0,-1 0 0 0 0,15 2 1 0 0,33 3 427 0 0,47-10 217 0 0,-64 1-615 0 0,-1 2 0 0 0,1 2 0 0 0,46 7 0 0 0,-36-2-78 0 0,0-3 0 0 0,0-3 0 0 0,101-11 0 0 0,34 0 289 0 0,62-2-94 0 0,62 2-7 0 0,282 19 70 0 0,-362-8-358 0 0,-120-2 13 0 0,131 13 0 0 0,143 7 80 0 0,3-32-14 0 0,-185 5-164 0 0,-74 7 28 0 0,214 26 0 0 0,-175-12 23 0 0,175-9 0 0 0,-179-4-91 0 0,100-7 26 0 0,98 2 42 0 0,-17-1 54 0 0,75 4 64 0 0,-147 8-220 0 0,-7 0 115 0 0,252 2 42 0 0,-256-3-101 0 0,-2 1-105 0 0,238 12 138 0 0,-441-13-105 0 0,279 9 37 0 0,-41-2-3 0 0,138 0 22 0 0,33 2-72 0 0,-95-1 59 0 0,-43-2-52 0 0,-145-2 26 0 0,317-26 0 0 0,-175-2 1 0 0,89-11 3 0 0,-251 11 1 0 0,247 3 1 0 0,73-4-81 0 0,-309 36-457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28:04.89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4 2729 0 0,'-9'-3'1577'0'0,"18"4"-164"0"0,31 9 1757 0 0,-28-6-1190 0 0,12 0-1034 0 0,0-1 0 0 0,0 0 1 0 0,29-2-1 0 0,-24-1 15 0 0,50 8 0 0 0,-58-6-626 0 0,1 0 0 0 0,28-1 0 0 0,-35-2-169 0 0,0 1 0 0 0,0 0 1 0 0,-1 2-1 0 0,1-1 0 0 0,0 2 0 0 0,0 0 1 0 0,14 6-1 0 0,-3-2 46 0 0,-1 0 0 0 0,1-1 1 0 0,0-2-1 0 0,1-1 0 0 0,50 0 1 0 0,52 7 478 0 0,-71-1-510 0 0,0-3-1 0 0,1-3 1 0 0,78-5-1 0 0,15 3 66 0 0,-98 2-184 0 0,63-6-1 0 0,274-9 502 0 0,-389 12-563 0 0,219-11 120 0 0,-2 0 0 0 0,-59 2-26 0 0,-48 1-41 0 0,-7 2-30 0 0,179 0 87 0 0,-182 12-96 0 0,277 3 54 0 0,87-26 76 0 0,156-3 60 0 0,3 31-132 0 0,-7 9-120 0 0,-282-2 88 0 0,-1 0 6 0 0,-119-13-82 0 0,-92 0 97 0 0,178-15 0 0 0,-173 1 23 0 0,132 9 0 0 0,-8 0-88 0 0,422-3 165 0 0,-370 4-112 0 0,526-11 320 0 0,-589 2-351 0 0,87 2 17 0 0,-250 6 31 0 0,127-18 1 0 0,38-1 28 0 0,266 11-79 0 0,106 28 116 0 0,-603-20-122 0 0,701-10 356 0 0,-544 9-292 0 0,82-6 89 0 0,-213 3-110 0 0,-1 2-1 0 0,0 2 0 0 0,62 7 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2:23.79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65 120 1480 0 0,'-1'-1'21'0'0,"1"0"0"0"0,-1 0 0 0 0,0 0 0 0 0,1 0 0 0 0,-1 0-1 0 0,0 1 1 0 0,0-1 0 0 0,0 0 0 0 0,0 1 0 0 0,0-1 0 0 0,1 1 0 0 0,-1-1-1 0 0,0 1 1 0 0,0-1 0 0 0,0 1 0 0 0,0-1 0 0 0,0 1 0 0 0,-1 0-1 0 0,1 0 1 0 0,0 0 0 0 0,0-1 0 0 0,0 1 0 0 0,0 0 0 0 0,0 0 0 0 0,0 0-1 0 0,0 1 1 0 0,0-1 0 0 0,0 0 0 0 0,0 0 0 0 0,0 1 0 0 0,0-1 0 0 0,0 0-1 0 0,0 1 1 0 0,0-1 0 0 0,0 1 0 0 0,0-1 0 0 0,0 1 0 0 0,0 0-1 0 0,0-1 1 0 0,0 1 0 0 0,1 0 0 0 0,-1 0 0 0 0,-1 0 0 0 0,-21 13 760 0 0,23-16-547 0 0,0 0-1 0 0,1 0 0 0 0,-1 1 0 0 0,0-1 1 0 0,1 0-1 0 0,0 0 0 0 0,-1 0 0 0 0,1 1 0 0 0,0-1 1 0 0,0 0-1 0 0,0 1 0 0 0,0-1 0 0 0,0 0 1 0 0,0 1-1 0 0,0-1 0 0 0,0 1 0 0 0,1 0 1 0 0,-1-1-1 0 0,1 1 0 0 0,-1 0 0 0 0,1 0 1 0 0,-1 0-1 0 0,1 0 0 0 0,0 0 0 0 0,0 0 0 0 0,2 0 1 0 0,34 1 1064 0 0,10 1-90 0 0,0-2 0 0 0,1-2 0 0 0,52-11 0 0 0,293-44 1724 0 0,-347 53-2707 0 0,5 2-66 0 0,55 3 0 0 0,42-2 128 0 0,-29-3 89 0 0,126 10 0 0 0,-209-3-273 0 0,519 20 195 0 0,-352-14-225 0 0,271 14 127 0 0,132 7 32 0 0,-483-29-166 0 0,682 17-26 0 0,-379 0 69 0 0,-221-12-66 0 0,535 33 302 0 0,-246-45-126 0 0,-418 3-201 0 0,457-4-79 0 0,-303 7 109 0 0,-136 4-20 0 0,1-4 0 0 0,159-24 0 0 0,168-22 111 0 0,-410 46-133 0 0,23-2-68 0 0,-3 0-515 0 0,1 1-1 0 0,57 5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2:25.45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160 63 1360 0 0,'-5'-5'-27'0'0,"1"-1"-1"0"0,-1 1 0 0 0,0-1 0 0 0,-1 1 1 0 0,0 1-1 0 0,1-1 0 0 0,-1 1 1 0 0,-1 0-1 0 0,1 0 0 0 0,-10-4 1 0 0,12 7 233 0 0,-1 0 0 0 0,1-1 1 0 0,0 1-1 0 0,0 0 1 0 0,-1 1-1 0 0,1-1 1 0 0,0 1-1 0 0,-1 0 1 0 0,1 0-1 0 0,0 1 1 0 0,-1-1-1 0 0,-4 2 0 0 0,8-2-51 0 0,-1 0-1 0 0,1 0 1 0 0,0 1-1 0 0,-1-1 0 0 0,1 0 1 0 0,0 1-1 0 0,0-1 1 0 0,0 1-1 0 0,0 0 0 0 0,-1-1 1 0 0,1 1-1 0 0,0 0 1 0 0,0-1-1 0 0,0 1 0 0 0,0 0 1 0 0,0 0-1 0 0,1 0 1 0 0,-1 0-1 0 0,0 0 0 0 0,0 0 1 0 0,1 0-1 0 0,-1 0 1 0 0,0 1-1 0 0,1-1 0 0 0,-1 0 1 0 0,1 0-1 0 0,-1 0 1 0 0,1 1-1 0 0,0-1 0 0 0,0 0 1 0 0,0 1-1 0 0,-1-1 1 0 0,1 0-1 0 0,0 0 0 0 0,0 1 1 0 0,1-1-1 0 0,-1 2 1 0 0,1-1-10 0 0,-1 0 1 0 0,1 0 0 0 0,0 0 0 0 0,0 0-1 0 0,0 0 1 0 0,0 0 0 0 0,0 0 0 0 0,1-1 0 0 0,-1 1-1 0 0,0 0 1 0 0,1-1 0 0 0,0 1 0 0 0,-1-1-1 0 0,1 1 1 0 0,0-1 0 0 0,-1 0 0 0 0,1 0-1 0 0,0 0 1 0 0,0 0 0 0 0,0 0 0 0 0,3 1-1 0 0,18 2 336 0 0,1 0 1 0 0,0-2-1 0 0,0 0 0 0 0,0-2 0 0 0,0-1 0 0 0,1 0 0 0 0,37-9 0 0 0,-19 4-38 0 0,45 0 0 0 0,579 24 2327 0 0,-504-4-2434 0 0,212 4 311 0 0,886-14 994 0 0,-758 2-1393 0 0,-269-22-193 0 0,129 0 49 0 0,-182 22-12 0 0,200-20 0 0 0,-288 10-120 0 0,-64 4-125 0 0,0-1 0 0 0,-1-1 0 0 0,57-13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2:27.57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184 100 1992 0 0,'-10'-2'567'0'0,"-51"-11"1501"0"0,58 11-2052 0 0,-1 1 0 0 0,1-1 0 0 0,-1 0 0 0 0,1 0 0 0 0,0-1 0 0 0,0 1 0 0 0,0-1 0 0 0,0 1 0 0 0,0-1 0 0 0,0 0 0 0 0,1 0-1 0 0,-1 0 1 0 0,-3-7 0 0 0,6 9 44 0 0,-1 0 0 0 0,0 0 0 0 0,1 0 0 0 0,-1 0 0 0 0,1 0 0 0 0,-1 1 0 0 0,0-1 0 0 0,0 0 0 0 0,1 0 0 0 0,-1 1 0 0 0,0-1-1 0 0,0 0 1 0 0,0 1 0 0 0,0-1 0 0 0,0 1 0 0 0,0-1 0 0 0,0 1 0 0 0,0-1 0 0 0,0 1 0 0 0,0 0 0 0 0,0 0 0 0 0,0-1 0 0 0,0 1 0 0 0,0 0-1 0 0,0 0 1 0 0,-1 0 0 0 0,1 0 0 0 0,0 0 0 0 0,0 1 0 0 0,0-1 0 0 0,0 0 0 0 0,0 0 0 0 0,0 1 0 0 0,0-1 0 0 0,0 0 0 0 0,0 1 0 0 0,0-1 0 0 0,0 1-1 0 0,0 0 1 0 0,0-1 0 0 0,0 1 0 0 0,1 0 0 0 0,-3 1 0 0 0,0 0 297 0 0,0 1-1 0 0,0 0 0 0 0,0 0 1 0 0,0 1-1 0 0,1-1 1 0 0,-1 0-1 0 0,1 1 1 0 0,0 0-1 0 0,3 13 3275 0 0,0-17-3560 0 0,21-3 1170 0 0,24-8-830 0 0,-43 10-254 0 0,54-12 170 0 0,0 3 1 0 0,1 3-1 0 0,0 2 0 0 0,61 2 0 0 0,-7 0 326 0 0,19-11-145 0 0,-99 9-319 0 0,1 1 0 0 0,-1 1 1 0 0,1 2-1 0 0,0 1 1 0 0,50 7-1 0 0,-36 1 32 0 0,1-2 1 0 0,-1-3-1 0 0,76-3 0 0 0,-73 0-102 0 0,95 13 0 0 0,22 1 205 0 0,365 5 742 0 0,-387-18-898 0 0,336-7 186 0 0,-441 7-310 0 0,-1 1-1 0 0,1 2 1 0 0,55 13 0 0 0,-46-7-32 0 0,75 5 0 0 0,260-31 32 0 0,-71 0-29 0 0,-295 17-47 0 0,-1 0 0 0 0,0 1 0 0 0,0 1 1 0 0,0 1-1 0 0,28 10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2:39.3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1 134 2713 0 0,'0'0'68'0'0,"0"-1"0"0"0,0 1 0 0 0,0-1 0 0 0,0 1 0 0 0,0-1 0 0 0,0 1 0 0 0,1-1 0 0 0,-1 1 0 0 0,0-1 0 0 0,0 1 0 0 0,0-1 0 0 0,1 1 0 0 0,-1 0 0 0 0,0-1 0 0 0,1 1 0 0 0,-1-1 0 0 0,0 1 0 0 0,1 0 0 0 0,-1-1 0 0 0,1 1 0 0 0,-1 0 0 0 0,0-1 0 0 0,1 1 0 0 0,-1 0 0 0 0,1 0 0 0 0,-1 0 0 0 0,1-1 0 0 0,-1 1 0 0 0,1 0 0 0 0,-1 0 0 0 0,1 0 0 0 0,-1 0 0 0 0,1 0 0 0 0,-1 0 0 0 0,2 0 0 0 0,27-9 165 0 0,-24 7-46 0 0,7-1 72 0 0,17-12 3934 0 0,-28 14-4082 0 0,0 0 0 0 0,0 1 0 0 0,0-1 0 0 0,0 1 0 0 0,0-1 0 0 0,0 1 0 0 0,1 0 0 0 0,-1-1 0 0 0,0 1 0 0 0,0 0 0 0 0,0 0 0 0 0,0 0 0 0 0,0 0 0 0 0,0 0 0 0 0,1 0 0 0 0,-1 0 0 0 0,0 0 0 0 0,0 0 0 0 0,0 0 0 0 0,2 1 0 0 0,28 4 122 0 0,-1 1 303 0 0,0-3-1 0 0,0 0 0 0 0,1-2 0 0 0,38-3 1 0 0,37 1 247 0 0,53 5 65 0 0,0-8-1 0 0,289-44 1 0 0,-162 20-225 0 0,-67 10-451 0 0,59 9 139 0 0,-94 8 51 0 0,330 21 230 0 0,-365-4-575 0 0,135 7-138 0 0,416-47 507 0 0,-169 3-333 0 0,-327 19 201 0 0,172 3 3 0 0,-168 2-256 0 0,77 4-39 0 0,-1-10 160 0 0,12 1-60 0 0,277 39-145 0 0,24-35 109 0 0,-266-10-63 0 0,-63-3 156 0 0,-137 3-106 0 0,133 10-1 0 0,33 8 41 0 0,-55-3 1 0 0,296-11 106 0 0,-457 1-135 0 0,-46 2-22 0 0,586-13 142 0 0,-204 0-38 0 0,-327 11-137 0 0,124 11 0 0 0,-14 1 205 0 0,-135-8-72 0 0,-31 1-2 0 0,1-2 0 0 0,-1-1 0 0 0,36-7 0 0 0,-59 0-1987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2:49.19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32 304 312 0 0,'-2'-3'58'0'0,"-1"0"-1"0"0,1 0 1 0 0,-1 0 0 0 0,1 0-1 0 0,0-1 1 0 0,0 1 0 0 0,1-1 0 0 0,-1 1-1 0 0,1-1 1 0 0,0 1 0 0 0,0-1-1 0 0,0 0 1 0 0,0 0 0 0 0,0 0-1 0 0,1 0 1 0 0,0 1 0 0 0,0-1-1 0 0,0 0 1 0 0,0 0 0 0 0,2-6-1 0 0,-2 4 297 0 0,0 0 0 0 0,0-1-1 0 0,0 1 1 0 0,-1 0 0 0 0,0 0-1 0 0,0-1 1 0 0,0 1 0 0 0,-3-7-1 0 0,4 12-271 0 0,0 0-1 0 0,0 0 0 0 0,1 0 0 0 0,-1 0 1 0 0,1 0-1 0 0,-1 0 0 0 0,1 0 0 0 0,-1 0 0 0 0,1 0 1 0 0,0 0-1 0 0,-1 0 0 0 0,1 0 0 0 0,0 1 1 0 0,0-1-1 0 0,0 0 0 0 0,-1 1 0 0 0,1-1 1 0 0,0 0-1 0 0,0 1 0 0 0,0-1 0 0 0,0 1 0 0 0,0-1 1 0 0,0 1-1 0 0,0 0 0 0 0,0 0 0 0 0,0-1 1 0 0,1 1-1 0 0,-1 0 0 0 0,0 0 0 0 0,1 0 1 0 0,46-12 961 0 0,-44 12-947 0 0,32-6 292 0 0,1 3-1 0 0,44 0 0 0 0,-45 3 167 0 0,1-2 0 0 0,43-8 0 0 0,-45 6-284 0 0,1 1 1 0 0,0 2-1 0 0,-1 1 1 0 0,46 6-1 0 0,39 1 852 0 0,125 11-522 0 0,-68-2-378 0 0,334-10 906 0 0,-317-7-757 0 0,270-4-16 0 0,-233-6-21 0 0,92 4 64 0 0,364 2-93 0 0,-566 1-262 0 0,323 11 71 0 0,-29 10-109 0 0,-116-10 165 0 0,-3 1-119 0 0,-6-2-1 0 0,7 1-5 0 0,243-8 15 0 0,-223-8-36 0 0,247-1 164 0 0,-101 0-204 0 0,-402 8 0 0 0,138-10 76 0 0,66-1-2 0 0,110-4-99 0 0,-201 5 13 0 0,178 12-1 0 0,905 15 129 0 0,-851-8-143 0 0,-104 1 0 0 0,127 1 160 0 0,164-2-168 0 0,31-9 243 0 0,-86 24-282 0 0,-331-13 131 0 0,231 1 28 0 0,-239-17-51 0 0,407-8 80 0 0,-459 16-85 0 0,271-9 30 0 0,-121 0-79 0 0,-5 1 150 0 0,13 5-122 0 0,-145 5-22 0 0,92-19 77 0 0,45 2-8 0 0,66 6 73 0 0,-277 4-138 0 0,377 3 46 0 0,182-5 55 0 0,-333 0-103 0 0,206-13 176 0 0,-252 10-194 0 0,-87 6 20 0 0,-122 1 30 0 0,350-5 103 0 0,-163 1-71 0 0,-155 0-53 0 0,109 8-1 0 0,-100 6 95 0 0,0-5 0 0 0,151-14 0 0 0,-48-5 45 0 0,-124 14-1259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4:55.10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29 139 768 0 0,'-28'-24'11427'0'0,"44"20"-9818"0"0,-12 4-1570 0 0,0 0 1 0 0,0 1-1 0 0,-1-1 0 0 0,1 1 0 0 0,0-1 1 0 0,-1 1-1 0 0,1 0 0 0 0,4 3 1 0 0,7 3 140 0 0,1-1 0 0 0,-1 0 1 0 0,1-1-1 0 0,0-1 0 0 0,33 5 0 0 0,83-4 1146 0 0,-108-5-1155 0 0,56-1 711 0 0,106-15 1 0 0,98-6-60 0 0,-11-2-245 0 0,-54 5-273 0 0,-118 10-44 0 0,156 5-1 0 0,148 13 297 0 0,-325-9-373 0 0,0-2 1 0 0,0-5 0 0 0,114-23-1 0 0,-139 20-130 0 0,1 3 0 0 0,-1 3-1 0 0,77 2 1 0 0,16 0 11 0 0,50-9 524 0 0,-181 13 1170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4:55.4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22 29 552 0 0,'-6'-9'48'0'0,"-3"-1"-304"0"0,2 0-80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5:03.8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59 355 864 0 0,'-2'-1'129'0'0,"0"1"0"0"0,0-1 0 0 0,1 0 0 0 0,-1 1 0 0 0,1-1 0 0 0,-1 0 0 0 0,1 0 0 0 0,-1 0 0 0 0,1 0 0 0 0,-1 0 0 0 0,1 0 0 0 0,0-1 1 0 0,-1 1-1 0 0,1 0 0 0 0,0-1 0 0 0,0 1 0 0 0,-1-2 0 0 0,-27 2 5856 0 0,28 3-5823 0 0,1-2-129 0 0,0 0 0 0 0,0 1 0 0 0,-1-1 0 0 0,1 1 0 0 0,0-1-1 0 0,0 1 1 0 0,0-1 0 0 0,0 0 0 0 0,-1 1 0 0 0,1-1 0 0 0,0 1 0 0 0,0-1 0 0 0,0 1 0 0 0,0-1 0 0 0,0 1 0 0 0,0-1 0 0 0,0 1 0 0 0,0-1 0 0 0,0 1 0 0 0,0-1-1 0 0,1 1 1 0 0,-1-1 0 0 0,0 1 0 0 0,0-1 0 0 0,0 0 0 0 0,1 1 0 0 0,-1-1 0 0 0,0 1 0 0 0,0-1 0 0 0,1 1 0 0 0,-1-1 0 0 0,0 0 0 0 0,1 1 0 0 0,-1-1 0 0 0,0 0-1 0 0,1 0 1 0 0,-1 1 0 0 0,1-1 0 0 0,-1 0 0 0 0,0 0 0 0 0,1 1 0 0 0,-1-1 0 0 0,1 0 0 0 0,-1 0 0 0 0,1 0 0 0 0,-1 0 0 0 0,1 0 0 0 0,-1 1 0 0 0,1-1-1 0 0,-1 0 1 0 0,1 0 0 0 0,-1 0 0 0 0,1 0 0 0 0,-1-1 0 0 0,0 1 0 0 0,1 0 0 0 0,-1 0 0 0 0,1 0 0 0 0,-1 0 0 0 0,1 0 0 0 0,-1-1 0 0 0,1 1 0 0 0,-1 0 0 0 0,1-1-1 0 0,29-8 932 0 0,-21 6-780 0 0,-1 0 0 0 0,1 0 1 0 0,0 1-1 0 0,0 0 0 0 0,-1 1 0 0 0,1 0 0 0 0,1 1 0 0 0,-1 0 0 0 0,11 1 0 0 0,1-1 291 0 0,0 0 0 0 0,0-1-1 0 0,0-1 1 0 0,0-1 0 0 0,36-10 0 0 0,27-4-89 0 0,-32 8 181 0 0,66-21-1 0 0,-77 17-362 0 0,1 3-1 0 0,0 1 0 0 0,44-3 0 0 0,52-4 248 0 0,-103 9-291 0 0,1 2 0 0 0,0 2-1 0 0,0 1 1 0 0,66 6 0 0 0,-55-1-3 0 0,-1-1 1 0 0,1-3 0 0 0,0-2 0 0 0,47-9-1 0 0,42-2-56 0 0,290 24 137 0 0,-297-1-97 0 0,-108-8-129 0 0,536 19 435 0 0,192-25 56 0 0,-121-13-323 0 0,-521 16-129 0 0,-32 0 57 0 0,131 12-1 0 0,-169-12-84 0 0,-33 1-12 0 0,1 0-1 0 0,-1 1 0 0 0,0-1 1 0 0,0 1-1 0 0,1 0 1 0 0,-1 0-1 0 0,0 1 0 0 0,0-1 1 0 0,1 1-1 0 0,3 1 1 0 0,0 0 12 0 0,-1 0 1 0 0,1 0 0 0 0,0-1-1 0 0,-1 0 1 0 0,1-1-1 0 0,0 1 1 0 0,14-2 0 0 0,17 1-23 0 0,265 8-119 0 0,-229-8 112 0 0,549 1 2 0 0,-505-3-7 0 0,113 3-42 0 0,-83-4 53 0 0,-37-2 14 0 0,94-7 5 0 0,-106 4-9 0 0,209 1-30 0 0,-11 4-69 0 0,-169 4 62 0 0,136 13 38 0 0,1-1 5 0 0,-154-10-18 0 0,62-2-7 0 0,43-7-3 0 0,92-7-5 0 0,-159 5 3 0 0,164 11 1 0 0,226 11-44 0 0,-15-16 101 0 0,-498 0-40 0 0,288-10 72 0 0,-195 16-54 0 0,-163-50-6180 0 0,34 33 3574 0 0,0-1 0 0 0,1 0 1 0 0,1 0-1 0 0,-11-28 0 0 0,18 41 2485 0 0,-9-19-3259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9:05.9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74 832 0 0,'0'-1'34'0'0,"-1"0"-1"0"0,1 1 1 0 0,0-1-1 0 0,0 0 1 0 0,-1 0-1 0 0,1 0 1 0 0,0 0-1 0 0,0 1 1 0 0,0-1-1 0 0,0 0 1 0 0,0 0-1 0 0,0 0 1 0 0,0 0-1 0 0,1 0 0 0 0,-1 1 1 0 0,0-1-1 0 0,0 0 1 0 0,0 0-1 0 0,1 0 1 0 0,-1 1-1 0 0,1-1 1 0 0,-1 0-1 0 0,1 0 1 0 0,-1 1-1 0 0,1-1 1 0 0,-1 0-1 0 0,1 1 1 0 0,-1-1-1 0 0,2 0 1 0 0,25-11 2894 0 0,3-1-157 0 0,-25 9-2432 0 0,-5 2-235 0 0,1 1 1 0 0,0 0-1 0 0,0-1 0 0 0,0 1 1 0 0,0 0-1 0 0,0 0 1 0 0,0 0-1 0 0,0 0 0 0 0,0 0 1 0 0,0 0-1 0 0,0 0 0 0 0,1 0 1 0 0,-1 0-1 0 0,0 0 0 0 0,1 1 1 0 0,-1-1-1 0 0,1 1 0 0 0,-1-1 1 0 0,1 1-1 0 0,-1-1 0 0 0,1 1 1 0 0,-1 0-1 0 0,1 0 0 0 0,-1 0 1 0 0,1 0-1 0 0,-1 0 0 0 0,1 0 1 0 0,-1 0-1 0 0,1 0 0 0 0,-1 1 1 0 0,1-1-1 0 0,1 1 0 0 0,3 2 77 0 0,-1-1-1 0 0,1 0 0 0 0,0 0 0 0 0,0-1 0 0 0,0 1 0 0 0,0-1 0 0 0,1-1 0 0 0,-1 1 0 0 0,0-1 0 0 0,8-1 1 0 0,32 5 454 0 0,19 13-103 0 0,-39-10-132 0 0,0 0-1 0 0,45 4 1 0 0,2-4 91 0 0,-11-1-53 0 0,0-3-1 0 0,88-5 0 0 0,381-9 442 0 0,-321 13-586 0 0,-1 9-55 0 0,41-1 59 0 0,103 2 31 0 0,-4 0-100 0 0,64-47 267 0 0,-4 0-48 0 0,72 25-91 0 0,-329 12-206 0 0,152 23 1 0 0,-60-3 48 0 0,153 33 117 0 0,-369-49-313 0 0,80 7 117 0 0,0-5 0 0 0,128-5-1 0 0,-152-3-32 0 0,449-17 161 0 0,1 0-183 0 0,-290 6-47 0 0,25-4 77 0 0,129-3 78 0 0,-202 13-126 0 0,-95 0-24 0 0,-1 4 0 0 0,128 17 0 0 0,221 34 165 0 0,-368-44-138 0 0,1-3-1 0 0,-1-5 0 0 0,105-14 1 0 0,-140 12-20 0 0,379-19 106 0 0,-60-7-70 0 0,-284 28-82 0 0,0 3 1 0 0,-1 4 0 0 0,107 20-1 0 0,-150-20-30 0 0,-21 0-331 0 0,9 2 376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9:18.40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53 312 864 0 0,'7'-17'712'0'0,"-3"-2"-34"0"0,-6 18-597 0 0,1 1 0 0 0,0-1-1 0 0,-1 0 1 0 0,1 1 0 0 0,0-1 0 0 0,-1 1-1 0 0,1-1 1 0 0,-1 1 0 0 0,1 0 0 0 0,-1 0-1 0 0,1 0 1 0 0,-1 0 0 0 0,1 0 0 0 0,-1 0-1 0 0,-2 0 1 0 0,-22 4 1150 0 0,15 0-769 0 0,13 0 312 0 0,12-2-530 0 0,0 1-1 0 0,0-2 0 0 0,1 0 1 0 0,-1-1-1 0 0,0 0 1 0 0,1-2-1 0 0,-1 1 0 0 0,0-2 1 0 0,19-5-1 0 0,-9 4 70 0 0,-1 0-1 0 0,31-1 1 0 0,322-7 1168 0 0,-98 12-501 0 0,-41 4-230 0 0,-121-8-175 0 0,188 19 1 0 0,-63-8 93 0 0,-75-7-525 0 0,164-10 328 0 0,-172 1-351 0 0,-15 1-110 0 0,108-2 34 0 0,-79 14 33 0 0,-76 0-15 0 0,148-12 0 0 0,37-12 172 0 0,-66 7-72 0 0,90-17 98 0 0,232-16-95 0 0,-287 23-41 0 0,-139 11-32 0 0,-84 9 60 0 0,-8 0-114 0 0,0 2 0 0 0,0 0 0 0 0,1 1 0 0 0,19 2 0 0 0,-54-9-1899 0 0,5 2 283 0 0,0 0 0 0 0,0-1 1 0 0,1 0-1 0 0,0 0 1 0 0,0-1-1 0 0,-15-15 1 0 0,9 0-1420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8:48.69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72 808 0 0,'8'-35'5549'0'0,"-8"34"-5474"0"0,-6-17 1609 0 0,6 18-1661 0 0,0-1-1 0 0,0 1 1 0 0,0-1 0 0 0,-1 1 0 0 0,1-1 0 0 0,0 1 0 0 0,0-1 0 0 0,0 1 0 0 0,0-1 0 0 0,0 0 0 0 0,0 1 0 0 0,0-1 0 0 0,0 1 0 0 0,1-1 0 0 0,-1 1 0 0 0,0-1 0 0 0,0 1 0 0 0,0-1 0 0 0,0 1-1 0 0,1-1 1 0 0,-1 1 0 0 0,0-1 0 0 0,1 1 0 0 0,-1-1 0 0 0,0 1 0 0 0,1-1 0 0 0,-1 1 0 0 0,0 0 0 0 0,1-1 0 0 0,-1 1 0 0 0,1 0 0 0 0,-1-1 0 0 0,1 1 0 0 0,-1 0 0 0 0,1 0 0 0 0,-1-1-1 0 0,1 1 1 0 0,-1 0 0 0 0,1 0 0 0 0,-1 0 0 0 0,1 0 0 0 0,-1-1 0 0 0,1 1 0 0 0,0 0 0 0 0,-1 0 0 0 0,1 0 0 0 0,-1 0 0 0 0,1 1 0 0 0,-1-1 0 0 0,1 0 0 0 0,-1 0 0 0 0,1 0 0 0 0,-1 0-1 0 0,1 0 1 0 0,0 1 0 0 0,-1-1 0 0 0,0 0 0 0 0,1 0 0 0 0,-1 1 0 0 0,1-1 0 0 0,-1 0 0 0 0,1 1 0 0 0,-1-1 0 0 0,0 1 0 0 0,1-1 0 0 0,0 1 0 0 0,9 5 273 0 0,1-2 0 0 0,0 1 0 0 0,0-1 0 0 0,0-1 0 0 0,1 0 0 0 0,-1-1 0 0 0,1 0 0 0 0,-1-1 1 0 0,21 0-1 0 0,-14 0-134 0 0,-1 1 0 0 0,0 0 0 0 0,30 8 0 0 0,67 19 723 0 0,-32-10-290 0 0,-44-9-253 0 0,1-2 1 0 0,0-2-1 0 0,0-1 1 0 0,57-1-1 0 0,-48-3-78 0 0,-3 0 25 0 0,-1-2 0 0 0,51-8 0 0 0,-66 6-236 0 0,0 1 1 0 0,48 3-1 0 0,-45 0 13 0 0,62-5 0 0 0,53-11 237 0 0,153 3 0 0 0,-235 10-151 0 0,-39 0-93 0 0,-1 1-1 0 0,0 1 0 0 0,28 5 0 0 0,-27-6 653 0 0,-5 1-2612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3:15.7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 6 8 0 0,'-5'-5'0'0'0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3:16.6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113 24 216 0 0,'-7'-1'220'0'0,"-1"1"-1"0"0,0-1 0 0 0,1 1 1 0 0,-1 0-1 0 0,1 1 1 0 0,-1 0-1 0 0,1 0 1 0 0,-1 1-1 0 0,1 0 1 0 0,0 0-1 0 0,0 0 1 0 0,0 1-1 0 0,-10 5 1 0 0,44-38 5022 0 0,-24 28-5114 0 0,0 0 0 0 0,0 1 1 0 0,0-1-1 0 0,1 1 0 0 0,-1 0 0 0 0,1 0 0 0 0,-1 0 0 0 0,1 0 0 0 0,-1 0 0 0 0,1 1 1 0 0,-1 0-1 0 0,1-1 0 0 0,-1 1 0 0 0,1 1 0 0 0,-1-1 0 0 0,1 0 0 0 0,0 1 1 0 0,-1 0-1 0 0,6 1 0 0 0,25 3 180 0 0,69 11 276 0 0,8 0 539 0 0,36-5-276 0 0,-55-3-336 0 0,107-4 1 0 0,-165-6-396 0 0,-1 1 0 0 0,1 2 0 0 0,-1 1 0 0 0,0 2-1 0 0,1 1 1 0 0,59 18 0 0 0,-66-17-49 0 0,0 0 0 0 0,1-2 0 0 0,-1-1 0 0 0,1-2-1 0 0,0 0 1 0 0,38-5 0 0 0,-20 2 91 0 0,54 4 0 0 0,-13 6 35 0 0,0-3 0 0 0,105-9 0 0 0,-38-4 85 0 0,-131 9-214 0 0,-1 1-1 0 0,1 1 1 0 0,-1 1 0 0 0,41 12-1 0 0,119 30 459 0 0,-174-43 540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3:58.44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93 1904 0 0,'25'-17'6319'0'0,"-42"32"-5822"0"0,17-15-464 0 0,0 0 0 0 0,0 1 0 0 0,0-1 0 0 0,0 1 1 0 0,0-1-1 0 0,0 0 0 0 0,0 1 0 0 0,0-1 0 0 0,1 1 0 0 0,-1-1 1 0 0,0 0-1 0 0,0 1 0 0 0,0-1 0 0 0,0 0 0 0 0,1 1 0 0 0,-1-1 1 0 0,0 0-1 0 0,0 1 0 0 0,1-1 0 0 0,-1 0 0 0 0,0 0 1 0 0,1 1-1 0 0,-1-1 0 0 0,0 0 0 0 0,1 0 0 0 0,-1 0 0 0 0,0 1 1 0 0,1-1-1 0 0,-1 0 0 0 0,1 0 0 0 0,40 7 1235 0 0,597-20 4161 0 0,-231 1-3685 0 0,-328 12-1367 0 0,101 13-1 0 0,-102-6-83 0 0,103-2 0 0 0,-108-5-136 0 0,76 9-1 0 0,68 1 222 0 0,153-8 243 0 0,-133 2-187 0 0,-14-1-225 0 0,190-4 51 0 0,338-36 19 0 0,-535 38-336 0 0,61-4 191 0 0,-162-3-89 0 0,145 12 0 0 0,206 7 59 0 0,-189-9 113 0 0,-90-8-69 0 0,247-35 0 0 0,-266 20-49 0 0,96 6-16 0 0,-69 7-43 0 0,614 12 103 0 0,-642 1-46 0 0,-67-8 53 0 0,142-18 1 0 0,-127 7 18 0 0,38 10-210 0 0,-134 0 750 0 0,-2-5-3661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03.98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0 138 1304 0 0,'22'-4'8562'0'0,"-3"2"-7262"0"0,-1-1 1 0 0,34-9-1 0 0,-42 10-1096 0 0,1-1 0 0 0,0 2 0 0 0,0-1 1 0 0,0 1-1 0 0,1 1 0 0 0,18 2 0 0 0,18-2 123 0 0,261-8 1918 0 0,-108 5-1756 0 0,-102 3 88 0 0,138-17 0 0 0,219-24 128 0 0,-200 24-382 0 0,79-2 26 0 0,-204 19-226 0 0,250 4 252 0 0,39-10 428 0 0,88 5-411 0 0,-273-1-262 0 0,51 2 32 0 0,-8 5-160 0 0,-20-1 3 0 0,144 6 84 0 0,-132-5-41 0 0,545 10 63 0 0,-555-18-43 0 0,171 3-70 0 0,-14-1 163 0 0,-166-2-104 0 0,718-3 116 0 0,-173-4-96 0 0,-422 24-70 0 0,-1 0-36 0 0,240 2 174 0 0,-409-8-165 0 0,50 0-3 0 0,93 4 46 0 0,-242-4 39 0 0,-1-4 0 0 0,176-17 1 0 0,32-9-48 0 0,-194 17 38 0 0,284-17 19 0 0,-220 25-35 0 0,-54 0-13 0 0,-96-2-101 0 0,-17 0-40 0 0,0-1 0 0 0,1 0 1 0 0,-1-1-1 0 0,16-3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18.4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119 169 664 0 0,'-45'-11'3019'0'0,"33"8"-1678"0"0,0 0 0 0 0,0 0 0 0 0,0 1 1 0 0,-14 0-1 0 0,74-32 1610 0 0,-35 30-2777 0 0,0-1-1 0 0,1 2 1 0 0,-1 0-1 0 0,1 1 1 0 0,0 0-1 0 0,0 1 1 0 0,24 1-1 0 0,29-4 444 0 0,4-1 176 0 0,87 3 0 0 0,-84 3-410 0 0,131-15 750 0 0,-137 7-614 0 0,133 3-1 0 0,-163 4-350 0 0,0-1 1 0 0,73-12-1 0 0,-76 7-43 0 0,0 2 1 0 0,1 2 0 0 0,49 2-1 0 0,-70 0-105 0 0,-1-1 1 0 0,1 0-1 0 0,0-1 0 0 0,25-7 1 0 0,5 0 68 0 0,18 2 168 0 0,-47 7-147 0 0,-7-1-420 0 0,-1 1-1 0 0,0 0 1 0 0,1 1 0 0 0,-1 0 0 0 0,0 0 0 0 0,12 4-1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21.4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13 180 3337 0 0,'-12'15'4603'0'0,"14"-14"-4187"0"0,1 1 0 0 0,-1-1 0 0 0,1 1 0 0 0,0-1-1 0 0,-1 0 1 0 0,1 0 0 0 0,0 0 0 0 0,0-1 0 0 0,-1 1-1 0 0,1-1 1 0 0,0 1 0 0 0,0-1 0 0 0,3 0 0 0 0,83-15 1377 0 0,105-31 1 0 0,-121 24-1428 0 0,2 4 1 0 0,0 3-1 0 0,151-11 1 0 0,163-8 388 0 0,21 28-87 0 0,-74 5-435 0 0,108-17-72 0 0,-320 16-83 0 0,29-2-982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27.89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102 41 1224 0 0,'-56'7'3532'0'0,"30"-24"431"0"0,25 17-3825 0 0,0 0-1 0 0,0 0 0 0 0,0 0 1 0 0,0-1-1 0 0,0 1 0 0 0,0 0 1 0 0,0 0-1 0 0,0-1 0 0 0,0 1 1 0 0,0 0-1 0 0,1-1 0 0 0,-1 1 1 0 0,0-1-1 0 0,0 0 1 0 0,0 1-1 0 0,0-1 0 0 0,1 0 1 0 0,-1 1-1 0 0,0-1 0 0 0,0-1 1 0 0,17-5 842 0 0,54 1-983 0 0,-55 6 423 0 0,319-8 987 0 0,-207 14-1018 0 0,291 24 403 0 0,253 2 944 0 0,-318-14-1345 0 0,-108-3-148 0 0,28-3-170 0 0,339 8 258 0 0,-115-27-215 0 0,-253 16-84 0 0,-151-2-223 0 0,1-4 1 0 0,-1-4 0 0 0,130-19-1 0 0,-223 20 10 0 0,1 0 0 0 0,0-1-1 0 0,0 1 1 0 0,0-1 0 0 0,0 1 0 0 0,0 0-1 0 0,0-1 1 0 0,9-18-3988 0 0,-10 18 3987 0 0,-1-2 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29.29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84 3529 0 0,'9'1'178'0'0,"-1"1"1"0"0,0-2-1 0 0,1 1 1 0 0,-1-1-1 0 0,1 0 1 0 0,-1-1-1 0 0,9-1 1 0 0,-3 0 607 0 0,34-3 2303 0 0,64-16 1 0 0,-68 11-2489 0 0,84-8 0 0 0,45 4 467 0 0,-83 5-257 0 0,104 3-1 0 0,35 28-540 0 0,-49-3 287 0 0,350 27 585 0 0,-363-33-839 0 0,205-10 0 0 0,268-17-207 0 0,-495 8-75 0 0,208-5 63 0 0,-202 14-60 0 0,-55 0 44 0 0,182-17 0 0 0,-234 9-291 0 0,77 4 0 0 0,-66 1-2719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3:21.19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17 1 8 0 0,'-1'0'0'0'0,"-1"2"0"0"0,-1-1 0 0 0,1-1 0 0 0,-1-1 8 0 0,-1 1-16 0 0,2-2 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3:22.2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138 151 8 0 0,'-77'-16'2088'0'0,"34"9"1152"0"0,42 7-3142 0 0,0 0 1 0 0,0-1-1 0 0,0 1 1 0 0,0 0-1 0 0,1-1 0 0 0,-1 0 1 0 0,0 1-1 0 0,0-1 1 0 0,0 1-1 0 0,0-1 1 0 0,1 0-1 0 0,-1 0 0 0 0,0 1 1 0 0,1-1-1 0 0,-1 0 1 0 0,0 0-1 0 0,1 0 1 0 0,-1 0-1 0 0,1 0 0 0 0,0 0 1 0 0,-1 0-1 0 0,1 0 1 0 0,0 0-1 0 0,-1 0 1 0 0,1 0-1 0 0,0 0 0 0 0,0 0 1 0 0,0 0-1 0 0,0 0 1 0 0,0 0-1 0 0,0 0 1 0 0,0 0-1 0 0,0 0 0 0 0,0 0 1 0 0,1 0-1 0 0,-1 0 1 0 0,0 0-1 0 0,1 0 1 0 0,0-1-1 0 0,0-3 127 0 0,1 1 0 0 0,0 0-1 0 0,0-1 1 0 0,0 1 0 0 0,0 0 0 0 0,0 0-1 0 0,1 1 1 0 0,3-5 0 0 0,-3 9-108 0 0,0 0 0 0 0,0 0 0 0 0,0 0 1 0 0,0 0-1 0 0,0 0 0 0 0,0 0 0 0 0,0-1 1 0 0,0 1-1 0 0,3-1 0 0 0,119 4 1045 0 0,-62 0-304 0 0,82-7 0 0 0,-91-2-544 0 0,-22 0-88 0 0,0 2 0 0 0,0 2 1 0 0,61 5-1 0 0,-67-2-89 0 0,0-1 0 0 0,1-2 0 0 0,-1 0 0 0 0,30-6 0 0 0,-24 2-18 0 0,1 2 0 0 0,35 1 1 0 0,237 8 814 0 0,-279-6-849 0 0,534-10 1171 0 0,-263-4-631 0 0,-260 9-433 0 0,46-12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latinLnBrk="0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fld id="{658FFB58-1E87-4E0D-A4FE-FB5BB4903C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018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1921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967BD7-F646-4FB8-AC22-D25CFD0CAE99}" type="slidenum">
              <a:rPr lang="ko-KR" altLang="en-US" smtClean="0"/>
              <a:pPr/>
              <a:t>2</a:t>
            </a:fld>
            <a:endParaRPr lang="en-US" altLang="ko-KR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E3A9B842-62CB-4D72-B01A-F78E34F7BE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30B03ECB-761B-46A1-A739-CE74727CB5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fld id="{BBEB8F0E-EDDC-4EB1-97FC-2B7644CA3C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401E8-BB64-4A2C-9FAF-4541A893DC1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1D7EC9E6-4C5C-466A-8D92-356C8F48EB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7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.png"/><Relationship Id="rId21" Type="http://schemas.openxmlformats.org/officeDocument/2006/relationships/image" Target="../media/image18.png"/><Relationship Id="rId42" Type="http://schemas.openxmlformats.org/officeDocument/2006/relationships/customXml" Target="../ink/ink27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40.xml"/><Relationship Id="rId84" Type="http://schemas.openxmlformats.org/officeDocument/2006/relationships/customXml" Target="../ink/ink48.xml"/><Relationship Id="rId89" Type="http://schemas.openxmlformats.org/officeDocument/2006/relationships/image" Target="../media/image52.png"/><Relationship Id="rId112" Type="http://schemas.openxmlformats.org/officeDocument/2006/relationships/customXml" Target="../ink/ink62.xml"/><Relationship Id="rId133" Type="http://schemas.openxmlformats.org/officeDocument/2006/relationships/image" Target="../media/image74.png"/><Relationship Id="rId138" Type="http://schemas.openxmlformats.org/officeDocument/2006/relationships/customXml" Target="../ink/ink75.xml"/><Relationship Id="rId154" Type="http://schemas.openxmlformats.org/officeDocument/2006/relationships/customXml" Target="../ink/ink83.xml"/><Relationship Id="rId159" Type="http://schemas.openxmlformats.org/officeDocument/2006/relationships/image" Target="../media/image87.png"/><Relationship Id="rId175" Type="http://schemas.openxmlformats.org/officeDocument/2006/relationships/image" Target="../media/image95.png"/><Relationship Id="rId170" Type="http://schemas.openxmlformats.org/officeDocument/2006/relationships/customXml" Target="../ink/ink91.xml"/><Relationship Id="rId191" Type="http://schemas.openxmlformats.org/officeDocument/2006/relationships/image" Target="../media/image103.png"/><Relationship Id="rId16" Type="http://schemas.openxmlformats.org/officeDocument/2006/relationships/customXml" Target="../ink/ink14.xml"/><Relationship Id="rId107" Type="http://schemas.openxmlformats.org/officeDocument/2006/relationships/image" Target="../media/image61.png"/><Relationship Id="rId11" Type="http://schemas.openxmlformats.org/officeDocument/2006/relationships/image" Target="../media/image13.png"/><Relationship Id="rId32" Type="http://schemas.openxmlformats.org/officeDocument/2006/relationships/customXml" Target="../ink/ink22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35.xml"/><Relationship Id="rId74" Type="http://schemas.openxmlformats.org/officeDocument/2006/relationships/customXml" Target="../ink/ink43.xml"/><Relationship Id="rId79" Type="http://schemas.openxmlformats.org/officeDocument/2006/relationships/image" Target="../media/image47.png"/><Relationship Id="rId102" Type="http://schemas.openxmlformats.org/officeDocument/2006/relationships/customXml" Target="../ink/ink57.xml"/><Relationship Id="rId123" Type="http://schemas.openxmlformats.org/officeDocument/2006/relationships/image" Target="../media/image69.png"/><Relationship Id="rId128" Type="http://schemas.openxmlformats.org/officeDocument/2006/relationships/customXml" Target="../ink/ink70.xml"/><Relationship Id="rId144" Type="http://schemas.openxmlformats.org/officeDocument/2006/relationships/customXml" Target="../ink/ink78.xml"/><Relationship Id="rId149" Type="http://schemas.openxmlformats.org/officeDocument/2006/relationships/image" Target="../media/image82.png"/><Relationship Id="rId5" Type="http://schemas.openxmlformats.org/officeDocument/2006/relationships/image" Target="../media/image10.png"/><Relationship Id="rId90" Type="http://schemas.openxmlformats.org/officeDocument/2006/relationships/customXml" Target="../ink/ink51.xml"/><Relationship Id="rId95" Type="http://schemas.openxmlformats.org/officeDocument/2006/relationships/image" Target="../media/image55.png"/><Relationship Id="rId160" Type="http://schemas.openxmlformats.org/officeDocument/2006/relationships/customXml" Target="../ink/ink86.xml"/><Relationship Id="rId165" Type="http://schemas.openxmlformats.org/officeDocument/2006/relationships/image" Target="../media/image90.png"/><Relationship Id="rId181" Type="http://schemas.openxmlformats.org/officeDocument/2006/relationships/image" Target="../media/image98.png"/><Relationship Id="rId186" Type="http://schemas.openxmlformats.org/officeDocument/2006/relationships/customXml" Target="../ink/ink99.xml"/><Relationship Id="rId22" Type="http://schemas.openxmlformats.org/officeDocument/2006/relationships/customXml" Target="../ink/ink17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30.xml"/><Relationship Id="rId64" Type="http://schemas.openxmlformats.org/officeDocument/2006/relationships/customXml" Target="../ink/ink38.xml"/><Relationship Id="rId69" Type="http://schemas.openxmlformats.org/officeDocument/2006/relationships/image" Target="../media/image42.png"/><Relationship Id="rId113" Type="http://schemas.openxmlformats.org/officeDocument/2006/relationships/image" Target="../media/image64.png"/><Relationship Id="rId118" Type="http://schemas.openxmlformats.org/officeDocument/2006/relationships/customXml" Target="../ink/ink65.xml"/><Relationship Id="rId134" Type="http://schemas.openxmlformats.org/officeDocument/2006/relationships/customXml" Target="../ink/ink73.xml"/><Relationship Id="rId139" Type="http://schemas.openxmlformats.org/officeDocument/2006/relationships/image" Target="../media/image77.png"/><Relationship Id="rId80" Type="http://schemas.openxmlformats.org/officeDocument/2006/relationships/customXml" Target="../ink/ink46.xml"/><Relationship Id="rId85" Type="http://schemas.openxmlformats.org/officeDocument/2006/relationships/image" Target="../media/image50.png"/><Relationship Id="rId150" Type="http://schemas.openxmlformats.org/officeDocument/2006/relationships/customXml" Target="../ink/ink81.xml"/><Relationship Id="rId155" Type="http://schemas.openxmlformats.org/officeDocument/2006/relationships/image" Target="../media/image85.png"/><Relationship Id="rId171" Type="http://schemas.openxmlformats.org/officeDocument/2006/relationships/image" Target="../media/image93.png"/><Relationship Id="rId176" Type="http://schemas.openxmlformats.org/officeDocument/2006/relationships/customXml" Target="../ink/ink94.xml"/><Relationship Id="rId192" Type="http://schemas.openxmlformats.org/officeDocument/2006/relationships/customXml" Target="../ink/ink102.xml"/><Relationship Id="rId12" Type="http://schemas.openxmlformats.org/officeDocument/2006/relationships/customXml" Target="../ink/ink12.xml"/><Relationship Id="rId17" Type="http://schemas.openxmlformats.org/officeDocument/2006/relationships/image" Target="../media/image16.png"/><Relationship Id="rId33" Type="http://schemas.openxmlformats.org/officeDocument/2006/relationships/image" Target="../media/image24.png"/><Relationship Id="rId38" Type="http://schemas.openxmlformats.org/officeDocument/2006/relationships/customXml" Target="../ink/ink25.xml"/><Relationship Id="rId59" Type="http://schemas.openxmlformats.org/officeDocument/2006/relationships/image" Target="../media/image37.png"/><Relationship Id="rId103" Type="http://schemas.openxmlformats.org/officeDocument/2006/relationships/image" Target="../media/image59.png"/><Relationship Id="rId108" Type="http://schemas.openxmlformats.org/officeDocument/2006/relationships/customXml" Target="../ink/ink60.xml"/><Relationship Id="rId124" Type="http://schemas.openxmlformats.org/officeDocument/2006/relationships/customXml" Target="../ink/ink68.xml"/><Relationship Id="rId129" Type="http://schemas.openxmlformats.org/officeDocument/2006/relationships/image" Target="../media/image72.png"/><Relationship Id="rId54" Type="http://schemas.openxmlformats.org/officeDocument/2006/relationships/customXml" Target="../ink/ink33.xml"/><Relationship Id="rId70" Type="http://schemas.openxmlformats.org/officeDocument/2006/relationships/customXml" Target="../ink/ink41.xml"/><Relationship Id="rId75" Type="http://schemas.openxmlformats.org/officeDocument/2006/relationships/image" Target="../media/image45.png"/><Relationship Id="rId91" Type="http://schemas.openxmlformats.org/officeDocument/2006/relationships/image" Target="../media/image53.png"/><Relationship Id="rId96" Type="http://schemas.openxmlformats.org/officeDocument/2006/relationships/customXml" Target="../ink/ink54.xml"/><Relationship Id="rId140" Type="http://schemas.openxmlformats.org/officeDocument/2006/relationships/customXml" Target="../ink/ink76.xml"/><Relationship Id="rId145" Type="http://schemas.openxmlformats.org/officeDocument/2006/relationships/image" Target="../media/image80.png"/><Relationship Id="rId161" Type="http://schemas.openxmlformats.org/officeDocument/2006/relationships/image" Target="../media/image88.png"/><Relationship Id="rId166" Type="http://schemas.openxmlformats.org/officeDocument/2006/relationships/customXml" Target="../ink/ink89.xml"/><Relationship Id="rId182" Type="http://schemas.openxmlformats.org/officeDocument/2006/relationships/customXml" Target="../ink/ink97.xml"/><Relationship Id="rId187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23" Type="http://schemas.openxmlformats.org/officeDocument/2006/relationships/image" Target="../media/image19.png"/><Relationship Id="rId28" Type="http://schemas.openxmlformats.org/officeDocument/2006/relationships/customXml" Target="../ink/ink20.xml"/><Relationship Id="rId49" Type="http://schemas.openxmlformats.org/officeDocument/2006/relationships/image" Target="../media/image32.png"/><Relationship Id="rId114" Type="http://schemas.openxmlformats.org/officeDocument/2006/relationships/customXml" Target="../ink/ink63.xml"/><Relationship Id="rId119" Type="http://schemas.openxmlformats.org/officeDocument/2006/relationships/image" Target="../media/image67.png"/><Relationship Id="rId44" Type="http://schemas.openxmlformats.org/officeDocument/2006/relationships/customXml" Target="../ink/ink28.xml"/><Relationship Id="rId60" Type="http://schemas.openxmlformats.org/officeDocument/2006/relationships/customXml" Target="../ink/ink36.xml"/><Relationship Id="rId65" Type="http://schemas.openxmlformats.org/officeDocument/2006/relationships/image" Target="../media/image40.png"/><Relationship Id="rId81" Type="http://schemas.openxmlformats.org/officeDocument/2006/relationships/image" Target="../media/image48.png"/><Relationship Id="rId86" Type="http://schemas.openxmlformats.org/officeDocument/2006/relationships/customXml" Target="../ink/ink49.xml"/><Relationship Id="rId130" Type="http://schemas.openxmlformats.org/officeDocument/2006/relationships/customXml" Target="../ink/ink71.xml"/><Relationship Id="rId135" Type="http://schemas.openxmlformats.org/officeDocument/2006/relationships/image" Target="../media/image75.png"/><Relationship Id="rId151" Type="http://schemas.openxmlformats.org/officeDocument/2006/relationships/image" Target="../media/image83.png"/><Relationship Id="rId156" Type="http://schemas.openxmlformats.org/officeDocument/2006/relationships/customXml" Target="../ink/ink84.xml"/><Relationship Id="rId177" Type="http://schemas.openxmlformats.org/officeDocument/2006/relationships/image" Target="../media/image96.png"/><Relationship Id="rId172" Type="http://schemas.openxmlformats.org/officeDocument/2006/relationships/customXml" Target="../ink/ink92.xml"/><Relationship Id="rId193" Type="http://schemas.openxmlformats.org/officeDocument/2006/relationships/image" Target="../media/image104.png"/><Relationship Id="rId13" Type="http://schemas.openxmlformats.org/officeDocument/2006/relationships/image" Target="../media/image14.png"/><Relationship Id="rId18" Type="http://schemas.openxmlformats.org/officeDocument/2006/relationships/customXml" Target="../ink/ink15.xml"/><Relationship Id="rId39" Type="http://schemas.openxmlformats.org/officeDocument/2006/relationships/image" Target="../media/image27.png"/><Relationship Id="rId109" Type="http://schemas.openxmlformats.org/officeDocument/2006/relationships/image" Target="../media/image62.png"/><Relationship Id="rId34" Type="http://schemas.openxmlformats.org/officeDocument/2006/relationships/customXml" Target="../ink/ink23.xml"/><Relationship Id="rId50" Type="http://schemas.openxmlformats.org/officeDocument/2006/relationships/customXml" Target="../ink/ink31.xml"/><Relationship Id="rId55" Type="http://schemas.openxmlformats.org/officeDocument/2006/relationships/image" Target="../media/image35.png"/><Relationship Id="rId76" Type="http://schemas.openxmlformats.org/officeDocument/2006/relationships/customXml" Target="../ink/ink44.xml"/><Relationship Id="rId97" Type="http://schemas.openxmlformats.org/officeDocument/2006/relationships/image" Target="../media/image56.png"/><Relationship Id="rId104" Type="http://schemas.openxmlformats.org/officeDocument/2006/relationships/customXml" Target="../ink/ink58.xml"/><Relationship Id="rId120" Type="http://schemas.openxmlformats.org/officeDocument/2006/relationships/customXml" Target="../ink/ink66.xml"/><Relationship Id="rId125" Type="http://schemas.openxmlformats.org/officeDocument/2006/relationships/image" Target="../media/image70.png"/><Relationship Id="rId141" Type="http://schemas.openxmlformats.org/officeDocument/2006/relationships/image" Target="../media/image78.png"/><Relationship Id="rId146" Type="http://schemas.openxmlformats.org/officeDocument/2006/relationships/customXml" Target="../ink/ink79.xml"/><Relationship Id="rId167" Type="http://schemas.openxmlformats.org/officeDocument/2006/relationships/image" Target="../media/image91.png"/><Relationship Id="rId188" Type="http://schemas.openxmlformats.org/officeDocument/2006/relationships/customXml" Target="../ink/ink100.xml"/><Relationship Id="rId7" Type="http://schemas.openxmlformats.org/officeDocument/2006/relationships/image" Target="../media/image11.png"/><Relationship Id="rId71" Type="http://schemas.openxmlformats.org/officeDocument/2006/relationships/image" Target="../media/image43.png"/><Relationship Id="rId92" Type="http://schemas.openxmlformats.org/officeDocument/2006/relationships/customXml" Target="../ink/ink52.xml"/><Relationship Id="rId162" Type="http://schemas.openxmlformats.org/officeDocument/2006/relationships/customXml" Target="../ink/ink87.xml"/><Relationship Id="rId183" Type="http://schemas.openxmlformats.org/officeDocument/2006/relationships/image" Target="../media/image99.png"/><Relationship Id="rId2" Type="http://schemas.openxmlformats.org/officeDocument/2006/relationships/customXml" Target="../ink/ink7.xml"/><Relationship Id="rId29" Type="http://schemas.openxmlformats.org/officeDocument/2006/relationships/image" Target="../media/image22.png"/><Relationship Id="rId24" Type="http://schemas.openxmlformats.org/officeDocument/2006/relationships/customXml" Target="../ink/ink18.xml"/><Relationship Id="rId40" Type="http://schemas.openxmlformats.org/officeDocument/2006/relationships/customXml" Target="../ink/ink26.xml"/><Relationship Id="rId45" Type="http://schemas.openxmlformats.org/officeDocument/2006/relationships/image" Target="../media/image30.png"/><Relationship Id="rId66" Type="http://schemas.openxmlformats.org/officeDocument/2006/relationships/customXml" Target="../ink/ink39.xml"/><Relationship Id="rId87" Type="http://schemas.openxmlformats.org/officeDocument/2006/relationships/image" Target="../media/image51.png"/><Relationship Id="rId110" Type="http://schemas.openxmlformats.org/officeDocument/2006/relationships/customXml" Target="../ink/ink61.xml"/><Relationship Id="rId115" Type="http://schemas.openxmlformats.org/officeDocument/2006/relationships/image" Target="../media/image65.png"/><Relationship Id="rId131" Type="http://schemas.openxmlformats.org/officeDocument/2006/relationships/image" Target="../media/image73.png"/><Relationship Id="rId136" Type="http://schemas.openxmlformats.org/officeDocument/2006/relationships/customXml" Target="../ink/ink74.xml"/><Relationship Id="rId157" Type="http://schemas.openxmlformats.org/officeDocument/2006/relationships/image" Target="../media/image86.png"/><Relationship Id="rId178" Type="http://schemas.openxmlformats.org/officeDocument/2006/relationships/customXml" Target="../ink/ink95.xml"/><Relationship Id="rId61" Type="http://schemas.openxmlformats.org/officeDocument/2006/relationships/image" Target="../media/image38.png"/><Relationship Id="rId82" Type="http://schemas.openxmlformats.org/officeDocument/2006/relationships/customXml" Target="../ink/ink47.xml"/><Relationship Id="rId152" Type="http://schemas.openxmlformats.org/officeDocument/2006/relationships/customXml" Target="../ink/ink82.xml"/><Relationship Id="rId173" Type="http://schemas.openxmlformats.org/officeDocument/2006/relationships/image" Target="../media/image94.png"/><Relationship Id="rId194" Type="http://schemas.openxmlformats.org/officeDocument/2006/relationships/customXml" Target="../ink/ink103.xml"/><Relationship Id="rId19" Type="http://schemas.openxmlformats.org/officeDocument/2006/relationships/image" Target="../media/image17.png"/><Relationship Id="rId14" Type="http://schemas.openxmlformats.org/officeDocument/2006/relationships/customXml" Target="../ink/ink13.xml"/><Relationship Id="rId30" Type="http://schemas.openxmlformats.org/officeDocument/2006/relationships/customXml" Target="../ink/ink21.xml"/><Relationship Id="rId35" Type="http://schemas.openxmlformats.org/officeDocument/2006/relationships/image" Target="../media/image25.png"/><Relationship Id="rId56" Type="http://schemas.openxmlformats.org/officeDocument/2006/relationships/customXml" Target="../ink/ink34.xml"/><Relationship Id="rId77" Type="http://schemas.openxmlformats.org/officeDocument/2006/relationships/image" Target="../media/image46.png"/><Relationship Id="rId100" Type="http://schemas.openxmlformats.org/officeDocument/2006/relationships/customXml" Target="../ink/ink56.xml"/><Relationship Id="rId105" Type="http://schemas.openxmlformats.org/officeDocument/2006/relationships/image" Target="../media/image60.png"/><Relationship Id="rId126" Type="http://schemas.openxmlformats.org/officeDocument/2006/relationships/customXml" Target="../ink/ink69.xml"/><Relationship Id="rId147" Type="http://schemas.openxmlformats.org/officeDocument/2006/relationships/image" Target="../media/image81.png"/><Relationship Id="rId168" Type="http://schemas.openxmlformats.org/officeDocument/2006/relationships/customXml" Target="../ink/ink90.xml"/><Relationship Id="rId8" Type="http://schemas.openxmlformats.org/officeDocument/2006/relationships/customXml" Target="../ink/ink10.xml"/><Relationship Id="rId51" Type="http://schemas.openxmlformats.org/officeDocument/2006/relationships/image" Target="../media/image33.png"/><Relationship Id="rId72" Type="http://schemas.openxmlformats.org/officeDocument/2006/relationships/customXml" Target="../ink/ink42.xml"/><Relationship Id="rId93" Type="http://schemas.openxmlformats.org/officeDocument/2006/relationships/image" Target="../media/image54.png"/><Relationship Id="rId98" Type="http://schemas.openxmlformats.org/officeDocument/2006/relationships/customXml" Target="../ink/ink55.xml"/><Relationship Id="rId121" Type="http://schemas.openxmlformats.org/officeDocument/2006/relationships/image" Target="../media/image68.png"/><Relationship Id="rId142" Type="http://schemas.openxmlformats.org/officeDocument/2006/relationships/customXml" Target="../ink/ink77.xml"/><Relationship Id="rId163" Type="http://schemas.openxmlformats.org/officeDocument/2006/relationships/image" Target="../media/image89.png"/><Relationship Id="rId184" Type="http://schemas.openxmlformats.org/officeDocument/2006/relationships/customXml" Target="../ink/ink98.xml"/><Relationship Id="rId189" Type="http://schemas.openxmlformats.org/officeDocument/2006/relationships/image" Target="../media/image102.png"/><Relationship Id="rId3" Type="http://schemas.openxmlformats.org/officeDocument/2006/relationships/image" Target="../media/image9.png"/><Relationship Id="rId25" Type="http://schemas.openxmlformats.org/officeDocument/2006/relationships/image" Target="../media/image20.png"/><Relationship Id="rId46" Type="http://schemas.openxmlformats.org/officeDocument/2006/relationships/customXml" Target="../ink/ink29.xml"/><Relationship Id="rId67" Type="http://schemas.openxmlformats.org/officeDocument/2006/relationships/image" Target="../media/image41.png"/><Relationship Id="rId116" Type="http://schemas.openxmlformats.org/officeDocument/2006/relationships/customXml" Target="../ink/ink64.xml"/><Relationship Id="rId137" Type="http://schemas.openxmlformats.org/officeDocument/2006/relationships/image" Target="../media/image76.png"/><Relationship Id="rId158" Type="http://schemas.openxmlformats.org/officeDocument/2006/relationships/customXml" Target="../ink/ink85.xml"/><Relationship Id="rId20" Type="http://schemas.openxmlformats.org/officeDocument/2006/relationships/customXml" Target="../ink/ink16.xml"/><Relationship Id="rId41" Type="http://schemas.openxmlformats.org/officeDocument/2006/relationships/image" Target="../media/image28.png"/><Relationship Id="rId62" Type="http://schemas.openxmlformats.org/officeDocument/2006/relationships/customXml" Target="../ink/ink37.xml"/><Relationship Id="rId83" Type="http://schemas.openxmlformats.org/officeDocument/2006/relationships/image" Target="../media/image49.png"/><Relationship Id="rId88" Type="http://schemas.openxmlformats.org/officeDocument/2006/relationships/customXml" Target="../ink/ink50.xml"/><Relationship Id="rId111" Type="http://schemas.openxmlformats.org/officeDocument/2006/relationships/image" Target="../media/image63.png"/><Relationship Id="rId132" Type="http://schemas.openxmlformats.org/officeDocument/2006/relationships/customXml" Target="../ink/ink72.xml"/><Relationship Id="rId153" Type="http://schemas.openxmlformats.org/officeDocument/2006/relationships/image" Target="../media/image84.png"/><Relationship Id="rId174" Type="http://schemas.openxmlformats.org/officeDocument/2006/relationships/customXml" Target="../ink/ink93.xml"/><Relationship Id="rId179" Type="http://schemas.openxmlformats.org/officeDocument/2006/relationships/image" Target="../media/image97.png"/><Relationship Id="rId195" Type="http://schemas.openxmlformats.org/officeDocument/2006/relationships/image" Target="../media/image105.png"/><Relationship Id="rId190" Type="http://schemas.openxmlformats.org/officeDocument/2006/relationships/customXml" Target="../ink/ink101.xml"/><Relationship Id="rId15" Type="http://schemas.openxmlformats.org/officeDocument/2006/relationships/image" Target="../media/image15.png"/><Relationship Id="rId36" Type="http://schemas.openxmlformats.org/officeDocument/2006/relationships/customXml" Target="../ink/ink24.xml"/><Relationship Id="rId57" Type="http://schemas.openxmlformats.org/officeDocument/2006/relationships/image" Target="../media/image36.png"/><Relationship Id="rId106" Type="http://schemas.openxmlformats.org/officeDocument/2006/relationships/customXml" Target="../ink/ink59.xml"/><Relationship Id="rId127" Type="http://schemas.openxmlformats.org/officeDocument/2006/relationships/image" Target="../media/image71.png"/><Relationship Id="rId10" Type="http://schemas.openxmlformats.org/officeDocument/2006/relationships/customXml" Target="../ink/ink11.xml"/><Relationship Id="rId31" Type="http://schemas.openxmlformats.org/officeDocument/2006/relationships/image" Target="../media/image23.png"/><Relationship Id="rId52" Type="http://schemas.openxmlformats.org/officeDocument/2006/relationships/customXml" Target="../ink/ink32.xml"/><Relationship Id="rId73" Type="http://schemas.openxmlformats.org/officeDocument/2006/relationships/image" Target="../media/image44.png"/><Relationship Id="rId78" Type="http://schemas.openxmlformats.org/officeDocument/2006/relationships/customXml" Target="../ink/ink45.xml"/><Relationship Id="rId94" Type="http://schemas.openxmlformats.org/officeDocument/2006/relationships/customXml" Target="../ink/ink53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122" Type="http://schemas.openxmlformats.org/officeDocument/2006/relationships/customXml" Target="../ink/ink67.xml"/><Relationship Id="rId143" Type="http://schemas.openxmlformats.org/officeDocument/2006/relationships/image" Target="../media/image79.png"/><Relationship Id="rId148" Type="http://schemas.openxmlformats.org/officeDocument/2006/relationships/customXml" Target="../ink/ink80.xml"/><Relationship Id="rId164" Type="http://schemas.openxmlformats.org/officeDocument/2006/relationships/customXml" Target="../ink/ink88.xml"/><Relationship Id="rId169" Type="http://schemas.openxmlformats.org/officeDocument/2006/relationships/image" Target="../media/image92.png"/><Relationship Id="rId185" Type="http://schemas.openxmlformats.org/officeDocument/2006/relationships/image" Target="../media/image100.png"/><Relationship Id="rId4" Type="http://schemas.openxmlformats.org/officeDocument/2006/relationships/customXml" Target="../ink/ink8.xml"/><Relationship Id="rId9" Type="http://schemas.openxmlformats.org/officeDocument/2006/relationships/image" Target="../media/image12.png"/><Relationship Id="rId180" Type="http://schemas.openxmlformats.org/officeDocument/2006/relationships/customXml" Target="../ink/ink96.xml"/><Relationship Id="rId26" Type="http://schemas.openxmlformats.org/officeDocument/2006/relationships/customXml" Target="../ink/ink1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customXml" Target="../ink/ink104.xml"/><Relationship Id="rId7" Type="http://schemas.openxmlformats.org/officeDocument/2006/relationships/customXml" Target="../ink/ink106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customXml" Target="../ink/ink105.xml"/><Relationship Id="rId4" Type="http://schemas.openxmlformats.org/officeDocument/2006/relationships/image" Target="../media/image10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customXml" Target="../ink/ink107.xml"/><Relationship Id="rId7" Type="http://schemas.openxmlformats.org/officeDocument/2006/relationships/customXml" Target="../ink/ink109.xml"/><Relationship Id="rId12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11" Type="http://schemas.openxmlformats.org/officeDocument/2006/relationships/customXml" Target="../ink/ink111.xml"/><Relationship Id="rId5" Type="http://schemas.openxmlformats.org/officeDocument/2006/relationships/customXml" Target="../ink/ink108.xml"/><Relationship Id="rId10" Type="http://schemas.openxmlformats.org/officeDocument/2006/relationships/image" Target="../media/image114.png"/><Relationship Id="rId4" Type="http://schemas.openxmlformats.org/officeDocument/2006/relationships/image" Target="../media/image111.png"/><Relationship Id="rId9" Type="http://schemas.openxmlformats.org/officeDocument/2006/relationships/customXml" Target="../ink/ink110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customXml" Target="../ink/ink120.xml"/><Relationship Id="rId26" Type="http://schemas.openxmlformats.org/officeDocument/2006/relationships/customXml" Target="../ink/ink124.xml"/><Relationship Id="rId39" Type="http://schemas.openxmlformats.org/officeDocument/2006/relationships/image" Target="../media/image134.png"/><Relationship Id="rId21" Type="http://schemas.openxmlformats.org/officeDocument/2006/relationships/image" Target="../media/image125.png"/><Relationship Id="rId34" Type="http://schemas.openxmlformats.org/officeDocument/2006/relationships/customXml" Target="../ink/ink128.xml"/><Relationship Id="rId42" Type="http://schemas.openxmlformats.org/officeDocument/2006/relationships/customXml" Target="../ink/ink132.xml"/><Relationship Id="rId47" Type="http://schemas.openxmlformats.org/officeDocument/2006/relationships/image" Target="../media/image138.png"/><Relationship Id="rId50" Type="http://schemas.openxmlformats.org/officeDocument/2006/relationships/customXml" Target="../ink/ink136.xml"/><Relationship Id="rId55" Type="http://schemas.openxmlformats.org/officeDocument/2006/relationships/image" Target="../media/image142.png"/><Relationship Id="rId7" Type="http://schemas.openxmlformats.org/officeDocument/2006/relationships/image" Target="../media/image118.png"/><Relationship Id="rId2" Type="http://schemas.openxmlformats.org/officeDocument/2006/relationships/customXml" Target="../ink/ink112.xml"/><Relationship Id="rId16" Type="http://schemas.openxmlformats.org/officeDocument/2006/relationships/customXml" Target="../ink/ink119.xml"/><Relationship Id="rId20" Type="http://schemas.openxmlformats.org/officeDocument/2006/relationships/customXml" Target="../ink/ink121.xml"/><Relationship Id="rId29" Type="http://schemas.openxmlformats.org/officeDocument/2006/relationships/image" Target="../media/image129.png"/><Relationship Id="rId41" Type="http://schemas.openxmlformats.org/officeDocument/2006/relationships/image" Target="../media/image135.png"/><Relationship Id="rId54" Type="http://schemas.openxmlformats.org/officeDocument/2006/relationships/customXml" Target="../ink/ink1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4.xml"/><Relationship Id="rId11" Type="http://schemas.openxmlformats.org/officeDocument/2006/relationships/image" Target="../media/image120.png"/><Relationship Id="rId24" Type="http://schemas.openxmlformats.org/officeDocument/2006/relationships/customXml" Target="../ink/ink123.xml"/><Relationship Id="rId32" Type="http://schemas.openxmlformats.org/officeDocument/2006/relationships/customXml" Target="../ink/ink127.xml"/><Relationship Id="rId37" Type="http://schemas.openxmlformats.org/officeDocument/2006/relationships/image" Target="../media/image133.png"/><Relationship Id="rId40" Type="http://schemas.openxmlformats.org/officeDocument/2006/relationships/customXml" Target="../ink/ink131.xml"/><Relationship Id="rId45" Type="http://schemas.openxmlformats.org/officeDocument/2006/relationships/image" Target="../media/image137.png"/><Relationship Id="rId53" Type="http://schemas.openxmlformats.org/officeDocument/2006/relationships/image" Target="../media/image141.png"/><Relationship Id="rId58" Type="http://schemas.openxmlformats.org/officeDocument/2006/relationships/customXml" Target="../ink/ink140.xml"/><Relationship Id="rId5" Type="http://schemas.openxmlformats.org/officeDocument/2006/relationships/image" Target="../media/image117.png"/><Relationship Id="rId15" Type="http://schemas.openxmlformats.org/officeDocument/2006/relationships/image" Target="../media/image122.png"/><Relationship Id="rId23" Type="http://schemas.openxmlformats.org/officeDocument/2006/relationships/image" Target="../media/image126.png"/><Relationship Id="rId28" Type="http://schemas.openxmlformats.org/officeDocument/2006/relationships/customXml" Target="../ink/ink125.xml"/><Relationship Id="rId36" Type="http://schemas.openxmlformats.org/officeDocument/2006/relationships/customXml" Target="../ink/ink129.xml"/><Relationship Id="rId49" Type="http://schemas.openxmlformats.org/officeDocument/2006/relationships/image" Target="../media/image139.png"/><Relationship Id="rId57" Type="http://schemas.openxmlformats.org/officeDocument/2006/relationships/image" Target="../media/image143.png"/><Relationship Id="rId61" Type="http://schemas.openxmlformats.org/officeDocument/2006/relationships/image" Target="../media/image145.png"/><Relationship Id="rId10" Type="http://schemas.openxmlformats.org/officeDocument/2006/relationships/customXml" Target="../ink/ink116.xml"/><Relationship Id="rId19" Type="http://schemas.openxmlformats.org/officeDocument/2006/relationships/image" Target="../media/image124.png"/><Relationship Id="rId31" Type="http://schemas.openxmlformats.org/officeDocument/2006/relationships/image" Target="../media/image130.png"/><Relationship Id="rId44" Type="http://schemas.openxmlformats.org/officeDocument/2006/relationships/customXml" Target="../ink/ink133.xml"/><Relationship Id="rId52" Type="http://schemas.openxmlformats.org/officeDocument/2006/relationships/customXml" Target="../ink/ink137.xml"/><Relationship Id="rId60" Type="http://schemas.openxmlformats.org/officeDocument/2006/relationships/customXml" Target="../ink/ink141.xml"/><Relationship Id="rId4" Type="http://schemas.openxmlformats.org/officeDocument/2006/relationships/customXml" Target="../ink/ink113.xml"/><Relationship Id="rId9" Type="http://schemas.openxmlformats.org/officeDocument/2006/relationships/image" Target="../media/image119.png"/><Relationship Id="rId14" Type="http://schemas.openxmlformats.org/officeDocument/2006/relationships/customXml" Target="../ink/ink118.xml"/><Relationship Id="rId22" Type="http://schemas.openxmlformats.org/officeDocument/2006/relationships/customXml" Target="../ink/ink122.xml"/><Relationship Id="rId27" Type="http://schemas.openxmlformats.org/officeDocument/2006/relationships/image" Target="../media/image128.png"/><Relationship Id="rId30" Type="http://schemas.openxmlformats.org/officeDocument/2006/relationships/customXml" Target="../ink/ink126.xml"/><Relationship Id="rId35" Type="http://schemas.openxmlformats.org/officeDocument/2006/relationships/image" Target="../media/image132.png"/><Relationship Id="rId43" Type="http://schemas.openxmlformats.org/officeDocument/2006/relationships/image" Target="../media/image136.png"/><Relationship Id="rId48" Type="http://schemas.openxmlformats.org/officeDocument/2006/relationships/customXml" Target="../ink/ink135.xml"/><Relationship Id="rId56" Type="http://schemas.openxmlformats.org/officeDocument/2006/relationships/customXml" Target="../ink/ink139.xml"/><Relationship Id="rId8" Type="http://schemas.openxmlformats.org/officeDocument/2006/relationships/customXml" Target="../ink/ink115.xml"/><Relationship Id="rId51" Type="http://schemas.openxmlformats.org/officeDocument/2006/relationships/image" Target="../media/image140.png"/><Relationship Id="rId3" Type="http://schemas.openxmlformats.org/officeDocument/2006/relationships/image" Target="../media/image116.png"/><Relationship Id="rId12" Type="http://schemas.openxmlformats.org/officeDocument/2006/relationships/customXml" Target="../ink/ink117.xml"/><Relationship Id="rId17" Type="http://schemas.openxmlformats.org/officeDocument/2006/relationships/image" Target="../media/image123.png"/><Relationship Id="rId25" Type="http://schemas.openxmlformats.org/officeDocument/2006/relationships/image" Target="../media/image127.png"/><Relationship Id="rId33" Type="http://schemas.openxmlformats.org/officeDocument/2006/relationships/image" Target="../media/image131.png"/><Relationship Id="rId38" Type="http://schemas.openxmlformats.org/officeDocument/2006/relationships/customXml" Target="../ink/ink130.xml"/><Relationship Id="rId46" Type="http://schemas.openxmlformats.org/officeDocument/2006/relationships/customXml" Target="../ink/ink134.xml"/><Relationship Id="rId59" Type="http://schemas.openxmlformats.org/officeDocument/2006/relationships/image" Target="../media/image14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7.xml"/><Relationship Id="rId18" Type="http://schemas.openxmlformats.org/officeDocument/2006/relationships/image" Target="../media/image154.png"/><Relationship Id="rId26" Type="http://schemas.openxmlformats.org/officeDocument/2006/relationships/image" Target="../media/image158.png"/><Relationship Id="rId39" Type="http://schemas.openxmlformats.org/officeDocument/2006/relationships/customXml" Target="../ink/ink160.xml"/><Relationship Id="rId3" Type="http://schemas.openxmlformats.org/officeDocument/2006/relationships/customXml" Target="../ink/ink142.xml"/><Relationship Id="rId21" Type="http://schemas.openxmlformats.org/officeDocument/2006/relationships/customXml" Target="../ink/ink151.xml"/><Relationship Id="rId34" Type="http://schemas.openxmlformats.org/officeDocument/2006/relationships/image" Target="../media/image162.png"/><Relationship Id="rId42" Type="http://schemas.openxmlformats.org/officeDocument/2006/relationships/image" Target="../media/image166.png"/><Relationship Id="rId47" Type="http://schemas.openxmlformats.org/officeDocument/2006/relationships/customXml" Target="../ink/ink164.xml"/><Relationship Id="rId50" Type="http://schemas.openxmlformats.org/officeDocument/2006/relationships/image" Target="../media/image170.png"/><Relationship Id="rId7" Type="http://schemas.openxmlformats.org/officeDocument/2006/relationships/customXml" Target="../ink/ink144.xml"/><Relationship Id="rId12" Type="http://schemas.openxmlformats.org/officeDocument/2006/relationships/image" Target="../media/image151.png"/><Relationship Id="rId17" Type="http://schemas.openxmlformats.org/officeDocument/2006/relationships/customXml" Target="../ink/ink149.xml"/><Relationship Id="rId25" Type="http://schemas.openxmlformats.org/officeDocument/2006/relationships/customXml" Target="../ink/ink153.xml"/><Relationship Id="rId33" Type="http://schemas.openxmlformats.org/officeDocument/2006/relationships/customXml" Target="../ink/ink157.xml"/><Relationship Id="rId38" Type="http://schemas.openxmlformats.org/officeDocument/2006/relationships/image" Target="../media/image164.png"/><Relationship Id="rId46" Type="http://schemas.openxmlformats.org/officeDocument/2006/relationships/image" Target="../media/image168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20" Type="http://schemas.openxmlformats.org/officeDocument/2006/relationships/image" Target="../media/image155.png"/><Relationship Id="rId29" Type="http://schemas.openxmlformats.org/officeDocument/2006/relationships/customXml" Target="../ink/ink155.xml"/><Relationship Id="rId41" Type="http://schemas.openxmlformats.org/officeDocument/2006/relationships/customXml" Target="../ink/ink1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customXml" Target="../ink/ink146.xml"/><Relationship Id="rId24" Type="http://schemas.openxmlformats.org/officeDocument/2006/relationships/image" Target="../media/image157.png"/><Relationship Id="rId32" Type="http://schemas.openxmlformats.org/officeDocument/2006/relationships/image" Target="../media/image161.png"/><Relationship Id="rId37" Type="http://schemas.openxmlformats.org/officeDocument/2006/relationships/customXml" Target="../ink/ink159.xml"/><Relationship Id="rId40" Type="http://schemas.openxmlformats.org/officeDocument/2006/relationships/image" Target="../media/image165.png"/><Relationship Id="rId45" Type="http://schemas.openxmlformats.org/officeDocument/2006/relationships/customXml" Target="../ink/ink163.xml"/><Relationship Id="rId5" Type="http://schemas.openxmlformats.org/officeDocument/2006/relationships/customXml" Target="../ink/ink143.xml"/><Relationship Id="rId15" Type="http://schemas.openxmlformats.org/officeDocument/2006/relationships/customXml" Target="../ink/ink148.xml"/><Relationship Id="rId23" Type="http://schemas.openxmlformats.org/officeDocument/2006/relationships/customXml" Target="../ink/ink152.xml"/><Relationship Id="rId28" Type="http://schemas.openxmlformats.org/officeDocument/2006/relationships/image" Target="../media/image159.png"/><Relationship Id="rId36" Type="http://schemas.openxmlformats.org/officeDocument/2006/relationships/image" Target="../media/image163.png"/><Relationship Id="rId49" Type="http://schemas.openxmlformats.org/officeDocument/2006/relationships/customXml" Target="../ink/ink165.xml"/><Relationship Id="rId10" Type="http://schemas.openxmlformats.org/officeDocument/2006/relationships/image" Target="../media/image150.png"/><Relationship Id="rId19" Type="http://schemas.openxmlformats.org/officeDocument/2006/relationships/customXml" Target="../ink/ink150.xml"/><Relationship Id="rId31" Type="http://schemas.openxmlformats.org/officeDocument/2006/relationships/customXml" Target="../ink/ink156.xml"/><Relationship Id="rId44" Type="http://schemas.openxmlformats.org/officeDocument/2006/relationships/image" Target="../media/image167.png"/><Relationship Id="rId52" Type="http://schemas.openxmlformats.org/officeDocument/2006/relationships/image" Target="../media/image171.png"/><Relationship Id="rId4" Type="http://schemas.openxmlformats.org/officeDocument/2006/relationships/image" Target="../media/image147.png"/><Relationship Id="rId9" Type="http://schemas.openxmlformats.org/officeDocument/2006/relationships/customXml" Target="../ink/ink145.xml"/><Relationship Id="rId14" Type="http://schemas.openxmlformats.org/officeDocument/2006/relationships/image" Target="../media/image152.png"/><Relationship Id="rId22" Type="http://schemas.openxmlformats.org/officeDocument/2006/relationships/image" Target="../media/image156.png"/><Relationship Id="rId27" Type="http://schemas.openxmlformats.org/officeDocument/2006/relationships/customXml" Target="../ink/ink154.xml"/><Relationship Id="rId30" Type="http://schemas.openxmlformats.org/officeDocument/2006/relationships/image" Target="../media/image160.png"/><Relationship Id="rId35" Type="http://schemas.openxmlformats.org/officeDocument/2006/relationships/customXml" Target="../ink/ink158.xml"/><Relationship Id="rId43" Type="http://schemas.openxmlformats.org/officeDocument/2006/relationships/customXml" Target="../ink/ink162.xml"/><Relationship Id="rId48" Type="http://schemas.openxmlformats.org/officeDocument/2006/relationships/image" Target="../media/image169.png"/><Relationship Id="rId8" Type="http://schemas.openxmlformats.org/officeDocument/2006/relationships/image" Target="../media/image149.png"/><Relationship Id="rId51" Type="http://schemas.openxmlformats.org/officeDocument/2006/relationships/customXml" Target="../ink/ink16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customXml" Target="../ink/ink167.xml"/><Relationship Id="rId7" Type="http://schemas.openxmlformats.org/officeDocument/2006/relationships/customXml" Target="../ink/ink169.xml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customXml" Target="../ink/ink168.xml"/><Relationship Id="rId10" Type="http://schemas.openxmlformats.org/officeDocument/2006/relationships/image" Target="../media/image176.png"/><Relationship Id="rId4" Type="http://schemas.openxmlformats.org/officeDocument/2006/relationships/image" Target="../media/image173.png"/><Relationship Id="rId9" Type="http://schemas.openxmlformats.org/officeDocument/2006/relationships/customXml" Target="../ink/ink17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171.xml"/><Relationship Id="rId7" Type="http://schemas.openxmlformats.org/officeDocument/2006/relationships/customXml" Target="../ink/ink173.xml"/><Relationship Id="rId12" Type="http://schemas.openxmlformats.org/officeDocument/2006/relationships/image" Target="../media/image182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customXml" Target="../ink/ink175.xml"/><Relationship Id="rId5" Type="http://schemas.openxmlformats.org/officeDocument/2006/relationships/customXml" Target="../ink/ink172.xml"/><Relationship Id="rId10" Type="http://schemas.openxmlformats.org/officeDocument/2006/relationships/image" Target="../media/image181.png"/><Relationship Id="rId4" Type="http://schemas.openxmlformats.org/officeDocument/2006/relationships/image" Target="../media/image178.png"/><Relationship Id="rId9" Type="http://schemas.openxmlformats.org/officeDocument/2006/relationships/customXml" Target="../ink/ink17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6.xml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customXml" Target="../ink/ink177.xml"/><Relationship Id="rId4" Type="http://schemas.openxmlformats.org/officeDocument/2006/relationships/image" Target="../media/image18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8.xml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2.xml"/><Relationship Id="rId13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0.png"/><Relationship Id="rId12" Type="http://schemas.openxmlformats.org/officeDocument/2006/relationships/customXml" Target="../ink/ink184.xml"/><Relationship Id="rId17" Type="http://schemas.openxmlformats.org/officeDocument/2006/relationships/image" Target="../media/image195.png"/><Relationship Id="rId2" Type="http://schemas.openxmlformats.org/officeDocument/2006/relationships/customXml" Target="../ink/ink179.xml"/><Relationship Id="rId16" Type="http://schemas.openxmlformats.org/officeDocument/2006/relationships/customXml" Target="../ink/ink1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1.xml"/><Relationship Id="rId11" Type="http://schemas.openxmlformats.org/officeDocument/2006/relationships/image" Target="../media/image192.png"/><Relationship Id="rId5" Type="http://schemas.openxmlformats.org/officeDocument/2006/relationships/image" Target="../media/image189.png"/><Relationship Id="rId15" Type="http://schemas.openxmlformats.org/officeDocument/2006/relationships/image" Target="../media/image194.png"/><Relationship Id="rId10" Type="http://schemas.openxmlformats.org/officeDocument/2006/relationships/customXml" Target="../ink/ink183.xml"/><Relationship Id="rId4" Type="http://schemas.openxmlformats.org/officeDocument/2006/relationships/customXml" Target="../ink/ink180.xml"/><Relationship Id="rId9" Type="http://schemas.openxmlformats.org/officeDocument/2006/relationships/image" Target="../media/image191.png"/><Relationship Id="rId14" Type="http://schemas.openxmlformats.org/officeDocument/2006/relationships/customXml" Target="../ink/ink18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7.xml"/><Relationship Id="rId2" Type="http://schemas.openxmlformats.org/officeDocument/2006/relationships/image" Target="../media/image19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customXml" Target="../ink/ink188.xml"/><Relationship Id="rId4" Type="http://schemas.openxmlformats.org/officeDocument/2006/relationships/image" Target="../media/image19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customXml" Target="../ink/ink18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3.xml"/><Relationship Id="rId13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4.png"/><Relationship Id="rId12" Type="http://schemas.openxmlformats.org/officeDocument/2006/relationships/customXml" Target="../ink/ink195.xml"/><Relationship Id="rId17" Type="http://schemas.openxmlformats.org/officeDocument/2006/relationships/image" Target="../media/image209.png"/><Relationship Id="rId2" Type="http://schemas.openxmlformats.org/officeDocument/2006/relationships/customXml" Target="../ink/ink190.xml"/><Relationship Id="rId16" Type="http://schemas.openxmlformats.org/officeDocument/2006/relationships/customXml" Target="../ink/ink1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2.xml"/><Relationship Id="rId11" Type="http://schemas.openxmlformats.org/officeDocument/2006/relationships/image" Target="../media/image206.png"/><Relationship Id="rId5" Type="http://schemas.openxmlformats.org/officeDocument/2006/relationships/image" Target="../media/image203.png"/><Relationship Id="rId15" Type="http://schemas.openxmlformats.org/officeDocument/2006/relationships/image" Target="../media/image208.png"/><Relationship Id="rId10" Type="http://schemas.openxmlformats.org/officeDocument/2006/relationships/customXml" Target="../ink/ink194.xml"/><Relationship Id="rId4" Type="http://schemas.openxmlformats.org/officeDocument/2006/relationships/customXml" Target="../ink/ink191.xml"/><Relationship Id="rId9" Type="http://schemas.openxmlformats.org/officeDocument/2006/relationships/image" Target="../media/image205.png"/><Relationship Id="rId14" Type="http://schemas.openxmlformats.org/officeDocument/2006/relationships/customXml" Target="../ink/ink19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8.xml"/><Relationship Id="rId2" Type="http://schemas.openxmlformats.org/officeDocument/2006/relationships/image" Target="../media/image2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customXml" Target="../ink/ink199.xml"/><Relationship Id="rId4" Type="http://schemas.openxmlformats.org/officeDocument/2006/relationships/image" Target="../media/image2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eg"/><Relationship Id="rId2" Type="http://schemas.openxmlformats.org/officeDocument/2006/relationships/image" Target="../media/image2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jpeg"/><Relationship Id="rId2" Type="http://schemas.openxmlformats.org/officeDocument/2006/relationships/image" Target="../media/image2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eg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785813" y="1046163"/>
            <a:ext cx="7764462" cy="1012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r>
              <a:rPr lang="ko-KR" altLang="en-US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대용량 저장장치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</p:spPr>
        <p:txBody>
          <a:bodyPr/>
          <a:lstStyle/>
          <a:p>
            <a:pPr>
              <a:defRPr/>
            </a:pPr>
            <a:fld id="{8444F3C1-42D9-4371-BBBE-2253D25F742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714488"/>
            <a:ext cx="8707438" cy="4533912"/>
          </a:xfrm>
        </p:spPr>
        <p:txBody>
          <a:bodyPr/>
          <a:lstStyle/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대용량 저장 장치의 개관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디스크 구조 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디스크 부착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디스크 </a:t>
            </a:r>
            <a:r>
              <a:rPr lang="ko-KR" altLang="en-US" sz="3600" b="1" dirty="0" err="1">
                <a:solidFill>
                  <a:schemeClr val="accent2"/>
                </a:solidFill>
                <a:latin typeface="+mn-ea"/>
              </a:rPr>
              <a:t>스케쥴링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디스크 관리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ko-KR" altLang="en-US" sz="3600" b="1" dirty="0" err="1">
                <a:solidFill>
                  <a:schemeClr val="accent2"/>
                </a:solidFill>
                <a:latin typeface="+mn-ea"/>
              </a:rPr>
              <a:t>스왑</a:t>
            </a: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 공간 관리 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buSzPct val="100000"/>
              <a:buFont typeface="+mj-lt"/>
              <a:buAutoNum type="arabicPeriod"/>
              <a:defRPr/>
            </a:pPr>
            <a:r>
              <a:rPr lang="en-US" altLang="ko-KR" sz="3600" b="1" dirty="0">
                <a:solidFill>
                  <a:schemeClr val="accent2"/>
                </a:solidFill>
                <a:latin typeface="+mn-ea"/>
              </a:rPr>
              <a:t>RAID </a:t>
            </a: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구조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대용량 저장 장치의 개관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142844" y="1643063"/>
            <a:ext cx="8786844" cy="5000647"/>
          </a:xfrm>
        </p:spPr>
        <p:txBody>
          <a:bodyPr/>
          <a:lstStyle/>
          <a:p>
            <a:r>
              <a:rPr lang="ko-KR" altLang="en-US" sz="2400" dirty="0"/>
              <a:t> 대용량 저장 장치 종류</a:t>
            </a:r>
            <a:endParaRPr lang="en-US" altLang="ko-KR" sz="2400" dirty="0"/>
          </a:p>
          <a:p>
            <a:pPr lvl="1"/>
            <a:r>
              <a:rPr lang="ko-KR" altLang="en-US" sz="2000" dirty="0"/>
              <a:t>자기 디스크</a:t>
            </a:r>
            <a:r>
              <a:rPr lang="en-US" altLang="ko-KR" sz="2000" dirty="0"/>
              <a:t>: </a:t>
            </a:r>
            <a:r>
              <a:rPr lang="ko-KR" altLang="en-US" sz="2000" dirty="0"/>
              <a:t>테라 바이트에서 </a:t>
            </a:r>
            <a:r>
              <a:rPr lang="ko-KR" altLang="en-US" sz="2000" dirty="0" err="1"/>
              <a:t>헥사</a:t>
            </a:r>
            <a:r>
              <a:rPr lang="ko-KR" altLang="en-US" sz="2000" dirty="0"/>
              <a:t> 바이트 용량에 적합</a:t>
            </a:r>
            <a:endParaRPr lang="en-US" altLang="ko-KR" sz="2000" dirty="0"/>
          </a:p>
          <a:p>
            <a:pPr lvl="1"/>
            <a:r>
              <a:rPr lang="ko-KR" altLang="en-US" sz="2000" dirty="0"/>
              <a:t>자기 테이프</a:t>
            </a:r>
            <a:endParaRPr lang="en-US" altLang="ko-KR" sz="2000" dirty="0"/>
          </a:p>
          <a:p>
            <a:pPr lvl="1"/>
            <a:r>
              <a:rPr lang="en-US" altLang="ko-KR" sz="2000" dirty="0"/>
              <a:t>DVD: 4.7Gbytes ~ 8.5Gbytes</a:t>
            </a:r>
          </a:p>
          <a:p>
            <a:pPr lvl="1"/>
            <a:r>
              <a:rPr lang="en-US" altLang="ko-KR" sz="2000" dirty="0"/>
              <a:t>SSD(Solid State Device) </a:t>
            </a:r>
          </a:p>
          <a:p>
            <a:pPr lvl="2"/>
            <a:r>
              <a:rPr lang="ko-KR" altLang="en-US" sz="1800" dirty="0"/>
              <a:t>고가의 </a:t>
            </a:r>
            <a:r>
              <a:rPr lang="ko-KR" altLang="en-US" sz="1800" dirty="0" err="1"/>
              <a:t>플래쉬</a:t>
            </a:r>
            <a:r>
              <a:rPr lang="ko-KR" altLang="en-US" sz="1800" dirty="0"/>
              <a:t> 메모리 사용</a:t>
            </a:r>
            <a:endParaRPr lang="en-US" altLang="ko-KR" sz="1800" dirty="0"/>
          </a:p>
          <a:p>
            <a:pPr lvl="2"/>
            <a:r>
              <a:rPr lang="ko-KR" altLang="en-US" sz="1800" dirty="0"/>
              <a:t>고성능</a:t>
            </a:r>
            <a:r>
              <a:rPr lang="en-US" altLang="ko-KR" sz="1800" dirty="0"/>
              <a:t>, </a:t>
            </a:r>
            <a:r>
              <a:rPr lang="ko-KR" altLang="en-US" sz="1800" dirty="0"/>
              <a:t>저전력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저발열</a:t>
            </a:r>
            <a:r>
              <a:rPr lang="en-US" altLang="ko-KR" sz="1800" dirty="0"/>
              <a:t>, </a:t>
            </a:r>
            <a:r>
              <a:rPr lang="ko-KR" altLang="en-US" sz="1800" dirty="0"/>
              <a:t>저소음의 장점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 디스크 드라이버 </a:t>
            </a:r>
            <a:r>
              <a:rPr lang="en-US" altLang="ko-KR" sz="2400" dirty="0"/>
              <a:t>(</a:t>
            </a:r>
            <a:r>
              <a:rPr lang="ko-KR" altLang="en-US" sz="2400" dirty="0"/>
              <a:t>디스크 구동기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입출력</a:t>
            </a:r>
            <a:r>
              <a:rPr lang="en-US" altLang="ko-KR" sz="2000" dirty="0"/>
              <a:t>(I/O) </a:t>
            </a:r>
            <a:r>
              <a:rPr lang="ko-KR" altLang="en-US" sz="2000" dirty="0"/>
              <a:t>버스에 연결</a:t>
            </a:r>
            <a:r>
              <a:rPr lang="en-US" altLang="ko-KR" sz="2000" dirty="0"/>
              <a:t>: EIDE, ATA, SATA, USB, FC, SCSI</a:t>
            </a:r>
          </a:p>
          <a:p>
            <a:pPr lvl="1"/>
            <a:r>
              <a:rPr lang="ko-KR" altLang="en-US" sz="2000" dirty="0"/>
              <a:t>버스 양단</a:t>
            </a:r>
            <a:r>
              <a:rPr lang="en-US" altLang="ko-KR" sz="2000" dirty="0"/>
              <a:t>:</a:t>
            </a:r>
            <a:r>
              <a:rPr lang="ko-KR" altLang="en-US" sz="2000" dirty="0"/>
              <a:t> 디스크 제어기와 호스트 제어기</a:t>
            </a:r>
            <a:endParaRPr lang="en-US" altLang="ko-KR" sz="2000" dirty="0"/>
          </a:p>
          <a:p>
            <a:pPr lvl="1"/>
            <a:r>
              <a:rPr lang="ko-KR" altLang="en-US" sz="2000" dirty="0"/>
              <a:t>디스크 제어기 내에 입출력 정보를 저장하는 </a:t>
            </a:r>
            <a:r>
              <a:rPr lang="ko-KR" altLang="en-US" sz="2000" dirty="0" err="1"/>
              <a:t>캐쉬</a:t>
            </a:r>
            <a:r>
              <a:rPr lang="ko-KR" altLang="en-US" sz="2000" dirty="0"/>
              <a:t> 사용</a:t>
            </a:r>
            <a:endParaRPr lang="en-US" altLang="ko-KR" sz="20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2DAA378-9EEA-427F-8B99-B3F98D132BAC}"/>
                  </a:ext>
                </a:extLst>
              </p14:cNvPr>
              <p14:cNvContentPartPr/>
              <p14:nvPr/>
            </p14:nvContentPartPr>
            <p14:xfrm>
              <a:off x="997957" y="2625318"/>
              <a:ext cx="1370880" cy="342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2DAA378-9EEA-427F-8B99-B3F98D132B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1957" y="2553318"/>
                <a:ext cx="14425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05AB18FE-D6DB-9D8C-9E33-B3C43E2F6A9A}"/>
                  </a:ext>
                </a:extLst>
              </p14:cNvPr>
              <p14:cNvContentPartPr/>
              <p14:nvPr/>
            </p14:nvContentPartPr>
            <p14:xfrm>
              <a:off x="1026037" y="2965518"/>
              <a:ext cx="474120" cy="388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05AB18FE-D6DB-9D8C-9E33-B3C43E2F6A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397" y="2893878"/>
                <a:ext cx="5457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F4681DF-75C7-EACD-DE3D-6BDB0CA5F1C3}"/>
                  </a:ext>
                </a:extLst>
              </p14:cNvPr>
              <p14:cNvContentPartPr/>
              <p14:nvPr/>
            </p14:nvContentPartPr>
            <p14:xfrm>
              <a:off x="988597" y="3376638"/>
              <a:ext cx="475200" cy="100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F4681DF-75C7-EACD-DE3D-6BDB0CA5F1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2957" y="3304998"/>
                <a:ext cx="546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4A061D6-F870-CFD0-F8EB-A868F75A1473}"/>
                  </a:ext>
                </a:extLst>
              </p14:cNvPr>
              <p14:cNvContentPartPr/>
              <p14:nvPr/>
            </p14:nvContentPartPr>
            <p14:xfrm>
              <a:off x="1361917" y="3749598"/>
              <a:ext cx="419760" cy="198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4A061D6-F870-CFD0-F8EB-A868F75A14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5917" y="3677958"/>
                <a:ext cx="491400" cy="16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142844" y="1428736"/>
            <a:ext cx="8786844" cy="500053"/>
          </a:xfrm>
        </p:spPr>
        <p:txBody>
          <a:bodyPr/>
          <a:lstStyle/>
          <a:p>
            <a:r>
              <a:rPr lang="ko-KR" altLang="en-US" dirty="0"/>
              <a:t> 자기 디스크</a:t>
            </a:r>
            <a:r>
              <a:rPr lang="en-US" altLang="ko-KR" dirty="0"/>
              <a:t>(magnetic disk)</a:t>
            </a:r>
            <a:r>
              <a:rPr lang="ko-KR" altLang="en-US" dirty="0"/>
              <a:t>의 물리적 구조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 l="801" t="2466" r="801" b="2834"/>
          <a:stretch>
            <a:fillRect/>
          </a:stretch>
        </p:blipFill>
        <p:spPr bwMode="auto">
          <a:xfrm>
            <a:off x="142844" y="2428868"/>
            <a:ext cx="5049116" cy="3643338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</p:pic>
      <p:pic>
        <p:nvPicPr>
          <p:cNvPr id="6" name="Picture 4" descr="FIG-6_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2357430"/>
            <a:ext cx="3671272" cy="3676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B549FEF-D6FD-CB19-FD32-ADE9F141D75C}"/>
                  </a:ext>
                </a:extLst>
              </p14:cNvPr>
              <p14:cNvContentPartPr/>
              <p14:nvPr/>
            </p14:nvContentPartPr>
            <p14:xfrm>
              <a:off x="7882597" y="2488878"/>
              <a:ext cx="480240" cy="3502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B549FEF-D6FD-CB19-FD32-ADE9F141D7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46957" y="2416878"/>
                <a:ext cx="55188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424C6F3-0929-928B-2DC7-D525597B4F3F}"/>
                  </a:ext>
                </a:extLst>
              </p14:cNvPr>
              <p14:cNvContentPartPr/>
              <p14:nvPr/>
            </p14:nvContentPartPr>
            <p14:xfrm>
              <a:off x="7509997" y="2276478"/>
              <a:ext cx="347400" cy="3848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424C6F3-0929-928B-2DC7-D525597B4F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4357" y="2204478"/>
                <a:ext cx="419040" cy="52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디스크 구조</a:t>
            </a:r>
            <a:endParaRPr lang="en-US" altLang="ko-KR" dirty="0"/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857365"/>
            <a:ext cx="8629681" cy="42386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 dirty="0"/>
              <a:t>디스크는 논리 블록들의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취급</a:t>
            </a:r>
            <a:r>
              <a:rPr lang="en-US" altLang="ko-KR" sz="2400" dirty="0"/>
              <a:t>/</a:t>
            </a:r>
            <a:r>
              <a:rPr lang="ko-KR" altLang="en-US" sz="2400" dirty="0"/>
              <a:t>주소화</a:t>
            </a:r>
            <a:endParaRPr lang="en-US" altLang="ko-KR" sz="2400" dirty="0"/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논리 블록은 전송의 최소 전송 단위</a:t>
            </a:r>
            <a:r>
              <a:rPr lang="en-US" altLang="ko-KR" sz="2000" dirty="0"/>
              <a:t>: </a:t>
            </a:r>
            <a:r>
              <a:rPr lang="ko-KR" altLang="en-US" sz="2000" dirty="0"/>
              <a:t>보통</a:t>
            </a:r>
            <a:r>
              <a:rPr lang="en-US" altLang="ko-KR" sz="2000" dirty="0"/>
              <a:t> 512 bytes </a:t>
            </a:r>
            <a:r>
              <a:rPr lang="ko-KR" altLang="en-US" sz="2000" dirty="0"/>
              <a:t>크기</a:t>
            </a:r>
            <a:endParaRPr lang="en-US" altLang="ko-KR" sz="2000" dirty="0"/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블록의 물리 주소</a:t>
            </a:r>
            <a:r>
              <a:rPr lang="en-US" altLang="ko-KR" sz="2000" dirty="0"/>
              <a:t>: </a:t>
            </a:r>
            <a:r>
              <a:rPr lang="ko-KR" altLang="en-US" sz="2000" dirty="0"/>
              <a:t>실린더 번호</a:t>
            </a:r>
            <a:r>
              <a:rPr lang="en-US" altLang="ko-KR" sz="2000" dirty="0"/>
              <a:t>, </a:t>
            </a:r>
            <a:r>
              <a:rPr lang="ko-KR" altLang="en-US" sz="2000" dirty="0"/>
              <a:t>트랙번호</a:t>
            </a:r>
            <a:r>
              <a:rPr lang="en-US" altLang="ko-KR" sz="2000" dirty="0"/>
              <a:t>, </a:t>
            </a:r>
            <a:r>
              <a:rPr lang="ko-KR" altLang="en-US" sz="2000" dirty="0"/>
              <a:t>섹터번호의 조합</a:t>
            </a:r>
            <a:endParaRPr lang="en-US" altLang="ko-KR" sz="2000" dirty="0"/>
          </a:p>
          <a:p>
            <a:pPr lvl="1">
              <a:lnSpc>
                <a:spcPct val="90000"/>
              </a:lnSpc>
              <a:buNone/>
            </a:pPr>
            <a:endParaRPr lang="ko-KR" altLang="en-US" sz="2000" dirty="0"/>
          </a:p>
          <a:p>
            <a:pPr>
              <a:lnSpc>
                <a:spcPct val="90000"/>
              </a:lnSpc>
            </a:pPr>
            <a:r>
              <a:rPr lang="ko-KR" altLang="en-US" sz="2400" dirty="0"/>
              <a:t>논리 블록의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배열은 순차적으로 디스크 섹터로 </a:t>
            </a:r>
            <a:r>
              <a:rPr lang="ko-KR" altLang="en-US" sz="2400" dirty="0" err="1"/>
              <a:t>매핑</a:t>
            </a:r>
            <a:endParaRPr lang="en-US" altLang="ko-KR" sz="2400" dirty="0"/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섹터 </a:t>
            </a:r>
            <a:r>
              <a:rPr lang="en-US" altLang="ko-KR" sz="2000" dirty="0"/>
              <a:t>0 </a:t>
            </a:r>
            <a:r>
              <a:rPr lang="ko-KR" altLang="en-US" sz="2000" dirty="0"/>
              <a:t>은 가장 바깥쪽 실린더의 첫째 트랙의 첫째 섹터</a:t>
            </a:r>
            <a:endParaRPr lang="en-US" altLang="ko-KR" sz="2000" dirty="0"/>
          </a:p>
          <a:p>
            <a:pPr lvl="1">
              <a:lnSpc>
                <a:spcPct val="90000"/>
              </a:lnSpc>
            </a:pPr>
            <a:r>
              <a:rPr lang="ko-KR" altLang="en-US" sz="2000" dirty="0" err="1"/>
              <a:t>매핑은</a:t>
            </a:r>
            <a:r>
              <a:rPr lang="ko-KR" altLang="en-US" sz="2000" dirty="0"/>
              <a:t> 트랙을 통해 순서대로 진행</a:t>
            </a:r>
            <a:r>
              <a:rPr lang="en-US" altLang="ko-KR" sz="2000" dirty="0"/>
              <a:t>, </a:t>
            </a:r>
            <a:r>
              <a:rPr lang="ko-KR" altLang="en-US" sz="2000" dirty="0"/>
              <a:t>실린더의 나머지 트랙을 거친 후에</a:t>
            </a:r>
            <a:r>
              <a:rPr lang="en-US" altLang="ko-KR" sz="2000" dirty="0"/>
              <a:t> </a:t>
            </a:r>
            <a:r>
              <a:rPr lang="ko-KR" altLang="en-US" sz="2000" dirty="0"/>
              <a:t>점차 안쪽 실린더로 진행</a:t>
            </a:r>
            <a:endParaRPr lang="en-US" altLang="ko-KR" sz="2000" dirty="0"/>
          </a:p>
          <a:p>
            <a:pPr>
              <a:lnSpc>
                <a:spcPct val="90000"/>
              </a:lnSpc>
            </a:pPr>
            <a:endParaRPr lang="en-US" altLang="ko-KR" sz="2400" dirty="0"/>
          </a:p>
          <a:p>
            <a:pPr>
              <a:lnSpc>
                <a:spcPct val="90000"/>
              </a:lnSpc>
            </a:pPr>
            <a:r>
              <a:rPr lang="ko-KR" altLang="en-US" sz="2400" dirty="0"/>
              <a:t>디스크 고정 각 속도 </a:t>
            </a:r>
            <a:r>
              <a:rPr lang="en-US" altLang="ko-KR" sz="2400" dirty="0"/>
              <a:t>vs. CD-ROM </a:t>
            </a:r>
            <a:r>
              <a:rPr lang="ko-KR" altLang="en-US" sz="2400" dirty="0"/>
              <a:t>고정 선형 속도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9A2BD73-B58A-F69D-AEBB-C38516C5B3A0}"/>
                  </a:ext>
                </a:extLst>
              </p14:cNvPr>
              <p14:cNvContentPartPr/>
              <p14:nvPr/>
            </p14:nvContentPartPr>
            <p14:xfrm>
              <a:off x="3405277" y="2434878"/>
              <a:ext cx="587160" cy="28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9A2BD73-B58A-F69D-AEBB-C38516C5B3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9637" y="2362878"/>
                <a:ext cx="6588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54879F5-44FA-39CA-7432-31A86BFCCB2B}"/>
                  </a:ext>
                </a:extLst>
              </p14:cNvPr>
              <p14:cNvContentPartPr/>
              <p14:nvPr/>
            </p14:nvContentPartPr>
            <p14:xfrm>
              <a:off x="4515517" y="2435238"/>
              <a:ext cx="591480" cy="291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54879F5-44FA-39CA-7432-31A86BFCCB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9877" y="2363238"/>
                <a:ext cx="6631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2D03E50-8094-E00E-6D52-CC0C8D1FB68C}"/>
                  </a:ext>
                </a:extLst>
              </p14:cNvPr>
              <p14:cNvContentPartPr/>
              <p14:nvPr/>
            </p14:nvContentPartPr>
            <p14:xfrm>
              <a:off x="5831317" y="2453598"/>
              <a:ext cx="1249560" cy="208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2D03E50-8094-E00E-6D52-CC0C8D1FB6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5677" y="2381958"/>
                <a:ext cx="13212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3C467EA-980D-DE46-BEDB-A91902E910CC}"/>
                  </a:ext>
                </a:extLst>
              </p14:cNvPr>
              <p14:cNvContentPartPr/>
              <p14:nvPr/>
            </p14:nvContentPartPr>
            <p14:xfrm>
              <a:off x="3265597" y="2788758"/>
              <a:ext cx="1297440" cy="385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3C467EA-980D-DE46-BEDB-A91902E910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29597" y="2717118"/>
                <a:ext cx="13690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F66DED3-C474-C50F-8696-B38999F09877}"/>
                  </a:ext>
                </a:extLst>
              </p14:cNvPr>
              <p14:cNvContentPartPr/>
              <p14:nvPr/>
            </p14:nvContentPartPr>
            <p14:xfrm>
              <a:off x="4776877" y="2761758"/>
              <a:ext cx="1006920" cy="100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F66DED3-C474-C50F-8696-B38999F098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41237" y="2689758"/>
                <a:ext cx="10785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01BE03C-3A07-22CA-712C-94683ECEDE49}"/>
                  </a:ext>
                </a:extLst>
              </p14:cNvPr>
              <p14:cNvContentPartPr/>
              <p14:nvPr/>
            </p14:nvContentPartPr>
            <p14:xfrm>
              <a:off x="6017797" y="2729358"/>
              <a:ext cx="820440" cy="417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01BE03C-3A07-22CA-712C-94683ECEDE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82157" y="2657718"/>
                <a:ext cx="8920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B92FEAA9-1259-C84C-A7F0-1AFE1A38D137}"/>
              </a:ext>
            </a:extLst>
          </p:cNvPr>
          <p:cNvGrpSpPr/>
          <p:nvPr/>
        </p:nvGrpSpPr>
        <p:grpSpPr>
          <a:xfrm>
            <a:off x="4850677" y="5496678"/>
            <a:ext cx="542520" cy="288000"/>
            <a:chOff x="4850677" y="5496678"/>
            <a:chExt cx="54252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8118640-1666-7D50-E9E6-1EBE02467690}"/>
                    </a:ext>
                  </a:extLst>
                </p14:cNvPr>
                <p14:cNvContentPartPr/>
                <p14:nvPr/>
              </p14:nvContentPartPr>
              <p14:xfrm>
                <a:off x="4851757" y="5496678"/>
                <a:ext cx="23400" cy="151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8118640-1666-7D50-E9E6-1EBE024676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43117" y="5487678"/>
                  <a:ext cx="41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CCE05C5-3AC9-CBEC-3B9C-C3E3F09AC647}"/>
                    </a:ext>
                  </a:extLst>
                </p14:cNvPr>
                <p14:cNvContentPartPr/>
                <p14:nvPr/>
              </p14:nvContentPartPr>
              <p14:xfrm>
                <a:off x="4850677" y="5506758"/>
                <a:ext cx="79560" cy="185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CCE05C5-3AC9-CBEC-3B9C-C3E3F09AC6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42037" y="5498118"/>
                  <a:ext cx="97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876563A-F7E8-5BA2-0824-EDFB6C9274E1}"/>
                    </a:ext>
                  </a:extLst>
                </p14:cNvPr>
                <p14:cNvContentPartPr/>
                <p14:nvPr/>
              </p14:nvContentPartPr>
              <p14:xfrm>
                <a:off x="4971277" y="5533758"/>
                <a:ext cx="44280" cy="134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876563A-F7E8-5BA2-0824-EDFB6C9274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2277" y="5524758"/>
                  <a:ext cx="61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FB73305-25A4-F4C0-2E4E-C3B5DAA6BA6C}"/>
                    </a:ext>
                  </a:extLst>
                </p14:cNvPr>
                <p14:cNvContentPartPr/>
                <p14:nvPr/>
              </p14:nvContentPartPr>
              <p14:xfrm>
                <a:off x="4879837" y="5608278"/>
                <a:ext cx="31680" cy="37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FB73305-25A4-F4C0-2E4E-C3B5DAA6BA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71197" y="5599638"/>
                  <a:ext cx="49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8E956B4-DAFF-E0AB-4E2E-3088717DF96B}"/>
                    </a:ext>
                  </a:extLst>
                </p14:cNvPr>
                <p14:cNvContentPartPr/>
                <p14:nvPr/>
              </p14:nvContentPartPr>
              <p14:xfrm>
                <a:off x="5037877" y="5555718"/>
                <a:ext cx="50760" cy="85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8E956B4-DAFF-E0AB-4E2E-3088717DF9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28877" y="5547078"/>
                  <a:ext cx="68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EFF98BC-9FB0-ACAD-EC27-A92641D400A9}"/>
                    </a:ext>
                  </a:extLst>
                </p14:cNvPr>
                <p14:cNvContentPartPr/>
                <p14:nvPr/>
              </p14:nvContentPartPr>
              <p14:xfrm>
                <a:off x="5079997" y="5552478"/>
                <a:ext cx="53280" cy="666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EFF98BC-9FB0-ACAD-EC27-A92641D400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70997" y="5543478"/>
                  <a:ext cx="70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731E623-6318-C43D-A8CE-184B7E277FB9}"/>
                    </a:ext>
                  </a:extLst>
                </p14:cNvPr>
                <p14:cNvContentPartPr/>
                <p14:nvPr/>
              </p14:nvContentPartPr>
              <p14:xfrm>
                <a:off x="5155957" y="5535198"/>
                <a:ext cx="65520" cy="774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731E623-6318-C43D-A8CE-184B7E277F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7317" y="5526198"/>
                  <a:ext cx="8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7ED8B02-C46B-9197-0DB2-9BEB77BC4AA7}"/>
                    </a:ext>
                  </a:extLst>
                </p14:cNvPr>
                <p14:cNvContentPartPr/>
                <p14:nvPr/>
              </p14:nvContentPartPr>
              <p14:xfrm>
                <a:off x="5124277" y="5622678"/>
                <a:ext cx="108720" cy="1389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7ED8B02-C46B-9197-0DB2-9BEB77BC4A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15637" y="5614038"/>
                  <a:ext cx="126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35CA4C1-F24B-80CE-CC7A-6DC4DB9FD433}"/>
                    </a:ext>
                  </a:extLst>
                </p14:cNvPr>
                <p14:cNvContentPartPr/>
                <p14:nvPr/>
              </p14:nvContentPartPr>
              <p14:xfrm>
                <a:off x="5145157" y="5684238"/>
                <a:ext cx="66960" cy="320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35CA4C1-F24B-80CE-CC7A-6DC4DB9FD4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6157" y="5675598"/>
                  <a:ext cx="84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4536186-2830-B89A-2538-35420ADA5641}"/>
                    </a:ext>
                  </a:extLst>
                </p14:cNvPr>
                <p14:cNvContentPartPr/>
                <p14:nvPr/>
              </p14:nvContentPartPr>
              <p14:xfrm>
                <a:off x="5243437" y="5539518"/>
                <a:ext cx="132120" cy="1314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4536186-2830-B89A-2538-35420ADA56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34437" y="5530518"/>
                  <a:ext cx="149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4589944-C344-52B2-B14B-109F08853B89}"/>
                    </a:ext>
                  </a:extLst>
                </p14:cNvPr>
                <p14:cNvContentPartPr/>
                <p14:nvPr/>
              </p14:nvContentPartPr>
              <p14:xfrm>
                <a:off x="5298157" y="5654718"/>
                <a:ext cx="95040" cy="1299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4589944-C344-52B2-B14B-109F08853B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89517" y="5645718"/>
                  <a:ext cx="11268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660" name="그룹 582659">
            <a:extLst>
              <a:ext uri="{FF2B5EF4-FFF2-40B4-BE49-F238E27FC236}">
                <a16:creationId xmlns:a16="http://schemas.microsoft.com/office/drawing/2014/main" id="{791FE17B-681C-3E0A-4941-442F18481DC8}"/>
              </a:ext>
            </a:extLst>
          </p:cNvPr>
          <p:cNvGrpSpPr/>
          <p:nvPr/>
        </p:nvGrpSpPr>
        <p:grpSpPr>
          <a:xfrm>
            <a:off x="4856797" y="5925078"/>
            <a:ext cx="361440" cy="240120"/>
            <a:chOff x="4856797" y="5925078"/>
            <a:chExt cx="36144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B2FB68F-9ACC-2984-B7B8-257603115C47}"/>
                    </a:ext>
                  </a:extLst>
                </p14:cNvPr>
                <p14:cNvContentPartPr/>
                <p14:nvPr/>
              </p14:nvContentPartPr>
              <p14:xfrm>
                <a:off x="4856797" y="5965398"/>
                <a:ext cx="59760" cy="979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B2FB68F-9ACC-2984-B7B8-257603115C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47797" y="5956398"/>
                  <a:ext cx="77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DCD2815-AF96-CE5E-4FA1-173FB70A22F1}"/>
                    </a:ext>
                  </a:extLst>
                </p14:cNvPr>
                <p14:cNvContentPartPr/>
                <p14:nvPr/>
              </p14:nvContentPartPr>
              <p14:xfrm>
                <a:off x="4980997" y="5925078"/>
                <a:ext cx="52920" cy="1288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DCD2815-AF96-CE5E-4FA1-173FB70A22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72357" y="5916438"/>
                  <a:ext cx="70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0B15262-1E2F-31DD-8F45-536A3935431F}"/>
                    </a:ext>
                  </a:extLst>
                </p14:cNvPr>
                <p14:cNvContentPartPr/>
                <p14:nvPr/>
              </p14:nvContentPartPr>
              <p14:xfrm>
                <a:off x="4933837" y="6094278"/>
                <a:ext cx="102960" cy="468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0B15262-1E2F-31DD-8F45-536A393543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5197" y="6085278"/>
                  <a:ext cx="120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C089897-395F-681A-0FEB-9822BA8A9639}"/>
                    </a:ext>
                  </a:extLst>
                </p14:cNvPr>
                <p14:cNvContentPartPr/>
                <p14:nvPr/>
              </p14:nvContentPartPr>
              <p14:xfrm>
                <a:off x="5055517" y="5966838"/>
                <a:ext cx="73080" cy="864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C089897-395F-681A-0FEB-9822BA8A963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46517" y="5957838"/>
                  <a:ext cx="90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82656" name="잉크 582655">
                  <a:extLst>
                    <a:ext uri="{FF2B5EF4-FFF2-40B4-BE49-F238E27FC236}">
                      <a16:creationId xmlns:a16="http://schemas.microsoft.com/office/drawing/2014/main" id="{0D673780-8156-D83E-FFA5-CDCF60EC52C4}"/>
                    </a:ext>
                  </a:extLst>
                </p14:cNvPr>
                <p14:cNvContentPartPr/>
                <p14:nvPr/>
              </p14:nvContentPartPr>
              <p14:xfrm>
                <a:off x="5103757" y="5947038"/>
                <a:ext cx="96480" cy="149760"/>
              </p14:xfrm>
            </p:contentPart>
          </mc:Choice>
          <mc:Fallback>
            <p:pic>
              <p:nvPicPr>
                <p:cNvPr id="582656" name="잉크 582655">
                  <a:extLst>
                    <a:ext uri="{FF2B5EF4-FFF2-40B4-BE49-F238E27FC236}">
                      <a16:creationId xmlns:a16="http://schemas.microsoft.com/office/drawing/2014/main" id="{0D673780-8156-D83E-FFA5-CDCF60EC52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95117" y="5938398"/>
                  <a:ext cx="114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82657" name="잉크 582656">
                  <a:extLst>
                    <a:ext uri="{FF2B5EF4-FFF2-40B4-BE49-F238E27FC236}">
                      <a16:creationId xmlns:a16="http://schemas.microsoft.com/office/drawing/2014/main" id="{E58A99C0-BBF0-2879-6B9B-77C9E8527C24}"/>
                    </a:ext>
                  </a:extLst>
                </p14:cNvPr>
                <p14:cNvContentPartPr/>
                <p14:nvPr/>
              </p14:nvContentPartPr>
              <p14:xfrm>
                <a:off x="5145157" y="6107598"/>
                <a:ext cx="73080" cy="57600"/>
              </p14:xfrm>
            </p:contentPart>
          </mc:Choice>
          <mc:Fallback>
            <p:pic>
              <p:nvPicPr>
                <p:cNvPr id="582657" name="잉크 582656">
                  <a:extLst>
                    <a:ext uri="{FF2B5EF4-FFF2-40B4-BE49-F238E27FC236}">
                      <a16:creationId xmlns:a16="http://schemas.microsoft.com/office/drawing/2014/main" id="{E58A99C0-BBF0-2879-6B9B-77C9E8527C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36157" y="6098958"/>
                  <a:ext cx="907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82661" name="잉크 582660">
                <a:extLst>
                  <a:ext uri="{FF2B5EF4-FFF2-40B4-BE49-F238E27FC236}">
                    <a16:creationId xmlns:a16="http://schemas.microsoft.com/office/drawing/2014/main" id="{681672EC-2CB6-C9F9-917D-4E8EA4E0E070}"/>
                  </a:ext>
                </a:extLst>
              </p14:cNvPr>
              <p14:cNvContentPartPr/>
              <p14:nvPr/>
            </p14:nvContentPartPr>
            <p14:xfrm>
              <a:off x="6262957" y="5958558"/>
              <a:ext cx="182160" cy="145440"/>
            </p14:xfrm>
          </p:contentPart>
        </mc:Choice>
        <mc:Fallback>
          <p:pic>
            <p:nvPicPr>
              <p:cNvPr id="582661" name="잉크 582660">
                <a:extLst>
                  <a:ext uri="{FF2B5EF4-FFF2-40B4-BE49-F238E27FC236}">
                    <a16:creationId xmlns:a16="http://schemas.microsoft.com/office/drawing/2014/main" id="{681672EC-2CB6-C9F9-917D-4E8EA4E0E0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253957" y="5949918"/>
                <a:ext cx="19980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2683" name="그룹 582682">
            <a:extLst>
              <a:ext uri="{FF2B5EF4-FFF2-40B4-BE49-F238E27FC236}">
                <a16:creationId xmlns:a16="http://schemas.microsoft.com/office/drawing/2014/main" id="{63F2DBC0-984C-8F43-780B-8A025E60F387}"/>
              </a:ext>
            </a:extLst>
          </p:cNvPr>
          <p:cNvGrpSpPr/>
          <p:nvPr/>
        </p:nvGrpSpPr>
        <p:grpSpPr>
          <a:xfrm>
            <a:off x="6581917" y="5907078"/>
            <a:ext cx="1330560" cy="298440"/>
            <a:chOff x="6581917" y="5907078"/>
            <a:chExt cx="133056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82662" name="잉크 582661">
                  <a:extLst>
                    <a:ext uri="{FF2B5EF4-FFF2-40B4-BE49-F238E27FC236}">
                      <a16:creationId xmlns:a16="http://schemas.microsoft.com/office/drawing/2014/main" id="{F1457860-0729-EEC7-8F8F-3F5C9C2745AB}"/>
                    </a:ext>
                  </a:extLst>
                </p14:cNvPr>
                <p14:cNvContentPartPr/>
                <p14:nvPr/>
              </p14:nvContentPartPr>
              <p14:xfrm>
                <a:off x="6581917" y="5952078"/>
                <a:ext cx="107640" cy="127440"/>
              </p14:xfrm>
            </p:contentPart>
          </mc:Choice>
          <mc:Fallback>
            <p:pic>
              <p:nvPicPr>
                <p:cNvPr id="582662" name="잉크 582661">
                  <a:extLst>
                    <a:ext uri="{FF2B5EF4-FFF2-40B4-BE49-F238E27FC236}">
                      <a16:creationId xmlns:a16="http://schemas.microsoft.com/office/drawing/2014/main" id="{F1457860-0729-EEC7-8F8F-3F5C9C2745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72917" y="5943438"/>
                  <a:ext cx="12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82663" name="잉크 582662">
                  <a:extLst>
                    <a:ext uri="{FF2B5EF4-FFF2-40B4-BE49-F238E27FC236}">
                      <a16:creationId xmlns:a16="http://schemas.microsoft.com/office/drawing/2014/main" id="{48EB4AA3-9C50-917B-8D65-E1B5405E6950}"/>
                    </a:ext>
                  </a:extLst>
                </p14:cNvPr>
                <p14:cNvContentPartPr/>
                <p14:nvPr/>
              </p14:nvContentPartPr>
              <p14:xfrm>
                <a:off x="6653557" y="5981238"/>
                <a:ext cx="93960" cy="97560"/>
              </p14:xfrm>
            </p:contentPart>
          </mc:Choice>
          <mc:Fallback>
            <p:pic>
              <p:nvPicPr>
                <p:cNvPr id="582663" name="잉크 582662">
                  <a:extLst>
                    <a:ext uri="{FF2B5EF4-FFF2-40B4-BE49-F238E27FC236}">
                      <a16:creationId xmlns:a16="http://schemas.microsoft.com/office/drawing/2014/main" id="{48EB4AA3-9C50-917B-8D65-E1B5405E69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44917" y="5972238"/>
                  <a:ext cx="111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2664" name="잉크 582663">
                  <a:extLst>
                    <a:ext uri="{FF2B5EF4-FFF2-40B4-BE49-F238E27FC236}">
                      <a16:creationId xmlns:a16="http://schemas.microsoft.com/office/drawing/2014/main" id="{5580BEE2-976B-A253-719F-1856C0E10858}"/>
                    </a:ext>
                  </a:extLst>
                </p14:cNvPr>
                <p14:cNvContentPartPr/>
                <p14:nvPr/>
              </p14:nvContentPartPr>
              <p14:xfrm>
                <a:off x="6771637" y="5955318"/>
                <a:ext cx="13680" cy="109800"/>
              </p14:xfrm>
            </p:contentPart>
          </mc:Choice>
          <mc:Fallback>
            <p:pic>
              <p:nvPicPr>
                <p:cNvPr id="582664" name="잉크 582663">
                  <a:extLst>
                    <a:ext uri="{FF2B5EF4-FFF2-40B4-BE49-F238E27FC236}">
                      <a16:creationId xmlns:a16="http://schemas.microsoft.com/office/drawing/2014/main" id="{5580BEE2-976B-A253-719F-1856C0E108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62637" y="5946318"/>
                  <a:ext cx="31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82665" name="잉크 582664">
                  <a:extLst>
                    <a:ext uri="{FF2B5EF4-FFF2-40B4-BE49-F238E27FC236}">
                      <a16:creationId xmlns:a16="http://schemas.microsoft.com/office/drawing/2014/main" id="{1F99CD9A-A6B5-F6E1-F5D0-0936382DFCAA}"/>
                    </a:ext>
                  </a:extLst>
                </p14:cNvPr>
                <p14:cNvContentPartPr/>
                <p14:nvPr/>
              </p14:nvContentPartPr>
              <p14:xfrm>
                <a:off x="6806197" y="5930838"/>
                <a:ext cx="145440" cy="159120"/>
              </p14:xfrm>
            </p:contentPart>
          </mc:Choice>
          <mc:Fallback>
            <p:pic>
              <p:nvPicPr>
                <p:cNvPr id="582665" name="잉크 582664">
                  <a:extLst>
                    <a:ext uri="{FF2B5EF4-FFF2-40B4-BE49-F238E27FC236}">
                      <a16:creationId xmlns:a16="http://schemas.microsoft.com/office/drawing/2014/main" id="{1F99CD9A-A6B5-F6E1-F5D0-0936382DFC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97557" y="5922198"/>
                  <a:ext cx="163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82666" name="잉크 582665">
                  <a:extLst>
                    <a:ext uri="{FF2B5EF4-FFF2-40B4-BE49-F238E27FC236}">
                      <a16:creationId xmlns:a16="http://schemas.microsoft.com/office/drawing/2014/main" id="{5BE07E4B-6730-3917-1263-9843DB77C8D8}"/>
                    </a:ext>
                  </a:extLst>
                </p14:cNvPr>
                <p14:cNvContentPartPr/>
                <p14:nvPr/>
              </p14:nvContentPartPr>
              <p14:xfrm>
                <a:off x="6965317" y="5943438"/>
                <a:ext cx="114840" cy="104040"/>
              </p14:xfrm>
            </p:contentPart>
          </mc:Choice>
          <mc:Fallback>
            <p:pic>
              <p:nvPicPr>
                <p:cNvPr id="582666" name="잉크 582665">
                  <a:extLst>
                    <a:ext uri="{FF2B5EF4-FFF2-40B4-BE49-F238E27FC236}">
                      <a16:creationId xmlns:a16="http://schemas.microsoft.com/office/drawing/2014/main" id="{5BE07E4B-6730-3917-1263-9843DB77C8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56677" y="5934798"/>
                  <a:ext cx="132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2667" name="잉크 582666">
                  <a:extLst>
                    <a:ext uri="{FF2B5EF4-FFF2-40B4-BE49-F238E27FC236}">
                      <a16:creationId xmlns:a16="http://schemas.microsoft.com/office/drawing/2014/main" id="{9224FF9B-9975-2648-07F9-6CE15714446F}"/>
                    </a:ext>
                  </a:extLst>
                </p14:cNvPr>
                <p14:cNvContentPartPr/>
                <p14:nvPr/>
              </p14:nvContentPartPr>
              <p14:xfrm>
                <a:off x="6993397" y="5987358"/>
                <a:ext cx="60120" cy="18000"/>
              </p14:xfrm>
            </p:contentPart>
          </mc:Choice>
          <mc:Fallback>
            <p:pic>
              <p:nvPicPr>
                <p:cNvPr id="582667" name="잉크 582666">
                  <a:extLst>
                    <a:ext uri="{FF2B5EF4-FFF2-40B4-BE49-F238E27FC236}">
                      <a16:creationId xmlns:a16="http://schemas.microsoft.com/office/drawing/2014/main" id="{9224FF9B-9975-2648-07F9-6CE1571444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84757" y="5978718"/>
                  <a:ext cx="77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2668" name="잉크 582667">
                  <a:extLst>
                    <a:ext uri="{FF2B5EF4-FFF2-40B4-BE49-F238E27FC236}">
                      <a16:creationId xmlns:a16="http://schemas.microsoft.com/office/drawing/2014/main" id="{C64756BD-B55C-A784-289C-9D6747AE8CDC}"/>
                    </a:ext>
                  </a:extLst>
                </p14:cNvPr>
                <p14:cNvContentPartPr/>
                <p14:nvPr/>
              </p14:nvContentPartPr>
              <p14:xfrm>
                <a:off x="7074397" y="5931198"/>
                <a:ext cx="84960" cy="204120"/>
              </p14:xfrm>
            </p:contentPart>
          </mc:Choice>
          <mc:Fallback>
            <p:pic>
              <p:nvPicPr>
                <p:cNvPr id="582668" name="잉크 582667">
                  <a:extLst>
                    <a:ext uri="{FF2B5EF4-FFF2-40B4-BE49-F238E27FC236}">
                      <a16:creationId xmlns:a16="http://schemas.microsoft.com/office/drawing/2014/main" id="{C64756BD-B55C-A784-289C-9D6747AE8CD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65397" y="5922198"/>
                  <a:ext cx="102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82670" name="잉크 582669">
                  <a:extLst>
                    <a:ext uri="{FF2B5EF4-FFF2-40B4-BE49-F238E27FC236}">
                      <a16:creationId xmlns:a16="http://schemas.microsoft.com/office/drawing/2014/main" id="{77ACF0E7-8CF0-9AA7-14E1-79C51CA7B1F5}"/>
                    </a:ext>
                  </a:extLst>
                </p14:cNvPr>
                <p14:cNvContentPartPr/>
                <p14:nvPr/>
              </p14:nvContentPartPr>
              <p14:xfrm>
                <a:off x="7308757" y="5907078"/>
                <a:ext cx="31320" cy="49680"/>
              </p14:xfrm>
            </p:contentPart>
          </mc:Choice>
          <mc:Fallback>
            <p:pic>
              <p:nvPicPr>
                <p:cNvPr id="582670" name="잉크 582669">
                  <a:extLst>
                    <a:ext uri="{FF2B5EF4-FFF2-40B4-BE49-F238E27FC236}">
                      <a16:creationId xmlns:a16="http://schemas.microsoft.com/office/drawing/2014/main" id="{77ACF0E7-8CF0-9AA7-14E1-79C51CA7B1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00117" y="5898078"/>
                  <a:ext cx="4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82671" name="잉크 582670">
                  <a:extLst>
                    <a:ext uri="{FF2B5EF4-FFF2-40B4-BE49-F238E27FC236}">
                      <a16:creationId xmlns:a16="http://schemas.microsoft.com/office/drawing/2014/main" id="{0E7FE437-FA91-C9EA-3B4C-867D96936299}"/>
                    </a:ext>
                  </a:extLst>
                </p14:cNvPr>
                <p14:cNvContentPartPr/>
                <p14:nvPr/>
              </p14:nvContentPartPr>
              <p14:xfrm>
                <a:off x="7273477" y="5937318"/>
                <a:ext cx="139320" cy="143280"/>
              </p14:xfrm>
            </p:contentPart>
          </mc:Choice>
          <mc:Fallback>
            <p:pic>
              <p:nvPicPr>
                <p:cNvPr id="582671" name="잉크 582670">
                  <a:extLst>
                    <a:ext uri="{FF2B5EF4-FFF2-40B4-BE49-F238E27FC236}">
                      <a16:creationId xmlns:a16="http://schemas.microsoft.com/office/drawing/2014/main" id="{0E7FE437-FA91-C9EA-3B4C-867D969362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64477" y="5928318"/>
                  <a:ext cx="156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2672" name="잉크 582671">
                  <a:extLst>
                    <a:ext uri="{FF2B5EF4-FFF2-40B4-BE49-F238E27FC236}">
                      <a16:creationId xmlns:a16="http://schemas.microsoft.com/office/drawing/2014/main" id="{23A83D00-1CFD-0F7D-E9C2-E7434A054FC7}"/>
                    </a:ext>
                  </a:extLst>
                </p14:cNvPr>
                <p14:cNvContentPartPr/>
                <p14:nvPr/>
              </p14:nvContentPartPr>
              <p14:xfrm>
                <a:off x="7311277" y="6122358"/>
                <a:ext cx="19440" cy="66600"/>
              </p14:xfrm>
            </p:contentPart>
          </mc:Choice>
          <mc:Fallback>
            <p:pic>
              <p:nvPicPr>
                <p:cNvPr id="582672" name="잉크 582671">
                  <a:extLst>
                    <a:ext uri="{FF2B5EF4-FFF2-40B4-BE49-F238E27FC236}">
                      <a16:creationId xmlns:a16="http://schemas.microsoft.com/office/drawing/2014/main" id="{23A83D00-1CFD-0F7D-E9C2-E7434A054F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02277" y="6113358"/>
                  <a:ext cx="37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2673" name="잉크 582672">
                  <a:extLst>
                    <a:ext uri="{FF2B5EF4-FFF2-40B4-BE49-F238E27FC236}">
                      <a16:creationId xmlns:a16="http://schemas.microsoft.com/office/drawing/2014/main" id="{19031C83-DC56-6D00-F6FE-EB6E280AD559}"/>
                    </a:ext>
                  </a:extLst>
                </p14:cNvPr>
                <p14:cNvContentPartPr/>
                <p14:nvPr/>
              </p14:nvContentPartPr>
              <p14:xfrm>
                <a:off x="7298677" y="6099678"/>
                <a:ext cx="113760" cy="78840"/>
              </p14:xfrm>
            </p:contentPart>
          </mc:Choice>
          <mc:Fallback>
            <p:pic>
              <p:nvPicPr>
                <p:cNvPr id="582673" name="잉크 582672">
                  <a:extLst>
                    <a:ext uri="{FF2B5EF4-FFF2-40B4-BE49-F238E27FC236}">
                      <a16:creationId xmlns:a16="http://schemas.microsoft.com/office/drawing/2014/main" id="{19031C83-DC56-6D00-F6FE-EB6E280AD5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90037" y="6091038"/>
                  <a:ext cx="131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2674" name="잉크 582673">
                  <a:extLst>
                    <a:ext uri="{FF2B5EF4-FFF2-40B4-BE49-F238E27FC236}">
                      <a16:creationId xmlns:a16="http://schemas.microsoft.com/office/drawing/2014/main" id="{953E66B2-34DD-4FC9-5EF2-9C17247E83B8}"/>
                    </a:ext>
                  </a:extLst>
                </p14:cNvPr>
                <p14:cNvContentPartPr/>
                <p14:nvPr/>
              </p14:nvContentPartPr>
              <p14:xfrm>
                <a:off x="7427557" y="5925078"/>
                <a:ext cx="13320" cy="63000"/>
              </p14:xfrm>
            </p:contentPart>
          </mc:Choice>
          <mc:Fallback>
            <p:pic>
              <p:nvPicPr>
                <p:cNvPr id="582674" name="잉크 582673">
                  <a:extLst>
                    <a:ext uri="{FF2B5EF4-FFF2-40B4-BE49-F238E27FC236}">
                      <a16:creationId xmlns:a16="http://schemas.microsoft.com/office/drawing/2014/main" id="{953E66B2-34DD-4FC9-5EF2-9C17247E83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18917" y="5916438"/>
                  <a:ext cx="30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2675" name="잉크 582674">
                  <a:extLst>
                    <a:ext uri="{FF2B5EF4-FFF2-40B4-BE49-F238E27FC236}">
                      <a16:creationId xmlns:a16="http://schemas.microsoft.com/office/drawing/2014/main" id="{BA44AF34-53AE-ACBC-EA65-FA735DA1EDF6}"/>
                    </a:ext>
                  </a:extLst>
                </p14:cNvPr>
                <p14:cNvContentPartPr/>
                <p14:nvPr/>
              </p14:nvContentPartPr>
              <p14:xfrm>
                <a:off x="7394077" y="5966118"/>
                <a:ext cx="153000" cy="113400"/>
              </p14:xfrm>
            </p:contentPart>
          </mc:Choice>
          <mc:Fallback>
            <p:pic>
              <p:nvPicPr>
                <p:cNvPr id="582675" name="잉크 582674">
                  <a:extLst>
                    <a:ext uri="{FF2B5EF4-FFF2-40B4-BE49-F238E27FC236}">
                      <a16:creationId xmlns:a16="http://schemas.microsoft.com/office/drawing/2014/main" id="{BA44AF34-53AE-ACBC-EA65-FA735DA1ED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85437" y="5957478"/>
                  <a:ext cx="17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2676" name="잉크 582675">
                  <a:extLst>
                    <a:ext uri="{FF2B5EF4-FFF2-40B4-BE49-F238E27FC236}">
                      <a16:creationId xmlns:a16="http://schemas.microsoft.com/office/drawing/2014/main" id="{4C2002E8-6104-61A9-0A39-99A87D98E3BC}"/>
                    </a:ext>
                  </a:extLst>
                </p14:cNvPr>
                <p14:cNvContentPartPr/>
                <p14:nvPr/>
              </p14:nvContentPartPr>
              <p14:xfrm>
                <a:off x="7445557" y="6087078"/>
                <a:ext cx="115200" cy="73440"/>
              </p14:xfrm>
            </p:contentPart>
          </mc:Choice>
          <mc:Fallback>
            <p:pic>
              <p:nvPicPr>
                <p:cNvPr id="582676" name="잉크 582675">
                  <a:extLst>
                    <a:ext uri="{FF2B5EF4-FFF2-40B4-BE49-F238E27FC236}">
                      <a16:creationId xmlns:a16="http://schemas.microsoft.com/office/drawing/2014/main" id="{4C2002E8-6104-61A9-0A39-99A87D98E3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36557" y="6078078"/>
                  <a:ext cx="132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2677" name="잉크 582676">
                  <a:extLst>
                    <a:ext uri="{FF2B5EF4-FFF2-40B4-BE49-F238E27FC236}">
                      <a16:creationId xmlns:a16="http://schemas.microsoft.com/office/drawing/2014/main" id="{D0CD266D-634A-98CB-0CC2-D3AE60388DC4}"/>
                    </a:ext>
                  </a:extLst>
                </p14:cNvPr>
                <p14:cNvContentPartPr/>
                <p14:nvPr/>
              </p14:nvContentPartPr>
              <p14:xfrm>
                <a:off x="7451677" y="6123438"/>
                <a:ext cx="102240" cy="52560"/>
              </p14:xfrm>
            </p:contentPart>
          </mc:Choice>
          <mc:Fallback>
            <p:pic>
              <p:nvPicPr>
                <p:cNvPr id="582677" name="잉크 582676">
                  <a:extLst>
                    <a:ext uri="{FF2B5EF4-FFF2-40B4-BE49-F238E27FC236}">
                      <a16:creationId xmlns:a16="http://schemas.microsoft.com/office/drawing/2014/main" id="{D0CD266D-634A-98CB-0CC2-D3AE60388D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42677" y="6114438"/>
                  <a:ext cx="119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2678" name="잉크 582677">
                  <a:extLst>
                    <a:ext uri="{FF2B5EF4-FFF2-40B4-BE49-F238E27FC236}">
                      <a16:creationId xmlns:a16="http://schemas.microsoft.com/office/drawing/2014/main" id="{A47E1D5C-24AE-4DA2-F023-D416BEC291B7}"/>
                    </a:ext>
                  </a:extLst>
                </p14:cNvPr>
                <p14:cNvContentPartPr/>
                <p14:nvPr/>
              </p14:nvContentPartPr>
              <p14:xfrm>
                <a:off x="7568677" y="5945238"/>
                <a:ext cx="9360" cy="92520"/>
              </p14:xfrm>
            </p:contentPart>
          </mc:Choice>
          <mc:Fallback>
            <p:pic>
              <p:nvPicPr>
                <p:cNvPr id="582678" name="잉크 582677">
                  <a:extLst>
                    <a:ext uri="{FF2B5EF4-FFF2-40B4-BE49-F238E27FC236}">
                      <a16:creationId xmlns:a16="http://schemas.microsoft.com/office/drawing/2014/main" id="{A47E1D5C-24AE-4DA2-F023-D416BEC291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59677" y="5936598"/>
                  <a:ext cx="27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2679" name="잉크 582678">
                  <a:extLst>
                    <a:ext uri="{FF2B5EF4-FFF2-40B4-BE49-F238E27FC236}">
                      <a16:creationId xmlns:a16="http://schemas.microsoft.com/office/drawing/2014/main" id="{F69BF137-F025-0C17-E50E-C4DE937B54D9}"/>
                    </a:ext>
                  </a:extLst>
                </p14:cNvPr>
                <p14:cNvContentPartPr/>
                <p14:nvPr/>
              </p14:nvContentPartPr>
              <p14:xfrm>
                <a:off x="7517917" y="5986998"/>
                <a:ext cx="147240" cy="124200"/>
              </p14:xfrm>
            </p:contentPart>
          </mc:Choice>
          <mc:Fallback>
            <p:pic>
              <p:nvPicPr>
                <p:cNvPr id="582679" name="잉크 582678">
                  <a:extLst>
                    <a:ext uri="{FF2B5EF4-FFF2-40B4-BE49-F238E27FC236}">
                      <a16:creationId xmlns:a16="http://schemas.microsoft.com/office/drawing/2014/main" id="{F69BF137-F025-0C17-E50E-C4DE937B54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09277" y="5977998"/>
                  <a:ext cx="164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2680" name="잉크 582679">
                  <a:extLst>
                    <a:ext uri="{FF2B5EF4-FFF2-40B4-BE49-F238E27FC236}">
                      <a16:creationId xmlns:a16="http://schemas.microsoft.com/office/drawing/2014/main" id="{F4E6CD95-0BB5-97E8-D44E-C178A8C76FB6}"/>
                    </a:ext>
                  </a:extLst>
                </p14:cNvPr>
                <p14:cNvContentPartPr/>
                <p14:nvPr/>
              </p14:nvContentPartPr>
              <p14:xfrm>
                <a:off x="7641037" y="5972598"/>
                <a:ext cx="158760" cy="142560"/>
              </p14:xfrm>
            </p:contentPart>
          </mc:Choice>
          <mc:Fallback>
            <p:pic>
              <p:nvPicPr>
                <p:cNvPr id="582680" name="잉크 582679">
                  <a:extLst>
                    <a:ext uri="{FF2B5EF4-FFF2-40B4-BE49-F238E27FC236}">
                      <a16:creationId xmlns:a16="http://schemas.microsoft.com/office/drawing/2014/main" id="{F4E6CD95-0BB5-97E8-D44E-C178A8C76FB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32397" y="5963958"/>
                  <a:ext cx="176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2681" name="잉크 582680">
                  <a:extLst>
                    <a:ext uri="{FF2B5EF4-FFF2-40B4-BE49-F238E27FC236}">
                      <a16:creationId xmlns:a16="http://schemas.microsoft.com/office/drawing/2014/main" id="{3BB508AB-8CA2-C9AF-ECC1-302202DFADC8}"/>
                    </a:ext>
                  </a:extLst>
                </p14:cNvPr>
                <p14:cNvContentPartPr/>
                <p14:nvPr/>
              </p14:nvContentPartPr>
              <p14:xfrm>
                <a:off x="7788997" y="5986278"/>
                <a:ext cx="78120" cy="148680"/>
              </p14:xfrm>
            </p:contentPart>
          </mc:Choice>
          <mc:Fallback>
            <p:pic>
              <p:nvPicPr>
                <p:cNvPr id="582681" name="잉크 582680">
                  <a:extLst>
                    <a:ext uri="{FF2B5EF4-FFF2-40B4-BE49-F238E27FC236}">
                      <a16:creationId xmlns:a16="http://schemas.microsoft.com/office/drawing/2014/main" id="{3BB508AB-8CA2-C9AF-ECC1-302202DFAD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80357" y="5977638"/>
                  <a:ext cx="95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2682" name="잉크 582681">
                  <a:extLst>
                    <a:ext uri="{FF2B5EF4-FFF2-40B4-BE49-F238E27FC236}">
                      <a16:creationId xmlns:a16="http://schemas.microsoft.com/office/drawing/2014/main" id="{5B1401A9-88EE-4450-C7B9-37C411F80E5D}"/>
                    </a:ext>
                  </a:extLst>
                </p14:cNvPr>
                <p14:cNvContentPartPr/>
                <p14:nvPr/>
              </p14:nvContentPartPr>
              <p14:xfrm>
                <a:off x="7892317" y="5979078"/>
                <a:ext cx="20160" cy="226440"/>
              </p14:xfrm>
            </p:contentPart>
          </mc:Choice>
          <mc:Fallback>
            <p:pic>
              <p:nvPicPr>
                <p:cNvPr id="582682" name="잉크 582681">
                  <a:extLst>
                    <a:ext uri="{FF2B5EF4-FFF2-40B4-BE49-F238E27FC236}">
                      <a16:creationId xmlns:a16="http://schemas.microsoft.com/office/drawing/2014/main" id="{5B1401A9-88EE-4450-C7B9-37C411F80E5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83317" y="5970078"/>
                  <a:ext cx="378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691" name="그룹 582690">
            <a:extLst>
              <a:ext uri="{FF2B5EF4-FFF2-40B4-BE49-F238E27FC236}">
                <a16:creationId xmlns:a16="http://schemas.microsoft.com/office/drawing/2014/main" id="{8E0827C4-D8C3-1E8A-2991-99CE30EC9B91}"/>
              </a:ext>
            </a:extLst>
          </p:cNvPr>
          <p:cNvGrpSpPr/>
          <p:nvPr/>
        </p:nvGrpSpPr>
        <p:grpSpPr>
          <a:xfrm>
            <a:off x="5402557" y="5957478"/>
            <a:ext cx="488160" cy="272160"/>
            <a:chOff x="5402557" y="5957478"/>
            <a:chExt cx="48816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2684" name="잉크 582683">
                  <a:extLst>
                    <a:ext uri="{FF2B5EF4-FFF2-40B4-BE49-F238E27FC236}">
                      <a16:creationId xmlns:a16="http://schemas.microsoft.com/office/drawing/2014/main" id="{401EF4B7-B7EF-546C-F143-6CE2ADF045B5}"/>
                    </a:ext>
                  </a:extLst>
                </p14:cNvPr>
                <p14:cNvContentPartPr/>
                <p14:nvPr/>
              </p14:nvContentPartPr>
              <p14:xfrm>
                <a:off x="5402557" y="5957478"/>
                <a:ext cx="30960" cy="143640"/>
              </p14:xfrm>
            </p:contentPart>
          </mc:Choice>
          <mc:Fallback>
            <p:pic>
              <p:nvPicPr>
                <p:cNvPr id="582684" name="잉크 582683">
                  <a:extLst>
                    <a:ext uri="{FF2B5EF4-FFF2-40B4-BE49-F238E27FC236}">
                      <a16:creationId xmlns:a16="http://schemas.microsoft.com/office/drawing/2014/main" id="{401EF4B7-B7EF-546C-F143-6CE2ADF045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93557" y="5948838"/>
                  <a:ext cx="48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2685" name="잉크 582684">
                  <a:extLst>
                    <a:ext uri="{FF2B5EF4-FFF2-40B4-BE49-F238E27FC236}">
                      <a16:creationId xmlns:a16="http://schemas.microsoft.com/office/drawing/2014/main" id="{FA1BD6B5-3D5E-0FE9-96AF-291DB8B7B96F}"/>
                    </a:ext>
                  </a:extLst>
                </p14:cNvPr>
                <p14:cNvContentPartPr/>
                <p14:nvPr/>
              </p14:nvContentPartPr>
              <p14:xfrm>
                <a:off x="5425957" y="5971518"/>
                <a:ext cx="48600" cy="133200"/>
              </p14:xfrm>
            </p:contentPart>
          </mc:Choice>
          <mc:Fallback>
            <p:pic>
              <p:nvPicPr>
                <p:cNvPr id="582685" name="잉크 582684">
                  <a:extLst>
                    <a:ext uri="{FF2B5EF4-FFF2-40B4-BE49-F238E27FC236}">
                      <a16:creationId xmlns:a16="http://schemas.microsoft.com/office/drawing/2014/main" id="{FA1BD6B5-3D5E-0FE9-96AF-291DB8B7B9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16957" y="5962878"/>
                  <a:ext cx="6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2686" name="잉크 582685">
                  <a:extLst>
                    <a:ext uri="{FF2B5EF4-FFF2-40B4-BE49-F238E27FC236}">
                      <a16:creationId xmlns:a16="http://schemas.microsoft.com/office/drawing/2014/main" id="{4858DBCC-43EB-A843-982A-11EE9ABAD297}"/>
                    </a:ext>
                  </a:extLst>
                </p14:cNvPr>
                <p14:cNvContentPartPr/>
                <p14:nvPr/>
              </p14:nvContentPartPr>
              <p14:xfrm>
                <a:off x="5497957" y="5963598"/>
                <a:ext cx="65160" cy="136440"/>
              </p14:xfrm>
            </p:contentPart>
          </mc:Choice>
          <mc:Fallback>
            <p:pic>
              <p:nvPicPr>
                <p:cNvPr id="582686" name="잉크 582685">
                  <a:extLst>
                    <a:ext uri="{FF2B5EF4-FFF2-40B4-BE49-F238E27FC236}">
                      <a16:creationId xmlns:a16="http://schemas.microsoft.com/office/drawing/2014/main" id="{4858DBCC-43EB-A843-982A-11EE9ABAD2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89317" y="5954958"/>
                  <a:ext cx="82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2687" name="잉크 582686">
                  <a:extLst>
                    <a:ext uri="{FF2B5EF4-FFF2-40B4-BE49-F238E27FC236}">
                      <a16:creationId xmlns:a16="http://schemas.microsoft.com/office/drawing/2014/main" id="{FC3BEEC2-0C5B-986D-0731-1B6F00766BB8}"/>
                    </a:ext>
                  </a:extLst>
                </p14:cNvPr>
                <p14:cNvContentPartPr/>
                <p14:nvPr/>
              </p14:nvContentPartPr>
              <p14:xfrm>
                <a:off x="5595877" y="5972238"/>
                <a:ext cx="82080" cy="73440"/>
              </p14:xfrm>
            </p:contentPart>
          </mc:Choice>
          <mc:Fallback>
            <p:pic>
              <p:nvPicPr>
                <p:cNvPr id="582687" name="잉크 582686">
                  <a:extLst>
                    <a:ext uri="{FF2B5EF4-FFF2-40B4-BE49-F238E27FC236}">
                      <a16:creationId xmlns:a16="http://schemas.microsoft.com/office/drawing/2014/main" id="{FC3BEEC2-0C5B-986D-0731-1B6F00766B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86877" y="5963238"/>
                  <a:ext cx="99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2688" name="잉크 582687">
                  <a:extLst>
                    <a:ext uri="{FF2B5EF4-FFF2-40B4-BE49-F238E27FC236}">
                      <a16:creationId xmlns:a16="http://schemas.microsoft.com/office/drawing/2014/main" id="{92BE7ACD-E9B8-FDE2-AA00-EC5E16FF8E19}"/>
                    </a:ext>
                  </a:extLst>
                </p14:cNvPr>
                <p14:cNvContentPartPr/>
                <p14:nvPr/>
              </p14:nvContentPartPr>
              <p14:xfrm>
                <a:off x="5614237" y="6057198"/>
                <a:ext cx="135000" cy="90360"/>
              </p14:xfrm>
            </p:contentPart>
          </mc:Choice>
          <mc:Fallback>
            <p:pic>
              <p:nvPicPr>
                <p:cNvPr id="582688" name="잉크 582687">
                  <a:extLst>
                    <a:ext uri="{FF2B5EF4-FFF2-40B4-BE49-F238E27FC236}">
                      <a16:creationId xmlns:a16="http://schemas.microsoft.com/office/drawing/2014/main" id="{92BE7ACD-E9B8-FDE2-AA00-EC5E16FF8E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05237" y="6048198"/>
                  <a:ext cx="152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2689" name="잉크 582688">
                  <a:extLst>
                    <a:ext uri="{FF2B5EF4-FFF2-40B4-BE49-F238E27FC236}">
                      <a16:creationId xmlns:a16="http://schemas.microsoft.com/office/drawing/2014/main" id="{8C7236C2-CFDB-8D0B-176F-D3BE10E01BC2}"/>
                    </a:ext>
                  </a:extLst>
                </p14:cNvPr>
                <p14:cNvContentPartPr/>
                <p14:nvPr/>
              </p14:nvContentPartPr>
              <p14:xfrm>
                <a:off x="5739157" y="5998518"/>
                <a:ext cx="118800" cy="116640"/>
              </p14:xfrm>
            </p:contentPart>
          </mc:Choice>
          <mc:Fallback>
            <p:pic>
              <p:nvPicPr>
                <p:cNvPr id="582689" name="잉크 582688">
                  <a:extLst>
                    <a:ext uri="{FF2B5EF4-FFF2-40B4-BE49-F238E27FC236}">
                      <a16:creationId xmlns:a16="http://schemas.microsoft.com/office/drawing/2014/main" id="{8C7236C2-CFDB-8D0B-176F-D3BE10E01BC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30157" y="5989878"/>
                  <a:ext cx="136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2690" name="잉크 582689">
                  <a:extLst>
                    <a:ext uri="{FF2B5EF4-FFF2-40B4-BE49-F238E27FC236}">
                      <a16:creationId xmlns:a16="http://schemas.microsoft.com/office/drawing/2014/main" id="{ECFDEF68-C0BE-077D-3264-8AEB66E6A530}"/>
                    </a:ext>
                  </a:extLst>
                </p14:cNvPr>
                <p14:cNvContentPartPr/>
                <p14:nvPr/>
              </p14:nvContentPartPr>
              <p14:xfrm>
                <a:off x="5870557" y="5985198"/>
                <a:ext cx="20160" cy="244440"/>
              </p14:xfrm>
            </p:contentPart>
          </mc:Choice>
          <mc:Fallback>
            <p:pic>
              <p:nvPicPr>
                <p:cNvPr id="582690" name="잉크 582689">
                  <a:extLst>
                    <a:ext uri="{FF2B5EF4-FFF2-40B4-BE49-F238E27FC236}">
                      <a16:creationId xmlns:a16="http://schemas.microsoft.com/office/drawing/2014/main" id="{ECFDEF68-C0BE-077D-3264-8AEB66E6A53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61917" y="5976558"/>
                  <a:ext cx="3780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698" name="그룹 582697">
            <a:extLst>
              <a:ext uri="{FF2B5EF4-FFF2-40B4-BE49-F238E27FC236}">
                <a16:creationId xmlns:a16="http://schemas.microsoft.com/office/drawing/2014/main" id="{1E32D3DF-4E5A-8275-58D8-461908BF187A}"/>
              </a:ext>
            </a:extLst>
          </p:cNvPr>
          <p:cNvGrpSpPr/>
          <p:nvPr/>
        </p:nvGrpSpPr>
        <p:grpSpPr>
          <a:xfrm>
            <a:off x="5609557" y="5504598"/>
            <a:ext cx="322560" cy="282960"/>
            <a:chOff x="5609557" y="5504598"/>
            <a:chExt cx="32256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2692" name="잉크 582691">
                  <a:extLst>
                    <a:ext uri="{FF2B5EF4-FFF2-40B4-BE49-F238E27FC236}">
                      <a16:creationId xmlns:a16="http://schemas.microsoft.com/office/drawing/2014/main" id="{1E0CBB61-DFBC-8271-8A74-5CB5C392E9C4}"/>
                    </a:ext>
                  </a:extLst>
                </p14:cNvPr>
                <p14:cNvContentPartPr/>
                <p14:nvPr/>
              </p14:nvContentPartPr>
              <p14:xfrm>
                <a:off x="5643037" y="5504598"/>
                <a:ext cx="67680" cy="133560"/>
              </p14:xfrm>
            </p:contentPart>
          </mc:Choice>
          <mc:Fallback>
            <p:pic>
              <p:nvPicPr>
                <p:cNvPr id="582692" name="잉크 582691">
                  <a:extLst>
                    <a:ext uri="{FF2B5EF4-FFF2-40B4-BE49-F238E27FC236}">
                      <a16:creationId xmlns:a16="http://schemas.microsoft.com/office/drawing/2014/main" id="{1E0CBB61-DFBC-8271-8A74-5CB5C392E9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34037" y="5495598"/>
                  <a:ext cx="85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2693" name="잉크 582692">
                  <a:extLst>
                    <a:ext uri="{FF2B5EF4-FFF2-40B4-BE49-F238E27FC236}">
                      <a16:creationId xmlns:a16="http://schemas.microsoft.com/office/drawing/2014/main" id="{13DD2CFE-B533-C791-B09C-7A84A3F6BC0A}"/>
                    </a:ext>
                  </a:extLst>
                </p14:cNvPr>
                <p14:cNvContentPartPr/>
                <p14:nvPr/>
              </p14:nvContentPartPr>
              <p14:xfrm>
                <a:off x="5609557" y="5687838"/>
                <a:ext cx="146160" cy="48600"/>
              </p14:xfrm>
            </p:contentPart>
          </mc:Choice>
          <mc:Fallback>
            <p:pic>
              <p:nvPicPr>
                <p:cNvPr id="582693" name="잉크 582692">
                  <a:extLst>
                    <a:ext uri="{FF2B5EF4-FFF2-40B4-BE49-F238E27FC236}">
                      <a16:creationId xmlns:a16="http://schemas.microsoft.com/office/drawing/2014/main" id="{13DD2CFE-B533-C791-B09C-7A84A3F6BC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00917" y="5679198"/>
                  <a:ext cx="163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2694" name="잉크 582693">
                  <a:extLst>
                    <a:ext uri="{FF2B5EF4-FFF2-40B4-BE49-F238E27FC236}">
                      <a16:creationId xmlns:a16="http://schemas.microsoft.com/office/drawing/2014/main" id="{28F0A4B2-6698-110B-43E7-97C5AD259550}"/>
                    </a:ext>
                  </a:extLst>
                </p14:cNvPr>
                <p14:cNvContentPartPr/>
                <p14:nvPr/>
              </p14:nvContentPartPr>
              <p14:xfrm>
                <a:off x="5749957" y="5550678"/>
                <a:ext cx="112680" cy="108720"/>
              </p14:xfrm>
            </p:contentPart>
          </mc:Choice>
          <mc:Fallback>
            <p:pic>
              <p:nvPicPr>
                <p:cNvPr id="582694" name="잉크 582693">
                  <a:extLst>
                    <a:ext uri="{FF2B5EF4-FFF2-40B4-BE49-F238E27FC236}">
                      <a16:creationId xmlns:a16="http://schemas.microsoft.com/office/drawing/2014/main" id="{28F0A4B2-6698-110B-43E7-97C5AD25955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40957" y="5542038"/>
                  <a:ext cx="130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82695" name="잉크 582694">
                  <a:extLst>
                    <a:ext uri="{FF2B5EF4-FFF2-40B4-BE49-F238E27FC236}">
                      <a16:creationId xmlns:a16="http://schemas.microsoft.com/office/drawing/2014/main" id="{998E912E-469D-6D9A-304B-9DCA01640446}"/>
                    </a:ext>
                  </a:extLst>
                </p14:cNvPr>
                <p14:cNvContentPartPr/>
                <p14:nvPr/>
              </p14:nvContentPartPr>
              <p14:xfrm>
                <a:off x="5878477" y="5542038"/>
                <a:ext cx="13320" cy="134640"/>
              </p14:xfrm>
            </p:contentPart>
          </mc:Choice>
          <mc:Fallback>
            <p:pic>
              <p:nvPicPr>
                <p:cNvPr id="582695" name="잉크 582694">
                  <a:extLst>
                    <a:ext uri="{FF2B5EF4-FFF2-40B4-BE49-F238E27FC236}">
                      <a16:creationId xmlns:a16="http://schemas.microsoft.com/office/drawing/2014/main" id="{998E912E-469D-6D9A-304B-9DCA0164044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69477" y="5533398"/>
                  <a:ext cx="30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2696" name="잉크 582695">
                  <a:extLst>
                    <a:ext uri="{FF2B5EF4-FFF2-40B4-BE49-F238E27FC236}">
                      <a16:creationId xmlns:a16="http://schemas.microsoft.com/office/drawing/2014/main" id="{29BFECA5-DE64-E22B-BAF5-2007DA7DAC46}"/>
                    </a:ext>
                  </a:extLst>
                </p14:cNvPr>
                <p14:cNvContentPartPr/>
                <p14:nvPr/>
              </p14:nvContentPartPr>
              <p14:xfrm>
                <a:off x="5771917" y="5673798"/>
                <a:ext cx="155160" cy="113760"/>
              </p14:xfrm>
            </p:contentPart>
          </mc:Choice>
          <mc:Fallback>
            <p:pic>
              <p:nvPicPr>
                <p:cNvPr id="582696" name="잉크 582695">
                  <a:extLst>
                    <a:ext uri="{FF2B5EF4-FFF2-40B4-BE49-F238E27FC236}">
                      <a16:creationId xmlns:a16="http://schemas.microsoft.com/office/drawing/2014/main" id="{29BFECA5-DE64-E22B-BAF5-2007DA7DAC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62917" y="5664798"/>
                  <a:ext cx="172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82697" name="잉크 582696">
                  <a:extLst>
                    <a:ext uri="{FF2B5EF4-FFF2-40B4-BE49-F238E27FC236}">
                      <a16:creationId xmlns:a16="http://schemas.microsoft.com/office/drawing/2014/main" id="{C8FACDD0-B310-263B-4EB5-B1399BED6535}"/>
                    </a:ext>
                  </a:extLst>
                </p14:cNvPr>
                <p14:cNvContentPartPr/>
                <p14:nvPr/>
              </p14:nvContentPartPr>
              <p14:xfrm>
                <a:off x="5812237" y="5728158"/>
                <a:ext cx="119880" cy="59400"/>
              </p14:xfrm>
            </p:contentPart>
          </mc:Choice>
          <mc:Fallback>
            <p:pic>
              <p:nvPicPr>
                <p:cNvPr id="582697" name="잉크 582696">
                  <a:extLst>
                    <a:ext uri="{FF2B5EF4-FFF2-40B4-BE49-F238E27FC236}">
                      <a16:creationId xmlns:a16="http://schemas.microsoft.com/office/drawing/2014/main" id="{C8FACDD0-B310-263B-4EB5-B1399BED65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03237" y="5719518"/>
                  <a:ext cx="1375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82699" name="잉크 582698">
                <a:extLst>
                  <a:ext uri="{FF2B5EF4-FFF2-40B4-BE49-F238E27FC236}">
                    <a16:creationId xmlns:a16="http://schemas.microsoft.com/office/drawing/2014/main" id="{FD4EC1A5-37E9-2FBF-17E0-F503D93D26CF}"/>
                  </a:ext>
                </a:extLst>
              </p14:cNvPr>
              <p14:cNvContentPartPr/>
              <p14:nvPr/>
            </p14:nvContentPartPr>
            <p14:xfrm>
              <a:off x="4058677" y="5203278"/>
              <a:ext cx="3546000" cy="102960"/>
            </p14:xfrm>
          </p:contentPart>
        </mc:Choice>
        <mc:Fallback>
          <p:pic>
            <p:nvPicPr>
              <p:cNvPr id="582699" name="잉크 582698">
                <a:extLst>
                  <a:ext uri="{FF2B5EF4-FFF2-40B4-BE49-F238E27FC236}">
                    <a16:creationId xmlns:a16="http://schemas.microsoft.com/office/drawing/2014/main" id="{FD4EC1A5-37E9-2FBF-17E0-F503D93D26C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23037" y="5131278"/>
                <a:ext cx="361764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2721" name="그룹 582720">
            <a:extLst>
              <a:ext uri="{FF2B5EF4-FFF2-40B4-BE49-F238E27FC236}">
                <a16:creationId xmlns:a16="http://schemas.microsoft.com/office/drawing/2014/main" id="{2671F381-043B-C132-1D53-46D8A4DE1736}"/>
              </a:ext>
            </a:extLst>
          </p:cNvPr>
          <p:cNvGrpSpPr/>
          <p:nvPr/>
        </p:nvGrpSpPr>
        <p:grpSpPr>
          <a:xfrm>
            <a:off x="920197" y="5477238"/>
            <a:ext cx="650520" cy="326880"/>
            <a:chOff x="920197" y="5477238"/>
            <a:chExt cx="65052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82700" name="잉크 582699">
                  <a:extLst>
                    <a:ext uri="{FF2B5EF4-FFF2-40B4-BE49-F238E27FC236}">
                      <a16:creationId xmlns:a16="http://schemas.microsoft.com/office/drawing/2014/main" id="{79D83361-1520-025B-9102-1FDF5CD4C557}"/>
                    </a:ext>
                  </a:extLst>
                </p14:cNvPr>
                <p14:cNvContentPartPr/>
                <p14:nvPr/>
              </p14:nvContentPartPr>
              <p14:xfrm>
                <a:off x="920197" y="5477238"/>
                <a:ext cx="71280" cy="96840"/>
              </p14:xfrm>
            </p:contentPart>
          </mc:Choice>
          <mc:Fallback>
            <p:pic>
              <p:nvPicPr>
                <p:cNvPr id="582700" name="잉크 582699">
                  <a:extLst>
                    <a:ext uri="{FF2B5EF4-FFF2-40B4-BE49-F238E27FC236}">
                      <a16:creationId xmlns:a16="http://schemas.microsoft.com/office/drawing/2014/main" id="{79D83361-1520-025B-9102-1FDF5CD4C55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1557" y="5468238"/>
                  <a:ext cx="88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82701" name="잉크 582700">
                  <a:extLst>
                    <a:ext uri="{FF2B5EF4-FFF2-40B4-BE49-F238E27FC236}">
                      <a16:creationId xmlns:a16="http://schemas.microsoft.com/office/drawing/2014/main" id="{0BD6DBC5-4C44-0001-E209-4263907EB9BB}"/>
                    </a:ext>
                  </a:extLst>
                </p14:cNvPr>
                <p14:cNvContentPartPr/>
                <p14:nvPr/>
              </p14:nvContentPartPr>
              <p14:xfrm>
                <a:off x="1019197" y="5481198"/>
                <a:ext cx="9360" cy="150840"/>
              </p14:xfrm>
            </p:contentPart>
          </mc:Choice>
          <mc:Fallback>
            <p:pic>
              <p:nvPicPr>
                <p:cNvPr id="582701" name="잉크 582700">
                  <a:extLst>
                    <a:ext uri="{FF2B5EF4-FFF2-40B4-BE49-F238E27FC236}">
                      <a16:creationId xmlns:a16="http://schemas.microsoft.com/office/drawing/2014/main" id="{0BD6DBC5-4C44-0001-E209-4263907EB9B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0197" y="5472558"/>
                  <a:ext cx="27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82702" name="잉크 582701">
                  <a:extLst>
                    <a:ext uri="{FF2B5EF4-FFF2-40B4-BE49-F238E27FC236}">
                      <a16:creationId xmlns:a16="http://schemas.microsoft.com/office/drawing/2014/main" id="{2A3DBCBB-64C9-1255-57B1-60F64FA51F11}"/>
                    </a:ext>
                  </a:extLst>
                </p14:cNvPr>
                <p14:cNvContentPartPr/>
                <p14:nvPr/>
              </p14:nvContentPartPr>
              <p14:xfrm>
                <a:off x="960877" y="5559318"/>
                <a:ext cx="119520" cy="150120"/>
              </p14:xfrm>
            </p:contentPart>
          </mc:Choice>
          <mc:Fallback>
            <p:pic>
              <p:nvPicPr>
                <p:cNvPr id="582702" name="잉크 582701">
                  <a:extLst>
                    <a:ext uri="{FF2B5EF4-FFF2-40B4-BE49-F238E27FC236}">
                      <a16:creationId xmlns:a16="http://schemas.microsoft.com/office/drawing/2014/main" id="{2A3DBCBB-64C9-1255-57B1-60F64FA51F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2237" y="5550678"/>
                  <a:ext cx="137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82703" name="잉크 582702">
                  <a:extLst>
                    <a:ext uri="{FF2B5EF4-FFF2-40B4-BE49-F238E27FC236}">
                      <a16:creationId xmlns:a16="http://schemas.microsoft.com/office/drawing/2014/main" id="{D7A4FC39-C8F1-CE25-A3E7-8CFDEE7C80A3}"/>
                    </a:ext>
                  </a:extLst>
                </p14:cNvPr>
                <p14:cNvContentPartPr/>
                <p14:nvPr/>
              </p14:nvContentPartPr>
              <p14:xfrm>
                <a:off x="1078957" y="5507838"/>
                <a:ext cx="48960" cy="113400"/>
              </p14:xfrm>
            </p:contentPart>
          </mc:Choice>
          <mc:Fallback>
            <p:pic>
              <p:nvPicPr>
                <p:cNvPr id="582703" name="잉크 582702">
                  <a:extLst>
                    <a:ext uri="{FF2B5EF4-FFF2-40B4-BE49-F238E27FC236}">
                      <a16:creationId xmlns:a16="http://schemas.microsoft.com/office/drawing/2014/main" id="{D7A4FC39-C8F1-CE25-A3E7-8CFDEE7C80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9957" y="5498838"/>
                  <a:ext cx="66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82704" name="잉크 582703">
                  <a:extLst>
                    <a:ext uri="{FF2B5EF4-FFF2-40B4-BE49-F238E27FC236}">
                      <a16:creationId xmlns:a16="http://schemas.microsoft.com/office/drawing/2014/main" id="{1BD58C5C-0870-077E-BEBD-05A6591E9CA8}"/>
                    </a:ext>
                  </a:extLst>
                </p14:cNvPr>
                <p14:cNvContentPartPr/>
                <p14:nvPr/>
              </p14:nvContentPartPr>
              <p14:xfrm>
                <a:off x="1109197" y="5510718"/>
                <a:ext cx="87120" cy="150120"/>
              </p14:xfrm>
            </p:contentPart>
          </mc:Choice>
          <mc:Fallback>
            <p:pic>
              <p:nvPicPr>
                <p:cNvPr id="582704" name="잉크 582703">
                  <a:extLst>
                    <a:ext uri="{FF2B5EF4-FFF2-40B4-BE49-F238E27FC236}">
                      <a16:creationId xmlns:a16="http://schemas.microsoft.com/office/drawing/2014/main" id="{1BD58C5C-0870-077E-BEBD-05A6591E9CA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0557" y="5501718"/>
                  <a:ext cx="104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82705" name="잉크 582704">
                  <a:extLst>
                    <a:ext uri="{FF2B5EF4-FFF2-40B4-BE49-F238E27FC236}">
                      <a16:creationId xmlns:a16="http://schemas.microsoft.com/office/drawing/2014/main" id="{E923FF5A-B39D-77B4-20A4-D875D3D03CA2}"/>
                    </a:ext>
                  </a:extLst>
                </p14:cNvPr>
                <p14:cNvContentPartPr/>
                <p14:nvPr/>
              </p14:nvContentPartPr>
              <p14:xfrm>
                <a:off x="1123237" y="5637798"/>
                <a:ext cx="97560" cy="114480"/>
              </p14:xfrm>
            </p:contentPart>
          </mc:Choice>
          <mc:Fallback>
            <p:pic>
              <p:nvPicPr>
                <p:cNvPr id="582705" name="잉크 582704">
                  <a:extLst>
                    <a:ext uri="{FF2B5EF4-FFF2-40B4-BE49-F238E27FC236}">
                      <a16:creationId xmlns:a16="http://schemas.microsoft.com/office/drawing/2014/main" id="{E923FF5A-B39D-77B4-20A4-D875D3D03CA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4597" y="5629158"/>
                  <a:ext cx="115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82706" name="잉크 582705">
                  <a:extLst>
                    <a:ext uri="{FF2B5EF4-FFF2-40B4-BE49-F238E27FC236}">
                      <a16:creationId xmlns:a16="http://schemas.microsoft.com/office/drawing/2014/main" id="{F449E8BE-98CC-09C3-592D-EF1EEEC5D9D9}"/>
                    </a:ext>
                  </a:extLst>
                </p14:cNvPr>
                <p14:cNvContentPartPr/>
                <p14:nvPr/>
              </p14:nvContentPartPr>
              <p14:xfrm>
                <a:off x="1218997" y="5585598"/>
                <a:ext cx="90720" cy="92160"/>
              </p14:xfrm>
            </p:contentPart>
          </mc:Choice>
          <mc:Fallback>
            <p:pic>
              <p:nvPicPr>
                <p:cNvPr id="582706" name="잉크 582705">
                  <a:extLst>
                    <a:ext uri="{FF2B5EF4-FFF2-40B4-BE49-F238E27FC236}">
                      <a16:creationId xmlns:a16="http://schemas.microsoft.com/office/drawing/2014/main" id="{F449E8BE-98CC-09C3-592D-EF1EEEC5D9D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10357" y="5576598"/>
                  <a:ext cx="10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82707" name="잉크 582706">
                  <a:extLst>
                    <a:ext uri="{FF2B5EF4-FFF2-40B4-BE49-F238E27FC236}">
                      <a16:creationId xmlns:a16="http://schemas.microsoft.com/office/drawing/2014/main" id="{D7B0A749-62E0-CD58-9268-2D91716E4E3F}"/>
                    </a:ext>
                  </a:extLst>
                </p14:cNvPr>
                <p14:cNvContentPartPr/>
                <p14:nvPr/>
              </p14:nvContentPartPr>
              <p14:xfrm>
                <a:off x="1335637" y="5569038"/>
                <a:ext cx="16920" cy="144360"/>
              </p14:xfrm>
            </p:contentPart>
          </mc:Choice>
          <mc:Fallback>
            <p:pic>
              <p:nvPicPr>
                <p:cNvPr id="582707" name="잉크 582706">
                  <a:extLst>
                    <a:ext uri="{FF2B5EF4-FFF2-40B4-BE49-F238E27FC236}">
                      <a16:creationId xmlns:a16="http://schemas.microsoft.com/office/drawing/2014/main" id="{D7B0A749-62E0-CD58-9268-2D91716E4E3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26637" y="5560398"/>
                  <a:ext cx="34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82708" name="잉크 582707">
                  <a:extLst>
                    <a:ext uri="{FF2B5EF4-FFF2-40B4-BE49-F238E27FC236}">
                      <a16:creationId xmlns:a16="http://schemas.microsoft.com/office/drawing/2014/main" id="{1FC815AF-D673-8879-F24D-98343CDFBA6C}"/>
                    </a:ext>
                  </a:extLst>
                </p14:cNvPr>
                <p14:cNvContentPartPr/>
                <p14:nvPr/>
              </p14:nvContentPartPr>
              <p14:xfrm>
                <a:off x="1393597" y="5541678"/>
                <a:ext cx="83160" cy="125280"/>
              </p14:xfrm>
            </p:contentPart>
          </mc:Choice>
          <mc:Fallback>
            <p:pic>
              <p:nvPicPr>
                <p:cNvPr id="582708" name="잉크 582707">
                  <a:extLst>
                    <a:ext uri="{FF2B5EF4-FFF2-40B4-BE49-F238E27FC236}">
                      <a16:creationId xmlns:a16="http://schemas.microsoft.com/office/drawing/2014/main" id="{1FC815AF-D673-8879-F24D-98343CDFBA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84597" y="5533038"/>
                  <a:ext cx="100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82709" name="잉크 582708">
                  <a:extLst>
                    <a:ext uri="{FF2B5EF4-FFF2-40B4-BE49-F238E27FC236}">
                      <a16:creationId xmlns:a16="http://schemas.microsoft.com/office/drawing/2014/main" id="{8147AD96-7B28-6A20-A58D-B8F4F68D98CB}"/>
                    </a:ext>
                  </a:extLst>
                </p14:cNvPr>
                <p14:cNvContentPartPr/>
                <p14:nvPr/>
              </p14:nvContentPartPr>
              <p14:xfrm>
                <a:off x="1427077" y="5657598"/>
                <a:ext cx="143640" cy="146520"/>
              </p14:xfrm>
            </p:contentPart>
          </mc:Choice>
          <mc:Fallback>
            <p:pic>
              <p:nvPicPr>
                <p:cNvPr id="582709" name="잉크 582708">
                  <a:extLst>
                    <a:ext uri="{FF2B5EF4-FFF2-40B4-BE49-F238E27FC236}">
                      <a16:creationId xmlns:a16="http://schemas.microsoft.com/office/drawing/2014/main" id="{8147AD96-7B28-6A20-A58D-B8F4F68D98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18077" y="5648958"/>
                  <a:ext cx="16128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720" name="그룹 582719">
            <a:extLst>
              <a:ext uri="{FF2B5EF4-FFF2-40B4-BE49-F238E27FC236}">
                <a16:creationId xmlns:a16="http://schemas.microsoft.com/office/drawing/2014/main" id="{97694FE3-D776-1631-8625-9775FDCEB620}"/>
              </a:ext>
            </a:extLst>
          </p:cNvPr>
          <p:cNvGrpSpPr/>
          <p:nvPr/>
        </p:nvGrpSpPr>
        <p:grpSpPr>
          <a:xfrm>
            <a:off x="1743517" y="5537358"/>
            <a:ext cx="711720" cy="277920"/>
            <a:chOff x="1743517" y="5537358"/>
            <a:chExt cx="71172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82710" name="잉크 582709">
                  <a:extLst>
                    <a:ext uri="{FF2B5EF4-FFF2-40B4-BE49-F238E27FC236}">
                      <a16:creationId xmlns:a16="http://schemas.microsoft.com/office/drawing/2014/main" id="{BBDF74BE-1B1F-0402-D2C1-FF97669B17EE}"/>
                    </a:ext>
                  </a:extLst>
                </p14:cNvPr>
                <p14:cNvContentPartPr/>
                <p14:nvPr/>
              </p14:nvContentPartPr>
              <p14:xfrm>
                <a:off x="1743517" y="5565798"/>
                <a:ext cx="27000" cy="133200"/>
              </p14:xfrm>
            </p:contentPart>
          </mc:Choice>
          <mc:Fallback>
            <p:pic>
              <p:nvPicPr>
                <p:cNvPr id="582710" name="잉크 582709">
                  <a:extLst>
                    <a:ext uri="{FF2B5EF4-FFF2-40B4-BE49-F238E27FC236}">
                      <a16:creationId xmlns:a16="http://schemas.microsoft.com/office/drawing/2014/main" id="{BBDF74BE-1B1F-0402-D2C1-FF97669B17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34877" y="5557158"/>
                  <a:ext cx="44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82711" name="잉크 582710">
                  <a:extLst>
                    <a:ext uri="{FF2B5EF4-FFF2-40B4-BE49-F238E27FC236}">
                      <a16:creationId xmlns:a16="http://schemas.microsoft.com/office/drawing/2014/main" id="{00AB0D7C-737A-4290-6314-5B283D6F6F72}"/>
                    </a:ext>
                  </a:extLst>
                </p14:cNvPr>
                <p14:cNvContentPartPr/>
                <p14:nvPr/>
              </p14:nvContentPartPr>
              <p14:xfrm>
                <a:off x="1754677" y="5550318"/>
                <a:ext cx="60840" cy="199080"/>
              </p14:xfrm>
            </p:contentPart>
          </mc:Choice>
          <mc:Fallback>
            <p:pic>
              <p:nvPicPr>
                <p:cNvPr id="582711" name="잉크 582710">
                  <a:extLst>
                    <a:ext uri="{FF2B5EF4-FFF2-40B4-BE49-F238E27FC236}">
                      <a16:creationId xmlns:a16="http://schemas.microsoft.com/office/drawing/2014/main" id="{00AB0D7C-737A-4290-6314-5B283D6F6F7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46037" y="5541318"/>
                  <a:ext cx="78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82712" name="잉크 582711">
                  <a:extLst>
                    <a:ext uri="{FF2B5EF4-FFF2-40B4-BE49-F238E27FC236}">
                      <a16:creationId xmlns:a16="http://schemas.microsoft.com/office/drawing/2014/main" id="{EDB3CB8C-C3C2-269D-D64E-C6F3E22D374B}"/>
                    </a:ext>
                  </a:extLst>
                </p14:cNvPr>
                <p14:cNvContentPartPr/>
                <p14:nvPr/>
              </p14:nvContentPartPr>
              <p14:xfrm>
                <a:off x="1848997" y="5573358"/>
                <a:ext cx="71640" cy="120960"/>
              </p14:xfrm>
            </p:contentPart>
          </mc:Choice>
          <mc:Fallback>
            <p:pic>
              <p:nvPicPr>
                <p:cNvPr id="582712" name="잉크 582711">
                  <a:extLst>
                    <a:ext uri="{FF2B5EF4-FFF2-40B4-BE49-F238E27FC236}">
                      <a16:creationId xmlns:a16="http://schemas.microsoft.com/office/drawing/2014/main" id="{EDB3CB8C-C3C2-269D-D64E-C6F3E22D374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40357" y="5564358"/>
                  <a:ext cx="89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82713" name="잉크 582712">
                  <a:extLst>
                    <a:ext uri="{FF2B5EF4-FFF2-40B4-BE49-F238E27FC236}">
                      <a16:creationId xmlns:a16="http://schemas.microsoft.com/office/drawing/2014/main" id="{1EB82669-911F-F13A-2BC3-DFEA94B999C0}"/>
                    </a:ext>
                  </a:extLst>
                </p14:cNvPr>
                <p14:cNvContentPartPr/>
                <p14:nvPr/>
              </p14:nvContentPartPr>
              <p14:xfrm>
                <a:off x="1914157" y="5552838"/>
                <a:ext cx="116280" cy="118800"/>
              </p14:xfrm>
            </p:contentPart>
          </mc:Choice>
          <mc:Fallback>
            <p:pic>
              <p:nvPicPr>
                <p:cNvPr id="582713" name="잉크 582712">
                  <a:extLst>
                    <a:ext uri="{FF2B5EF4-FFF2-40B4-BE49-F238E27FC236}">
                      <a16:creationId xmlns:a16="http://schemas.microsoft.com/office/drawing/2014/main" id="{1EB82669-911F-F13A-2BC3-DFEA94B999C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05517" y="5543838"/>
                  <a:ext cx="133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82714" name="잉크 582713">
                  <a:extLst>
                    <a:ext uri="{FF2B5EF4-FFF2-40B4-BE49-F238E27FC236}">
                      <a16:creationId xmlns:a16="http://schemas.microsoft.com/office/drawing/2014/main" id="{01A11D49-794F-46CA-1233-49F48E459F8F}"/>
                    </a:ext>
                  </a:extLst>
                </p14:cNvPr>
                <p14:cNvContentPartPr/>
                <p14:nvPr/>
              </p14:nvContentPartPr>
              <p14:xfrm>
                <a:off x="2058877" y="5537358"/>
                <a:ext cx="66600" cy="133200"/>
              </p14:xfrm>
            </p:contentPart>
          </mc:Choice>
          <mc:Fallback>
            <p:pic>
              <p:nvPicPr>
                <p:cNvPr id="582714" name="잉크 582713">
                  <a:extLst>
                    <a:ext uri="{FF2B5EF4-FFF2-40B4-BE49-F238E27FC236}">
                      <a16:creationId xmlns:a16="http://schemas.microsoft.com/office/drawing/2014/main" id="{01A11D49-794F-46CA-1233-49F48E459F8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50237" y="5528718"/>
                  <a:ext cx="84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82715" name="잉크 582714">
                  <a:extLst>
                    <a:ext uri="{FF2B5EF4-FFF2-40B4-BE49-F238E27FC236}">
                      <a16:creationId xmlns:a16="http://schemas.microsoft.com/office/drawing/2014/main" id="{06CC6C71-779D-DFFD-ED3B-9CA584555914}"/>
                    </a:ext>
                  </a:extLst>
                </p14:cNvPr>
                <p14:cNvContentPartPr/>
                <p14:nvPr/>
              </p14:nvContentPartPr>
              <p14:xfrm>
                <a:off x="2015677" y="5648958"/>
                <a:ext cx="110160" cy="166320"/>
              </p14:xfrm>
            </p:contentPart>
          </mc:Choice>
          <mc:Fallback>
            <p:pic>
              <p:nvPicPr>
                <p:cNvPr id="582715" name="잉크 582714">
                  <a:extLst>
                    <a:ext uri="{FF2B5EF4-FFF2-40B4-BE49-F238E27FC236}">
                      <a16:creationId xmlns:a16="http://schemas.microsoft.com/office/drawing/2014/main" id="{06CC6C71-779D-DFFD-ED3B-9CA58455591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06677" y="5639958"/>
                  <a:ext cx="127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82716" name="잉크 582715">
                  <a:extLst>
                    <a:ext uri="{FF2B5EF4-FFF2-40B4-BE49-F238E27FC236}">
                      <a16:creationId xmlns:a16="http://schemas.microsoft.com/office/drawing/2014/main" id="{CA442444-9D61-B3A7-7FEF-AAAC1310147B}"/>
                    </a:ext>
                  </a:extLst>
                </p14:cNvPr>
                <p14:cNvContentPartPr/>
                <p14:nvPr/>
              </p14:nvContentPartPr>
              <p14:xfrm>
                <a:off x="2043757" y="5653278"/>
                <a:ext cx="165960" cy="112320"/>
              </p14:xfrm>
            </p:contentPart>
          </mc:Choice>
          <mc:Fallback>
            <p:pic>
              <p:nvPicPr>
                <p:cNvPr id="582716" name="잉크 582715">
                  <a:extLst>
                    <a:ext uri="{FF2B5EF4-FFF2-40B4-BE49-F238E27FC236}">
                      <a16:creationId xmlns:a16="http://schemas.microsoft.com/office/drawing/2014/main" id="{CA442444-9D61-B3A7-7FEF-AAAC1310147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34757" y="5644638"/>
                  <a:ext cx="183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82717" name="잉크 582716">
                  <a:extLst>
                    <a:ext uri="{FF2B5EF4-FFF2-40B4-BE49-F238E27FC236}">
                      <a16:creationId xmlns:a16="http://schemas.microsoft.com/office/drawing/2014/main" id="{E552751A-D46D-A205-1707-4E4FCB8FC686}"/>
                    </a:ext>
                  </a:extLst>
                </p14:cNvPr>
                <p14:cNvContentPartPr/>
                <p14:nvPr/>
              </p14:nvContentPartPr>
              <p14:xfrm>
                <a:off x="2229517" y="5622318"/>
                <a:ext cx="18360" cy="174960"/>
              </p14:xfrm>
            </p:contentPart>
          </mc:Choice>
          <mc:Fallback>
            <p:pic>
              <p:nvPicPr>
                <p:cNvPr id="582717" name="잉크 582716">
                  <a:extLst>
                    <a:ext uri="{FF2B5EF4-FFF2-40B4-BE49-F238E27FC236}">
                      <a16:creationId xmlns:a16="http://schemas.microsoft.com/office/drawing/2014/main" id="{E552751A-D46D-A205-1707-4E4FCB8FC68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20877" y="5613318"/>
                  <a:ext cx="36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82718" name="잉크 582717">
                  <a:extLst>
                    <a:ext uri="{FF2B5EF4-FFF2-40B4-BE49-F238E27FC236}">
                      <a16:creationId xmlns:a16="http://schemas.microsoft.com/office/drawing/2014/main" id="{83A56B50-7563-3B2B-B2EF-786F91CD4258}"/>
                    </a:ext>
                  </a:extLst>
                </p14:cNvPr>
                <p14:cNvContentPartPr/>
                <p14:nvPr/>
              </p14:nvContentPartPr>
              <p14:xfrm>
                <a:off x="2275957" y="5584878"/>
                <a:ext cx="126000" cy="107640"/>
              </p14:xfrm>
            </p:contentPart>
          </mc:Choice>
          <mc:Fallback>
            <p:pic>
              <p:nvPicPr>
                <p:cNvPr id="582718" name="잉크 582717">
                  <a:extLst>
                    <a:ext uri="{FF2B5EF4-FFF2-40B4-BE49-F238E27FC236}">
                      <a16:creationId xmlns:a16="http://schemas.microsoft.com/office/drawing/2014/main" id="{83A56B50-7563-3B2B-B2EF-786F91CD425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66957" y="5576238"/>
                  <a:ext cx="143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82719" name="잉크 582718">
                  <a:extLst>
                    <a:ext uri="{FF2B5EF4-FFF2-40B4-BE49-F238E27FC236}">
                      <a16:creationId xmlns:a16="http://schemas.microsoft.com/office/drawing/2014/main" id="{9403CDCB-EF7E-EC9F-A916-3FC3D85C7FB3}"/>
                    </a:ext>
                  </a:extLst>
                </p14:cNvPr>
                <p14:cNvContentPartPr/>
                <p14:nvPr/>
              </p14:nvContentPartPr>
              <p14:xfrm>
                <a:off x="2307637" y="5684238"/>
                <a:ext cx="147600" cy="129240"/>
              </p14:xfrm>
            </p:contentPart>
          </mc:Choice>
          <mc:Fallback>
            <p:pic>
              <p:nvPicPr>
                <p:cNvPr id="582719" name="잉크 582718">
                  <a:extLst>
                    <a:ext uri="{FF2B5EF4-FFF2-40B4-BE49-F238E27FC236}">
                      <a16:creationId xmlns:a16="http://schemas.microsoft.com/office/drawing/2014/main" id="{9403CDCB-EF7E-EC9F-A916-3FC3D85C7FB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8637" y="5675238"/>
                  <a:ext cx="1652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741" name="그룹 582740">
            <a:extLst>
              <a:ext uri="{FF2B5EF4-FFF2-40B4-BE49-F238E27FC236}">
                <a16:creationId xmlns:a16="http://schemas.microsoft.com/office/drawing/2014/main" id="{F9067C56-4E90-202F-2C21-C60504F5A520}"/>
              </a:ext>
            </a:extLst>
          </p:cNvPr>
          <p:cNvGrpSpPr/>
          <p:nvPr/>
        </p:nvGrpSpPr>
        <p:grpSpPr>
          <a:xfrm>
            <a:off x="972757" y="6011838"/>
            <a:ext cx="1632240" cy="294840"/>
            <a:chOff x="972757" y="6011838"/>
            <a:chExt cx="163224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82722" name="잉크 582721">
                  <a:extLst>
                    <a:ext uri="{FF2B5EF4-FFF2-40B4-BE49-F238E27FC236}">
                      <a16:creationId xmlns:a16="http://schemas.microsoft.com/office/drawing/2014/main" id="{2096C4B4-6EAD-21A5-BBBB-BD09EA315E62}"/>
                    </a:ext>
                  </a:extLst>
                </p14:cNvPr>
                <p14:cNvContentPartPr/>
                <p14:nvPr/>
              </p14:nvContentPartPr>
              <p14:xfrm>
                <a:off x="972757" y="6029838"/>
                <a:ext cx="52560" cy="104760"/>
              </p14:xfrm>
            </p:contentPart>
          </mc:Choice>
          <mc:Fallback>
            <p:pic>
              <p:nvPicPr>
                <p:cNvPr id="582722" name="잉크 582721">
                  <a:extLst>
                    <a:ext uri="{FF2B5EF4-FFF2-40B4-BE49-F238E27FC236}">
                      <a16:creationId xmlns:a16="http://schemas.microsoft.com/office/drawing/2014/main" id="{2096C4B4-6EAD-21A5-BBBB-BD09EA315E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4117" y="6021198"/>
                  <a:ext cx="70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82723" name="잉크 582722">
                  <a:extLst>
                    <a:ext uri="{FF2B5EF4-FFF2-40B4-BE49-F238E27FC236}">
                      <a16:creationId xmlns:a16="http://schemas.microsoft.com/office/drawing/2014/main" id="{A7FAA0F2-3D33-CB55-D8DA-902E2697152C}"/>
                    </a:ext>
                  </a:extLst>
                </p14:cNvPr>
                <p14:cNvContentPartPr/>
                <p14:nvPr/>
              </p14:nvContentPartPr>
              <p14:xfrm>
                <a:off x="1020637" y="6011838"/>
                <a:ext cx="87480" cy="92880"/>
              </p14:xfrm>
            </p:contentPart>
          </mc:Choice>
          <mc:Fallback>
            <p:pic>
              <p:nvPicPr>
                <p:cNvPr id="582723" name="잉크 582722">
                  <a:extLst>
                    <a:ext uri="{FF2B5EF4-FFF2-40B4-BE49-F238E27FC236}">
                      <a16:creationId xmlns:a16="http://schemas.microsoft.com/office/drawing/2014/main" id="{A7FAA0F2-3D33-CB55-D8DA-902E2697152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1637" y="6002838"/>
                  <a:ext cx="105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82724" name="잉크 582723">
                  <a:extLst>
                    <a:ext uri="{FF2B5EF4-FFF2-40B4-BE49-F238E27FC236}">
                      <a16:creationId xmlns:a16="http://schemas.microsoft.com/office/drawing/2014/main" id="{F9DD109F-6FFA-FAFE-CE59-AFBCD9E37B1E}"/>
                    </a:ext>
                  </a:extLst>
                </p14:cNvPr>
                <p14:cNvContentPartPr/>
                <p14:nvPr/>
              </p14:nvContentPartPr>
              <p14:xfrm>
                <a:off x="1026757" y="6089958"/>
                <a:ext cx="85320" cy="122040"/>
              </p14:xfrm>
            </p:contentPart>
          </mc:Choice>
          <mc:Fallback>
            <p:pic>
              <p:nvPicPr>
                <p:cNvPr id="582724" name="잉크 582723">
                  <a:extLst>
                    <a:ext uri="{FF2B5EF4-FFF2-40B4-BE49-F238E27FC236}">
                      <a16:creationId xmlns:a16="http://schemas.microsoft.com/office/drawing/2014/main" id="{F9DD109F-6FFA-FAFE-CE59-AFBCD9E37B1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7757" y="6080958"/>
                  <a:ext cx="102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82725" name="잉크 582724">
                  <a:extLst>
                    <a:ext uri="{FF2B5EF4-FFF2-40B4-BE49-F238E27FC236}">
                      <a16:creationId xmlns:a16="http://schemas.microsoft.com/office/drawing/2014/main" id="{91B2B34E-F00E-A2A5-DC85-63165B5508D1}"/>
                    </a:ext>
                  </a:extLst>
                </p14:cNvPr>
                <p14:cNvContentPartPr/>
                <p14:nvPr/>
              </p14:nvContentPartPr>
              <p14:xfrm>
                <a:off x="1054477" y="6092838"/>
                <a:ext cx="148680" cy="186840"/>
              </p14:xfrm>
            </p:contentPart>
          </mc:Choice>
          <mc:Fallback>
            <p:pic>
              <p:nvPicPr>
                <p:cNvPr id="582725" name="잉크 582724">
                  <a:extLst>
                    <a:ext uri="{FF2B5EF4-FFF2-40B4-BE49-F238E27FC236}">
                      <a16:creationId xmlns:a16="http://schemas.microsoft.com/office/drawing/2014/main" id="{91B2B34E-F00E-A2A5-DC85-63165B5508D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5477" y="6083838"/>
                  <a:ext cx="16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82726" name="잉크 582725">
                  <a:extLst>
                    <a:ext uri="{FF2B5EF4-FFF2-40B4-BE49-F238E27FC236}">
                      <a16:creationId xmlns:a16="http://schemas.microsoft.com/office/drawing/2014/main" id="{E1DE109D-5A36-57C1-087F-08716B46B4C2}"/>
                    </a:ext>
                  </a:extLst>
                </p14:cNvPr>
                <p14:cNvContentPartPr/>
                <p14:nvPr/>
              </p14:nvContentPartPr>
              <p14:xfrm>
                <a:off x="1227277" y="6046038"/>
                <a:ext cx="57240" cy="105120"/>
              </p14:xfrm>
            </p:contentPart>
          </mc:Choice>
          <mc:Fallback>
            <p:pic>
              <p:nvPicPr>
                <p:cNvPr id="582726" name="잉크 582725">
                  <a:extLst>
                    <a:ext uri="{FF2B5EF4-FFF2-40B4-BE49-F238E27FC236}">
                      <a16:creationId xmlns:a16="http://schemas.microsoft.com/office/drawing/2014/main" id="{E1DE109D-5A36-57C1-087F-08716B46B4C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18637" y="6037038"/>
                  <a:ext cx="74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82727" name="잉크 582726">
                  <a:extLst>
                    <a:ext uri="{FF2B5EF4-FFF2-40B4-BE49-F238E27FC236}">
                      <a16:creationId xmlns:a16="http://schemas.microsoft.com/office/drawing/2014/main" id="{A496FE9A-04D3-D909-CD9A-AED3327C2358}"/>
                    </a:ext>
                  </a:extLst>
                </p14:cNvPr>
                <p14:cNvContentPartPr/>
                <p14:nvPr/>
              </p14:nvContentPartPr>
              <p14:xfrm>
                <a:off x="1206757" y="6144678"/>
                <a:ext cx="108360" cy="162000"/>
              </p14:xfrm>
            </p:contentPart>
          </mc:Choice>
          <mc:Fallback>
            <p:pic>
              <p:nvPicPr>
                <p:cNvPr id="582727" name="잉크 582726">
                  <a:extLst>
                    <a:ext uri="{FF2B5EF4-FFF2-40B4-BE49-F238E27FC236}">
                      <a16:creationId xmlns:a16="http://schemas.microsoft.com/office/drawing/2014/main" id="{A496FE9A-04D3-D909-CD9A-AED3327C235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98117" y="6136038"/>
                  <a:ext cx="126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82728" name="잉크 582727">
                  <a:extLst>
                    <a:ext uri="{FF2B5EF4-FFF2-40B4-BE49-F238E27FC236}">
                      <a16:creationId xmlns:a16="http://schemas.microsoft.com/office/drawing/2014/main" id="{CA0FA1E7-C5DD-CD31-16AE-7E678D938EB6}"/>
                    </a:ext>
                  </a:extLst>
                </p14:cNvPr>
                <p14:cNvContentPartPr/>
                <p14:nvPr/>
              </p14:nvContentPartPr>
              <p14:xfrm>
                <a:off x="1328077" y="6086358"/>
                <a:ext cx="63720" cy="59040"/>
              </p14:xfrm>
            </p:contentPart>
          </mc:Choice>
          <mc:Fallback>
            <p:pic>
              <p:nvPicPr>
                <p:cNvPr id="582728" name="잉크 582727">
                  <a:extLst>
                    <a:ext uri="{FF2B5EF4-FFF2-40B4-BE49-F238E27FC236}">
                      <a16:creationId xmlns:a16="http://schemas.microsoft.com/office/drawing/2014/main" id="{CA0FA1E7-C5DD-CD31-16AE-7E678D938EB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19437" y="6077358"/>
                  <a:ext cx="813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82729" name="잉크 582728">
                  <a:extLst>
                    <a:ext uri="{FF2B5EF4-FFF2-40B4-BE49-F238E27FC236}">
                      <a16:creationId xmlns:a16="http://schemas.microsoft.com/office/drawing/2014/main" id="{8BF0FF18-F39E-36AA-8916-DFED62284660}"/>
                    </a:ext>
                  </a:extLst>
                </p14:cNvPr>
                <p14:cNvContentPartPr/>
                <p14:nvPr/>
              </p14:nvContentPartPr>
              <p14:xfrm>
                <a:off x="1352557" y="6165558"/>
                <a:ext cx="140760" cy="135360"/>
              </p14:xfrm>
            </p:contentPart>
          </mc:Choice>
          <mc:Fallback>
            <p:pic>
              <p:nvPicPr>
                <p:cNvPr id="582729" name="잉크 582728">
                  <a:extLst>
                    <a:ext uri="{FF2B5EF4-FFF2-40B4-BE49-F238E27FC236}">
                      <a16:creationId xmlns:a16="http://schemas.microsoft.com/office/drawing/2014/main" id="{8BF0FF18-F39E-36AA-8916-DFED622846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43917" y="6156918"/>
                  <a:ext cx="158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82730" name="잉크 582729">
                  <a:extLst>
                    <a:ext uri="{FF2B5EF4-FFF2-40B4-BE49-F238E27FC236}">
                      <a16:creationId xmlns:a16="http://schemas.microsoft.com/office/drawing/2014/main" id="{FDB1DFCC-AF20-CBEB-7099-8A946C99C33C}"/>
                    </a:ext>
                  </a:extLst>
                </p14:cNvPr>
                <p14:cNvContentPartPr/>
                <p14:nvPr/>
              </p14:nvContentPartPr>
              <p14:xfrm>
                <a:off x="1622197" y="6068358"/>
                <a:ext cx="107280" cy="101520"/>
              </p14:xfrm>
            </p:contentPart>
          </mc:Choice>
          <mc:Fallback>
            <p:pic>
              <p:nvPicPr>
                <p:cNvPr id="582730" name="잉크 582729">
                  <a:extLst>
                    <a:ext uri="{FF2B5EF4-FFF2-40B4-BE49-F238E27FC236}">
                      <a16:creationId xmlns:a16="http://schemas.microsoft.com/office/drawing/2014/main" id="{FDB1DFCC-AF20-CBEB-7099-8A946C99C3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3197" y="6059718"/>
                  <a:ext cx="124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82731" name="잉크 582730">
                  <a:extLst>
                    <a:ext uri="{FF2B5EF4-FFF2-40B4-BE49-F238E27FC236}">
                      <a16:creationId xmlns:a16="http://schemas.microsoft.com/office/drawing/2014/main" id="{FA67859B-60A6-6B04-9B7D-03AF0A8B8021}"/>
                    </a:ext>
                  </a:extLst>
                </p14:cNvPr>
                <p14:cNvContentPartPr/>
                <p14:nvPr/>
              </p14:nvContentPartPr>
              <p14:xfrm>
                <a:off x="1667197" y="6153318"/>
                <a:ext cx="77760" cy="52560"/>
              </p14:xfrm>
            </p:contentPart>
          </mc:Choice>
          <mc:Fallback>
            <p:pic>
              <p:nvPicPr>
                <p:cNvPr id="582731" name="잉크 582730">
                  <a:extLst>
                    <a:ext uri="{FF2B5EF4-FFF2-40B4-BE49-F238E27FC236}">
                      <a16:creationId xmlns:a16="http://schemas.microsoft.com/office/drawing/2014/main" id="{FA67859B-60A6-6B04-9B7D-03AF0A8B802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58197" y="6144318"/>
                  <a:ext cx="95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82732" name="잉크 582731">
                  <a:extLst>
                    <a:ext uri="{FF2B5EF4-FFF2-40B4-BE49-F238E27FC236}">
                      <a16:creationId xmlns:a16="http://schemas.microsoft.com/office/drawing/2014/main" id="{507EF1CF-8B08-1EE8-6D2F-25217A690021}"/>
                    </a:ext>
                  </a:extLst>
                </p14:cNvPr>
                <p14:cNvContentPartPr/>
                <p14:nvPr/>
              </p14:nvContentPartPr>
              <p14:xfrm>
                <a:off x="1699597" y="6203358"/>
                <a:ext cx="82080" cy="92160"/>
              </p14:xfrm>
            </p:contentPart>
          </mc:Choice>
          <mc:Fallback>
            <p:pic>
              <p:nvPicPr>
                <p:cNvPr id="582732" name="잉크 582731">
                  <a:extLst>
                    <a:ext uri="{FF2B5EF4-FFF2-40B4-BE49-F238E27FC236}">
                      <a16:creationId xmlns:a16="http://schemas.microsoft.com/office/drawing/2014/main" id="{507EF1CF-8B08-1EE8-6D2F-25217A6900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90957" y="6194718"/>
                  <a:ext cx="99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82733" name="잉크 582732">
                  <a:extLst>
                    <a:ext uri="{FF2B5EF4-FFF2-40B4-BE49-F238E27FC236}">
                      <a16:creationId xmlns:a16="http://schemas.microsoft.com/office/drawing/2014/main" id="{DECBB245-2E0B-963F-BD3E-EBCA1E709221}"/>
                    </a:ext>
                  </a:extLst>
                </p14:cNvPr>
                <p14:cNvContentPartPr/>
                <p14:nvPr/>
              </p14:nvContentPartPr>
              <p14:xfrm>
                <a:off x="1778437" y="6074118"/>
                <a:ext cx="104760" cy="177120"/>
              </p14:xfrm>
            </p:contentPart>
          </mc:Choice>
          <mc:Fallback>
            <p:pic>
              <p:nvPicPr>
                <p:cNvPr id="582733" name="잉크 582732">
                  <a:extLst>
                    <a:ext uri="{FF2B5EF4-FFF2-40B4-BE49-F238E27FC236}">
                      <a16:creationId xmlns:a16="http://schemas.microsoft.com/office/drawing/2014/main" id="{DECBB245-2E0B-963F-BD3E-EBCA1E70922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9797" y="6065478"/>
                  <a:ext cx="122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582734" name="잉크 582733">
                  <a:extLst>
                    <a:ext uri="{FF2B5EF4-FFF2-40B4-BE49-F238E27FC236}">
                      <a16:creationId xmlns:a16="http://schemas.microsoft.com/office/drawing/2014/main" id="{AA7C9392-564E-61F7-9823-2E8ED6C25C8A}"/>
                    </a:ext>
                  </a:extLst>
                </p14:cNvPr>
                <p14:cNvContentPartPr/>
                <p14:nvPr/>
              </p14:nvContentPartPr>
              <p14:xfrm>
                <a:off x="1818397" y="6214878"/>
                <a:ext cx="126000" cy="78480"/>
              </p14:xfrm>
            </p:contentPart>
          </mc:Choice>
          <mc:Fallback>
            <p:pic>
              <p:nvPicPr>
                <p:cNvPr id="582734" name="잉크 582733">
                  <a:extLst>
                    <a:ext uri="{FF2B5EF4-FFF2-40B4-BE49-F238E27FC236}">
                      <a16:creationId xmlns:a16="http://schemas.microsoft.com/office/drawing/2014/main" id="{AA7C9392-564E-61F7-9823-2E8ED6C25C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09757" y="6205878"/>
                  <a:ext cx="143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582735" name="잉크 582734">
                  <a:extLst>
                    <a:ext uri="{FF2B5EF4-FFF2-40B4-BE49-F238E27FC236}">
                      <a16:creationId xmlns:a16="http://schemas.microsoft.com/office/drawing/2014/main" id="{9DBEB1EF-019C-92D1-A4F3-F5167A7401CB}"/>
                    </a:ext>
                  </a:extLst>
                </p14:cNvPr>
                <p14:cNvContentPartPr/>
                <p14:nvPr/>
              </p14:nvContentPartPr>
              <p14:xfrm>
                <a:off x="1927117" y="6088878"/>
                <a:ext cx="190080" cy="180360"/>
              </p14:xfrm>
            </p:contentPart>
          </mc:Choice>
          <mc:Fallback>
            <p:pic>
              <p:nvPicPr>
                <p:cNvPr id="582735" name="잉크 582734">
                  <a:extLst>
                    <a:ext uri="{FF2B5EF4-FFF2-40B4-BE49-F238E27FC236}">
                      <a16:creationId xmlns:a16="http://schemas.microsoft.com/office/drawing/2014/main" id="{9DBEB1EF-019C-92D1-A4F3-F5167A7401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8117" y="6080238"/>
                  <a:ext cx="207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82736" name="잉크 582735">
                  <a:extLst>
                    <a:ext uri="{FF2B5EF4-FFF2-40B4-BE49-F238E27FC236}">
                      <a16:creationId xmlns:a16="http://schemas.microsoft.com/office/drawing/2014/main" id="{AA86C8AF-BA0B-A69E-F51A-9D7077C02461}"/>
                    </a:ext>
                  </a:extLst>
                </p14:cNvPr>
                <p14:cNvContentPartPr/>
                <p14:nvPr/>
              </p14:nvContentPartPr>
              <p14:xfrm>
                <a:off x="2180917" y="6027678"/>
                <a:ext cx="107280" cy="138240"/>
              </p14:xfrm>
            </p:contentPart>
          </mc:Choice>
          <mc:Fallback>
            <p:pic>
              <p:nvPicPr>
                <p:cNvPr id="582736" name="잉크 582735">
                  <a:extLst>
                    <a:ext uri="{FF2B5EF4-FFF2-40B4-BE49-F238E27FC236}">
                      <a16:creationId xmlns:a16="http://schemas.microsoft.com/office/drawing/2014/main" id="{AA86C8AF-BA0B-A69E-F51A-9D7077C0246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72277" y="6018678"/>
                  <a:ext cx="124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82737" name="잉크 582736">
                  <a:extLst>
                    <a:ext uri="{FF2B5EF4-FFF2-40B4-BE49-F238E27FC236}">
                      <a16:creationId xmlns:a16="http://schemas.microsoft.com/office/drawing/2014/main" id="{41F64335-D9F7-934F-F41B-94B4748B4D0F}"/>
                    </a:ext>
                  </a:extLst>
                </p14:cNvPr>
                <p14:cNvContentPartPr/>
                <p14:nvPr/>
              </p14:nvContentPartPr>
              <p14:xfrm>
                <a:off x="2222317" y="6116598"/>
                <a:ext cx="111240" cy="74880"/>
              </p14:xfrm>
            </p:contentPart>
          </mc:Choice>
          <mc:Fallback>
            <p:pic>
              <p:nvPicPr>
                <p:cNvPr id="582737" name="잉크 582736">
                  <a:extLst>
                    <a:ext uri="{FF2B5EF4-FFF2-40B4-BE49-F238E27FC236}">
                      <a16:creationId xmlns:a16="http://schemas.microsoft.com/office/drawing/2014/main" id="{41F64335-D9F7-934F-F41B-94B4748B4D0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213317" y="6107598"/>
                  <a:ext cx="128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82738" name="잉크 582737">
                  <a:extLst>
                    <a:ext uri="{FF2B5EF4-FFF2-40B4-BE49-F238E27FC236}">
                      <a16:creationId xmlns:a16="http://schemas.microsoft.com/office/drawing/2014/main" id="{EF8EFCC5-EF62-C23F-E550-D0261541BF21}"/>
                    </a:ext>
                  </a:extLst>
                </p14:cNvPr>
                <p14:cNvContentPartPr/>
                <p14:nvPr/>
              </p14:nvContentPartPr>
              <p14:xfrm>
                <a:off x="2279557" y="6164118"/>
                <a:ext cx="98640" cy="102240"/>
              </p14:xfrm>
            </p:contentPart>
          </mc:Choice>
          <mc:Fallback>
            <p:pic>
              <p:nvPicPr>
                <p:cNvPr id="582738" name="잉크 582737">
                  <a:extLst>
                    <a:ext uri="{FF2B5EF4-FFF2-40B4-BE49-F238E27FC236}">
                      <a16:creationId xmlns:a16="http://schemas.microsoft.com/office/drawing/2014/main" id="{EF8EFCC5-EF62-C23F-E550-D0261541BF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70917" y="6155478"/>
                  <a:ext cx="116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82739" name="잉크 582738">
                  <a:extLst>
                    <a:ext uri="{FF2B5EF4-FFF2-40B4-BE49-F238E27FC236}">
                      <a16:creationId xmlns:a16="http://schemas.microsoft.com/office/drawing/2014/main" id="{DF8A3E73-DFDA-8E19-DC11-9D56B0BB0D4D}"/>
                    </a:ext>
                  </a:extLst>
                </p14:cNvPr>
                <p14:cNvContentPartPr/>
                <p14:nvPr/>
              </p14:nvContentPartPr>
              <p14:xfrm>
                <a:off x="2352277" y="6047838"/>
                <a:ext cx="199800" cy="185040"/>
              </p14:xfrm>
            </p:contentPart>
          </mc:Choice>
          <mc:Fallback>
            <p:pic>
              <p:nvPicPr>
                <p:cNvPr id="582739" name="잉크 582738">
                  <a:extLst>
                    <a:ext uri="{FF2B5EF4-FFF2-40B4-BE49-F238E27FC236}">
                      <a16:creationId xmlns:a16="http://schemas.microsoft.com/office/drawing/2014/main" id="{DF8A3E73-DFDA-8E19-DC11-9D56B0BB0D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43277" y="6039198"/>
                  <a:ext cx="21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82740" name="잉크 582739">
                  <a:extLst>
                    <a:ext uri="{FF2B5EF4-FFF2-40B4-BE49-F238E27FC236}">
                      <a16:creationId xmlns:a16="http://schemas.microsoft.com/office/drawing/2014/main" id="{280BFF3D-7DED-8E26-0055-21A19A430CF0}"/>
                    </a:ext>
                  </a:extLst>
                </p14:cNvPr>
                <p14:cNvContentPartPr/>
                <p14:nvPr/>
              </p14:nvContentPartPr>
              <p14:xfrm>
                <a:off x="2601037" y="6161238"/>
                <a:ext cx="3960" cy="19800"/>
              </p14:xfrm>
            </p:contentPart>
          </mc:Choice>
          <mc:Fallback>
            <p:pic>
              <p:nvPicPr>
                <p:cNvPr id="582740" name="잉크 582739">
                  <a:extLst>
                    <a:ext uri="{FF2B5EF4-FFF2-40B4-BE49-F238E27FC236}">
                      <a16:creationId xmlns:a16="http://schemas.microsoft.com/office/drawing/2014/main" id="{280BFF3D-7DED-8E26-0055-21A19A430CF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92037" y="6152238"/>
                  <a:ext cx="21600" cy="3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00110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디스크 부착</a:t>
            </a:r>
            <a:endParaRPr lang="en-US" altLang="ko-KR" dirty="0"/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643049"/>
            <a:ext cx="8715406" cy="3643339"/>
          </a:xfrm>
        </p:spPr>
        <p:txBody>
          <a:bodyPr/>
          <a:lstStyle/>
          <a:p>
            <a:pPr marL="0" indent="432000"/>
            <a:r>
              <a:rPr lang="ko-KR" altLang="en-US" sz="2400" dirty="0"/>
              <a:t>호스트 부착 저장장치</a:t>
            </a:r>
            <a:endParaRPr lang="en-US" altLang="ko-KR" sz="2400" dirty="0"/>
          </a:p>
          <a:p>
            <a:pPr marL="400050" lvl="1" indent="360000"/>
            <a:r>
              <a:rPr lang="ko-KR" altLang="en-US" sz="2000" dirty="0"/>
              <a:t>입출력 포트를 이용하여 접근</a:t>
            </a:r>
            <a:endParaRPr lang="en-US" altLang="ko-KR" sz="2000" dirty="0"/>
          </a:p>
          <a:p>
            <a:pPr marL="400050" lvl="1" indent="360000"/>
            <a:r>
              <a:rPr lang="en-US" altLang="ko-KR" sz="2000" dirty="0"/>
              <a:t>EIDE, ATA, SCSI </a:t>
            </a:r>
            <a:r>
              <a:rPr lang="ko-KR" altLang="en-US" sz="2000" dirty="0"/>
              <a:t>프로토콜 기반 버스 사용</a:t>
            </a:r>
            <a:endParaRPr lang="en-US" altLang="ko-KR" sz="2000" dirty="0"/>
          </a:p>
          <a:p>
            <a:pPr marL="400050" lvl="1" indent="360000"/>
            <a:endParaRPr lang="en-US" altLang="ko-KR" sz="1200" dirty="0"/>
          </a:p>
          <a:p>
            <a:pPr marL="0" indent="432000"/>
            <a:r>
              <a:rPr lang="ko-KR" altLang="en-US" sz="2400" dirty="0"/>
              <a:t>네트워크 부착 저장장치</a:t>
            </a:r>
            <a:r>
              <a:rPr lang="en-US" altLang="ko-KR" sz="2400" dirty="0"/>
              <a:t>(NAS)</a:t>
            </a:r>
          </a:p>
          <a:p>
            <a:pPr marL="400050" lvl="1" indent="432000"/>
            <a:r>
              <a:rPr lang="ko-KR" altLang="en-US" sz="2000" dirty="0"/>
              <a:t>네트워크를 통해 원격으로 접속</a:t>
            </a:r>
            <a:endParaRPr lang="en-US" altLang="ko-KR" sz="2000" dirty="0"/>
          </a:p>
          <a:p>
            <a:pPr marL="400050" lvl="1" indent="432000"/>
            <a:r>
              <a:rPr lang="en-US" altLang="ko-KR" sz="2000" dirty="0"/>
              <a:t>LAN/WAN</a:t>
            </a:r>
            <a:r>
              <a:rPr lang="ko-KR" altLang="en-US" sz="2000" dirty="0"/>
              <a:t>에서 </a:t>
            </a:r>
            <a:r>
              <a:rPr lang="en-US" altLang="ko-KR" sz="2000" dirty="0"/>
              <a:t>TCP/IP </a:t>
            </a:r>
            <a:r>
              <a:rPr lang="ko-KR" altLang="en-US" sz="2000" dirty="0"/>
              <a:t>프로토콜 기반의 </a:t>
            </a:r>
            <a:r>
              <a:rPr lang="en-US" altLang="ko-KR" sz="2000" dirty="0"/>
              <a:t>RPC </a:t>
            </a:r>
            <a:r>
              <a:rPr lang="ko-KR" altLang="en-US" sz="2000" dirty="0"/>
              <a:t>사용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1181" t="22224" r="1706" b="21526"/>
          <a:stretch>
            <a:fillRect/>
          </a:stretch>
        </p:blipFill>
        <p:spPr bwMode="auto">
          <a:xfrm>
            <a:off x="3000364" y="4286256"/>
            <a:ext cx="5076107" cy="2205035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3629D88-8EE7-ED7C-6336-303C2BA8A9B3}"/>
                  </a:ext>
                </a:extLst>
              </p14:cNvPr>
              <p14:cNvContentPartPr/>
              <p14:nvPr/>
            </p14:nvContentPartPr>
            <p14:xfrm>
              <a:off x="3349477" y="4924998"/>
              <a:ext cx="420120" cy="29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3629D88-8EE7-ED7C-6336-303C2BA8A9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3477" y="4853358"/>
                <a:ext cx="4917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CDCE27A8-4F34-910C-61AE-DE91A3E4EDC6}"/>
                  </a:ext>
                </a:extLst>
              </p14:cNvPr>
              <p14:cNvContentPartPr/>
              <p14:nvPr/>
            </p14:nvContentPartPr>
            <p14:xfrm>
              <a:off x="4048957" y="4926078"/>
              <a:ext cx="450720" cy="271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CDCE27A8-4F34-910C-61AE-DE91A3E4ED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3317" y="4854438"/>
                <a:ext cx="5223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C8D788F-675D-F7E5-51F2-40B07C8F3FB2}"/>
                  </a:ext>
                </a:extLst>
              </p14:cNvPr>
              <p14:cNvContentPartPr/>
              <p14:nvPr/>
            </p14:nvContentPartPr>
            <p14:xfrm>
              <a:off x="1109917" y="3666438"/>
              <a:ext cx="3578400" cy="568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C8D788F-675D-F7E5-51F2-40B07C8F3F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277" y="3594798"/>
                <a:ext cx="3650040" cy="20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179" name="Picture 3"/>
          <p:cNvPicPr>
            <a:picLocks noChangeAspect="1" noChangeArrowheads="1"/>
          </p:cNvPicPr>
          <p:nvPr/>
        </p:nvPicPr>
        <p:blipFill>
          <a:blip r:embed="rId2"/>
          <a:srcRect l="1149" t="19075" r="1149" b="19075"/>
          <a:stretch>
            <a:fillRect/>
          </a:stretch>
        </p:blipFill>
        <p:spPr bwMode="auto">
          <a:xfrm>
            <a:off x="1428728" y="3214686"/>
            <a:ext cx="6740004" cy="3198362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401E8-BB64-4A2C-9FAF-4541A893DC1D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14282" y="1428736"/>
            <a:ext cx="8715406" cy="2071702"/>
          </a:xfrm>
          <a:prstGeom prst="rect">
            <a:avLst/>
          </a:prstGeom>
        </p:spPr>
        <p:txBody>
          <a:bodyPr/>
          <a:lstStyle/>
          <a:p>
            <a:pPr marL="0" marR="0" lvl="0" indent="4320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SAN(Storage-Area Network)</a:t>
            </a:r>
          </a:p>
          <a:p>
            <a:pPr marL="400050" marR="0" lvl="1" indent="3600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lang="ko-KR" altLang="en-US" sz="2000" kern="0" dirty="0">
                <a:latin typeface="+mn-lt"/>
                <a:ea typeface="+mn-ea"/>
              </a:rPr>
              <a:t>서버들과 저장 장치들을 연결한 사유 네트워크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00050" marR="0" lvl="1" indent="3600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lang="ko-KR" altLang="en-US" sz="2000" kern="0" dirty="0">
                <a:latin typeface="+mn-lt"/>
                <a:ea typeface="+mn-ea"/>
              </a:rPr>
              <a:t>서버들과 저장장치들 사이의 통신망을 분리</a:t>
            </a:r>
            <a:endParaRPr lang="en-US" altLang="ko-KR" sz="2000" kern="0" dirty="0">
              <a:latin typeface="+mn-lt"/>
              <a:ea typeface="+mn-ea"/>
            </a:endParaRPr>
          </a:p>
          <a:p>
            <a:pPr marL="400050" marR="0" lvl="1" indent="3600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1" lang="ko-KR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이기종</a:t>
            </a:r>
            <a:r>
              <a:rPr kumimoji="1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저장장치들과 서버간의 구성을 동적으로 변경하는 유연 구조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00050" marR="0" lvl="1" indent="3600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tabLst/>
              <a:defRPr/>
            </a:pP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EBC9A3F-1B68-22FC-4F0C-F4718008C849}"/>
                  </a:ext>
                </a:extLst>
              </p14:cNvPr>
              <p14:cNvContentPartPr/>
              <p14:nvPr/>
            </p14:nvContentPartPr>
            <p14:xfrm>
              <a:off x="3358477" y="5066118"/>
              <a:ext cx="496080" cy="26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EBC9A3F-1B68-22FC-4F0C-F4718008C8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2837" y="4994478"/>
                <a:ext cx="5677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39E3B7F-4015-630A-391A-4763B0E06C4B}"/>
                  </a:ext>
                </a:extLst>
              </p14:cNvPr>
              <p14:cNvContentPartPr/>
              <p14:nvPr/>
            </p14:nvContentPartPr>
            <p14:xfrm>
              <a:off x="690157" y="1613358"/>
              <a:ext cx="699480" cy="75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39E3B7F-4015-630A-391A-4763B0E06C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157" y="1541358"/>
                <a:ext cx="7711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28462C0-EAA4-8184-0D97-1742A96F4936}"/>
                  </a:ext>
                </a:extLst>
              </p14:cNvPr>
              <p14:cNvContentPartPr/>
              <p14:nvPr/>
            </p14:nvContentPartPr>
            <p14:xfrm>
              <a:off x="1054117" y="2089998"/>
              <a:ext cx="531720" cy="201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28462C0-EAA4-8184-0D97-1742A96F49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8117" y="2017998"/>
                <a:ext cx="6033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B30E381-0829-4D70-9387-25F0BE5F46B2}"/>
                  </a:ext>
                </a:extLst>
              </p14:cNvPr>
              <p14:cNvContentPartPr/>
              <p14:nvPr/>
            </p14:nvContentPartPr>
            <p14:xfrm>
              <a:off x="2183077" y="2079558"/>
              <a:ext cx="1080720" cy="410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B30E381-0829-4D70-9387-25F0BE5F46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47437" y="2007558"/>
                <a:ext cx="11523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1F98529A-C8CE-E196-BD43-64F8C992C851}"/>
                  </a:ext>
                </a:extLst>
              </p14:cNvPr>
              <p14:cNvContentPartPr/>
              <p14:nvPr/>
            </p14:nvContentPartPr>
            <p14:xfrm>
              <a:off x="3797317" y="2089998"/>
              <a:ext cx="630360" cy="3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1F98529A-C8CE-E196-BD43-64F8C992C8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61317" y="2017998"/>
                <a:ext cx="70200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디스크 스케줄링</a:t>
            </a:r>
            <a:endParaRPr lang="en-US" altLang="ko-KR" dirty="0"/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643050"/>
            <a:ext cx="8705880" cy="4857784"/>
          </a:xfrm>
        </p:spPr>
        <p:txBody>
          <a:bodyPr/>
          <a:lstStyle/>
          <a:p>
            <a:r>
              <a:rPr lang="ko-KR" altLang="en-US" sz="2400" dirty="0"/>
              <a:t>빠른 접근시간과 대역폭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전송량</a:t>
            </a:r>
            <a:r>
              <a:rPr lang="en-US" altLang="ko-KR" sz="2400" dirty="0"/>
              <a:t>) </a:t>
            </a:r>
            <a:r>
              <a:rPr lang="ko-KR" altLang="en-US" sz="2400" dirty="0"/>
              <a:t>제공 목적</a:t>
            </a:r>
            <a:endParaRPr lang="en-US" altLang="ko-KR" sz="2400" dirty="0"/>
          </a:p>
          <a:p>
            <a:r>
              <a:rPr lang="ko-KR" altLang="en-US" sz="2400" dirty="0"/>
              <a:t>접근 시간의 두 요소</a:t>
            </a:r>
          </a:p>
          <a:p>
            <a:pPr lvl="1"/>
            <a:r>
              <a:rPr lang="ko-KR" altLang="en-US" sz="2000" dirty="0"/>
              <a:t>탐색 시간</a:t>
            </a:r>
            <a:r>
              <a:rPr lang="en-US" altLang="ko-KR" sz="2000" dirty="0"/>
              <a:t>: </a:t>
            </a:r>
            <a:r>
              <a:rPr lang="ko-KR" altLang="en-US" sz="2000" dirty="0"/>
              <a:t>디스크 암 헤드의 해당 실린더까지 이동 시간</a:t>
            </a:r>
            <a:endParaRPr lang="en-US" altLang="ko-KR" sz="2000" dirty="0"/>
          </a:p>
          <a:p>
            <a:pPr lvl="1"/>
            <a:r>
              <a:rPr lang="ko-KR" altLang="en-US" sz="2000" dirty="0"/>
              <a:t>회전 지연 시간</a:t>
            </a:r>
            <a:r>
              <a:rPr lang="en-US" altLang="ko-KR" sz="2000" dirty="0"/>
              <a:t>: </a:t>
            </a:r>
            <a:r>
              <a:rPr lang="ko-KR" altLang="en-US" sz="2000" dirty="0"/>
              <a:t>디스크 헤드가 원하는 섹터 위치로 도달하도록 회전하는데 소요되는 추가 시간</a:t>
            </a:r>
            <a:endParaRPr lang="en-US" altLang="ko-KR" sz="2000" dirty="0"/>
          </a:p>
          <a:p>
            <a:r>
              <a:rPr lang="ko-KR" altLang="en-US" sz="2400" dirty="0"/>
              <a:t>탐색 시간을 최소화</a:t>
            </a:r>
            <a:r>
              <a:rPr lang="en-US" altLang="ko-KR" sz="2400" dirty="0"/>
              <a:t>: </a:t>
            </a:r>
            <a:r>
              <a:rPr lang="ko-KR" altLang="en-US" sz="2400" dirty="0"/>
              <a:t>탐색 시간 </a:t>
            </a:r>
            <a:r>
              <a:rPr lang="ko-KR" altLang="en-US" sz="2400" dirty="0">
                <a:sym typeface="Symbol" pitchFamily="18" charset="2"/>
              </a:rPr>
              <a:t> 탐색 거리</a:t>
            </a:r>
          </a:p>
          <a:p>
            <a:r>
              <a:rPr lang="ko-KR" altLang="en-US" sz="2400" dirty="0">
                <a:sym typeface="Symbol" pitchFamily="18" charset="2"/>
              </a:rPr>
              <a:t>디스크 대역폭</a:t>
            </a:r>
            <a:r>
              <a:rPr lang="en-US" altLang="ko-KR" sz="2400" dirty="0">
                <a:sym typeface="Symbol" pitchFamily="18" charset="2"/>
              </a:rPr>
              <a:t>: </a:t>
            </a:r>
            <a:r>
              <a:rPr lang="ko-KR" altLang="en-US" sz="2400" dirty="0">
                <a:sym typeface="Symbol" pitchFamily="18" charset="2"/>
              </a:rPr>
              <a:t>단위 시간 당 전송되는 바이트 수</a:t>
            </a:r>
            <a:endParaRPr lang="en-US" altLang="ko-KR" sz="2400" dirty="0">
              <a:sym typeface="Symbol" pitchFamily="18" charset="2"/>
            </a:endParaRPr>
          </a:p>
          <a:p>
            <a:r>
              <a:rPr lang="ko-KR" altLang="en-US" sz="2400" dirty="0"/>
              <a:t>디스크의 입</a:t>
            </a:r>
            <a:r>
              <a:rPr lang="en-US" altLang="ko-KR" sz="2400" dirty="0"/>
              <a:t>/</a:t>
            </a:r>
            <a:r>
              <a:rPr lang="ko-KR" altLang="en-US" sz="2400" dirty="0"/>
              <a:t>출력 요청 서비스들을 </a:t>
            </a:r>
            <a:r>
              <a:rPr lang="ko-KR" altLang="en-US" sz="2400" dirty="0" err="1"/>
              <a:t>스케쥴링</a:t>
            </a:r>
            <a:endParaRPr lang="en-US" altLang="ko-KR" sz="2400" dirty="0"/>
          </a:p>
          <a:p>
            <a:pPr lvl="1"/>
            <a:r>
              <a:rPr lang="en-US" altLang="ko-KR" sz="2000" dirty="0">
                <a:sym typeface="Symbol" pitchFamily="18" charset="2"/>
              </a:rPr>
              <a:t>FCFS</a:t>
            </a:r>
          </a:p>
          <a:p>
            <a:pPr lvl="1"/>
            <a:r>
              <a:rPr lang="en-US" altLang="ko-KR" sz="2000" dirty="0">
                <a:sym typeface="Symbol" pitchFamily="18" charset="2"/>
              </a:rPr>
              <a:t>SSTF</a:t>
            </a:r>
          </a:p>
          <a:p>
            <a:pPr lvl="1"/>
            <a:r>
              <a:rPr lang="en-US" altLang="ko-KR" sz="2000" dirty="0">
                <a:sym typeface="Symbol" pitchFamily="18" charset="2"/>
              </a:rPr>
              <a:t>SCAN, C-SCAN</a:t>
            </a:r>
          </a:p>
          <a:p>
            <a:pPr lvl="1"/>
            <a:r>
              <a:rPr lang="en-US" altLang="ko-KR" sz="2000" dirty="0">
                <a:sym typeface="Symbol" pitchFamily="18" charset="2"/>
              </a:rPr>
              <a:t>LOOK</a:t>
            </a:r>
          </a:p>
          <a:p>
            <a:pPr lvl="1"/>
            <a:endParaRPr lang="en-US" altLang="ko-KR" sz="2000" dirty="0">
              <a:sym typeface="Symbol" pitchFamily="18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95898CA-30B6-48E9-B9BC-44A7A9713BB6}"/>
                  </a:ext>
                </a:extLst>
              </p14:cNvPr>
              <p14:cNvContentPartPr/>
              <p14:nvPr/>
            </p14:nvContentPartPr>
            <p14:xfrm>
              <a:off x="2826757" y="838278"/>
              <a:ext cx="4411800" cy="583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95898CA-30B6-48E9-B9BC-44A7A9713B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0757" y="766638"/>
                <a:ext cx="44834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AF01536-039A-7841-312F-65AA9A4EC3D6}"/>
                  </a:ext>
                </a:extLst>
              </p14:cNvPr>
              <p14:cNvContentPartPr/>
              <p14:nvPr/>
            </p14:nvContentPartPr>
            <p14:xfrm>
              <a:off x="1380997" y="393678"/>
              <a:ext cx="739440" cy="5036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AF01536-039A-7841-312F-65AA9A4EC3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4997" y="321678"/>
                <a:ext cx="811080" cy="64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3685" name="그룹 583684">
            <a:extLst>
              <a:ext uri="{FF2B5EF4-FFF2-40B4-BE49-F238E27FC236}">
                <a16:creationId xmlns:a16="http://schemas.microsoft.com/office/drawing/2014/main" id="{E198D599-875A-7702-7577-5A6B46E3F9E4}"/>
              </a:ext>
            </a:extLst>
          </p:cNvPr>
          <p:cNvGrpSpPr/>
          <p:nvPr/>
        </p:nvGrpSpPr>
        <p:grpSpPr>
          <a:xfrm>
            <a:off x="7103917" y="227718"/>
            <a:ext cx="405360" cy="218880"/>
            <a:chOff x="7103917" y="227718"/>
            <a:chExt cx="40536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80C85A4-9C1D-8F1E-F56C-1803FB883E94}"/>
                    </a:ext>
                  </a:extLst>
                </p14:cNvPr>
                <p14:cNvContentPartPr/>
                <p14:nvPr/>
              </p14:nvContentPartPr>
              <p14:xfrm>
                <a:off x="7103917" y="262998"/>
                <a:ext cx="89640" cy="1425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80C85A4-9C1D-8F1E-F56C-1803FB883E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94917" y="254358"/>
                  <a:ext cx="107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649C5B9-924C-2D4E-B09F-E56E55087BCA}"/>
                    </a:ext>
                  </a:extLst>
                </p14:cNvPr>
                <p14:cNvContentPartPr/>
                <p14:nvPr/>
              </p14:nvContentPartPr>
              <p14:xfrm>
                <a:off x="7128397" y="320238"/>
                <a:ext cx="92520" cy="324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649C5B9-924C-2D4E-B09F-E56E55087B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19397" y="311598"/>
                  <a:ext cx="110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B452C5B-6D29-3A97-BC73-406127DB5B96}"/>
                    </a:ext>
                  </a:extLst>
                </p14:cNvPr>
                <p14:cNvContentPartPr/>
                <p14:nvPr/>
              </p14:nvContentPartPr>
              <p14:xfrm>
                <a:off x="7260517" y="227718"/>
                <a:ext cx="79200" cy="2188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B452C5B-6D29-3A97-BC73-406127DB5B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877" y="219078"/>
                  <a:ext cx="96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A01D03C-A28B-E533-6C3C-7CD38B006D97}"/>
                    </a:ext>
                  </a:extLst>
                </p14:cNvPr>
                <p14:cNvContentPartPr/>
                <p14:nvPr/>
              </p14:nvContentPartPr>
              <p14:xfrm>
                <a:off x="7367077" y="228078"/>
                <a:ext cx="142200" cy="207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A01D03C-A28B-E533-6C3C-7CD38B006D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58077" y="219078"/>
                  <a:ext cx="15984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684" name="그룹 583683">
            <a:extLst>
              <a:ext uri="{FF2B5EF4-FFF2-40B4-BE49-F238E27FC236}">
                <a16:creationId xmlns:a16="http://schemas.microsoft.com/office/drawing/2014/main" id="{AD50E327-5860-FF66-8D44-0AB635D135FA}"/>
              </a:ext>
            </a:extLst>
          </p:cNvPr>
          <p:cNvGrpSpPr/>
          <p:nvPr/>
        </p:nvGrpSpPr>
        <p:grpSpPr>
          <a:xfrm>
            <a:off x="7674157" y="217278"/>
            <a:ext cx="489600" cy="195840"/>
            <a:chOff x="7674157" y="217278"/>
            <a:chExt cx="48960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6861503-EFAA-A245-AC86-5EA55DE356AC}"/>
                    </a:ext>
                  </a:extLst>
                </p14:cNvPr>
                <p14:cNvContentPartPr/>
                <p14:nvPr/>
              </p14:nvContentPartPr>
              <p14:xfrm>
                <a:off x="7674157" y="230238"/>
                <a:ext cx="45360" cy="1641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6861503-EFAA-A245-AC86-5EA55DE356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65517" y="221238"/>
                  <a:ext cx="63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67D874D-59DE-271A-59D9-74E9BA13EC96}"/>
                    </a:ext>
                  </a:extLst>
                </p14:cNvPr>
                <p14:cNvContentPartPr/>
                <p14:nvPr/>
              </p14:nvContentPartPr>
              <p14:xfrm>
                <a:off x="7700437" y="245358"/>
                <a:ext cx="45360" cy="167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67D874D-59DE-271A-59D9-74E9BA13E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91437" y="236718"/>
                  <a:ext cx="63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4CB92B8-B642-6223-9F3C-8CDAFCAF000A}"/>
                    </a:ext>
                  </a:extLst>
                </p14:cNvPr>
                <p14:cNvContentPartPr/>
                <p14:nvPr/>
              </p14:nvContentPartPr>
              <p14:xfrm>
                <a:off x="7739317" y="217998"/>
                <a:ext cx="63360" cy="1753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4CB92B8-B642-6223-9F3C-8CDAFCAF00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30317" y="209358"/>
                  <a:ext cx="81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E8C54C6-507A-9CA0-1734-4085D6903411}"/>
                    </a:ext>
                  </a:extLst>
                </p14:cNvPr>
                <p14:cNvContentPartPr/>
                <p14:nvPr/>
              </p14:nvContentPartPr>
              <p14:xfrm>
                <a:off x="7821757" y="226998"/>
                <a:ext cx="65160" cy="1620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E8C54C6-507A-9CA0-1734-4085D69034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12757" y="218358"/>
                  <a:ext cx="82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11E086B-2029-1F28-EE63-1F0055AA02D2}"/>
                    </a:ext>
                  </a:extLst>
                </p14:cNvPr>
                <p14:cNvContentPartPr/>
                <p14:nvPr/>
              </p14:nvContentPartPr>
              <p14:xfrm>
                <a:off x="7849837" y="217278"/>
                <a:ext cx="150840" cy="174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11E086B-2029-1F28-EE63-1F0055AA02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40837" y="208638"/>
                  <a:ext cx="168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D61D09B-C539-3C25-0EBB-7F66789BAE64}"/>
                    </a:ext>
                  </a:extLst>
                </p14:cNvPr>
                <p14:cNvContentPartPr/>
                <p14:nvPr/>
              </p14:nvContentPartPr>
              <p14:xfrm>
                <a:off x="8001037" y="217278"/>
                <a:ext cx="115560" cy="84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D61D09B-C539-3C25-0EBB-7F66789BAE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92037" y="208278"/>
                  <a:ext cx="133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F860462-FFA3-E207-1A8E-34E39EE5708E}"/>
                    </a:ext>
                  </a:extLst>
                </p14:cNvPr>
                <p14:cNvContentPartPr/>
                <p14:nvPr/>
              </p14:nvContentPartPr>
              <p14:xfrm>
                <a:off x="8025157" y="255438"/>
                <a:ext cx="138600" cy="108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F860462-FFA3-E207-1A8E-34E39EE570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6517" y="246438"/>
                  <a:ext cx="1562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681" name="그룹 583680">
            <a:extLst>
              <a:ext uri="{FF2B5EF4-FFF2-40B4-BE49-F238E27FC236}">
                <a16:creationId xmlns:a16="http://schemas.microsoft.com/office/drawing/2014/main" id="{38F99F9A-7034-75EB-A6D3-56AF91927D99}"/>
              </a:ext>
            </a:extLst>
          </p:cNvPr>
          <p:cNvGrpSpPr/>
          <p:nvPr/>
        </p:nvGrpSpPr>
        <p:grpSpPr>
          <a:xfrm>
            <a:off x="7216597" y="568998"/>
            <a:ext cx="1362600" cy="243000"/>
            <a:chOff x="7216597" y="568998"/>
            <a:chExt cx="136260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F1571C7-CA3A-FA86-E30E-4D16E47A1B9A}"/>
                    </a:ext>
                  </a:extLst>
                </p14:cNvPr>
                <p14:cNvContentPartPr/>
                <p14:nvPr/>
              </p14:nvContentPartPr>
              <p14:xfrm>
                <a:off x="7285717" y="568998"/>
                <a:ext cx="13680" cy="864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F1571C7-CA3A-FA86-E30E-4D16E47A1B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76717" y="560358"/>
                  <a:ext cx="31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8E37725-DF04-1DAA-8952-01D7FE892EF1}"/>
                    </a:ext>
                  </a:extLst>
                </p14:cNvPr>
                <p14:cNvContentPartPr/>
                <p14:nvPr/>
              </p14:nvContentPartPr>
              <p14:xfrm>
                <a:off x="7216597" y="633438"/>
                <a:ext cx="112680" cy="403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8E37725-DF04-1DAA-8952-01D7FE892E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07957" y="624438"/>
                  <a:ext cx="130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F55F161-B4DC-6EEC-72D5-5D4E7ECB68BD}"/>
                    </a:ext>
                  </a:extLst>
                </p14:cNvPr>
                <p14:cNvContentPartPr/>
                <p14:nvPr/>
              </p14:nvContentPartPr>
              <p14:xfrm>
                <a:off x="7273477" y="706518"/>
                <a:ext cx="96840" cy="792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F55F161-B4DC-6EEC-72D5-5D4E7ECB68B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64477" y="697518"/>
                  <a:ext cx="114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05A64A0-66D2-D635-C3B1-E4991D0A0396}"/>
                    </a:ext>
                  </a:extLst>
                </p14:cNvPr>
                <p14:cNvContentPartPr/>
                <p14:nvPr/>
              </p14:nvContentPartPr>
              <p14:xfrm>
                <a:off x="7400917" y="603918"/>
                <a:ext cx="97200" cy="1548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05A64A0-66D2-D635-C3B1-E4991D0A03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91917" y="595278"/>
                  <a:ext cx="114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7F987FD-F33D-64DF-5770-CD5EC0EE1B61}"/>
                    </a:ext>
                  </a:extLst>
                </p14:cNvPr>
                <p14:cNvContentPartPr/>
                <p14:nvPr/>
              </p14:nvContentPartPr>
              <p14:xfrm>
                <a:off x="7468957" y="624438"/>
                <a:ext cx="175680" cy="160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7F987FD-F33D-64DF-5770-CD5EC0EE1B6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60317" y="615438"/>
                  <a:ext cx="193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65231B4-FDAB-5E90-4C40-D810C605D07F}"/>
                    </a:ext>
                  </a:extLst>
                </p14:cNvPr>
                <p14:cNvContentPartPr/>
                <p14:nvPr/>
              </p14:nvContentPartPr>
              <p14:xfrm>
                <a:off x="7673077" y="627678"/>
                <a:ext cx="100800" cy="117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65231B4-FDAB-5E90-4C40-D810C605D0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64077" y="619038"/>
                  <a:ext cx="118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B4638BD-CAA6-6BD8-AFC6-0BE53C139D4A}"/>
                    </a:ext>
                  </a:extLst>
                </p14:cNvPr>
                <p14:cNvContentPartPr/>
                <p14:nvPr/>
              </p14:nvContentPartPr>
              <p14:xfrm>
                <a:off x="7789717" y="615798"/>
                <a:ext cx="42840" cy="1821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B4638BD-CAA6-6BD8-AFC6-0BE53C139D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80717" y="606798"/>
                  <a:ext cx="60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CBD1035-8FDF-B85B-0EF1-C63941F3DCA5}"/>
                    </a:ext>
                  </a:extLst>
                </p14:cNvPr>
                <p14:cNvContentPartPr/>
                <p14:nvPr/>
              </p14:nvContentPartPr>
              <p14:xfrm>
                <a:off x="7846957" y="613638"/>
                <a:ext cx="114120" cy="964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CBD1035-8FDF-B85B-0EF1-C63941F3DCA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37957" y="604998"/>
                  <a:ext cx="131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65CF019-7FE4-DEB1-D2DE-6A20A0351061}"/>
                    </a:ext>
                  </a:extLst>
                </p14:cNvPr>
                <p14:cNvContentPartPr/>
                <p14:nvPr/>
              </p14:nvContentPartPr>
              <p14:xfrm>
                <a:off x="7825357" y="592398"/>
                <a:ext cx="273600" cy="1688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65CF019-7FE4-DEB1-D2DE-6A20A03510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16357" y="583398"/>
                  <a:ext cx="291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6633AE9-A65F-76D3-699C-026697B3FDD5}"/>
                    </a:ext>
                  </a:extLst>
                </p14:cNvPr>
                <p14:cNvContentPartPr/>
                <p14:nvPr/>
              </p14:nvContentPartPr>
              <p14:xfrm>
                <a:off x="8011477" y="655758"/>
                <a:ext cx="87480" cy="172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6633AE9-A65F-76D3-699C-026697B3FD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2477" y="647118"/>
                  <a:ext cx="105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693FE273-5D7C-04C9-9539-26F863BFF52A}"/>
                    </a:ext>
                  </a:extLst>
                </p14:cNvPr>
                <p14:cNvContentPartPr/>
                <p14:nvPr/>
              </p14:nvContentPartPr>
              <p14:xfrm>
                <a:off x="7979437" y="730278"/>
                <a:ext cx="163800" cy="435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693FE273-5D7C-04C9-9539-26F863BFF5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70797" y="721278"/>
                  <a:ext cx="181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9B6E534-06B5-D9F0-ED96-D75C1A85F72C}"/>
                    </a:ext>
                  </a:extLst>
                </p14:cNvPr>
                <p14:cNvContentPartPr/>
                <p14:nvPr/>
              </p14:nvContentPartPr>
              <p14:xfrm>
                <a:off x="8264197" y="589878"/>
                <a:ext cx="104040" cy="972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9B6E534-06B5-D9F0-ED96-D75C1A85F7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55197" y="581238"/>
                  <a:ext cx="121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993E473-9B27-01BA-8419-B4D90FC5CE62}"/>
                    </a:ext>
                  </a:extLst>
                </p14:cNvPr>
                <p14:cNvContentPartPr/>
                <p14:nvPr/>
              </p14:nvContentPartPr>
              <p14:xfrm>
                <a:off x="8202997" y="715518"/>
                <a:ext cx="195120" cy="543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993E473-9B27-01BA-8419-B4D90FC5CE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4357" y="706878"/>
                  <a:ext cx="212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A59AD26-2EC1-2146-4C70-38670BC64466}"/>
                    </a:ext>
                  </a:extLst>
                </p14:cNvPr>
                <p14:cNvContentPartPr/>
                <p14:nvPr/>
              </p14:nvContentPartPr>
              <p14:xfrm>
                <a:off x="8370757" y="602118"/>
                <a:ext cx="118800" cy="957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A59AD26-2EC1-2146-4C70-38670BC644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62117" y="593478"/>
                  <a:ext cx="136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56139BF-91D3-C633-8832-A91DCA9238FF}"/>
                    </a:ext>
                  </a:extLst>
                </p14:cNvPr>
                <p14:cNvContentPartPr/>
                <p14:nvPr/>
              </p14:nvContentPartPr>
              <p14:xfrm>
                <a:off x="8521237" y="579078"/>
                <a:ext cx="8280" cy="138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56139BF-91D3-C633-8832-A91DCA9238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12237" y="570078"/>
                  <a:ext cx="25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822ECDC-0D6F-A57C-1B84-C0286BB83181}"/>
                    </a:ext>
                  </a:extLst>
                </p14:cNvPr>
                <p14:cNvContentPartPr/>
                <p14:nvPr/>
              </p14:nvContentPartPr>
              <p14:xfrm>
                <a:off x="8404597" y="730998"/>
                <a:ext cx="173520" cy="810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822ECDC-0D6F-A57C-1B84-C0286BB831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95957" y="721998"/>
                  <a:ext cx="19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3680" name="잉크 583679">
                  <a:extLst>
                    <a:ext uri="{FF2B5EF4-FFF2-40B4-BE49-F238E27FC236}">
                      <a16:creationId xmlns:a16="http://schemas.microsoft.com/office/drawing/2014/main" id="{5471B82B-1211-FBE0-F897-E202DF75C700}"/>
                    </a:ext>
                  </a:extLst>
                </p14:cNvPr>
                <p14:cNvContentPartPr/>
                <p14:nvPr/>
              </p14:nvContentPartPr>
              <p14:xfrm>
                <a:off x="8427637" y="760158"/>
                <a:ext cx="151560" cy="44640"/>
              </p14:xfrm>
            </p:contentPart>
          </mc:Choice>
          <mc:Fallback>
            <p:pic>
              <p:nvPicPr>
                <p:cNvPr id="583680" name="잉크 583679">
                  <a:extLst>
                    <a:ext uri="{FF2B5EF4-FFF2-40B4-BE49-F238E27FC236}">
                      <a16:creationId xmlns:a16="http://schemas.microsoft.com/office/drawing/2014/main" id="{5471B82B-1211-FBE0-F897-E202DF75C7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18997" y="751158"/>
                  <a:ext cx="169200" cy="62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00110"/>
          </a:xfrm>
        </p:spPr>
        <p:txBody>
          <a:bodyPr/>
          <a:lstStyle/>
          <a:p>
            <a:r>
              <a:rPr lang="en-US" altLang="ko-KR" dirty="0"/>
              <a:t>FCFS</a:t>
            </a:r>
            <a:endParaRPr lang="ko-KR" altLang="en-US" dirty="0"/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357298"/>
            <a:ext cx="8715406" cy="2143141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ko-KR" altLang="en-US" sz="2400" dirty="0"/>
              <a:t>선입 선출 방법</a:t>
            </a:r>
            <a:r>
              <a:rPr lang="en-US" altLang="ko-KR" sz="2400" dirty="0"/>
              <a:t>: </a:t>
            </a:r>
            <a:r>
              <a:rPr lang="ko-KR" altLang="en-US" sz="2400" dirty="0"/>
              <a:t>공정성 높음</a:t>
            </a:r>
            <a:endParaRPr lang="en-US" altLang="ko-KR" sz="2400" dirty="0"/>
          </a:p>
          <a:p>
            <a:pPr>
              <a:tabLst>
                <a:tab pos="1711325" algn="l"/>
              </a:tabLst>
            </a:pPr>
            <a:r>
              <a:rPr lang="ko-KR" altLang="en-US" sz="2400" dirty="0"/>
              <a:t>실린더 범위 </a:t>
            </a:r>
            <a:r>
              <a:rPr lang="en-US" altLang="ko-KR" sz="2400" dirty="0"/>
              <a:t>0~199, </a:t>
            </a:r>
            <a:r>
              <a:rPr lang="ko-KR" altLang="en-US" sz="2400" dirty="0"/>
              <a:t>현재 헤더 위치 </a:t>
            </a:r>
            <a:r>
              <a:rPr lang="en-US" altLang="ko-KR" sz="2400" dirty="0"/>
              <a:t>53</a:t>
            </a:r>
          </a:p>
          <a:p>
            <a:pPr lvl="1">
              <a:tabLst>
                <a:tab pos="1711325" algn="l"/>
              </a:tabLst>
            </a:pPr>
            <a:r>
              <a:rPr lang="ko-KR" altLang="en-US" sz="2000" dirty="0"/>
              <a:t>입</a:t>
            </a:r>
            <a:r>
              <a:rPr lang="en-US" altLang="ko-KR" sz="2000" dirty="0"/>
              <a:t>/</a:t>
            </a:r>
            <a:r>
              <a:rPr lang="ko-KR" altLang="en-US" sz="2000" dirty="0"/>
              <a:t>출력 요청 위치</a:t>
            </a:r>
            <a:r>
              <a:rPr lang="en-US" altLang="ko-KR" sz="2000" dirty="0"/>
              <a:t>: 98, 183, 37, 122, 14, 124, 65, 67</a:t>
            </a:r>
          </a:p>
          <a:p>
            <a:pPr>
              <a:tabLst>
                <a:tab pos="1711325" algn="l"/>
              </a:tabLst>
            </a:pPr>
            <a:r>
              <a:rPr lang="en-US" altLang="ko-KR" sz="2400" dirty="0"/>
              <a:t> </a:t>
            </a:r>
            <a:r>
              <a:rPr lang="ko-KR" altLang="en-US" sz="2400" dirty="0"/>
              <a:t>전체 </a:t>
            </a:r>
            <a:r>
              <a:rPr lang="en-US" altLang="ko-KR" sz="2400" dirty="0"/>
              <a:t>640 </a:t>
            </a:r>
            <a:r>
              <a:rPr lang="ko-KR" altLang="en-US" sz="2400" dirty="0"/>
              <a:t>실린더의 헤드 이동 발생</a:t>
            </a:r>
            <a:endParaRPr lang="en-US" altLang="ko-KR" sz="2400" dirty="0"/>
          </a:p>
          <a:p>
            <a:pPr>
              <a:buFont typeface="Wingdings" pitchFamily="2" charset="2"/>
              <a:buNone/>
              <a:tabLst>
                <a:tab pos="1711325" algn="l"/>
              </a:tabLst>
            </a:pPr>
            <a:endParaRPr lang="en-US" altLang="ko-KR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1004" t="9746" r="502" b="9486"/>
          <a:stretch>
            <a:fillRect/>
          </a:stretch>
        </p:blipFill>
        <p:spPr bwMode="auto">
          <a:xfrm>
            <a:off x="2357422" y="3214686"/>
            <a:ext cx="5117495" cy="3356550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9CB5A16-96A5-E4CD-C30B-B6977A557091}"/>
              </a:ext>
            </a:extLst>
          </p:cNvPr>
          <p:cNvGrpSpPr/>
          <p:nvPr/>
        </p:nvGrpSpPr>
        <p:grpSpPr>
          <a:xfrm>
            <a:off x="670357" y="1066518"/>
            <a:ext cx="767160" cy="370080"/>
            <a:chOff x="670357" y="1066518"/>
            <a:chExt cx="7671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89ACA6BD-9D91-C722-D620-B1220B82C01A}"/>
                    </a:ext>
                  </a:extLst>
                </p14:cNvPr>
                <p14:cNvContentPartPr/>
                <p14:nvPr/>
              </p14:nvContentPartPr>
              <p14:xfrm>
                <a:off x="670357" y="1066518"/>
                <a:ext cx="224280" cy="1350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89ACA6BD-9D91-C722-D620-B1220B82C01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357" y="1057518"/>
                  <a:ext cx="241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EC8BFFB-C36E-51E2-305F-E6D805C1D875}"/>
                    </a:ext>
                  </a:extLst>
                </p14:cNvPr>
                <p14:cNvContentPartPr/>
                <p14:nvPr/>
              </p14:nvContentPartPr>
              <p14:xfrm>
                <a:off x="774757" y="1172718"/>
                <a:ext cx="24480" cy="2419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EC8BFFB-C36E-51E2-305F-E6D805C1D8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6117" y="1163718"/>
                  <a:ext cx="42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261729A-E69D-E1AF-F435-32B0EE8F8F60}"/>
                    </a:ext>
                  </a:extLst>
                </p14:cNvPr>
                <p14:cNvContentPartPr/>
                <p14:nvPr/>
              </p14:nvContentPartPr>
              <p14:xfrm>
                <a:off x="768997" y="1254078"/>
                <a:ext cx="150840" cy="730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261729A-E69D-E1AF-F435-32B0EE8F8F6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0357" y="1245438"/>
                  <a:ext cx="168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93BC810-07C8-7E1D-84C8-B7B6DF806D7C}"/>
                    </a:ext>
                  </a:extLst>
                </p14:cNvPr>
                <p14:cNvContentPartPr/>
                <p14:nvPr/>
              </p14:nvContentPartPr>
              <p14:xfrm>
                <a:off x="982477" y="1103598"/>
                <a:ext cx="27720" cy="333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93BC810-07C8-7E1D-84C8-B7B6DF806D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3837" y="1094598"/>
                  <a:ext cx="453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8C0034A-F302-BD4D-1B93-4FB686BC0CBF}"/>
                    </a:ext>
                  </a:extLst>
                </p14:cNvPr>
                <p14:cNvContentPartPr/>
                <p14:nvPr/>
              </p14:nvContentPartPr>
              <p14:xfrm>
                <a:off x="1030717" y="1102518"/>
                <a:ext cx="158760" cy="3031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8C0034A-F302-BD4D-1B93-4FB686BC0C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1717" y="1093878"/>
                  <a:ext cx="176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A2424F1-7423-CDDA-D923-DF1ACE80DF9A}"/>
                    </a:ext>
                  </a:extLst>
                </p14:cNvPr>
                <p14:cNvContentPartPr/>
                <p14:nvPr/>
              </p14:nvContentPartPr>
              <p14:xfrm>
                <a:off x="1083637" y="1250478"/>
                <a:ext cx="117360" cy="66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A2424F1-7423-CDDA-D923-DF1ACE80DF9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4997" y="1241478"/>
                  <a:ext cx="135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049F150-F689-3955-B4B6-FFDE8DD5D725}"/>
                    </a:ext>
                  </a:extLst>
                </p14:cNvPr>
                <p14:cNvContentPartPr/>
                <p14:nvPr/>
              </p14:nvContentPartPr>
              <p14:xfrm>
                <a:off x="1239157" y="1148238"/>
                <a:ext cx="198360" cy="2246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049F150-F689-3955-B4B6-FFDE8DD5D72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30517" y="1139598"/>
                  <a:ext cx="2160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71C47E-DD0B-184D-7B55-07856643F179}"/>
              </a:ext>
            </a:extLst>
          </p:cNvPr>
          <p:cNvGrpSpPr/>
          <p:nvPr/>
        </p:nvGrpSpPr>
        <p:grpSpPr>
          <a:xfrm>
            <a:off x="7028317" y="3148758"/>
            <a:ext cx="406800" cy="207360"/>
            <a:chOff x="7028317" y="3148758"/>
            <a:chExt cx="40680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D0D3CE4-866C-5615-EF71-0B65B5B83F2A}"/>
                    </a:ext>
                  </a:extLst>
                </p14:cNvPr>
                <p14:cNvContentPartPr/>
                <p14:nvPr/>
              </p14:nvContentPartPr>
              <p14:xfrm>
                <a:off x="7028317" y="3148758"/>
                <a:ext cx="145080" cy="123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D0D3CE4-866C-5615-EF71-0B65B5B83F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19317" y="3140118"/>
                  <a:ext cx="162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F0560DE-F0DD-DAC2-4E8D-5A93D26BE967}"/>
                    </a:ext>
                  </a:extLst>
                </p14:cNvPr>
                <p14:cNvContentPartPr/>
                <p14:nvPr/>
              </p14:nvContentPartPr>
              <p14:xfrm>
                <a:off x="7062517" y="3201678"/>
                <a:ext cx="82080" cy="133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F0560DE-F0DD-DAC2-4E8D-5A93D26BE96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53877" y="3193038"/>
                  <a:ext cx="99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250F455-897A-AB04-A10B-82EAB2B7282B}"/>
                    </a:ext>
                  </a:extLst>
                </p14:cNvPr>
                <p14:cNvContentPartPr/>
                <p14:nvPr/>
              </p14:nvContentPartPr>
              <p14:xfrm>
                <a:off x="7045237" y="3268278"/>
                <a:ext cx="193680" cy="705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250F455-897A-AB04-A10B-82EAB2B728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36597" y="3259638"/>
                  <a:ext cx="211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D406221-686F-3F4B-7D5F-917A9E19AA75}"/>
                    </a:ext>
                  </a:extLst>
                </p14:cNvPr>
                <p14:cNvContentPartPr/>
                <p14:nvPr/>
              </p14:nvContentPartPr>
              <p14:xfrm>
                <a:off x="7198597" y="3150558"/>
                <a:ext cx="165960" cy="1044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D406221-686F-3F4B-7D5F-917A9E19AA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89957" y="3141558"/>
                  <a:ext cx="183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5BB8545-2DD6-D9B4-1433-AD882AB9008F}"/>
                    </a:ext>
                  </a:extLst>
                </p14:cNvPr>
                <p14:cNvContentPartPr/>
                <p14:nvPr/>
              </p14:nvContentPartPr>
              <p14:xfrm>
                <a:off x="7351597" y="3152718"/>
                <a:ext cx="73080" cy="110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5BB8545-2DD6-D9B4-1433-AD882AB900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42597" y="3143718"/>
                  <a:ext cx="90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8BC25D6-C7C1-05E2-C424-D017B01814F5}"/>
                    </a:ext>
                  </a:extLst>
                </p14:cNvPr>
                <p14:cNvContentPartPr/>
                <p14:nvPr/>
              </p14:nvContentPartPr>
              <p14:xfrm>
                <a:off x="7316317" y="3274038"/>
                <a:ext cx="118800" cy="82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8BC25D6-C7C1-05E2-C424-D017B01814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07677" y="3265038"/>
                  <a:ext cx="1364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F6742C9-862F-7C80-2C9B-B297490AAE78}"/>
              </a:ext>
            </a:extLst>
          </p:cNvPr>
          <p:cNvGrpSpPr/>
          <p:nvPr/>
        </p:nvGrpSpPr>
        <p:grpSpPr>
          <a:xfrm>
            <a:off x="7479397" y="4683798"/>
            <a:ext cx="794520" cy="479520"/>
            <a:chOff x="7479397" y="4683798"/>
            <a:chExt cx="79452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B907478-F315-F04D-CF2A-F843B5360F98}"/>
                    </a:ext>
                  </a:extLst>
                </p14:cNvPr>
                <p14:cNvContentPartPr/>
                <p14:nvPr/>
              </p14:nvContentPartPr>
              <p14:xfrm>
                <a:off x="7479397" y="4698918"/>
                <a:ext cx="178560" cy="214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B907478-F315-F04D-CF2A-F843B5360F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70757" y="4690278"/>
                  <a:ext cx="196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26E6AB6-CAC7-3C78-CA49-AB4CFDC92C12}"/>
                    </a:ext>
                  </a:extLst>
                </p14:cNvPr>
                <p14:cNvContentPartPr/>
                <p14:nvPr/>
              </p14:nvContentPartPr>
              <p14:xfrm>
                <a:off x="7670557" y="4737078"/>
                <a:ext cx="11160" cy="2217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26E6AB6-CAC7-3C78-CA49-AB4CFDC92C1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61557" y="4728078"/>
                  <a:ext cx="28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92C2139-8D32-3C54-D7C3-EE2D521F6BB2}"/>
                    </a:ext>
                  </a:extLst>
                </p14:cNvPr>
                <p14:cNvContentPartPr/>
                <p14:nvPr/>
              </p14:nvContentPartPr>
              <p14:xfrm>
                <a:off x="7730317" y="4755798"/>
                <a:ext cx="140760" cy="1522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92C2139-8D32-3C54-D7C3-EE2D521F6BB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21677" y="4746798"/>
                  <a:ext cx="158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81FE499-7641-310F-D25B-2B0F0A4330B4}"/>
                    </a:ext>
                  </a:extLst>
                </p14:cNvPr>
                <p14:cNvContentPartPr/>
                <p14:nvPr/>
              </p14:nvContentPartPr>
              <p14:xfrm>
                <a:off x="7781797" y="4683798"/>
                <a:ext cx="126720" cy="2437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81FE499-7641-310F-D25B-2B0F0A4330B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72797" y="4674798"/>
                  <a:ext cx="144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E2501D6-6931-3774-FB58-4910F91B41D7}"/>
                    </a:ext>
                  </a:extLst>
                </p14:cNvPr>
                <p14:cNvContentPartPr/>
                <p14:nvPr/>
              </p14:nvContentPartPr>
              <p14:xfrm>
                <a:off x="7781797" y="4921398"/>
                <a:ext cx="131760" cy="72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E2501D6-6931-3774-FB58-4910F91B41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72797" y="4912758"/>
                  <a:ext cx="149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1C1B443-FE95-0CD1-1919-83A3557E0AA0}"/>
                    </a:ext>
                  </a:extLst>
                </p14:cNvPr>
                <p14:cNvContentPartPr/>
                <p14:nvPr/>
              </p14:nvContentPartPr>
              <p14:xfrm>
                <a:off x="7986637" y="4729878"/>
                <a:ext cx="185400" cy="2754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1C1B443-FE95-0CD1-1919-83A3557E0AA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77997" y="4721238"/>
                  <a:ext cx="203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651EAAB-BEEE-D303-DF5B-DF9DCD13CB78}"/>
                    </a:ext>
                  </a:extLst>
                </p14:cNvPr>
                <p14:cNvContentPartPr/>
                <p14:nvPr/>
              </p14:nvContentPartPr>
              <p14:xfrm>
                <a:off x="8052157" y="4836798"/>
                <a:ext cx="171000" cy="2390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651EAAB-BEEE-D303-DF5B-DF9DCD13CB7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43517" y="4827798"/>
                  <a:ext cx="188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7135E2B-0412-72D1-D8AB-A192BF865692}"/>
                    </a:ext>
                  </a:extLst>
                </p14:cNvPr>
                <p14:cNvContentPartPr/>
                <p14:nvPr/>
              </p14:nvContentPartPr>
              <p14:xfrm>
                <a:off x="8121637" y="4900518"/>
                <a:ext cx="152280" cy="2628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7135E2B-0412-72D1-D8AB-A192BF8656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12997" y="4891878"/>
                  <a:ext cx="1699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AB0E671-A280-130D-4F32-46D72804E649}"/>
                    </a:ext>
                  </a:extLst>
                </p14:cNvPr>
                <p14:cNvContentPartPr/>
                <p14:nvPr/>
              </p14:nvContentPartPr>
              <p14:xfrm>
                <a:off x="8152237" y="5027238"/>
                <a:ext cx="96840" cy="478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AB0E671-A280-130D-4F32-46D72804E6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43237" y="5018598"/>
                  <a:ext cx="11448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BAF6EC66-A5C7-539C-59C9-D33F5E7370BF}"/>
                  </a:ext>
                </a:extLst>
              </p14:cNvPr>
              <p14:cNvContentPartPr/>
              <p14:nvPr/>
            </p14:nvContentPartPr>
            <p14:xfrm>
              <a:off x="728317" y="1618758"/>
              <a:ext cx="24120" cy="1080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BAF6EC66-A5C7-539C-59C9-D33F5E7370B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2317" y="1546758"/>
                <a:ext cx="957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346578BE-87A5-D6D0-E681-DAD55D100FA7}"/>
                  </a:ext>
                </a:extLst>
              </p14:cNvPr>
              <p14:cNvContentPartPr/>
              <p14:nvPr/>
            </p14:nvContentPartPr>
            <p14:xfrm>
              <a:off x="621757" y="1616958"/>
              <a:ext cx="1422720" cy="2592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346578BE-87A5-D6D0-E681-DAD55D100FA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5757" y="1544958"/>
                <a:ext cx="14943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8DF23E9-4F35-2F7C-9843-F894A694BAE5}"/>
                  </a:ext>
                </a:extLst>
              </p14:cNvPr>
              <p14:cNvContentPartPr/>
              <p14:nvPr/>
            </p14:nvContentPartPr>
            <p14:xfrm>
              <a:off x="7408117" y="4818438"/>
              <a:ext cx="883080" cy="270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8DF23E9-4F35-2F7C-9843-F894A694BAE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372477" y="4746798"/>
                <a:ext cx="954720" cy="17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00110"/>
          </a:xfrm>
        </p:spPr>
        <p:txBody>
          <a:bodyPr/>
          <a:lstStyle/>
          <a:p>
            <a:r>
              <a:rPr lang="en-US" altLang="ko-KR" dirty="0"/>
              <a:t>SSTF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428736"/>
            <a:ext cx="8715406" cy="2000265"/>
          </a:xfrm>
        </p:spPr>
        <p:txBody>
          <a:bodyPr/>
          <a:lstStyle/>
          <a:p>
            <a:r>
              <a:rPr lang="ko-KR" altLang="en-US" sz="2400" dirty="0"/>
              <a:t>현재 헤드 위치로부터 최소 탐색을 가지는 요청을 선정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SSTF </a:t>
            </a:r>
            <a:r>
              <a:rPr lang="ko-KR" altLang="en-US" sz="2400" dirty="0"/>
              <a:t>스케줄링은 </a:t>
            </a:r>
            <a:r>
              <a:rPr lang="en-US" altLang="ko-KR" sz="2400" dirty="0"/>
              <a:t>SJF </a:t>
            </a:r>
            <a:r>
              <a:rPr lang="ko-KR" altLang="en-US" sz="2400" dirty="0"/>
              <a:t>스케줄링과 유사</a:t>
            </a:r>
          </a:p>
          <a:p>
            <a:pPr lvl="1"/>
            <a:r>
              <a:rPr lang="ko-KR" altLang="en-US" sz="2000" dirty="0"/>
              <a:t>몇몇 요청에 대해 기아 상태 발생 가능</a:t>
            </a:r>
            <a:endParaRPr lang="en-US" altLang="ko-KR" sz="2000" dirty="0"/>
          </a:p>
          <a:p>
            <a:r>
              <a:rPr lang="ko-KR" altLang="en-US" sz="2400" dirty="0"/>
              <a:t>전체 </a:t>
            </a:r>
            <a:r>
              <a:rPr lang="en-US" altLang="ko-KR" sz="2400" dirty="0"/>
              <a:t>237 </a:t>
            </a:r>
            <a:r>
              <a:rPr lang="ko-KR" altLang="en-US" sz="2400" dirty="0"/>
              <a:t>실린더의 헤드 이동 발생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679" t="9892" r="650" b="9377"/>
          <a:stretch>
            <a:fillRect/>
          </a:stretch>
        </p:blipFill>
        <p:spPr bwMode="auto">
          <a:xfrm>
            <a:off x="2285984" y="3286124"/>
            <a:ext cx="5111762" cy="3346190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4B60EFE-72FB-F45B-FFD4-3C7B666D2135}"/>
                  </a:ext>
                </a:extLst>
              </p14:cNvPr>
              <p14:cNvContentPartPr/>
              <p14:nvPr/>
            </p14:nvContentPartPr>
            <p14:xfrm>
              <a:off x="665317" y="1686438"/>
              <a:ext cx="5760" cy="39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4B60EFE-72FB-F45B-FFD4-3C7B666D21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9677" y="1614798"/>
                <a:ext cx="77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B21B23D-C56A-51A6-6D6B-59C664B29F96}"/>
                  </a:ext>
                </a:extLst>
              </p14:cNvPr>
              <p14:cNvContentPartPr/>
              <p14:nvPr/>
            </p14:nvContentPartPr>
            <p14:xfrm>
              <a:off x="615637" y="1648278"/>
              <a:ext cx="4428360" cy="651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B21B23D-C56A-51A6-6D6B-59C664B29F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9997" y="1576278"/>
                <a:ext cx="45000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2FE0B86-5502-1B92-91AB-4F487B07B454}"/>
                  </a:ext>
                </a:extLst>
              </p14:cNvPr>
              <p14:cNvContentPartPr/>
              <p14:nvPr/>
            </p14:nvContentPartPr>
            <p14:xfrm>
              <a:off x="3038437" y="2496798"/>
              <a:ext cx="1897560" cy="360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2FE0B86-5502-1B92-91AB-4F487B07B4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2437" y="2425158"/>
                <a:ext cx="1969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4558174-7559-2E92-B380-2BD4975C5A31}"/>
                  </a:ext>
                </a:extLst>
              </p14:cNvPr>
              <p14:cNvContentPartPr/>
              <p14:nvPr/>
            </p14:nvContentPartPr>
            <p14:xfrm>
              <a:off x="4530277" y="2490318"/>
              <a:ext cx="778320" cy="543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4558174-7559-2E92-B380-2BD4975C5A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4637" y="2418318"/>
                <a:ext cx="849960" cy="19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928672"/>
          </a:xfrm>
        </p:spPr>
        <p:txBody>
          <a:bodyPr/>
          <a:lstStyle/>
          <a:p>
            <a:r>
              <a:rPr lang="en-US" altLang="ko-KR" dirty="0"/>
              <a:t>SCAN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71613"/>
            <a:ext cx="8715406" cy="4714888"/>
          </a:xfrm>
        </p:spPr>
        <p:txBody>
          <a:bodyPr/>
          <a:lstStyle/>
          <a:p>
            <a:r>
              <a:rPr lang="ko-KR" altLang="en-US" sz="2400" dirty="0"/>
              <a:t>한쪽 끝에서 다른 끝으로 이동</a:t>
            </a:r>
            <a:r>
              <a:rPr lang="en-US" altLang="ko-KR" sz="2400" dirty="0"/>
              <a:t>, </a:t>
            </a:r>
            <a:r>
              <a:rPr lang="ko-KR" altLang="en-US" sz="2400" dirty="0"/>
              <a:t>가는 길의 요청을 모두 처리</a:t>
            </a:r>
            <a:endParaRPr lang="en-US" altLang="ko-KR" sz="2400" dirty="0"/>
          </a:p>
          <a:p>
            <a:pPr lvl="1"/>
            <a:r>
              <a:rPr lang="ko-KR" altLang="en-US" sz="2000" dirty="0"/>
              <a:t>다른 끝에 도착하면 역방향으로 이동하면서 요청 처리</a:t>
            </a:r>
            <a:endParaRPr lang="en-US" altLang="ko-KR" sz="2000" dirty="0"/>
          </a:p>
          <a:p>
            <a:pPr lvl="1"/>
            <a:r>
              <a:rPr lang="ko-KR" altLang="en-US" sz="2000" dirty="0"/>
              <a:t>엘리베이터 알고리즘이라 부름</a:t>
            </a:r>
            <a:endParaRPr lang="en-US" altLang="ko-KR" sz="2000" dirty="0"/>
          </a:p>
          <a:p>
            <a:r>
              <a:rPr lang="ko-KR" altLang="en-US" sz="2400" dirty="0"/>
              <a:t>전체 </a:t>
            </a:r>
            <a:r>
              <a:rPr lang="en-US" altLang="ko-KR" sz="2400" dirty="0"/>
              <a:t>208 </a:t>
            </a:r>
            <a:r>
              <a:rPr lang="ko-KR" altLang="en-US" sz="2400" dirty="0"/>
              <a:t>실린더의 헤드 이동 발생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650" t="7826" r="443" b="8121"/>
          <a:stretch>
            <a:fillRect/>
          </a:stretch>
        </p:blipFill>
        <p:spPr bwMode="auto">
          <a:xfrm flipV="1">
            <a:off x="2071670" y="3357562"/>
            <a:ext cx="4891097" cy="3326553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  <a:scene3d>
            <a:camera prst="orthographicFront">
              <a:rot lat="0" lon="10799999" rev="10799999"/>
            </a:camera>
            <a:lightRig rig="threePt" dir="t"/>
          </a:scene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C12C57E-E673-52B0-BD3F-6C9665EF2192}"/>
                  </a:ext>
                </a:extLst>
              </p14:cNvPr>
              <p14:cNvContentPartPr/>
              <p14:nvPr/>
            </p14:nvContentPartPr>
            <p14:xfrm>
              <a:off x="1041157" y="2532078"/>
              <a:ext cx="2361960" cy="367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C12C57E-E673-52B0-BD3F-6C9665EF21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157" y="2460078"/>
                <a:ext cx="24336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DA08EA6-ACF0-BB3A-1C54-CD3726813165}"/>
                  </a:ext>
                </a:extLst>
              </p14:cNvPr>
              <p14:cNvContentPartPr/>
              <p14:nvPr/>
            </p14:nvContentPartPr>
            <p14:xfrm>
              <a:off x="646597" y="1765278"/>
              <a:ext cx="3346200" cy="313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DA08EA6-ACF0-BB3A-1C54-CD37268131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0597" y="1693638"/>
                <a:ext cx="34178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77F18E2-C7BC-0960-A666-EA53CF8190F3}"/>
                  </a:ext>
                </a:extLst>
              </p14:cNvPr>
              <p14:cNvContentPartPr/>
              <p14:nvPr/>
            </p14:nvContentPartPr>
            <p14:xfrm>
              <a:off x="2021077" y="4305798"/>
              <a:ext cx="1598760" cy="8222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77F18E2-C7BC-0960-A666-EA53CF8190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85077" y="4233798"/>
                <a:ext cx="167040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5E37611-B331-7BB7-3F8F-A4F7B229BD2C}"/>
                  </a:ext>
                </a:extLst>
              </p14:cNvPr>
              <p14:cNvContentPartPr/>
              <p14:nvPr/>
            </p14:nvContentPartPr>
            <p14:xfrm>
              <a:off x="4936357" y="1776798"/>
              <a:ext cx="3688920" cy="878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5E37611-B331-7BB7-3F8F-A4F7B229BD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00717" y="1704798"/>
                <a:ext cx="376056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47CD50E-06AB-639E-3D71-FD725B368B0D}"/>
                  </a:ext>
                </a:extLst>
              </p14:cNvPr>
              <p14:cNvContentPartPr/>
              <p14:nvPr/>
            </p14:nvContentPartPr>
            <p14:xfrm>
              <a:off x="1020277" y="2195118"/>
              <a:ext cx="6103440" cy="612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47CD50E-06AB-639E-3D71-FD725B368B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4637" y="2123118"/>
                <a:ext cx="6175080" cy="20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928672"/>
          </a:xfrm>
        </p:spPr>
        <p:txBody>
          <a:bodyPr/>
          <a:lstStyle/>
          <a:p>
            <a:r>
              <a:rPr lang="en-US" altLang="ko-KR" dirty="0"/>
              <a:t>C-SCAN</a:t>
            </a:r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71613"/>
            <a:ext cx="8715406" cy="2000264"/>
          </a:xfrm>
        </p:spPr>
        <p:txBody>
          <a:bodyPr/>
          <a:lstStyle/>
          <a:p>
            <a:r>
              <a:rPr lang="ko-KR" altLang="en-US" sz="2400" dirty="0"/>
              <a:t>한쪽 끝에서 다른 쪽 끝으로 이동하며 요청 처리</a:t>
            </a:r>
            <a:r>
              <a:rPr lang="en-US" altLang="ko-KR" sz="2400" dirty="0"/>
              <a:t> </a:t>
            </a:r>
          </a:p>
          <a:p>
            <a:r>
              <a:rPr lang="ko-KR" altLang="en-US" sz="2400" dirty="0"/>
              <a:t>끝에 도달하면</a:t>
            </a:r>
            <a:r>
              <a:rPr lang="en-US" altLang="ko-KR" sz="2400" dirty="0"/>
              <a:t>, </a:t>
            </a:r>
            <a:r>
              <a:rPr lang="ko-KR" altLang="en-US" sz="2400" dirty="0"/>
              <a:t>시작으로 돌아와 서비스를 시작</a:t>
            </a:r>
            <a:endParaRPr lang="en-US" altLang="ko-KR" sz="2400" dirty="0"/>
          </a:p>
          <a:p>
            <a:pPr lvl="1"/>
            <a:r>
              <a:rPr lang="ko-KR" altLang="en-US" sz="2000" dirty="0"/>
              <a:t>실린더를 원형 리스트로 취급</a:t>
            </a:r>
            <a:r>
              <a:rPr lang="en-US" altLang="ko-KR" sz="2000" dirty="0"/>
              <a:t>:</a:t>
            </a:r>
            <a:r>
              <a:rPr lang="ko-KR" altLang="en-US" sz="2000" dirty="0"/>
              <a:t> 마지막 실린더를 첫째 실린더와 연결</a:t>
            </a:r>
            <a:endParaRPr lang="en-US" altLang="ko-KR" sz="2000" dirty="0"/>
          </a:p>
          <a:p>
            <a:r>
              <a:rPr lang="en-US" altLang="ko-KR" sz="2400" dirty="0"/>
              <a:t>SCAN </a:t>
            </a:r>
            <a:r>
              <a:rPr lang="ko-KR" altLang="en-US" sz="2400" dirty="0"/>
              <a:t>보다 균등한 대기 시간 제공</a:t>
            </a:r>
            <a:endParaRPr lang="en-US" altLang="ko-KR" sz="2400" dirty="0"/>
          </a:p>
          <a:p>
            <a:pPr lvl="1"/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679" t="7790" r="708" b="7494"/>
          <a:stretch>
            <a:fillRect/>
          </a:stretch>
        </p:blipFill>
        <p:spPr bwMode="auto">
          <a:xfrm>
            <a:off x="2500298" y="3500438"/>
            <a:ext cx="4557721" cy="3132394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4AE2329-6F9A-4501-27D8-5BCA71D23A93}"/>
                  </a:ext>
                </a:extLst>
              </p14:cNvPr>
              <p14:cNvContentPartPr/>
              <p14:nvPr/>
            </p14:nvContentPartPr>
            <p14:xfrm>
              <a:off x="640837" y="2219238"/>
              <a:ext cx="6434280" cy="961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4AE2329-6F9A-4501-27D8-5BCA71D23A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37" y="2147238"/>
                <a:ext cx="65059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EAEE55F-3C79-40B8-1886-C8BA204230F3}"/>
                  </a:ext>
                </a:extLst>
              </p14:cNvPr>
              <p14:cNvContentPartPr/>
              <p14:nvPr/>
            </p14:nvContentPartPr>
            <p14:xfrm>
              <a:off x="641557" y="3007638"/>
              <a:ext cx="4811040" cy="54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EAEE55F-3C79-40B8-1886-C8BA204230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917" y="2935998"/>
                <a:ext cx="4882680" cy="19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LOOK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C-LOOK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714488"/>
            <a:ext cx="8715406" cy="1285884"/>
          </a:xfrm>
        </p:spPr>
        <p:txBody>
          <a:bodyPr/>
          <a:lstStyle/>
          <a:p>
            <a:r>
              <a:rPr lang="en-US" altLang="ko-KR" sz="2400" dirty="0"/>
              <a:t>SCAN </a:t>
            </a:r>
            <a:r>
              <a:rPr lang="ko-KR" altLang="en-US" sz="2400" dirty="0"/>
              <a:t>과 </a:t>
            </a:r>
            <a:r>
              <a:rPr lang="en-US" altLang="ko-KR" sz="2400" dirty="0"/>
              <a:t>C-SCAN </a:t>
            </a:r>
            <a:r>
              <a:rPr lang="ko-KR" altLang="en-US" sz="2400" dirty="0"/>
              <a:t>의 변형</a:t>
            </a:r>
            <a:endParaRPr lang="en-US" altLang="ko-KR" sz="2400" dirty="0"/>
          </a:p>
          <a:p>
            <a:r>
              <a:rPr lang="ko-KR" altLang="en-US" sz="2400" dirty="0"/>
              <a:t>각 방향의 마지막 요청까지만 진행</a:t>
            </a:r>
            <a:r>
              <a:rPr lang="en-US" altLang="ko-KR" sz="2400" dirty="0"/>
              <a:t>, </a:t>
            </a:r>
            <a:r>
              <a:rPr lang="ko-KR" altLang="en-US" sz="2400" dirty="0"/>
              <a:t>방향을 바꿔 요청 처리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 l="885" t="7642" r="473" b="7678"/>
          <a:stretch>
            <a:fillRect/>
          </a:stretch>
        </p:blipFill>
        <p:spPr bwMode="auto">
          <a:xfrm>
            <a:off x="2571736" y="3143248"/>
            <a:ext cx="4515640" cy="3102241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FCCF464-0C53-480F-0011-275054D34235}"/>
                  </a:ext>
                </a:extLst>
              </p14:cNvPr>
              <p14:cNvContentPartPr/>
              <p14:nvPr/>
            </p14:nvContentPartPr>
            <p14:xfrm>
              <a:off x="629677" y="2383398"/>
              <a:ext cx="4735800" cy="421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FCCF464-0C53-480F-0011-275054D342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037" y="2311758"/>
                <a:ext cx="4807440" cy="18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412776"/>
            <a:ext cx="8929718" cy="487372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 dirty="0"/>
              <a:t>N-step SCAN: SCAN</a:t>
            </a:r>
            <a:r>
              <a:rPr lang="ko-KR" altLang="en-US" sz="2400" dirty="0"/>
              <a:t>의 변형</a:t>
            </a:r>
            <a:endParaRPr lang="en-US" altLang="ko-KR" sz="2400" dirty="0"/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어떤 방향의 진행 시작할 때</a:t>
            </a:r>
            <a:r>
              <a:rPr lang="en-US" altLang="ko-KR" sz="2000" dirty="0"/>
              <a:t>, </a:t>
            </a:r>
            <a:r>
              <a:rPr lang="ko-KR" altLang="en-US" sz="2000" dirty="0"/>
              <a:t>시작 당시에 대기한 요청만 서비스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진행 도중 도착한 요청들은 모아서 다음의 반대 방향 진행 때 서비스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600" dirty="0"/>
          </a:p>
          <a:p>
            <a:pPr lvl="1">
              <a:lnSpc>
                <a:spcPct val="120000"/>
              </a:lnSpc>
            </a:pPr>
            <a:endParaRPr lang="en-US" altLang="ko-KR" sz="600" dirty="0"/>
          </a:p>
          <a:p>
            <a:pPr>
              <a:lnSpc>
                <a:spcPct val="120000"/>
              </a:lnSpc>
            </a:pPr>
            <a:r>
              <a:rPr lang="en-US" altLang="ko-KR" sz="2400" dirty="0"/>
              <a:t>SLTF(Shortest Latency Time First) </a:t>
            </a:r>
            <a:r>
              <a:rPr lang="ko-KR" altLang="en-US" sz="2400" dirty="0"/>
              <a:t>또는 </a:t>
            </a:r>
            <a:r>
              <a:rPr lang="en-US" altLang="ko-KR" sz="2400" dirty="0"/>
              <a:t>Sector Queuing</a:t>
            </a:r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회전시간의 최적화를 위해 구현</a:t>
            </a:r>
            <a:r>
              <a:rPr lang="en-US" altLang="ko-KR" sz="2000" dirty="0"/>
              <a:t>, </a:t>
            </a:r>
            <a:r>
              <a:rPr lang="ko-KR" altLang="en-US" sz="2000" dirty="0"/>
              <a:t>고정 헤드 장치에 사용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대기 큐에 있는 요청들을 섹터 위치에 따라 재정렬하고 가까운 섹터를 먼저 서비스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600" dirty="0"/>
          </a:p>
          <a:p>
            <a:pPr>
              <a:lnSpc>
                <a:spcPct val="120000"/>
              </a:lnSpc>
            </a:pPr>
            <a:r>
              <a:rPr lang="en-US" altLang="ko-KR" sz="2400" dirty="0" err="1"/>
              <a:t>EschenBach</a:t>
            </a:r>
            <a:r>
              <a:rPr lang="en-US" altLang="ko-KR" sz="2400" dirty="0"/>
              <a:t> (</a:t>
            </a:r>
            <a:r>
              <a:rPr lang="ko-KR" altLang="en-US" sz="2400" dirty="0" err="1"/>
              <a:t>에션바흐</a:t>
            </a:r>
            <a:r>
              <a:rPr lang="en-US" altLang="ko-KR" sz="2400" dirty="0"/>
              <a:t>): </a:t>
            </a:r>
            <a:r>
              <a:rPr lang="ko-KR" altLang="en-US" sz="2400"/>
              <a:t>부하 큰 항공예약시스템에 사용</a:t>
            </a:r>
            <a:endParaRPr lang="en-US" altLang="ko-KR" sz="2400" dirty="0"/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탐색 시간과 회전 지연 시간을 최적화하기 위한 최초 기법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ko-KR" altLang="en-US" sz="2000" dirty="0"/>
              <a:t>헤드는 </a:t>
            </a:r>
            <a:r>
              <a:rPr lang="en-US" altLang="ko-KR" sz="2000" dirty="0"/>
              <a:t>C-SCAN</a:t>
            </a:r>
            <a:r>
              <a:rPr lang="ko-KR" altLang="en-US" sz="2000" dirty="0"/>
              <a:t>처럼 동작하고 모든 실린더는 전체 트랙이 </a:t>
            </a:r>
            <a:r>
              <a:rPr lang="ko-KR" altLang="en-US" sz="2000" dirty="0" err="1"/>
              <a:t>한바퀴</a:t>
            </a:r>
            <a:r>
              <a:rPr lang="ko-KR" altLang="en-US" sz="2000" dirty="0"/>
              <a:t> 회전할 동안 서비스 받음</a:t>
            </a:r>
            <a:endParaRPr lang="en-US" altLang="ko-KR" sz="2000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2000" dirty="0"/>
          </a:p>
        </p:txBody>
      </p:sp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71548"/>
          </a:xfrm>
        </p:spPr>
        <p:txBody>
          <a:bodyPr/>
          <a:lstStyle/>
          <a:p>
            <a:r>
              <a:rPr lang="ko-KR" altLang="en-US" dirty="0"/>
              <a:t>기타 알고리즘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CA3389A-364B-66A6-5D3D-A6D3E1048368}"/>
                  </a:ext>
                </a:extLst>
              </p14:cNvPr>
              <p14:cNvContentPartPr/>
              <p14:nvPr/>
            </p14:nvContentPartPr>
            <p14:xfrm>
              <a:off x="3862117" y="4137678"/>
              <a:ext cx="2889720" cy="59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CA3389A-364B-66A6-5D3D-A6D3E10483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6117" y="4066038"/>
                <a:ext cx="2961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97D66B7-1C9F-EA2A-0CE4-C51CE1926843}"/>
                  </a:ext>
                </a:extLst>
              </p14:cNvPr>
              <p14:cNvContentPartPr/>
              <p14:nvPr/>
            </p14:nvContentPartPr>
            <p14:xfrm>
              <a:off x="7200757" y="4140198"/>
              <a:ext cx="1723680" cy="44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97D66B7-1C9F-EA2A-0CE4-C51CE19268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4757" y="4068198"/>
                <a:ext cx="17953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28D2D10-A552-E3F2-D5C1-2A1289E99BC3}"/>
                  </a:ext>
                </a:extLst>
              </p14:cNvPr>
              <p14:cNvContentPartPr/>
              <p14:nvPr/>
            </p14:nvContentPartPr>
            <p14:xfrm>
              <a:off x="969517" y="4531518"/>
              <a:ext cx="1408320" cy="414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28D2D10-A552-E3F2-D5C1-2A1289E99B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3877" y="4459878"/>
                <a:ext cx="14799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7DDE08A0-9BC5-061C-3EF3-248082F070D8}"/>
                  </a:ext>
                </a:extLst>
              </p14:cNvPr>
              <p14:cNvContentPartPr/>
              <p14:nvPr/>
            </p14:nvContentPartPr>
            <p14:xfrm>
              <a:off x="4285837" y="2126718"/>
              <a:ext cx="4015440" cy="486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7DDE08A0-9BC5-061C-3EF3-248082F070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0197" y="2055078"/>
                <a:ext cx="40870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0154FE2-72AB-92DC-5F6C-79B21DF079DC}"/>
                  </a:ext>
                </a:extLst>
              </p14:cNvPr>
              <p14:cNvContentPartPr/>
              <p14:nvPr/>
            </p14:nvContentPartPr>
            <p14:xfrm>
              <a:off x="1061317" y="2524878"/>
              <a:ext cx="7685640" cy="1094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0154FE2-72AB-92DC-5F6C-79B21DF079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5677" y="2453238"/>
                <a:ext cx="77572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99722E7-75B3-4E99-03E9-61A382E9C5E9}"/>
                  </a:ext>
                </a:extLst>
              </p14:cNvPr>
              <p14:cNvContentPartPr/>
              <p14:nvPr/>
            </p14:nvContentPartPr>
            <p14:xfrm>
              <a:off x="976357" y="5610078"/>
              <a:ext cx="1166040" cy="583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99722E7-75B3-4E99-03E9-61A382E9C5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0717" y="5538078"/>
                <a:ext cx="12376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49068003-E74F-F16B-7388-FDD19B9B1C0B}"/>
                  </a:ext>
                </a:extLst>
              </p14:cNvPr>
              <p14:cNvContentPartPr/>
              <p14:nvPr/>
            </p14:nvContentPartPr>
            <p14:xfrm>
              <a:off x="2594917" y="5711958"/>
              <a:ext cx="8280" cy="108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49068003-E74F-F16B-7388-FDD19B9B1C0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8917" y="5639958"/>
                <a:ext cx="799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F34FAF96-2E93-E767-818F-44B22FC1A099}"/>
                  </a:ext>
                </a:extLst>
              </p14:cNvPr>
              <p14:cNvContentPartPr/>
              <p14:nvPr/>
            </p14:nvContentPartPr>
            <p14:xfrm>
              <a:off x="2444077" y="5551398"/>
              <a:ext cx="3840480" cy="1278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F34FAF96-2E93-E767-818F-44B22FC1A0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08077" y="5479758"/>
                <a:ext cx="3912120" cy="27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71548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디스크 관리</a:t>
            </a:r>
            <a:endParaRPr lang="en-US" altLang="ko-KR" dirty="0"/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643063"/>
            <a:ext cx="8715406" cy="2143127"/>
          </a:xfrm>
        </p:spPr>
        <p:txBody>
          <a:bodyPr/>
          <a:lstStyle/>
          <a:p>
            <a:r>
              <a:rPr lang="ko-KR" altLang="en-US" sz="2400" dirty="0" err="1"/>
              <a:t>저수준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포맷팅</a:t>
            </a:r>
            <a:r>
              <a:rPr lang="en-US" altLang="ko-KR" sz="2400" dirty="0"/>
              <a:t> </a:t>
            </a:r>
            <a:r>
              <a:rPr lang="ko-KR" altLang="en-US" sz="2400" dirty="0"/>
              <a:t>또는 물리 </a:t>
            </a:r>
            <a:r>
              <a:rPr lang="ko-KR" altLang="en-US" sz="2400" dirty="0" err="1"/>
              <a:t>포맷팅</a:t>
            </a:r>
            <a:endParaRPr lang="en-US" altLang="ko-KR" sz="2400" dirty="0"/>
          </a:p>
          <a:p>
            <a:pPr lvl="1"/>
            <a:r>
              <a:rPr lang="ko-KR" altLang="en-US" sz="2000" dirty="0"/>
              <a:t>디스크를 디스크 제어기가 읽거나 쓸 수 있는 섹터들로 구분</a:t>
            </a:r>
            <a:endParaRPr lang="en-US" altLang="ko-KR" sz="2000" dirty="0"/>
          </a:p>
          <a:p>
            <a:pPr lvl="1"/>
            <a:r>
              <a:rPr lang="ko-KR" altLang="en-US" sz="2000" dirty="0"/>
              <a:t>섹터를 구분하기 위해서 디스크를 적절한 자료구조로 채움</a:t>
            </a:r>
            <a:endParaRPr lang="en-US" altLang="ko-KR" sz="2000" dirty="0"/>
          </a:p>
          <a:p>
            <a:pPr lvl="2"/>
            <a:r>
              <a:rPr lang="ko-KR" altLang="en-US" sz="1600" dirty="0"/>
              <a:t>헤더</a:t>
            </a:r>
            <a:r>
              <a:rPr lang="en-US" altLang="ko-KR" sz="1600" dirty="0"/>
              <a:t>, </a:t>
            </a:r>
            <a:r>
              <a:rPr lang="ko-KR" altLang="en-US" sz="1600" dirty="0"/>
              <a:t>자료영역</a:t>
            </a:r>
            <a:r>
              <a:rPr lang="en-US" altLang="ko-KR" sz="1600" dirty="0"/>
              <a:t>, </a:t>
            </a:r>
            <a:r>
              <a:rPr lang="ko-KR" altLang="en-US" sz="1600" dirty="0"/>
              <a:t>트레일러</a:t>
            </a:r>
            <a:r>
              <a:rPr lang="en-US" altLang="ko-KR" sz="1600" dirty="0"/>
              <a:t>(</a:t>
            </a:r>
            <a:r>
              <a:rPr lang="ko-KR" altLang="en-US" sz="1600" dirty="0"/>
              <a:t>오류 수정 코드</a:t>
            </a:r>
            <a:r>
              <a:rPr lang="en-US" altLang="ko-KR" sz="1600" dirty="0"/>
              <a:t>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5" name="Picture 6" descr="FIG-6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643314"/>
            <a:ext cx="5594011" cy="247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75B0F95-F6C1-4939-D372-83C00EFFC736}"/>
                  </a:ext>
                </a:extLst>
              </p14:cNvPr>
              <p14:cNvContentPartPr/>
              <p14:nvPr/>
            </p14:nvContentPartPr>
            <p14:xfrm>
              <a:off x="4079197" y="2268558"/>
              <a:ext cx="3765960" cy="59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75B0F95-F6C1-4939-D372-83C00EFFC7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3197" y="2196918"/>
                <a:ext cx="38376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08D034B-8672-D31D-B08C-62325B59A825}"/>
                  </a:ext>
                </a:extLst>
              </p14:cNvPr>
              <p14:cNvContentPartPr/>
              <p14:nvPr/>
            </p14:nvContentPartPr>
            <p14:xfrm>
              <a:off x="2073997" y="2187198"/>
              <a:ext cx="1879200" cy="1126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08D034B-8672-D31D-B08C-62325B59A8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8357" y="2115198"/>
                <a:ext cx="1950840" cy="25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643063"/>
            <a:ext cx="8786874" cy="46434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파일을 저장을 위해</a:t>
            </a:r>
            <a:r>
              <a:rPr lang="en-US" altLang="ko-KR" sz="2400" dirty="0"/>
              <a:t>, </a:t>
            </a:r>
            <a:r>
              <a:rPr lang="ko-KR" altLang="en-US" sz="2400" dirty="0"/>
              <a:t>운영체제는 디스크에 자료구조를 기록</a:t>
            </a:r>
            <a:endParaRPr lang="en-US" altLang="ko-KR" sz="2400" dirty="0"/>
          </a:p>
          <a:p>
            <a:pPr marL="914400" lvl="1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2000" b="1" dirty="0"/>
              <a:t>파티션</a:t>
            </a:r>
            <a:r>
              <a:rPr lang="en-US" altLang="ko-KR" sz="2000" dirty="0"/>
              <a:t>: </a:t>
            </a:r>
            <a:r>
              <a:rPr lang="ko-KR" altLang="en-US" sz="2000" dirty="0"/>
              <a:t>디스크를 여러 실린더들로 구별</a:t>
            </a:r>
            <a:endParaRPr lang="en-US" altLang="ko-KR" sz="2000" dirty="0"/>
          </a:p>
          <a:p>
            <a:pPr lvl="2">
              <a:lnSpc>
                <a:spcPct val="120000"/>
              </a:lnSpc>
            </a:pPr>
            <a:r>
              <a:rPr lang="ko-KR" altLang="en-US" sz="1800" dirty="0"/>
              <a:t>파티션을 별도의 디스크처럼 취급</a:t>
            </a:r>
            <a:endParaRPr lang="en-US" altLang="ko-KR" sz="1800" dirty="0"/>
          </a:p>
          <a:p>
            <a:pPr marL="914400" lvl="1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2000" b="1" dirty="0"/>
              <a:t>논리적 </a:t>
            </a:r>
            <a:r>
              <a:rPr lang="ko-KR" altLang="en-US" sz="2000" b="1" dirty="0" err="1"/>
              <a:t>포맷팅</a:t>
            </a:r>
            <a:r>
              <a:rPr lang="en-US" altLang="ko-KR" sz="2000" dirty="0"/>
              <a:t>: </a:t>
            </a:r>
            <a:r>
              <a:rPr lang="ko-KR" altLang="en-US" sz="2000" dirty="0"/>
              <a:t>파일 시스템 제작</a:t>
            </a:r>
            <a:endParaRPr lang="en-US" altLang="ko-KR" sz="2000" dirty="0"/>
          </a:p>
          <a:p>
            <a:pPr lvl="2">
              <a:lnSpc>
                <a:spcPct val="120000"/>
              </a:lnSpc>
            </a:pPr>
            <a:r>
              <a:rPr lang="ko-KR" altLang="en-US" sz="1800" dirty="0"/>
              <a:t>운영체제가 파일 시스템 자료 구조</a:t>
            </a:r>
            <a:r>
              <a:rPr lang="en-US" altLang="ko-KR" sz="1800" dirty="0"/>
              <a:t>(FAT, </a:t>
            </a:r>
            <a:r>
              <a:rPr lang="en-US" altLang="ko-KR" sz="1800" dirty="0" err="1"/>
              <a:t>inode</a:t>
            </a:r>
            <a:r>
              <a:rPr lang="en-US" altLang="ko-KR" sz="1800" dirty="0"/>
              <a:t>, </a:t>
            </a:r>
            <a:r>
              <a:rPr lang="ko-KR" altLang="en-US" sz="1800" dirty="0"/>
              <a:t>가용 공간 정보</a:t>
            </a:r>
            <a:r>
              <a:rPr lang="en-US" altLang="ko-KR" sz="1800" dirty="0"/>
              <a:t>, </a:t>
            </a:r>
            <a:r>
              <a:rPr lang="ko-KR" altLang="en-US" sz="1800" dirty="0"/>
              <a:t>빈 </a:t>
            </a:r>
            <a:r>
              <a:rPr lang="ko-KR" altLang="en-US" sz="1800" dirty="0" err="1"/>
              <a:t>디렉토리</a:t>
            </a:r>
            <a:r>
              <a:rPr lang="ko-KR" altLang="en-US" sz="1800" dirty="0"/>
              <a:t> 구조</a:t>
            </a:r>
            <a:r>
              <a:rPr lang="en-US" altLang="ko-KR" sz="1800" dirty="0"/>
              <a:t>)</a:t>
            </a:r>
            <a:r>
              <a:rPr lang="ko-KR" altLang="en-US" sz="1800" dirty="0"/>
              <a:t>를 디스크에 저장</a:t>
            </a:r>
            <a:endParaRPr lang="en-US" altLang="ko-KR" sz="1800" dirty="0"/>
          </a:p>
          <a:p>
            <a:pPr lvl="2">
              <a:lnSpc>
                <a:spcPct val="120000"/>
              </a:lnSpc>
            </a:pPr>
            <a:r>
              <a:rPr lang="ko-KR" altLang="en-US" sz="1800" dirty="0" err="1"/>
              <a:t>비가공</a:t>
            </a:r>
            <a:r>
              <a:rPr lang="ko-KR" altLang="en-US" sz="1800" dirty="0"/>
              <a:t> 디스크</a:t>
            </a:r>
            <a:r>
              <a:rPr lang="en-US" altLang="ko-KR" sz="1800" dirty="0"/>
              <a:t>: </a:t>
            </a:r>
            <a:r>
              <a:rPr lang="ko-KR" altLang="en-US" sz="1800" dirty="0"/>
              <a:t>논리적 </a:t>
            </a:r>
            <a:r>
              <a:rPr lang="ko-KR" altLang="en-US" sz="1800" dirty="0" err="1"/>
              <a:t>포맷팅을</a:t>
            </a:r>
            <a:r>
              <a:rPr lang="ko-KR" altLang="en-US" sz="1800" dirty="0"/>
              <a:t> 하지 않음</a:t>
            </a:r>
            <a:r>
              <a:rPr lang="en-US" altLang="ko-KR" sz="1800" dirty="0"/>
              <a:t>. </a:t>
            </a:r>
            <a:r>
              <a:rPr lang="ko-KR" altLang="en-US" sz="1800" dirty="0"/>
              <a:t>버퍼 </a:t>
            </a:r>
            <a:r>
              <a:rPr lang="ko-KR" altLang="en-US" sz="1800" dirty="0" err="1"/>
              <a:t>캐쉬</a:t>
            </a:r>
            <a:r>
              <a:rPr lang="en-US" altLang="ko-KR" sz="1800" dirty="0"/>
              <a:t>, </a:t>
            </a:r>
            <a:r>
              <a:rPr lang="ko-KR" altLang="en-US" sz="1800" dirty="0"/>
              <a:t>공간할당</a:t>
            </a:r>
            <a:r>
              <a:rPr lang="en-US" altLang="ko-KR" sz="1800" dirty="0"/>
              <a:t>, </a:t>
            </a:r>
            <a:r>
              <a:rPr lang="ko-KR" altLang="en-US" sz="1800" dirty="0"/>
              <a:t>파일 이름 관리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디렉토리</a:t>
            </a:r>
            <a:r>
              <a:rPr lang="ko-KR" altLang="en-US" sz="1800" dirty="0"/>
              <a:t> 서비스를 제공하지 않음</a:t>
            </a: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D32E8EE-8A91-9377-90D7-DBDBB2FCC2E0}"/>
                  </a:ext>
                </a:extLst>
              </p14:cNvPr>
              <p14:cNvContentPartPr/>
              <p14:nvPr/>
            </p14:nvContentPartPr>
            <p14:xfrm>
              <a:off x="1261117" y="2308158"/>
              <a:ext cx="678960" cy="48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D32E8EE-8A91-9377-90D7-DBDBB2FCC2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5477" y="2236158"/>
                <a:ext cx="750600" cy="19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357299"/>
            <a:ext cx="8786874" cy="3214710"/>
          </a:xfrm>
        </p:spPr>
        <p:txBody>
          <a:bodyPr/>
          <a:lstStyle/>
          <a:p>
            <a:r>
              <a:rPr lang="ko-KR" altLang="en-US" sz="2400" dirty="0"/>
              <a:t>부트스트랩 프로그램</a:t>
            </a:r>
            <a:endParaRPr lang="en-US" altLang="ko-KR" sz="2400" dirty="0"/>
          </a:p>
          <a:p>
            <a:pPr lvl="1"/>
            <a:r>
              <a:rPr lang="ko-KR" altLang="en-US" sz="2000" dirty="0"/>
              <a:t>역할</a:t>
            </a:r>
            <a:r>
              <a:rPr lang="en-US" altLang="ko-KR" sz="2000" dirty="0"/>
              <a:t>:  </a:t>
            </a:r>
            <a:r>
              <a:rPr lang="ko-KR" altLang="en-US" sz="2000" dirty="0"/>
              <a:t>하드웨어들 초기화</a:t>
            </a:r>
            <a:r>
              <a:rPr lang="en-US" altLang="ko-KR" sz="2000" dirty="0"/>
              <a:t>. </a:t>
            </a:r>
            <a:r>
              <a:rPr lang="ko-KR" altLang="en-US" sz="2000" dirty="0"/>
              <a:t>운영체제를 메모리에 적재하고 실행</a:t>
            </a:r>
            <a:endParaRPr lang="en-US" altLang="ko-KR" sz="2000" dirty="0"/>
          </a:p>
          <a:p>
            <a:pPr lvl="1"/>
            <a:r>
              <a:rPr lang="en-US" altLang="ko-KR" sz="2000" dirty="0"/>
              <a:t>ROM</a:t>
            </a:r>
            <a:r>
              <a:rPr lang="ko-KR" altLang="en-US" sz="2000" dirty="0"/>
              <a:t>에</a:t>
            </a:r>
            <a:r>
              <a:rPr lang="en-US" altLang="ko-KR" sz="2000" dirty="0"/>
              <a:t> </a:t>
            </a:r>
            <a:r>
              <a:rPr lang="ko-KR" altLang="en-US" sz="2000" dirty="0"/>
              <a:t>저장하는 구조</a:t>
            </a:r>
            <a:r>
              <a:rPr lang="en-US" altLang="ko-KR" sz="2000" dirty="0"/>
              <a:t>: </a:t>
            </a:r>
            <a:r>
              <a:rPr lang="ko-KR" altLang="en-US" sz="2000" dirty="0"/>
              <a:t>교체가 매우 어려움</a:t>
            </a:r>
            <a:endParaRPr lang="en-US" altLang="ko-KR" sz="2000" dirty="0"/>
          </a:p>
          <a:p>
            <a:r>
              <a:rPr lang="ko-KR" altLang="en-US" sz="2400" dirty="0"/>
              <a:t>부트스트랩 적재기 </a:t>
            </a:r>
            <a:r>
              <a:rPr lang="en-US" altLang="ko-KR" sz="2400" dirty="0"/>
              <a:t>(</a:t>
            </a:r>
            <a:r>
              <a:rPr lang="ko-KR" altLang="en-US" sz="2400" dirty="0"/>
              <a:t>부트 </a:t>
            </a:r>
            <a:r>
              <a:rPr lang="ko-KR" altLang="en-US" sz="2400" dirty="0" err="1"/>
              <a:t>로더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 err="1"/>
              <a:t>부트스트램</a:t>
            </a:r>
            <a:r>
              <a:rPr lang="ko-KR" altLang="en-US" sz="2000" dirty="0"/>
              <a:t> 프로그램의 일부 기능만을 </a:t>
            </a:r>
            <a:r>
              <a:rPr lang="en-US" altLang="ko-KR" sz="2000" dirty="0"/>
              <a:t>ROM </a:t>
            </a:r>
            <a:r>
              <a:rPr lang="ko-KR" altLang="en-US" sz="2000" dirty="0"/>
              <a:t>적재</a:t>
            </a:r>
            <a:endParaRPr lang="en-US" altLang="ko-KR" sz="2000" dirty="0"/>
          </a:p>
          <a:p>
            <a:pPr lvl="1"/>
            <a:r>
              <a:rPr lang="ko-KR" altLang="en-US" sz="2000" dirty="0"/>
              <a:t>디스크에 있는 부트스트랩 프로그램을 호출하여 실행</a:t>
            </a:r>
            <a:endParaRPr lang="en-US" altLang="ko-KR" sz="2000" dirty="0"/>
          </a:p>
          <a:p>
            <a:pPr lvl="1"/>
            <a:r>
              <a:rPr lang="ko-KR" altLang="en-US" sz="2000" dirty="0"/>
              <a:t>부트 블록</a:t>
            </a:r>
            <a:r>
              <a:rPr lang="en-US" altLang="ko-KR" sz="2000" dirty="0"/>
              <a:t>: </a:t>
            </a:r>
            <a:r>
              <a:rPr lang="ko-KR" altLang="en-US" sz="2000" dirty="0"/>
              <a:t>부트스트랩 프로그램을 저장하는 디스크의 고정된 위치</a:t>
            </a:r>
            <a:endParaRPr lang="en-US" altLang="ko-KR" sz="2000" dirty="0"/>
          </a:p>
          <a:p>
            <a:pPr lvl="1"/>
            <a:r>
              <a:rPr lang="ko-KR" altLang="en-US" sz="2000" dirty="0"/>
              <a:t>부트 디스크 </a:t>
            </a:r>
            <a:r>
              <a:rPr lang="en-US" altLang="ko-KR" sz="2000" dirty="0"/>
              <a:t>(</a:t>
            </a:r>
            <a:r>
              <a:rPr lang="ko-KR" altLang="en-US" sz="2000" dirty="0"/>
              <a:t>시스템 디스크</a:t>
            </a:r>
            <a:r>
              <a:rPr lang="en-US" altLang="ko-KR" sz="2000" dirty="0"/>
              <a:t>): </a:t>
            </a:r>
            <a:r>
              <a:rPr lang="ko-KR" altLang="en-US" sz="2000" dirty="0"/>
              <a:t>부트 블록을 가지는 있는 디스크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14313" y="285750"/>
            <a:ext cx="8786812" cy="928672"/>
          </a:xfrm>
        </p:spPr>
        <p:txBody>
          <a:bodyPr/>
          <a:lstStyle/>
          <a:p>
            <a:r>
              <a:rPr lang="ko-KR" altLang="en-US" dirty="0"/>
              <a:t>부트 블록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 l="17259" t="1619" r="16768" b="2625"/>
          <a:stretch>
            <a:fillRect/>
          </a:stretch>
        </p:blipFill>
        <p:spPr bwMode="auto">
          <a:xfrm>
            <a:off x="1357290" y="4664082"/>
            <a:ext cx="2015833" cy="2193918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4348" y="6072206"/>
            <a:ext cx="1245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MS DOS</a:t>
            </a:r>
          </a:p>
          <a:p>
            <a:pPr algn="ctr"/>
            <a:r>
              <a:rPr lang="ko-KR" altLang="en-US" sz="1600" b="1" dirty="0"/>
              <a:t>디스크 배치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 l="462" t="5289" r="706" b="5614"/>
          <a:stretch>
            <a:fillRect/>
          </a:stretch>
        </p:blipFill>
        <p:spPr bwMode="auto">
          <a:xfrm>
            <a:off x="4357686" y="4714885"/>
            <a:ext cx="3169240" cy="214311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357950" y="6211669"/>
            <a:ext cx="1623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b="1" dirty="0"/>
              <a:t>Windows 2000</a:t>
            </a:r>
          </a:p>
          <a:p>
            <a:pPr algn="ctr"/>
            <a:r>
              <a:rPr lang="ko-KR" altLang="en-US" sz="1800" b="1" dirty="0"/>
              <a:t>디스크 배치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 err="1"/>
              <a:t>스왑</a:t>
            </a:r>
            <a:r>
              <a:rPr lang="en-US" altLang="ko-KR" dirty="0"/>
              <a:t>(swap)</a:t>
            </a:r>
            <a:r>
              <a:rPr lang="ko-KR" altLang="en-US" dirty="0"/>
              <a:t> 공간 관리</a:t>
            </a:r>
            <a:endParaRPr lang="en-US" altLang="ko-KR" dirty="0"/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857364"/>
            <a:ext cx="8786874" cy="4429136"/>
          </a:xfrm>
        </p:spPr>
        <p:txBody>
          <a:bodyPr/>
          <a:lstStyle/>
          <a:p>
            <a:r>
              <a:rPr lang="ko-KR" altLang="en-US" sz="2400" dirty="0" err="1"/>
              <a:t>스와핑</a:t>
            </a:r>
            <a:endParaRPr lang="en-US" altLang="ko-KR" sz="2400" dirty="0"/>
          </a:p>
          <a:p>
            <a:pPr lvl="1"/>
            <a:r>
              <a:rPr lang="ko-KR" altLang="en-US" sz="2000" dirty="0"/>
              <a:t>프로세스</a:t>
            </a:r>
            <a:r>
              <a:rPr lang="en-US" altLang="ko-KR" sz="2000" dirty="0"/>
              <a:t>(</a:t>
            </a:r>
            <a:r>
              <a:rPr lang="ko-KR" altLang="en-US" sz="2000" dirty="0"/>
              <a:t>페이지</a:t>
            </a:r>
            <a:r>
              <a:rPr lang="en-US" altLang="ko-KR" sz="2000" dirty="0"/>
              <a:t>)</a:t>
            </a:r>
            <a:r>
              <a:rPr lang="ko-KR" altLang="en-US" sz="2000" dirty="0"/>
              <a:t>를 메모리에서 </a:t>
            </a:r>
            <a:r>
              <a:rPr lang="ko-KR" altLang="en-US" sz="2000" dirty="0" err="1"/>
              <a:t>스왑</a:t>
            </a:r>
            <a:r>
              <a:rPr lang="ko-KR" altLang="en-US" sz="2000" dirty="0"/>
              <a:t> 공간으로 일시적 이동</a:t>
            </a:r>
            <a:endParaRPr lang="en-US" altLang="ko-KR" sz="2000" dirty="0"/>
          </a:p>
          <a:p>
            <a:pPr lvl="1"/>
            <a:r>
              <a:rPr lang="ko-KR" altLang="en-US" sz="2000" dirty="0"/>
              <a:t>넉넉한 </a:t>
            </a:r>
            <a:r>
              <a:rPr lang="ko-KR" altLang="en-US" sz="2000" dirty="0" err="1"/>
              <a:t>스왑</a:t>
            </a:r>
            <a:r>
              <a:rPr lang="ko-KR" altLang="en-US" sz="2000" dirty="0"/>
              <a:t> 공간 생성</a:t>
            </a:r>
            <a:r>
              <a:rPr lang="en-US" altLang="ko-KR" sz="2000" dirty="0"/>
              <a:t>: </a:t>
            </a:r>
            <a:r>
              <a:rPr lang="ko-KR" altLang="en-US" sz="2000" dirty="0"/>
              <a:t>공간이 부족하면 프로세스 강제 종료 필요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스왑</a:t>
            </a:r>
            <a:r>
              <a:rPr lang="ko-KR" altLang="en-US" sz="2400" dirty="0"/>
              <a:t> 공간 위치</a:t>
            </a:r>
            <a:endParaRPr lang="en-US" altLang="ko-KR" sz="2400" dirty="0"/>
          </a:p>
          <a:p>
            <a:pPr lvl="1"/>
            <a:r>
              <a:rPr lang="ko-KR" altLang="en-US" sz="2000" dirty="0"/>
              <a:t>일반 파일 시스템 내의 공간</a:t>
            </a:r>
            <a:r>
              <a:rPr lang="en-US" altLang="ko-KR" sz="2000" dirty="0"/>
              <a:t>: </a:t>
            </a:r>
            <a:r>
              <a:rPr lang="ko-KR" altLang="en-US" sz="2000" dirty="0"/>
              <a:t>구현 용이</a:t>
            </a:r>
            <a:r>
              <a:rPr lang="en-US" altLang="ko-KR" sz="2000" dirty="0"/>
              <a:t>. </a:t>
            </a:r>
            <a:r>
              <a:rPr lang="ko-KR" altLang="en-US" sz="2000" dirty="0"/>
              <a:t>속도 비효율적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별도의 </a:t>
            </a:r>
            <a:r>
              <a:rPr lang="ko-KR" altLang="en-US" sz="2000" dirty="0" err="1"/>
              <a:t>비가공</a:t>
            </a:r>
            <a:r>
              <a:rPr lang="ko-KR" altLang="en-US" sz="2000" dirty="0"/>
              <a:t> 디스크 파티션의 전용 공간</a:t>
            </a:r>
            <a:r>
              <a:rPr lang="en-US" altLang="ko-KR" sz="2000" dirty="0"/>
              <a:t>: </a:t>
            </a:r>
            <a:r>
              <a:rPr lang="ko-KR" altLang="en-US" sz="2000" dirty="0"/>
              <a:t>속도 효율적</a:t>
            </a:r>
            <a:r>
              <a:rPr lang="en-US" altLang="ko-KR" sz="2000" dirty="0"/>
              <a:t>. 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스왑</a:t>
            </a:r>
            <a:r>
              <a:rPr lang="ko-KR" altLang="en-US" sz="2400" dirty="0"/>
              <a:t> 공간 관리</a:t>
            </a:r>
          </a:p>
          <a:p>
            <a:pPr lvl="1"/>
            <a:r>
              <a:rPr lang="ko-KR" altLang="en-US" sz="2000" dirty="0" err="1"/>
              <a:t>커널은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스왑</a:t>
            </a:r>
            <a:r>
              <a:rPr lang="en-US" altLang="ko-KR" sz="2000" dirty="0"/>
              <a:t> </a:t>
            </a:r>
            <a:r>
              <a:rPr lang="ko-KR" altLang="en-US" sz="2000" dirty="0"/>
              <a:t>공간 사용을 추적하기 위해 </a:t>
            </a:r>
            <a:r>
              <a:rPr lang="ko-KR" altLang="en-US" sz="2000" dirty="0" err="1"/>
              <a:t>스왑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맵을</a:t>
            </a:r>
            <a:r>
              <a:rPr lang="ko-KR" altLang="en-US" sz="2000" dirty="0"/>
              <a:t> 사용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B148F79-7F45-B827-7FD6-73CA75934556}"/>
                  </a:ext>
                </a:extLst>
              </p14:cNvPr>
              <p14:cNvContentPartPr/>
              <p14:nvPr/>
            </p14:nvContentPartPr>
            <p14:xfrm>
              <a:off x="748477" y="2122398"/>
              <a:ext cx="2160" cy="21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B148F79-7F45-B827-7FD6-73CA759345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477" y="2050758"/>
                <a:ext cx="738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0ECE580-4877-EC61-E83A-0F2C9869BC48}"/>
                  </a:ext>
                </a:extLst>
              </p14:cNvPr>
              <p14:cNvContentPartPr/>
              <p14:nvPr/>
            </p14:nvContentPartPr>
            <p14:xfrm>
              <a:off x="648037" y="2090718"/>
              <a:ext cx="835920" cy="684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0ECE580-4877-EC61-E83A-0F2C9869BC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037" y="2018718"/>
                <a:ext cx="9075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F9DC606-1F83-6878-9736-2FF2C96C8F93}"/>
                  </a:ext>
                </a:extLst>
              </p14:cNvPr>
              <p14:cNvContentPartPr/>
              <p14:nvPr/>
            </p14:nvContentPartPr>
            <p14:xfrm>
              <a:off x="4681837" y="2493918"/>
              <a:ext cx="3072240" cy="48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F9DC606-1F83-6878-9736-2FF2C96C8F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45837" y="2422278"/>
                <a:ext cx="31438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664E42D5-7D5A-084C-BA58-2BAA49CC46F7}"/>
                  </a:ext>
                </a:extLst>
              </p14:cNvPr>
              <p14:cNvContentPartPr/>
              <p14:nvPr/>
            </p14:nvContentPartPr>
            <p14:xfrm>
              <a:off x="3745117" y="2840238"/>
              <a:ext cx="4743720" cy="500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664E42D5-7D5A-084C-BA58-2BAA49CC46F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9117" y="2768238"/>
                <a:ext cx="48153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43AEB3F-B1B9-32DC-E6EA-FCCB4511E601}"/>
                  </a:ext>
                </a:extLst>
              </p14:cNvPr>
              <p14:cNvContentPartPr/>
              <p14:nvPr/>
            </p14:nvContentPartPr>
            <p14:xfrm>
              <a:off x="944677" y="5512158"/>
              <a:ext cx="610920" cy="6120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43AEB3F-B1B9-32DC-E6EA-FCCB4511E60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8677" y="5440158"/>
                <a:ext cx="682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594FF39-18AA-C5A7-7D70-0030DB00C26A}"/>
                  </a:ext>
                </a:extLst>
              </p14:cNvPr>
              <p14:cNvContentPartPr/>
              <p14:nvPr/>
            </p14:nvContentPartPr>
            <p14:xfrm>
              <a:off x="5577877" y="5555718"/>
              <a:ext cx="946800" cy="7488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594FF39-18AA-C5A7-7D70-0030DB00C2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42237" y="5483718"/>
                <a:ext cx="10184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6A79431-BD45-A582-85F4-72403DC1A736}"/>
                  </a:ext>
                </a:extLst>
              </p14:cNvPr>
              <p14:cNvContentPartPr/>
              <p14:nvPr/>
            </p14:nvContentPartPr>
            <p14:xfrm>
              <a:off x="5610637" y="4021398"/>
              <a:ext cx="1582560" cy="525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6A79431-BD45-A582-85F4-72403DC1A7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74997" y="3949398"/>
                <a:ext cx="16542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299EFDCE-5A01-D58C-D536-6B075B33E550}"/>
                  </a:ext>
                </a:extLst>
              </p14:cNvPr>
              <p14:cNvContentPartPr/>
              <p14:nvPr/>
            </p14:nvContentPartPr>
            <p14:xfrm>
              <a:off x="5833117" y="4429278"/>
              <a:ext cx="1526760" cy="370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299EFDCE-5A01-D58C-D536-6B075B33E5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97117" y="4357278"/>
                <a:ext cx="1598400" cy="18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00110"/>
          </a:xfrm>
        </p:spPr>
        <p:txBody>
          <a:bodyPr/>
          <a:lstStyle/>
          <a:p>
            <a:r>
              <a:rPr lang="en-US" altLang="ko-KR" dirty="0"/>
              <a:t>7. RAID </a:t>
            </a:r>
            <a:r>
              <a:rPr lang="ko-KR" altLang="en-US" dirty="0"/>
              <a:t>구조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71613"/>
            <a:ext cx="8715406" cy="2214578"/>
          </a:xfrm>
        </p:spPr>
        <p:txBody>
          <a:bodyPr/>
          <a:lstStyle/>
          <a:p>
            <a:r>
              <a:rPr lang="en-US" altLang="ko-KR" sz="2400" dirty="0"/>
              <a:t>RAID(Redundant Array of Inexpensive Disk)</a:t>
            </a:r>
          </a:p>
          <a:p>
            <a:pPr lvl="1"/>
            <a:r>
              <a:rPr lang="ko-KR" altLang="en-US" sz="2000" dirty="0"/>
              <a:t>여러 개의 독립된 디스크를 중복하여 사용</a:t>
            </a:r>
            <a:endParaRPr lang="en-US" altLang="ko-KR" sz="2000" dirty="0"/>
          </a:p>
          <a:p>
            <a:pPr lvl="1"/>
            <a:r>
              <a:rPr lang="ko-KR" altLang="en-US" sz="2000" dirty="0"/>
              <a:t>병렬 입출력을 이용한 처리율 향상</a:t>
            </a:r>
            <a:endParaRPr lang="en-US" altLang="ko-KR" sz="2000" dirty="0"/>
          </a:p>
          <a:p>
            <a:pPr lvl="1"/>
            <a:r>
              <a:rPr lang="ko-KR" altLang="en-US" sz="2000" dirty="0"/>
              <a:t>중복을 통한 신뢰성</a:t>
            </a:r>
            <a:r>
              <a:rPr lang="en-US" altLang="ko-KR" sz="2000" dirty="0"/>
              <a:t> </a:t>
            </a:r>
            <a:r>
              <a:rPr lang="ko-KR" altLang="en-US" sz="2000" dirty="0"/>
              <a:t>향상</a:t>
            </a:r>
            <a:endParaRPr lang="en-US" altLang="ko-KR" sz="2000" dirty="0"/>
          </a:p>
          <a:p>
            <a:pPr lvl="1"/>
            <a:r>
              <a:rPr lang="en-US" altLang="ko-KR" sz="2000" dirty="0"/>
              <a:t>6 </a:t>
            </a:r>
            <a:r>
              <a:rPr lang="ko-KR" altLang="en-US" sz="2000" dirty="0"/>
              <a:t>단계 레벨로 분류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5" name="Picture 7" descr="TAB6-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3643314"/>
            <a:ext cx="815340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9C375BC-B562-DEB3-B3F9-5B68542CF7D8}"/>
                  </a:ext>
                </a:extLst>
              </p14:cNvPr>
              <p14:cNvContentPartPr/>
              <p14:nvPr/>
            </p14:nvContentPartPr>
            <p14:xfrm>
              <a:off x="683677" y="1836918"/>
              <a:ext cx="6480" cy="1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9C375BC-B562-DEB3-B3F9-5B68542CF7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677" y="1765278"/>
                <a:ext cx="781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2337056-B040-42C4-3DC0-25AFD4BED401}"/>
                  </a:ext>
                </a:extLst>
              </p14:cNvPr>
              <p14:cNvContentPartPr/>
              <p14:nvPr/>
            </p14:nvContentPartPr>
            <p14:xfrm>
              <a:off x="576757" y="1787238"/>
              <a:ext cx="805320" cy="54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2337056-B040-42C4-3DC0-25AFD4BED4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117" y="1715238"/>
                <a:ext cx="876960" cy="19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33" descr="FIG-6_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4857760"/>
            <a:ext cx="5448300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000108"/>
            <a:ext cx="8429684" cy="4143404"/>
          </a:xfrm>
        </p:spPr>
        <p:txBody>
          <a:bodyPr/>
          <a:lstStyle/>
          <a:p>
            <a:r>
              <a:rPr lang="en-US" altLang="ko-KR" sz="2400" dirty="0"/>
              <a:t>RAID 0: </a:t>
            </a:r>
            <a:r>
              <a:rPr lang="ko-KR" altLang="en-US" sz="2400" dirty="0"/>
              <a:t>비중복성 </a:t>
            </a:r>
            <a:r>
              <a:rPr lang="ko-KR" altLang="en-US" sz="2400" dirty="0" err="1"/>
              <a:t>스트라이핑</a:t>
            </a:r>
            <a:endParaRPr lang="en-US" altLang="ko-KR" sz="2400" dirty="0"/>
          </a:p>
          <a:p>
            <a:pPr lvl="1"/>
            <a:r>
              <a:rPr lang="ko-KR" altLang="en-US" sz="2000" dirty="0"/>
              <a:t>데이터 블록들을 균등 분산 저장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RAID 1: </a:t>
            </a:r>
            <a:r>
              <a:rPr lang="ko-KR" altLang="en-US" sz="2400" dirty="0" err="1"/>
              <a:t>미러드</a:t>
            </a:r>
            <a:r>
              <a:rPr lang="en-US" altLang="ko-KR" sz="2400" dirty="0"/>
              <a:t>(mirrored)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디스트</a:t>
            </a:r>
            <a:endParaRPr lang="en-US" altLang="ko-KR" sz="2400" dirty="0"/>
          </a:p>
          <a:p>
            <a:pPr lvl="1"/>
            <a:r>
              <a:rPr lang="ko-KR" altLang="en-US" sz="2000" dirty="0"/>
              <a:t>완벽한 단일 결함 포용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8" name="Picture 6" descr="FIG-6_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1928802"/>
            <a:ext cx="540721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000108"/>
            <a:ext cx="8429684" cy="4143404"/>
          </a:xfrm>
        </p:spPr>
        <p:txBody>
          <a:bodyPr/>
          <a:lstStyle/>
          <a:p>
            <a:r>
              <a:rPr lang="en-US" altLang="ko-KR" sz="2400" dirty="0"/>
              <a:t>RAID 2: </a:t>
            </a:r>
            <a:r>
              <a:rPr lang="ko-KR" altLang="en-US" sz="2400" dirty="0"/>
              <a:t>메모리 스타일 오류 정정 코드</a:t>
            </a:r>
            <a:endParaRPr lang="en-US" altLang="ko-KR" sz="2400" dirty="0"/>
          </a:p>
          <a:p>
            <a:pPr lvl="1"/>
            <a:r>
              <a:rPr lang="ko-KR" altLang="en-US" sz="2000" dirty="0"/>
              <a:t>데이터를 비트 단위로 분산 저장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해밍</a:t>
            </a:r>
            <a:r>
              <a:rPr lang="ko-KR" altLang="en-US" sz="2000" dirty="0"/>
              <a:t> 코드를 이용하여 단일 비트 오류 정정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>
              <a:buNone/>
            </a:pPr>
            <a:endParaRPr lang="en-US" altLang="ko-KR" sz="2000" dirty="0"/>
          </a:p>
          <a:p>
            <a:pPr lvl="1">
              <a:buNone/>
            </a:pPr>
            <a:endParaRPr lang="en-US" altLang="ko-KR" sz="2000" dirty="0"/>
          </a:p>
          <a:p>
            <a:r>
              <a:rPr lang="en-US" altLang="ko-KR" sz="2400" dirty="0"/>
              <a:t>RAID 3: </a:t>
            </a:r>
            <a:r>
              <a:rPr lang="ko-KR" altLang="en-US" sz="2400" dirty="0"/>
              <a:t>비트 교차 패리티</a:t>
            </a:r>
            <a:endParaRPr lang="en-US" altLang="ko-KR" sz="2400" dirty="0"/>
          </a:p>
          <a:p>
            <a:pPr lvl="1"/>
            <a:r>
              <a:rPr lang="ko-KR" altLang="en-US" sz="2000" dirty="0"/>
              <a:t>패리티 </a:t>
            </a:r>
            <a:r>
              <a:rPr lang="ko-KR" altLang="en-US" sz="2000" dirty="0" err="1"/>
              <a:t>비트를</a:t>
            </a:r>
            <a:r>
              <a:rPr lang="ko-KR" altLang="en-US" sz="2000" dirty="0"/>
              <a:t> 이용한 오류 검출 또는 장애 복구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6" name="Picture 7" descr="FIG-6_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285992"/>
            <a:ext cx="6000760" cy="155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 descr="FIG-6_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5000636"/>
            <a:ext cx="5394172" cy="1569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000108"/>
            <a:ext cx="8501122" cy="4143404"/>
          </a:xfrm>
        </p:spPr>
        <p:txBody>
          <a:bodyPr/>
          <a:lstStyle/>
          <a:p>
            <a:r>
              <a:rPr lang="en-US" altLang="ko-KR" sz="2400" dirty="0"/>
              <a:t>RAID 4: </a:t>
            </a:r>
            <a:r>
              <a:rPr lang="ko-KR" altLang="en-US" sz="2400" dirty="0"/>
              <a:t>블록 교차 패리티</a:t>
            </a:r>
            <a:endParaRPr lang="en-US" altLang="ko-KR" sz="2400" dirty="0"/>
          </a:p>
          <a:p>
            <a:pPr lvl="1"/>
            <a:r>
              <a:rPr lang="ko-KR" altLang="en-US" sz="2000" dirty="0"/>
              <a:t>데이터를 블록 단위로 분산 저장</a:t>
            </a:r>
            <a:r>
              <a:rPr lang="en-US" altLang="ko-KR" sz="2000" dirty="0"/>
              <a:t>: </a:t>
            </a:r>
            <a:r>
              <a:rPr lang="ko-KR" altLang="en-US" sz="2000" dirty="0"/>
              <a:t>대규모 입출력 병렬 처리에 적합</a:t>
            </a:r>
            <a:endParaRPr lang="en-US" altLang="ko-KR" sz="2000" dirty="0"/>
          </a:p>
          <a:p>
            <a:pPr lvl="1"/>
            <a:r>
              <a:rPr lang="ko-KR" altLang="en-US" sz="2000" dirty="0"/>
              <a:t>쓰기 연산마다 패리티 디스크 수정 필요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>
              <a:buNone/>
            </a:pPr>
            <a:endParaRPr lang="en-US" altLang="ko-KR" sz="2000" dirty="0"/>
          </a:p>
          <a:p>
            <a:pPr lvl="1">
              <a:buNone/>
            </a:pPr>
            <a:endParaRPr lang="en-US" altLang="ko-KR" sz="2000" dirty="0"/>
          </a:p>
          <a:p>
            <a:pPr lvl="1">
              <a:buNone/>
            </a:pPr>
            <a:endParaRPr lang="en-US" altLang="ko-KR" sz="1400" dirty="0"/>
          </a:p>
          <a:p>
            <a:r>
              <a:rPr lang="en-US" altLang="ko-KR" sz="2400" dirty="0"/>
              <a:t>RAID 5: </a:t>
            </a:r>
            <a:r>
              <a:rPr lang="ko-KR" altLang="en-US" sz="2400" dirty="0"/>
              <a:t>블록 교차 분산 패리티</a:t>
            </a:r>
            <a:endParaRPr lang="en-US" altLang="ko-KR" sz="2400" dirty="0"/>
          </a:p>
          <a:p>
            <a:pPr lvl="1"/>
            <a:r>
              <a:rPr lang="en-US" altLang="ko-KR" sz="2000" dirty="0"/>
              <a:t>RAID 4</a:t>
            </a:r>
            <a:r>
              <a:rPr lang="ko-KR" altLang="en-US" sz="2000" dirty="0"/>
              <a:t>에서 패리티 디스크의 병목 현상 개선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03ECB-761B-46A1-A739-CE74727CB531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7" name="Picture 7" descr="FIG-6_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2285992"/>
            <a:ext cx="5272099" cy="1676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IG-6_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5214950"/>
            <a:ext cx="4926251" cy="1417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2146</TotalTime>
  <Words>959</Words>
  <Application>Microsoft Office PowerPoint</Application>
  <PresentationFormat>화면 슬라이드 쇼(4:3)</PresentationFormat>
  <Paragraphs>190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굴림</vt:lpstr>
      <vt:lpstr>Arial</vt:lpstr>
      <vt:lpstr>Times New Roman</vt:lpstr>
      <vt:lpstr>Wingdings</vt:lpstr>
      <vt:lpstr>직선과 네모</vt:lpstr>
      <vt:lpstr>11장. 대용량 저장장치 구조</vt:lpstr>
      <vt:lpstr>목  차</vt:lpstr>
      <vt:lpstr>1. 대용량 저장 장치의 개관</vt:lpstr>
      <vt:lpstr>PowerPoint 프레젠테이션</vt:lpstr>
      <vt:lpstr>2. 디스크 구조</vt:lpstr>
      <vt:lpstr>3. 디스크 부착</vt:lpstr>
      <vt:lpstr>PowerPoint 프레젠테이션</vt:lpstr>
      <vt:lpstr>4. 디스크 스케줄링</vt:lpstr>
      <vt:lpstr>FCFS</vt:lpstr>
      <vt:lpstr>SSTF</vt:lpstr>
      <vt:lpstr>SCAN</vt:lpstr>
      <vt:lpstr>C-SCAN</vt:lpstr>
      <vt:lpstr>LOOK and C-LOOK</vt:lpstr>
      <vt:lpstr>기타 알고리즘</vt:lpstr>
      <vt:lpstr>5. 디스크 관리</vt:lpstr>
      <vt:lpstr>PowerPoint 프레젠테이션</vt:lpstr>
      <vt:lpstr>부트 블록</vt:lpstr>
      <vt:lpstr>6. 스왑(swap) 공간 관리</vt:lpstr>
      <vt:lpstr>7. RAID 구조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537</cp:revision>
  <cp:lastPrinted>1996-03-06T04:51:07Z</cp:lastPrinted>
  <dcterms:created xsi:type="dcterms:W3CDTF">1996-06-05T03:01:40Z</dcterms:created>
  <dcterms:modified xsi:type="dcterms:W3CDTF">2023-12-01T03:44:32Z</dcterms:modified>
</cp:coreProperties>
</file>